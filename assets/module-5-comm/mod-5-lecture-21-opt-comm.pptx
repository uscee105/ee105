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ink/ink191.xml" ContentType="application/inkml+xml"/>
  <Override PartName="/ppt/ink/ink192.xml" ContentType="application/inkml+xml"/>
  <Override PartName="/ppt/ink/ink193.xml" ContentType="application/inkml+xml"/>
  <Override PartName="/ppt/ink/ink194.xml" ContentType="application/inkml+xml"/>
  <Override PartName="/ppt/ink/ink195.xml" ContentType="application/inkml+xml"/>
  <Override PartName="/ppt/ink/ink196.xml" ContentType="application/inkml+xml"/>
  <Override PartName="/ppt/ink/ink197.xml" ContentType="application/inkml+xml"/>
  <Override PartName="/ppt/ink/ink198.xml" ContentType="application/inkml+xml"/>
  <Override PartName="/ppt/ink/ink199.xml" ContentType="application/inkml+xml"/>
  <Override PartName="/ppt/ink/ink200.xml" ContentType="application/inkml+xml"/>
  <Override PartName="/ppt/ink/ink201.xml" ContentType="application/inkml+xml"/>
  <Override PartName="/ppt/ink/ink202.xml" ContentType="application/inkml+xml"/>
  <Override PartName="/ppt/ink/ink203.xml" ContentType="application/inkml+xml"/>
  <Override PartName="/ppt/ink/ink204.xml" ContentType="application/inkml+xml"/>
  <Override PartName="/ppt/ink/ink205.xml" ContentType="application/inkml+xml"/>
  <Override PartName="/ppt/ink/ink206.xml" ContentType="application/inkml+xml"/>
  <Override PartName="/ppt/ink/ink207.xml" ContentType="application/inkml+xml"/>
  <Override PartName="/ppt/ink/ink208.xml" ContentType="application/inkml+xml"/>
  <Override PartName="/ppt/ink/ink209.xml" ContentType="application/inkml+xml"/>
  <Override PartName="/ppt/ink/ink210.xml" ContentType="application/inkml+xml"/>
  <Override PartName="/ppt/ink/ink211.xml" ContentType="application/inkml+xml"/>
  <Override PartName="/ppt/ink/ink212.xml" ContentType="application/inkml+xml"/>
  <Override PartName="/ppt/ink/ink213.xml" ContentType="application/inkml+xml"/>
  <Override PartName="/ppt/ink/ink214.xml" ContentType="application/inkml+xml"/>
  <Override PartName="/ppt/ink/ink215.xml" ContentType="application/inkml+xml"/>
  <Override PartName="/ppt/ink/ink216.xml" ContentType="application/inkml+xml"/>
  <Override PartName="/ppt/ink/ink217.xml" ContentType="application/inkml+xml"/>
  <Override PartName="/ppt/ink/ink218.xml" ContentType="application/inkml+xml"/>
  <Override PartName="/ppt/ink/ink219.xml" ContentType="application/inkml+xml"/>
  <Override PartName="/ppt/ink/ink220.xml" ContentType="application/inkml+xml"/>
  <Override PartName="/ppt/ink/ink221.xml" ContentType="application/inkml+xml"/>
  <Override PartName="/ppt/ink/ink222.xml" ContentType="application/inkml+xml"/>
  <Override PartName="/ppt/ink/ink223.xml" ContentType="application/inkml+xml"/>
  <Override PartName="/ppt/ink/ink224.xml" ContentType="application/inkml+xml"/>
  <Override PartName="/ppt/ink/ink225.xml" ContentType="application/inkml+xml"/>
  <Override PartName="/ppt/ink/ink226.xml" ContentType="application/inkml+xml"/>
  <Override PartName="/ppt/ink/ink227.xml" ContentType="application/inkml+xml"/>
  <Override PartName="/ppt/ink/ink228.xml" ContentType="application/inkml+xml"/>
  <Override PartName="/ppt/ink/ink229.xml" ContentType="application/inkml+xml"/>
  <Override PartName="/ppt/ink/ink230.xml" ContentType="application/inkml+xml"/>
  <Override PartName="/ppt/ink/ink231.xml" ContentType="application/inkml+xml"/>
  <Override PartName="/ppt/ink/ink232.xml" ContentType="application/inkml+xml"/>
  <Override PartName="/ppt/ink/ink233.xml" ContentType="application/inkml+xml"/>
  <Override PartName="/ppt/ink/ink234.xml" ContentType="application/inkml+xml"/>
  <Override PartName="/ppt/ink/ink235.xml" ContentType="application/inkml+xml"/>
  <Override PartName="/ppt/ink/ink236.xml" ContentType="application/inkml+xml"/>
  <Override PartName="/ppt/ink/ink237.xml" ContentType="application/inkml+xml"/>
  <Override PartName="/ppt/ink/ink238.xml" ContentType="application/inkml+xml"/>
  <Override PartName="/ppt/ink/ink239.xml" ContentType="application/inkml+xml"/>
  <Override PartName="/ppt/ink/ink240.xml" ContentType="application/inkml+xml"/>
  <Override PartName="/ppt/ink/ink241.xml" ContentType="application/inkml+xml"/>
  <Override PartName="/ppt/ink/ink242.xml" ContentType="application/inkml+xml"/>
  <Override PartName="/ppt/ink/ink243.xml" ContentType="application/inkml+xml"/>
  <Override PartName="/ppt/ink/ink244.xml" ContentType="application/inkml+xml"/>
  <Override PartName="/ppt/ink/ink245.xml" ContentType="application/inkml+xml"/>
  <Override PartName="/ppt/ink/ink246.xml" ContentType="application/inkml+xml"/>
  <Override PartName="/ppt/ink/ink247.xml" ContentType="application/inkml+xml"/>
  <Override PartName="/ppt/ink/ink248.xml" ContentType="application/inkml+xml"/>
  <Override PartName="/ppt/ink/ink249.xml" ContentType="application/inkml+xml"/>
  <Override PartName="/ppt/ink/ink250.xml" ContentType="application/inkml+xml"/>
  <Override PartName="/ppt/ink/ink251.xml" ContentType="application/inkml+xml"/>
  <Override PartName="/ppt/ink/ink252.xml" ContentType="application/inkml+xml"/>
  <Override PartName="/ppt/ink/ink253.xml" ContentType="application/inkml+xml"/>
  <Override PartName="/ppt/ink/ink254.xml" ContentType="application/inkml+xml"/>
  <Override PartName="/ppt/ink/ink255.xml" ContentType="application/inkml+xml"/>
  <Override PartName="/ppt/ink/ink256.xml" ContentType="application/inkml+xml"/>
  <Override PartName="/ppt/ink/ink257.xml" ContentType="application/inkml+xml"/>
  <Override PartName="/ppt/ink/ink258.xml" ContentType="application/inkml+xml"/>
  <Override PartName="/ppt/ink/ink259.xml" ContentType="application/inkml+xml"/>
  <Override PartName="/ppt/ink/ink260.xml" ContentType="application/inkml+xml"/>
  <Override PartName="/ppt/ink/ink261.xml" ContentType="application/inkml+xml"/>
  <Override PartName="/ppt/ink/ink262.xml" ContentType="application/inkml+xml"/>
  <Override PartName="/ppt/ink/ink263.xml" ContentType="application/inkml+xml"/>
  <Override PartName="/ppt/ink/ink264.xml" ContentType="application/inkml+xml"/>
  <Override PartName="/ppt/ink/ink265.xml" ContentType="application/inkml+xml"/>
  <Override PartName="/ppt/ink/ink266.xml" ContentType="application/inkml+xml"/>
  <Override PartName="/ppt/ink/ink267.xml" ContentType="application/inkml+xml"/>
  <Override PartName="/ppt/ink/ink268.xml" ContentType="application/inkml+xml"/>
  <Override PartName="/ppt/ink/ink269.xml" ContentType="application/inkml+xml"/>
  <Override PartName="/ppt/ink/ink270.xml" ContentType="application/inkml+xml"/>
  <Override PartName="/ppt/ink/ink271.xml" ContentType="application/inkml+xml"/>
  <Override PartName="/ppt/ink/ink272.xml" ContentType="application/inkml+xml"/>
  <Override PartName="/ppt/ink/ink273.xml" ContentType="application/inkml+xml"/>
  <Override PartName="/ppt/ink/ink274.xml" ContentType="application/inkml+xml"/>
  <Override PartName="/ppt/ink/ink275.xml" ContentType="application/inkml+xml"/>
  <Override PartName="/ppt/ink/ink276.xml" ContentType="application/inkml+xml"/>
  <Override PartName="/ppt/ink/ink277.xml" ContentType="application/inkml+xml"/>
  <Override PartName="/ppt/ink/ink278.xml" ContentType="application/inkml+xml"/>
  <Override PartName="/ppt/ink/ink279.xml" ContentType="application/inkml+xml"/>
  <Override PartName="/ppt/ink/ink280.xml" ContentType="application/inkml+xml"/>
  <Override PartName="/ppt/ink/ink281.xml" ContentType="application/inkml+xml"/>
  <Override PartName="/ppt/ink/ink282.xml" ContentType="application/inkml+xml"/>
  <Override PartName="/ppt/ink/ink283.xml" ContentType="application/inkml+xml"/>
  <Override PartName="/ppt/ink/ink284.xml" ContentType="application/inkml+xml"/>
  <Override PartName="/ppt/ink/ink285.xml" ContentType="application/inkml+xml"/>
  <Override PartName="/ppt/ink/ink286.xml" ContentType="application/inkml+xml"/>
  <Override PartName="/ppt/ink/ink287.xml" ContentType="application/inkml+xml"/>
  <Override PartName="/ppt/ink/ink288.xml" ContentType="application/inkml+xml"/>
  <Override PartName="/ppt/ink/ink289.xml" ContentType="application/inkml+xml"/>
  <Override PartName="/ppt/ink/ink290.xml" ContentType="application/inkml+xml"/>
  <Override PartName="/ppt/ink/ink291.xml" ContentType="application/inkml+xml"/>
  <Override PartName="/ppt/ink/ink292.xml" ContentType="application/inkml+xml"/>
  <Override PartName="/ppt/ink/ink293.xml" ContentType="application/inkml+xml"/>
  <Override PartName="/ppt/ink/ink294.xml" ContentType="application/inkml+xml"/>
  <Override PartName="/ppt/ink/ink295.xml" ContentType="application/inkml+xml"/>
  <Override PartName="/ppt/ink/ink296.xml" ContentType="application/inkml+xml"/>
  <Override PartName="/ppt/ink/ink297.xml" ContentType="application/inkml+xml"/>
  <Override PartName="/ppt/ink/ink298.xml" ContentType="application/inkml+xml"/>
  <Override PartName="/ppt/ink/ink299.xml" ContentType="application/inkml+xml"/>
  <Override PartName="/ppt/ink/ink300.xml" ContentType="application/inkml+xml"/>
  <Override PartName="/ppt/ink/ink301.xml" ContentType="application/inkml+xml"/>
  <Override PartName="/ppt/ink/ink302.xml" ContentType="application/inkml+xml"/>
  <Override PartName="/ppt/ink/ink303.xml" ContentType="application/inkml+xml"/>
  <Override PartName="/ppt/ink/ink304.xml" ContentType="application/inkml+xml"/>
  <Override PartName="/ppt/ink/ink305.xml" ContentType="application/inkml+xml"/>
  <Override PartName="/ppt/ink/ink306.xml" ContentType="application/inkml+xml"/>
  <Override PartName="/ppt/ink/ink307.xml" ContentType="application/inkml+xml"/>
  <Override PartName="/ppt/ink/ink308.xml" ContentType="application/inkml+xml"/>
  <Override PartName="/ppt/ink/ink309.xml" ContentType="application/inkml+xml"/>
  <Override PartName="/ppt/ink/ink310.xml" ContentType="application/inkml+xml"/>
  <Override PartName="/ppt/ink/ink311.xml" ContentType="application/inkml+xml"/>
  <Override PartName="/ppt/ink/ink312.xml" ContentType="application/inkml+xml"/>
  <Override PartName="/ppt/ink/ink313.xml" ContentType="application/inkml+xml"/>
  <Override PartName="/ppt/ink/ink314.xml" ContentType="application/inkml+xml"/>
  <Override PartName="/ppt/ink/ink315.xml" ContentType="application/inkml+xml"/>
  <Override PartName="/ppt/ink/ink316.xml" ContentType="application/inkml+xml"/>
  <Override PartName="/ppt/ink/ink317.xml" ContentType="application/inkml+xml"/>
  <Override PartName="/ppt/ink/ink318.xml" ContentType="application/inkml+xml"/>
  <Override PartName="/ppt/ink/ink319.xml" ContentType="application/inkml+xml"/>
  <Override PartName="/ppt/ink/ink320.xml" ContentType="application/inkml+xml"/>
  <Override PartName="/ppt/ink/ink321.xml" ContentType="application/inkml+xml"/>
  <Override PartName="/ppt/ink/ink322.xml" ContentType="application/inkml+xml"/>
  <Override PartName="/ppt/ink/ink323.xml" ContentType="application/inkml+xml"/>
  <Override PartName="/ppt/ink/ink324.xml" ContentType="application/inkml+xml"/>
  <Override PartName="/ppt/ink/ink325.xml" ContentType="application/inkml+xml"/>
  <Override PartName="/ppt/ink/ink326.xml" ContentType="application/inkml+xml"/>
  <Override PartName="/ppt/ink/ink327.xml" ContentType="application/inkml+xml"/>
  <Override PartName="/ppt/ink/ink328.xml" ContentType="application/inkml+xml"/>
  <Override PartName="/ppt/ink/ink329.xml" ContentType="application/inkml+xml"/>
  <Override PartName="/ppt/ink/ink330.xml" ContentType="application/inkml+xml"/>
  <Override PartName="/ppt/ink/ink331.xml" ContentType="application/inkml+xml"/>
  <Override PartName="/ppt/ink/ink332.xml" ContentType="application/inkml+xml"/>
  <Override PartName="/ppt/ink/ink333.xml" ContentType="application/inkml+xml"/>
  <Override PartName="/ppt/ink/ink334.xml" ContentType="application/inkml+xml"/>
  <Override PartName="/ppt/ink/ink335.xml" ContentType="application/inkml+xml"/>
  <Override PartName="/ppt/ink/ink336.xml" ContentType="application/inkml+xml"/>
  <Override PartName="/ppt/ink/ink337.xml" ContentType="application/inkml+xml"/>
  <Override PartName="/ppt/ink/ink338.xml" ContentType="application/inkml+xml"/>
  <Override PartName="/ppt/ink/ink339.xml" ContentType="application/inkml+xml"/>
  <Override PartName="/ppt/ink/ink340.xml" ContentType="application/inkml+xml"/>
  <Override PartName="/ppt/ink/ink341.xml" ContentType="application/inkml+xml"/>
  <Override PartName="/ppt/ink/ink342.xml" ContentType="application/inkml+xml"/>
  <Override PartName="/ppt/ink/ink343.xml" ContentType="application/inkml+xml"/>
  <Override PartName="/ppt/ink/ink344.xml" ContentType="application/inkml+xml"/>
  <Override PartName="/ppt/ink/ink345.xml" ContentType="application/inkml+xml"/>
  <Override PartName="/ppt/ink/ink346.xml" ContentType="application/inkml+xml"/>
  <Override PartName="/ppt/ink/ink347.xml" ContentType="application/inkml+xml"/>
  <Override PartName="/ppt/ink/ink348.xml" ContentType="application/inkml+xml"/>
  <Override PartName="/ppt/ink/ink349.xml" ContentType="application/inkml+xml"/>
  <Override PartName="/ppt/ink/ink350.xml" ContentType="application/inkml+xml"/>
  <Override PartName="/ppt/ink/ink351.xml" ContentType="application/inkml+xml"/>
  <Override PartName="/ppt/ink/ink352.xml" ContentType="application/inkml+xml"/>
  <Override PartName="/ppt/ink/ink353.xml" ContentType="application/inkml+xml"/>
  <Override PartName="/ppt/ink/ink354.xml" ContentType="application/inkml+xml"/>
  <Override PartName="/ppt/ink/ink355.xml" ContentType="application/inkml+xml"/>
  <Override PartName="/ppt/ink/ink356.xml" ContentType="application/inkml+xml"/>
  <Override PartName="/ppt/ink/ink357.xml" ContentType="application/inkml+xml"/>
  <Override PartName="/ppt/ink/ink358.xml" ContentType="application/inkml+xml"/>
  <Override PartName="/ppt/ink/ink359.xml" ContentType="application/inkml+xml"/>
  <Override PartName="/ppt/ink/ink360.xml" ContentType="application/inkml+xml"/>
  <Override PartName="/ppt/ink/ink361.xml" ContentType="application/inkml+xml"/>
  <Override PartName="/ppt/ink/ink362.xml" ContentType="application/inkml+xml"/>
  <Override PartName="/ppt/ink/ink363.xml" ContentType="application/inkml+xml"/>
  <Override PartName="/ppt/ink/ink364.xml" ContentType="application/inkml+xml"/>
  <Override PartName="/ppt/ink/ink365.xml" ContentType="application/inkml+xml"/>
  <Override PartName="/ppt/ink/ink366.xml" ContentType="application/inkml+xml"/>
  <Override PartName="/ppt/ink/ink367.xml" ContentType="application/inkml+xml"/>
  <Override PartName="/ppt/ink/ink368.xml" ContentType="application/inkml+xml"/>
  <Override PartName="/ppt/ink/ink369.xml" ContentType="application/inkml+xml"/>
  <Override PartName="/ppt/ink/ink370.xml" ContentType="application/inkml+xml"/>
  <Override PartName="/ppt/ink/ink371.xml" ContentType="application/inkml+xml"/>
  <Override PartName="/ppt/ink/ink372.xml" ContentType="application/inkml+xml"/>
  <Override PartName="/ppt/ink/ink373.xml" ContentType="application/inkml+xml"/>
  <Override PartName="/ppt/ink/ink374.xml" ContentType="application/inkml+xml"/>
  <Override PartName="/ppt/ink/ink375.xml" ContentType="application/inkml+xml"/>
  <Override PartName="/ppt/ink/ink376.xml" ContentType="application/inkml+xml"/>
  <Override PartName="/ppt/ink/ink377.xml" ContentType="application/inkml+xml"/>
  <Override PartName="/ppt/ink/ink378.xml" ContentType="application/inkml+xml"/>
  <Override PartName="/ppt/ink/ink379.xml" ContentType="application/inkml+xml"/>
  <Override PartName="/ppt/ink/ink380.xml" ContentType="application/inkml+xml"/>
  <Override PartName="/ppt/ink/ink381.xml" ContentType="application/inkml+xml"/>
  <Override PartName="/ppt/ink/ink382.xml" ContentType="application/inkml+xml"/>
  <Override PartName="/ppt/ink/ink383.xml" ContentType="application/inkml+xml"/>
  <Override PartName="/ppt/ink/ink384.xml" ContentType="application/inkml+xml"/>
  <Override PartName="/ppt/ink/ink385.xml" ContentType="application/inkml+xml"/>
  <Override PartName="/ppt/ink/ink386.xml" ContentType="application/inkml+xml"/>
  <Override PartName="/ppt/ink/ink387.xml" ContentType="application/inkml+xml"/>
  <Override PartName="/ppt/ink/ink388.xml" ContentType="application/inkml+xml"/>
  <Override PartName="/ppt/ink/ink389.xml" ContentType="application/inkml+xml"/>
  <Override PartName="/ppt/ink/ink390.xml" ContentType="application/inkml+xml"/>
  <Override PartName="/ppt/ink/ink391.xml" ContentType="application/inkml+xml"/>
  <Override PartName="/ppt/ink/ink392.xml" ContentType="application/inkml+xml"/>
  <Override PartName="/ppt/ink/ink393.xml" ContentType="application/inkml+xml"/>
  <Override PartName="/ppt/ink/ink394.xml" ContentType="application/inkml+xml"/>
  <Override PartName="/ppt/ink/ink395.xml" ContentType="application/inkml+xml"/>
  <Override PartName="/ppt/ink/ink396.xml" ContentType="application/inkml+xml"/>
  <Override PartName="/ppt/ink/ink397.xml" ContentType="application/inkml+xml"/>
  <Override PartName="/ppt/ink/ink398.xml" ContentType="application/inkml+xml"/>
  <Override PartName="/ppt/ink/ink399.xml" ContentType="application/inkml+xml"/>
  <Override PartName="/ppt/ink/ink400.xml" ContentType="application/inkml+xml"/>
  <Override PartName="/ppt/ink/ink401.xml" ContentType="application/inkml+xml"/>
  <Override PartName="/ppt/ink/ink402.xml" ContentType="application/inkml+xml"/>
  <Override PartName="/ppt/ink/ink403.xml" ContentType="application/inkml+xml"/>
  <Override PartName="/ppt/ink/ink404.xml" ContentType="application/inkml+xml"/>
  <Override PartName="/ppt/ink/ink405.xml" ContentType="application/inkml+xml"/>
  <Override PartName="/ppt/ink/ink406.xml" ContentType="application/inkml+xml"/>
  <Override PartName="/ppt/ink/ink407.xml" ContentType="application/inkml+xml"/>
  <Override PartName="/ppt/ink/ink408.xml" ContentType="application/inkml+xml"/>
  <Override PartName="/ppt/ink/ink409.xml" ContentType="application/inkml+xml"/>
  <Override PartName="/ppt/ink/ink410.xml" ContentType="application/inkml+xml"/>
  <Override PartName="/ppt/ink/ink411.xml" ContentType="application/inkml+xml"/>
  <Override PartName="/ppt/ink/ink412.xml" ContentType="application/inkml+xml"/>
  <Override PartName="/ppt/ink/ink413.xml" ContentType="application/inkml+xml"/>
  <Override PartName="/ppt/ink/ink414.xml" ContentType="application/inkml+xml"/>
  <Override PartName="/ppt/ink/ink415.xml" ContentType="application/inkml+xml"/>
  <Override PartName="/ppt/ink/ink416.xml" ContentType="application/inkml+xml"/>
  <Override PartName="/ppt/ink/ink417.xml" ContentType="application/inkml+xml"/>
  <Override PartName="/ppt/ink/ink418.xml" ContentType="application/inkml+xml"/>
  <Override PartName="/ppt/ink/ink419.xml" ContentType="application/inkml+xml"/>
  <Override PartName="/ppt/ink/ink420.xml" ContentType="application/inkml+xml"/>
  <Override PartName="/ppt/ink/ink421.xml" ContentType="application/inkml+xml"/>
  <Override PartName="/ppt/ink/ink422.xml" ContentType="application/inkml+xml"/>
  <Override PartName="/ppt/ink/ink423.xml" ContentType="application/inkml+xml"/>
  <Override PartName="/ppt/ink/ink424.xml" ContentType="application/inkml+xml"/>
  <Override PartName="/ppt/ink/ink425.xml" ContentType="application/inkml+xml"/>
  <Override PartName="/ppt/ink/ink426.xml" ContentType="application/inkml+xml"/>
  <Override PartName="/ppt/ink/ink427.xml" ContentType="application/inkml+xml"/>
  <Override PartName="/ppt/ink/ink428.xml" ContentType="application/inkml+xml"/>
  <Override PartName="/ppt/ink/ink429.xml" ContentType="application/inkml+xml"/>
  <Override PartName="/ppt/ink/ink430.xml" ContentType="application/inkml+xml"/>
  <Override PartName="/ppt/ink/ink431.xml" ContentType="application/inkml+xml"/>
  <Override PartName="/ppt/ink/ink432.xml" ContentType="application/inkml+xml"/>
  <Override PartName="/ppt/ink/ink433.xml" ContentType="application/inkml+xml"/>
  <Override PartName="/ppt/ink/ink434.xml" ContentType="application/inkml+xml"/>
  <Override PartName="/ppt/ink/ink435.xml" ContentType="application/inkml+xml"/>
  <Override PartName="/ppt/ink/ink436.xml" ContentType="application/inkml+xml"/>
  <Override PartName="/ppt/ink/ink437.xml" ContentType="application/inkml+xml"/>
  <Override PartName="/ppt/ink/ink438.xml" ContentType="application/inkml+xml"/>
  <Override PartName="/ppt/ink/ink439.xml" ContentType="application/inkml+xml"/>
  <Override PartName="/ppt/ink/ink440.xml" ContentType="application/inkml+xml"/>
  <Override PartName="/ppt/ink/ink441.xml" ContentType="application/inkml+xml"/>
  <Override PartName="/ppt/ink/ink442.xml" ContentType="application/inkml+xml"/>
  <Override PartName="/ppt/ink/ink443.xml" ContentType="application/inkml+xml"/>
  <Override PartName="/ppt/ink/ink444.xml" ContentType="application/inkml+xml"/>
  <Override PartName="/ppt/ink/ink445.xml" ContentType="application/inkml+xml"/>
  <Override PartName="/ppt/ink/ink446.xml" ContentType="application/inkml+xml"/>
  <Override PartName="/ppt/ink/ink447.xml" ContentType="application/inkml+xml"/>
  <Override PartName="/ppt/ink/ink448.xml" ContentType="application/inkml+xml"/>
  <Override PartName="/ppt/ink/ink449.xml" ContentType="application/inkml+xml"/>
  <Override PartName="/ppt/ink/ink450.xml" ContentType="application/inkml+xml"/>
  <Override PartName="/ppt/ink/ink451.xml" ContentType="application/inkml+xml"/>
  <Override PartName="/ppt/ink/ink452.xml" ContentType="application/inkml+xml"/>
  <Override PartName="/ppt/ink/ink453.xml" ContentType="application/inkml+xml"/>
  <Override PartName="/ppt/ink/ink454.xml" ContentType="application/inkml+xml"/>
  <Override PartName="/ppt/ink/ink455.xml" ContentType="application/inkml+xml"/>
  <Override PartName="/ppt/ink/ink456.xml" ContentType="application/inkml+xml"/>
  <Override PartName="/ppt/ink/ink457.xml" ContentType="application/inkml+xml"/>
  <Override PartName="/ppt/ink/ink458.xml" ContentType="application/inkml+xml"/>
  <Override PartName="/ppt/ink/ink459.xml" ContentType="application/inkml+xml"/>
  <Override PartName="/ppt/ink/ink460.xml" ContentType="application/inkml+xml"/>
  <Override PartName="/ppt/ink/ink461.xml" ContentType="application/inkml+xml"/>
  <Override PartName="/ppt/ink/ink462.xml" ContentType="application/inkml+xml"/>
  <Override PartName="/ppt/ink/ink463.xml" ContentType="application/inkml+xml"/>
  <Override PartName="/ppt/ink/ink464.xml" ContentType="application/inkml+xml"/>
  <Override PartName="/ppt/ink/ink465.xml" ContentType="application/inkml+xml"/>
  <Override PartName="/ppt/ink/ink466.xml" ContentType="application/inkml+xml"/>
  <Override PartName="/ppt/ink/ink467.xml" ContentType="application/inkml+xml"/>
  <Override PartName="/ppt/ink/ink468.xml" ContentType="application/inkml+xml"/>
  <Override PartName="/ppt/ink/ink469.xml" ContentType="application/inkml+xml"/>
  <Override PartName="/ppt/ink/ink470.xml" ContentType="application/inkml+xml"/>
  <Override PartName="/ppt/ink/ink471.xml" ContentType="application/inkml+xml"/>
  <Override PartName="/ppt/ink/ink472.xml" ContentType="application/inkml+xml"/>
  <Override PartName="/ppt/ink/ink473.xml" ContentType="application/inkml+xml"/>
  <Override PartName="/ppt/ink/ink474.xml" ContentType="application/inkml+xml"/>
  <Override PartName="/ppt/ink/ink475.xml" ContentType="application/inkml+xml"/>
  <Override PartName="/ppt/ink/ink476.xml" ContentType="application/inkml+xml"/>
  <Override PartName="/ppt/ink/ink477.xml" ContentType="application/inkml+xml"/>
  <Override PartName="/ppt/ink/ink478.xml" ContentType="application/inkml+xml"/>
  <Override PartName="/ppt/ink/ink479.xml" ContentType="application/inkml+xml"/>
  <Override PartName="/ppt/ink/ink480.xml" ContentType="application/inkml+xml"/>
  <Override PartName="/ppt/ink/ink481.xml" ContentType="application/inkml+xml"/>
  <Override PartName="/ppt/ink/ink482.xml" ContentType="application/inkml+xml"/>
  <Override PartName="/ppt/ink/ink483.xml" ContentType="application/inkml+xml"/>
  <Override PartName="/ppt/ink/ink484.xml" ContentType="application/inkml+xml"/>
  <Override PartName="/ppt/ink/ink485.xml" ContentType="application/inkml+xml"/>
  <Override PartName="/ppt/ink/ink486.xml" ContentType="application/inkml+xml"/>
  <Override PartName="/ppt/ink/ink487.xml" ContentType="application/inkml+xml"/>
  <Override PartName="/ppt/ink/ink488.xml" ContentType="application/inkml+xml"/>
  <Override PartName="/ppt/ink/ink489.xml" ContentType="application/inkml+xml"/>
  <Override PartName="/ppt/ink/ink490.xml" ContentType="application/inkml+xml"/>
  <Override PartName="/ppt/ink/ink491.xml" ContentType="application/inkml+xml"/>
  <Override PartName="/ppt/ink/ink492.xml" ContentType="application/inkml+xml"/>
  <Override PartName="/ppt/ink/ink493.xml" ContentType="application/inkml+xml"/>
  <Override PartName="/ppt/ink/ink494.xml" ContentType="application/inkml+xml"/>
  <Override PartName="/ppt/ink/ink495.xml" ContentType="application/inkml+xml"/>
  <Override PartName="/ppt/ink/ink496.xml" ContentType="application/inkml+xml"/>
  <Override PartName="/ppt/ink/ink497.xml" ContentType="application/inkml+xml"/>
  <Override PartName="/ppt/ink/ink498.xml" ContentType="application/inkml+xml"/>
  <Override PartName="/ppt/ink/ink499.xml" ContentType="application/inkml+xml"/>
  <Override PartName="/ppt/ink/ink500.xml" ContentType="application/inkml+xml"/>
  <Override PartName="/ppt/ink/ink501.xml" ContentType="application/inkml+xml"/>
  <Override PartName="/ppt/ink/ink502.xml" ContentType="application/inkml+xml"/>
  <Override PartName="/ppt/ink/ink503.xml" ContentType="application/inkml+xml"/>
  <Override PartName="/ppt/ink/ink504.xml" ContentType="application/inkml+xml"/>
  <Override PartName="/ppt/ink/ink505.xml" ContentType="application/inkml+xml"/>
  <Override PartName="/ppt/ink/ink506.xml" ContentType="application/inkml+xml"/>
  <Override PartName="/ppt/ink/ink507.xml" ContentType="application/inkml+xml"/>
  <Override PartName="/ppt/ink/ink508.xml" ContentType="application/inkml+xml"/>
  <Override PartName="/ppt/ink/ink509.xml" ContentType="application/inkml+xml"/>
  <Override PartName="/ppt/ink/ink510.xml" ContentType="application/inkml+xml"/>
  <Override PartName="/ppt/ink/ink511.xml" ContentType="application/inkml+xml"/>
  <Override PartName="/ppt/ink/ink512.xml" ContentType="application/inkml+xml"/>
  <Override PartName="/ppt/ink/ink513.xml" ContentType="application/inkml+xml"/>
  <Override PartName="/ppt/ink/ink514.xml" ContentType="application/inkml+xml"/>
  <Override PartName="/ppt/ink/ink515.xml" ContentType="application/inkml+xml"/>
  <Override PartName="/ppt/ink/ink516.xml" ContentType="application/inkml+xml"/>
  <Override PartName="/ppt/ink/ink517.xml" ContentType="application/inkml+xml"/>
  <Override PartName="/ppt/ink/ink518.xml" ContentType="application/inkml+xml"/>
  <Override PartName="/ppt/ink/ink519.xml" ContentType="application/inkml+xml"/>
  <Override PartName="/ppt/ink/ink520.xml" ContentType="application/inkml+xml"/>
  <Override PartName="/ppt/ink/ink521.xml" ContentType="application/inkml+xml"/>
  <Override PartName="/ppt/ink/ink522.xml" ContentType="application/inkml+xml"/>
  <Override PartName="/ppt/ink/ink523.xml" ContentType="application/inkml+xml"/>
  <Override PartName="/ppt/ink/ink524.xml" ContentType="application/inkml+xml"/>
  <Override PartName="/ppt/ink/ink525.xml" ContentType="application/inkml+xml"/>
  <Override PartName="/ppt/ink/ink526.xml" ContentType="application/inkml+xml"/>
  <Override PartName="/ppt/ink/ink527.xml" ContentType="application/inkml+xml"/>
  <Override PartName="/ppt/ink/ink528.xml" ContentType="application/inkml+xml"/>
  <Override PartName="/ppt/ink/ink529.xml" ContentType="application/inkml+xml"/>
  <Override PartName="/ppt/ink/ink530.xml" ContentType="application/inkml+xml"/>
  <Override PartName="/ppt/ink/ink531.xml" ContentType="application/inkml+xml"/>
  <Override PartName="/ppt/ink/ink532.xml" ContentType="application/inkml+xml"/>
  <Override PartName="/ppt/ink/ink533.xml" ContentType="application/inkml+xml"/>
  <Override PartName="/ppt/ink/ink534.xml" ContentType="application/inkml+xml"/>
  <Override PartName="/ppt/ink/ink535.xml" ContentType="application/inkml+xml"/>
  <Override PartName="/ppt/ink/ink536.xml" ContentType="application/inkml+xml"/>
  <Override PartName="/ppt/ink/ink537.xml" ContentType="application/inkml+xml"/>
  <Override PartName="/ppt/ink/ink538.xml" ContentType="application/inkml+xml"/>
  <Override PartName="/ppt/ink/ink539.xml" ContentType="application/inkml+xml"/>
  <Override PartName="/ppt/ink/ink540.xml" ContentType="application/inkml+xml"/>
  <Override PartName="/ppt/ink/ink541.xml" ContentType="application/inkml+xml"/>
  <Override PartName="/ppt/ink/ink542.xml" ContentType="application/inkml+xml"/>
  <Override PartName="/ppt/ink/ink543.xml" ContentType="application/inkml+xml"/>
  <Override PartName="/ppt/ink/ink544.xml" ContentType="application/inkml+xml"/>
  <Override PartName="/ppt/ink/ink545.xml" ContentType="application/inkml+xml"/>
  <Override PartName="/ppt/ink/ink546.xml" ContentType="application/inkml+xml"/>
  <Override PartName="/ppt/ink/ink547.xml" ContentType="application/inkml+xml"/>
  <Override PartName="/ppt/ink/ink548.xml" ContentType="application/inkml+xml"/>
  <Override PartName="/ppt/ink/ink549.xml" ContentType="application/inkml+xml"/>
  <Override PartName="/ppt/ink/ink550.xml" ContentType="application/inkml+xml"/>
  <Override PartName="/ppt/ink/ink551.xml" ContentType="application/inkml+xml"/>
  <Override PartName="/ppt/ink/ink552.xml" ContentType="application/inkml+xml"/>
  <Override PartName="/ppt/ink/ink553.xml" ContentType="application/inkml+xml"/>
  <Override PartName="/ppt/ink/ink554.xml" ContentType="application/inkml+xml"/>
  <Override PartName="/ppt/ink/ink555.xml" ContentType="application/inkml+xml"/>
  <Override PartName="/ppt/ink/ink556.xml" ContentType="application/inkml+xml"/>
  <Override PartName="/ppt/ink/ink557.xml" ContentType="application/inkml+xml"/>
  <Override PartName="/ppt/ink/ink558.xml" ContentType="application/inkml+xml"/>
  <Override PartName="/ppt/ink/ink559.xml" ContentType="application/inkml+xml"/>
  <Override PartName="/ppt/ink/ink560.xml" ContentType="application/inkml+xml"/>
  <Override PartName="/ppt/ink/ink561.xml" ContentType="application/inkml+xml"/>
  <Override PartName="/ppt/ink/ink562.xml" ContentType="application/inkml+xml"/>
  <Override PartName="/ppt/ink/ink563.xml" ContentType="application/inkml+xml"/>
  <Override PartName="/ppt/ink/ink564.xml" ContentType="application/inkml+xml"/>
  <Override PartName="/ppt/ink/ink565.xml" ContentType="application/inkml+xml"/>
  <Override PartName="/ppt/ink/ink566.xml" ContentType="application/inkml+xml"/>
  <Override PartName="/ppt/ink/ink567.xml" ContentType="application/inkml+xml"/>
  <Override PartName="/ppt/ink/ink568.xml" ContentType="application/inkml+xml"/>
  <Override PartName="/ppt/ink/ink569.xml" ContentType="application/inkml+xml"/>
  <Override PartName="/ppt/ink/ink570.xml" ContentType="application/inkml+xml"/>
  <Override PartName="/ppt/ink/ink571.xml" ContentType="application/inkml+xml"/>
  <Override PartName="/ppt/ink/ink572.xml" ContentType="application/inkml+xml"/>
  <Override PartName="/ppt/ink/ink573.xml" ContentType="application/inkml+xml"/>
  <Override PartName="/ppt/ink/ink574.xml" ContentType="application/inkml+xml"/>
  <Override PartName="/ppt/ink/ink575.xml" ContentType="application/inkml+xml"/>
  <Override PartName="/ppt/ink/ink576.xml" ContentType="application/inkml+xml"/>
  <Override PartName="/ppt/ink/ink577.xml" ContentType="application/inkml+xml"/>
  <Override PartName="/ppt/ink/ink578.xml" ContentType="application/inkml+xml"/>
  <Override PartName="/ppt/ink/ink579.xml" ContentType="application/inkml+xml"/>
  <Override PartName="/ppt/ink/ink580.xml" ContentType="application/inkml+xml"/>
  <Override PartName="/ppt/ink/ink581.xml" ContentType="application/inkml+xml"/>
  <Override PartName="/ppt/ink/ink582.xml" ContentType="application/inkml+xml"/>
  <Override PartName="/ppt/ink/ink583.xml" ContentType="application/inkml+xml"/>
  <Override PartName="/ppt/ink/ink584.xml" ContentType="application/inkml+xml"/>
  <Override PartName="/ppt/ink/ink585.xml" ContentType="application/inkml+xml"/>
  <Override PartName="/ppt/ink/ink586.xml" ContentType="application/inkml+xml"/>
  <Override PartName="/ppt/ink/ink587.xml" ContentType="application/inkml+xml"/>
  <Override PartName="/ppt/ink/ink588.xml" ContentType="application/inkml+xml"/>
  <Override PartName="/ppt/ink/ink589.xml" ContentType="application/inkml+xml"/>
  <Override PartName="/ppt/ink/ink590.xml" ContentType="application/inkml+xml"/>
  <Override PartName="/ppt/ink/ink591.xml" ContentType="application/inkml+xml"/>
  <Override PartName="/ppt/ink/ink592.xml" ContentType="application/inkml+xml"/>
  <Override PartName="/ppt/ink/ink593.xml" ContentType="application/inkml+xml"/>
  <Override PartName="/ppt/ink/ink594.xml" ContentType="application/inkml+xml"/>
  <Override PartName="/ppt/ink/ink595.xml" ContentType="application/inkml+xml"/>
  <Override PartName="/ppt/ink/ink596.xml" ContentType="application/inkml+xml"/>
  <Override PartName="/ppt/ink/ink597.xml" ContentType="application/inkml+xml"/>
  <Override PartName="/ppt/ink/ink598.xml" ContentType="application/inkml+xml"/>
  <Override PartName="/ppt/ink/ink599.xml" ContentType="application/inkml+xml"/>
  <Override PartName="/ppt/ink/ink600.xml" ContentType="application/inkml+xml"/>
  <Override PartName="/ppt/ink/ink601.xml" ContentType="application/inkml+xml"/>
  <Override PartName="/ppt/ink/ink602.xml" ContentType="application/inkml+xml"/>
  <Override PartName="/ppt/ink/ink603.xml" ContentType="application/inkml+xml"/>
  <Override PartName="/ppt/ink/ink604.xml" ContentType="application/inkml+xml"/>
  <Override PartName="/ppt/ink/ink605.xml" ContentType="application/inkml+xml"/>
  <Override PartName="/ppt/ink/ink606.xml" ContentType="application/inkml+xml"/>
  <Override PartName="/ppt/ink/ink607.xml" ContentType="application/inkml+xml"/>
  <Override PartName="/ppt/ink/ink608.xml" ContentType="application/inkml+xml"/>
  <Override PartName="/ppt/ink/ink609.xml" ContentType="application/inkml+xml"/>
  <Override PartName="/ppt/ink/ink610.xml" ContentType="application/inkml+xml"/>
  <Override PartName="/ppt/ink/ink611.xml" ContentType="application/inkml+xml"/>
  <Override PartName="/ppt/ink/ink612.xml" ContentType="application/inkml+xml"/>
  <Override PartName="/ppt/ink/ink613.xml" ContentType="application/inkml+xml"/>
  <Override PartName="/ppt/ink/ink614.xml" ContentType="application/inkml+xml"/>
  <Override PartName="/ppt/ink/ink615.xml" ContentType="application/inkml+xml"/>
  <Override PartName="/ppt/ink/ink616.xml" ContentType="application/inkml+xml"/>
  <Override PartName="/ppt/ink/ink617.xml" ContentType="application/inkml+xml"/>
  <Override PartName="/ppt/ink/ink618.xml" ContentType="application/inkml+xml"/>
  <Override PartName="/ppt/ink/ink619.xml" ContentType="application/inkml+xml"/>
  <Override PartName="/ppt/ink/ink620.xml" ContentType="application/inkml+xml"/>
  <Override PartName="/ppt/ink/ink621.xml" ContentType="application/inkml+xml"/>
  <Override PartName="/ppt/ink/ink622.xml" ContentType="application/inkml+xml"/>
  <Override PartName="/ppt/ink/ink623.xml" ContentType="application/inkml+xml"/>
  <Override PartName="/ppt/ink/ink624.xml" ContentType="application/inkml+xml"/>
  <Override PartName="/ppt/ink/ink625.xml" ContentType="application/inkml+xml"/>
  <Override PartName="/ppt/ink/ink626.xml" ContentType="application/inkml+xml"/>
  <Override PartName="/ppt/ink/ink627.xml" ContentType="application/inkml+xml"/>
  <Override PartName="/ppt/ink/ink628.xml" ContentType="application/inkml+xml"/>
  <Override PartName="/ppt/ink/ink629.xml" ContentType="application/inkml+xml"/>
  <Override PartName="/ppt/ink/ink630.xml" ContentType="application/inkml+xml"/>
  <Override PartName="/ppt/ink/ink631.xml" ContentType="application/inkml+xml"/>
  <Override PartName="/ppt/ink/ink632.xml" ContentType="application/inkml+xml"/>
  <Override PartName="/ppt/ink/ink633.xml" ContentType="application/inkml+xml"/>
  <Override PartName="/ppt/ink/ink634.xml" ContentType="application/inkml+xml"/>
  <Override PartName="/ppt/ink/ink635.xml" ContentType="application/inkml+xml"/>
  <Override PartName="/ppt/ink/ink636.xml" ContentType="application/inkml+xml"/>
  <Override PartName="/ppt/ink/ink637.xml" ContentType="application/inkml+xml"/>
  <Override PartName="/ppt/ink/ink638.xml" ContentType="application/inkml+xml"/>
  <Override PartName="/ppt/ink/ink639.xml" ContentType="application/inkml+xml"/>
  <Override PartName="/ppt/ink/ink640.xml" ContentType="application/inkml+xml"/>
  <Override PartName="/ppt/ink/ink641.xml" ContentType="application/inkml+xml"/>
  <Override PartName="/ppt/ink/ink642.xml" ContentType="application/inkml+xml"/>
  <Override PartName="/ppt/ink/ink643.xml" ContentType="application/inkml+xml"/>
  <Override PartName="/ppt/ink/ink644.xml" ContentType="application/inkml+xml"/>
  <Override PartName="/ppt/ink/ink645.xml" ContentType="application/inkml+xml"/>
  <Override PartName="/ppt/ink/ink646.xml" ContentType="application/inkml+xml"/>
  <Override PartName="/ppt/ink/ink647.xml" ContentType="application/inkml+xml"/>
  <Override PartName="/ppt/ink/ink648.xml" ContentType="application/inkml+xml"/>
  <Override PartName="/ppt/ink/ink649.xml" ContentType="application/inkml+xml"/>
  <Override PartName="/ppt/ink/ink650.xml" ContentType="application/inkml+xml"/>
  <Override PartName="/ppt/ink/ink651.xml" ContentType="application/inkml+xml"/>
  <Override PartName="/ppt/ink/ink652.xml" ContentType="application/inkml+xml"/>
  <Override PartName="/ppt/ink/ink653.xml" ContentType="application/inkml+xml"/>
  <Override PartName="/ppt/ink/ink654.xml" ContentType="application/inkml+xml"/>
  <Override PartName="/ppt/ink/ink655.xml" ContentType="application/inkml+xml"/>
  <Override PartName="/ppt/ink/ink656.xml" ContentType="application/inkml+xml"/>
  <Override PartName="/ppt/ink/ink657.xml" ContentType="application/inkml+xml"/>
  <Override PartName="/ppt/ink/ink658.xml" ContentType="application/inkml+xml"/>
  <Override PartName="/ppt/ink/ink659.xml" ContentType="application/inkml+xml"/>
  <Override PartName="/ppt/ink/ink660.xml" ContentType="application/inkml+xml"/>
  <Override PartName="/ppt/ink/ink661.xml" ContentType="application/inkml+xml"/>
  <Override PartName="/ppt/ink/ink662.xml" ContentType="application/inkml+xml"/>
  <Override PartName="/ppt/ink/ink663.xml" ContentType="application/inkml+xml"/>
  <Override PartName="/ppt/ink/ink664.xml" ContentType="application/inkml+xml"/>
  <Override PartName="/ppt/ink/ink665.xml" ContentType="application/inkml+xml"/>
  <Override PartName="/ppt/ink/ink666.xml" ContentType="application/inkml+xml"/>
  <Override PartName="/ppt/ink/ink667.xml" ContentType="application/inkml+xml"/>
  <Override PartName="/ppt/ink/ink668.xml" ContentType="application/inkml+xml"/>
  <Override PartName="/ppt/ink/ink669.xml" ContentType="application/inkml+xml"/>
  <Override PartName="/ppt/ink/ink670.xml" ContentType="application/inkml+xml"/>
  <Override PartName="/ppt/ink/ink671.xml" ContentType="application/inkml+xml"/>
  <Override PartName="/ppt/ink/ink672.xml" ContentType="application/inkml+xml"/>
  <Override PartName="/ppt/ink/ink673.xml" ContentType="application/inkml+xml"/>
  <Override PartName="/ppt/ink/ink674.xml" ContentType="application/inkml+xml"/>
  <Override PartName="/ppt/ink/ink675.xml" ContentType="application/inkml+xml"/>
  <Override PartName="/ppt/ink/ink676.xml" ContentType="application/inkml+xml"/>
  <Override PartName="/ppt/ink/ink677.xml" ContentType="application/inkml+xml"/>
  <Override PartName="/ppt/ink/ink678.xml" ContentType="application/inkml+xml"/>
  <Override PartName="/ppt/ink/ink679.xml" ContentType="application/inkml+xml"/>
  <Override PartName="/ppt/ink/ink680.xml" ContentType="application/inkml+xml"/>
  <Override PartName="/ppt/ink/ink681.xml" ContentType="application/inkml+xml"/>
  <Override PartName="/ppt/ink/ink682.xml" ContentType="application/inkml+xml"/>
  <Override PartName="/ppt/ink/ink683.xml" ContentType="application/inkml+xml"/>
  <Override PartName="/ppt/ink/ink684.xml" ContentType="application/inkml+xml"/>
  <Override PartName="/ppt/ink/ink685.xml" ContentType="application/inkml+xml"/>
  <Override PartName="/ppt/ink/ink686.xml" ContentType="application/inkml+xml"/>
  <Override PartName="/ppt/ink/ink687.xml" ContentType="application/inkml+xml"/>
  <Override PartName="/ppt/ink/ink688.xml" ContentType="application/inkml+xml"/>
  <Override PartName="/ppt/ink/ink689.xml" ContentType="application/inkml+xml"/>
  <Override PartName="/ppt/ink/ink690.xml" ContentType="application/inkml+xml"/>
  <Override PartName="/ppt/ink/ink691.xml" ContentType="application/inkml+xml"/>
  <Override PartName="/ppt/ink/ink692.xml" ContentType="application/inkml+xml"/>
  <Override PartName="/ppt/ink/ink693.xml" ContentType="application/inkml+xml"/>
  <Override PartName="/ppt/ink/ink694.xml" ContentType="application/inkml+xml"/>
  <Override PartName="/ppt/ink/ink695.xml" ContentType="application/inkml+xml"/>
  <Override PartName="/ppt/ink/ink696.xml" ContentType="application/inkml+xml"/>
  <Override PartName="/ppt/ink/ink697.xml" ContentType="application/inkml+xml"/>
  <Override PartName="/ppt/ink/ink698.xml" ContentType="application/inkml+xml"/>
  <Override PartName="/ppt/ink/ink699.xml" ContentType="application/inkml+xml"/>
  <Override PartName="/ppt/ink/ink700.xml" ContentType="application/inkml+xml"/>
  <Override PartName="/ppt/ink/ink701.xml" ContentType="application/inkml+xml"/>
  <Override PartName="/ppt/ink/ink702.xml" ContentType="application/inkml+xml"/>
  <Override PartName="/ppt/ink/ink703.xml" ContentType="application/inkml+xml"/>
  <Override PartName="/ppt/ink/ink704.xml" ContentType="application/inkml+xml"/>
  <Override PartName="/ppt/ink/ink705.xml" ContentType="application/inkml+xml"/>
  <Override PartName="/ppt/ink/ink706.xml" ContentType="application/inkml+xml"/>
  <Override PartName="/ppt/ink/ink707.xml" ContentType="application/inkml+xml"/>
  <Override PartName="/ppt/ink/ink708.xml" ContentType="application/inkml+xml"/>
  <Override PartName="/ppt/ink/ink709.xml" ContentType="application/inkml+xml"/>
  <Override PartName="/ppt/ink/ink710.xml" ContentType="application/inkml+xml"/>
  <Override PartName="/ppt/ink/ink711.xml" ContentType="application/inkml+xml"/>
  <Override PartName="/ppt/ink/ink712.xml" ContentType="application/inkml+xml"/>
  <Override PartName="/ppt/ink/ink713.xml" ContentType="application/inkml+xml"/>
  <Override PartName="/ppt/ink/ink714.xml" ContentType="application/inkml+xml"/>
  <Override PartName="/ppt/ink/ink715.xml" ContentType="application/inkml+xml"/>
  <Override PartName="/ppt/ink/ink716.xml" ContentType="application/inkml+xml"/>
  <Override PartName="/ppt/ink/ink717.xml" ContentType="application/inkml+xml"/>
  <Override PartName="/ppt/ink/ink718.xml" ContentType="application/inkml+xml"/>
  <Override PartName="/ppt/ink/ink719.xml" ContentType="application/inkml+xml"/>
  <Override PartName="/ppt/ink/ink720.xml" ContentType="application/inkml+xml"/>
  <Override PartName="/ppt/ink/ink721.xml" ContentType="application/inkml+xml"/>
  <Override PartName="/ppt/ink/ink722.xml" ContentType="application/inkml+xml"/>
  <Override PartName="/ppt/ink/ink723.xml" ContentType="application/inkml+xml"/>
  <Override PartName="/ppt/ink/ink724.xml" ContentType="application/inkml+xml"/>
  <Override PartName="/ppt/ink/ink725.xml" ContentType="application/inkml+xml"/>
  <Override PartName="/ppt/ink/ink726.xml" ContentType="application/inkml+xml"/>
  <Override PartName="/ppt/ink/ink727.xml" ContentType="application/inkml+xml"/>
  <Override PartName="/ppt/ink/ink728.xml" ContentType="application/inkml+xml"/>
  <Override PartName="/ppt/ink/ink729.xml" ContentType="application/inkml+xml"/>
  <Override PartName="/ppt/ink/ink730.xml" ContentType="application/inkml+xml"/>
  <Override PartName="/ppt/ink/ink731.xml" ContentType="application/inkml+xml"/>
  <Override PartName="/ppt/ink/ink732.xml" ContentType="application/inkml+xml"/>
  <Override PartName="/ppt/ink/ink733.xml" ContentType="application/inkml+xml"/>
  <Override PartName="/ppt/ink/ink734.xml" ContentType="application/inkml+xml"/>
  <Override PartName="/ppt/ink/ink735.xml" ContentType="application/inkml+xml"/>
  <Override PartName="/ppt/ink/ink736.xml" ContentType="application/inkml+xml"/>
  <Override PartName="/ppt/ink/ink737.xml" ContentType="application/inkml+xml"/>
  <Override PartName="/ppt/ink/ink738.xml" ContentType="application/inkml+xml"/>
  <Override PartName="/ppt/ink/ink739.xml" ContentType="application/inkml+xml"/>
  <Override PartName="/ppt/ink/ink740.xml" ContentType="application/inkml+xml"/>
  <Override PartName="/ppt/ink/ink741.xml" ContentType="application/inkml+xml"/>
  <Override PartName="/ppt/ink/ink742.xml" ContentType="application/inkml+xml"/>
  <Override PartName="/ppt/ink/ink743.xml" ContentType="application/inkml+xml"/>
  <Override PartName="/ppt/ink/ink744.xml" ContentType="application/inkml+xml"/>
  <Override PartName="/ppt/ink/ink745.xml" ContentType="application/inkml+xml"/>
  <Override PartName="/ppt/ink/ink746.xml" ContentType="application/inkml+xml"/>
  <Override PartName="/ppt/ink/ink747.xml" ContentType="application/inkml+xml"/>
  <Override PartName="/ppt/ink/ink748.xml" ContentType="application/inkml+xml"/>
  <Override PartName="/ppt/ink/ink749.xml" ContentType="application/inkml+xml"/>
  <Override PartName="/ppt/ink/ink750.xml" ContentType="application/inkml+xml"/>
  <Override PartName="/ppt/ink/ink751.xml" ContentType="application/inkml+xml"/>
  <Override PartName="/ppt/ink/ink752.xml" ContentType="application/inkml+xml"/>
  <Override PartName="/ppt/ink/ink753.xml" ContentType="application/inkml+xml"/>
  <Override PartName="/ppt/ink/ink754.xml" ContentType="application/inkml+xml"/>
  <Override PartName="/ppt/ink/ink755.xml" ContentType="application/inkml+xml"/>
  <Override PartName="/ppt/ink/ink756.xml" ContentType="application/inkml+xml"/>
  <Override PartName="/ppt/ink/ink757.xml" ContentType="application/inkml+xml"/>
  <Override PartName="/ppt/ink/ink758.xml" ContentType="application/inkml+xml"/>
  <Override PartName="/ppt/ink/ink759.xml" ContentType="application/inkml+xml"/>
  <Override PartName="/ppt/ink/ink760.xml" ContentType="application/inkml+xml"/>
  <Override PartName="/ppt/ink/ink761.xml" ContentType="application/inkml+xml"/>
  <Override PartName="/ppt/ink/ink762.xml" ContentType="application/inkml+xml"/>
  <Override PartName="/ppt/ink/ink763.xml" ContentType="application/inkml+xml"/>
  <Override PartName="/ppt/ink/ink764.xml" ContentType="application/inkml+xml"/>
  <Override PartName="/ppt/ink/ink765.xml" ContentType="application/inkml+xml"/>
  <Override PartName="/ppt/ink/ink766.xml" ContentType="application/inkml+xml"/>
  <Override PartName="/ppt/ink/ink767.xml" ContentType="application/inkml+xml"/>
  <Override PartName="/ppt/ink/ink768.xml" ContentType="application/inkml+xml"/>
  <Override PartName="/ppt/ink/ink769.xml" ContentType="application/inkml+xml"/>
  <Override PartName="/ppt/ink/ink770.xml" ContentType="application/inkml+xml"/>
  <Override PartName="/ppt/ink/ink771.xml" ContentType="application/inkml+xml"/>
  <Override PartName="/ppt/ink/ink772.xml" ContentType="application/inkml+xml"/>
  <Override PartName="/ppt/ink/ink773.xml" ContentType="application/inkml+xml"/>
  <Override PartName="/ppt/ink/ink774.xml" ContentType="application/inkml+xml"/>
  <Override PartName="/ppt/ink/ink775.xml" ContentType="application/inkml+xml"/>
  <Override PartName="/ppt/ink/ink776.xml" ContentType="application/inkml+xml"/>
  <Override PartName="/ppt/ink/ink777.xml" ContentType="application/inkml+xml"/>
  <Override PartName="/ppt/ink/ink778.xml" ContentType="application/inkml+xml"/>
  <Override PartName="/ppt/ink/ink779.xml" ContentType="application/inkml+xml"/>
  <Override PartName="/ppt/ink/ink780.xml" ContentType="application/inkml+xml"/>
  <Override PartName="/ppt/ink/ink781.xml" ContentType="application/inkml+xml"/>
  <Override PartName="/ppt/ink/ink782.xml" ContentType="application/inkml+xml"/>
  <Override PartName="/ppt/ink/ink783.xml" ContentType="application/inkml+xml"/>
  <Override PartName="/ppt/ink/ink784.xml" ContentType="application/inkml+xml"/>
  <Override PartName="/ppt/ink/ink785.xml" ContentType="application/inkml+xml"/>
  <Override PartName="/ppt/ink/ink786.xml" ContentType="application/inkml+xml"/>
  <Override PartName="/ppt/ink/ink787.xml" ContentType="application/inkml+xml"/>
  <Override PartName="/ppt/ink/ink788.xml" ContentType="application/inkml+xml"/>
  <Override PartName="/ppt/ink/ink789.xml" ContentType="application/inkml+xml"/>
  <Override PartName="/ppt/ink/ink790.xml" ContentType="application/inkml+xml"/>
  <Override PartName="/ppt/ink/ink791.xml" ContentType="application/inkml+xml"/>
  <Override PartName="/ppt/ink/ink792.xml" ContentType="application/inkml+xml"/>
  <Override PartName="/ppt/ink/ink793.xml" ContentType="application/inkml+xml"/>
  <Override PartName="/ppt/ink/ink794.xml" ContentType="application/inkml+xml"/>
  <Override PartName="/ppt/ink/ink795.xml" ContentType="application/inkml+xml"/>
  <Override PartName="/ppt/ink/ink796.xml" ContentType="application/inkml+xml"/>
  <Override PartName="/ppt/ink/ink797.xml" ContentType="application/inkml+xml"/>
  <Override PartName="/ppt/ink/ink798.xml" ContentType="application/inkml+xml"/>
  <Override PartName="/ppt/ink/ink799.xml" ContentType="application/inkml+xml"/>
  <Override PartName="/ppt/ink/ink800.xml" ContentType="application/inkml+xml"/>
  <Override PartName="/ppt/ink/ink801.xml" ContentType="application/inkml+xml"/>
  <Override PartName="/ppt/ink/ink802.xml" ContentType="application/inkml+xml"/>
  <Override PartName="/ppt/ink/ink803.xml" ContentType="application/inkml+xml"/>
  <Override PartName="/ppt/ink/ink804.xml" ContentType="application/inkml+xml"/>
  <Override PartName="/ppt/ink/ink805.xml" ContentType="application/inkml+xml"/>
  <Override PartName="/ppt/ink/ink806.xml" ContentType="application/inkml+xml"/>
  <Override PartName="/ppt/ink/ink807.xml" ContentType="application/inkml+xml"/>
  <Override PartName="/ppt/ink/ink808.xml" ContentType="application/inkml+xml"/>
  <Override PartName="/ppt/ink/ink809.xml" ContentType="application/inkml+xml"/>
  <Override PartName="/ppt/ink/ink810.xml" ContentType="application/inkml+xml"/>
  <Override PartName="/ppt/ink/ink811.xml" ContentType="application/inkml+xml"/>
  <Override PartName="/ppt/ink/ink812.xml" ContentType="application/inkml+xml"/>
  <Override PartName="/ppt/ink/ink813.xml" ContentType="application/inkml+xml"/>
  <Override PartName="/ppt/ink/ink814.xml" ContentType="application/inkml+xml"/>
  <Override PartName="/ppt/ink/ink815.xml" ContentType="application/inkml+xml"/>
  <Override PartName="/ppt/ink/ink816.xml" ContentType="application/inkml+xml"/>
  <Override PartName="/ppt/ink/ink817.xml" ContentType="application/inkml+xml"/>
  <Override PartName="/ppt/ink/ink818.xml" ContentType="application/inkml+xml"/>
  <Override PartName="/ppt/ink/ink819.xml" ContentType="application/inkml+xml"/>
  <Override PartName="/ppt/ink/ink820.xml" ContentType="application/inkml+xml"/>
  <Override PartName="/ppt/ink/ink821.xml" ContentType="application/inkml+xml"/>
  <Override PartName="/ppt/ink/ink822.xml" ContentType="application/inkml+xml"/>
  <Override PartName="/ppt/ink/ink823.xml" ContentType="application/inkml+xml"/>
  <Override PartName="/ppt/ink/ink824.xml" ContentType="application/inkml+xml"/>
  <Override PartName="/ppt/ink/ink825.xml" ContentType="application/inkml+xml"/>
  <Override PartName="/ppt/ink/ink826.xml" ContentType="application/inkml+xml"/>
  <Override PartName="/ppt/ink/ink827.xml" ContentType="application/inkml+xml"/>
  <Override PartName="/ppt/ink/ink828.xml" ContentType="application/inkml+xml"/>
  <Override PartName="/ppt/ink/ink829.xml" ContentType="application/inkml+xml"/>
  <Override PartName="/ppt/ink/ink830.xml" ContentType="application/inkml+xml"/>
  <Override PartName="/ppt/ink/ink831.xml" ContentType="application/inkml+xml"/>
  <Override PartName="/ppt/ink/ink832.xml" ContentType="application/inkml+xml"/>
  <Override PartName="/ppt/ink/ink833.xml" ContentType="application/inkml+xml"/>
  <Override PartName="/ppt/ink/ink834.xml" ContentType="application/inkml+xml"/>
  <Override PartName="/ppt/ink/ink835.xml" ContentType="application/inkml+xml"/>
  <Override PartName="/ppt/ink/ink836.xml" ContentType="application/inkml+xml"/>
  <Override PartName="/ppt/ink/ink837.xml" ContentType="application/inkml+xml"/>
  <Override PartName="/ppt/ink/ink838.xml" ContentType="application/inkml+xml"/>
  <Override PartName="/ppt/ink/ink839.xml" ContentType="application/inkml+xml"/>
  <Override PartName="/ppt/ink/ink840.xml" ContentType="application/inkml+xml"/>
  <Override PartName="/ppt/ink/ink841.xml" ContentType="application/inkml+xml"/>
  <Override PartName="/ppt/ink/ink842.xml" ContentType="application/inkml+xml"/>
  <Override PartName="/ppt/ink/ink843.xml" ContentType="application/inkml+xml"/>
  <Override PartName="/ppt/ink/ink844.xml" ContentType="application/inkml+xml"/>
  <Override PartName="/ppt/ink/ink845.xml" ContentType="application/inkml+xml"/>
  <Override PartName="/ppt/ink/ink846.xml" ContentType="application/inkml+xml"/>
  <Override PartName="/ppt/ink/ink847.xml" ContentType="application/inkml+xml"/>
  <Override PartName="/ppt/ink/ink848.xml" ContentType="application/inkml+xml"/>
  <Override PartName="/ppt/ink/ink849.xml" ContentType="application/inkml+xml"/>
  <Override PartName="/ppt/ink/ink850.xml" ContentType="application/inkml+xml"/>
  <Override PartName="/ppt/ink/ink851.xml" ContentType="application/inkml+xml"/>
  <Override PartName="/ppt/ink/ink852.xml" ContentType="application/inkml+xml"/>
  <Override PartName="/ppt/ink/ink853.xml" ContentType="application/inkml+xml"/>
  <Override PartName="/ppt/ink/ink854.xml" ContentType="application/inkml+xml"/>
  <Override PartName="/ppt/ink/ink855.xml" ContentType="application/inkml+xml"/>
  <Override PartName="/ppt/ink/ink856.xml" ContentType="application/inkml+xml"/>
  <Override PartName="/ppt/ink/ink857.xml" ContentType="application/inkml+xml"/>
  <Override PartName="/ppt/ink/ink858.xml" ContentType="application/inkml+xml"/>
  <Override PartName="/ppt/ink/ink859.xml" ContentType="application/inkml+xml"/>
  <Override PartName="/ppt/ink/ink860.xml" ContentType="application/inkml+xml"/>
  <Override PartName="/ppt/ink/ink861.xml" ContentType="application/inkml+xml"/>
  <Override PartName="/ppt/ink/ink862.xml" ContentType="application/inkml+xml"/>
  <Override PartName="/ppt/ink/ink863.xml" ContentType="application/inkml+xml"/>
  <Override PartName="/ppt/ink/ink864.xml" ContentType="application/inkml+xml"/>
  <Override PartName="/ppt/ink/ink865.xml" ContentType="application/inkml+xml"/>
  <Override PartName="/ppt/ink/ink866.xml" ContentType="application/inkml+xml"/>
  <Override PartName="/ppt/ink/ink867.xml" ContentType="application/inkml+xml"/>
  <Override PartName="/ppt/ink/ink868.xml" ContentType="application/inkml+xml"/>
  <Override PartName="/ppt/ink/ink869.xml" ContentType="application/inkml+xml"/>
  <Override PartName="/ppt/ink/ink870.xml" ContentType="application/inkml+xml"/>
  <Override PartName="/ppt/ink/ink871.xml" ContentType="application/inkml+xml"/>
  <Override PartName="/ppt/ink/ink872.xml" ContentType="application/inkml+xml"/>
  <Override PartName="/ppt/ink/ink873.xml" ContentType="application/inkml+xml"/>
  <Override PartName="/ppt/ink/ink874.xml" ContentType="application/inkml+xml"/>
  <Override PartName="/ppt/ink/ink875.xml" ContentType="application/inkml+xml"/>
  <Override PartName="/ppt/ink/ink876.xml" ContentType="application/inkml+xml"/>
  <Override PartName="/ppt/ink/ink877.xml" ContentType="application/inkml+xml"/>
  <Override PartName="/ppt/ink/ink878.xml" ContentType="application/inkml+xml"/>
  <Override PartName="/ppt/ink/ink879.xml" ContentType="application/inkml+xml"/>
  <Override PartName="/ppt/ink/ink880.xml" ContentType="application/inkml+xml"/>
  <Override PartName="/ppt/ink/ink881.xml" ContentType="application/inkml+xml"/>
  <Override PartName="/ppt/ink/ink882.xml" ContentType="application/inkml+xml"/>
  <Override PartName="/ppt/ink/ink883.xml" ContentType="application/inkml+xml"/>
  <Override PartName="/ppt/ink/ink884.xml" ContentType="application/inkml+xml"/>
  <Override PartName="/ppt/ink/ink885.xml" ContentType="application/inkml+xml"/>
  <Override PartName="/ppt/ink/ink886.xml" ContentType="application/inkml+xml"/>
  <Override PartName="/ppt/ink/ink887.xml" ContentType="application/inkml+xml"/>
  <Override PartName="/ppt/ink/ink888.xml" ContentType="application/inkml+xml"/>
  <Override PartName="/ppt/ink/ink889.xml" ContentType="application/inkml+xml"/>
  <Override PartName="/ppt/ink/ink890.xml" ContentType="application/inkml+xml"/>
  <Override PartName="/ppt/ink/ink891.xml" ContentType="application/inkml+xml"/>
  <Override PartName="/ppt/ink/ink892.xml" ContentType="application/inkml+xml"/>
  <Override PartName="/ppt/ink/ink893.xml" ContentType="application/inkml+xml"/>
  <Override PartName="/ppt/ink/ink894.xml" ContentType="application/inkml+xml"/>
  <Override PartName="/ppt/ink/ink895.xml" ContentType="application/inkml+xml"/>
  <Override PartName="/ppt/ink/ink896.xml" ContentType="application/inkml+xml"/>
  <Override PartName="/ppt/ink/ink897.xml" ContentType="application/inkml+xml"/>
  <Override PartName="/ppt/ink/ink898.xml" ContentType="application/inkml+xml"/>
  <Override PartName="/ppt/ink/ink899.xml" ContentType="application/inkml+xml"/>
  <Override PartName="/ppt/ink/ink900.xml" ContentType="application/inkml+xml"/>
  <Override PartName="/ppt/ink/ink901.xml" ContentType="application/inkml+xml"/>
  <Override PartName="/ppt/ink/ink902.xml" ContentType="application/inkml+xml"/>
  <Override PartName="/ppt/ink/ink903.xml" ContentType="application/inkml+xml"/>
  <Override PartName="/ppt/ink/ink904.xml" ContentType="application/inkml+xml"/>
  <Override PartName="/ppt/ink/ink905.xml" ContentType="application/inkml+xml"/>
  <Override PartName="/ppt/ink/ink906.xml" ContentType="application/inkml+xml"/>
  <Override PartName="/ppt/ink/ink907.xml" ContentType="application/inkml+xml"/>
  <Override PartName="/ppt/ink/ink908.xml" ContentType="application/inkml+xml"/>
  <Override PartName="/ppt/ink/ink909.xml" ContentType="application/inkml+xml"/>
  <Override PartName="/ppt/ink/ink910.xml" ContentType="application/inkml+xml"/>
  <Override PartName="/ppt/ink/ink911.xml" ContentType="application/inkml+xml"/>
  <Override PartName="/ppt/ink/ink912.xml" ContentType="application/inkml+xml"/>
  <Override PartName="/ppt/ink/ink913.xml" ContentType="application/inkml+xml"/>
  <Override PartName="/ppt/ink/ink914.xml" ContentType="application/inkml+xml"/>
  <Override PartName="/ppt/ink/ink915.xml" ContentType="application/inkml+xml"/>
  <Override PartName="/ppt/ink/ink916.xml" ContentType="application/inkml+xml"/>
  <Override PartName="/ppt/ink/ink917.xml" ContentType="application/inkml+xml"/>
  <Override PartName="/ppt/ink/ink918.xml" ContentType="application/inkml+xml"/>
  <Override PartName="/ppt/ink/ink919.xml" ContentType="application/inkml+xml"/>
  <Override PartName="/ppt/ink/ink920.xml" ContentType="application/inkml+xml"/>
  <Override PartName="/ppt/ink/ink921.xml" ContentType="application/inkml+xml"/>
  <Override PartName="/ppt/ink/ink922.xml" ContentType="application/inkml+xml"/>
  <Override PartName="/ppt/ink/ink923.xml" ContentType="application/inkml+xml"/>
  <Override PartName="/ppt/ink/ink924.xml" ContentType="application/inkml+xml"/>
  <Override PartName="/ppt/ink/ink925.xml" ContentType="application/inkml+xml"/>
  <Override PartName="/ppt/ink/ink926.xml" ContentType="application/inkml+xml"/>
  <Override PartName="/ppt/ink/ink927.xml" ContentType="application/inkml+xml"/>
  <Override PartName="/ppt/ink/ink928.xml" ContentType="application/inkml+xml"/>
  <Override PartName="/ppt/ink/ink929.xml" ContentType="application/inkml+xml"/>
  <Override PartName="/ppt/ink/ink930.xml" ContentType="application/inkml+xml"/>
  <Override PartName="/ppt/ink/ink931.xml" ContentType="application/inkml+xml"/>
  <Override PartName="/ppt/ink/ink932.xml" ContentType="application/inkml+xml"/>
  <Override PartName="/ppt/ink/ink933.xml" ContentType="application/inkml+xml"/>
  <Override PartName="/ppt/ink/ink934.xml" ContentType="application/inkml+xml"/>
  <Override PartName="/ppt/ink/ink935.xml" ContentType="application/inkml+xml"/>
  <Override PartName="/ppt/ink/ink936.xml" ContentType="application/inkml+xml"/>
  <Override PartName="/ppt/ink/ink937.xml" ContentType="application/inkml+xml"/>
  <Override PartName="/ppt/ink/ink938.xml" ContentType="application/inkml+xml"/>
  <Override PartName="/ppt/ink/ink939.xml" ContentType="application/inkml+xml"/>
  <Override PartName="/ppt/ink/ink940.xml" ContentType="application/inkml+xml"/>
  <Override PartName="/ppt/ink/ink941.xml" ContentType="application/inkml+xml"/>
  <Override PartName="/ppt/ink/ink942.xml" ContentType="application/inkml+xml"/>
  <Override PartName="/ppt/ink/ink943.xml" ContentType="application/inkml+xml"/>
  <Override PartName="/ppt/ink/ink944.xml" ContentType="application/inkml+xml"/>
  <Override PartName="/ppt/ink/ink945.xml" ContentType="application/inkml+xml"/>
  <Override PartName="/ppt/ink/ink946.xml" ContentType="application/inkml+xml"/>
  <Override PartName="/ppt/ink/ink947.xml" ContentType="application/inkml+xml"/>
  <Override PartName="/ppt/ink/ink948.xml" ContentType="application/inkml+xml"/>
  <Override PartName="/ppt/ink/ink949.xml" ContentType="application/inkml+xml"/>
  <Override PartName="/ppt/ink/ink950.xml" ContentType="application/inkml+xml"/>
  <Override PartName="/ppt/ink/ink951.xml" ContentType="application/inkml+xml"/>
  <Override PartName="/ppt/ink/ink952.xml" ContentType="application/inkml+xml"/>
  <Override PartName="/ppt/ink/ink953.xml" ContentType="application/inkml+xml"/>
  <Override PartName="/ppt/ink/ink954.xml" ContentType="application/inkml+xml"/>
  <Override PartName="/ppt/ink/ink955.xml" ContentType="application/inkml+xml"/>
  <Override PartName="/ppt/ink/ink956.xml" ContentType="application/inkml+xml"/>
  <Override PartName="/ppt/ink/ink957.xml" ContentType="application/inkml+xml"/>
  <Override PartName="/ppt/ink/ink958.xml" ContentType="application/inkml+xml"/>
  <Override PartName="/ppt/ink/ink959.xml" ContentType="application/inkml+xml"/>
  <Override PartName="/ppt/ink/ink960.xml" ContentType="application/inkml+xml"/>
  <Override PartName="/ppt/ink/ink961.xml" ContentType="application/inkml+xml"/>
  <Override PartName="/ppt/ink/ink962.xml" ContentType="application/inkml+xml"/>
  <Override PartName="/ppt/ink/ink963.xml" ContentType="application/inkml+xml"/>
  <Override PartName="/ppt/ink/ink964.xml" ContentType="application/inkml+xml"/>
  <Override PartName="/ppt/ink/ink965.xml" ContentType="application/inkml+xml"/>
  <Override PartName="/ppt/ink/ink966.xml" ContentType="application/inkml+xml"/>
  <Override PartName="/ppt/ink/ink967.xml" ContentType="application/inkml+xml"/>
  <Override PartName="/ppt/ink/ink968.xml" ContentType="application/inkml+xml"/>
  <Override PartName="/ppt/ink/ink969.xml" ContentType="application/inkml+xml"/>
  <Override PartName="/ppt/ink/ink970.xml" ContentType="application/inkml+xml"/>
  <Override PartName="/ppt/ink/ink971.xml" ContentType="application/inkml+xml"/>
  <Override PartName="/ppt/ink/ink972.xml" ContentType="application/inkml+xml"/>
  <Override PartName="/ppt/ink/ink973.xml" ContentType="application/inkml+xml"/>
  <Override PartName="/ppt/ink/ink974.xml" ContentType="application/inkml+xml"/>
  <Override PartName="/ppt/ink/ink975.xml" ContentType="application/inkml+xml"/>
  <Override PartName="/ppt/ink/ink976.xml" ContentType="application/inkml+xml"/>
  <Override PartName="/ppt/ink/ink977.xml" ContentType="application/inkml+xml"/>
  <Override PartName="/ppt/ink/ink978.xml" ContentType="application/inkml+xml"/>
  <Override PartName="/ppt/ink/ink979.xml" ContentType="application/inkml+xml"/>
  <Override PartName="/ppt/ink/ink980.xml" ContentType="application/inkml+xml"/>
  <Override PartName="/ppt/ink/ink981.xml" ContentType="application/inkml+xml"/>
  <Override PartName="/ppt/ink/ink982.xml" ContentType="application/inkml+xml"/>
  <Override PartName="/ppt/ink/ink983.xml" ContentType="application/inkml+xml"/>
  <Override PartName="/ppt/ink/ink984.xml" ContentType="application/inkml+xml"/>
  <Override PartName="/ppt/ink/ink985.xml" ContentType="application/inkml+xml"/>
  <Override PartName="/ppt/ink/ink986.xml" ContentType="application/inkml+xml"/>
  <Override PartName="/ppt/ink/ink987.xml" ContentType="application/inkml+xml"/>
  <Override PartName="/ppt/ink/ink988.xml" ContentType="application/inkml+xml"/>
  <Override PartName="/ppt/ink/ink989.xml" ContentType="application/inkml+xml"/>
  <Override PartName="/ppt/ink/ink990.xml" ContentType="application/inkml+xml"/>
  <Override PartName="/ppt/ink/ink991.xml" ContentType="application/inkml+xml"/>
  <Override PartName="/ppt/ink/ink992.xml" ContentType="application/inkml+xml"/>
  <Override PartName="/ppt/ink/ink993.xml" ContentType="application/inkml+xml"/>
  <Override PartName="/ppt/ink/ink994.xml" ContentType="application/inkml+xml"/>
  <Override PartName="/ppt/ink/ink995.xml" ContentType="application/inkml+xml"/>
  <Override PartName="/ppt/ink/ink996.xml" ContentType="application/inkml+xml"/>
  <Override PartName="/ppt/ink/ink997.xml" ContentType="application/inkml+xml"/>
  <Override PartName="/ppt/ink/ink998.xml" ContentType="application/inkml+xml"/>
  <Override PartName="/ppt/ink/ink999.xml" ContentType="application/inkml+xml"/>
  <Override PartName="/ppt/ink/ink1000.xml" ContentType="application/inkml+xml"/>
  <Override PartName="/ppt/ink/ink1001.xml" ContentType="application/inkml+xml"/>
  <Override PartName="/ppt/ink/ink1002.xml" ContentType="application/inkml+xml"/>
  <Override PartName="/ppt/ink/ink1003.xml" ContentType="application/inkml+xml"/>
  <Override PartName="/ppt/ink/ink1004.xml" ContentType="application/inkml+xml"/>
  <Override PartName="/ppt/ink/ink1005.xml" ContentType="application/inkml+xml"/>
  <Override PartName="/ppt/ink/ink1006.xml" ContentType="application/inkml+xml"/>
  <Override PartName="/ppt/ink/ink1007.xml" ContentType="application/inkml+xml"/>
  <Override PartName="/ppt/ink/ink1008.xml" ContentType="application/inkml+xml"/>
  <Override PartName="/ppt/ink/ink1009.xml" ContentType="application/inkml+xml"/>
  <Override PartName="/ppt/ink/ink1010.xml" ContentType="application/inkml+xml"/>
  <Override PartName="/ppt/ink/ink1011.xml" ContentType="application/inkml+xml"/>
  <Override PartName="/ppt/ink/ink1012.xml" ContentType="application/inkml+xml"/>
  <Override PartName="/ppt/ink/ink1013.xml" ContentType="application/inkml+xml"/>
  <Override PartName="/ppt/ink/ink1014.xml" ContentType="application/inkml+xml"/>
  <Override PartName="/ppt/ink/ink1015.xml" ContentType="application/inkml+xml"/>
  <Override PartName="/ppt/ink/ink1016.xml" ContentType="application/inkml+xml"/>
  <Override PartName="/ppt/ink/ink1017.xml" ContentType="application/inkml+xml"/>
  <Override PartName="/ppt/ink/ink1018.xml" ContentType="application/inkml+xml"/>
  <Override PartName="/ppt/ink/ink1019.xml" ContentType="application/inkml+xml"/>
  <Override PartName="/ppt/ink/ink1020.xml" ContentType="application/inkml+xml"/>
  <Override PartName="/ppt/ink/ink1021.xml" ContentType="application/inkml+xml"/>
  <Override PartName="/ppt/ink/ink1022.xml" ContentType="application/inkml+xml"/>
  <Override PartName="/ppt/ink/ink1023.xml" ContentType="application/inkml+xml"/>
  <Override PartName="/ppt/ink/ink1024.xml" ContentType="application/inkml+xml"/>
  <Override PartName="/ppt/ink/ink1025.xml" ContentType="application/inkml+xml"/>
  <Override PartName="/ppt/ink/ink1026.xml" ContentType="application/inkml+xml"/>
  <Override PartName="/ppt/ink/ink1027.xml" ContentType="application/inkml+xml"/>
  <Override PartName="/ppt/ink/ink1028.xml" ContentType="application/inkml+xml"/>
  <Override PartName="/ppt/ink/ink1029.xml" ContentType="application/inkml+xml"/>
  <Override PartName="/ppt/ink/ink1030.xml" ContentType="application/inkml+xml"/>
  <Override PartName="/ppt/ink/ink1031.xml" ContentType="application/inkml+xml"/>
  <Override PartName="/ppt/ink/ink1032.xml" ContentType="application/inkml+xml"/>
  <Override PartName="/ppt/ink/ink1033.xml" ContentType="application/inkml+xml"/>
  <Override PartName="/ppt/ink/ink1034.xml" ContentType="application/inkml+xml"/>
  <Override PartName="/ppt/ink/ink1035.xml" ContentType="application/inkml+xml"/>
  <Override PartName="/ppt/ink/ink1036.xml" ContentType="application/inkml+xml"/>
  <Override PartName="/ppt/ink/ink1037.xml" ContentType="application/inkml+xml"/>
  <Override PartName="/ppt/ink/ink1038.xml" ContentType="application/inkml+xml"/>
  <Override PartName="/ppt/ink/ink1039.xml" ContentType="application/inkml+xml"/>
  <Override PartName="/ppt/ink/ink1040.xml" ContentType="application/inkml+xml"/>
  <Override PartName="/ppt/ink/ink1041.xml" ContentType="application/inkml+xml"/>
  <Override PartName="/ppt/ink/ink1042.xml" ContentType="application/inkml+xml"/>
  <Override PartName="/ppt/ink/ink1043.xml" ContentType="application/inkml+xml"/>
  <Override PartName="/ppt/ink/ink1044.xml" ContentType="application/inkml+xml"/>
  <Override PartName="/ppt/ink/ink1045.xml" ContentType="application/inkml+xml"/>
  <Override PartName="/ppt/ink/ink1046.xml" ContentType="application/inkml+xml"/>
  <Override PartName="/ppt/ink/ink1047.xml" ContentType="application/inkml+xml"/>
  <Override PartName="/ppt/ink/ink1048.xml" ContentType="application/inkml+xml"/>
  <Override PartName="/ppt/ink/ink1049.xml" ContentType="application/inkml+xml"/>
  <Override PartName="/ppt/ink/ink1050.xml" ContentType="application/inkml+xml"/>
  <Override PartName="/ppt/ink/ink1051.xml" ContentType="application/inkml+xml"/>
  <Override PartName="/ppt/ink/ink1052.xml" ContentType="application/inkml+xml"/>
  <Override PartName="/ppt/ink/ink1053.xml" ContentType="application/inkml+xml"/>
  <Override PartName="/ppt/ink/ink1054.xml" ContentType="application/inkml+xml"/>
  <Override PartName="/ppt/ink/ink1055.xml" ContentType="application/inkml+xml"/>
  <Override PartName="/ppt/ink/ink1056.xml" ContentType="application/inkml+xml"/>
  <Override PartName="/ppt/ink/ink1057.xml" ContentType="application/inkml+xml"/>
  <Override PartName="/ppt/ink/ink1058.xml" ContentType="application/inkml+xml"/>
  <Override PartName="/ppt/ink/ink1059.xml" ContentType="application/inkml+xml"/>
  <Override PartName="/ppt/ink/ink1060.xml" ContentType="application/inkml+xml"/>
  <Override PartName="/ppt/ink/ink1061.xml" ContentType="application/inkml+xml"/>
  <Override PartName="/ppt/ink/ink1062.xml" ContentType="application/inkml+xml"/>
  <Override PartName="/ppt/ink/ink1063.xml" ContentType="application/inkml+xml"/>
  <Override PartName="/ppt/ink/ink1064.xml" ContentType="application/inkml+xml"/>
  <Override PartName="/ppt/ink/ink1065.xml" ContentType="application/inkml+xml"/>
  <Override PartName="/ppt/ink/ink1066.xml" ContentType="application/inkml+xml"/>
  <Override PartName="/ppt/ink/ink1067.xml" ContentType="application/inkml+xml"/>
  <Override PartName="/ppt/ink/ink1068.xml" ContentType="application/inkml+xml"/>
  <Override PartName="/ppt/ink/ink1069.xml" ContentType="application/inkml+xml"/>
  <Override PartName="/ppt/ink/ink1070.xml" ContentType="application/inkml+xml"/>
  <Override PartName="/ppt/ink/ink1071.xml" ContentType="application/inkml+xml"/>
  <Override PartName="/ppt/ink/ink1072.xml" ContentType="application/inkml+xml"/>
  <Override PartName="/ppt/ink/ink1073.xml" ContentType="application/inkml+xml"/>
  <Override PartName="/ppt/ink/ink1074.xml" ContentType="application/inkml+xml"/>
  <Override PartName="/ppt/ink/ink1075.xml" ContentType="application/inkml+xml"/>
  <Override PartName="/ppt/ink/ink1076.xml" ContentType="application/inkml+xml"/>
  <Override PartName="/ppt/ink/ink1077.xml" ContentType="application/inkml+xml"/>
  <Override PartName="/ppt/ink/ink1078.xml" ContentType="application/inkml+xml"/>
  <Override PartName="/ppt/ink/ink1079.xml" ContentType="application/inkml+xml"/>
  <Override PartName="/ppt/ink/ink1080.xml" ContentType="application/inkml+xml"/>
  <Override PartName="/ppt/ink/ink1081.xml" ContentType="application/inkml+xml"/>
  <Override PartName="/ppt/ink/ink1082.xml" ContentType="application/inkml+xml"/>
  <Override PartName="/ppt/ink/ink1083.xml" ContentType="application/inkml+xml"/>
  <Override PartName="/ppt/ink/ink1084.xml" ContentType="application/inkml+xml"/>
  <Override PartName="/ppt/ink/ink1085.xml" ContentType="application/inkml+xml"/>
  <Override PartName="/ppt/ink/ink1086.xml" ContentType="application/inkml+xml"/>
  <Override PartName="/ppt/ink/ink1087.xml" ContentType="application/inkml+xml"/>
  <Override PartName="/ppt/ink/ink1088.xml" ContentType="application/inkml+xml"/>
  <Override PartName="/ppt/ink/ink1089.xml" ContentType="application/inkml+xml"/>
  <Override PartName="/ppt/ink/ink1090.xml" ContentType="application/inkml+xml"/>
  <Override PartName="/ppt/ink/ink1091.xml" ContentType="application/inkml+xml"/>
  <Override PartName="/ppt/ink/ink1092.xml" ContentType="application/inkml+xml"/>
  <Override PartName="/ppt/ink/ink1093.xml" ContentType="application/inkml+xml"/>
  <Override PartName="/ppt/ink/ink1094.xml" ContentType="application/inkml+xml"/>
  <Override PartName="/ppt/ink/ink1095.xml" ContentType="application/inkml+xml"/>
  <Override PartName="/ppt/ink/ink1096.xml" ContentType="application/inkml+xml"/>
  <Override PartName="/ppt/ink/ink1097.xml" ContentType="application/inkml+xml"/>
  <Override PartName="/ppt/ink/ink1098.xml" ContentType="application/inkml+xml"/>
  <Override PartName="/ppt/ink/ink1099.xml" ContentType="application/inkml+xml"/>
  <Override PartName="/ppt/ink/ink1100.xml" ContentType="application/inkml+xml"/>
  <Override PartName="/ppt/ink/ink1101.xml" ContentType="application/inkml+xml"/>
  <Override PartName="/ppt/ink/ink1102.xml" ContentType="application/inkml+xml"/>
  <Override PartName="/ppt/ink/ink1103.xml" ContentType="application/inkml+xml"/>
  <Override PartName="/ppt/ink/ink1104.xml" ContentType="application/inkml+xml"/>
  <Override PartName="/ppt/ink/ink1105.xml" ContentType="application/inkml+xml"/>
  <Override PartName="/ppt/ink/ink1106.xml" ContentType="application/inkml+xml"/>
  <Override PartName="/ppt/ink/ink1107.xml" ContentType="application/inkml+xml"/>
  <Override PartName="/ppt/ink/ink1108.xml" ContentType="application/inkml+xml"/>
  <Override PartName="/ppt/ink/ink1109.xml" ContentType="application/inkml+xml"/>
  <Override PartName="/ppt/ink/ink1110.xml" ContentType="application/inkml+xml"/>
  <Override PartName="/ppt/ink/ink1111.xml" ContentType="application/inkml+xml"/>
  <Override PartName="/ppt/ink/ink1112.xml" ContentType="application/inkml+xml"/>
  <Override PartName="/ppt/ink/ink1113.xml" ContentType="application/inkml+xml"/>
  <Override PartName="/ppt/ink/ink1114.xml" ContentType="application/inkml+xml"/>
  <Override PartName="/ppt/ink/ink1115.xml" ContentType="application/inkml+xml"/>
  <Override PartName="/ppt/ink/ink1116.xml" ContentType="application/inkml+xml"/>
  <Override PartName="/ppt/ink/ink1117.xml" ContentType="application/inkml+xml"/>
  <Override PartName="/ppt/ink/ink1118.xml" ContentType="application/inkml+xml"/>
  <Override PartName="/ppt/ink/ink1119.xml" ContentType="application/inkml+xml"/>
  <Override PartName="/ppt/ink/ink1120.xml" ContentType="application/inkml+xml"/>
  <Override PartName="/ppt/ink/ink1121.xml" ContentType="application/inkml+xml"/>
  <Override PartName="/ppt/ink/ink1122.xml" ContentType="application/inkml+xml"/>
  <Override PartName="/ppt/ink/ink1123.xml" ContentType="application/inkml+xml"/>
  <Override PartName="/ppt/ink/ink1124.xml" ContentType="application/inkml+xml"/>
  <Override PartName="/ppt/ink/ink1125.xml" ContentType="application/inkml+xml"/>
  <Override PartName="/ppt/ink/ink1126.xml" ContentType="application/inkml+xml"/>
  <Override PartName="/ppt/ink/ink1127.xml" ContentType="application/inkml+xml"/>
  <Override PartName="/ppt/ink/ink1128.xml" ContentType="application/inkml+xml"/>
  <Override PartName="/ppt/ink/ink1129.xml" ContentType="application/inkml+xml"/>
  <Override PartName="/ppt/ink/ink1130.xml" ContentType="application/inkml+xml"/>
  <Override PartName="/ppt/ink/ink1131.xml" ContentType="application/inkml+xml"/>
  <Override PartName="/ppt/ink/ink1132.xml" ContentType="application/inkml+xml"/>
  <Override PartName="/ppt/ink/ink1133.xml" ContentType="application/inkml+xml"/>
  <Override PartName="/ppt/ink/ink1134.xml" ContentType="application/inkml+xml"/>
  <Override PartName="/ppt/ink/ink1135.xml" ContentType="application/inkml+xml"/>
  <Override PartName="/ppt/ink/ink1136.xml" ContentType="application/inkml+xml"/>
  <Override PartName="/ppt/ink/ink1137.xml" ContentType="application/inkml+xml"/>
  <Override PartName="/ppt/ink/ink1138.xml" ContentType="application/inkml+xml"/>
  <Override PartName="/ppt/ink/ink1139.xml" ContentType="application/inkml+xml"/>
  <Override PartName="/ppt/ink/ink1140.xml" ContentType="application/inkml+xml"/>
  <Override PartName="/ppt/ink/ink1141.xml" ContentType="application/inkml+xml"/>
  <Override PartName="/ppt/ink/ink1142.xml" ContentType="application/inkml+xml"/>
  <Override PartName="/ppt/ink/ink1143.xml" ContentType="application/inkml+xml"/>
  <Override PartName="/ppt/ink/ink1144.xml" ContentType="application/inkml+xml"/>
  <Override PartName="/ppt/ink/ink1145.xml" ContentType="application/inkml+xml"/>
  <Override PartName="/ppt/ink/ink1146.xml" ContentType="application/inkml+xml"/>
  <Override PartName="/ppt/ink/ink1147.xml" ContentType="application/inkml+xml"/>
  <Override PartName="/ppt/ink/ink1148.xml" ContentType="application/inkml+xml"/>
  <Override PartName="/ppt/ink/ink1149.xml" ContentType="application/inkml+xml"/>
  <Override PartName="/ppt/ink/ink1150.xml" ContentType="application/inkml+xml"/>
  <Override PartName="/ppt/ink/ink1151.xml" ContentType="application/inkml+xml"/>
  <Override PartName="/ppt/ink/ink1152.xml" ContentType="application/inkml+xml"/>
  <Override PartName="/ppt/ink/ink1153.xml" ContentType="application/inkml+xml"/>
  <Override PartName="/ppt/ink/ink1154.xml" ContentType="application/inkml+xml"/>
  <Override PartName="/ppt/ink/ink1155.xml" ContentType="application/inkml+xml"/>
  <Override PartName="/ppt/ink/ink1156.xml" ContentType="application/inkml+xml"/>
  <Override PartName="/ppt/ink/ink1157.xml" ContentType="application/inkml+xml"/>
  <Override PartName="/ppt/ink/ink1158.xml" ContentType="application/inkml+xml"/>
  <Override PartName="/ppt/ink/ink1159.xml" ContentType="application/inkml+xml"/>
  <Override PartName="/ppt/ink/ink1160.xml" ContentType="application/inkml+xml"/>
  <Override PartName="/ppt/ink/ink1161.xml" ContentType="application/inkml+xml"/>
  <Override PartName="/ppt/ink/ink1162.xml" ContentType="application/inkml+xml"/>
  <Override PartName="/ppt/ink/ink1163.xml" ContentType="application/inkml+xml"/>
  <Override PartName="/ppt/ink/ink1164.xml" ContentType="application/inkml+xml"/>
  <Override PartName="/ppt/ink/ink1165.xml" ContentType="application/inkml+xml"/>
  <Override PartName="/ppt/ink/ink1166.xml" ContentType="application/inkml+xml"/>
  <Override PartName="/ppt/ink/ink1167.xml" ContentType="application/inkml+xml"/>
  <Override PartName="/ppt/ink/ink1168.xml" ContentType="application/inkml+xml"/>
  <Override PartName="/ppt/ink/ink1169.xml" ContentType="application/inkml+xml"/>
  <Override PartName="/ppt/ink/ink1170.xml" ContentType="application/inkml+xml"/>
  <Override PartName="/ppt/ink/ink1171.xml" ContentType="application/inkml+xml"/>
  <Override PartName="/ppt/ink/ink1172.xml" ContentType="application/inkml+xml"/>
  <Override PartName="/ppt/ink/ink1173.xml" ContentType="application/inkml+xml"/>
  <Override PartName="/ppt/ink/ink1174.xml" ContentType="application/inkml+xml"/>
  <Override PartName="/ppt/ink/ink1175.xml" ContentType="application/inkml+xml"/>
  <Override PartName="/ppt/ink/ink1176.xml" ContentType="application/inkml+xml"/>
  <Override PartName="/ppt/ink/ink1177.xml" ContentType="application/inkml+xml"/>
  <Override PartName="/ppt/ink/ink1178.xml" ContentType="application/inkml+xml"/>
  <Override PartName="/ppt/ink/ink1179.xml" ContentType="application/inkml+xml"/>
  <Override PartName="/ppt/ink/ink1180.xml" ContentType="application/inkml+xml"/>
  <Override PartName="/ppt/ink/ink1181.xml" ContentType="application/inkml+xml"/>
  <Override PartName="/ppt/ink/ink1182.xml" ContentType="application/inkml+xml"/>
  <Override PartName="/ppt/ink/ink1183.xml" ContentType="application/inkml+xml"/>
  <Override PartName="/ppt/ink/ink1184.xml" ContentType="application/inkml+xml"/>
  <Override PartName="/ppt/ink/ink1185.xml" ContentType="application/inkml+xml"/>
  <Override PartName="/ppt/ink/ink1186.xml" ContentType="application/inkml+xml"/>
  <Override PartName="/ppt/ink/ink1187.xml" ContentType="application/inkml+xml"/>
  <Override PartName="/ppt/ink/ink1188.xml" ContentType="application/inkml+xml"/>
  <Override PartName="/ppt/ink/ink1189.xml" ContentType="application/inkml+xml"/>
  <Override PartName="/ppt/ink/ink1190.xml" ContentType="application/inkml+xml"/>
  <Override PartName="/ppt/ink/ink1191.xml" ContentType="application/inkml+xml"/>
  <Override PartName="/ppt/ink/ink1192.xml" ContentType="application/inkml+xml"/>
  <Override PartName="/ppt/ink/ink1193.xml" ContentType="application/inkml+xml"/>
  <Override PartName="/ppt/ink/ink1194.xml" ContentType="application/inkml+xml"/>
  <Override PartName="/ppt/ink/ink1195.xml" ContentType="application/inkml+xml"/>
  <Override PartName="/ppt/ink/ink1196.xml" ContentType="application/inkml+xml"/>
  <Override PartName="/ppt/ink/ink1197.xml" ContentType="application/inkml+xml"/>
  <Override PartName="/ppt/ink/ink1198.xml" ContentType="application/inkml+xml"/>
  <Override PartName="/ppt/ink/ink1199.xml" ContentType="application/inkml+xml"/>
  <Override PartName="/ppt/ink/ink1200.xml" ContentType="application/inkml+xml"/>
  <Override PartName="/ppt/ink/ink1201.xml" ContentType="application/inkml+xml"/>
  <Override PartName="/ppt/ink/ink1202.xml" ContentType="application/inkml+xml"/>
  <Override PartName="/ppt/ink/ink1203.xml" ContentType="application/inkml+xml"/>
  <Override PartName="/ppt/ink/ink1204.xml" ContentType="application/inkml+xml"/>
  <Override PartName="/ppt/ink/ink1205.xml" ContentType="application/inkml+xml"/>
  <Override PartName="/ppt/ink/ink1206.xml" ContentType="application/inkml+xml"/>
  <Override PartName="/ppt/ink/ink1207.xml" ContentType="application/inkml+xml"/>
  <Override PartName="/ppt/ink/ink1208.xml" ContentType="application/inkml+xml"/>
  <Override PartName="/ppt/ink/ink1209.xml" ContentType="application/inkml+xml"/>
  <Override PartName="/ppt/ink/ink1210.xml" ContentType="application/inkml+xml"/>
  <Override PartName="/ppt/ink/ink1211.xml" ContentType="application/inkml+xml"/>
  <Override PartName="/ppt/ink/ink1212.xml" ContentType="application/inkml+xml"/>
  <Override PartName="/ppt/ink/ink1213.xml" ContentType="application/inkml+xml"/>
  <Override PartName="/ppt/ink/ink1214.xml" ContentType="application/inkml+xml"/>
  <Override PartName="/ppt/ink/ink1215.xml" ContentType="application/inkml+xml"/>
  <Override PartName="/ppt/ink/ink1216.xml" ContentType="application/inkml+xml"/>
  <Override PartName="/ppt/ink/ink1217.xml" ContentType="application/inkml+xml"/>
  <Override PartName="/ppt/ink/ink1218.xml" ContentType="application/inkml+xml"/>
  <Override PartName="/ppt/ink/ink1219.xml" ContentType="application/inkml+xml"/>
  <Override PartName="/ppt/ink/ink1220.xml" ContentType="application/inkml+xml"/>
  <Override PartName="/ppt/ink/ink1221.xml" ContentType="application/inkml+xml"/>
  <Override PartName="/ppt/ink/ink1222.xml" ContentType="application/inkml+xml"/>
  <Override PartName="/ppt/ink/ink1223.xml" ContentType="application/inkml+xml"/>
  <Override PartName="/ppt/ink/ink1224.xml" ContentType="application/inkml+xml"/>
  <Override PartName="/ppt/ink/ink1225.xml" ContentType="application/inkml+xml"/>
  <Override PartName="/ppt/ink/ink1226.xml" ContentType="application/inkml+xml"/>
  <Override PartName="/ppt/ink/ink1227.xml" ContentType="application/inkml+xml"/>
  <Override PartName="/ppt/ink/ink1228.xml" ContentType="application/inkml+xml"/>
  <Override PartName="/ppt/ink/ink1229.xml" ContentType="application/inkml+xml"/>
  <Override PartName="/ppt/ink/ink1230.xml" ContentType="application/inkml+xml"/>
  <Override PartName="/ppt/ink/ink1231.xml" ContentType="application/inkml+xml"/>
  <Override PartName="/ppt/ink/ink1232.xml" ContentType="application/inkml+xml"/>
  <Override PartName="/ppt/ink/ink1233.xml" ContentType="application/inkml+xml"/>
  <Override PartName="/ppt/ink/ink1234.xml" ContentType="application/inkml+xml"/>
  <Override PartName="/ppt/ink/ink1235.xml" ContentType="application/inkml+xml"/>
  <Override PartName="/ppt/ink/ink1236.xml" ContentType="application/inkml+xml"/>
  <Override PartName="/ppt/ink/ink1237.xml" ContentType="application/inkml+xml"/>
  <Override PartName="/ppt/ink/ink1238.xml" ContentType="application/inkml+xml"/>
  <Override PartName="/ppt/ink/ink1239.xml" ContentType="application/inkml+xml"/>
  <Override PartName="/ppt/ink/ink1240.xml" ContentType="application/inkml+xml"/>
  <Override PartName="/ppt/ink/ink1241.xml" ContentType="application/inkml+xml"/>
  <Override PartName="/ppt/ink/ink1242.xml" ContentType="application/inkml+xml"/>
  <Override PartName="/ppt/ink/ink1243.xml" ContentType="application/inkml+xml"/>
  <Override PartName="/ppt/ink/ink1244.xml" ContentType="application/inkml+xml"/>
  <Override PartName="/ppt/ink/ink1245.xml" ContentType="application/inkml+xml"/>
  <Override PartName="/ppt/ink/ink1246.xml" ContentType="application/inkml+xml"/>
  <Override PartName="/ppt/ink/ink1247.xml" ContentType="application/inkml+xml"/>
  <Override PartName="/ppt/ink/ink1248.xml" ContentType="application/inkml+xml"/>
  <Override PartName="/ppt/ink/ink1249.xml" ContentType="application/inkml+xml"/>
  <Override PartName="/ppt/ink/ink1250.xml" ContentType="application/inkml+xml"/>
  <Override PartName="/ppt/ink/ink1251.xml" ContentType="application/inkml+xml"/>
  <Override PartName="/ppt/ink/ink1252.xml" ContentType="application/inkml+xml"/>
  <Override PartName="/ppt/ink/ink1253.xml" ContentType="application/inkml+xml"/>
  <Override PartName="/ppt/ink/ink1254.xml" ContentType="application/inkml+xml"/>
  <Override PartName="/ppt/ink/ink1255.xml" ContentType="application/inkml+xml"/>
  <Override PartName="/ppt/ink/ink1256.xml" ContentType="application/inkml+xml"/>
  <Override PartName="/ppt/ink/ink1257.xml" ContentType="application/inkml+xml"/>
  <Override PartName="/ppt/ink/ink1258.xml" ContentType="application/inkml+xml"/>
  <Override PartName="/ppt/ink/ink1259.xml" ContentType="application/inkml+xml"/>
  <Override PartName="/ppt/ink/ink1260.xml" ContentType="application/inkml+xml"/>
  <Override PartName="/ppt/ink/ink1261.xml" ContentType="application/inkml+xml"/>
  <Override PartName="/ppt/ink/ink1262.xml" ContentType="application/inkml+xml"/>
  <Override PartName="/ppt/ink/ink1263.xml" ContentType="application/inkml+xml"/>
  <Override PartName="/ppt/ink/ink1264.xml" ContentType="application/inkml+xml"/>
  <Override PartName="/ppt/ink/ink1265.xml" ContentType="application/inkml+xml"/>
  <Override PartName="/ppt/ink/ink1266.xml" ContentType="application/inkml+xml"/>
  <Override PartName="/ppt/ink/ink1267.xml" ContentType="application/inkml+xml"/>
  <Override PartName="/ppt/ink/ink1268.xml" ContentType="application/inkml+xml"/>
  <Override PartName="/ppt/ink/ink1269.xml" ContentType="application/inkml+xml"/>
  <Override PartName="/ppt/ink/ink1270.xml" ContentType="application/inkml+xml"/>
  <Override PartName="/ppt/ink/ink1271.xml" ContentType="application/inkml+xml"/>
  <Override PartName="/ppt/ink/ink1272.xml" ContentType="application/inkml+xml"/>
  <Override PartName="/ppt/ink/ink1273.xml" ContentType="application/inkml+xml"/>
  <Override PartName="/ppt/ink/ink1274.xml" ContentType="application/inkml+xml"/>
  <Override PartName="/ppt/ink/ink1275.xml" ContentType="application/inkml+xml"/>
  <Override PartName="/ppt/ink/ink1276.xml" ContentType="application/inkml+xml"/>
  <Override PartName="/ppt/ink/ink1277.xml" ContentType="application/inkml+xml"/>
  <Override PartName="/ppt/ink/ink1278.xml" ContentType="application/inkml+xml"/>
  <Override PartName="/ppt/ink/ink1279.xml" ContentType="application/inkml+xml"/>
  <Override PartName="/ppt/ink/ink1280.xml" ContentType="application/inkml+xml"/>
  <Override PartName="/ppt/ink/ink1281.xml" ContentType="application/inkml+xml"/>
  <Override PartName="/ppt/ink/ink1282.xml" ContentType="application/inkml+xml"/>
  <Override PartName="/ppt/ink/ink1283.xml" ContentType="application/inkml+xml"/>
  <Override PartName="/ppt/ink/ink1284.xml" ContentType="application/inkml+xml"/>
  <Override PartName="/ppt/ink/ink1285.xml" ContentType="application/inkml+xml"/>
  <Override PartName="/ppt/ink/ink1286.xml" ContentType="application/inkml+xml"/>
  <Override PartName="/ppt/ink/ink1287.xml" ContentType="application/inkml+xml"/>
  <Override PartName="/ppt/ink/ink1288.xml" ContentType="application/inkml+xml"/>
  <Override PartName="/ppt/ink/ink1289.xml" ContentType="application/inkml+xml"/>
  <Override PartName="/ppt/ink/ink1290.xml" ContentType="application/inkml+xml"/>
  <Override PartName="/ppt/ink/ink1291.xml" ContentType="application/inkml+xml"/>
  <Override PartName="/ppt/ink/ink1292.xml" ContentType="application/inkml+xml"/>
  <Override PartName="/ppt/ink/ink1293.xml" ContentType="application/inkml+xml"/>
  <Override PartName="/ppt/ink/ink1294.xml" ContentType="application/inkml+xml"/>
  <Override PartName="/ppt/ink/ink1295.xml" ContentType="application/inkml+xml"/>
  <Override PartName="/ppt/ink/ink1296.xml" ContentType="application/inkml+xml"/>
  <Override PartName="/ppt/ink/ink1297.xml" ContentType="application/inkml+xml"/>
  <Override PartName="/ppt/ink/ink1298.xml" ContentType="application/inkml+xml"/>
  <Override PartName="/ppt/ink/ink1299.xml" ContentType="application/inkml+xml"/>
  <Override PartName="/ppt/ink/ink1300.xml" ContentType="application/inkml+xml"/>
  <Override PartName="/ppt/ink/ink1301.xml" ContentType="application/inkml+xml"/>
  <Override PartName="/ppt/ink/ink1302.xml" ContentType="application/inkml+xml"/>
  <Override PartName="/ppt/ink/ink1303.xml" ContentType="application/inkml+xml"/>
  <Override PartName="/ppt/ink/ink1304.xml" ContentType="application/inkml+xml"/>
  <Override PartName="/ppt/ink/ink1305.xml" ContentType="application/inkml+xml"/>
  <Override PartName="/ppt/ink/ink1306.xml" ContentType="application/inkml+xml"/>
  <Override PartName="/ppt/ink/ink1307.xml" ContentType="application/inkml+xml"/>
  <Override PartName="/ppt/ink/ink1308.xml" ContentType="application/inkml+xml"/>
  <Override PartName="/ppt/ink/ink1309.xml" ContentType="application/inkml+xml"/>
  <Override PartName="/ppt/ink/ink1310.xml" ContentType="application/inkml+xml"/>
  <Override PartName="/ppt/ink/ink1311.xml" ContentType="application/inkml+xml"/>
  <Override PartName="/ppt/ink/ink1312.xml" ContentType="application/inkml+xml"/>
  <Override PartName="/ppt/ink/ink1313.xml" ContentType="application/inkml+xml"/>
  <Override PartName="/ppt/ink/ink1314.xml" ContentType="application/inkml+xml"/>
  <Override PartName="/ppt/ink/ink1315.xml" ContentType="application/inkml+xml"/>
  <Override PartName="/ppt/ink/ink1316.xml" ContentType="application/inkml+xml"/>
  <Override PartName="/ppt/ink/ink1317.xml" ContentType="application/inkml+xml"/>
  <Override PartName="/ppt/ink/ink1318.xml" ContentType="application/inkml+xml"/>
  <Override PartName="/ppt/ink/ink1319.xml" ContentType="application/inkml+xml"/>
  <Override PartName="/ppt/ink/ink1320.xml" ContentType="application/inkml+xml"/>
  <Override PartName="/ppt/ink/ink1321.xml" ContentType="application/inkml+xml"/>
  <Override PartName="/ppt/ink/ink1322.xml" ContentType="application/inkml+xml"/>
  <Override PartName="/ppt/ink/ink1323.xml" ContentType="application/inkml+xml"/>
  <Override PartName="/ppt/ink/ink1324.xml" ContentType="application/inkml+xml"/>
  <Override PartName="/ppt/ink/ink1325.xml" ContentType="application/inkml+xml"/>
  <Override PartName="/ppt/ink/ink1326.xml" ContentType="application/inkml+xml"/>
  <Override PartName="/ppt/ink/ink1327.xml" ContentType="application/inkml+xml"/>
  <Override PartName="/ppt/ink/ink1328.xml" ContentType="application/inkml+xml"/>
  <Override PartName="/ppt/ink/ink1329.xml" ContentType="application/inkml+xml"/>
  <Override PartName="/ppt/ink/ink1330.xml" ContentType="application/inkml+xml"/>
  <Override PartName="/ppt/ink/ink1331.xml" ContentType="application/inkml+xml"/>
  <Override PartName="/ppt/ink/ink1332.xml" ContentType="application/inkml+xml"/>
  <Override PartName="/ppt/ink/ink1333.xml" ContentType="application/inkml+xml"/>
  <Override PartName="/ppt/ink/ink1334.xml" ContentType="application/inkml+xml"/>
  <Override PartName="/ppt/ink/ink1335.xml" ContentType="application/inkml+xml"/>
  <Override PartName="/ppt/ink/ink1336.xml" ContentType="application/inkml+xml"/>
  <Override PartName="/ppt/ink/ink1337.xml" ContentType="application/inkml+xml"/>
  <Override PartName="/ppt/ink/ink1338.xml" ContentType="application/inkml+xml"/>
  <Override PartName="/ppt/ink/ink1339.xml" ContentType="application/inkml+xml"/>
  <Override PartName="/ppt/ink/ink1340.xml" ContentType="application/inkml+xml"/>
  <Override PartName="/ppt/ink/ink1341.xml" ContentType="application/inkml+xml"/>
  <Override PartName="/ppt/ink/ink1342.xml" ContentType="application/inkml+xml"/>
  <Override PartName="/ppt/ink/ink1343.xml" ContentType="application/inkml+xml"/>
  <Override PartName="/ppt/ink/ink1344.xml" ContentType="application/inkml+xml"/>
  <Override PartName="/ppt/ink/ink1345.xml" ContentType="application/inkml+xml"/>
  <Override PartName="/ppt/ink/ink1346.xml" ContentType="application/inkml+xml"/>
  <Override PartName="/ppt/ink/ink1347.xml" ContentType="application/inkml+xml"/>
  <Override PartName="/ppt/ink/ink1348.xml" ContentType="application/inkml+xml"/>
  <Override PartName="/ppt/ink/ink1349.xml" ContentType="application/inkml+xml"/>
  <Override PartName="/ppt/ink/ink1350.xml" ContentType="application/inkml+xml"/>
  <Override PartName="/ppt/ink/ink1351.xml" ContentType="application/inkml+xml"/>
  <Override PartName="/ppt/ink/ink1352.xml" ContentType="application/inkml+xml"/>
  <Override PartName="/ppt/ink/ink1353.xml" ContentType="application/inkml+xml"/>
  <Override PartName="/ppt/ink/ink1354.xml" ContentType="application/inkml+xml"/>
  <Override PartName="/ppt/ink/ink1355.xml" ContentType="application/inkml+xml"/>
  <Override PartName="/ppt/ink/ink1356.xml" ContentType="application/inkml+xml"/>
  <Override PartName="/ppt/ink/ink1357.xml" ContentType="application/inkml+xml"/>
  <Override PartName="/ppt/ink/ink1358.xml" ContentType="application/inkml+xml"/>
  <Override PartName="/ppt/ink/ink1359.xml" ContentType="application/inkml+xml"/>
  <Override PartName="/ppt/ink/ink1360.xml" ContentType="application/inkml+xml"/>
  <Override PartName="/ppt/ink/ink1361.xml" ContentType="application/inkml+xml"/>
  <Override PartName="/ppt/ink/ink1362.xml" ContentType="application/inkml+xml"/>
  <Override PartName="/ppt/ink/ink1363.xml" ContentType="application/inkml+xml"/>
  <Override PartName="/ppt/ink/ink1364.xml" ContentType="application/inkml+xml"/>
  <Override PartName="/ppt/ink/ink1365.xml" ContentType="application/inkml+xml"/>
  <Override PartName="/ppt/ink/ink1366.xml" ContentType="application/inkml+xml"/>
  <Override PartName="/ppt/ink/ink1367.xml" ContentType="application/inkml+xml"/>
  <Override PartName="/ppt/ink/ink1368.xml" ContentType="application/inkml+xml"/>
  <Override PartName="/ppt/ink/ink1369.xml" ContentType="application/inkml+xml"/>
  <Override PartName="/ppt/ink/ink1370.xml" ContentType="application/inkml+xml"/>
  <Override PartName="/ppt/ink/ink1371.xml" ContentType="application/inkml+xml"/>
  <Override PartName="/ppt/ink/ink1372.xml" ContentType="application/inkml+xml"/>
  <Override PartName="/ppt/ink/ink1373.xml" ContentType="application/inkml+xml"/>
  <Override PartName="/ppt/ink/ink1374.xml" ContentType="application/inkml+xml"/>
  <Override PartName="/ppt/ink/ink1375.xml" ContentType="application/inkml+xml"/>
  <Override PartName="/ppt/ink/ink1376.xml" ContentType="application/inkml+xml"/>
  <Override PartName="/ppt/ink/ink1377.xml" ContentType="application/inkml+xml"/>
  <Override PartName="/ppt/ink/ink1378.xml" ContentType="application/inkml+xml"/>
  <Override PartName="/ppt/ink/ink1379.xml" ContentType="application/inkml+xml"/>
  <Override PartName="/ppt/ink/ink1380.xml" ContentType="application/inkml+xml"/>
  <Override PartName="/ppt/ink/ink1381.xml" ContentType="application/inkml+xml"/>
  <Override PartName="/ppt/ink/ink1382.xml" ContentType="application/inkml+xml"/>
  <Override PartName="/ppt/ink/ink1383.xml" ContentType="application/inkml+xml"/>
  <Override PartName="/ppt/ink/ink1384.xml" ContentType="application/inkml+xml"/>
  <Override PartName="/ppt/ink/ink1385.xml" ContentType="application/inkml+xml"/>
  <Override PartName="/ppt/ink/ink1386.xml" ContentType="application/inkml+xml"/>
  <Override PartName="/ppt/ink/ink1387.xml" ContentType="application/inkml+xml"/>
  <Override PartName="/ppt/ink/ink1388.xml" ContentType="application/inkml+xml"/>
  <Override PartName="/ppt/ink/ink1389.xml" ContentType="application/inkml+xml"/>
  <Override PartName="/ppt/ink/ink1390.xml" ContentType="application/inkml+xml"/>
  <Override PartName="/ppt/ink/ink1391.xml" ContentType="application/inkml+xml"/>
  <Override PartName="/ppt/ink/ink1392.xml" ContentType="application/inkml+xml"/>
  <Override PartName="/ppt/ink/ink1393.xml" ContentType="application/inkml+xml"/>
  <Override PartName="/ppt/ink/ink1394.xml" ContentType="application/inkml+xml"/>
  <Override PartName="/ppt/ink/ink1395.xml" ContentType="application/inkml+xml"/>
  <Override PartName="/ppt/ink/ink1396.xml" ContentType="application/inkml+xml"/>
  <Override PartName="/ppt/ink/ink1397.xml" ContentType="application/inkml+xml"/>
  <Override PartName="/ppt/ink/ink1398.xml" ContentType="application/inkml+xml"/>
  <Override PartName="/ppt/ink/ink1399.xml" ContentType="application/inkml+xml"/>
  <Override PartName="/ppt/ink/ink1400.xml" ContentType="application/inkml+xml"/>
  <Override PartName="/ppt/ink/ink1401.xml" ContentType="application/inkml+xml"/>
  <Override PartName="/ppt/ink/ink1402.xml" ContentType="application/inkml+xml"/>
  <Override PartName="/ppt/ink/ink1403.xml" ContentType="application/inkml+xml"/>
  <Override PartName="/ppt/ink/ink1404.xml" ContentType="application/inkml+xml"/>
  <Override PartName="/ppt/ink/ink1405.xml" ContentType="application/inkml+xml"/>
  <Override PartName="/ppt/ink/ink1406.xml" ContentType="application/inkml+xml"/>
  <Override PartName="/ppt/ink/ink1407.xml" ContentType="application/inkml+xml"/>
  <Override PartName="/ppt/ink/ink1408.xml" ContentType="application/inkml+xml"/>
  <Override PartName="/ppt/ink/ink1409.xml" ContentType="application/inkml+xml"/>
  <Override PartName="/ppt/ink/ink1410.xml" ContentType="application/inkml+xml"/>
  <Override PartName="/ppt/ink/ink1411.xml" ContentType="application/inkml+xml"/>
  <Override PartName="/ppt/ink/ink1412.xml" ContentType="application/inkml+xml"/>
  <Override PartName="/ppt/ink/ink1413.xml" ContentType="application/inkml+xml"/>
  <Override PartName="/ppt/ink/ink1414.xml" ContentType="application/inkml+xml"/>
  <Override PartName="/ppt/ink/ink1415.xml" ContentType="application/inkml+xml"/>
  <Override PartName="/ppt/ink/ink1416.xml" ContentType="application/inkml+xml"/>
  <Override PartName="/ppt/ink/ink1417.xml" ContentType="application/inkml+xml"/>
  <Override PartName="/ppt/ink/ink1418.xml" ContentType="application/inkml+xml"/>
  <Override PartName="/ppt/ink/ink1419.xml" ContentType="application/inkml+xml"/>
  <Override PartName="/ppt/ink/ink1420.xml" ContentType="application/inkml+xml"/>
  <Override PartName="/ppt/ink/ink1421.xml" ContentType="application/inkml+xml"/>
  <Override PartName="/ppt/ink/ink1422.xml" ContentType="application/inkml+xml"/>
  <Override PartName="/ppt/ink/ink1423.xml" ContentType="application/inkml+xml"/>
  <Override PartName="/ppt/ink/ink1424.xml" ContentType="application/inkml+xml"/>
  <Override PartName="/ppt/ink/ink1425.xml" ContentType="application/inkml+xml"/>
  <Override PartName="/ppt/ink/ink1426.xml" ContentType="application/inkml+xml"/>
  <Override PartName="/ppt/ink/ink1427.xml" ContentType="application/inkml+xml"/>
  <Override PartName="/ppt/ink/ink1428.xml" ContentType="application/inkml+xml"/>
  <Override PartName="/ppt/ink/ink1429.xml" ContentType="application/inkml+xml"/>
  <Override PartName="/ppt/ink/ink1430.xml" ContentType="application/inkml+xml"/>
  <Override PartName="/ppt/ink/ink1431.xml" ContentType="application/inkml+xml"/>
  <Override PartName="/ppt/ink/ink1432.xml" ContentType="application/inkml+xml"/>
  <Override PartName="/ppt/ink/ink1433.xml" ContentType="application/inkml+xml"/>
  <Override PartName="/ppt/ink/ink1434.xml" ContentType="application/inkml+xml"/>
  <Override PartName="/ppt/ink/ink1435.xml" ContentType="application/inkml+xml"/>
  <Override PartName="/ppt/ink/ink1436.xml" ContentType="application/inkml+xml"/>
  <Override PartName="/ppt/ink/ink1437.xml" ContentType="application/inkml+xml"/>
  <Override PartName="/ppt/ink/ink1438.xml" ContentType="application/inkml+xml"/>
  <Override PartName="/ppt/ink/ink1439.xml" ContentType="application/inkml+xml"/>
  <Override PartName="/ppt/ink/ink1440.xml" ContentType="application/inkml+xml"/>
  <Override PartName="/ppt/ink/ink1441.xml" ContentType="application/inkml+xml"/>
  <Override PartName="/ppt/ink/ink1442.xml" ContentType="application/inkml+xml"/>
  <Override PartName="/ppt/ink/ink1443.xml" ContentType="application/inkml+xml"/>
  <Override PartName="/ppt/ink/ink1444.xml" ContentType="application/inkml+xml"/>
  <Override PartName="/ppt/ink/ink1445.xml" ContentType="application/inkml+xml"/>
  <Override PartName="/ppt/ink/ink1446.xml" ContentType="application/inkml+xml"/>
  <Override PartName="/ppt/ink/ink1447.xml" ContentType="application/inkml+xml"/>
  <Override PartName="/ppt/ink/ink1448.xml" ContentType="application/inkml+xml"/>
  <Override PartName="/ppt/ink/ink1449.xml" ContentType="application/inkml+xml"/>
  <Override PartName="/ppt/ink/ink1450.xml" ContentType="application/inkml+xml"/>
  <Override PartName="/ppt/ink/ink1451.xml" ContentType="application/inkml+xml"/>
  <Override PartName="/ppt/ink/ink1452.xml" ContentType="application/inkml+xml"/>
  <Override PartName="/ppt/ink/ink1453.xml" ContentType="application/inkml+xml"/>
  <Override PartName="/ppt/ink/ink1454.xml" ContentType="application/inkml+xml"/>
  <Override PartName="/ppt/ink/ink1455.xml" ContentType="application/inkml+xml"/>
  <Override PartName="/ppt/ink/ink1456.xml" ContentType="application/inkml+xml"/>
  <Override PartName="/ppt/ink/ink1457.xml" ContentType="application/inkml+xml"/>
  <Override PartName="/ppt/ink/ink1458.xml" ContentType="application/inkml+xml"/>
  <Override PartName="/ppt/ink/ink1459.xml" ContentType="application/inkml+xml"/>
  <Override PartName="/ppt/ink/ink1460.xml" ContentType="application/inkml+xml"/>
  <Override PartName="/ppt/ink/ink1461.xml" ContentType="application/inkml+xml"/>
  <Override PartName="/ppt/ink/ink1462.xml" ContentType="application/inkml+xml"/>
  <Override PartName="/ppt/ink/ink1463.xml" ContentType="application/inkml+xml"/>
  <Override PartName="/ppt/ink/ink1464.xml" ContentType="application/inkml+xml"/>
  <Override PartName="/ppt/ink/ink1465.xml" ContentType="application/inkml+xml"/>
  <Override PartName="/ppt/ink/ink1466.xml" ContentType="application/inkml+xml"/>
  <Override PartName="/ppt/ink/ink1467.xml" ContentType="application/inkml+xml"/>
  <Override PartName="/ppt/ink/ink1468.xml" ContentType="application/inkml+xml"/>
  <Override PartName="/ppt/ink/ink1469.xml" ContentType="application/inkml+xml"/>
  <Override PartName="/ppt/ink/ink1470.xml" ContentType="application/inkml+xml"/>
  <Override PartName="/ppt/ink/ink1471.xml" ContentType="application/inkml+xml"/>
  <Override PartName="/ppt/ink/ink1472.xml" ContentType="application/inkml+xml"/>
  <Override PartName="/ppt/ink/ink1473.xml" ContentType="application/inkml+xml"/>
  <Override PartName="/ppt/ink/ink1474.xml" ContentType="application/inkml+xml"/>
  <Override PartName="/ppt/ink/ink1475.xml" ContentType="application/inkml+xml"/>
  <Override PartName="/ppt/ink/ink1476.xml" ContentType="application/inkml+xml"/>
  <Override PartName="/ppt/ink/ink1477.xml" ContentType="application/inkml+xml"/>
  <Override PartName="/ppt/ink/ink1478.xml" ContentType="application/inkml+xml"/>
  <Override PartName="/ppt/ink/ink1479.xml" ContentType="application/inkml+xml"/>
  <Override PartName="/ppt/ink/ink1480.xml" ContentType="application/inkml+xml"/>
  <Override PartName="/ppt/ink/ink1481.xml" ContentType="application/inkml+xml"/>
  <Override PartName="/ppt/ink/ink1482.xml" ContentType="application/inkml+xml"/>
  <Override PartName="/ppt/ink/ink1483.xml" ContentType="application/inkml+xml"/>
  <Override PartName="/ppt/ink/ink1484.xml" ContentType="application/inkml+xml"/>
  <Override PartName="/ppt/ink/ink1485.xml" ContentType="application/inkml+xml"/>
  <Override PartName="/ppt/ink/ink1486.xml" ContentType="application/inkml+xml"/>
  <Override PartName="/ppt/ink/ink1487.xml" ContentType="application/inkml+xml"/>
  <Override PartName="/ppt/ink/ink1488.xml" ContentType="application/inkml+xml"/>
  <Override PartName="/ppt/ink/ink1489.xml" ContentType="application/inkml+xml"/>
  <Override PartName="/ppt/ink/ink1490.xml" ContentType="application/inkml+xml"/>
  <Override PartName="/ppt/ink/ink1491.xml" ContentType="application/inkml+xml"/>
  <Override PartName="/ppt/ink/ink1492.xml" ContentType="application/inkml+xml"/>
  <Override PartName="/ppt/ink/ink1493.xml" ContentType="application/inkml+xml"/>
  <Override PartName="/ppt/ink/ink1494.xml" ContentType="application/inkml+xml"/>
  <Override PartName="/ppt/ink/ink1495.xml" ContentType="application/inkml+xml"/>
  <Override PartName="/ppt/ink/ink1496.xml" ContentType="application/inkml+xml"/>
  <Override PartName="/ppt/ink/ink1497.xml" ContentType="application/inkml+xml"/>
  <Override PartName="/ppt/ink/ink1498.xml" ContentType="application/inkml+xml"/>
  <Override PartName="/ppt/ink/ink1499.xml" ContentType="application/inkml+xml"/>
  <Override PartName="/ppt/ink/ink1500.xml" ContentType="application/inkml+xml"/>
  <Override PartName="/ppt/ink/ink1501.xml" ContentType="application/inkml+xml"/>
  <Override PartName="/ppt/ink/ink1502.xml" ContentType="application/inkml+xml"/>
  <Override PartName="/ppt/ink/ink1503.xml" ContentType="application/inkml+xml"/>
  <Override PartName="/ppt/ink/ink1504.xml" ContentType="application/inkml+xml"/>
  <Override PartName="/ppt/ink/ink1505.xml" ContentType="application/inkml+xml"/>
  <Override PartName="/ppt/ink/ink1506.xml" ContentType="application/inkml+xml"/>
  <Override PartName="/ppt/ink/ink1507.xml" ContentType="application/inkml+xml"/>
  <Override PartName="/ppt/ink/ink1508.xml" ContentType="application/inkml+xml"/>
  <Override PartName="/ppt/ink/ink1509.xml" ContentType="application/inkml+xml"/>
  <Override PartName="/ppt/ink/ink1510.xml" ContentType="application/inkml+xml"/>
  <Override PartName="/ppt/ink/ink1511.xml" ContentType="application/inkml+xml"/>
  <Override PartName="/ppt/ink/ink1512.xml" ContentType="application/inkml+xml"/>
  <Override PartName="/ppt/ink/ink1513.xml" ContentType="application/inkml+xml"/>
  <Override PartName="/ppt/ink/ink1514.xml" ContentType="application/inkml+xml"/>
  <Override PartName="/ppt/ink/ink1515.xml" ContentType="application/inkml+xml"/>
  <Override PartName="/ppt/ink/ink1516.xml" ContentType="application/inkml+xml"/>
  <Override PartName="/ppt/ink/ink1517.xml" ContentType="application/inkml+xml"/>
  <Override PartName="/ppt/ink/ink1518.xml" ContentType="application/inkml+xml"/>
  <Override PartName="/ppt/ink/ink1519.xml" ContentType="application/inkml+xml"/>
  <Override PartName="/ppt/ink/ink1520.xml" ContentType="application/inkml+xml"/>
  <Override PartName="/ppt/ink/ink1521.xml" ContentType="application/inkml+xml"/>
  <Override PartName="/ppt/ink/ink1522.xml" ContentType="application/inkml+xml"/>
  <Override PartName="/ppt/ink/ink1523.xml" ContentType="application/inkml+xml"/>
  <Override PartName="/ppt/ink/ink1524.xml" ContentType="application/inkml+xml"/>
  <Override PartName="/ppt/ink/ink1525.xml" ContentType="application/inkml+xml"/>
  <Override PartName="/ppt/ink/ink1526.xml" ContentType="application/inkml+xml"/>
  <Override PartName="/ppt/ink/ink1527.xml" ContentType="application/inkml+xml"/>
  <Override PartName="/ppt/ink/ink1528.xml" ContentType="application/inkml+xml"/>
  <Override PartName="/ppt/ink/ink1529.xml" ContentType="application/inkml+xml"/>
  <Override PartName="/ppt/ink/ink1530.xml" ContentType="application/inkml+xml"/>
  <Override PartName="/ppt/ink/ink1531.xml" ContentType="application/inkml+xml"/>
  <Override PartName="/ppt/ink/ink1532.xml" ContentType="application/inkml+xml"/>
  <Override PartName="/ppt/ink/ink1533.xml" ContentType="application/inkml+xml"/>
  <Override PartName="/ppt/ink/ink1534.xml" ContentType="application/inkml+xml"/>
  <Override PartName="/ppt/ink/ink1535.xml" ContentType="application/inkml+xml"/>
  <Override PartName="/ppt/ink/ink1536.xml" ContentType="application/inkml+xml"/>
  <Override PartName="/ppt/ink/ink1537.xml" ContentType="application/inkml+xml"/>
  <Override PartName="/ppt/ink/ink1538.xml" ContentType="application/inkml+xml"/>
  <Override PartName="/ppt/ink/ink1539.xml" ContentType="application/inkml+xml"/>
  <Override PartName="/ppt/ink/ink1540.xml" ContentType="application/inkml+xml"/>
  <Override PartName="/ppt/ink/ink1541.xml" ContentType="application/inkml+xml"/>
  <Override PartName="/ppt/ink/ink1542.xml" ContentType="application/inkml+xml"/>
  <Override PartName="/ppt/ink/ink1543.xml" ContentType="application/inkml+xml"/>
  <Override PartName="/ppt/ink/ink1544.xml" ContentType="application/inkml+xml"/>
  <Override PartName="/ppt/ink/ink1545.xml" ContentType="application/inkml+xml"/>
  <Override PartName="/ppt/ink/ink1546.xml" ContentType="application/inkml+xml"/>
  <Override PartName="/ppt/ink/ink1547.xml" ContentType="application/inkml+xml"/>
  <Override PartName="/ppt/ink/ink1548.xml" ContentType="application/inkml+xml"/>
  <Override PartName="/ppt/ink/ink1549.xml" ContentType="application/inkml+xml"/>
  <Override PartName="/ppt/ink/ink1550.xml" ContentType="application/inkml+xml"/>
  <Override PartName="/ppt/ink/ink1551.xml" ContentType="application/inkml+xml"/>
  <Override PartName="/ppt/ink/ink1552.xml" ContentType="application/inkml+xml"/>
  <Override PartName="/ppt/ink/ink1553.xml" ContentType="application/inkml+xml"/>
  <Override PartName="/ppt/ink/ink1554.xml" ContentType="application/inkml+xml"/>
  <Override PartName="/ppt/ink/ink1555.xml" ContentType="application/inkml+xml"/>
  <Override PartName="/ppt/ink/ink1556.xml" ContentType="application/inkml+xml"/>
  <Override PartName="/ppt/ink/ink1557.xml" ContentType="application/inkml+xml"/>
  <Override PartName="/ppt/ink/ink1558.xml" ContentType="application/inkml+xml"/>
  <Override PartName="/ppt/ink/ink1559.xml" ContentType="application/inkml+xml"/>
  <Override PartName="/ppt/ink/ink1560.xml" ContentType="application/inkml+xml"/>
  <Override PartName="/ppt/ink/ink1561.xml" ContentType="application/inkml+xml"/>
  <Override PartName="/ppt/ink/ink1562.xml" ContentType="application/inkml+xml"/>
  <Override PartName="/ppt/ink/ink1563.xml" ContentType="application/inkml+xml"/>
  <Override PartName="/ppt/ink/ink1564.xml" ContentType="application/inkml+xml"/>
  <Override PartName="/ppt/ink/ink1565.xml" ContentType="application/inkml+xml"/>
  <Override PartName="/ppt/ink/ink1566.xml" ContentType="application/inkml+xml"/>
  <Override PartName="/ppt/ink/ink1567.xml" ContentType="application/inkml+xml"/>
  <Override PartName="/ppt/ink/ink1568.xml" ContentType="application/inkml+xml"/>
  <Override PartName="/ppt/ink/ink1569.xml" ContentType="application/inkml+xml"/>
  <Override PartName="/ppt/ink/ink1570.xml" ContentType="application/inkml+xml"/>
  <Override PartName="/ppt/ink/ink1571.xml" ContentType="application/inkml+xml"/>
  <Override PartName="/ppt/ink/ink1572.xml" ContentType="application/inkml+xml"/>
  <Override PartName="/ppt/ink/ink1573.xml" ContentType="application/inkml+xml"/>
  <Override PartName="/ppt/ink/ink1574.xml" ContentType="application/inkml+xml"/>
  <Override PartName="/ppt/ink/ink1575.xml" ContentType="application/inkml+xml"/>
  <Override PartName="/ppt/ink/ink1576.xml" ContentType="application/inkml+xml"/>
  <Override PartName="/ppt/ink/ink1577.xml" ContentType="application/inkml+xml"/>
  <Override PartName="/ppt/ink/ink1578.xml" ContentType="application/inkml+xml"/>
  <Override PartName="/ppt/ink/ink1579.xml" ContentType="application/inkml+xml"/>
  <Override PartName="/ppt/ink/ink1580.xml" ContentType="application/inkml+xml"/>
  <Override PartName="/ppt/ink/ink1581.xml" ContentType="application/inkml+xml"/>
  <Override PartName="/ppt/ink/ink1582.xml" ContentType="application/inkml+xml"/>
  <Override PartName="/ppt/ink/ink1583.xml" ContentType="application/inkml+xml"/>
  <Override PartName="/ppt/ink/ink1584.xml" ContentType="application/inkml+xml"/>
  <Override PartName="/ppt/ink/ink1585.xml" ContentType="application/inkml+xml"/>
  <Override PartName="/ppt/ink/ink1586.xml" ContentType="application/inkml+xml"/>
  <Override PartName="/ppt/ink/ink1587.xml" ContentType="application/inkml+xml"/>
  <Override PartName="/ppt/ink/ink1588.xml" ContentType="application/inkml+xml"/>
  <Override PartName="/ppt/ink/ink1589.xml" ContentType="application/inkml+xml"/>
  <Override PartName="/ppt/ink/ink1590.xml" ContentType="application/inkml+xml"/>
  <Override PartName="/ppt/ink/ink1591.xml" ContentType="application/inkml+xml"/>
  <Override PartName="/ppt/ink/ink1592.xml" ContentType="application/inkml+xml"/>
  <Override PartName="/ppt/ink/ink1593.xml" ContentType="application/inkml+xml"/>
  <Override PartName="/ppt/ink/ink1594.xml" ContentType="application/inkml+xml"/>
  <Override PartName="/ppt/ink/ink1595.xml" ContentType="application/inkml+xml"/>
  <Override PartName="/ppt/ink/ink1596.xml" ContentType="application/inkml+xml"/>
  <Override PartName="/ppt/ink/ink1597.xml" ContentType="application/inkml+xml"/>
  <Override PartName="/ppt/ink/ink1598.xml" ContentType="application/inkml+xml"/>
  <Override PartName="/ppt/ink/ink1599.xml" ContentType="application/inkml+xml"/>
  <Override PartName="/ppt/ink/ink1600.xml" ContentType="application/inkml+xml"/>
  <Override PartName="/ppt/ink/ink1601.xml" ContentType="application/inkml+xml"/>
  <Override PartName="/ppt/ink/ink1602.xml" ContentType="application/inkml+xml"/>
  <Override PartName="/ppt/ink/ink1603.xml" ContentType="application/inkml+xml"/>
  <Override PartName="/ppt/ink/ink1604.xml" ContentType="application/inkml+xml"/>
  <Override PartName="/ppt/ink/ink1605.xml" ContentType="application/inkml+xml"/>
  <Override PartName="/ppt/ink/ink1606.xml" ContentType="application/inkml+xml"/>
  <Override PartName="/ppt/ink/ink1607.xml" ContentType="application/inkml+xml"/>
  <Override PartName="/ppt/ink/ink1608.xml" ContentType="application/inkml+xml"/>
  <Override PartName="/ppt/ink/ink1609.xml" ContentType="application/inkml+xml"/>
  <Override PartName="/ppt/ink/ink1610.xml" ContentType="application/inkml+xml"/>
  <Override PartName="/ppt/ink/ink1611.xml" ContentType="application/inkml+xml"/>
  <Override PartName="/ppt/ink/ink1612.xml" ContentType="application/inkml+xml"/>
  <Override PartName="/ppt/ink/ink1613.xml" ContentType="application/inkml+xml"/>
  <Override PartName="/ppt/ink/ink1614.xml" ContentType="application/inkml+xml"/>
  <Override PartName="/ppt/ink/ink1615.xml" ContentType="application/inkml+xml"/>
  <Override PartName="/ppt/ink/ink1616.xml" ContentType="application/inkml+xml"/>
  <Override PartName="/ppt/ink/ink1617.xml" ContentType="application/inkml+xml"/>
  <Override PartName="/ppt/ink/ink1618.xml" ContentType="application/inkml+xml"/>
  <Override PartName="/ppt/ink/ink1619.xml" ContentType="application/inkml+xml"/>
  <Override PartName="/ppt/ink/ink1620.xml" ContentType="application/inkml+xml"/>
  <Override PartName="/ppt/ink/ink1621.xml" ContentType="application/inkml+xml"/>
  <Override PartName="/ppt/ink/ink1622.xml" ContentType="application/inkml+xml"/>
  <Override PartName="/ppt/ink/ink1623.xml" ContentType="application/inkml+xml"/>
  <Override PartName="/ppt/ink/ink1624.xml" ContentType="application/inkml+xml"/>
  <Override PartName="/ppt/ink/ink1625.xml" ContentType="application/inkml+xml"/>
  <Override PartName="/ppt/ink/ink1626.xml" ContentType="application/inkml+xml"/>
  <Override PartName="/ppt/ink/ink1627.xml" ContentType="application/inkml+xml"/>
  <Override PartName="/ppt/ink/ink1628.xml" ContentType="application/inkml+xml"/>
  <Override PartName="/ppt/ink/ink1629.xml" ContentType="application/inkml+xml"/>
  <Override PartName="/ppt/ink/ink1630.xml" ContentType="application/inkml+xml"/>
  <Override PartName="/ppt/ink/ink1631.xml" ContentType="application/inkml+xml"/>
  <Override PartName="/ppt/ink/ink1632.xml" ContentType="application/inkml+xml"/>
  <Override PartName="/ppt/ink/ink1633.xml" ContentType="application/inkml+xml"/>
  <Override PartName="/ppt/ink/ink1634.xml" ContentType="application/inkml+xml"/>
  <Override PartName="/ppt/ink/ink1635.xml" ContentType="application/inkml+xml"/>
  <Override PartName="/ppt/ink/ink1636.xml" ContentType="application/inkml+xml"/>
  <Override PartName="/ppt/ink/ink1637.xml" ContentType="application/inkml+xml"/>
  <Override PartName="/ppt/ink/ink1638.xml" ContentType="application/inkml+xml"/>
  <Override PartName="/ppt/ink/ink1639.xml" ContentType="application/inkml+xml"/>
  <Override PartName="/ppt/ink/ink1640.xml" ContentType="application/inkml+xml"/>
  <Override PartName="/ppt/ink/ink1641.xml" ContentType="application/inkml+xml"/>
  <Override PartName="/ppt/ink/ink1642.xml" ContentType="application/inkml+xml"/>
  <Override PartName="/ppt/ink/ink1643.xml" ContentType="application/inkml+xml"/>
  <Override PartName="/ppt/ink/ink1644.xml" ContentType="application/inkml+xml"/>
  <Override PartName="/ppt/ink/ink1645.xml" ContentType="application/inkml+xml"/>
  <Override PartName="/ppt/ink/ink1646.xml" ContentType="application/inkml+xml"/>
  <Override PartName="/ppt/ink/ink1647.xml" ContentType="application/inkml+xml"/>
  <Override PartName="/ppt/ink/ink1648.xml" ContentType="application/inkml+xml"/>
  <Override PartName="/ppt/ink/ink1649.xml" ContentType="application/inkml+xml"/>
  <Override PartName="/ppt/ink/ink1650.xml" ContentType="application/inkml+xml"/>
  <Override PartName="/ppt/ink/ink1651.xml" ContentType="application/inkml+xml"/>
  <Override PartName="/ppt/ink/ink1652.xml" ContentType="application/inkml+xml"/>
  <Override PartName="/ppt/ink/ink1653.xml" ContentType="application/inkml+xml"/>
  <Override PartName="/ppt/ink/ink1654.xml" ContentType="application/inkml+xml"/>
  <Override PartName="/ppt/ink/ink1655.xml" ContentType="application/inkml+xml"/>
  <Override PartName="/ppt/ink/ink1656.xml" ContentType="application/inkml+xml"/>
  <Override PartName="/ppt/ink/ink1657.xml" ContentType="application/inkml+xml"/>
  <Override PartName="/ppt/ink/ink1658.xml" ContentType="application/inkml+xml"/>
  <Override PartName="/ppt/ink/ink1659.xml" ContentType="application/inkml+xml"/>
  <Override PartName="/ppt/ink/ink1660.xml" ContentType="application/inkml+xml"/>
  <Override PartName="/ppt/ink/ink1661.xml" ContentType="application/inkml+xml"/>
  <Override PartName="/ppt/ink/ink1662.xml" ContentType="application/inkml+xml"/>
  <Override PartName="/ppt/ink/ink1663.xml" ContentType="application/inkml+xml"/>
  <Override PartName="/ppt/ink/ink1664.xml" ContentType="application/inkml+xml"/>
  <Override PartName="/ppt/ink/ink1665.xml" ContentType="application/inkml+xml"/>
  <Override PartName="/ppt/ink/ink1666.xml" ContentType="application/inkml+xml"/>
  <Override PartName="/ppt/ink/ink1667.xml" ContentType="application/inkml+xml"/>
  <Override PartName="/ppt/ink/ink1668.xml" ContentType="application/inkml+xml"/>
  <Override PartName="/ppt/ink/ink1669.xml" ContentType="application/inkml+xml"/>
  <Override PartName="/ppt/ink/ink1670.xml" ContentType="application/inkml+xml"/>
  <Override PartName="/ppt/ink/ink1671.xml" ContentType="application/inkml+xml"/>
  <Override PartName="/ppt/ink/ink1672.xml" ContentType="application/inkml+xml"/>
  <Override PartName="/ppt/ink/ink1673.xml" ContentType="application/inkml+xml"/>
  <Override PartName="/ppt/ink/ink1674.xml" ContentType="application/inkml+xml"/>
  <Override PartName="/ppt/ink/ink1675.xml" ContentType="application/inkml+xml"/>
  <Override PartName="/ppt/ink/ink1676.xml" ContentType="application/inkml+xml"/>
  <Override PartName="/ppt/ink/ink1677.xml" ContentType="application/inkml+xml"/>
  <Override PartName="/ppt/ink/ink1678.xml" ContentType="application/inkml+xml"/>
  <Override PartName="/ppt/ink/ink1679.xml" ContentType="application/inkml+xml"/>
  <Override PartName="/ppt/ink/ink1680.xml" ContentType="application/inkml+xml"/>
  <Override PartName="/ppt/ink/ink1681.xml" ContentType="application/inkml+xml"/>
  <Override PartName="/ppt/ink/ink1682.xml" ContentType="application/inkml+xml"/>
  <Override PartName="/ppt/ink/ink1683.xml" ContentType="application/inkml+xml"/>
  <Override PartName="/ppt/ink/ink1684.xml" ContentType="application/inkml+xml"/>
  <Override PartName="/ppt/ink/ink1685.xml" ContentType="application/inkml+xml"/>
  <Override PartName="/ppt/ink/ink1686.xml" ContentType="application/inkml+xml"/>
  <Override PartName="/ppt/ink/ink1687.xml" ContentType="application/inkml+xml"/>
  <Override PartName="/ppt/ink/ink1688.xml" ContentType="application/inkml+xml"/>
  <Override PartName="/ppt/ink/ink1689.xml" ContentType="application/inkml+xml"/>
  <Override PartName="/ppt/ink/ink1690.xml" ContentType="application/inkml+xml"/>
  <Override PartName="/ppt/ink/ink1691.xml" ContentType="application/inkml+xml"/>
  <Override PartName="/ppt/ink/ink1692.xml" ContentType="application/inkml+xml"/>
  <Override PartName="/ppt/ink/ink1693.xml" ContentType="application/inkml+xml"/>
  <Override PartName="/ppt/ink/ink1694.xml" ContentType="application/inkml+xml"/>
  <Override PartName="/ppt/ink/ink1695.xml" ContentType="application/inkml+xml"/>
  <Override PartName="/ppt/ink/ink1696.xml" ContentType="application/inkml+xml"/>
  <Override PartName="/ppt/ink/ink1697.xml" ContentType="application/inkml+xml"/>
  <Override PartName="/ppt/ink/ink1698.xml" ContentType="application/inkml+xml"/>
  <Override PartName="/ppt/ink/ink1699.xml" ContentType="application/inkml+xml"/>
  <Override PartName="/ppt/ink/ink1700.xml" ContentType="application/inkml+xml"/>
  <Override PartName="/ppt/ink/ink1701.xml" ContentType="application/inkml+xml"/>
  <Override PartName="/ppt/ink/ink1702.xml" ContentType="application/inkml+xml"/>
  <Override PartName="/ppt/ink/ink1703.xml" ContentType="application/inkml+xml"/>
  <Override PartName="/ppt/ink/ink1704.xml" ContentType="application/inkml+xml"/>
  <Override PartName="/ppt/ink/ink1705.xml" ContentType="application/inkml+xml"/>
  <Override PartName="/ppt/ink/ink1706.xml" ContentType="application/inkml+xml"/>
  <Override PartName="/ppt/ink/ink1707.xml" ContentType="application/inkml+xml"/>
  <Override PartName="/ppt/ink/ink1708.xml" ContentType="application/inkml+xml"/>
  <Override PartName="/ppt/ink/ink1709.xml" ContentType="application/inkml+xml"/>
  <Override PartName="/ppt/ink/ink1710.xml" ContentType="application/inkml+xml"/>
  <Override PartName="/ppt/ink/ink1711.xml" ContentType="application/inkml+xml"/>
  <Override PartName="/ppt/ink/ink1712.xml" ContentType="application/inkml+xml"/>
  <Override PartName="/ppt/ink/ink1713.xml" ContentType="application/inkml+xml"/>
  <Override PartName="/ppt/ink/ink1714.xml" ContentType="application/inkml+xml"/>
  <Override PartName="/ppt/ink/ink1715.xml" ContentType="application/inkml+xml"/>
  <Override PartName="/ppt/ink/ink1716.xml" ContentType="application/inkml+xml"/>
  <Override PartName="/ppt/ink/ink1717.xml" ContentType="application/inkml+xml"/>
  <Override PartName="/ppt/ink/ink1718.xml" ContentType="application/inkml+xml"/>
  <Override PartName="/ppt/ink/ink1719.xml" ContentType="application/inkml+xml"/>
  <Override PartName="/ppt/ink/ink1720.xml" ContentType="application/inkml+xml"/>
  <Override PartName="/ppt/ink/ink1721.xml" ContentType="application/inkml+xml"/>
  <Override PartName="/ppt/ink/ink1722.xml" ContentType="application/inkml+xml"/>
  <Override PartName="/ppt/ink/ink1723.xml" ContentType="application/inkml+xml"/>
  <Override PartName="/ppt/ink/ink1724.xml" ContentType="application/inkml+xml"/>
  <Override PartName="/ppt/ink/ink1725.xml" ContentType="application/inkml+xml"/>
  <Override PartName="/ppt/ink/ink1726.xml" ContentType="application/inkml+xml"/>
  <Override PartName="/ppt/ink/ink1727.xml" ContentType="application/inkml+xml"/>
  <Override PartName="/ppt/ink/ink1728.xml" ContentType="application/inkml+xml"/>
  <Override PartName="/ppt/ink/ink1729.xml" ContentType="application/inkml+xml"/>
  <Override PartName="/ppt/ink/ink1730.xml" ContentType="application/inkml+xml"/>
  <Override PartName="/ppt/ink/ink1731.xml" ContentType="application/inkml+xml"/>
  <Override PartName="/ppt/ink/ink1732.xml" ContentType="application/inkml+xml"/>
  <Override PartName="/ppt/ink/ink1733.xml" ContentType="application/inkml+xml"/>
  <Override PartName="/ppt/ink/ink1734.xml" ContentType="application/inkml+xml"/>
  <Override PartName="/ppt/ink/ink1735.xml" ContentType="application/inkml+xml"/>
  <Override PartName="/ppt/ink/ink1736.xml" ContentType="application/inkml+xml"/>
  <Override PartName="/ppt/ink/ink1737.xml" ContentType="application/inkml+xml"/>
  <Override PartName="/ppt/ink/ink1738.xml" ContentType="application/inkml+xml"/>
  <Override PartName="/ppt/ink/ink1739.xml" ContentType="application/inkml+xml"/>
  <Override PartName="/ppt/ink/ink1740.xml" ContentType="application/inkml+xml"/>
  <Override PartName="/ppt/ink/ink1741.xml" ContentType="application/inkml+xml"/>
  <Override PartName="/ppt/ink/ink1742.xml" ContentType="application/inkml+xml"/>
  <Override PartName="/ppt/ink/ink1743.xml" ContentType="application/inkml+xml"/>
  <Override PartName="/ppt/ink/ink1744.xml" ContentType="application/inkml+xml"/>
  <Override PartName="/ppt/ink/ink1745.xml" ContentType="application/inkml+xml"/>
  <Override PartName="/ppt/ink/ink1746.xml" ContentType="application/inkml+xml"/>
  <Override PartName="/ppt/ink/ink1747.xml" ContentType="application/inkml+xml"/>
  <Override PartName="/ppt/ink/ink1748.xml" ContentType="application/inkml+xml"/>
  <Override PartName="/ppt/ink/ink1749.xml" ContentType="application/inkml+xml"/>
  <Override PartName="/ppt/ink/ink1750.xml" ContentType="application/inkml+xml"/>
  <Override PartName="/ppt/ink/ink1751.xml" ContentType="application/inkml+xml"/>
  <Override PartName="/ppt/ink/ink1752.xml" ContentType="application/inkml+xml"/>
  <Override PartName="/ppt/ink/ink1753.xml" ContentType="application/inkml+xml"/>
  <Override PartName="/ppt/ink/ink1754.xml" ContentType="application/inkml+xml"/>
  <Override PartName="/ppt/ink/ink1755.xml" ContentType="application/inkml+xml"/>
  <Override PartName="/ppt/ink/ink1756.xml" ContentType="application/inkml+xml"/>
  <Override PartName="/ppt/ink/ink1757.xml" ContentType="application/inkml+xml"/>
  <Override PartName="/ppt/ink/ink1758.xml" ContentType="application/inkml+xml"/>
  <Override PartName="/ppt/ink/ink1759.xml" ContentType="application/inkml+xml"/>
  <Override PartName="/ppt/ink/ink1760.xml" ContentType="application/inkml+xml"/>
  <Override PartName="/ppt/ink/ink1761.xml" ContentType="application/inkml+xml"/>
  <Override PartName="/ppt/ink/ink1762.xml" ContentType="application/inkml+xml"/>
  <Override PartName="/ppt/ink/ink1763.xml" ContentType="application/inkml+xml"/>
  <Override PartName="/ppt/ink/ink1764.xml" ContentType="application/inkml+xml"/>
  <Override PartName="/ppt/ink/ink1765.xml" ContentType="application/inkml+xml"/>
  <Override PartName="/ppt/ink/ink1766.xml" ContentType="application/inkml+xml"/>
  <Override PartName="/ppt/ink/ink1767.xml" ContentType="application/inkml+xml"/>
  <Override PartName="/ppt/ink/ink1768.xml" ContentType="application/inkml+xml"/>
  <Override PartName="/ppt/ink/ink1769.xml" ContentType="application/inkml+xml"/>
  <Override PartName="/ppt/ink/ink1770.xml" ContentType="application/inkml+xml"/>
  <Override PartName="/ppt/ink/ink1771.xml" ContentType="application/inkml+xml"/>
  <Override PartName="/ppt/ink/ink1772.xml" ContentType="application/inkml+xml"/>
  <Override PartName="/ppt/ink/ink1773.xml" ContentType="application/inkml+xml"/>
  <Override PartName="/ppt/ink/ink1774.xml" ContentType="application/inkml+xml"/>
  <Override PartName="/ppt/ink/ink1775.xml" ContentType="application/inkml+xml"/>
  <Override PartName="/ppt/ink/ink1776.xml" ContentType="application/inkml+xml"/>
  <Override PartName="/ppt/ink/ink1777.xml" ContentType="application/inkml+xml"/>
  <Override PartName="/ppt/ink/ink1778.xml" ContentType="application/inkml+xml"/>
  <Override PartName="/ppt/ink/ink1779.xml" ContentType="application/inkml+xml"/>
  <Override PartName="/ppt/ink/ink1780.xml" ContentType="application/inkml+xml"/>
  <Override PartName="/ppt/ink/ink1781.xml" ContentType="application/inkml+xml"/>
  <Override PartName="/ppt/ink/ink1782.xml" ContentType="application/inkml+xml"/>
  <Override PartName="/ppt/ink/ink1783.xml" ContentType="application/inkml+xml"/>
  <Override PartName="/ppt/ink/ink1784.xml" ContentType="application/inkml+xml"/>
  <Override PartName="/ppt/ink/ink1785.xml" ContentType="application/inkml+xml"/>
  <Override PartName="/ppt/ink/ink1786.xml" ContentType="application/inkml+xml"/>
  <Override PartName="/ppt/ink/ink1787.xml" ContentType="application/inkml+xml"/>
  <Override PartName="/ppt/ink/ink1788.xml" ContentType="application/inkml+xml"/>
  <Override PartName="/ppt/ink/ink1789.xml" ContentType="application/inkml+xml"/>
  <Override PartName="/ppt/ink/ink1790.xml" ContentType="application/inkml+xml"/>
  <Override PartName="/ppt/ink/ink1791.xml" ContentType="application/inkml+xml"/>
  <Override PartName="/ppt/ink/ink1792.xml" ContentType="application/inkml+xml"/>
  <Override PartName="/ppt/ink/ink1793.xml" ContentType="application/inkml+xml"/>
  <Override PartName="/ppt/ink/ink1794.xml" ContentType="application/inkml+xml"/>
  <Override PartName="/ppt/ink/ink1795.xml" ContentType="application/inkml+xml"/>
  <Override PartName="/ppt/ink/ink1796.xml" ContentType="application/inkml+xml"/>
  <Override PartName="/ppt/ink/ink1797.xml" ContentType="application/inkml+xml"/>
  <Override PartName="/ppt/ink/ink1798.xml" ContentType="application/inkml+xml"/>
  <Override PartName="/ppt/ink/ink1799.xml" ContentType="application/inkml+xml"/>
  <Override PartName="/ppt/ink/ink1800.xml" ContentType="application/inkml+xml"/>
  <Override PartName="/ppt/ink/ink1801.xml" ContentType="application/inkml+xml"/>
  <Override PartName="/ppt/ink/ink1802.xml" ContentType="application/inkml+xml"/>
  <Override PartName="/ppt/ink/ink1803.xml" ContentType="application/inkml+xml"/>
  <Override PartName="/ppt/ink/ink1804.xml" ContentType="application/inkml+xml"/>
  <Override PartName="/ppt/ink/ink1805.xml" ContentType="application/inkml+xml"/>
  <Override PartName="/ppt/ink/ink1806.xml" ContentType="application/inkml+xml"/>
  <Override PartName="/ppt/ink/ink1807.xml" ContentType="application/inkml+xml"/>
  <Override PartName="/ppt/ink/ink1808.xml" ContentType="application/inkml+xml"/>
  <Override PartName="/ppt/ink/ink1809.xml" ContentType="application/inkml+xml"/>
  <Override PartName="/ppt/ink/ink1810.xml" ContentType="application/inkml+xml"/>
  <Override PartName="/ppt/ink/ink1811.xml" ContentType="application/inkml+xml"/>
  <Override PartName="/ppt/ink/ink1812.xml" ContentType="application/inkml+xml"/>
  <Override PartName="/ppt/ink/ink1813.xml" ContentType="application/inkml+xml"/>
  <Override PartName="/ppt/ink/ink1814.xml" ContentType="application/inkml+xml"/>
  <Override PartName="/ppt/ink/ink1815.xml" ContentType="application/inkml+xml"/>
  <Override PartName="/ppt/ink/ink1816.xml" ContentType="application/inkml+xml"/>
  <Override PartName="/ppt/ink/ink1817.xml" ContentType="application/inkml+xml"/>
  <Override PartName="/ppt/ink/ink1818.xml" ContentType="application/inkml+xml"/>
  <Override PartName="/ppt/ink/ink1819.xml" ContentType="application/inkml+xml"/>
  <Override PartName="/ppt/ink/ink1820.xml" ContentType="application/inkml+xml"/>
  <Override PartName="/ppt/ink/ink1821.xml" ContentType="application/inkml+xml"/>
  <Override PartName="/ppt/ink/ink1822.xml" ContentType="application/inkml+xml"/>
  <Override PartName="/ppt/ink/ink1823.xml" ContentType="application/inkml+xml"/>
  <Override PartName="/ppt/ink/ink1824.xml" ContentType="application/inkml+xml"/>
  <Override PartName="/ppt/ink/ink1825.xml" ContentType="application/inkml+xml"/>
  <Override PartName="/ppt/ink/ink1826.xml" ContentType="application/inkml+xml"/>
  <Override PartName="/ppt/ink/ink1827.xml" ContentType="application/inkml+xml"/>
  <Override PartName="/ppt/ink/ink1828.xml" ContentType="application/inkml+xml"/>
  <Override PartName="/ppt/ink/ink1829.xml" ContentType="application/inkml+xml"/>
  <Override PartName="/ppt/ink/ink1830.xml" ContentType="application/inkml+xml"/>
  <Override PartName="/ppt/ink/ink1831.xml" ContentType="application/inkml+xml"/>
  <Override PartName="/ppt/ink/ink1832.xml" ContentType="application/inkml+xml"/>
  <Override PartName="/ppt/ink/ink1833.xml" ContentType="application/inkml+xml"/>
  <Override PartName="/ppt/ink/ink1834.xml" ContentType="application/inkml+xml"/>
  <Override PartName="/ppt/ink/ink1835.xml" ContentType="application/inkml+xml"/>
  <Override PartName="/ppt/ink/ink1836.xml" ContentType="application/inkml+xml"/>
  <Override PartName="/ppt/ink/ink1837.xml" ContentType="application/inkml+xml"/>
  <Override PartName="/ppt/ink/ink1838.xml" ContentType="application/inkml+xml"/>
  <Override PartName="/ppt/ink/ink1839.xml" ContentType="application/inkml+xml"/>
  <Override PartName="/ppt/ink/ink1840.xml" ContentType="application/inkml+xml"/>
  <Override PartName="/ppt/ink/ink1841.xml" ContentType="application/inkml+xml"/>
  <Override PartName="/ppt/ink/ink1842.xml" ContentType="application/inkml+xml"/>
  <Override PartName="/ppt/ink/ink1843.xml" ContentType="application/inkml+xml"/>
  <Override PartName="/ppt/ink/ink1844.xml" ContentType="application/inkml+xml"/>
  <Override PartName="/ppt/ink/ink1845.xml" ContentType="application/inkml+xml"/>
  <Override PartName="/ppt/ink/ink1846.xml" ContentType="application/inkml+xml"/>
  <Override PartName="/ppt/ink/ink1847.xml" ContentType="application/inkml+xml"/>
  <Override PartName="/ppt/ink/ink1848.xml" ContentType="application/inkml+xml"/>
  <Override PartName="/ppt/ink/ink1849.xml" ContentType="application/inkml+xml"/>
  <Override PartName="/ppt/ink/ink1850.xml" ContentType="application/inkml+xml"/>
  <Override PartName="/ppt/ink/ink1851.xml" ContentType="application/inkml+xml"/>
  <Override PartName="/ppt/ink/ink1852.xml" ContentType="application/inkml+xml"/>
  <Override PartName="/ppt/ink/ink1853.xml" ContentType="application/inkml+xml"/>
  <Override PartName="/ppt/ink/ink1854.xml" ContentType="application/inkml+xml"/>
  <Override PartName="/ppt/ink/ink1855.xml" ContentType="application/inkml+xml"/>
  <Override PartName="/ppt/ink/ink1856.xml" ContentType="application/inkml+xml"/>
  <Override PartName="/ppt/ink/ink1857.xml" ContentType="application/inkml+xml"/>
  <Override PartName="/ppt/ink/ink1858.xml" ContentType="application/inkml+xml"/>
  <Override PartName="/ppt/ink/ink1859.xml" ContentType="application/inkml+xml"/>
  <Override PartName="/ppt/ink/ink1860.xml" ContentType="application/inkml+xml"/>
  <Override PartName="/ppt/ink/ink1861.xml" ContentType="application/inkml+xml"/>
  <Override PartName="/ppt/ink/ink1862.xml" ContentType="application/inkml+xml"/>
  <Override PartName="/ppt/ink/ink1863.xml" ContentType="application/inkml+xml"/>
  <Override PartName="/ppt/ink/ink1864.xml" ContentType="application/inkml+xml"/>
  <Override PartName="/ppt/ink/ink1865.xml" ContentType="application/inkml+xml"/>
  <Override PartName="/ppt/ink/ink1866.xml" ContentType="application/inkml+xml"/>
  <Override PartName="/ppt/ink/ink1867.xml" ContentType="application/inkml+xml"/>
  <Override PartName="/ppt/ink/ink1868.xml" ContentType="application/inkml+xml"/>
  <Override PartName="/ppt/ink/ink1869.xml" ContentType="application/inkml+xml"/>
  <Override PartName="/ppt/ink/ink1870.xml" ContentType="application/inkml+xml"/>
  <Override PartName="/ppt/ink/ink1871.xml" ContentType="application/inkml+xml"/>
  <Override PartName="/ppt/ink/ink1872.xml" ContentType="application/inkml+xml"/>
  <Override PartName="/ppt/ink/ink1873.xml" ContentType="application/inkml+xml"/>
  <Override PartName="/ppt/ink/ink1874.xml" ContentType="application/inkml+xml"/>
  <Override PartName="/ppt/ink/ink1875.xml" ContentType="application/inkml+xml"/>
  <Override PartName="/ppt/ink/ink1876.xml" ContentType="application/inkml+xml"/>
  <Override PartName="/ppt/ink/ink1877.xml" ContentType="application/inkml+xml"/>
  <Override PartName="/ppt/ink/ink1878.xml" ContentType="application/inkml+xml"/>
  <Override PartName="/ppt/ink/ink1879.xml" ContentType="application/inkml+xml"/>
  <Override PartName="/ppt/ink/ink1880.xml" ContentType="application/inkml+xml"/>
  <Override PartName="/ppt/ink/ink1881.xml" ContentType="application/inkml+xml"/>
  <Override PartName="/ppt/ink/ink1882.xml" ContentType="application/inkml+xml"/>
  <Override PartName="/ppt/ink/ink1883.xml" ContentType="application/inkml+xml"/>
  <Override PartName="/ppt/ink/ink1884.xml" ContentType="application/inkml+xml"/>
  <Override PartName="/ppt/ink/ink1885.xml" ContentType="application/inkml+xml"/>
  <Override PartName="/ppt/ink/ink1886.xml" ContentType="application/inkml+xml"/>
  <Override PartName="/ppt/ink/ink1887.xml" ContentType="application/inkml+xml"/>
  <Override PartName="/ppt/ink/ink1888.xml" ContentType="application/inkml+xml"/>
  <Override PartName="/ppt/ink/ink1889.xml" ContentType="application/inkml+xml"/>
  <Override PartName="/ppt/ink/ink1890.xml" ContentType="application/inkml+xml"/>
  <Override PartName="/ppt/ink/ink1891.xml" ContentType="application/inkml+xml"/>
  <Override PartName="/ppt/ink/ink1892.xml" ContentType="application/inkml+xml"/>
  <Override PartName="/ppt/ink/ink1893.xml" ContentType="application/inkml+xml"/>
  <Override PartName="/ppt/ink/ink1894.xml" ContentType="application/inkml+xml"/>
  <Override PartName="/ppt/ink/ink1895.xml" ContentType="application/inkml+xml"/>
  <Override PartName="/ppt/ink/ink1896.xml" ContentType="application/inkml+xml"/>
  <Override PartName="/ppt/ink/ink1897.xml" ContentType="application/inkml+xml"/>
  <Override PartName="/ppt/ink/ink1898.xml" ContentType="application/inkml+xml"/>
  <Override PartName="/ppt/ink/ink1899.xml" ContentType="application/inkml+xml"/>
  <Override PartName="/ppt/ink/ink1900.xml" ContentType="application/inkml+xml"/>
  <Override PartName="/ppt/ink/ink1901.xml" ContentType="application/inkml+xml"/>
  <Override PartName="/ppt/ink/ink1902.xml" ContentType="application/inkml+xml"/>
  <Override PartName="/ppt/ink/ink1903.xml" ContentType="application/inkml+xml"/>
  <Override PartName="/ppt/ink/ink1904.xml" ContentType="application/inkml+xml"/>
  <Override PartName="/ppt/ink/ink1905.xml" ContentType="application/inkml+xml"/>
  <Override PartName="/ppt/ink/ink1906.xml" ContentType="application/inkml+xml"/>
  <Override PartName="/ppt/ink/ink1907.xml" ContentType="application/inkml+xml"/>
  <Override PartName="/ppt/ink/ink1908.xml" ContentType="application/inkml+xml"/>
  <Override PartName="/ppt/ink/ink1909.xml" ContentType="application/inkml+xml"/>
  <Override PartName="/ppt/ink/ink1910.xml" ContentType="application/inkml+xml"/>
  <Override PartName="/ppt/ink/ink1911.xml" ContentType="application/inkml+xml"/>
  <Override PartName="/ppt/ink/ink1912.xml" ContentType="application/inkml+xml"/>
  <Override PartName="/ppt/ink/ink1913.xml" ContentType="application/inkml+xml"/>
  <Override PartName="/ppt/ink/ink1914.xml" ContentType="application/inkml+xml"/>
  <Override PartName="/ppt/ink/ink1915.xml" ContentType="application/inkml+xml"/>
  <Override PartName="/ppt/ink/ink1916.xml" ContentType="application/inkml+xml"/>
  <Override PartName="/ppt/ink/ink1917.xml" ContentType="application/inkml+xml"/>
  <Override PartName="/ppt/ink/ink1918.xml" ContentType="application/inkml+xml"/>
  <Override PartName="/ppt/ink/ink1919.xml" ContentType="application/inkml+xml"/>
  <Override PartName="/ppt/ink/ink1920.xml" ContentType="application/inkml+xml"/>
  <Override PartName="/ppt/ink/ink1921.xml" ContentType="application/inkml+xml"/>
  <Override PartName="/ppt/ink/ink1922.xml" ContentType="application/inkml+xml"/>
  <Override PartName="/ppt/ink/ink1923.xml" ContentType="application/inkml+xml"/>
  <Override PartName="/ppt/ink/ink1924.xml" ContentType="application/inkml+xml"/>
  <Override PartName="/ppt/ink/ink1925.xml" ContentType="application/inkml+xml"/>
  <Override PartName="/ppt/ink/ink1926.xml" ContentType="application/inkml+xml"/>
  <Override PartName="/ppt/ink/ink1927.xml" ContentType="application/inkml+xml"/>
  <Override PartName="/ppt/ink/ink1928.xml" ContentType="application/inkml+xml"/>
  <Override PartName="/ppt/ink/ink1929.xml" ContentType="application/inkml+xml"/>
  <Override PartName="/ppt/ink/ink1930.xml" ContentType="application/inkml+xml"/>
  <Override PartName="/ppt/ink/ink1931.xml" ContentType="application/inkml+xml"/>
  <Override PartName="/ppt/ink/ink1932.xml" ContentType="application/inkml+xml"/>
  <Override PartName="/ppt/ink/ink1933.xml" ContentType="application/inkml+xml"/>
  <Override PartName="/ppt/ink/ink1934.xml" ContentType="application/inkml+xml"/>
  <Override PartName="/ppt/ink/ink1935.xml" ContentType="application/inkml+xml"/>
  <Override PartName="/ppt/ink/ink1936.xml" ContentType="application/inkml+xml"/>
  <Override PartName="/ppt/ink/ink1937.xml" ContentType="application/inkml+xml"/>
  <Override PartName="/ppt/ink/ink1938.xml" ContentType="application/inkml+xml"/>
  <Override PartName="/ppt/ink/ink1939.xml" ContentType="application/inkml+xml"/>
  <Override PartName="/ppt/ink/ink1940.xml" ContentType="application/inkml+xml"/>
  <Override PartName="/ppt/ink/ink1941.xml" ContentType="application/inkml+xml"/>
  <Override PartName="/ppt/ink/ink1942.xml" ContentType="application/inkml+xml"/>
  <Override PartName="/ppt/ink/ink1943.xml" ContentType="application/inkml+xml"/>
  <Override PartName="/ppt/ink/ink1944.xml" ContentType="application/inkml+xml"/>
  <Override PartName="/ppt/ink/ink1945.xml" ContentType="application/inkml+xml"/>
  <Override PartName="/ppt/ink/ink1946.xml" ContentType="application/inkml+xml"/>
  <Override PartName="/ppt/ink/ink1947.xml" ContentType="application/inkml+xml"/>
  <Override PartName="/ppt/ink/ink1948.xml" ContentType="application/inkml+xml"/>
  <Override PartName="/ppt/ink/ink1949.xml" ContentType="application/inkml+xml"/>
  <Override PartName="/ppt/ink/ink1950.xml" ContentType="application/inkml+xml"/>
  <Override PartName="/ppt/ink/ink1951.xml" ContentType="application/inkml+xml"/>
  <Override PartName="/ppt/ink/ink1952.xml" ContentType="application/inkml+xml"/>
  <Override PartName="/ppt/ink/ink1953.xml" ContentType="application/inkml+xml"/>
  <Override PartName="/ppt/ink/ink1954.xml" ContentType="application/inkml+xml"/>
  <Override PartName="/ppt/ink/ink1955.xml" ContentType="application/inkml+xml"/>
  <Override PartName="/ppt/ink/ink1956.xml" ContentType="application/inkml+xml"/>
  <Override PartName="/ppt/ink/ink1957.xml" ContentType="application/inkml+xml"/>
  <Override PartName="/ppt/ink/ink1958.xml" ContentType="application/inkml+xml"/>
  <Override PartName="/ppt/ink/ink1959.xml" ContentType="application/inkml+xml"/>
  <Override PartName="/ppt/ink/ink1960.xml" ContentType="application/inkml+xml"/>
  <Override PartName="/ppt/ink/ink1961.xml" ContentType="application/inkml+xml"/>
  <Override PartName="/ppt/ink/ink1962.xml" ContentType="application/inkml+xml"/>
  <Override PartName="/ppt/ink/ink1963.xml" ContentType="application/inkml+xml"/>
  <Override PartName="/ppt/ink/ink1964.xml" ContentType="application/inkml+xml"/>
  <Override PartName="/ppt/ink/ink1965.xml" ContentType="application/inkml+xml"/>
  <Override PartName="/ppt/ink/ink1966.xml" ContentType="application/inkml+xml"/>
  <Override PartName="/ppt/ink/ink1967.xml" ContentType="application/inkml+xml"/>
  <Override PartName="/ppt/ink/ink1968.xml" ContentType="application/inkml+xml"/>
  <Override PartName="/ppt/ink/ink1969.xml" ContentType="application/inkml+xml"/>
  <Override PartName="/ppt/ink/ink1970.xml" ContentType="application/inkml+xml"/>
  <Override PartName="/ppt/ink/ink1971.xml" ContentType="application/inkml+xml"/>
  <Override PartName="/ppt/ink/ink1972.xml" ContentType="application/inkml+xml"/>
  <Override PartName="/ppt/ink/ink1973.xml" ContentType="application/inkml+xml"/>
  <Override PartName="/ppt/ink/ink1974.xml" ContentType="application/inkml+xml"/>
  <Override PartName="/ppt/ink/ink1975.xml" ContentType="application/inkml+xml"/>
  <Override PartName="/ppt/ink/ink1976.xml" ContentType="application/inkml+xml"/>
  <Override PartName="/ppt/ink/ink1977.xml" ContentType="application/inkml+xml"/>
  <Override PartName="/ppt/ink/ink1978.xml" ContentType="application/inkml+xml"/>
  <Override PartName="/ppt/ink/ink1979.xml" ContentType="application/inkml+xml"/>
  <Override PartName="/ppt/ink/ink1980.xml" ContentType="application/inkml+xml"/>
  <Override PartName="/ppt/ink/ink1981.xml" ContentType="application/inkml+xml"/>
  <Override PartName="/ppt/ink/ink1982.xml" ContentType="application/inkml+xml"/>
  <Override PartName="/ppt/ink/ink1983.xml" ContentType="application/inkml+xml"/>
  <Override PartName="/ppt/ink/ink1984.xml" ContentType="application/inkml+xml"/>
  <Override PartName="/ppt/ink/ink1985.xml" ContentType="application/inkml+xml"/>
  <Override PartName="/ppt/ink/ink1986.xml" ContentType="application/inkml+xml"/>
  <Override PartName="/ppt/ink/ink1987.xml" ContentType="application/inkml+xml"/>
  <Override PartName="/ppt/ink/ink1988.xml" ContentType="application/inkml+xml"/>
  <Override PartName="/ppt/ink/ink1989.xml" ContentType="application/inkml+xml"/>
  <Override PartName="/ppt/ink/ink1990.xml" ContentType="application/inkml+xml"/>
  <Override PartName="/ppt/ink/ink1991.xml" ContentType="application/inkml+xml"/>
  <Override PartName="/ppt/ink/ink1992.xml" ContentType="application/inkml+xml"/>
  <Override PartName="/ppt/ink/ink1993.xml" ContentType="application/inkml+xml"/>
  <Override PartName="/ppt/ink/ink1994.xml" ContentType="application/inkml+xml"/>
  <Override PartName="/ppt/ink/ink1995.xml" ContentType="application/inkml+xml"/>
  <Override PartName="/ppt/ink/ink1996.xml" ContentType="application/inkml+xml"/>
  <Override PartName="/ppt/ink/ink1997.xml" ContentType="application/inkml+xml"/>
  <Override PartName="/ppt/ink/ink1998.xml" ContentType="application/inkml+xml"/>
  <Override PartName="/ppt/ink/ink1999.xml" ContentType="application/inkml+xml"/>
  <Override PartName="/ppt/ink/ink2000.xml" ContentType="application/inkml+xml"/>
  <Override PartName="/ppt/ink/ink2001.xml" ContentType="application/inkml+xml"/>
  <Override PartName="/ppt/ink/ink2002.xml" ContentType="application/inkml+xml"/>
  <Override PartName="/ppt/ink/ink2003.xml" ContentType="application/inkml+xml"/>
  <Override PartName="/ppt/ink/ink2004.xml" ContentType="application/inkml+xml"/>
  <Override PartName="/ppt/ink/ink2005.xml" ContentType="application/inkml+xml"/>
  <Override PartName="/ppt/ink/ink2006.xml" ContentType="application/inkml+xml"/>
  <Override PartName="/ppt/ink/ink2007.xml" ContentType="application/inkml+xml"/>
  <Override PartName="/ppt/ink/ink2008.xml" ContentType="application/inkml+xml"/>
  <Override PartName="/ppt/ink/ink2009.xml" ContentType="application/inkml+xml"/>
  <Override PartName="/ppt/ink/ink2010.xml" ContentType="application/inkml+xml"/>
  <Override PartName="/ppt/ink/ink2011.xml" ContentType="application/inkml+xml"/>
  <Override PartName="/ppt/ink/ink2012.xml" ContentType="application/inkml+xml"/>
  <Override PartName="/ppt/ink/ink2013.xml" ContentType="application/inkml+xml"/>
  <Override PartName="/ppt/ink/ink2014.xml" ContentType="application/inkml+xml"/>
  <Override PartName="/ppt/ink/ink2015.xml" ContentType="application/inkml+xml"/>
  <Override PartName="/ppt/ink/ink2016.xml" ContentType="application/inkml+xml"/>
  <Override PartName="/ppt/ink/ink2017.xml" ContentType="application/inkml+xml"/>
  <Override PartName="/ppt/ink/ink2018.xml" ContentType="application/inkml+xml"/>
  <Override PartName="/ppt/ink/ink2019.xml" ContentType="application/inkml+xml"/>
  <Override PartName="/ppt/ink/ink2020.xml" ContentType="application/inkml+xml"/>
  <Override PartName="/ppt/ink/ink2021.xml" ContentType="application/inkml+xml"/>
  <Override PartName="/ppt/ink/ink2022.xml" ContentType="application/inkml+xml"/>
  <Override PartName="/ppt/ink/ink2023.xml" ContentType="application/inkml+xml"/>
  <Override PartName="/ppt/ink/ink2024.xml" ContentType="application/inkml+xml"/>
  <Override PartName="/ppt/ink/ink2025.xml" ContentType="application/inkml+xml"/>
  <Override PartName="/ppt/ink/ink2026.xml" ContentType="application/inkml+xml"/>
  <Override PartName="/ppt/ink/ink2027.xml" ContentType="application/inkml+xml"/>
  <Override PartName="/ppt/ink/ink2028.xml" ContentType="application/inkml+xml"/>
  <Override PartName="/ppt/ink/ink2029.xml" ContentType="application/inkml+xml"/>
  <Override PartName="/ppt/ink/ink2030.xml" ContentType="application/inkml+xml"/>
  <Override PartName="/ppt/ink/ink2031.xml" ContentType="application/inkml+xml"/>
  <Override PartName="/ppt/ink/ink2032.xml" ContentType="application/inkml+xml"/>
  <Override PartName="/ppt/ink/ink2033.xml" ContentType="application/inkml+xml"/>
  <Override PartName="/ppt/ink/ink2034.xml" ContentType="application/inkml+xml"/>
  <Override PartName="/ppt/ink/ink2035.xml" ContentType="application/inkml+xml"/>
  <Override PartName="/ppt/ink/ink2036.xml" ContentType="application/inkml+xml"/>
  <Override PartName="/ppt/ink/ink2037.xml" ContentType="application/inkml+xml"/>
  <Override PartName="/ppt/ink/ink2038.xml" ContentType="application/inkml+xml"/>
  <Override PartName="/ppt/ink/ink2039.xml" ContentType="application/inkml+xml"/>
  <Override PartName="/ppt/ink/ink2040.xml" ContentType="application/inkml+xml"/>
  <Override PartName="/ppt/ink/ink2041.xml" ContentType="application/inkml+xml"/>
  <Override PartName="/ppt/ink/ink2042.xml" ContentType="application/inkml+xml"/>
  <Override PartName="/ppt/ink/ink2043.xml" ContentType="application/inkml+xml"/>
  <Override PartName="/ppt/ink/ink2044.xml" ContentType="application/inkml+xml"/>
  <Override PartName="/ppt/ink/ink2045.xml" ContentType="application/inkml+xml"/>
  <Override PartName="/ppt/ink/ink2046.xml" ContentType="application/inkml+xml"/>
  <Override PartName="/ppt/ink/ink2047.xml" ContentType="application/inkml+xml"/>
  <Override PartName="/ppt/ink/ink2048.xml" ContentType="application/inkml+xml"/>
  <Override PartName="/ppt/ink/ink2049.xml" ContentType="application/inkml+xml"/>
  <Override PartName="/ppt/ink/ink2050.xml" ContentType="application/inkml+xml"/>
  <Override PartName="/ppt/ink/ink2051.xml" ContentType="application/inkml+xml"/>
  <Override PartName="/ppt/ink/ink2052.xml" ContentType="application/inkml+xml"/>
  <Override PartName="/ppt/ink/ink2053.xml" ContentType="application/inkml+xml"/>
  <Override PartName="/ppt/ink/ink2054.xml" ContentType="application/inkml+xml"/>
  <Override PartName="/ppt/ink/ink2055.xml" ContentType="application/inkml+xml"/>
  <Override PartName="/ppt/ink/ink2056.xml" ContentType="application/inkml+xml"/>
  <Override PartName="/ppt/ink/ink2057.xml" ContentType="application/inkml+xml"/>
  <Override PartName="/ppt/ink/ink2058.xml" ContentType="application/inkml+xml"/>
  <Override PartName="/ppt/ink/ink2059.xml" ContentType="application/inkml+xml"/>
  <Override PartName="/ppt/ink/ink2060.xml" ContentType="application/inkml+xml"/>
  <Override PartName="/ppt/ink/ink2061.xml" ContentType="application/inkml+xml"/>
  <Override PartName="/ppt/ink/ink2062.xml" ContentType="application/inkml+xml"/>
  <Override PartName="/ppt/ink/ink2063.xml" ContentType="application/inkml+xml"/>
  <Override PartName="/ppt/ink/ink2064.xml" ContentType="application/inkml+xml"/>
  <Override PartName="/ppt/ink/ink2065.xml" ContentType="application/inkml+xml"/>
  <Override PartName="/ppt/ink/ink2066.xml" ContentType="application/inkml+xml"/>
  <Override PartName="/ppt/ink/ink2067.xml" ContentType="application/inkml+xml"/>
  <Override PartName="/ppt/ink/ink2068.xml" ContentType="application/inkml+xml"/>
  <Override PartName="/ppt/ink/ink2069.xml" ContentType="application/inkml+xml"/>
  <Override PartName="/ppt/ink/ink2070.xml" ContentType="application/inkml+xml"/>
  <Override PartName="/ppt/ink/ink2071.xml" ContentType="application/inkml+xml"/>
  <Override PartName="/ppt/ink/ink2072.xml" ContentType="application/inkml+xml"/>
  <Override PartName="/ppt/ink/ink2073.xml" ContentType="application/inkml+xml"/>
  <Override PartName="/ppt/ink/ink2074.xml" ContentType="application/inkml+xml"/>
  <Override PartName="/ppt/ink/ink2075.xml" ContentType="application/inkml+xml"/>
  <Override PartName="/ppt/ink/ink2076.xml" ContentType="application/inkml+xml"/>
  <Override PartName="/ppt/ink/ink2077.xml" ContentType="application/inkml+xml"/>
  <Override PartName="/ppt/ink/ink2078.xml" ContentType="application/inkml+xml"/>
  <Override PartName="/ppt/ink/ink2079.xml" ContentType="application/inkml+xml"/>
  <Override PartName="/ppt/ink/ink2080.xml" ContentType="application/inkml+xml"/>
  <Override PartName="/ppt/ink/ink2081.xml" ContentType="application/inkml+xml"/>
  <Override PartName="/ppt/ink/ink2082.xml" ContentType="application/inkml+xml"/>
  <Override PartName="/ppt/ink/ink2083.xml" ContentType="application/inkml+xml"/>
  <Override PartName="/ppt/ink/ink2084.xml" ContentType="application/inkml+xml"/>
  <Override PartName="/ppt/ink/ink2085.xml" ContentType="application/inkml+xml"/>
  <Override PartName="/ppt/ink/ink2086.xml" ContentType="application/inkml+xml"/>
  <Override PartName="/ppt/ink/ink2087.xml" ContentType="application/inkml+xml"/>
  <Override PartName="/ppt/ink/ink2088.xml" ContentType="application/inkml+xml"/>
  <Override PartName="/ppt/ink/ink2089.xml" ContentType="application/inkml+xml"/>
  <Override PartName="/ppt/ink/ink2090.xml" ContentType="application/inkml+xml"/>
  <Override PartName="/ppt/ink/ink2091.xml" ContentType="application/inkml+xml"/>
  <Override PartName="/ppt/ink/ink2092.xml" ContentType="application/inkml+xml"/>
  <Override PartName="/ppt/ink/ink2093.xml" ContentType="application/inkml+xml"/>
  <Override PartName="/ppt/ink/ink2094.xml" ContentType="application/inkml+xml"/>
  <Override PartName="/ppt/ink/ink2095.xml" ContentType="application/inkml+xml"/>
  <Override PartName="/ppt/ink/ink2096.xml" ContentType="application/inkml+xml"/>
  <Override PartName="/ppt/ink/ink2097.xml" ContentType="application/inkml+xml"/>
  <Override PartName="/ppt/ink/ink2098.xml" ContentType="application/inkml+xml"/>
  <Override PartName="/ppt/ink/ink2099.xml" ContentType="application/inkml+xml"/>
  <Override PartName="/ppt/ink/ink2100.xml" ContentType="application/inkml+xml"/>
  <Override PartName="/ppt/ink/ink2101.xml" ContentType="application/inkml+xml"/>
  <Override PartName="/ppt/ink/ink2102.xml" ContentType="application/inkml+xml"/>
  <Override PartName="/ppt/ink/ink2103.xml" ContentType="application/inkml+xml"/>
  <Override PartName="/ppt/ink/ink2104.xml" ContentType="application/inkml+xml"/>
  <Override PartName="/ppt/ink/ink2105.xml" ContentType="application/inkml+xml"/>
  <Override PartName="/ppt/ink/ink2106.xml" ContentType="application/inkml+xml"/>
  <Override PartName="/ppt/ink/ink2107.xml" ContentType="application/inkml+xml"/>
  <Override PartName="/ppt/ink/ink2108.xml" ContentType="application/inkml+xml"/>
  <Override PartName="/ppt/ink/ink2109.xml" ContentType="application/inkml+xml"/>
  <Override PartName="/ppt/ink/ink2110.xml" ContentType="application/inkml+xml"/>
  <Override PartName="/ppt/ink/ink2111.xml" ContentType="application/inkml+xml"/>
  <Override PartName="/ppt/ink/ink2112.xml" ContentType="application/inkml+xml"/>
  <Override PartName="/ppt/ink/ink2113.xml" ContentType="application/inkml+xml"/>
  <Override PartName="/ppt/ink/ink2114.xml" ContentType="application/inkml+xml"/>
  <Override PartName="/ppt/ink/ink2115.xml" ContentType="application/inkml+xml"/>
  <Override PartName="/ppt/ink/ink2116.xml" ContentType="application/inkml+xml"/>
  <Override PartName="/ppt/ink/ink2117.xml" ContentType="application/inkml+xml"/>
  <Override PartName="/ppt/ink/ink2118.xml" ContentType="application/inkml+xml"/>
  <Override PartName="/ppt/ink/ink2119.xml" ContentType="application/inkml+xml"/>
  <Override PartName="/ppt/ink/ink2120.xml" ContentType="application/inkml+xml"/>
  <Override PartName="/ppt/ink/ink2121.xml" ContentType="application/inkml+xml"/>
  <Override PartName="/ppt/ink/ink2122.xml" ContentType="application/inkml+xml"/>
  <Override PartName="/ppt/ink/ink2123.xml" ContentType="application/inkml+xml"/>
  <Override PartName="/ppt/ink/ink2124.xml" ContentType="application/inkml+xml"/>
  <Override PartName="/ppt/ink/ink2125.xml" ContentType="application/inkml+xml"/>
  <Override PartName="/ppt/ink/ink2126.xml" ContentType="application/inkml+xml"/>
  <Override PartName="/ppt/ink/ink2127.xml" ContentType="application/inkml+xml"/>
  <Override PartName="/ppt/ink/ink2128.xml" ContentType="application/inkml+xml"/>
  <Override PartName="/ppt/ink/ink2129.xml" ContentType="application/inkml+xml"/>
  <Override PartName="/ppt/ink/ink2130.xml" ContentType="application/inkml+xml"/>
  <Override PartName="/ppt/ink/ink2131.xml" ContentType="application/inkml+xml"/>
  <Override PartName="/ppt/ink/ink2132.xml" ContentType="application/inkml+xml"/>
  <Override PartName="/ppt/ink/ink2133.xml" ContentType="application/inkml+xml"/>
  <Override PartName="/ppt/ink/ink2134.xml" ContentType="application/inkml+xml"/>
  <Override PartName="/ppt/ink/ink2135.xml" ContentType="application/inkml+xml"/>
  <Override PartName="/ppt/ink/ink2136.xml" ContentType="application/inkml+xml"/>
  <Override PartName="/ppt/ink/ink2137.xml" ContentType="application/inkml+xml"/>
  <Override PartName="/ppt/ink/ink2138.xml" ContentType="application/inkml+xml"/>
  <Override PartName="/ppt/ink/ink2139.xml" ContentType="application/inkml+xml"/>
  <Override PartName="/ppt/ink/ink2140.xml" ContentType="application/inkml+xml"/>
  <Override PartName="/ppt/ink/ink2141.xml" ContentType="application/inkml+xml"/>
  <Override PartName="/ppt/ink/ink2142.xml" ContentType="application/inkml+xml"/>
  <Override PartName="/ppt/ink/ink2143.xml" ContentType="application/inkml+xml"/>
  <Override PartName="/ppt/ink/ink2144.xml" ContentType="application/inkml+xml"/>
  <Override PartName="/ppt/ink/ink2145.xml" ContentType="application/inkml+xml"/>
  <Override PartName="/ppt/ink/ink2146.xml" ContentType="application/inkml+xml"/>
  <Override PartName="/ppt/ink/ink2147.xml" ContentType="application/inkml+xml"/>
  <Override PartName="/ppt/ink/ink2148.xml" ContentType="application/inkml+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328" r:id="rId3"/>
    <p:sldId id="343" r:id="rId4"/>
    <p:sldId id="358" r:id="rId5"/>
    <p:sldId id="359" r:id="rId6"/>
    <p:sldId id="360" r:id="rId7"/>
    <p:sldId id="361" r:id="rId8"/>
    <p:sldId id="370" r:id="rId9"/>
    <p:sldId id="363" r:id="rId10"/>
    <p:sldId id="365" r:id="rId11"/>
    <p:sldId id="366" r:id="rId12"/>
    <p:sldId id="377" r:id="rId13"/>
    <p:sldId id="378" r:id="rId14"/>
    <p:sldId id="379" r:id="rId15"/>
    <p:sldId id="257" r:id="rId16"/>
    <p:sldId id="258" r:id="rId17"/>
    <p:sldId id="259" r:id="rId18"/>
    <p:sldId id="380" r:id="rId19"/>
    <p:sldId id="381" r:id="rId20"/>
    <p:sldId id="260" r:id="rId21"/>
    <p:sldId id="261" r:id="rId22"/>
    <p:sldId id="262" r:id="rId23"/>
    <p:sldId id="263" r:id="rId24"/>
    <p:sldId id="264" r:id="rId25"/>
    <p:sldId id="265" r:id="rId26"/>
    <p:sldId id="266" r:id="rId27"/>
    <p:sldId id="269" r:id="rId28"/>
    <p:sldId id="267" r:id="rId29"/>
    <p:sldId id="270" r:id="rId30"/>
    <p:sldId id="271" r:id="rId31"/>
    <p:sldId id="272" r:id="rId32"/>
    <p:sldId id="371" r:id="rId33"/>
    <p:sldId id="372" r:id="rId34"/>
    <p:sldId id="373" r:id="rId35"/>
    <p:sldId id="376" r:id="rId36"/>
    <p:sldId id="273" r:id="rId37"/>
    <p:sldId id="274" r:id="rId38"/>
    <p:sldId id="275" r:id="rId39"/>
    <p:sldId id="276" r:id="rId40"/>
    <p:sldId id="277" r:id="rId41"/>
    <p:sldId id="278" r:id="rId42"/>
    <p:sldId id="279" r:id="rId43"/>
    <p:sldId id="280" r:id="rId44"/>
    <p:sldId id="281" r:id="rId45"/>
    <p:sldId id="283" r:id="rId46"/>
    <p:sldId id="284" r:id="rId47"/>
  </p:sldIdLst>
  <p:sldSz cx="12192000" cy="6858000"/>
  <p:notesSz cx="12192000" cy="68580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123" d="100"/>
          <a:sy n="123" d="100"/>
        </p:scale>
        <p:origin x="115" y="274"/>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1:45.030"/>
    </inkml:context>
    <inkml:brush xml:id="br0">
      <inkml:brushProperty name="width" value="0.1" units="cm"/>
      <inkml:brushProperty name="height" value="0.1" units="cm"/>
      <inkml:brushProperty name="color" value="#008C3A"/>
    </inkml:brush>
  </inkml:definitions>
  <inkml:trace contextRef="#ctx0" brushRef="#br0">9 56 3681 0 0,'-3'-10'345'0'0,"2"8"195"0"0,0 0-1 0 0,0-1 1 0 0,1 1-1 0 0,-1-1 1 0 0,1 1-1 0 0,-1-1 1 0 0,1 1-1 0 0,0-1 1 0 0,0 1-1 0 0,0-1 1 0 0,0 0 0 0 0,0 1-1 0 0,0-1 1 0 0,1 1-1 0 0,1-5 1 0 0,-2 7-461 0 0,0 0 0 0 0,0 0 0 0 0,1-1 0 0 0,-1 1 1 0 0,0 0-1 0 0,1 0 0 0 0,-1 0 0 0 0,0 0 0 0 0,1 0 0 0 0,-1 0 1 0 0,0 0-1 0 0,1 0 0 0 0,-1 0 0 0 0,0 0 0 0 0,1 0 0 0 0,-1 0 1 0 0,0 0-1 0 0,1 0 0 0 0,-1 0 0 0 0,0 0 0 0 0,1 0 0 0 0,-1 0 0 0 0,0 1 1 0 0,1-1-1 0 0,-1 0 0 0 0,0 0 0 0 0,0 0 0 0 0,1 0 0 0 0,-1 1 1 0 0,0-1-1 0 0,1 0 0 0 0,-1 0 0 0 0,0 1 0 0 0,0-1 0 0 0,0 0 1 0 0,1 0-1 0 0,-1 1 0 0 0,0-1 0 0 0,0 0 0 0 0,0 1 0 0 0,0-1 1 0 0,0 0-1 0 0,1 1 0 0 0,-1-1 0 0 0,0 0 0 0 0,0 1 0 0 0,0-1 1 0 0,0 0-1 0 0,0 1 0 0 0,0-1 0 0 0,0 0 0 0 0,0 1 0 0 0,0-1 1 0 0,0 0-82 0 0,0 1 299 0 0,0 5-28 0 0,1 159 115 0 0,1 44 356 0 0,1-168-640 0 0,2 0-1 0 0,1-1 1 0 0,13 44-1 0 0,-13-65-33 0 0,-2 1 0 0 0,0-1 0 0 0,-1 1 0 0 0,0 31-1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1:45.629"/>
    </inkml:context>
    <inkml:brush xml:id="br0">
      <inkml:brushProperty name="width" value="0.1" units="cm"/>
      <inkml:brushProperty name="height" value="0.1" units="cm"/>
      <inkml:brushProperty name="color" value="#008C3A"/>
    </inkml:brush>
  </inkml:definitions>
  <inkml:trace contextRef="#ctx0" brushRef="#br0">54 203 4145 0 0,'-38'37'1967'0'0,"22"-20"1633"0"0,22-21-1839 0 0,57-51 1057 0 0,58-67 0 0 0,-47 46-1451 0 0,-76 79-1477 0 0,0 0-1 0 0,0 0 1 0 0,1 0-1 0 0,-1 1 1 0 0,1-1 0 0 0,0 1-1 0 0,0-1 1 0 0,0 1-1 0 0,0-1 1 0 0,0 1-1 0 0,1-1 1 0 0,-1 1 0 0 0,1 0-1 0 0,0-1 1 0 0,0 1-1 0 0,1 0 1 0 0,-1-1 0 0 0,1 1-1 0 0,1 5 1 0 0,2 5-446 0 0,0 1 1 0 0,0-1-1 0 0,2 0 0 0 0,7 15 1 0 0,-7-16-620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1:45.979"/>
    </inkml:context>
    <inkml:brush xml:id="br0">
      <inkml:brushProperty name="width" value="0.1" units="cm"/>
      <inkml:brushProperty name="height" value="0.1" units="cm"/>
      <inkml:brushProperty name="color" value="#008C3A"/>
    </inkml:brush>
  </inkml:definitions>
  <inkml:trace contextRef="#ctx0" brushRef="#br0">1 37 8290 0 0,'0'-1'86'0'0,"1"1"1"0"0,-1-1 0 0 0,1 0-1 0 0,-1 0 1 0 0,1 1-1 0 0,0-1 1 0 0,-1 0 0 0 0,1 1-1 0 0,0-1 1 0 0,-1 0-1 0 0,1 1 1 0 0,0-1 0 0 0,0 1-1 0 0,0-1 1 0 0,-1 1 0 0 0,1 0-1 0 0,0-1 1 0 0,0 1-1 0 0,0 0 1 0 0,0 0 0 0 0,0-1-1 0 0,0 1 1 0 0,0 0-1 0 0,-1 0 1 0 0,1 0 0 0 0,2 0-1 0 0,33-1 1769 0 0,-28 1-1519 0 0,18-1 708 0 0,64-5 680 0 0,-30-5-4446 0 0,-44 5 1668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1:46.542"/>
    </inkml:context>
    <inkml:brush xml:id="br0">
      <inkml:brushProperty name="width" value="0.1" units="cm"/>
      <inkml:brushProperty name="height" value="0.1" units="cm"/>
      <inkml:brushProperty name="color" value="#008C3A"/>
    </inkml:brush>
  </inkml:definitions>
  <inkml:trace contextRef="#ctx0" brushRef="#br0">207 1 6913 0 0,'-4'0'321'0'0,"-1"-1"-1"0"0,1 1 0 0 0,-1 1 0 0 0,1-1 0 0 0,0 1 0 0 0,-1-1 0 0 0,1 1 0 0 0,0 0 0 0 0,0 1 0 0 0,0-1 0 0 0,0 1 0 0 0,0 0 0 0 0,0 0 0 0 0,0 0 1 0 0,0 0-1 0 0,1 1 0 0 0,-1-1 0 0 0,1 1 0 0 0,-5 5 0 0 0,-5 4-45 0 0,1 1-1 0 0,0 1 1 0 0,0 0 0 0 0,2 1-1 0 0,-15 26 1 0 0,25-41-274 0 0,0 0 0 0 0,0 0 0 0 0,-1 0 0 0 0,1 1 1 0 0,0-1-1 0 0,0 0 0 0 0,0 0 0 0 0,0 1 0 0 0,0-1 0 0 0,0 0 0 0 0,0 0 0 0 0,0 1 0 0 0,0-1 0 0 0,0 0 0 0 0,1 0 0 0 0,-1 1 0 0 0,0-1 0 0 0,0 0 0 0 0,0 0 1 0 0,0 1-1 0 0,0-1 0 0 0,0 0 0 0 0,0 0 0 0 0,1 0 0 0 0,-1 1 0 0 0,0-1 0 0 0,0 0 0 0 0,0 0 0 0 0,0 0 0 0 0,1 0 0 0 0,-1 1 0 0 0,0-1 0 0 0,0 0 0 0 0,1 0 0 0 0,-1 0 1 0 0,0 0-1 0 0,15 4-122 0 0,21-3-235 0 0,-31-1 312 0 0,11 0-97 0 0,47 1-474 0 0,-61 0 582 0 0,1-1 0 0 0,0 0 1 0 0,0 1-1 0 0,0-1 1 0 0,-1 1-1 0 0,1 0 0 0 0,0 0 1 0 0,0 0-1 0 0,-1 0 1 0 0,1 1-1 0 0,-1-1 0 0 0,1 1 1 0 0,-1-1-1 0 0,0 1 1 0 0,0 0-1 0 0,1 0 0 0 0,1 3 1 0 0,-3-4 60 0 0,-1 0 0 0 0,0 1 1 0 0,1-1-1 0 0,-1 1 0 0 0,0-1 0 0 0,0 1 1 0 0,0-1-1 0 0,0 1 0 0 0,0-1 0 0 0,0 0 1 0 0,0 1-1 0 0,-1-1 0 0 0,1 1 1 0 0,0-1-1 0 0,-1 1 0 0 0,1-1 0 0 0,-1 0 1 0 0,0 1-1 0 0,1-1 0 0 0,-1 0 0 0 0,0 0 1 0 0,0 0-1 0 0,0 1 0 0 0,0-1 0 0 0,-1 1 1 0 0,-31 31 1029 0 0,29-29-856 0 0,-84 67 1607 0 0,26-27-6651 0 0,35-25-354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1:47.169"/>
    </inkml:context>
    <inkml:brush xml:id="br0">
      <inkml:brushProperty name="width" value="0.1" units="cm"/>
      <inkml:brushProperty name="height" value="0.1" units="cm"/>
      <inkml:brushProperty name="color" value="#008C3A"/>
    </inkml:brush>
  </inkml:definitions>
  <inkml:trace contextRef="#ctx0" brushRef="#br0">149 131 5529 0 0,'-8'-11'1052'0'0,"5"6"-489"0"0,0 1 1 0 0,0 0-1 0 0,-1 0 0 0 0,1 0 1 0 0,-1 0-1 0 0,-8-6 0 0 0,11 9-439 0 0,0 1 0 0 0,-1-1 0 0 0,1 0 0 0 0,0 1 0 0 0,-1 0 0 0 0,1-1 0 0 0,-1 1 0 0 0,1 0 0 0 0,0 0 0 0 0,-1 0 0 0 0,1-1 0 0 0,-1 2 0 0 0,1-1 0 0 0,0 0 0 0 0,-1 0 0 0 0,1 0 0 0 0,-1 1 0 0 0,1-1 0 0 0,0 0-1 0 0,-1 1 1 0 0,1 0 0 0 0,0-1 0 0 0,-1 1 0 0 0,1 0 0 0 0,0-1 0 0 0,0 1 0 0 0,0 0 0 0 0,0 0 0 0 0,0 0 0 0 0,0 0 0 0 0,-1 1 0 0 0,-5 6-17 0 0,1 0-1 0 0,-1 0 1 0 0,2 0-1 0 0,-1 0 1 0 0,1 1 0 0 0,1 0-1 0 0,0 0 1 0 0,0 1-1 0 0,0-1 1 0 0,1 1 0 0 0,1-1-1 0 0,0 1 1 0 0,-2 19-1 0 0,2 0 161 0 0,1 0 1 0 0,1 0-1 0 0,6 45 0 0 0,2-17-428 0 0,17 70 0 0 0,-20-110 106 0 0,0-1 0 0 0,1 1-1 0 0,0-1 1 0 0,1 0 0 0 0,1-1 0 0 0,1 0-1 0 0,0 0 1 0 0,19 23 0 0 0,-23-33-84 0 0,0 0 1 0 0,1 0 0 0 0,-1 0-1 0 0,1-1 1 0 0,0 0 0 0 0,0 0-1 0 0,0-1 1 0 0,0 1-1 0 0,1-1 1 0 0,-1-1 0 0 0,1 1-1 0 0,0-1 1 0 0,0 0 0 0 0,0-1-1 0 0,0 1 1 0 0,0-1-1 0 0,0-1 1 0 0,0 1 0 0 0,0-1-1 0 0,0-1 1 0 0,0 1 0 0 0,0-1-1 0 0,0-1 1 0 0,0 1 0 0 0,0-1-1 0 0,11-4 1 0 0,-7 1-30 0 0,0 0 0 0 0,-1 0 0 0 0,1-1 0 0 0,-1-1 0 0 0,0 0 0 0 0,-1 0 0 0 0,1-1 0 0 0,-2 0 0 0 0,1-1 0 0 0,-1 0 0 0 0,0 0 0 0 0,-1 0 0 0 0,0-1 0 0 0,0-1 0 0 0,4-10 0 0 0,-2 0 334 0 0,-1-1 1 0 0,-1 0 0 0 0,-1 0-1 0 0,-1-1 1 0 0,-1 0 0 0 0,-1 0-1 0 0,-1 0 1 0 0,-1 0-1 0 0,-3-40 1 0 0,-1 29 815 0 0,-2-1 0 0 0,-2 1 0 0 0,0 0 0 0 0,-3 1 1 0 0,-24-59-1 0 0,31 83-728 0 0,-2 0 1 0 0,1 1 0 0 0,-1 0-1 0 0,0 0 1 0 0,-1 0 0 0 0,0 1 0 0 0,0-1-1 0 0,-1 1 1 0 0,0 1 0 0 0,0-1-1 0 0,-13-8 1 0 0,12 11-240 0 0,1 0 0 0 0,0 1 0 0 0,-1 0 0 0 0,0 0 0 0 0,0 0 0 0 0,1 1 1 0 0,-1 1-1 0 0,-1-1 0 0 0,1 1 0 0 0,0 0 0 0 0,0 1 0 0 0,0 0 0 0 0,-16 2 0 0 0,12 0-436 0 0,0 0 1 0 0,0 1-1 0 0,1 0 1 0 0,-1 0-1 0 0,1 2 1 0 0,0-1-1 0 0,0 1 0 0 0,0 1 1 0 0,1 0-1 0 0,-19 14 1 0 0,7 1-1098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1:47.758"/>
    </inkml:context>
    <inkml:brush xml:id="br0">
      <inkml:brushProperty name="width" value="0.1" units="cm"/>
      <inkml:brushProperty name="height" value="0.1" units="cm"/>
      <inkml:brushProperty name="color" value="#008C3A"/>
    </inkml:brush>
  </inkml:definitions>
  <inkml:trace contextRef="#ctx0" brushRef="#br0">10 57 5065 0 0,'-1'-1'180'0'0,"0"0"1"0"0,0 0-1 0 0,1 0 0 0 0,-1 0 1 0 0,0 0-1 0 0,0 0 0 0 0,1 0 1 0 0,-1 0-1 0 0,1-1 0 0 0,-1 1 1 0 0,1 0-1 0 0,-1 0 0 0 0,1-1 1 0 0,0 1-1 0 0,-1 0 0 0 0,1-1 1 0 0,0 1-1 0 0,0 0 0 0 0,0-1 1 0 0,0 1-1 0 0,0 0 0 0 0,1 0 1 0 0,-1-1-1 0 0,0 1 0 0 0,0 0 1 0 0,1-1-1 0 0,-1 1 0 0 0,1 0 0 0 0,-1 0 1 0 0,1 0-1 0 0,0 0 0 0 0,-1-1 1 0 0,3 0-1 0 0,-3 1-38 0 0,1 0 0 0 0,0 0-1 0 0,-1 0 1 0 0,1 0 0 0 0,0 0 0 0 0,0 0-1 0 0,-1 0 1 0 0,1 0 0 0 0,0 1 0 0 0,0-1-1 0 0,0 0 1 0 0,0 1 0 0 0,0-1 0 0 0,0 1-1 0 0,1-1 1 0 0,-1 1 0 0 0,0-1 0 0 0,0 1-1 0 0,0 0 1 0 0,0-1 0 0 0,0 1-1 0 0,1 0 1 0 0,-1 0 0 0 0,0 0 0 0 0,0 0-1 0 0,0 0 1 0 0,1 0 0 0 0,-1 1 0 0 0,0-1-1 0 0,0 0 1 0 0,0 0 0 0 0,0 1 0 0 0,1-1-1 0 0,-1 1 1 0 0,0-1 0 0 0,0 1 0 0 0,0 0-1 0 0,0-1 1 0 0,0 1 0 0 0,1 1 0 0 0,0 0-97 0 0,1 1 0 0 0,-1-1 0 0 0,-1 1 0 0 0,1 0 1 0 0,0-1-1 0 0,0 1 0 0 0,-1 0 0 0 0,0 0 1 0 0,1 0-1 0 0,-1 0 0 0 0,0 0 0 0 0,-1 0 0 0 0,1 0 1 0 0,0 0-1 0 0,-1 1 0 0 0,0-1 0 0 0,0 0 0 0 0,0 0 1 0 0,0 0-1 0 0,-1 7 0 0 0,-2 6-13 0 0,-1 0-1 0 0,0 0 0 0 0,-7 15 1 0 0,0 3 1459 0 0,9-28-1156 0 0,1-1 0 0 0,0 0 0 0 0,1 0 0 0 0,0 1 1 0 0,-1-1-1 0 0,2 10 0 0 0,0-12-330 0 0,-1-1 0 0 0,0 0 1 0 0,1 0-1 0 0,-1 0 0 0 0,1 0 0 0 0,-1 0 1 0 0,1 0-1 0 0,0 0 0 0 0,0 0 0 0 0,0-1 1 0 0,0 1-1 0 0,1 0 0 0 0,-1 0 0 0 0,0-1 1 0 0,1 1-1 0 0,-1-1 0 0 0,1 1 0 0 0,-1-1 1 0 0,1 1-1 0 0,2 0 0 0 0,-4-2-9 0 0,0 0 0 0 0,0 0 0 0 0,0 0 0 0 0,0 0 0 0 0,0 0 0 0 0,0 0 1 0 0,0-1-1 0 0,0 1 0 0 0,0 0 0 0 0,0 0 0 0 0,0 0 0 0 0,0 0 0 0 0,0 0 0 0 0,0-1 0 0 0,0 1 0 0 0,0 0 0 0 0,0 0 0 0 0,0 0 0 0 0,0 0 0 0 0,0-1 1 0 0,0 1-1 0 0,0 0 0 0 0,0 0 0 0 0,0 0 0 0 0,0 0 0 0 0,0 0 0 0 0,0-1 0 0 0,0 1 0 0 0,0 0 0 0 0,0 0 0 0 0,0 0 0 0 0,0 0 0 0 0,1 0 1 0 0,-1 0-1 0 0,0 0 0 0 0,0-1 0 0 0,0 1 0 0 0,0 0 0 0 0,0 0 0 0 0,0 0 0 0 0,1 0 0 0 0,-1 0 0 0 0,0 0 0 0 0,0 0 0 0 0,0 0 0 0 0,0 0 0 0 0,0 0 1 0 0,1 0-1 0 0,-1 0 0 0 0,0 0 0 0 0,0 0 0 0 0,0 0 0 0 0,0 0 0 0 0,0 0 0 0 0,1 0 0 0 0,-1 0 0 0 0,0 0 0 0 0,0 0 0 0 0,0 0 0 0 0,0 0 0 0 0,0 0 1 0 0,1 0-1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1:48.299"/>
    </inkml:context>
    <inkml:brush xml:id="br0">
      <inkml:brushProperty name="width" value="0.1" units="cm"/>
      <inkml:brushProperty name="height" value="0.1" units="cm"/>
      <inkml:brushProperty name="color" value="#008C3A"/>
    </inkml:brush>
  </inkml:definitions>
  <inkml:trace contextRef="#ctx0" brushRef="#br0">129 137 2304 0 0,'13'-23'868'0'0,"32"-49"2617"0"0,-10 30 1909 0 0,-42 52-4587 0 0,1-1 1 0 0,1 1-1 0 0,0 1 1 0 0,0-1-1 0 0,-3 12 1 0 0,-7 15-456 0 0,-27 42 41 0 0,23-46-418 0 0,-15 38-1 0 0,34-70 57 0 0,-1-1-1 0 0,1 1 0 0 0,-1 0 0 0 0,1-1 0 0 0,0 1 0 0 0,-1-1 0 0 0,1 1 0 0 0,0 0 0 0 0,0-1 0 0 0,0 1 0 0 0,-1 0 1 0 0,1-1-1 0 0,0 1 0 0 0,0 0 0 0 0,0-1 0 0 0,0 1 0 0 0,0 0 0 0 0,0 0 0 0 0,0-1 0 0 0,0 1 0 0 0,0 0 1 0 0,1-1-1 0 0,-1 1 0 0 0,0 0 0 0 0,0-1 0 0 0,1 1 0 0 0,-1-1 0 0 0,0 1 0 0 0,1 0 0 0 0,-1-1 0 0 0,0 1 0 0 0,1-1 1 0 0,-1 1-1 0 0,1-1 0 0 0,-1 1 0 0 0,1-1 0 0 0,-1 1 0 0 0,1-1 0 0 0,-1 0 0 0 0,1 1 0 0 0,0-1 0 0 0,-1 0 0 0 0,1 1 1 0 0,0-1-1 0 0,-1 0 0 0 0,1 0 0 0 0,0 1 0 0 0,-1-1 0 0 0,1 0 0 0 0,0 0 0 0 0,-1 0 0 0 0,1 0 0 0 0,0 0 1 0 0,-1 0-1 0 0,1 0 0 0 0,0 0 0 0 0,0-1 0 0 0,9 0-51 0 0,-1 0 0 0 0,0-1 0 0 0,15-5 0 0 0,-9 2-4 0 0,0 1 6 0 0,48-8-122 0 0,-59 11 134 0 0,1 1-1 0 0,-1 0 1 0 0,0 0 0 0 0,0 0-1 0 0,0 1 1 0 0,0-1 0 0 0,0 1 0 0 0,0 0-1 0 0,0 0 1 0 0,0 0 0 0 0,-1 1-1 0 0,8 3 1 0 0,-10-4 20 0 0,0 0 0 0 0,1 0 1 0 0,-1 0-1 0 0,0 0 0 0 0,0 1 0 0 0,-1-1 0 0 0,1 0 0 0 0,0 0 1 0 0,0 1-1 0 0,-1-1 0 0 0,1 1 0 0 0,0-1 0 0 0,-1 1 0 0 0,0-1 1 0 0,1 1-1 0 0,-1-1 0 0 0,0 1 0 0 0,0-1 0 0 0,0 1 0 0 0,0-1 1 0 0,0 1-1 0 0,0-1 0 0 0,0 1 0 0 0,0-1 0 0 0,-1 1 0 0 0,1-1 0 0 0,0 1 1 0 0,-1-1-1 0 0,1 1 0 0 0,-1-1 0 0 0,0 1 0 0 0,-1 1 0 0 0,-3 7 157 0 0,-1 0-1 0 0,0-1 1 0 0,-8 12-1 0 0,10-17-106 0 0,-11 16 298 0 0,-1-2 0 0 0,0 0 1 0 0,-2-1-1 0 0,0-1 0 0 0,-32 22 0 0 0,30-25-696 0 0,0-1-1 0 0,0-1 0 0 0,-28 10 0 0 0,22-11-7152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1:51.979"/>
    </inkml:context>
    <inkml:brush xml:id="br0">
      <inkml:brushProperty name="width" value="0.1" units="cm"/>
      <inkml:brushProperty name="height" value="0.1" units="cm"/>
      <inkml:brushProperty name="color" value="#008C3A"/>
    </inkml:brush>
  </inkml:definitions>
  <inkml:trace contextRef="#ctx0" brushRef="#br0">1 186 1840 0 0,'14'-177'7642'0'0,"-14"176"-7587"0"0,0 1 1 0 0,0 0-1 0 0,0-1 0 0 0,0 1 1 0 0,-1 0-1 0 0,1 0 0 0 0,0-1 1 0 0,0 1-1 0 0,1 0 0 0 0,-1 0 1 0 0,0-1-1 0 0,0 1 1 0 0,0 0-1 0 0,0-1 0 0 0,0 1 1 0 0,0 0-1 0 0,0 0 0 0 0,0-1 1 0 0,0 1-1 0 0,1 0 0 0 0,-1 0 1 0 0,0-1-1 0 0,0 1 0 0 0,0 0 1 0 0,0 0-1 0 0,1 0 0 0 0,-1-1 1 0 0,0 1-1 0 0,0 0 0 0 0,1 0 1 0 0,-1 0-1 0 0,0 0 0 0 0,0 0 1 0 0,1-1-1 0 0,-1 1 1 0 0,0 0-1 0 0,0 0 0 0 0,1 0 1 0 0,8 9 1192 0 0,5 15-38 0 0,-3 3-551 0 0,-2-1-1 0 0,0 1 1 0 0,8 53-1 0 0,3 88-507 0 0,-15-110-266 0 0,1 22-494 0 0,1-1-3961 0 0,-2-31-419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1:52.320"/>
    </inkml:context>
    <inkml:brush xml:id="br0">
      <inkml:brushProperty name="width" value="0.1" units="cm"/>
      <inkml:brushProperty name="height" value="0.1" units="cm"/>
      <inkml:brushProperty name="color" value="#008C3A"/>
    </inkml:brush>
  </inkml:definitions>
  <inkml:trace contextRef="#ctx0" brushRef="#br0">1 0 10594 0 0,'0'2'42'0'0,"0"-1"0"0"0,1 0 0 0 0,0 1-1 0 0,-1-1 1 0 0,1 0 0 0 0,0 1 0 0 0,-1-1 0 0 0,1 0-1 0 0,0 0 1 0 0,0 0 0 0 0,0 0 0 0 0,0 1 0 0 0,0-2-1 0 0,0 1 1 0 0,1 0 0 0 0,-1 0 0 0 0,2 1 0 0 0,7 7 836 0 0,-4 0-364 0 0,-1 0 0 0 0,0 0-1 0 0,0 1 1 0 0,-1 0 0 0 0,0 0-1 0 0,-1 0 1 0 0,0 0 0 0 0,-1 0-1 0 0,3 18 1 0 0,-2 12-137 0 0,-1 47-1 0 0,-2-71-204 0 0,-5 130-168 0 0,0-84-1507 0 0,4 0-1 0 0,7 76 0 0 0,-5-133 1234 0 0,-1 0-1 0 0,1 0 0 0 0,0 0 0 0 0,0-1 1 0 0,0 1-1 0 0,1 0 0 0 0,0 0 0 0 0,0 0 1 0 0,0-1-1 0 0,1 0 0 0 0,-1 1 1 0 0,6 6-1 0 0,5-2 156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1:53.195"/>
    </inkml:context>
    <inkml:brush xml:id="br0">
      <inkml:brushProperty name="width" value="0.1" units="cm"/>
      <inkml:brushProperty name="height" value="0.1" units="cm"/>
      <inkml:brushProperty name="color" value="#008C3A"/>
    </inkml:brush>
  </inkml:definitions>
  <inkml:trace contextRef="#ctx0" brushRef="#br0">56 67 3225 0 0,'-4'-19'1467'0'0,"4"16"-1089"0"0,-1 0 0 0 0,1 0 0 0 0,0 1 0 0 0,-1-1 0 0 0,0 1 0 0 0,1-1 0 0 0,-1 0 0 0 0,0 1 0 0 0,0-1 0 0 0,-1 1 0 0 0,1 0 0 0 0,0-1 0 0 0,-1 1 0 0 0,1 0-1 0 0,-1 0 1 0 0,0 0 0 0 0,0 0 0 0 0,-2-2 0 0 0,3 4-320 0 0,1 0-1 0 0,-1 0 1 0 0,0 0 0 0 0,1 1-1 0 0,-1-1 1 0 0,0 0-1 0 0,1 0 1 0 0,-1 0 0 0 0,1 1-1 0 0,-1-1 1 0 0,1 0-1 0 0,-1 1 1 0 0,1-1 0 0 0,-1 0-1 0 0,1 1 1 0 0,-1-1-1 0 0,1 1 1 0 0,-1-1 0 0 0,1 1-1 0 0,-1-1 1 0 0,1 1-1 0 0,0-1 1 0 0,-1 1 0 0 0,1-1-1 0 0,0 1 1 0 0,0 0 0 0 0,-1-1-1 0 0,1 1 1 0 0,0-1-1 0 0,0 1 1 0 0,0 0 0 0 0,0-1-1 0 0,0 1 1 0 0,0 0-1 0 0,-7 26 146 0 0,7-26-159 0 0,-4 28-89 0 0,2 0 0 0 0,0 1 0 0 0,2-1 0 0 0,1 0-1 0 0,2 1 1 0 0,1-1 0 0 0,1 0 0 0 0,15 50 0 0 0,-16-69 5 0 0,0 0 0 0 0,0 0 0 0 0,1 0 1 0 0,0 0-1 0 0,1-1 0 0 0,0 0 0 0 0,1 0 1 0 0,10 11-1 0 0,-14-17-18 0 0,0 0 1 0 0,0-1 0 0 0,1 1-1 0 0,-1 0 1 0 0,0-1 0 0 0,1 0-1 0 0,0 0 1 0 0,0 0 0 0 0,-1 0-1 0 0,1-1 1 0 0,0 1 0 0 0,0-1-1 0 0,1 0 1 0 0,-1 0 0 0 0,0-1 0 0 0,0 1-1 0 0,0-1 1 0 0,1 0 0 0 0,-1 0-1 0 0,0 0 1 0 0,0-1 0 0 0,0 0-1 0 0,0 1 1 0 0,6-3 0 0 0,-1 0 43 0 0,0-1 0 0 0,-1 0 1 0 0,1 0-1 0 0,-1-1 1 0 0,0 0-1 0 0,0 0 0 0 0,-1-1 1 0 0,1 0-1 0 0,-1 0 1 0 0,-1-1-1 0 0,1 0 1 0 0,-1 0-1 0 0,0-1 0 0 0,-1 1 1 0 0,0-1-1 0 0,0 0 1 0 0,7-18-1 0 0,-8 14 206 0 0,0 0-1 0 0,0 0 1 0 0,-1-1 0 0 0,-1 0-1 0 0,0 1 1 0 0,-1-1 0 0 0,0 0-1 0 0,-1 0 1 0 0,0 0 0 0 0,-1 1-1 0 0,-1-1 1 0 0,-5-21 0 0 0,4 22 136 0 0,0 1 0 0 0,-1 0 0 0 0,0 0 0 0 0,0 1 0 0 0,-2-1 1 0 0,1 1-1 0 0,-1 0 0 0 0,-1 0 0 0 0,-13-16 0 0 0,16 22-264 0 0,0 1 1 0 0,0-1-1 0 0,-1 1 1 0 0,1 0-1 0 0,-1 0 1 0 0,1 1-1 0 0,-1-1 1 0 0,0 1-1 0 0,0 0 0 0 0,0 0 1 0 0,0 1-1 0 0,-1-1 1 0 0,1 1-1 0 0,0 0 1 0 0,-1 1-1 0 0,1-1 0 0 0,0 1 1 0 0,-1 0-1 0 0,1 0 1 0 0,0 1-1 0 0,-1 0 1 0 0,1 0-1 0 0,-8 2 0 0 0,8-1-396 0 0,0 0-1 0 0,0-1 0 0 0,0 2 0 0 0,1-1 0 0 0,-1 1 0 0 0,0-1 0 0 0,1 1 0 0 0,0 1 1 0 0,-5 3-1 0 0,-5 6-5446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1:53.437"/>
    </inkml:context>
    <inkml:brush xml:id="br0">
      <inkml:brushProperty name="width" value="0.1" units="cm"/>
      <inkml:brushProperty name="height" value="0.1" units="cm"/>
      <inkml:brushProperty name="color" value="#008C3A"/>
    </inkml:brush>
  </inkml:definitions>
  <inkml:trace contextRef="#ctx0" brushRef="#br0">21 1 9674 0 0,'-2'3'525'0'0,"1"0"-1"0"0,0 0 1 0 0,-1 1 0 0 0,1-1-1 0 0,0 0 1 0 0,1 1-1 0 0,-2 6 1 0 0,-3 36 549 0 0,1 1 1 0 0,3 0-1 0 0,6 67 1 0 0,28 140-564 0 0,7-29-1267 0 0,-32-175 756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1:54.253"/>
    </inkml:context>
    <inkml:brush xml:id="br0">
      <inkml:brushProperty name="width" value="0.1" units="cm"/>
      <inkml:brushProperty name="height" value="0.1" units="cm"/>
      <inkml:brushProperty name="color" value="#008C3A"/>
    </inkml:brush>
  </inkml:definitions>
  <inkml:trace contextRef="#ctx0" brushRef="#br0">0 1 6913 0 0,'0'0'529'0'0,"6"18"1435"0"0,4 128 3569 0 0,-18 75-5475 0 0,4-183-788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1:54.746"/>
    </inkml:context>
    <inkml:brush xml:id="br0">
      <inkml:brushProperty name="width" value="0.1" units="cm"/>
      <inkml:brushProperty name="height" value="0.1" units="cm"/>
      <inkml:brushProperty name="color" value="#008C3A"/>
    </inkml:brush>
  </inkml:definitions>
  <inkml:trace contextRef="#ctx0" brushRef="#br0">68 130 10594 0 0,'0'0'33'0'0,"0"-1"0"0"0,-1 1 0 0 0,1-1 0 0 0,0 1-1 0 0,0 0 1 0 0,-1-1 0 0 0,1 1 0 0 0,0 0 0 0 0,-1-1 0 0 0,1 1-1 0 0,0 0 1 0 0,-1-1 0 0 0,1 1 0 0 0,-1 0 0 0 0,1 0 0 0 0,0-1-1 0 0,-1 1 1 0 0,1 0 0 0 0,-1 0 0 0 0,1 0 0 0 0,-1-1 0 0 0,1 1-1 0 0,-1 0 1 0 0,1 0 0 0 0,-1 0 0 0 0,1 0 0 0 0,-1 0 0 0 0,1 0-1 0 0,-1 0 1 0 0,1 0 0 0 0,-1 1 0 0 0,-11 10 766 0 0,-4 24 665 0 0,16-35-1392 0 0,-7 22 159 0 0,2 0-1 0 0,0 0 0 0 0,1 1 0 0 0,1 0 0 0 0,1-1 0 0 0,1 1 1 0 0,2 0-1 0 0,0 0 0 0 0,1-1 0 0 0,7 35 0 0 0,-5-41-201 0 0,1 0 0 0 0,0-1 0 0 0,1 1 0 0 0,1-1 0 0 0,0 0 0 0 0,15 22 0 0 0,-15-28-24 0 0,0 0 0 0 0,0 0 0 0 0,1-1 0 0 0,0 0 1 0 0,1 0-1 0 0,-1-1 0 0 0,1 0 0 0 0,1-1 0 0 0,-1 1 0 0 0,14 5 1 0 0,-17-10-20 0 0,-1 0 1 0 0,0 0 0 0 0,1 0 0 0 0,-1-1 0 0 0,1 0 0 0 0,-1 0-1 0 0,1 0 1 0 0,0-1 0 0 0,-1 1 0 0 0,1-1 0 0 0,0-1-1 0 0,-1 1 1 0 0,1-1 0 0 0,7-2 0 0 0,-5 1-38 0 0,0-1-1 0 0,0-1 1 0 0,0 1 0 0 0,-1-1-1 0 0,1-1 1 0 0,-1 1 0 0 0,0-1 0 0 0,11-10-1 0 0,-4 1 5 0 0,-1 0-1 0 0,-1-1 0 0 0,0 0 1 0 0,0-1-1 0 0,-2 0 1 0 0,0-1-1 0 0,13-30 0 0 0,-17 30 162 0 0,0-1 0 0 0,-1 1-1 0 0,-1-1 1 0 0,0 0 0 0 0,-2 0-1 0 0,0 0 1 0 0,-1 0 0 0 0,0-1-1 0 0,-2 1 1 0 0,0 0-1 0 0,-5-23 1 0 0,3 25 35 0 0,-1 0 0 0 0,-1 0 1 0 0,0 1-1 0 0,-1-1 0 0 0,-1 1 0 0 0,0 0 1 0 0,-1 1-1 0 0,-1 0 0 0 0,0 0 0 0 0,-1 1 0 0 0,0 0 1 0 0,-21-19-1 0 0,28 29-151 0 0,-1-1 0 0 0,0 1 0 0 0,0 0 0 0 0,0 0 0 0 0,0 1 0 0 0,-1-1 0 0 0,1 1 0 0 0,-1 0 0 0 0,1 0 0 0 0,-1 1 0 0 0,0-1 0 0 0,0 1 0 0 0,1 0 0 0 0,-1 0 0 0 0,0 1 0 0 0,0 0 0 0 0,0-1 0 0 0,0 2 0 0 0,0-1 0 0 0,-8 2 0 0 0,5 0-363 0 0,0 1-1 0 0,0 0 0 0 0,0 0 0 0 0,1 1 1 0 0,0 0-1 0 0,-1 0 0 0 0,2 0 0 0 0,-1 1 1 0 0,0 0-1 0 0,1 1 0 0 0,-10 10 0 0 0,-4 7-5076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1:54.993"/>
    </inkml:context>
    <inkml:brush xml:id="br0">
      <inkml:brushProperty name="width" value="0.1" units="cm"/>
      <inkml:brushProperty name="height" value="0.1" units="cm"/>
      <inkml:brushProperty name="color" value="#008C3A"/>
    </inkml:brush>
  </inkml:definitions>
  <inkml:trace contextRef="#ctx0" brushRef="#br0">1 1 8290 0 0,'7'28'4578'0'0,"-4"-20"-3743"0"0,10 46 1231 0 0,6 66 1 0 0,-2 56-1704 0 0,-5-32-3289 0 0,-7-107-2681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1:55.207"/>
    </inkml:context>
    <inkml:brush xml:id="br0">
      <inkml:brushProperty name="width" value="0.1" units="cm"/>
      <inkml:brushProperty name="height" value="0.1" units="cm"/>
      <inkml:brushProperty name="color" value="#008C3A"/>
    </inkml:brush>
  </inkml:definitions>
  <inkml:trace contextRef="#ctx0" brushRef="#br0">15 1 2288 0 0,'-1'0'185'0'0,"0"1"-1"0"0,0 0 0 0 0,0-1 1 0 0,0 1-1 0 0,0 0 0 0 0,0 0 0 0 0,0 0 1 0 0,0 0-1 0 0,1 0 0 0 0,-1 0 0 0 0,0 0 1 0 0,1 0-1 0 0,-1 0 0 0 0,1 1 0 0 0,-1-1 1 0 0,1 0-1 0 0,0 0 0 0 0,-1 0 0 0 0,1 1 1 0 0,0-1-1 0 0,0 0 0 0 0,0 0 0 0 0,0 1 1 0 0,0-1-1 0 0,0 0 0 0 0,0 0 0 0 0,1 2 1 0 0,5 49 4777 0 0,-3-32-3477 0 0,4 191 4373 0 0,0-1-7411 0 0,-1-162-5013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1:56.953"/>
    </inkml:context>
    <inkml:brush xml:id="br0">
      <inkml:brushProperty name="width" value="0.1" units="cm"/>
      <inkml:brushProperty name="height" value="0.1" units="cm"/>
      <inkml:brushProperty name="color" value="#008C3A"/>
    </inkml:brush>
  </inkml:definitions>
  <inkml:trace contextRef="#ctx0" brushRef="#br0">1 58 3681 0 0,'0'2'62'0'0,"0"-1"1"0"0,0 1 0 0 0,1 0-1 0 0,-1 0 1 0 0,1-1 0 0 0,-1 1-1 0 0,1 0 1 0 0,0-1-1 0 0,0 1 1 0 0,-1-1 0 0 0,1 1-1 0 0,0-1 1 0 0,0 1-1 0 0,1-1 1 0 0,-1 0 0 0 0,0 0-1 0 0,0 1 1 0 0,1-1 0 0 0,-1 0-1 0 0,0 0 1 0 0,1 0-1 0 0,-1 0 1 0 0,1-1 0 0 0,0 1-1 0 0,-1 0 1 0 0,1-1 0 0 0,0 1-1 0 0,-1-1 1 0 0,1 1-1 0 0,0-1 1 0 0,-1 0 0 0 0,3 1-1 0 0,8 0 40 0 0,0 0 0 0 0,1 0-1 0 0,17-2 1 0 0,-19 0 193 0 0,110-3 1711 0 0,48-2-229 0 0,187 17-1 0 0,310 3-1585 0 0,-490-17 13 0 0,510 54 370 0 0,-487-28 177 0 0,-18-2-578 0 0,166 15-93 0 0,-268-32-73 0 0,-1-4 1 0 0,115-14-1 0 0,-39-8 186 0 0,233-25 494 0 0,449-63-333 0 0,-527 64 991 0 0,-258 42-1144 0 0,0 3 1 0 0,1 2-1 0 0,-1 2 0 0 0,56 11 0 0 0,-25-2-454 0 0,-5 0-745 0 0,-27-1-3456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2:06.484"/>
    </inkml:context>
    <inkml:brush xml:id="br0">
      <inkml:brushProperty name="width" value="0.1" units="cm"/>
      <inkml:brushProperty name="height" value="0.1" units="cm"/>
      <inkml:brushProperty name="color" value="#008C3A"/>
    </inkml:brush>
  </inkml:definitions>
  <inkml:trace contextRef="#ctx0" brushRef="#br0">49 1 4777 0 0,'-23'49'645'0'0,"19"-42"-660"0"0,-1 1 0 0 0,1 0-1 0 0,1 0 1 0 0,0 0 0 0 0,-4 15-1 0 0,11-14-632 0 0,0-2 124 0 0,-4-4 447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2:06.911"/>
    </inkml:context>
    <inkml:brush xml:id="br0">
      <inkml:brushProperty name="width" value="0.1" units="cm"/>
      <inkml:brushProperty name="height" value="0.1" units="cm"/>
      <inkml:brushProperty name="color" value="#008C3A"/>
    </inkml:brush>
  </inkml:definitions>
  <inkml:trace contextRef="#ctx0" brushRef="#br0">3 10 8290 0 0,'0'0'35'0'0,"0"0"0"0"0,-1 0 0 0 0,1 0-1 0 0,0 0 1 0 0,0 0 0 0 0,0 0 0 0 0,0 0 0 0 0,0-1 0 0 0,0 1 0 0 0,-1 0 0 0 0,1 0 0 0 0,0 0 0 0 0,0 0 0 0 0,0 0 0 0 0,0-1 0 0 0,0 1-1 0 0,0 0 1 0 0,0 0 0 0 0,0 0 0 0 0,0 0 0 0 0,0-1 0 0 0,0 1 0 0 0,0 0 0 0 0,0 0 0 0 0,0 0 0 0 0,0-1 0 0 0,0 1 0 0 0,0 0-1 0 0,0 0 1 0 0,0 0 0 0 0,0 0 0 0 0,0-1 0 0 0,0 1 0 0 0,0 0 0 0 0,0 0 0 0 0,0 0 0 0 0,0 0 0 0 0,0-1 0 0 0,1 1 0 0 0,-1 0 0 0 0,0 0-1 0 0,0 0 1 0 0,0 0 0 0 0,0-1 0 0 0,12-2 1826 0 0,-10 3-1575 0 0,-1 0-1 0 0,1 0 1 0 0,0 0 0 0 0,0 0 0 0 0,0 0 0 0 0,0 1 0 0 0,0-1-1 0 0,0 1 1 0 0,-1-1 0 0 0,1 1 0 0 0,0 0 0 0 0,0-1 0 0 0,1 2-1 0 0,0 1-40 0 0,-1 0 0 0 0,1 1 0 0 0,-1-1 0 0 0,0 0 0 0 0,0 1 0 0 0,0 0 0 0 0,-1-1 0 0 0,1 1 0 0 0,-1 0 0 0 0,0 0-1 0 0,1 4 1 0 0,7 49 479 0 0,-8-44-540 0 0,11 92 334 0 0,21 148 6 0 0,-32-245-594 0 0,3 11 162 0 0,-2-1 0 0 0,1 28 0 0 0,-2-43-206 0 0,-1 1 0 0 0,0-1 1 0 0,-1 1-1 0 0,1 0 0 0 0,-1-1 1 0 0,1 1-1 0 0,-1-1 1 0 0,0 0-1 0 0,0 1 0 0 0,0-1 1 0 0,-1 0-1 0 0,1 1 1 0 0,-1-1-1 0 0,0 0 0 0 0,0 0 1 0 0,0 0-1 0 0,0-1 1 0 0,0 1-1 0 0,-6 4 0 0 0,-5-2-3266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2:07.328"/>
    </inkml:context>
    <inkml:brush xml:id="br0">
      <inkml:brushProperty name="width" value="0.1" units="cm"/>
      <inkml:brushProperty name="height" value="0.1" units="cm"/>
      <inkml:brushProperty name="color" value="#008C3A"/>
    </inkml:brush>
  </inkml:definitions>
  <inkml:trace contextRef="#ctx0" brushRef="#br0">10 103 3681 0 0,'-2'-3'300'0'0,"1"-1"0"0"0,-1 1 0 0 0,1 0 0 0 0,0-1 0 0 0,0 1 0 0 0,0 0 0 0 0,1-1 0 0 0,-1 1 0 0 0,1-1 0 0 0,0 1 0 0 0,0-1 0 0 0,0 1 0 0 0,1-1 0 0 0,-1 1 0 0 0,1-1 0 0 0,0 1 0 0 0,0-1 0 0 0,2-5 0 0 0,-1 6-27 0 0,0 1 0 0 0,0 0 0 0 0,0-1 0 0 0,0 1 0 0 0,0 0 0 0 0,1 0 0 0 0,-1 0 0 0 0,0 0 0 0 0,1 1 0 0 0,0-1 1 0 0,-1 1-1 0 0,1-1 0 0 0,0 1 0 0 0,0 0 0 0 0,0 0 0 0 0,0 0 0 0 0,0 1 0 0 0,0-1 0 0 0,0 1 0 0 0,0 0 1 0 0,6-1-1 0 0,-3 1-112 0 0,-1 0 0 0 0,1 1 0 0 0,0-1 0 0 0,-1 1 1 0 0,1 0-1 0 0,-1 0 0 0 0,1 1 0 0 0,-1 0 0 0 0,0 0 0 0 0,1 0 1 0 0,-1 0-1 0 0,0 1 0 0 0,0 0 0 0 0,-1 0 0 0 0,8 6 0 0 0,-9-6-145 0 0,0-1-1 0 0,-1 1 0 0 0,1 0 0 0 0,-1 0 0 0 0,0 0 0 0 0,0 0 0 0 0,0 0 0 0 0,-1 0 0 0 0,1 1 1 0 0,-1-1-1 0 0,1 1 0 0 0,-1-1 0 0 0,0 1 0 0 0,0-1 0 0 0,-1 1 0 0 0,1 0 0 0 0,-1-1 0 0 0,0 1 1 0 0,0 0-1 0 0,0-1 0 0 0,0 1 0 0 0,-1 0 0 0 0,1-1 0 0 0,-3 7 0 0 0,-1 0-155 0 0,0 0 1 0 0,0 0-1 0 0,-12 17 0 0 0,11-20 76 0 0,1 0 0 0 0,0 0 0 0 0,0 0 0 0 0,0 0 0 0 0,1 1 0 0 0,1 0 0 0 0,-4 12 0 0 0,6-20 58 0 0,0 0-1 0 0,0 0 1 0 0,0 1-1 0 0,0-1 1 0 0,0 0-1 0 0,0 0 1 0 0,0 0-1 0 0,0 0 1 0 0,0 1-1 0 0,0-1 1 0 0,0 0-1 0 0,0 0 1 0 0,1 0-1 0 0,-1 0 1 0 0,0 0-1 0 0,0 1 1 0 0,0-1-1 0 0,0 0 1 0 0,0 0-1 0 0,0 0 1 0 0,0 0-1 0 0,0 0 1 0 0,0 1-1 0 0,1-1 1 0 0,-1 0-1 0 0,0 0 1 0 0,0 0-1 0 0,0 0 0 0 0,0 0 1 0 0,0 0-1 0 0,1 0 1 0 0,-1 0-1 0 0,0 0 1 0 0,0 0-1 0 0,0 0 1 0 0,0 1-1 0 0,1-1 1 0 0,-1 0-1 0 0,0 0 1 0 0,0 0-1 0 0,0 0 1 0 0,0 0-1 0 0,1 0 1 0 0,-1 0-1 0 0,0-1 1 0 0,0 1-1 0 0,0 0 1 0 0,0 0-1 0 0,1 0 1 0 0,-1 0-1 0 0,14-5-188 0 0,11-10-301 0 0,3-6-9 0 0,52-28 0 0 0,-72 44 444 0 0,0 1 1 0 0,0 1-1 0 0,0 0 0 0 0,0 0 0 0 0,0 0 1 0 0,0 1-1 0 0,1 0 0 0 0,-1 1 0 0 0,1 0 0 0 0,0 0 1 0 0,-1 1-1 0 0,16 1 0 0 0,-23-1 82 0 0,1 1 1 0 0,-1-1-1 0 0,0 0 1 0 0,1 1-1 0 0,-1-1 0 0 0,1 1 1 0 0,-1-1-1 0 0,0 1 0 0 0,0 0 1 0 0,1 0-1 0 0,-1 0 0 0 0,0-1 1 0 0,0 1-1 0 0,0 0 1 0 0,0 0-1 0 0,0 0 0 0 0,0 1 1 0 0,0-1-1 0 0,0 0 0 0 0,0 0 1 0 0,-1 0-1 0 0,2 2 1 0 0,-1 0 79 0 0,-1 0 1 0 0,1-1-1 0 0,-1 1 1 0 0,1 0-1 0 0,-1 0 1 0 0,0 0-1 0 0,0 0 1 0 0,0-1-1 0 0,0 1 1 0 0,-2 5-1 0 0,0 2 226 0 0,-1 0 0 0 0,0 0 0 0 0,-1-1 0 0 0,0 1 0 0 0,-7 11 0 0 0,-5 1 137 0 0,0 0 1 0 0,-2-1-1 0 0,0-1 0 0 0,-1-1 0 0 0,-22 17 1 0 0,14-11-2175 0 0,-44 49-1 0 0,59-56-1533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2:07.732"/>
    </inkml:context>
    <inkml:brush xml:id="br0">
      <inkml:brushProperty name="width" value="0.1" units="cm"/>
      <inkml:brushProperty name="height" value="0.1" units="cm"/>
      <inkml:brushProperty name="color" value="#008C3A"/>
    </inkml:brush>
  </inkml:definitions>
  <inkml:trace contextRef="#ctx0" brushRef="#br0">0 64 2761 0 0,'2'5'806'0'0,"0"0"1"0"0,0 0 0 0 0,1-1-1 0 0,-1 1 1 0 0,1-1 0 0 0,0 1 0 0 0,0-1-1 0 0,0 0 1 0 0,1 0 0 0 0,7 6-1 0 0,7 10 2027 0 0,-16-17-2726 0 0,0-1 0 0 0,-1 0 0 0 0,1 0 0 0 0,0 0 0 0 0,0 0-1 0 0,0 0 1 0 0,1 0 0 0 0,-1-1 0 0 0,0 1 0 0 0,1-1 0 0 0,-1 1 0 0 0,1-1 0 0 0,-1 0 0 0 0,1 0-1 0 0,-1 0 1 0 0,1 0 0 0 0,0-1 0 0 0,-1 1 0 0 0,4-1 0 0 0,-2 0-23 0 0,1 0 0 0 0,-1 0 0 0 0,0-1 0 0 0,0 0 0 0 0,0 0 0 0 0,0 0 0 0 0,0-1 0 0 0,0 1 0 0 0,0-1 0 0 0,-1 0 0 0 0,7-4 0 0 0,7-6 106 0 0,-1-1-1 0 0,0-1 1 0 0,-1-1-1 0 0,16-19 1 0 0,-18 19 137 0 0,-11 13-271 0 0,26-26 914 0 0,-26 26-873 0 0,0 0-1 0 0,0 0 0 0 0,0 1 0 0 0,0-1 0 0 0,0 1 0 0 0,1 0 1 0 0,-1 0-1 0 0,0 0 0 0 0,1 0 0 0 0,-1 0 0 0 0,1 0 0 0 0,3 0 1 0 0,-5 1-61 0 0,0 0 1 0 0,0 1-1 0 0,0-1 1 0 0,-1 1-1 0 0,1-1 1 0 0,0 1-1 0 0,0-1 1 0 0,-1 1-1 0 0,1-1 1 0 0,0 1-1 0 0,-1 0 1 0 0,1-1-1 0 0,-1 1 1 0 0,1 0-1 0 0,-1 0 1 0 0,1-1-1 0 0,-1 1 1 0 0,0 0-1 0 0,1 0 1 0 0,-1 0-1 0 0,0 0 1 0 0,0-1-1 0 0,1 1 1 0 0,-1 0-1 0 0,0 0 1 0 0,0 0-1 0 0,0 0 1 0 0,0 0-1 0 0,0 1 1 0 0,0 29 170 0 0,0-30-189 0 0,-4 58 4 0 0,-3-1 1 0 0,-2 0-1 0 0,-25 83 0 0 0,-10-11-7697 0 0,37-110 1250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2:08.062"/>
    </inkml:context>
    <inkml:brush xml:id="br0">
      <inkml:brushProperty name="width" value="0.1" units="cm"/>
      <inkml:brushProperty name="height" value="0.1" units="cm"/>
      <inkml:brushProperty name="color" value="#008C3A"/>
    </inkml:brush>
  </inkml:definitions>
  <inkml:trace contextRef="#ctx0" brushRef="#br0">1 1 6449 0 0,'9'28'7622'0'0,"46"58"-852"0"0,-39-64-6304 0 0,-1 1 0 0 0,-1 1 0 0 0,15 33 0 0 0,-20-30-330 0 0,-2 0 0 0 0,0 1 1 0 0,4 42-1 0 0,-5-28-170 0 0,-5-37-36 0 0,0 0 0 0 0,0 1 0 0 0,1-1 0 0 0,-1 0 0 0 0,1 0 0 0 0,4 7-1 0 0,-5-10-175 0 0,1 0-1 0 0,-1 0 0 0 0,0-1 0 0 0,0 1 1 0 0,1 0-1 0 0,-1-1 0 0 0,1 1 0 0 0,0-1 1 0 0,-1 0-1 0 0,1 0 0 0 0,0 1 0 0 0,0-1 1 0 0,-1 0-1 0 0,1 0 0 0 0,0-1 0 0 0,0 1 1 0 0,0 0-1 0 0,0-1 0 0 0,3 1 0 0 0,-1 0-1364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2:08.267"/>
    </inkml:context>
    <inkml:brush xml:id="br0">
      <inkml:brushProperty name="width" value="0.1" units="cm"/>
      <inkml:brushProperty name="height" value="0.1" units="cm"/>
      <inkml:brushProperty name="color" value="#008C3A"/>
    </inkml:brush>
  </inkml:definitions>
  <inkml:trace contextRef="#ctx0" brushRef="#br0">1 137 6913 0 0,'25'-8'9436'0'0,"17"-15"-4925"0"0,-2-7-3435 0 0,18-11-1715 0 0,-11 15-3201 0 0,-30 18-2599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2:08.660"/>
    </inkml:context>
    <inkml:brush xml:id="br0">
      <inkml:brushProperty name="width" value="0.1" units="cm"/>
      <inkml:brushProperty name="height" value="0.1" units="cm"/>
      <inkml:brushProperty name="color" value="#008C3A"/>
    </inkml:brush>
  </inkml:definitions>
  <inkml:trace contextRef="#ctx0" brushRef="#br0">0 263 3225 0 0,'26'-8'1989'0'0,"0"-1"0"0"0,0-2 1 0 0,-2-1-1 0 0,1 0 1 0 0,-2-2-1 0 0,31-22 0 0 0,-45 28-1540 0 0,0 0-1 0 0,0 0 0 0 0,0 0 1 0 0,14-20-1 0 0,-20 24-376 0 0,0-1-1 0 0,0 1 0 0 0,0-1 1 0 0,-1 0-1 0 0,1 1 0 0 0,-1-1 1 0 0,-1 0-1 0 0,1 0 0 0 0,-1 0 1 0 0,0-1-1 0 0,0 1 0 0 0,0 0 1 0 0,0-10-1 0 0,-2 14-69 0 0,1 0 0 0 0,0 0 0 0 0,-1-1 0 0 0,1 1 0 0 0,-1 0 0 0 0,1 0 0 0 0,-1 0 0 0 0,1 0 0 0 0,-1 0 0 0 0,0 0 0 0 0,0 0 0 0 0,1 0 0 0 0,-1 0 0 0 0,0 0 0 0 0,0 1-1 0 0,0-1 1 0 0,0 0 0 0 0,0 1 0 0 0,0-1 0 0 0,0 0 0 0 0,0 1 0 0 0,0-1 0 0 0,-1 1 0 0 0,1-1 0 0 0,0 1 0 0 0,0 0 0 0 0,0 0 0 0 0,0-1 0 0 0,-1 1 0 0 0,1 0 0 0 0,0 0 0 0 0,0 0 0 0 0,-1 0 0 0 0,1 1 0 0 0,0-1 0 0 0,0 0 0 0 0,0 0 0 0 0,-1 1 0 0 0,0 0 0 0 0,-6 0-22 0 0,0 1 0 0 0,-1 0 0 0 0,1 1 0 0 0,-9 4 0 0 0,7-2-77 0 0,0 0 1 0 0,0 1 0 0 0,1 1 0 0 0,-1 0 0 0 0,2 0-1 0 0,-1 1 1 0 0,1 0 0 0 0,0 0 0 0 0,1 1 0 0 0,-1 0-1 0 0,2 0 1 0 0,-1 0 0 0 0,-6 17 0 0 0,10-22 157 0 0,1 1-1 0 0,0-1 1 0 0,1 1 0 0 0,-1 0-1 0 0,1 0 1 0 0,0 0 0 0 0,0 0 0 0 0,1 0-1 0 0,-1 0 1 0 0,1 0 0 0 0,0 0 0 0 0,1 0-1 0 0,-1 0 1 0 0,1 0 0 0 0,0 0 0 0 0,0 0-1 0 0,1 0 1 0 0,-1-1 0 0 0,1 1 0 0 0,0 0-1 0 0,0-1 1 0 0,1 1 0 0 0,-1-1-1 0 0,1 0 1 0 0,0 0 0 0 0,0 0 0 0 0,0 0-1 0 0,1 0 1 0 0,0-1 0 0 0,-1 0 0 0 0,1 1-1 0 0,8 3 1 0 0,-7-3 42 0 0,1-1 1 0 0,0 0-1 0 0,1 0 0 0 0,-1 0 0 0 0,0-1 0 0 0,1 0 0 0 0,-1 0 1 0 0,1-1-1 0 0,0 0 0 0 0,-1 0 0 0 0,1-1 0 0 0,0 1 0 0 0,0-2 1 0 0,0 1-1 0 0,-1-1 0 0 0,1 0 0 0 0,10-2 0 0 0,10-5-670 0 0,-2-1 0 0 0,1-1-1 0 0,26-14 1 0 0,-11 5-3731 0 0,-12 6-2713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2:38.048"/>
    </inkml:context>
    <inkml:brush xml:id="br0">
      <inkml:brushProperty name="width" value="0.1" units="cm"/>
      <inkml:brushProperty name="height" value="0.1" units="cm"/>
      <inkml:brushProperty name="color" value="#008C3A"/>
    </inkml:brush>
  </inkml:definitions>
  <inkml:trace contextRef="#ctx0" brushRef="#br0">0 0 6449 0 0,'23'3'2037'0'0,"225"43"3949"0"0,-57-7-2094 0 0,-106-20-5477 0 0,-64-13 710 0 0,-1-1 1 0 0,1 0-1 0 0,0-2 0 0 0,0 0 0 0 0,0-2 0 0 0,33-1 1 0 0,-38-7-3719 0 0,-12 2 3755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2:38.464"/>
    </inkml:context>
    <inkml:brush xml:id="br0">
      <inkml:brushProperty name="width" value="0.1" units="cm"/>
      <inkml:brushProperty name="height" value="0.1" units="cm"/>
      <inkml:brushProperty name="color" value="#008C3A"/>
    </inkml:brush>
  </inkml:definitions>
  <inkml:trace contextRef="#ctx0" brushRef="#br0">6 0 3681 0 0,'-5'1'3406'0'0,"6"6"-706"0"0,6 7-1103 0 0,17 43 1236 0 0,-16-35-2341 0 0,19 33 0 0 0,-25-50-430 0 0,0 0 0 0 0,0-1 0 0 0,-1 1 0 0 0,1 0 0 0 0,-1 0 1 0 0,-1 0-1 0 0,1 0 0 0 0,-1 0 0 0 0,1 0 0 0 0,-1 0 0 0 0,-1 0 1 0 0,1 0-1 0 0,-1 0 0 0 0,0 0 0 0 0,-3 9 0 0 0,1-2 48 0 0,-1 0-1 0 0,-1 0 0 0 0,0-1 1 0 0,-1 0-1 0 0,-8 14 1 0 0,13-24-334 0 0,0 0 0 0 0,0 0-1 0 0,0 1 1 0 0,0-1 0 0 0,0 0 0 0 0,0 0 0 0 0,0 0 0 0 0,0 0 0 0 0,0 0 0 0 0,-1 0 0 0 0,1-1 0 0 0,0 1 0 0 0,-1 0 0 0 0,0 0 0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2:38.920"/>
    </inkml:context>
    <inkml:brush xml:id="br0">
      <inkml:brushProperty name="width" value="0.1" units="cm"/>
      <inkml:brushProperty name="height" value="0.1" units="cm"/>
      <inkml:brushProperty name="color" value="#008C3A"/>
    </inkml:brush>
  </inkml:definitions>
  <inkml:trace contextRef="#ctx0" brushRef="#br0">3 51 5065 0 0,'-1'-18'614'0'0,"0"14"219"0"0,1 0-1 0 0,-1 0 1 0 0,1 0-1 0 0,5-13 6057 0 0,5 41-4927 0 0,0 42-1074 0 0,0 73 1 0 0,-7-81-281 0 0,1-1 0 0 0,16 68 0 0 0,-12-93-780 0 0,1 3-1181 0 0,7 56 0 0 0,-15-81 1014 0 0,-1 1 1 0 0,0-1-1 0 0,0 1 0 0 0,-1-1 0 0 0,0 0 0 0 0,-1 1 0 0 0,0-1 0 0 0,0 0 0 0 0,-1 0 0 0 0,-5 10 0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2:39.173"/>
    </inkml:context>
    <inkml:brush xml:id="br0">
      <inkml:brushProperty name="width" value="0.1" units="cm"/>
      <inkml:brushProperty name="height" value="0.1" units="cm"/>
      <inkml:brushProperty name="color" value="#008C3A"/>
    </inkml:brush>
  </inkml:definitions>
  <inkml:trace contextRef="#ctx0" brushRef="#br0">91 0 10138 0 0,'-12'17'128'0'0,"-1"-1"0"0"0,0-1 0 0 0,-1 0 0 0 0,-24 20 0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2:39.645"/>
    </inkml:context>
    <inkml:brush xml:id="br0">
      <inkml:brushProperty name="width" value="0.1" units="cm"/>
      <inkml:brushProperty name="height" value="0.1" units="cm"/>
      <inkml:brushProperty name="color" value="#008C3A"/>
    </inkml:brush>
  </inkml:definitions>
  <inkml:trace contextRef="#ctx0" brushRef="#br0">0 19 3681 0 0,'3'6'7515'0'0,"31"1"-4775"0"0,47 5-1109 0 0,-67-11-1626 0 0,0 0 0 0 0,1 0 0 0 0,-1-2 0 0 0,1 0 0 0 0,-1 0 0 0 0,21-6 0 0 0,-19 3-1336 0 0,-1-1 0 0 0,0 0 0 0 0,16-9 0 0 0,-19 8 1055 0 0,-9 3 276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2:39.980"/>
    </inkml:context>
    <inkml:brush xml:id="br0">
      <inkml:brushProperty name="width" value="0.1" units="cm"/>
      <inkml:brushProperty name="height" value="0.1" units="cm"/>
      <inkml:brushProperty name="color" value="#008C3A"/>
    </inkml:brush>
  </inkml:definitions>
  <inkml:trace contextRef="#ctx0" brushRef="#br0">111 0 920 0 0,'-8'4'483'0'0,"0"-1"-1"0"0,0 2 1 0 0,0-1-1 0 0,1 1 1 0 0,0 0-1 0 0,0 1 0 0 0,0-1 1 0 0,0 1-1 0 0,1 1 1 0 0,-10 12-1 0 0,13-16-242 0 0,1 1-1 0 0,-1 0 0 0 0,1 0 0 0 0,0 0 1 0 0,0 0-1 0 0,1 0 0 0 0,-1 1 0 0 0,1-1 1 0 0,0 0-1 0 0,0 1 0 0 0,0-1 1 0 0,1 1-1 0 0,-1-1 0 0 0,1 1 0 0 0,0-1 1 0 0,0 1-1 0 0,1-1 0 0 0,0 1 0 0 0,-1-1 1 0 0,1 0-1 0 0,1 1 0 0 0,2 7 1 0 0,1-3-85 0 0,-1 0 0 0 0,1-1-1 0 0,1 0 1 0 0,-1 0 0 0 0,1 0 0 0 0,1 0 0 0 0,0-1 0 0 0,0 0 0 0 0,0-1 0 0 0,1 0 0 0 0,-1 0 0 0 0,2 0 0 0 0,12 6 0 0 0,6 1 116 0 0,1-2 0 0 0,0-1 0 0 0,32 6 0 0 0,-1 1 558 0 0,-55-16-705 0 0,1 1 0 0 0,-1-1 1 0 0,0 1-1 0 0,0 0 1 0 0,0 0-1 0 0,0 0 0 0 0,0 0 1 0 0,0 1-1 0 0,0-1 1 0 0,-1 1-1 0 0,0 0 0 0 0,7 7 1 0 0,-9-8-55 0 0,0 0 1 0 0,0 0-1 0 0,0 0 1 0 0,-1 1-1 0 0,1-1 1 0 0,-1 0-1 0 0,1 0 1 0 0,-1 1-1 0 0,0-1 0 0 0,0 0 1 0 0,0 0-1 0 0,0 1 1 0 0,0-1-1 0 0,0 0 1 0 0,-1 1-1 0 0,1-1 1 0 0,-1 0-1 0 0,1 0 1 0 0,-1 0-1 0 0,0 0 1 0 0,0 1-1 0 0,0-1 0 0 0,0 0 1 0 0,0 0-1 0 0,-1-1 1 0 0,1 1-1 0 0,-2 2 1 0 0,-5 6-138 0 0,0 0 0 0 0,-1 0 0 0 0,0-1 1 0 0,0 0-1 0 0,-1 0 0 0 0,0-1 0 0 0,-1-1 0 0 0,-19 11 0 0 0,13-8-1122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2:41.318"/>
    </inkml:context>
    <inkml:brush xml:id="br0">
      <inkml:brushProperty name="width" value="0.1" units="cm"/>
      <inkml:brushProperty name="height" value="0.1" units="cm"/>
      <inkml:brushProperty name="color" value="#008C3A"/>
    </inkml:brush>
  </inkml:definitions>
  <inkml:trace contextRef="#ctx0" brushRef="#br0">176 10 920 0 0,'-6'-9'11613'0'0,"6"8"-11261"0"0,-14 5 1926 0 0,-13 14-2231 0 0,16-5 138 0 0,0 0-1 0 0,2 1 1 0 0,-1 1-1 0 0,1-1 1 0 0,1 1 0 0 0,1 0-1 0 0,0 1 1 0 0,1 0 0 0 0,1 0-1 0 0,-6 28 1 0 0,11-43-182 0 0,0 1 0 0 0,0-1 0 0 0,0 0 1 0 0,0 1-1 0 0,0-1 0 0 0,0 1 0 0 0,0-1 0 0 0,1 0 0 0 0,-1 1 0 0 0,0-1 1 0 0,1 0-1 0 0,-1 1 0 0 0,1-1 0 0 0,0 0 0 0 0,-1 1 0 0 0,1-1 0 0 0,0 0 1 0 0,0 0-1 0 0,-1 0 0 0 0,1 0 0 0 0,0 0 0 0 0,0 0 0 0 0,0 0 0 0 0,1 0 0 0 0,-1 0 1 0 0,0 0-1 0 0,0-1 0 0 0,0 1 0 0 0,1 0 0 0 0,-1-1 0 0 0,0 1 0 0 0,0-1 1 0 0,1 0-1 0 0,-1 1 0 0 0,1-1 0 0 0,-1 0 0 0 0,0 0 0 0 0,1 1 0 0 0,-1-1 1 0 0,3-1-1 0 0,8 1-40 0 0,1 0 0 0 0,-1-1 0 0 0,23-5 1 0 0,-14 2-167 0 0,-21 4 191 0 0,22-3-236 0 0,38 0 0 0 0,-55 3 229 0 0,0 1-1 0 0,0-1 0 0 0,0 0 0 0 0,-1 1 0 0 0,1 0 0 0 0,0 0 0 0 0,-1 1 0 0 0,1-1 0 0 0,0 1 1 0 0,-1 0-1 0 0,0 0 0 0 0,0 0 0 0 0,1 1 0 0 0,5 4 0 0 0,-9-5 26 0 0,0-1 1 0 0,0 0-1 0 0,-1 1 0 0 0,1-1 0 0 0,0 0 0 0 0,-1 1 1 0 0,1-1-1 0 0,0 1 0 0 0,-1-1 0 0 0,0 1 0 0 0,1-1 1 0 0,-1 1-1 0 0,0 0 0 0 0,0-1 0 0 0,0 1 0 0 0,0-1 1 0 0,0 1-1 0 0,0 0 0 0 0,-1-1 0 0 0,1 1 0 0 0,0-1 1 0 0,-1 1-1 0 0,1-1 0 0 0,-1 1 0 0 0,0-1 0 0 0,1 0 1 0 0,-1 1-1 0 0,0-1 0 0 0,-2 3 0 0 0,-2 4 102 0 0,-2 1 0 0 0,1-1-1 0 0,-10 9 1 0 0,13-14-63 0 0,-33 30 64 0 0,-1-2 1 0 0,-2-1-1 0 0,-56 33 1 0 0,35-25-1490 0 0,45-27 361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2:43.675"/>
    </inkml:context>
    <inkml:brush xml:id="br0">
      <inkml:brushProperty name="width" value="0.1" units="cm"/>
      <inkml:brushProperty name="height" value="0.1" units="cm"/>
      <inkml:brushProperty name="color" value="#008C3A"/>
    </inkml:brush>
  </inkml:definitions>
  <inkml:trace contextRef="#ctx0" brushRef="#br0">107 87 3225 0 0,'-2'-1'222'0'0,"-1"1"1"0"0,1-1 0 0 0,-1 1-1 0 0,1 0 1 0 0,-1 0 0 0 0,1 0-1 0 0,-1 0 1 0 0,1 0 0 0 0,-1 1-1 0 0,1-1 1 0 0,-1 1 0 0 0,1 0-1 0 0,-5 1 1 0 0,-31 15 2281 0 0,38-17-2504 0 0,-27 18 2778 0 0,27-17-2715 0 0,-1-1 0 0 0,1 0-1 0 0,0 0 1 0 0,0 0 0 0 0,0 1 0 0 0,0-1-1 0 0,-1 0 1 0 0,1 1 0 0 0,0-1-1 0 0,0 0 1 0 0,0 0 0 0 0,0 1-1 0 0,0-1 1 0 0,0 0 0 0 0,0 1-1 0 0,0-1 1 0 0,0 0 0 0 0,0 1-1 0 0,0-1 1 0 0,0 0 0 0 0,0 0-1 0 0,0 1 1 0 0,0-1 0 0 0,0 0-1 0 0,0 1 1 0 0,0-1 0 0 0,0 0-1 0 0,0 1 1 0 0,1-1 0 0 0,-1 0 0 0 0,15 9 965 0 0,1-5-543 0 0,0-1-1 0 0,-1-1 0 0 0,1 0 1 0 0,0-1-1 0 0,0-1 0 0 0,30-2 0 0 0,97-23 1387 0 0,-115 19-1676 0 0,-22 5-224 0 0,178-42 902 0 0,-96 12-1883 0 0,-62 20-1158 0 0,33-20 0 0 0,-54 27 708 0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2:44.112"/>
    </inkml:context>
    <inkml:brush xml:id="br0">
      <inkml:brushProperty name="width" value="0.1" units="cm"/>
      <inkml:brushProperty name="height" value="0.1" units="cm"/>
      <inkml:brushProperty name="color" value="#008C3A"/>
    </inkml:brush>
  </inkml:definitions>
  <inkml:trace contextRef="#ctx0" brushRef="#br0">24 43 2761 0 0,'-6'-8'166'0'0,"-12"-25"7960"0"0,19 33-8006 0 0,-1-1-1 0 0,1 1 1 0 0,-1 0 0 0 0,1 0-1 0 0,0 0 1 0 0,-1 0 0 0 0,1-1-1 0 0,0 1 1 0 0,-1 0 0 0 0,1 0-1 0 0,-1 0 1 0 0,1 1 0 0 0,0-1-1 0 0,-1 0 1 0 0,1 0 0 0 0,-1 0-1 0 0,1 0 1 0 0,0 0 0 0 0,-1 1-1 0 0,1-1 1 0 0,-1 0-1 0 0,1 1 1 0 0,-1-1 0 0 0,1 0-1 0 0,-1 1 1 0 0,1-1 0 0 0,-1 1-1 0 0,1-1 1 0 0,-1 0 0 0 0,1 1-1 0 0,-1 0 1 0 0,21 21 246 0 0,-13-14 45 0 0,155 135 1546 0 0,-161-141-1908 0 0,-1 0 0 0 0,1 0 0 0 0,0 0 0 0 0,-1 0 0 0 0,0 0 0 0 0,1 0 0 0 0,-1 0 0 0 0,0 0 0 0 0,0 0 0 0 0,0 1 0 0 0,0-1 0 0 0,0 0 0 0 0,-1 1 0 0 0,1-1 0 0 0,-1 1 0 0 0,0-1 0 0 0,0 1-1 0 0,1-1 1 0 0,-1 1 0 0 0,-1-1 0 0 0,1 1 0 0 0,0-1 0 0 0,-1 0 0 0 0,1 1 0 0 0,-1-1 0 0 0,0 1 0 0 0,0-1 0 0 0,0 0 0 0 0,0 0 0 0 0,0 1 0 0 0,0-1 0 0 0,-3 3 0 0 0,-4 7 202 0 0,-2 1-1 0 0,0-1 1 0 0,0 0-1 0 0,-14 11 1 0 0,7-6-204 0 0,-6 4-23 0 0,16-15-321 0 0,0 1 0 0 0,1-1 0 0 0,-1 1 0 0 0,1 0 1 0 0,-9 15-1 0 0,15-21 179 0 0,-1-1 1 0 0,1 1 0 0 0,0-1-1 0 0,0 0 1 0 0,-1 1 0 0 0,1-1-1 0 0,0 1 1 0 0,0-1-1 0 0,0 1 1 0 0,0-1 0 0 0,0 1-1 0 0,0-1 1 0 0,0 1 0 0 0,0-1-1 0 0,0 1 1 0 0,0-1 0 0 0,0 0-1 0 0,0 1 1 0 0,0-1 0 0 0,0 1-1 0 0,0-1 1 0 0,0 1-1 0 0,1-1 1 0 0,-1 1 0 0 0,0 0-1 0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2:46.700"/>
    </inkml:context>
    <inkml:brush xml:id="br0">
      <inkml:brushProperty name="width" value="0.1" units="cm"/>
      <inkml:brushProperty name="height" value="0.1" units="cm"/>
      <inkml:brushProperty name="color" value="#008C3A"/>
    </inkml:brush>
  </inkml:definitions>
  <inkml:trace contextRef="#ctx0" brushRef="#br0">0 0 9674 0 0,'11'6'5605'0'0,"-11"-5"-5426"0"0,3 14 1013 0 0,-8 18-4497 0 0,5-29 2284 0 0,-1 17 620 0 0,2-17 401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2:47.014"/>
    </inkml:context>
    <inkml:brush xml:id="br0">
      <inkml:brushProperty name="width" value="0.1" units="cm"/>
      <inkml:brushProperty name="height" value="0.1" units="cm"/>
      <inkml:brushProperty name="color" value="#008C3A"/>
    </inkml:brush>
  </inkml:definitions>
  <inkml:trace contextRef="#ctx0" brushRef="#br0">1 0 4145 0 0,'0'0'191'0'0,"27"13"3589"0"0,-8-9-1979 0 0,0-1-1 0 0,30 0 1 0 0,9-3-2757 0 0,-29 0-2447 0 0,-16 0-547 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2:47.462"/>
    </inkml:context>
    <inkml:brush xml:id="br0">
      <inkml:brushProperty name="width" value="0.1" units="cm"/>
      <inkml:brushProperty name="height" value="0.1" units="cm"/>
      <inkml:brushProperty name="color" value="#008C3A"/>
    </inkml:brush>
  </inkml:definitions>
  <inkml:trace contextRef="#ctx0" brushRef="#br0">38 6 3225 0 0,'-1'-1'195'0'0,"1"1"0"0"0,-1-1 0 0 0,0 1 1 0 0,0-1-1 0 0,0 1 0 0 0,0-1 0 0 0,0 1 0 0 0,0 0 1 0 0,0-1-1 0 0,0 1 0 0 0,0 0 0 0 0,0 0 0 0 0,0 0 1 0 0,0 0-1 0 0,0 0 0 0 0,0 0 0 0 0,0 0 1 0 0,0 0-1 0 0,0 1 0 0 0,0-1 0 0 0,0 0 0 0 0,0 0 1 0 0,0 1-1 0 0,0-1 0 0 0,0 1 0 0 0,0-1 0 0 0,0 1 1 0 0,0 1 13 0 0,-1-1 1 0 0,1 1 0 0 0,0-1 0 0 0,1 1-1 0 0,-1 0 1 0 0,0-1 0 0 0,0 1 0 0 0,1 0-1 0 0,-1-1 1 0 0,1 1 0 0 0,-1 0 0 0 0,1 0-1 0 0,0 3 1 0 0,-1 9 134 0 0,2 0 0 0 0,0 0 0 0 0,3 16 0 0 0,-3-22-368 0 0,1 9 88 0 0,1 0 0 0 0,0 0 1 0 0,1 0-1 0 0,8 17 0 0 0,-10-27-71 0 0,2 0-1 0 0,-1-1 0 0 0,1 0 0 0 0,0 0 1 0 0,0 0-1 0 0,0 0 0 0 0,1-1 1 0 0,0 0-1 0 0,0 0 0 0 0,1 0 1 0 0,-1 0-1 0 0,10 5 0 0 0,-9-6-8 0 0,9 5 6 0 0,0 0 1 0 0,-1 1-1 0 0,0 1 1 0 0,0 0-1 0 0,14 17 1 0 0,-26-25 30 0 0,1 0 1 0 0,-1 0-1 0 0,0 0 1 0 0,0 0-1 0 0,0 1 1 0 0,-1-1-1 0 0,1 0 1 0 0,-1 1-1 0 0,1 0 1 0 0,-1-1-1 0 0,0 1 0 0 0,-1 0 1 0 0,1-1-1 0 0,0 1 1 0 0,-1 0-1 0 0,0 0 1 0 0,0 0-1 0 0,0-1 1 0 0,-1 1-1 0 0,1 0 1 0 0,-1 0-1 0 0,0-1 1 0 0,0 1-1 0 0,0 0 1 0 0,-1-1-1 0 0,1 1 0 0 0,-1-1 1 0 0,0 1-1 0 0,0-1 1 0 0,-2 4-1 0 0,-3 3 58 0 0,0-1 0 0 0,-1 1 0 0 0,0-1 0 0 0,0-1 0 0 0,-1 1 0 0 0,0-1 0 0 0,0-1 0 0 0,-1 0 0 0 0,0 0 0 0 0,0-1 0 0 0,-1 0 0 0 0,0-1 1 0 0,0 0-1 0 0,0-1 0 0 0,-17 4 0 0 0,20-7-1085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2:48.150"/>
    </inkml:context>
    <inkml:brush xml:id="br0">
      <inkml:brushProperty name="width" value="0.1" units="cm"/>
      <inkml:brushProperty name="height" value="0.1" units="cm"/>
      <inkml:brushProperty name="color" value="#008C3A"/>
    </inkml:brush>
  </inkml:definitions>
  <inkml:trace contextRef="#ctx0" brushRef="#br0">110 73 920 0 0,'33'-35'2118'0'0,"-24"28"-267"0"0,-1-1 0 0 0,9-15 6290 0 0,-32 35-6128 0 0,-5 4-1149 0 0,3 0-713 0 0,0 1 0 0 0,2 0 0 0 0,0 1 0 0 0,1 1 0 0 0,1 0 0 0 0,0 1-1 0 0,2 0 1 0 0,-13 30 0 0 0,24-49-173 0 0,-1 1 0 0 0,1-1 0 0 0,0 0-1 0 0,-1 1 1 0 0,1-1 0 0 0,0 1 0 0 0,0-1 0 0 0,0 0 0 0 0,0 1-1 0 0,0-1 1 0 0,0 1 0 0 0,0-1 0 0 0,1 0 0 0 0,-1 1 0 0 0,0-1-1 0 0,1 0 1 0 0,-1 1 0 0 0,1-1 0 0 0,0 0 0 0 0,-1 0 0 0 0,1 1-1 0 0,0-1 1 0 0,0 0 0 0 0,0 0 0 0 0,-1 0 0 0 0,1 0 0 0 0,0 0-1 0 0,1 0 1 0 0,-1 0 0 0 0,0 0 0 0 0,0-1 0 0 0,0 1 0 0 0,0 0-1 0 0,1-1 1 0 0,-1 1 0 0 0,0 0 0 0 0,1-1 0 0 0,-1 0 0 0 0,0 1-1 0 0,1-1 1 0 0,1 0 0 0 0,9 3-450 0 0,1-1 0 0 0,0-1 1 0 0,24-1-1 0 0,-5 1 139 0 0,-23 1 340 0 0,0-1-1 0 0,0 1 1 0 0,0 1 0 0 0,0-1 0 0 0,-1 2 0 0 0,1-1 0 0 0,-1 1 0 0 0,0 0 0 0 0,11 8-1 0 0,-17-10 74 0 0,1 0 1 0 0,-1 0-1 0 0,0 0 0 0 0,0 0 0 0 0,1 0 0 0 0,-2 0 0 0 0,1 0 0 0 0,0 1 0 0 0,0-1 0 0 0,-1 1 0 0 0,1-1 0 0 0,-1 1 0 0 0,0 0 0 0 0,0 0 1 0 0,0-1-1 0 0,0 1 0 0 0,0 0 0 0 0,-1 0 0 0 0,1 0 0 0 0,-1 0 0 0 0,0 0 0 0 0,0 0 0 0 0,0 0 0 0 0,0 0 0 0 0,0 0 0 0 0,-1 0 1 0 0,1 0-1 0 0,-1 0 0 0 0,0 0 0 0 0,0-1 0 0 0,0 1 0 0 0,-2 3 0 0 0,-2 5 272 0 0,-1-1-1 0 0,-1 0 1 0 0,0 0-1 0 0,0-1 1 0 0,-17 17 0 0 0,18-21-299 0 0,0 1 1 0 0,0-1 0 0 0,0 0-1 0 0,-1-1 1 0 0,1 1-1 0 0,-1-1 1 0 0,-1-1 0 0 0,1 1-1 0 0,-14 3 1 0 0,7-6-993 0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3:30.341"/>
    </inkml:context>
    <inkml:brush xml:id="br0">
      <inkml:brushProperty name="width" value="0.35" units="cm"/>
      <inkml:brushProperty name="height" value="0.35" units="cm"/>
      <inkml:brushProperty name="color" value="#CC0066"/>
    </inkml:brush>
  </inkml:definitions>
  <inkml:trace contextRef="#ctx0" brushRef="#br0">196 141 2304 0 0,'-195'-141'9680'0'0,"195"143"-9594"0"0,11 42 1140 0 0,-9-37-1203 0 0,14 43 123 0 0,3 0 0 0 0,32 63 1 0 0,60 89 562 0 0,-65-128-643 0 0,3-1-1 0 0,4-2 1 0 0,2-3 0 0 0,69 65-1 0 0,-64-72-68 0 0,1-3 1 0 0,4-3-1 0 0,116 78 0 0 0,160 61-43 0 0,-225-129 92 0 0,344 162-107 0 0,14-29-19 0 0,-317-140 46 0 0,2-7 1 0 0,241 46-1 0 0,-228-69 656 0 0,2-8 0 0 0,1-7 0 0 0,0-8 0 0 0,234-23 0 0 0,-293 10-1682 0 0,-66 5-4858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3:31.265"/>
    </inkml:context>
    <inkml:brush xml:id="br0">
      <inkml:brushProperty name="width" value="0.35" units="cm"/>
      <inkml:brushProperty name="height" value="0.35" units="cm"/>
      <inkml:brushProperty name="color" value="#CC0066"/>
    </inkml:brush>
  </inkml:definitions>
  <inkml:trace contextRef="#ctx0" brushRef="#br0">3 104 4609 0 0,'0'-2'122'0'0,"-1"0"1"0"0,0 0-1 0 0,1 0 0 0 0,-1 1 1 0 0,13-31 3698 0 0,-11 32-3749 0 0,0 2 58 0 0,1 0 0 0 0,-1 0 1 0 0,0 0-1 0 0,0 0 0 0 0,0 1 0 0 0,0-1 0 0 0,0 0 0 0 0,0 0 1 0 0,-1 1-1 0 0,1-1 0 0 0,-1 0 0 0 0,1 1 0 0 0,-1-1 1 0 0,0 0-1 0 0,0 5 0 0 0,0-3 19 0 0,2 149 1316 0 0,3 27-1649 0 0,-4-172 182 0 0,0 1 1 0 0,0 0-1 0 0,-1 0 0 0 0,0 0 1 0 0,0 0-1 0 0,-1 0 1 0 0,-1-1-1 0 0,1 1 1 0 0,-1 0-1 0 0,-6 13 0 0 0,11-29-294 0 0,-1 0 0 0 0,0-1-1 0 0,-1 1 1 0 0,1-1 0 0 0,-1-10-1 0 0,2-7 7 0 0,12-131 937 0 0,0-2 1432 0 0,-12 149-1890 0 0,-1 0 1 0 0,2 0-1 0 0,-1 0 1 0 0,1 1-1 0 0,1-1 1 0 0,-1 1-1 0 0,1 0 1 0 0,1 1-1 0 0,0-1 1 0 0,0 1-1 0 0,0 0 1 0 0,1 0-1 0 0,0 1 1 0 0,0 0-1 0 0,1 0 1 0 0,-1 0-1 0 0,1 1 1 0 0,0 1-1 0 0,1-1 1 0 0,11-4-1 0 0,-16 8-137 0 0,0 0-1 0 0,0 1 0 0 0,0-1 1 0 0,0 1-1 0 0,0 0 0 0 0,0-1 1 0 0,0 2-1 0 0,0-1 1 0 0,-1 0-1 0 0,1 1 0 0 0,0 0 1 0 0,0 0-1 0 0,0 0 0 0 0,0 0 1 0 0,-1 1-1 0 0,6 2 0 0 0,6 4 357 0 0,1 2 0 0 0,20 15 0 0 0,9 6-3 0 0,-14-15-859 0 0,1-1-1 0 0,0-2 1 0 0,1-2 0 0 0,38 10-1 0 0,140 16-3619 0 0,-149-30-990 0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3:32.114"/>
    </inkml:context>
    <inkml:brush xml:id="br0">
      <inkml:brushProperty name="width" value="0.35" units="cm"/>
      <inkml:brushProperty name="height" value="0.35" units="cm"/>
      <inkml:brushProperty name="color" value="#CC0066"/>
    </inkml:brush>
  </inkml:definitions>
  <inkml:trace contextRef="#ctx0" brushRef="#br0">1 50 6913 0 0,'20'-50'7954'0'0,"-18"50"-7858"0"0,-1 1 31 0 0,1-1-1 0 0,0 1 1 0 0,-1-1 0 0 0,1 1-1 0 0,0 0 1 0 0,-1 0-1 0 0,1 0 1 0 0,-1 0 0 0 0,0 0-1 0 0,1 0 1 0 0,-1 0-1 0 0,3 3 1 0 0,3 4 110 0 0,-1 0 1 0 0,0 0-1 0 0,0 1 0 0 0,-1 0 1 0 0,0 0-1 0 0,0 0 1 0 0,-1 1-1 0 0,0-1 0 0 0,-1 1 1 0 0,3 12-1 0 0,2 16 311 0 0,4 52-1 0 0,-11-81-460 0 0,7 387 1222 0 0,-10-249-3087 0 0,5 0-4359 0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3:32.369"/>
    </inkml:context>
    <inkml:brush xml:id="br0">
      <inkml:brushProperty name="width" value="0.35" units="cm"/>
      <inkml:brushProperty name="height" value="0.35" units="cm"/>
      <inkml:brushProperty name="color" value="#CC0066"/>
    </inkml:brush>
  </inkml:definitions>
  <inkml:trace contextRef="#ctx0" brushRef="#br0">1 6 13363 0 0,'0'-3'1304'0'0,"1"2"-1160"0"0,1-1-144 0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3:32.750"/>
    </inkml:context>
    <inkml:brush xml:id="br0">
      <inkml:brushProperty name="width" value="0.35" units="cm"/>
      <inkml:brushProperty name="height" value="0.35" units="cm"/>
      <inkml:brushProperty name="color" value="#CC0066"/>
    </inkml:brush>
  </inkml:definitions>
  <inkml:trace contextRef="#ctx0" brushRef="#br0">0 1 10594 0 0,'41'6'1224'0'0,"0"-3"-1"0"0,54 0 0 0 0,-52-3-498 0 0,2 1 40 0 0,-18 1-699 0 0,0-1 1 0 0,0-2 0 0 0,-1 0 0 0 0,1-2-1 0 0,28-7 1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3:33.093"/>
    </inkml:context>
    <inkml:brush xml:id="br0">
      <inkml:brushProperty name="width" value="0.35" units="cm"/>
      <inkml:brushProperty name="height" value="0.35" units="cm"/>
      <inkml:brushProperty name="color" value="#CC0066"/>
    </inkml:brush>
  </inkml:definitions>
  <inkml:trace contextRef="#ctx0" brushRef="#br0">124 0 3913 0 0,'-7'5'208'0'0,"-1"-1"0"0"0,1 1 0 0 0,1 0 0 0 0,-1 1 1 0 0,1-1-1 0 0,0 1 0 0 0,0 1 0 0 0,1-1 0 0 0,0 1 0 0 0,0 0 0 0 0,0 0 1 0 0,-5 13-1 0 0,4-10 177 0 0,0 1 0 0 0,1 0 0 0 0,0 0 0 0 0,1 0 0 0 0,0 0 0 0 0,1 1 0 0 0,1 0 0 0 0,-3 22 0 0 0,5-28-241 0 0,0 0 0 0 0,1 0 0 0 0,-1-1 0 0 0,1 1-1 0 0,0 0 1 0 0,1 0 0 0 0,0-1 0 0 0,0 1 0 0 0,0-1 0 0 0,0 1 0 0 0,1-1 0 0 0,0 0-1 0 0,0 0 1 0 0,0 0 0 0 0,1-1 0 0 0,0 1 0 0 0,-1-1 0 0 0,2 1 0 0 0,-1-1 0 0 0,6 4-1 0 0,17 11 568 0 0,1-1-1 0 0,60 29 0 0 0,-64-37-521 0 0,-1 1-1 0 0,-1 2 1 0 0,0 0-1 0 0,-1 1 1 0 0,0 2-1 0 0,26 24 1 0 0,-43-36-184 0 0,-1 0 0 0 0,1 0 0 0 0,-1 0 0 0 0,0 1 0 0 0,0 0 0 0 0,0-1 0 0 0,-1 1 0 0 0,0 0 0 0 0,0 0 0 0 0,0 0 0 0 0,0 1 1 0 0,-1-1-1 0 0,0 0 0 0 0,0 1 0 0 0,0-1 0 0 0,-1 8 0 0 0,-1-6 8 0 0,1 0 0 0 0,-2 0 1 0 0,1 0-1 0 0,-1 0 0 0 0,0 0 0 0 0,-1 0 1 0 0,0-1-1 0 0,0 1 0 0 0,0-1 0 0 0,0 1 1 0 0,-6 5-1 0 0,-2 2 37 0 0,-1 0 0 0 0,0-1 0 0 0,0-1-1 0 0,-1 0 1 0 0,-1-1 0 0 0,0 0 0 0 0,-1-1 0 0 0,0 0 0 0 0,-20 8 0 0 0,-2-1-677 0 0,20-11-187 0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3:33.572"/>
    </inkml:context>
    <inkml:brush xml:id="br0">
      <inkml:brushProperty name="width" value="0.35" units="cm"/>
      <inkml:brushProperty name="height" value="0.35" units="cm"/>
      <inkml:brushProperty name="color" value="#CC0066"/>
    </inkml:brush>
  </inkml:definitions>
  <inkml:trace contextRef="#ctx0" brushRef="#br0">186 1 5985 0 0,'-20'0'4165'0'0,"17"2"-3934"0"0,-26 10 1190 0 0,22-8-951 0 0,-4 1-291 0 0,1 1 0 0 0,-1 1 1 0 0,1 0-1 0 0,0 0 0 0 0,0 1 0 0 0,1 1 0 0 0,-14 15 1 0 0,19-19-76 0 0,0 0 1 0 0,0 0 0 0 0,1 1 0 0 0,0 0 0 0 0,0-1 0 0 0,0 1-1 0 0,-2 8 1 0 0,4-10-82 0 0,0-1 1 0 0,0 0-1 0 0,1 0 0 0 0,-1 0 0 0 0,1 0 0 0 0,0 1 1 0 0,0-1-1 0 0,0 0 0 0 0,1 0 0 0 0,-1 0 0 0 0,1 0 0 0 0,0 1 1 0 0,-1-1-1 0 0,1 0 0 0 0,3 4 0 0 0,-2-3-70 0 0,1 0 0 0 0,0 0 0 0 0,0 0-1 0 0,0 0 1 0 0,1-1 0 0 0,-1 1 0 0 0,1-1 0 0 0,0 0-1 0 0,0 0 1 0 0,0 0 0 0 0,0-1 0 0 0,0 1 0 0 0,1-1-1 0 0,8 3 1 0 0,9 2-358 0 0,0-1-1 0 0,23 4 0 0 0,1 0 3 0 0,-37-8 324 0 0,-1 1 1 0 0,1 0-1 0 0,-1 1 1 0 0,0-1-1 0 0,0 2 1 0 0,-1-1-1 0 0,1 1 1 0 0,-1 0-1 0 0,0 1 1 0 0,-1-1-1 0 0,1 1 1 0 0,-1 1-1 0 0,0-1 1 0 0,7 12-1 0 0,-10-13 215 0 0,0 0 0 0 0,0 0-1 0 0,-1 0 1 0 0,1 1 0 0 0,-1-1-1 0 0,-1 1 1 0 0,1 0 0 0 0,-1-1-1 0 0,0 1 1 0 0,0 0 0 0 0,-1 0-1 0 0,0 0 1 0 0,0-1 0 0 0,0 1-1 0 0,-1 0 1 0 0,1 0 0 0 0,-1 0-1 0 0,-1-1 1 0 0,1 1 0 0 0,-1 0-1 0 0,0-1 1 0 0,-5 9 0 0 0,0 0 254 0 0,-2 0 1 0 0,1-1-1 0 0,-2 0 1 0 0,0-1-1 0 0,0 0 1 0 0,-1-1 0 0 0,-1 0-1 0 0,-16 12 1 0 0,-30 14-5009 0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3:35.376"/>
    </inkml:context>
    <inkml:brush xml:id="br0">
      <inkml:brushProperty name="width" value="0.35" units="cm"/>
      <inkml:brushProperty name="height" value="0.35" units="cm"/>
      <inkml:brushProperty name="color" value="#CC0066"/>
    </inkml:brush>
  </inkml:definitions>
  <inkml:trace contextRef="#ctx0" brushRef="#br0">23 1 4145 0 0,'-3'0'7239'0'0,"-4"15"-5444"0"0,-5 25-820 0 0,12-19-830 0 0,1 0-1 0 0,0-1 1 0 0,2 1 0 0 0,0 0 0 0 0,12 37 0 0 0,-4-14-53 0 0,19 86-78 0 0,75 287 164 0 0,-83-350-129 0 0,3-1-1 0 0,2-1 1 0 0,4-2-1 0 0,43 69 1 0 0,-48-93 477 0 0,-2 0 0 0 0,-1 2 0 0 0,-2 1 0 0 0,-3 1 1 0 0,27 88-1 0 0,-2 69-39 0 0,30 115 1330 0 0,-58-267-1619 0 0,2-1 0 0 0,1 0 0 0 0,3-1 0 0 0,2-2 0 0 0,2 0 0 0 0,57 77 0 0 0,-29-58-186 0 0,2-3 0 0 0,2-2 0 0 0,129 98 0 0 0,-109-98-6 0 0,237 173 100 0 0,-209-161-76 0 0,123 62 1 0 0,-187-113-67 0 0,1-1-1 0 0,1-3 1 0 0,0-1-1 0 0,48 8 1 0 0,183 19-1057 0 0,-181-31 111 0 0,-1 5 0 0 0,123 34 0 0 0,-128-20 374 0 0,167 46-1426 0 0,255 18 1855 0 0,-397-74 358 0 0,-78-13-134 0 0,-15-2 127 0 0,-1-1 1 0 0,1 0 0 0 0,0-1-1 0 0,0-2 1 0 0,25-1 0 0 0,-37-2-533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3:35.938"/>
    </inkml:context>
    <inkml:brush xml:id="br0">
      <inkml:brushProperty name="width" value="0.35" units="cm"/>
      <inkml:brushProperty name="height" value="0.35" units="cm"/>
      <inkml:brushProperty name="color" value="#CC0066"/>
    </inkml:brush>
  </inkml:definitions>
  <inkml:trace contextRef="#ctx0" brushRef="#br0">215 14 2304 0 0,'-55'-13'9752'0'0,"56"15"-9575"0"0,16 26 1087 0 0,-10-19-1009 0 0,72 137 492 0 0,-43-78-775 0 0,60 88 0 0 0,-78-133 24 0 0,-12-16 25 0 0,1 1 0 0 0,-1 0-1 0 0,0 0 1 0 0,-1 1-1 0 0,0 0 1 0 0,-1 0-1 0 0,1 0 1 0 0,4 17-1 0 0,-9-23 52 0 0,0-1 0 0 0,0 1 0 0 0,0-1 0 0 0,-1 1 0 0 0,1-1-1 0 0,-1 1 1 0 0,0-1 0 0 0,1 1 0 0 0,-1-1 0 0 0,0 1 0 0 0,0-1-1 0 0,-1 0 1 0 0,1 0 0 0 0,0 1 0 0 0,-4 2 0 0 0,-30 32 1074 0 0,22-24-766 0 0,-344 328 1793 0 0,311-304-4821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3:36.546"/>
    </inkml:context>
    <inkml:brush xml:id="br0">
      <inkml:brushProperty name="width" value="0.35" units="cm"/>
      <inkml:brushProperty name="height" value="0.35" units="cm"/>
      <inkml:brushProperty name="color" value="#CC0066"/>
    </inkml:brush>
  </inkml:definitions>
  <inkml:trace contextRef="#ctx0" brushRef="#br0">37 1 4145 0 0,'-37'25'9230'0'0,"38"-24"-9146"0"0,36 39 1058 0 0,21 23 141 0 0,53 76-1 0 0,-82-102-1266 0 0,2-2 0 0 0,62 57 0 0 0,-62-62-16 0 0,-27-27-1 0 0,-1 0-1 0 0,0 0 1 0 0,0 1 0 0 0,0 0-1 0 0,-1-1 1 0 0,1 1-1 0 0,-1 0 1 0 0,0 0-1 0 0,0 0 1 0 0,0 0 0 0 0,-1 1-1 0 0,1-1 1 0 0,-1 0-1 0 0,0 1 1 0 0,0-1-1 0 0,0 9 1 0 0,-1-7 6 0 0,-1 1 1 0 0,0 0-1 0 0,0-1 0 0 0,0 1 1 0 0,-1-1-1 0 0,0 1 0 0 0,0-1 1 0 0,-1 0-1 0 0,0 0 1 0 0,-4 8-1 0 0,-8 7 117 0 0,0-1 1 0 0,-1 0-1 0 0,-1-1 1 0 0,-34 30-1 0 0,-19 14 459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3:37.601"/>
    </inkml:context>
    <inkml:brush xml:id="br0">
      <inkml:brushProperty name="width" value="0.35" units="cm"/>
      <inkml:brushProperty name="height" value="0.35" units="cm"/>
      <inkml:brushProperty name="color" value="#CC0066"/>
    </inkml:brush>
  </inkml:definitions>
  <inkml:trace contextRef="#ctx0" brushRef="#br0">231 164 4609 0 0,'-1'3'94'0'0,"-1"-1"-1"0"0,1 1 1 0 0,-1-1 0 0 0,0 1 0 0 0,0-1 0 0 0,0 0-1 0 0,0 0 1 0 0,0 0 0 0 0,-3 1 0 0 0,-5 7 160 0 0,-46 49 423 0 0,31-35-629 0 0,2 1-1 0 0,1 1 1 0 0,1 1 0 0 0,-23 39-1 0 0,36-49-141 0 0,15-27-317 0 0,15-28 459 0 0,3-22 635 0 0,-5 11 429 0 0,29-51 0 0 0,-42 87-939 0 0,94-152 3523 0 0,-100 164-3575 0 0,0 0 1 0 0,0 1-1 0 0,0-1 1 0 0,1 1 0 0 0,-1-1-1 0 0,0 1 1 0 0,0-1-1 0 0,0 1 1 0 0,0 0 0 0 0,1-1-1 0 0,-1 1 1 0 0,0 0 0 0 0,0 0-1 0 0,3 0 1 0 0,-2 1 34 0 0,1-1-1 0 0,-1 1 1 0 0,0 0 0 0 0,1 0 0 0 0,-1 0 0 0 0,0 0-1 0 0,0 0 1 0 0,0 1 0 0 0,0-1 0 0 0,0 1-1 0 0,3 2 1 0 0,3 5 120 0 0,0-1 0 0 0,0 2-1 0 0,-1-1 1 0 0,7 13 0 0 0,152 218-1805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3:38.281"/>
    </inkml:context>
    <inkml:brush xml:id="br0">
      <inkml:brushProperty name="width" value="0.35" units="cm"/>
      <inkml:brushProperty name="height" value="0.35" units="cm"/>
      <inkml:brushProperty name="color" value="#CC0066"/>
    </inkml:brush>
  </inkml:definitions>
  <inkml:trace contextRef="#ctx0" brushRef="#br0">3 44 10594 0 0,'4'-25'5424'0'0,"-5"20"-4881"0"0,-5-8-123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3:38.702"/>
    </inkml:context>
    <inkml:brush xml:id="br0">
      <inkml:brushProperty name="width" value="0.35" units="cm"/>
      <inkml:brushProperty name="height" value="0.35" units="cm"/>
      <inkml:brushProperty name="color" value="#CC0066"/>
    </inkml:brush>
  </inkml:definitions>
  <inkml:trace contextRef="#ctx0" brushRef="#br0">1 60 5065 0 0,'49'-9'5212'0'0,"71"-16"-4135"0"0,31-1-1957 0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3:39.098"/>
    </inkml:context>
    <inkml:brush xml:id="br0">
      <inkml:brushProperty name="width" value="0.35" units="cm"/>
      <inkml:brushProperty name="height" value="0.35" units="cm"/>
      <inkml:brushProperty name="color" value="#CC0066"/>
    </inkml:brush>
  </inkml:definitions>
  <inkml:trace contextRef="#ctx0" brushRef="#br0">4 0 4609 0 0,'-3'24'3352'0'0,"4"-19"-3128"0"0,6 27 1497 0 0,-6-30-1457 0 0,3 11 2 0 0,0 0-1 0 0,1 0 0 0 0,1-1 1 0 0,0 0-1 0 0,0 0 1 0 0,1 0-1 0 0,1-1 1 0 0,0 0-1 0 0,0-1 1 0 0,1 1-1 0 0,11 9 0 0 0,-5-8-147 0 0,0 0 0 0 0,1-1 0 0 0,0-1 0 0 0,1 0 0 0 0,0-1 0 0 0,1-1 0 0 0,21 8 0 0 0,-19-10-87 0 0,-2 1 1 0 0,1 1-1 0 0,-1 1 0 0 0,0 0 1 0 0,29 21-1 0 0,-42-26-26 0 0,0 1-1 0 0,0-1 1 0 0,-1 1 0 0 0,0-1 0 0 0,0 1-1 0 0,0 1 1 0 0,-1-1 0 0 0,1 0-1 0 0,-1 1 1 0 0,0 0 0 0 0,-1 0-1 0 0,0 0 1 0 0,0 0 0 0 0,0 0 0 0 0,0 0-1 0 0,-1 0 1 0 0,0 1 0 0 0,0-1-1 0 0,-1 0 1 0 0,0 1 0 0 0,0-1-1 0 0,-1 8 1 0 0,-1-2 83 0 0,-1-1-1 0 0,0 1 0 0 0,0-1 1 0 0,-1 0-1 0 0,0 0 1 0 0,-1 0-1 0 0,0 0 0 0 0,-1-1 1 0 0,0 0-1 0 0,-1 0 1 0 0,-15 17-1 0 0,1-6 140 0 0,0 0 0 0 0,-1-1 1 0 0,-40 26-1 0 0,38-32-1863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3:39.644"/>
    </inkml:context>
    <inkml:brush xml:id="br0">
      <inkml:brushProperty name="width" value="0.35" units="cm"/>
      <inkml:brushProperty name="height" value="0.35" units="cm"/>
      <inkml:brushProperty name="color" value="#CC0066"/>
    </inkml:brush>
  </inkml:definitions>
  <inkml:trace contextRef="#ctx0" brushRef="#br0">310 110 920 0 0,'3'-28'1389'0'0,"2"-16"693"0"0,-5 42-1894 0 0,0 0 1 0 0,-1 0 0 0 0,1 0-1 0 0,0 0 1 0 0,0 0 0 0 0,-1 1-1 0 0,1-1 1 0 0,-1 0 0 0 0,0 0 0 0 0,1 0-1 0 0,-1 0 1 0 0,0 1 0 0 0,0-1-1 0 0,0 0 1 0 0,0 1 0 0 0,-1-1-1 0 0,0-1 1 0 0,0 2-36 0 0,1 1 1 0 0,0-1-1 0 0,-1 1 1 0 0,1 0-1 0 0,0-1 0 0 0,-1 1 1 0 0,1 0-1 0 0,-1 0 1 0 0,1 0-1 0 0,0 0 0 0 0,-1 0 1 0 0,1 0-1 0 0,-1 0 1 0 0,1 1-1 0 0,0-1 1 0 0,-1 0-1 0 0,1 1 0 0 0,0-1 1 0 0,-1 1-1 0 0,-1 1 307 0 0,0 0-306 0 0,-32 21 1427 0 0,30-19-1343 0 0,-44 35 670 0 0,-44 46 0 0 0,49-43-765 0 0,38-37-167 0 0,0 1 0 0 0,1-1 0 0 0,0 1 0 0 0,0 0 0 0 0,1 0 0 0 0,-5 8 0 0 0,9-12 19 0 0,-1-1 0 0 0,0 0 1 0 0,1 0-1 0 0,-1 1 1 0 0,1-1-1 0 0,0 0 0 0 0,-1 1 1 0 0,1-1-1 0 0,0 1 1 0 0,0-1-1 0 0,0 0 0 0 0,0 1 1 0 0,0-1-1 0 0,0 1 1 0 0,0-1-1 0 0,0 0 0 0 0,1 1 1 0 0,-1-1-1 0 0,0 0 0 0 0,1 1 1 0 0,-1-1-1 0 0,1 0 1 0 0,0 1-1 0 0,-1-1 0 0 0,1 0 1 0 0,0 0-1 0 0,0 0 1 0 0,0 0-1 0 0,0 0 0 0 0,0 0 1 0 0,0 0-1 0 0,0 0 1 0 0,0 0-1 0 0,0 0 0 0 0,0 0 1 0 0,0-1-1 0 0,1 1 1 0 0,-1 0-1 0 0,0-1 0 0 0,2 1 1 0 0,18 7-136 0 0,-1-1 1 0 0,1-1-1 0 0,1-2 1 0 0,36 5-1 0 0,-32-6 109 0 0,-1 2 0 0 0,1 0 0 0 0,26 10 0 0 0,-44-12 41 0 0,-1 0 0 0 0,1 1 0 0 0,-1-1 0 0 0,0 2 0 0 0,0-1 0 0 0,-1 1 1 0 0,1 0-1 0 0,-1 0 0 0 0,0 1 0 0 0,0-1 0 0 0,-1 1 0 0 0,0 1 0 0 0,0-1 0 0 0,5 9 0 0 0,-6-8 7 0 0,0 1-1 0 0,-1-1 1 0 0,0 1-1 0 0,0 0 1 0 0,0 0-1 0 0,-1 0 1 0 0,0 0 0 0 0,-1 0-1 0 0,0 1 1 0 0,0-1-1 0 0,-1 0 1 0 0,-1 17-1 0 0,-1-13 212 0 0,0-1 0 0 0,-1 0 0 0 0,0 0 0 0 0,-1 0 0 0 0,0 0 0 0 0,-1 0 0 0 0,0-1 0 0 0,-10 15 0 0 0,-3-1 311 0 0,0-1 0 0 0,-2 0 0 0 0,-1-2 1 0 0,0 0-1 0 0,-2-1 0 0 0,-35 23 0 0 0,55-41-657 0 0,-19 13 531 0 0,18-13-870 0 0,3-2 343 0 0,0 1 0 0 0,0-1 0 0 0,0 1 0 0 0,0-1-1 0 0,0 0 1 0 0,0 0 0 0 0,0 0 0 0 0,0 1 0 0 0,0-1 0 0 0,0 0 0 0 0,-1 0-1 0 0,1-1 1 0 0,0 1 0 0 0,0 0 0 0 0,-1 0 0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3:41.074"/>
    </inkml:context>
    <inkml:brush xml:id="br0">
      <inkml:brushProperty name="width" value="0.35" units="cm"/>
      <inkml:brushProperty name="height" value="0.35" units="cm"/>
      <inkml:brushProperty name="color" value="#CC0066"/>
    </inkml:brush>
  </inkml:definitions>
  <inkml:trace contextRef="#ctx0" brushRef="#br0">0 15 5065 0 0,'33'-15'14051'0'0,"-22"27"-14798"0"0,-7-4-106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3:41.478"/>
    </inkml:context>
    <inkml:brush xml:id="br0">
      <inkml:brushProperty name="width" value="0.35" units="cm"/>
      <inkml:brushProperty name="height" value="0.35" units="cm"/>
      <inkml:brushProperty name="color" value="#CC0066"/>
    </inkml:brush>
  </inkml:definitions>
  <inkml:trace contextRef="#ctx0" brushRef="#br0">1 67 5065 0 0,'10'-21'6894'0'0,"42"0"-3964"0"0,-51 21-2825 0 0,14-6 298 0 0,0 2 0 0 0,1 0 0 0 0,-1 0 0 0 0,1 1 0 0 0,27 0 0 0 0,-33 3-1349 0 0,1 0-1 0 0,-1 2 1 0 0,1-1 0 0 0,-1 1 0 0 0,20 7 0 0 0,29-4-6020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3:41.826"/>
    </inkml:context>
    <inkml:brush xml:id="br0">
      <inkml:brushProperty name="width" value="0.35" units="cm"/>
      <inkml:brushProperty name="height" value="0.35" units="cm"/>
      <inkml:brushProperty name="color" value="#CC0066"/>
    </inkml:brush>
  </inkml:definitions>
  <inkml:trace contextRef="#ctx0" brushRef="#br0">32 0 3681 0 0,'-1'1'164'0'0,"-1"-1"1"0"0,0 0-1 0 0,1 1 0 0 0,-1-1 1 0 0,0 1-1 0 0,1 0 1 0 0,-1 0-1 0 0,-10 8 1316 0 0,11-7-1316 0 0,0-1 1 0 0,-3 29 3321 0 0,5-19-3011 0 0,-1-8-632 0 0,2 17 554 0 0,0 0 0 0 0,1 0 0 0 0,1-1 0 0 0,7 21 0 0 0,-8-32-293 0 0,1 1 0 0 0,0-1 1 0 0,0 0-1 0 0,1 0 0 0 0,0-1 1 0 0,0 1-1 0 0,1-1 0 0 0,0 0 1 0 0,0 0-1 0 0,1-1 0 0 0,8 7 1 0 0,7 2 368 0 0,0-1 1 0 0,1-1-1 0 0,39 15 0 0 0,-43-20-299 0 0,1 1 0 0 0,-2 0 0 0 0,1 1 0 0 0,-1 1 0 0 0,-1 1 0 0 0,23 19 0 0 0,-38-29-131 0 0,0 1 0 0 0,1-1 0 0 0,-1 1 0 0 0,0-1-1 0 0,0 1 1 0 0,0 0 0 0 0,-1-1 0 0 0,1 1 0 0 0,-1 0 0 0 0,1 0 0 0 0,-1 0 0 0 0,0 0 0 0 0,0 1-1 0 0,0-1 1 0 0,-1 0 0 0 0,1 0 0 0 0,-1 1 0 0 0,0-1 0 0 0,0 4 0 0 0,-1-3 4 0 0,0 0 0 0 0,0 1 0 0 0,0-1 1 0 0,-1 0-1 0 0,1 0 0 0 0,-1-1 0 0 0,0 1 1 0 0,0 0-1 0 0,-1-1 0 0 0,1 1 0 0 0,-1-1 1 0 0,-5 6-1 0 0,-7 4-12 0 0,0 0 0 0 0,-1-2 0 0 0,0 0 0 0 0,-1 0 0 0 0,-20 8 0 0 0,-64 30-993 0 0,56-31-4550 0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3:42.496"/>
    </inkml:context>
    <inkml:brush xml:id="br0">
      <inkml:brushProperty name="width" value="0.35" units="cm"/>
      <inkml:brushProperty name="height" value="0.35" units="cm"/>
      <inkml:brushProperty name="color" value="#CC0066"/>
    </inkml:brush>
  </inkml:definitions>
  <inkml:trace contextRef="#ctx0" brushRef="#br0">207 123 1376 0 0,'24'-122'12773'0'0,"-26"122"-12609"0"0,0 0 78 0 0,0 1-1 0 0,0-1 1 0 0,-12 6 1448 0 0,11-3-1448 0 0,-4 2-22 0 0,0 1 1 0 0,0 0-1 0 0,-10 12 1 0 0,-23 38-219 0 0,2 2-1 0 0,-32 66 1 0 0,67-118-34 0 0,0-1 0 0 0,0 1 0 0 0,1 0 0 0 0,0 0 0 0 0,0 0 1 0 0,0 0-1 0 0,1 0 0 0 0,-1 9 0 0 0,2-13-27 0 0,0 0 1 0 0,0 0 0 0 0,1 0-1 0 0,-1 0 1 0 0,0 0-1 0 0,1 0 1 0 0,0 0 0 0 0,-1 0-1 0 0,1 0 1 0 0,0 0 0 0 0,0 0-1 0 0,0 0 1 0 0,0 0-1 0 0,0 0 1 0 0,1-1 0 0 0,-1 1-1 0 0,0-1 1 0 0,1 1 0 0 0,-1-1-1 0 0,1 1 1 0 0,0-1-1 0 0,-1 0 1 0 0,1 0 0 0 0,0 0-1 0 0,0 0 1 0 0,0 0-1 0 0,0 0 1 0 0,2 1 0 0 0,22 6-1064 0 0,0 0 0 0 0,33 4 0 0 0,-29-6 940 0 0,44 14 1 0 0,-65-16 213 0 0,0-1 0 0 0,0 1-1 0 0,-1 1 1 0 0,0-1 0 0 0,1 2-1 0 0,-2-1 1 0 0,1 1 0 0 0,-1 0 0 0 0,8 8-1 0 0,-11-9 6 0 0,0 0 0 0 0,-1 0 1 0 0,1 1-1 0 0,-1 0 0 0 0,0-1 0 0 0,-1 1 0 0 0,0 0 0 0 0,0 0 0 0 0,0 0 0 0 0,0 0 0 0 0,-1 1 0 0 0,0-1 0 0 0,0 0 0 0 0,-1 1 0 0 0,0-1 0 0 0,0 1 0 0 0,0-1 0 0 0,-1 0 1 0 0,0 1-1 0 0,0-1 0 0 0,-4 11 0 0 0,1-4 265 0 0,-1-1 0 0 0,0 1 1 0 0,0-1-1 0 0,-2-1 0 0 0,1 1 0 0 0,-1-1 1 0 0,-1 0-1 0 0,0-1 0 0 0,-15 16 0 0 0,11-14 53 0 0,0-1 0 0 0,-1 0-1 0 0,-1 0 1 0 0,1-2 0 0 0,-2 0-1 0 0,1 0 1 0 0,-1-1-1 0 0,0-1 1 0 0,-32 10 0 0 0,46-17-412 0 0,-1 1 1 0 0,1-1-1 0 0,0 0 1 0 0,-1 0-1 0 0,1 0 1 0 0,-1 1 0 0 0,1-1-1 0 0,-1 0 1 0 0,1-1-1 0 0,0 1 1 0 0,-1 0-1 0 0,1 0 1 0 0,-1-1 0 0 0,1 1-1 0 0,0-1 1 0 0,-1 1-1 0 0,1-1 1 0 0,0 1-1 0 0,0-1 1 0 0,-1 0 0 0 0,1 0-1 0 0,0 0 1 0 0,0 1-1 0 0,0-1 1 0 0,0 0-1 0 0,0 0 1 0 0,0-1-1 0 0,0 1 1 0 0,0 0 0 0 0,1 0-1 0 0,-1 0 1 0 0,0 0-1 0 0,1-1 1 0 0,-1 0-1 0 0,-4-9-701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3:10.932"/>
    </inkml:context>
    <inkml:brush xml:id="br0">
      <inkml:brushProperty name="width" value="0.1" units="cm"/>
      <inkml:brushProperty name="height" value="0.1" units="cm"/>
      <inkml:brushProperty name="color" value="#008C3A"/>
    </inkml:brush>
  </inkml:definitions>
  <inkml:trace contextRef="#ctx0" brushRef="#br0">11 58 3681 0 0,'-3'-33'71'0'0,"0"9"6535"0"0,-1 55-2529 0 0,8 391-363 0 0,2-302-3400 0 0,20 230-190 0 0,-11-250-83 0 0,39 146-1 0 0,-3-53-1644 0 0,-47-179-4522 0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3:11.601"/>
    </inkml:context>
    <inkml:brush xml:id="br0">
      <inkml:brushProperty name="width" value="0.1" units="cm"/>
      <inkml:brushProperty name="height" value="0.1" units="cm"/>
      <inkml:brushProperty name="color" value="#008C3A"/>
    </inkml:brush>
  </inkml:definitions>
  <inkml:trace contextRef="#ctx0" brushRef="#br0">94 241 5065 0 0,'-8'0'224'0'0,"-1"0"0"0"0,1 1 1 0 0,0 1-1 0 0,0-1 0 0 0,0 1 0 0 0,-1 0 0 0 0,2 1 1 0 0,-1 0-1 0 0,-13 7 0 0 0,21-10-206 0 0,1 0 1 0 0,-1 0-1 0 0,0 0 0 0 0,0 0 1 0 0,0 0-1 0 0,0 0 1 0 0,0 0-1 0 0,0 0 0 0 0,0 0 1 0 0,0 0-1 0 0,0 0 1 0 0,0 0-1 0 0,0 0 0 0 0,0 0 1 0 0,0 0-1 0 0,0 0 1 0 0,0 0-1 0 0,1 0 0 0 0,-1 0 1 0 0,0 0-1 0 0,0 0 1 0 0,0 1-1 0 0,0-1 0 0 0,0 0 1 0 0,0 0-1 0 0,0 0 0 0 0,0 0 1 0 0,0 0-1 0 0,0 0 1 0 0,0 0-1 0 0,0 0 0 0 0,0 0 1 0 0,0 0-1 0 0,0 0 1 0 0,0 0-1 0 0,0 0 0 0 0,0 0 1 0 0,0 0-1 0 0,0 0 1 0 0,0 1-1 0 0,0-1 0 0 0,0 0 1 0 0,0 0-1 0 0,0 0 1 0 0,0 0-1 0 0,0 0 0 0 0,0 0 1 0 0,0 0-1 0 0,0 0 0 0 0,0 0 1 0 0,0 0-1 0 0,0 0 1 0 0,0 0-1 0 0,0 0 0 0 0,0 0 1 0 0,0 0-1 0 0,0 1 1 0 0,11-1 415 0 0,15-1-28 0 0,170-21 955 0 0,19-2-1366 0 0,460-86-499 0 0,-301 57 387 0 0,3 17-1 0 0,501 15 1 0 0,-287 44 315 0 0,568 12 495 0 0,501 24 1425 0 0,-855-17-2009 0 0,-488-29-82 0 0,-178-11-27 0 0,42 2 0 0 0,-111 6-1301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3:12.519"/>
    </inkml:context>
    <inkml:brush xml:id="br0">
      <inkml:brushProperty name="width" value="0.1" units="cm"/>
      <inkml:brushProperty name="height" value="0.1" units="cm"/>
      <inkml:brushProperty name="color" value="#008C3A"/>
    </inkml:brush>
  </inkml:definitions>
  <inkml:trace contextRef="#ctx0" brushRef="#br0">7159 7 1376 0 0,'6'-7'5281'0'0,"-5"11"-4318"0"0,13 22-664 0 0,-1 1 0 0 0,-2 1-1 0 0,0 1 1 0 0,-2-1 0 0 0,9 52 0 0 0,9 157 2776 0 0,-23-170-2404 0 0,2-1 0 0 0,4 1-1 0 0,20 70 1 0 0,0-56-1681 0 0,61 121-1 0 0,2 2-562 0 0,-92-202 1397 0 0,17 36-1826 0 0,-5-26 532 0 0,-12-12 1407 0 0,-1 0 0 0 0,1 0-1 0 0,-1 0 1 0 0,1 0-1 0 0,-1 0 1 0 0,1 0 0 0 0,-1 0-1 0 0,1 0 1 0 0,-1 0-1 0 0,1-1 1 0 0,-1 1 0 0 0,1 0-1 0 0,-1 0 1 0 0,1 0-1 0 0,-1-1 1 0 0,0 1 0 0 0,1 0-1 0 0,-1 0 1 0 0,1-1-1 0 0,-1 1 1 0 0,0 0 0 0 0,1-1-1 0 0,-1 1 1 0 0,0-1-1 0 0,1 1 1 0 0,-1 0 0 0 0,0-1-1 0 0,1 1 1 0 0,-1-1-1 0 0,0 0 1 0 0,1 1 134 0 0,-1-1-1 0 0,0 1 1 0 0,0-1 0 0 0,1 1 0 0 0,-1-1-1 0 0,0 1 1 0 0,0-1 0 0 0,0 1 0 0 0,1-1-1 0 0,-1 1 1 0 0,0-1 0 0 0,0 1 0 0 0,0-1-1 0 0,0 1 1 0 0,0-1 0 0 0,0 1 0 0 0,0-1-1 0 0,0 1 1 0 0,0-1 0 0 0,-1 1 0 0 0,1-1-1 0 0,0 1 1 0 0,0-1 0 0 0,0 1 0 0 0,0 0-1 0 0,-1-1 1 0 0,1 1 0 0 0,0-1-1 0 0,0 1 1 0 0,-1-1 0 0 0,1 1 0 0 0,0 0-1 0 0,-1-1 1 0 0,0 1 0 0 0,-21-10 4494 0 0,-12 6-167 0 0,17 3-4299 0 0,15 1-413 0 0,-837-9 2632 0 0,-2 33-5000 0 0,717-20 2679 0 0,-409 17-829 0 0,-326 9 56 0 0,-1-32 794 0 0,501-9 9 0 0,-937-46 86 0 0,520 20-1753 0 0,279 16-817 0 0,374 17 2528 0 0,-182-1 2710 0 0,299 5-2671 0 0,-43 5 329 0 0,47-5-390 0 0,0 0-1 0 0,1 0 1 0 0,-1 1-1 0 0,1-1 1 0 0,-1 1-1 0 0,1-1 1 0 0,-1 1-1 0 0,1-1 1 0 0,-1 1-1 0 0,1 0 1 0 0,-1 0 0 0 0,1-1-1 0 0,0 1 1 0 0,-1 0-1 0 0,1 0 1 0 0,0 1-1 0 0,0-1 1 0 0,0 0-1 0 0,0 0 1 0 0,0 0 0 0 0,0 1-1 0 0,0-1 1 0 0,0 1-1 0 0,-1 2 1 0 0,5 10-776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3:13.450"/>
    </inkml:context>
    <inkml:brush xml:id="br0">
      <inkml:brushProperty name="width" value="0.1" units="cm"/>
      <inkml:brushProperty name="height" value="0.1" units="cm"/>
      <inkml:brushProperty name="color" value="#008C3A"/>
    </inkml:brush>
  </inkml:definitions>
  <inkml:trace contextRef="#ctx0" brushRef="#br0">1 52 2761 0 0,'3'-52'10582'0'0,"4"73"-10015"0"0,0 134 548 0 0,-8-109-983 0 0,11 75 0 0 0,77 271 398 0 0,-52-203-175 0 0,-28-135 135 0 0,3 0 0 0 0,25 84 0 0 0,-29-125-324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3:14.348"/>
    </inkml:context>
    <inkml:brush xml:id="br0">
      <inkml:brushProperty name="width" value="0.1" units="cm"/>
      <inkml:brushProperty name="height" value="0.1" units="cm"/>
      <inkml:brushProperty name="color" value="#008C3A"/>
    </inkml:brush>
  </inkml:definitions>
  <inkml:trace contextRef="#ctx0" brushRef="#br0">0 25 1376 0 0,'7'-24'12027'0'0,"-2"32"-11731"0"0,1 0 0 0 0,-1 0 0 0 0,1-1 0 0 0,1 1 0 0 0,9 7 0 0 0,21 27 1265 0 0,-30-31-1390 0 0,-1 0 0 0 0,0 0 0 0 0,-1 0 1 0 0,-1 1-1 0 0,0 0 0 0 0,0 0 0 0 0,-1 0 1 0 0,2 18-1 0 0,0 13-135 0 0,-2 49 0 0 0,2 10 130 0 0,7-16-76 0 0,42 148 1 0 0,-45-189 250 0 0,-2 0 0 0 0,-1 1 1 0 0,-2 67-1 0 0,-4-69 16 0 0,3 1 0 0 0,1-1 0 0 0,18 79 0 0 0,-12-100-689 0 0,-10-22 315 0 0,0 0 0 0 0,1 0 0 0 0,-1-1 0 0 0,0 1 0 0 0,1 0 0 0 0,-1 0 0 0 0,1-1 0 0 0,-1 1 0 0 0,1-1 0 0 0,-1 1 0 0 0,1 0 0 0 0,-1-1 0 0 0,1 1-1 0 0,0-1 1 0 0,-1 1 0 0 0,1-1 0 0 0,0 0 0 0 0,-1 1 0 0 0,1-1 0 0 0,0 0 0 0 0,0 1 0 0 0,-1-1 0 0 0,1 0 0 0 0,0 0 0 0 0,0 0 0 0 0,0 1 0 0 0,-1-1 0 0 0,2 0 0 0 0,2-3-310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3:15.523"/>
    </inkml:context>
    <inkml:brush xml:id="br0">
      <inkml:brushProperty name="width" value="0.1" units="cm"/>
      <inkml:brushProperty name="height" value="0.1" units="cm"/>
      <inkml:brushProperty name="color" value="#008C3A"/>
    </inkml:brush>
  </inkml:definitions>
  <inkml:trace contextRef="#ctx0" brushRef="#br0">15 21 368 0 0,'-14'-21'12696'0'0,"18"27"-12141"0"0,-1-1-316 0 0,-1 0-1 0 0,1 0 1 0 0,-1 0 0 0 0,-1 0 0 0 0,1 1 0 0 0,-1-1-1 0 0,0 1 1 0 0,0-1 0 0 0,-1 1 0 0 0,1 8 0 0 0,0 1-43 0 0,17 127 101 0 0,51 192 0 0 0,-43-239-201 0 0,69 318 951 0 0,-81-331-650 0 0,-7-46 11 0 0,-1 1 1 0 0,-1 0-1 0 0,-2 51 1 0 0,-4-81-252 0 0,0 1 1 0 0,-1 0-1 0 0,0-1 0 0 0,-6 13 1 0 0,-5 19-1637 0 0,13-37 1053 0 0,-1 1-1 0 0,1-1 1 0 0,-1 1 0 0 0,1 0-1 0 0,0-1 1 0 0,0 1 0 0 0,0-1-1 0 0,1 1 1 0 0,-1-1-1 0 0,0 1 1 0 0,2 4 0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3:16.649"/>
    </inkml:context>
    <inkml:brush xml:id="br0">
      <inkml:brushProperty name="width" value="0.1" units="cm"/>
      <inkml:brushProperty name="height" value="0.1" units="cm"/>
      <inkml:brushProperty name="color" value="#008C3A"/>
    </inkml:brush>
  </inkml:definitions>
  <inkml:trace contextRef="#ctx0" brushRef="#br0">0 14 1840 0 0,'8'-13'7843'0'0,"6"47"-2561"0"0,-11-24-5683 0 0,10 24 1080 0 0,-2-1 0 0 0,13 63-1 0 0,2 75-499 0 0,-11-68 40 0 0,137 634 2818 0 0,-142-707-2690 0 0,-5-17-291 0 0,-1 0-1 0 0,-1 1 1 0 0,0-1 0 0 0,3 24-1 0 0,-7-36-211 0 0,1 1-1 0 0,-1-1 1 0 0,1 0-1 0 0,0 1 1 0 0,-1-1-1 0 0,0 0 1 0 0,1 0-1 0 0,-1 1 1 0 0,0-1-1 0 0,0 0 1 0 0,0 0-1 0 0,0 0 1 0 0,-1 2-1 0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3:17.612"/>
    </inkml:context>
    <inkml:brush xml:id="br0">
      <inkml:brushProperty name="width" value="0.1" units="cm"/>
      <inkml:brushProperty name="height" value="0.1" units="cm"/>
      <inkml:brushProperty name="color" value="#008C3A"/>
    </inkml:brush>
  </inkml:definitions>
  <inkml:trace contextRef="#ctx0" brushRef="#br0">81 88 456 0 0,'-2'-2'29'0'0,"-1"0"0"0"0,1 0 0 0 0,-1 1-1 0 0,1-1 1 0 0,-1 1 0 0 0,0 0 0 0 0,1 0 0 0 0,-1 0-1 0 0,0 0 1 0 0,0 0 0 0 0,-5-1 0 0 0,-19-7 140 0 0,27 9-165 0 0,0 0 1 0 0,0-1-1 0 0,-1 1 0 0 0,1 0 1 0 0,0 0-1 0 0,0-1 0 0 0,0 1 1 0 0,0 0-1 0 0,0 0 0 0 0,0-1 1 0 0,0 1-1 0 0,-1 0 0 0 0,1 0 1 0 0,0-1-1 0 0,0 1 1 0 0,0 0-1 0 0,0 0 0 0 0,0-1 1 0 0,0 1-1 0 0,0 0 0 0 0,0 0 1 0 0,0-1-1 0 0,1 1 0 0 0,-1 0 1 0 0,0 0-1 0 0,0-1 0 0 0,0 1 1 0 0,0 0-1 0 0,0 0 1 0 0,0-1-1 0 0,0 1 0 0 0,1 0 1 0 0,-1 0-1 0 0,0 0 0 0 0,0-1 1 0 0,0 1-1 0 0,0 0 0 0 0,1 0 1 0 0,-1 0-1 0 0,0 0 0 0 0,0-1 1 0 0,1 1-1 0 0,-1 0 0 0 0,0 0 1 0 0,0 0-1 0 0,1 0 1 0 0,-1 0-1 0 0,0 0 0 0 0,1 0-3 0 0,-1 0-1 0 0,0-1 1 0 0,1 1 0 0 0,-1 0-1 0 0,0 0 1 0 0,0 0-1 0 0,1 0 1 0 0,-1 0-1 0 0,0-1 1 0 0,1 1 0 0 0,-1 0-1 0 0,0 0 1 0 0,0 0-1 0 0,0-1 1 0 0,1 1 0 0 0,-1 0-1 0 0,0 0 1 0 0,0-1-1 0 0,0 1 1 0 0,1 0-1 0 0,-1 0 1 0 0,0-1 0 0 0,0 1-1 0 0,0 0 1 0 0,0-1-1 0 0,0 1 1 0 0,0 0 0 0 0,0-1-1 0 0,0 1 1 0 0,0 0-1 0 0,0-1 1 0 0,0 1-1 0 0,0 0 1 0 0,0 0 0 0 0,0-1-1 0 0,0 1 1 0 0,0 0-1 0 0,0-1 1 0 0,0 1 0 0 0,0 0-1 0 0,0-1 1 0 0,-1 1-1 0 0,1 0 1 0 0,0 0 0 0 0,0-1-1 0 0,0 1 1 0 0,0 0-1 0 0,-1 0 1 0 0,1-1-1 0 0,0 1 1 0 0,0 0 0 0 0,-1 0-1 0 0,1 0 1 0 0,0-1-1 0 0,0 1 1 0 0,-1 0 0 0 0,1 0-1 0 0,0 0 1 0 0,-3-1 1034 0 0,-9-14-140 0 0,11 14-736 0 0,0 1 1 0 0,1-1 0 0 0,-1 1 0 0 0,1-1-1 0 0,-1 0 1 0 0,1 1 0 0 0,0-1 0 0 0,-1 0 0 0 0,1 1-1 0 0,0-1 1 0 0,-1 0 0 0 0,1 0 0 0 0,0 1-1 0 0,0-1 1 0 0,0 0 0 0 0,-1 0 0 0 0,1 1-1 0 0,0-1 1 0 0,0 0 0 0 0,0 0 0 0 0,0 0-1 0 0,1 1 1 0 0,-1-1 0 0 0,0 0 0 0 0,0 0-1 0 0,0 1 1 0 0,1-1 0 0 0,5 0 2761 0 0,1 14-2118 0 0,-6-7-311 0 0,0 1-1 0 0,0-1 0 0 0,-1 0 0 0 0,1 1 1 0 0,-2 9-1 0 0,0-9-160 0 0,1 0 0 0 0,0 1 1 0 0,0-1-1 0 0,3 12 0 0 0,49 307 8 0 0,-30-155-281 0 0,2 4 197 0 0,11 70 527 0 0,-22-174-520 0 0,32 96 0 0 0,-36-144-52 0 0,-6-18-216 0 0,-1-1 0 0 0,-1 0 0 0 0,1 1 0 0 0,0-1 0 0 0,-1 1 0 0 0,0 0 0 0 0,0-1 0 0 0,-1 1 0 0 0,1 0 0 0 0,-1 7 0 0 0,0-9-137 0 0,0 1 0 0 0,0-1 1 0 0,0 0-1 0 0,1 1 0 0 0,-1-1 1 0 0,1 0-1 0 0,0 0 0 0 0,0 0 1 0 0,0 1-1 0 0,2 3 0 0 0,1 0-432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3:18.316"/>
    </inkml:context>
    <inkml:brush xml:id="br0">
      <inkml:brushProperty name="width" value="0.1" units="cm"/>
      <inkml:brushProperty name="height" value="0.1" units="cm"/>
      <inkml:brushProperty name="color" value="#008C3A"/>
    </inkml:brush>
  </inkml:definitions>
  <inkml:trace contextRef="#ctx0" brushRef="#br0">0 6 1376 0 0,'14'-5'11803'0'0,"-10"9"-11547"0"0,-1 1 0 0 0,0 0 0 0 0,0 0 0 0 0,-1 0 0 0 0,1 0 0 0 0,-1 0 0 0 0,0 1 0 0 0,0-1 1 0 0,-1 1-1 0 0,0-1 0 0 0,1 12 0 0 0,4 74 565 0 0,-6-69-681 0 0,1 0-98 0 0,-1 29 288 0 0,3 0-1 0 0,18 95 1 0 0,-8-75-88 0 0,-2 0-1 0 0,-4 1 1 0 0,-3 0 0 0 0,-7 116-1 0 0,2-145 158 0 0,3 0-1 0 0,1 0 1 0 0,2 0-1 0 0,22 83 1 0 0,-22-103-355 0 0,-3-13-275 0 0,0-1 1 0 0,0 0-1 0 0,8 18 0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3:19.605"/>
    </inkml:context>
    <inkml:brush xml:id="br0">
      <inkml:brushProperty name="width" value="0.1" units="cm"/>
      <inkml:brushProperty name="height" value="0.1" units="cm"/>
      <inkml:brushProperty name="color" value="#008C3A"/>
    </inkml:brush>
  </inkml:definitions>
  <inkml:trace contextRef="#ctx0" brushRef="#br0">0 10 8290 0 0,'3'-9'10649'0'0,"6"39"-10115"0"0,0 0 0 0 0,-2 1 0 0 0,-1-1 0 0 0,2 39 0 0 0,5 24-322 0 0,1-4-208 0 0,17 79-977 0 0,-23-138 77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3:20.138"/>
    </inkml:context>
    <inkml:brush xml:id="br0">
      <inkml:brushProperty name="width" value="0.1" units="cm"/>
      <inkml:brushProperty name="height" value="0.1" units="cm"/>
      <inkml:brushProperty name="color" value="#008C3A"/>
    </inkml:brush>
  </inkml:definitions>
  <inkml:trace contextRef="#ctx0" brushRef="#br0">65 127 6913 0 0,'-1'0'117'0'0,"0"-1"0"0"0,0 0-1 0 0,0 0 1 0 0,0 0 0 0 0,0 1-1 0 0,-1-1 1 0 0,1 1 0 0 0,0-1-1 0 0,0 1 1 0 0,0-1 0 0 0,0 1-1 0 0,-1 0 1 0 0,1-1-1 0 0,0 1 1 0 0,0 0 0 0 0,-1 0-1 0 0,1 0 1 0 0,0 0 0 0 0,-1 0-1 0 0,1 0 1 0 0,0 0 0 0 0,0 1-1 0 0,-1-1 1 0 0,-1 1 0 0 0,2 0 69 0 0,-1 0 0 0 0,0 0 0 0 0,1 1 0 0 0,-1-1 0 0 0,1 1 0 0 0,0-1 0 0 0,-1 1 0 0 0,1-1 0 0 0,0 1 1 0 0,0 0-1 0 0,0 0 0 0 0,0-1 0 0 0,-1 5 0 0 0,-1 3 201 0 0,0 0-1 0 0,1 0 1 0 0,0 0 0 0 0,1 0-1 0 0,-1 18 1 0 0,2-17-356 0 0,1 0 0 0 0,0 0 0 0 0,1-1 0 0 0,0 1 0 0 0,1 0 0 0 0,0-1 0 0 0,0 1 0 0 0,1-1 0 0 0,0 0 0 0 0,1 0 0 0 0,0 0-1 0 0,0-1 1 0 0,1 0 0 0 0,0 0 0 0 0,0 0 0 0 0,1-1 0 0 0,0 0 0 0 0,1 0 0 0 0,-1-1 0 0 0,14 9 0 0 0,-12-9 45 0 0,1 0 1 0 0,-1-1-1 0 0,1 0 0 0 0,0-1 0 0 0,0 0 1 0 0,1 0-1 0 0,-1-1 0 0 0,1-1 0 0 0,0 0 1 0 0,-1 0-1 0 0,1-1 0 0 0,0 0 1 0 0,0-1-1 0 0,0 0 0 0 0,0-1 0 0 0,0 0 1 0 0,0-1-1 0 0,18-5 0 0 0,-25 5-49 0 0,0 1 1 0 0,0 0-1 0 0,0-1 0 0 0,0 0 0 0 0,0 0 1 0 0,0 0-1 0 0,-1-1 0 0 0,1 1 0 0 0,-1-1 0 0 0,1 0 1 0 0,-1 0-1 0 0,0 0 0 0 0,0 0 0 0 0,-1 0 0 0 0,1-1 1 0 0,-1 1-1 0 0,5-8 0 0 0,-6 6 65 0 0,1-1 0 0 0,-1 1 1 0 0,0 0-1 0 0,0 0 0 0 0,0-1 0 0 0,-1 1 0 0 0,1 0 1 0 0,-2-1-1 0 0,1 1 0 0 0,0 0 0 0 0,-1-1 0 0 0,-2-7 1 0 0,-3-5 190 0 0,0 0 0 0 0,-1 1 0 0 0,-1 0 0 0 0,-1 1 1 0 0,0-1-1 0 0,-1 2 0 0 0,-14-18 0 0 0,10 15-477 0 0,0 1-1 0 0,-1 0 0 0 0,-1 2 0 0 0,0-1 0 0 0,-1 2 0 0 0,-1 0 0 0 0,0 1 1 0 0,-21-10-1 0 0,12 11-6673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3:20.670"/>
    </inkml:context>
    <inkml:brush xml:id="br0">
      <inkml:brushProperty name="width" value="0.1" units="cm"/>
      <inkml:brushProperty name="height" value="0.1" units="cm"/>
      <inkml:brushProperty name="color" value="#008C3A"/>
    </inkml:brush>
  </inkml:definitions>
  <inkml:trace contextRef="#ctx0" brushRef="#br0">0 0 10138 0 0,'1'0'116'0'0,"-1"0"-1"0"0,5 3 2311 0 0,-4-2-2311 0 0,-1-1 1 0 0,0 0-1 0 0,0 1 1 0 0,0-1-1 0 0,0 0 1 0 0,0 0-1 0 0,1 1 1 0 0,-1-1-1 0 0,0 0 1 0 0,0 1-1 0 0,0-1 1 0 0,0 1-1 0 0,4 13 1347 0 0,0 16-698 0 0,-2 1 0 0 0,-1 0-1 0 0,-2 0 1 0 0,-4 33 0 0 0,0 60-896 0 0,6-86-1380 0 0,11 57-1 0 0,-3-52-4505 0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3:21.311"/>
    </inkml:context>
    <inkml:brush xml:id="br0">
      <inkml:brushProperty name="width" value="0.1" units="cm"/>
      <inkml:brushProperty name="height" value="0.1" units="cm"/>
      <inkml:brushProperty name="color" value="#008C3A"/>
    </inkml:brush>
  </inkml:definitions>
  <inkml:trace contextRef="#ctx0" brushRef="#br0">178 182 7370 0 0,'-6'2'271'0'0,"0"0"0"0"0,0 0 0 0 0,0 1 0 0 0,0 0 0 0 0,0 0 1 0 0,1 1-1 0 0,0 0 0 0 0,-6 4 0 0 0,-38 36 721 0 0,42-36-799 0 0,0 0 1 0 0,0 0-1 0 0,0 0 0 0 0,1 1 0 0 0,0 0 0 0 0,1 0 0 0 0,0 1 0 0 0,1-1 1 0 0,0 1-1 0 0,-6 21 0 0 0,9-25-112 0 0,0 0 1 0 0,0 0-1 0 0,1 0 0 0 0,-1 0 1 0 0,2 0-1 0 0,-1 0 0 0 0,0 0 1 0 0,1 0-1 0 0,0 0 0 0 0,1 0 1 0 0,0 0-1 0 0,-1 0 0 0 0,2 0 1 0 0,-1-1-1 0 0,1 1 0 0 0,0-1 1 0 0,0 1-1 0 0,0-1 0 0 0,1 0 1 0 0,5 5-1 0 0,-1-1 34 0 0,0-1-1 0 0,1-1 1 0 0,1 0 0 0 0,-1 0-1 0 0,1-1 1 0 0,0 0 0 0 0,1-1-1 0 0,0 0 1 0 0,-1 0 0 0 0,1-1-1 0 0,1-1 1 0 0,-1 0 0 0 0,0 0-1 0 0,1-1 1 0 0,15 1 0 0 0,-16-2-2 0 0,0-1 1 0 0,1 0 0 0 0,-1-1-1 0 0,0 0 1 0 0,1 0 0 0 0,-1-1-1 0 0,0-1 1 0 0,0 0-1 0 0,0 0 1 0 0,-1-1 0 0 0,1-1-1 0 0,-1 0 1 0 0,0 0 0 0 0,0-1-1 0 0,17-12 1 0 0,-24 14-76 0 0,1 1-1 0 0,-1-1 1 0 0,0 1 0 0 0,0-1-1 0 0,0 0 1 0 0,0 0 0 0 0,-1 0-1 0 0,1-1 1 0 0,-1 1 0 0 0,0 0-1 0 0,0-1 1 0 0,-1 0 0 0 0,0 1-1 0 0,2-9 1 0 0,-2 5 91 0 0,-1-1 0 0 0,0 1 0 0 0,0 0 0 0 0,-1-1 0 0 0,0 1 0 0 0,0 0 0 0 0,-5-16 0 0 0,-5-5 274 0 0,-1 1 0 0 0,-1 0 0 0 0,-27-43 0 0 0,32 59-383 0 0,-19-33-666 0 0,-2 2 1 0 0,-46-53-1 0 0,52 71-6395 0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3:22.217"/>
    </inkml:context>
    <inkml:brush xml:id="br0">
      <inkml:brushProperty name="width" value="0.1" units="cm"/>
      <inkml:brushProperty name="height" value="0.1" units="cm"/>
      <inkml:brushProperty name="color" value="#008C3A"/>
    </inkml:brush>
  </inkml:definitions>
  <inkml:trace contextRef="#ctx0" brushRef="#br0">409 338 2304 0 0,'14'-23'252'0'0,"1"1"-1"0"0,1 0 0 0 0,1 1 0 0 0,35-33 0 0 0,-34 35-138 0 0,45-40 785 0 0,-37 35 966 0 0,-1-1 0 0 0,25-32-1 0 0,-46 46-662 0 0,-13 11-201 0 0,-15 11 87 0 0,11-1-711 0 0,0 1 0 0 0,1 1 0 0 0,0 0 0 0 0,-19 26 0 0 0,-36 62 47 0 0,29-39-509 0 0,-20 26-60 0 0,-251 338-1180 0 0,287-400 1248 0 0,7-10-149 0 0,2 1 0 0 0,0 0 1 0 0,0 1-1 0 0,2 0 0 0 0,0 1 0 0 0,-11 22 0 0 0,20-27-2404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3:22.552"/>
    </inkml:context>
    <inkml:brush xml:id="br0">
      <inkml:brushProperty name="width" value="0.1" units="cm"/>
      <inkml:brushProperty name="height" value="0.1" units="cm"/>
      <inkml:brushProperty name="color" value="#008C3A"/>
    </inkml:brush>
  </inkml:definitions>
  <inkml:trace contextRef="#ctx0" brushRef="#br0">2 62 4609 0 0,'0'-3'183'0'0,"-1"0"0"0"0,1 1 0 0 0,0-1 0 0 0,-1 1-1 0 0,1-1 1 0 0,0 1 0 0 0,0-1 0 0 0,1 0 0 0 0,-1 1 0 0 0,1-1 0 0 0,-1 1 0 0 0,1-1 0 0 0,1-3-1 0 0,-1 4 256 0 0,-1 0 0 0 0,1 1 0 0 0,0-1 0 0 0,0 0 0 0 0,0 0 0 0 0,0 1 0 0 0,0-1 0 0 0,0 1 0 0 0,0-1 0 0 0,1 1 0 0 0,1-2 0 0 0,-2 3-359 0 0,-1 0 0 0 0,0 0 0 0 0,1 1-1 0 0,-1-1 1 0 0,0 0 0 0 0,1 1 0 0 0,-1-1-1 0 0,0 0 1 0 0,1 1 0 0 0,-1-1 0 0 0,0 0-1 0 0,1 1 1 0 0,-1-1 0 0 0,0 1 0 0 0,0-1-1 0 0,0 1 1 0 0,1-1 0 0 0,-1 0 0 0 0,0 1-1 0 0,0-1 1 0 0,0 1 0 0 0,0-1 0 0 0,0 1-1 0 0,0-1 1 0 0,0 1 0 0 0,0-1 0 0 0,0 1-1 0 0,0-1 1 0 0,0 1 0 0 0,0-1 0 0 0,0 1-1 0 0,-1-1 1 0 0,1 1 0 0 0,0 0 0 0 0,-2 22-43 0 0,-4 26 75 0 0,0 70 0 0 0,6-95-87 0 0,2 0-1 0 0,0 0 1 0 0,2 0 0 0 0,1 0-1 0 0,7 23 1 0 0,-11-44-11 0 0,0 0 1 0 0,0 0-1 0 0,0 0 1 0 0,0-1-1 0 0,1 1 1 0 0,-1 0-1 0 0,1 0 1 0 0,-1-1-1 0 0,1 1 1 0 0,0-1-1 0 0,0 0 1 0 0,0 0-1 0 0,0 1 1 0 0,1-1-1 0 0,-1 0 1 0 0,0-1-1 0 0,1 1 1 0 0,0 0-1 0 0,-1-1 1 0 0,1 0-1 0 0,3 2 1 0 0,-3-3 35 0 0,1 1 0 0 0,-1-1 0 0 0,1 0 0 0 0,-1 0 0 0 0,1 0 0 0 0,-1-1 0 0 0,1 1 1 0 0,-1-1-1 0 0,1 0 0 0 0,-1 0 0 0 0,0 0 0 0 0,1 0 0 0 0,-1-1 0 0 0,0 1 0 0 0,0-1 0 0 0,0 0 0 0 0,0 0 1 0 0,3-2-1 0 0,21-17-14 0 0,24-24 0 0 0,-31 25-738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3:23.238"/>
    </inkml:context>
    <inkml:brush xml:id="br0">
      <inkml:brushProperty name="width" value="0.1" units="cm"/>
      <inkml:brushProperty name="height" value="0.1" units="cm"/>
      <inkml:brushProperty name="color" value="#008C3A"/>
    </inkml:brush>
  </inkml:definitions>
  <inkml:trace contextRef="#ctx0" brushRef="#br0">230 75 6449 0 0,'-2'-7'377'0'0,"0"1"0"0"0,-1 0-1 0 0,0 0 1 0 0,0 0-1 0 0,0 0 1 0 0,-1 1 0 0 0,1-1-1 0 0,-10-9 1 0 0,12 14-249 0 0,-1-1 0 0 0,1 1 0 0 0,-1 0 1 0 0,0 0-1 0 0,1 0 0 0 0,-1 0 0 0 0,0 1 0 0 0,1-1 0 0 0,-1 0 0 0 0,0 1 1 0 0,0-1-1 0 0,1 1 0 0 0,-1 0 0 0 0,0-1 0 0 0,0 1 0 0 0,0 0 0 0 0,0 0 1 0 0,0 0-1 0 0,0 0 0 0 0,1 1 0 0 0,-1-1 0 0 0,0 0 0 0 0,0 1 1 0 0,0-1-1 0 0,1 1 0 0 0,-1 0 0 0 0,0-1 0 0 0,0 1 0 0 0,1 0 0 0 0,-1 0 1 0 0,1 0-1 0 0,-1 1 0 0 0,1-1 0 0 0,-1 0 0 0 0,1 0 0 0 0,-2 2 0 0 0,-12 14 71 0 0,0 0-1 0 0,1 1 0 0 0,1 0 0 0 0,0 1 0 0 0,2 0 0 0 0,0 1 0 0 0,1 0 0 0 0,-9 28 0 0 0,17-41-192 0 0,0 0 0 0 0,1 1-1 0 0,-1-1 1 0 0,1 1-1 0 0,1 14 1 0 0,-1-21-20 0 0,2 0 0 0 0,-1 0 0 0 0,0 1 0 0 0,0-1 0 0 0,0 0 0 0 0,0 0 0 0 0,1 0 0 0 0,-1 0 0 0 0,1 1 0 0 0,-1-1 0 0 0,1 0 0 0 0,-1 0 0 0 0,1 0 0 0 0,-1 0 0 0 0,1 0 0 0 0,0 0 0 0 0,0 0 0 0 0,1 1 0 0 0,-1-2-30 0 0,0 0 0 0 0,0 1 0 0 0,0-1 0 0 0,0 0 1 0 0,0 0-1 0 0,0 0 0 0 0,1 0 0 0 0,-1 0 0 0 0,0 0 1 0 0,0 0-1 0 0,0 0 0 0 0,0 0 0 0 0,0 0 0 0 0,0-1 0 0 0,0 1 1 0 0,1 0-1 0 0,-1-1 0 0 0,0 1 0 0 0,0-1 0 0 0,0 1 0 0 0,0-1 1 0 0,-1 0-1 0 0,1 1 0 0 0,1-2 0 0 0,9-6-113 0 0,-1-1 0 0 0,-1 0 0 0 0,1-1-1 0 0,-2 0 1 0 0,1 0 0 0 0,-1-1 0 0 0,-1 0-1 0 0,12-22 1 0 0,-14 22 303 0 0,1 0-1 0 0,0 1 0 0 0,0 0 1 0 0,1 0-1 0 0,1 1 0 0 0,0-1 1 0 0,0 2-1 0 0,1-1 1 0 0,0 1-1 0 0,18-12 0 0 0,-26 19-105 0 0,0 1-1 0 0,1-1 0 0 0,-1 0 1 0 0,0 1-1 0 0,0-1 0 0 0,1 1 1 0 0,-1 0-1 0 0,0 0 0 0 0,1-1 1 0 0,-1 1-1 0 0,1 0 0 0 0,-1 0 1 0 0,0 0-1 0 0,1 0 0 0 0,-1 0 1 0 0,0 1-1 0 0,1-1 0 0 0,-1 0 1 0 0,0 0-1 0 0,1 1 0 0 0,-1-1 1 0 0,2 2-1 0 0,0 0 32 0 0,-1-1 0 0 0,0 1-1 0 0,0 0 1 0 0,0 0 0 0 0,0 0 0 0 0,0 0 0 0 0,-1 0 0 0 0,1 1 0 0 0,-1-1 0 0 0,3 5-1 0 0,1 5 253 0 0,0 0 1 0 0,-1 1-1 0 0,5 21 0 0 0,-9-33-299 0 0,13 58 359 0 0,6 24-221 0 0,9 96 0 0 0,-27-166-145 0 0,-1 0 1 0 0,0 0 0 0 0,-1 0 0 0 0,0 0-1 0 0,-1 0 1 0 0,-4 14 0 0 0,5-24-3 0 0,0 0 0 0 0,-1 0 0 0 0,1 0 0 0 0,0 0 1 0 0,-1 0-1 0 0,0 0 0 0 0,1 0 0 0 0,-1 0 0 0 0,-1 0 0 0 0,1-1 0 0 0,0 1 1 0 0,-5 3-1 0 0,5-5 2 0 0,0 0 1 0 0,0 0-1 0 0,0 0 1 0 0,0 0-1 0 0,0-1 1 0 0,0 1 0 0 0,0 0-1 0 0,-1-1 1 0 0,1 0-1 0 0,0 1 1 0 0,0-1-1 0 0,-1 0 1 0 0,1 0-1 0 0,0-1 1 0 0,0 1-1 0 0,-1 0 1 0 0,1-1-1 0 0,0 1 1 0 0,0-1-1 0 0,0 1 1 0 0,-3-2 0 0 0,2 0-281 0 0,-1 0 0 0 0,1 0 0 0 0,-1 0 0 0 0,1 0 1 0 0,0 0-1 0 0,0-1 0 0 0,0 0 0 0 0,1 1 0 0 0,-1-1 0 0 0,0 0 1 0 0,1 0-1 0 0,0 0 0 0 0,0-1 0 0 0,0 1 0 0 0,-2-6 1 0 0,-3-6-5477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3:23.663"/>
    </inkml:context>
    <inkml:brush xml:id="br0">
      <inkml:brushProperty name="width" value="0.1" units="cm"/>
      <inkml:brushProperty name="height" value="0.1" units="cm"/>
      <inkml:brushProperty name="color" value="#008C3A"/>
    </inkml:brush>
  </inkml:definitions>
  <inkml:trace contextRef="#ctx0" brushRef="#br0">247 48 456 0 0,'0'-1'203'0'0,"0"0"0"0"0,0 0 0 0 0,-1 0 0 0 0,1 0-1 0 0,0 0 1 0 0,0 0 0 0 0,-1 1 0 0 0,1-1 0 0 0,-1 0 0 0 0,1 0 0 0 0,-1 0-1 0 0,1 0 1 0 0,-1 0 0 0 0,1 1 0 0 0,-1-1 0 0 0,0 0 0 0 0,1 1 0 0 0,-1-1 0 0 0,0 0-1 0 0,0 1 1 0 0,1-1 0 0 0,-1 1 0 0 0,-2-2 0 0 0,-20-14 3589 0 0,18 14-3572 0 0,0 0 1 0 0,-1 0 0 0 0,1 0-1 0 0,0 1 1 0 0,-1 0 0 0 0,1 0-1 0 0,0 1 1 0 0,-1 0 0 0 0,1 0-1 0 0,-1 0 1 0 0,1 0 0 0 0,-1 1-1 0 0,1 0 1 0 0,0 0-1 0 0,-1 0 1 0 0,1 1 0 0 0,0 0-1 0 0,0 0 1 0 0,0 0 0 0 0,0 0-1 0 0,0 1 1 0 0,1 0 0 0 0,-9 6-1 0 0,7-4 57 0 0,0 0-1 0 0,-1 0 1 0 0,2 0-1 0 0,-1 1 1 0 0,1 0-1 0 0,0 1 1 0 0,0-1-1 0 0,0 1 1 0 0,1-1-1 0 0,0 2 1 0 0,1-1-1 0 0,-1 0 1 0 0,1 1-1 0 0,1-1 1 0 0,-4 14-1 0 0,6-19-280 0 0,0 0 1 0 0,-1-1-1 0 0,1 1 0 0 0,0 0 1 0 0,0 0-1 0 0,0 0 0 0 0,0-1 1 0 0,0 1-1 0 0,1 0 0 0 0,-1-1 0 0 0,1 1 1 0 0,-1 0-1 0 0,1-1 0 0 0,-1 1 1 0 0,1 0-1 0 0,0-1 0 0 0,1 3 1 0 0,-1-3-4 0 0,0 0 0 0 0,0-1 0 0 0,0 1 0 0 0,0 0 0 0 0,0-1 0 0 0,0 1 1 0 0,0-1-1 0 0,0 1 0 0 0,0-1 0 0 0,0 0 0 0 0,0 1 0 0 0,0-1 0 0 0,0 0 0 0 0,0 0 1 0 0,0 0-1 0 0,0 0 0 0 0,0 0 0 0 0,1 0 0 0 0,-1 0 0 0 0,2 0 0 0 0,1-1-8 0 0,0 0 0 0 0,0 0 0 0 0,0-1 0 0 0,0 0 0 0 0,-1 1 0 0 0,1-1 0 0 0,0 0 0 0 0,-1-1 1 0 0,1 1-1 0 0,-1-1 0 0 0,0 1 0 0 0,6-7 0 0 0,-3 2 33 0 0,-1-1 0 0 0,0 0 0 0 0,0 0 0 0 0,-1 0 0 0 0,0 0 0 0 0,0-1 1 0 0,-1 1-1 0 0,0-1 0 0 0,2-12 0 0 0,0 27 65 0 0,0 0 0 0 0,-1 0 1 0 0,0 0-1 0 0,6 13 0 0 0,-5-8 32 0 0,1 0 0 0 0,0 0 0 0 0,1-1 1 0 0,15 19-1 0 0,-18-25-211 0 0,0 0-1 0 0,0 0 1 0 0,0-1 0 0 0,1 1 0 0 0,-1-1 0 0 0,1 0 0 0 0,0 0 0 0 0,0 0 0 0 0,0-1 0 0 0,0 0 0 0 0,1 0 0 0 0,-1 0 0 0 0,8 1 0 0 0,-1-2-1127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3:23.924"/>
    </inkml:context>
    <inkml:brush xml:id="br0">
      <inkml:brushProperty name="width" value="0.1" units="cm"/>
      <inkml:brushProperty name="height" value="0.1" units="cm"/>
      <inkml:brushProperty name="color" value="#008C3A"/>
    </inkml:brush>
  </inkml:definitions>
  <inkml:trace contextRef="#ctx0" brushRef="#br0">51 22 1376 0 0,'0'-1'300'0'0,"0"0"0"0"0,0 0 0 0 0,-1 0 0 0 0,1 0 0 0 0,0 0 0 0 0,0 0 0 0 0,-1 0 0 0 0,1 0 0 0 0,-1 0 0 0 0,1 0 0 0 0,-1 0 0 0 0,1 0 0 0 0,-1 1 0 0 0,0-1 0 0 0,1 0 0 0 0,-1 0 0 0 0,0 1 0 0 0,0-1 0 0 0,1 1 0 0 0,-1-1 0 0 0,0 0 0 0 0,0 1 0 0 0,0 0 0 0 0,0-1 0 0 0,0 1 0 0 0,0-1 0 0 0,0 1-1 0 0,0 0 1 0 0,0 0 0 0 0,0-1 0 0 0,0 1 0 0 0,0 0 0 0 0,0 0 0 0 0,0 0 0 0 0,-1 0 0 0 0,1 1 69 0 0,0-1-1 0 0,0 1 1 0 0,0-1-1 0 0,0 1 1 0 0,0 0-1 0 0,0-1 1 0 0,0 1-1 0 0,-1 1 738 0 0,1-1-737 0 0,0 0-1 0 0,0 0 1 0 0,1 0-1 0 0,-2 1 1 0 0,-4 15-78 0 0,5-3-37 0 0,0-1 1 0 0,0 1-1 0 0,1 0 1 0 0,1 0 0 0 0,0 0-1 0 0,1-1 1 0 0,5 20-1 0 0,35 94-74 0 0,-16-54 133 0 0,-20-54-481 0 0,14 40 442 0 0,-18-55-607 0 0,0 1-1 0 0,0-1 1 0 0,1 1 0 0 0,-1-1 0 0 0,1 0 0 0 0,0 0 0 0 0,1 0 0 0 0,-1 0 0 0 0,6 4-1 0 0,-9-8 166 0 0,1 1 0 0 0,-1-1 0 0 0,0 0-1 0 0,1 0 1 0 0,0 1 0 0 0,-1-1 0 0 0,1 0-1 0 0,-1 0 1 0 0,1 0 0 0 0,-1 1 0 0 0,1-1-1 0 0,-1 0 1 0 0,1 0 0 0 0,0 0-1 0 0,-1 0 1 0 0,1 0 0 0 0,-1 0 0 0 0,1 0-1 0 0,-1 0 1 0 0,1-1 0 0 0,-1 1 0 0 0,1 0-1 0 0,0 0 1 0 0,-1 0 0 0 0,1-1 0 0 0,-1 1-1 0 0,1 0 1 0 0,-1 0 0 0 0,1-1 0 0 0,-1 1-1 0 0,0-1 1 0 0,1 1 0 0 0,-1 0-1 0 0,1-2 1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3:24.192"/>
    </inkml:context>
    <inkml:brush xml:id="br0">
      <inkml:brushProperty name="width" value="0.1" units="cm"/>
      <inkml:brushProperty name="height" value="0.1" units="cm"/>
      <inkml:brushProperty name="color" value="#008C3A"/>
    </inkml:brush>
  </inkml:definitions>
  <inkml:trace contextRef="#ctx0" brushRef="#br0">25 202 1376 0 0,'-2'-12'750'0'0,"0"0"-1"0"0,1 0 1 0 0,1 1-1 0 0,0-1 1 0 0,1 0-1 0 0,0 0 1 0 0,1 1-1 0 0,0-1 1 0 0,1 0-1 0 0,0 1 1 0 0,9-21-1 0 0,-10 29-532 0 0,-1 0 0 0 0,1 0 0 0 0,0 1 0 0 0,0-1-1 0 0,0 1 1 0 0,1-1 0 0 0,-1 1 0 0 0,0 0 0 0 0,1 0 0 0 0,0 0 0 0 0,-1 0-1 0 0,1 1 1 0 0,0-1 0 0 0,0 1 0 0 0,0-1 0 0 0,0 1 0 0 0,0 0-1 0 0,0 0 1 0 0,0 1 0 0 0,1-1 0 0 0,-1 1 0 0 0,0-1 0 0 0,0 1-1 0 0,1 0 1 0 0,-1 0 0 0 0,0 0 0 0 0,0 1 0 0 0,1-1 0 0 0,-1 1 0 0 0,0 0-1 0 0,0 0 1 0 0,0 0 0 0 0,0 0 0 0 0,0 0 0 0 0,0 1 0 0 0,0-1-1 0 0,4 4 1 0 0,-5-3-151 0 0,1 0-1 0 0,-1 0 1 0 0,0 0 0 0 0,0 1-1 0 0,0-1 1 0 0,0 1-1 0 0,0-1 1 0 0,0 1-1 0 0,-1 0 1 0 0,0-1-1 0 0,1 1 1 0 0,-1 0 0 0 0,0 0-1 0 0,0 0 1 0 0,0 0-1 0 0,-1 0 1 0 0,1 0-1 0 0,-1 0 1 0 0,0 1-1 0 0,0-1 1 0 0,0 0 0 0 0,0 0-1 0 0,0 0 1 0 0,-1 0-1 0 0,1 0 1 0 0,-2 4-1 0 0,1-4-28 0 0,0 0-1 0 0,-1 0 1 0 0,1 0-1 0 0,-1 0 1 0 0,1 0-1 0 0,-1 0 0 0 0,0 0 1 0 0,0-1-1 0 0,0 1 1 0 0,0-1-1 0 0,-1 0 1 0 0,1 1-1 0 0,-1-1 0 0 0,1 0 1 0 0,-1 0-1 0 0,0-1 1 0 0,0 1-1 0 0,0-1 1 0 0,-5 3-1 0 0,-6 1-13 0 0,-1-1 1 0 0,0 0-1 0 0,-18 2 0 0 0,-22 7-5060 0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3:45.507"/>
    </inkml:context>
    <inkml:brush xml:id="br0">
      <inkml:brushProperty name="width" value="0.1" units="cm"/>
      <inkml:brushProperty name="height" value="0.1" units="cm"/>
      <inkml:brushProperty name="color" value="#008C3A"/>
    </inkml:brush>
  </inkml:definitions>
  <inkml:trace contextRef="#ctx0" brushRef="#br0">413 548 3225 0 0,'6'-2'178'0'0,"0"1"0"0"0,-1-1 1 0 0,1 0-1 0 0,-1-1 0 0 0,0 1 1 0 0,0-1-1 0 0,7-5 0 0 0,-11 8-50 0 0,0-1 0 0 0,0 1 0 0 0,0-1 0 0 0,0 1 0 0 0,0-1 0 0 0,0 0 0 0 0,-1 1 0 0 0,1-1 0 0 0,0 0 0 0 0,-1 0 0 0 0,1 0 0 0 0,0 0 0 0 0,-1 0 0 0 0,1 0 0 0 0,-1 0 0 0 0,1 1 0 0 0,-1-1 0 0 0,0-1 0 0 0,1 1 0 0 0,-1 0 0 0 0,0 0 0 0 0,0 0 0 0 0,0 0 0 0 0,0 0 0 0 0,0 0 0 0 0,0 0 0 0 0,0 0 0 0 0,0 0 1 0 0,0 0-1 0 0,0 0 0 0 0,-1 0 0 0 0,1 0 0 0 0,0 0 0 0 0,-1 0 0 0 0,1 0 0 0 0,-1 0 0 0 0,1 0 0 0 0,-1 0 0 0 0,1 0 0 0 0,-1 0 0 0 0,0 0 0 0 0,1 1 0 0 0,-1-1 0 0 0,0 0 0 0 0,0 0 0 0 0,0 0 0 0 0,-7-6 748 0 0,-6-6 561 0 0,-1 0 1 0 0,0 1-1 0 0,-18-10 1 0 0,26 18-1272 0 0,1 1 0 0 0,-1 0 0 0 0,0 0 0 0 0,0 1 1 0 0,0 0-1 0 0,0 0 0 0 0,-1 1 0 0 0,1 0 0 0 0,-1 0 1 0 0,1 0-1 0 0,-11 2 0 0 0,0 0-28 0 0,1 1 1 0 0,0 1-1 0 0,0 1 0 0 0,0 0 1 0 0,0 1-1 0 0,1 1 0 0 0,0 1 0 0 0,0 0 1 0 0,-16 10-1 0 0,25-12-131 0 0,-1-1 1 0 0,1 1-1 0 0,1 0 1 0 0,-1 0-1 0 0,1 1 1 0 0,0 0-1 0 0,0 0 0 0 0,0 1 1 0 0,1-1-1 0 0,0 1 1 0 0,0 0-1 0 0,1 1 1 0 0,0-1-1 0 0,0 1 0 0 0,1 0 1 0 0,0 0-1 0 0,0 0 1 0 0,1 0-1 0 0,0 0 1 0 0,-1 14-1 0 0,3-15-387 0 0,0 1-1 0 0,1-1 1 0 0,0 1 0 0 0,4 13-1 0 0,-5-19 202 0 0,1 0 0 0 0,-1 0 0 0 0,1-1 0 0 0,-1 1 0 0 0,1 0 0 0 0,0 0 0 0 0,-1 0 0 0 0,1-1 0 0 0,0 1 0 0 0,0 0 0 0 0,0-1 0 0 0,1 1 0 0 0,-1-1 0 0 0,0 1 0 0 0,1-1 0 0 0,-1 0 0 0 0,0 1 0 0 0,1-1 0 0 0,0 0 0 0 0,-1 0 0 0 0,1 0 0 0 0,0 0 0 0 0,2 1-1 0 0,-1-2 13 0 0,-1-1-1 0 0,0 1 0 0 0,1-1 0 0 0,-1 1 0 0 0,0-1 0 0 0,0 0 1 0 0,1 0-1 0 0,-1 0 0 0 0,0 0 0 0 0,0 0 0 0 0,0 0 0 0 0,0-1 1 0 0,0 1-1 0 0,-1-1 0 0 0,4-2 0 0 0,25-29-1010 0 0,-26 29 999 0 0,30-38-594 0 0,-1-1 0 0 0,40-71 0 0 0,-62 94 978 0 0,-1 0-1 0 0,-1-1 1 0 0,-1 1 0 0 0,-1-2 0 0 0,-1 1 0 0 0,0-1 0 0 0,-2 0-1 0 0,3-42 1 0 0,-3-3 1869 0 0,-2 32 1599 0 0,-6-69 1917 0 0,4 104-5555 0 0,-6 13 553 0 0,-2 18-357 0 0,3 5-142 0 0,1 1 1 0 0,2 0-1 0 0,1 0 1 0 0,3 0-1 0 0,0-1 1 0 0,3 1-1 0 0,10 42 1 0 0,-7-48-446 0 0,1 0-1 0 0,2-1 1 0 0,1 0-1 0 0,1-1 1 0 0,2 0 0 0 0,1-1-1 0 0,1-1 1 0 0,31 39 0 0 0,-26-41-6835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3:45.896"/>
    </inkml:context>
    <inkml:brush xml:id="br0">
      <inkml:brushProperty name="width" value="0.1" units="cm"/>
      <inkml:brushProperty name="height" value="0.1" units="cm"/>
      <inkml:brushProperty name="color" value="#008C3A"/>
    </inkml:brush>
  </inkml:definitions>
  <inkml:trace contextRef="#ctx0" brushRef="#br0">118 456 6449 0 0,'9'-6'1071'0'0,"0"-1"-1"0"0,-1 0 1 0 0,0-1-1 0 0,0 0 1 0 0,0 0-1 0 0,10-16 1 0 0,-10 13-627 0 0,4-3 178 0 0,-2-2-1 0 0,0 0 0 0 0,-1 0 1 0 0,0-1-1 0 0,-2 0 1 0 0,10-30-1 0 0,-13 34-454 0 0,0 0-1 0 0,-1 0 1 0 0,-1-1 0 0 0,-1 0-1 0 0,0 1 1 0 0,0-1-1 0 0,-1 0 1 0 0,-1 1-1 0 0,-4-26 1 0 0,4 35-135 0 0,0 0-1 0 0,-1 1 1 0 0,1-1 0 0 0,-1 0 0 0 0,1 0-1 0 0,-1 1 1 0 0,0-1 0 0 0,-1 1-1 0 0,1 0 1 0 0,0 0 0 0 0,-1 0-1 0 0,0 0 1 0 0,0 0 0 0 0,0 0 0 0 0,0 1-1 0 0,0-1 1 0 0,0 1 0 0 0,-1 0-1 0 0,1 0 1 0 0,-1 0 0 0 0,1 0-1 0 0,-1 1 1 0 0,0-1 0 0 0,0 1 0 0 0,0 0-1 0 0,0 0 1 0 0,1 1 0 0 0,-1-1-1 0 0,0 1 1 0 0,0 0 0 0 0,-1 0-1 0 0,1 0 1 0 0,0 1 0 0 0,-4 0 0 0 0,-1 0-53 0 0,1 1-1 0 0,-1 0 1 0 0,0 0 0 0 0,1 1 0 0 0,-1 0 0 0 0,1 0 0 0 0,0 1 0 0 0,0 0 0 0 0,1 0 0 0 0,-1 1 0 0 0,1 0 0 0 0,0 1 0 0 0,0-1 0 0 0,-9 11 0 0 0,11-10-5 0 0,1 1 0 0 0,-1-1 0 0 0,1 1 1 0 0,1 0-1 0 0,-1 0 0 0 0,1 0 0 0 0,1 1 1 0 0,-1-1-1 0 0,1 1 0 0 0,1 0 1 0 0,-1-1-1 0 0,0 11 0 0 0,2-6 58 0 0,0 0 0 0 0,1 0 0 0 0,0 0 0 0 0,1 0 0 0 0,0 0 0 0 0,1 0 0 0 0,6 17 0 0 0,-3-15-225 0 0,0 1 0 0 0,1-1 0 0 0,0 0 0 0 0,1-1 0 0 0,0 0 0 0 0,2 0 0 0 0,-1-1 0 0 0,1 0 0 0 0,1-1 0 0 0,0 0 0 0 0,1 0 0 0 0,22 14 0 0 0,-12-12-6525 0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3:46.301"/>
    </inkml:context>
    <inkml:brush xml:id="br0">
      <inkml:brushProperty name="width" value="0.1" units="cm"/>
      <inkml:brushProperty name="height" value="0.1" units="cm"/>
      <inkml:brushProperty name="color" value="#008C3A"/>
    </inkml:brush>
  </inkml:definitions>
  <inkml:trace contextRef="#ctx0" brushRef="#br0">16 64 10594 0 0,'-2'-53'3480'0'0,"2"42"-668"0"0,-2 68 2022 0 0,-2 2-3513 0 0,-3 86-1585 0 0,9-87 408 0 0,21 116-1 0 0,-18-150-659 0 0,1 1-1 0 0,1-1 1 0 0,1-1-1 0 0,2 0 1 0 0,0 0-1 0 0,1 0 1 0 0,19 26-1 0 0,-15-29-1302 0 0,1-5-19 0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3:46.801"/>
    </inkml:context>
    <inkml:brush xml:id="br0">
      <inkml:brushProperty name="width" value="0.1" units="cm"/>
      <inkml:brushProperty name="height" value="0.1" units="cm"/>
      <inkml:brushProperty name="color" value="#008C3A"/>
    </inkml:brush>
  </inkml:definitions>
  <inkml:trace contextRef="#ctx0" brushRef="#br0">170 385 7834 0 0,'8'-31'905'0'0,"7"-39"4931"0"0,-14 65-5557 0 0,-1 0 0 0 0,1-1 0 0 0,-1 1-1 0 0,0 0 1 0 0,0 0 0 0 0,-1-1 0 0 0,0 1 0 0 0,0 0 0 0 0,0 0 0 0 0,-3-7-1 0 0,4 11-267 0 0,0 0-1 0 0,-1 0 0 0 0,1 0 0 0 0,-1 0 0 0 0,0 0 0 0 0,1 0 1 0 0,-1 0-1 0 0,0 0 0 0 0,1 0 0 0 0,-1 0 0 0 0,0 0 0 0 0,0 1 1 0 0,0-1-1 0 0,0 0 0 0 0,0 0 0 0 0,0 1 0 0 0,0-1 0 0 0,0 1 0 0 0,0-1 1 0 0,0 1-1 0 0,0-1 0 0 0,0 1 0 0 0,0 0 0 0 0,-3-1 0 0 0,2 1-4 0 0,0 1 0 0 0,-1-1 0 0 0,1 0 0 0 0,0 1 0 0 0,0-1 0 0 0,0 1 0 0 0,-1 0 0 0 0,1 0 0 0 0,0 0 0 0 0,0 0 0 0 0,0 0 0 0 0,-2 2 0 0 0,-3 3 12 0 0,-1 0 0 0 0,1 0 0 0 0,0 1 0 0 0,-11 14 0 0 0,4-4 5 0 0,2 1 1 0 0,0 1 0 0 0,1 0-1 0 0,-9 23 1 0 0,17-35-26 0 0,0 0 0 0 0,0 0 0 0 0,1 1 0 0 0,0-1 0 0 0,1 1 0 0 0,-1-1-1 0 0,1 1 1 0 0,1-1 0 0 0,0 1 0 0 0,0 0 0 0 0,0-1 0 0 0,1 1 0 0 0,0 0 0 0 0,0-1 0 0 0,4 12 0 0 0,-4-17-35 0 0,0 0 0 0 0,-1 0-1 0 0,1 0 1 0 0,0 0 0 0 0,0 0 0 0 0,0 0-1 0 0,1 0 1 0 0,-1-1 0 0 0,0 1 0 0 0,1 0-1 0 0,-1 0 1 0 0,1-1 0 0 0,0 1 0 0 0,-1-1-1 0 0,1 0 1 0 0,0 1 0 0 0,0-1 0 0 0,0 0-1 0 0,0 0 1 0 0,0 0 0 0 0,0 0 0 0 0,0-1-1 0 0,0 1 1 0 0,0-1 0 0 0,0 1 0 0 0,1-1-1 0 0,-1 1 1 0 0,0-1 0 0 0,0 0 0 0 0,1 0 0 0 0,-1 0-1 0 0,0-1 1 0 0,0 1 0 0 0,0 0 0 0 0,1-1-1 0 0,-1 1 1 0 0,0-1 0 0 0,0 0 0 0 0,3-1-1 0 0,1-1-105 0 0,0 0 0 0 0,-1-1 0 0 0,1 1-1 0 0,-1-1 1 0 0,0 0 0 0 0,0 0 0 0 0,0-1 0 0 0,0 0 0 0 0,-1 0-1 0 0,0 0 1 0 0,0 0 0 0 0,5-9 0 0 0,-3 2 47 0 0,-2-1-1 0 0,1 1 1 0 0,-2-1 0 0 0,0 0 0 0 0,0 0-1 0 0,-1 0 1 0 0,0-14 0 0 0,6-33 1061 0 0,-8 74-590 0 0,0 0-1 0 0,1 0 1 0 0,0 0 0 0 0,2 0 0 0 0,6 25 0 0 0,-8-34-345 0 0,0 0-1 0 0,1 0 0 0 0,0 0 0 0 0,0 0 0 0 0,0-1 0 0 0,0 1 1 0 0,1 0-1 0 0,-1-1 0 0 0,1 0 0 0 0,0 0 0 0 0,1 0 1 0 0,-1 0-1 0 0,1 0 0 0 0,0-1 0 0 0,-1 1 0 0 0,2-1 1 0 0,-1 0-1 0 0,0 0 0 0 0,1-1 0 0 0,-1 1 0 0 0,1-1 1 0 0,0 0-1 0 0,-1 0 0 0 0,1-1 0 0 0,0 1 0 0 0,0-1 0 0 0,0 0 1 0 0,1-1-1 0 0,-1 1 0 0 0,0-1 0 0 0,0 0 0 0 0,0 0 1 0 0,0 0-1 0 0,0-1 0 0 0,1 0 0 0 0,-1 0 0 0 0,0 0 1 0 0,0-1-1 0 0,-1 1 0 0 0,1-1 0 0 0,0-1 0 0 0,-1 1 1 0 0,1 0-1 0 0,4-5 0 0 0,0 1-152 0 0,0 0 0 0 0,-1-1 0 0 0,0 0 0 0 0,0-1 1 0 0,-1 0-1 0 0,0 0 0 0 0,0 0 0 0 0,-1-1 0 0 0,0 0 0 0 0,5-12 0 0 0,7-15-2207 0 0,17-54-1 0 0,-15 36-467 0 0,-4 15 985 0 0,20-52-845 0 0,-16 31 4364 0 0,-19 60-1677 0 0,-1-1 1 0 0,0 1-1 0 0,0 0 0 0 0,0 0 1 0 0,1 0-1 0 0,-1 0 0 0 0,0-1 1 0 0,0 1-1 0 0,0 0 0 0 0,0 0 0 0 0,0 0 1 0 0,0 0-1 0 0,1-1 0 0 0,-1 1 1 0 0,0 0-1 0 0,0 0 0 0 0,0-1 1 0 0,0 1-1 0 0,0 0 0 0 0,0 0 0 0 0,0 0 1 0 0,0-1-1 0 0,0 1 0 0 0,0 0 1 0 0,0 0-1 0 0,0-1 0 0 0,0 1 1 0 0,0 0-1 0 0,0 0 0 0 0,0-1 0 0 0,0 1 1 0 0,0 0-1 0 0,0 0 0 0 0,0 0 1 0 0,-1-1-1 0 0,1 1 0 0 0,0 0 0 0 0,0 0 1 0 0,0 0-1 0 0,0-1 0 0 0,0 1 1 0 0,-1 0-1 0 0,1 0 0 0 0,0 0 1 0 0,0 0-1 0 0,0 0 0 0 0,-1-1 0 0 0,1 1 1 0 0,0 0-1 0 0,0 0 0 0 0,0 0 1 0 0,-1 0-1 0 0,1 0 0 0 0,0 0 1 0 0,0 0-1 0 0,-1 0 0 0 0,1 0 0 0 0,0 0 1 0 0,0 0-1 0 0,0 0 0 0 0,-1 0 1 0 0,1 0-1 0 0,0 0 0 0 0,-1 0 1 0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3:47.275"/>
    </inkml:context>
    <inkml:brush xml:id="br0">
      <inkml:brushProperty name="width" value="0.1" units="cm"/>
      <inkml:brushProperty name="height" value="0.1" units="cm"/>
      <inkml:brushProperty name="color" value="#008C3A"/>
    </inkml:brush>
  </inkml:definitions>
  <inkml:trace contextRef="#ctx0" brushRef="#br0">13 3 1376 0 0,'9'-3'16996'0'0,"-17"53"-16237"0"0,1 1 0 0 0,0 69-1 0 0,7-102-607 0 0,1 0-1 0 0,1 0 0 0 0,0 0 0 0 0,1-1 0 0 0,1 1 1 0 0,1-1-1 0 0,0 0 0 0 0,2 0 0 0 0,0 0 1 0 0,13 23-1 0 0,-18-36-152 0 0,0-1 1 0 0,1 1 0 0 0,-1-1-1 0 0,1 1 1 0 0,-1-1-1 0 0,1 0 1 0 0,0 0 0 0 0,1 0-1 0 0,-1-1 1 0 0,0 1-1 0 0,1-1 1 0 0,-1 0 0 0 0,1 0-1 0 0,0 0 1 0 0,0 0-1 0 0,0 0 1 0 0,0-1 0 0 0,0 0-1 0 0,0 0 1 0 0,0 0 0 0 0,0 0-1 0 0,0-1 1 0 0,1 1-1 0 0,-1-1 1 0 0,0 0 0 0 0,0-1-1 0 0,1 1 1 0 0,-1-1-1 0 0,0 0 1 0 0,0 0 0 0 0,0 0-1 0 0,0 0 1 0 0,0-1-1 0 0,0 1 1 0 0,0-1 0 0 0,0 0-1 0 0,-1 0 1 0 0,1-1-1 0 0,-1 1 1 0 0,1-1 0 0 0,-1 0-1 0 0,0 1 1 0 0,0-1-1 0 0,0-1 1 0 0,2-3 0 0 0,6-10-62 0 0,0 0 1 0 0,-1-1-1 0 0,-1 0 1 0 0,-1-1-1 0 0,11-36 1 0 0,-14 38 9 0 0,0 0 0 0 0,2 0-1 0 0,0 0 1 0 0,1 1 0 0 0,0 0 0 0 0,2 0 0 0 0,16-21 0 0 0,-26 37 66 0 0,0-1 1 0 0,0 1 0 0 0,1 0 0 0 0,-1-1 0 0 0,0 1 0 0 0,1-1 0 0 0,-1 1 0 0 0,0 0 0 0 0,1-1 0 0 0,-1 1-1 0 0,1 0 1 0 0,-1 0 0 0 0,0-1 0 0 0,1 1 0 0 0,-1 0 0 0 0,1 0 0 0 0,-1 0 0 0 0,1 0 0 0 0,-1 0 0 0 0,1-1-1 0 0,-1 1 1 0 0,1 0 0 0 0,-1 0 0 0 0,1 0 0 0 0,-1 0 0 0 0,1 0 0 0 0,-1 0 0 0 0,1 1 0 0 0,-1-1 0 0 0,1 0-1 0 0,0 0 1 0 0,9 16 412 0 0,1 38 208 0 0,-8-36-507 0 0,11 38 92 0 0,0-1 14 0 0,7 66 1 0 0,-19-100-197 0 0,-1-1 1 0 0,-1 1-1 0 0,0-1 0 0 0,-2 0 1 0 0,0 1-1 0 0,-11 38 1 0 0,3-25 16 0 0,-1-1-1 0 0,-2 0 1 0 0,-1 0 0 0 0,-1-1 0 0 0,-2-1 0 0 0,-2-1-1 0 0,0 0 1 0 0,-31 34 0 0 0,43-57-184 0 0,0 0 0 0 0,-1-1 0 0 0,1 0 0 0 0,-13 6 0 0 0,-3 1-6210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3:48.532"/>
    </inkml:context>
    <inkml:brush xml:id="br0">
      <inkml:brushProperty name="width" value="0.1" units="cm"/>
      <inkml:brushProperty name="height" value="0.1" units="cm"/>
      <inkml:brushProperty name="color" value="#008C3A"/>
    </inkml:brush>
  </inkml:definitions>
  <inkml:trace contextRef="#ctx0" brushRef="#br0">208 18 6913 0 0,'-208'18'8557'0'0,"268"-37"-7365"0"0,23 10-810 0 0,0 4-1 0 0,1 3 0 0 0,98 10 1 0 0,225 30-978 0 0,-228-19-39 0 0,893 32-2039 0 0,-484-66 2462 0 0,-84 0 104 0 0,-261 19-1159 0 0,-82 12-6280 0 0,-167-14 8088 0 0,1 0-1 0 0,-1 0 1 0 0,1 0-1 0 0,0 1 1 0 0,0 0-1 0 0,0 0 1 0 0,0 0-1 0 0,0 1 1 0 0,1-1 0 0 0,-1 1-1 0 0,-5 7 1 0 0,-5 4 59 0 0,0 0 1 0 0,-24 31 0 0 0,28-27-241 0 0,1 0 1 0 0,1 1-1 0 0,1 0 1 0 0,1 0-1 0 0,0 1 1 0 0,2 0-1 0 0,0 0 1 0 0,1 0-1 0 0,1 0 1 0 0,0 30-1 0 0,3 25 117 0 0,15 117-1 0 0,68 331-476 0 0,-23-181 0 0 0,-5 45 98 0 0,82 466-397 0 0,-59-522-238 0 0,-33-153 1866 0 0,31 252 0 0 0,-71-310-542 0 0,-4 1-1 0 0,-19 144 1 0 0,11-187-434 0 0,7 31-49 0 0,-1-2-72 0 0,1-105-223 0 0,-1 0 1 0 0,1-1-1 0 0,-1 1 1 0 0,0 0-1 0 0,0 0 0 0 0,0 0 1 0 0,-1-1-1 0 0,1 1 0 0 0,-1-1 1 0 0,1 1-1 0 0,-1-1 1 0 0,0 0-1 0 0,0 1 0 0 0,0-1 1 0 0,0 0-1 0 0,0 0 0 0 0,-1 0 1 0 0,1-1-1 0 0,0 1 1 0 0,-1 0-1 0 0,0-1 0 0 0,1 0 1 0 0,-1 0-1 0 0,0 1 0 0 0,0-2 1 0 0,1 1-1 0 0,-1 0 1 0 0,0 0-1 0 0,0-1 0 0 0,-4 1 1 0 0,-11 1 75 0 0,0-1 1 0 0,0 0 0 0 0,-31-4-1 0 0,38 2-78 0 0,-146-17-200 0 0,-198-49 0 0 0,-37-6-456 0 0,-21 30-86 0 0,-652 13 1 0 0,571 55 55 0 0,351-10 246 0 0,-202 46 0 0 0,112-7-2586 0 0,177-43-3188 0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3:49.018"/>
    </inkml:context>
    <inkml:brush xml:id="br0">
      <inkml:brushProperty name="width" value="0.1" units="cm"/>
      <inkml:brushProperty name="height" value="0.1" units="cm"/>
      <inkml:brushProperty name="color" value="#008C3A"/>
    </inkml:brush>
  </inkml:definitions>
  <inkml:trace contextRef="#ctx0" brushRef="#br0">137 1 12443 0 0,'-6'6'139'0'0,"1"0"1"0"0,-1 1-1 0 0,1 0 1 0 0,0 0-1 0 0,1 1 0 0 0,-1-1 1 0 0,2 1-1 0 0,-5 9 1 0 0,-4 9-67 0 0,0-3-89 0 0,0 2 0 0 0,2-1 0 0 0,0 1 0 0 0,2 1 0 0 0,1 0 0 0 0,1 0 0 0 0,1 0 0 0 0,1 1 0 0 0,2-1 0 0 0,1 48 0 0 0,23 564 1408 0 0,-19-527-1214 0 0,4 0-1 0 0,5-1 1 0 0,6-1 0 0 0,57 199-1 0 0,-3-85-117 0 0,79 270 136 0 0,46 335 0 0 0,-168-689 1684 0 0,-6 1-1 0 0,7 186 0 0 0,-30-320-1844 0 0,1 7 64 0 0,-1 0 0 0 0,-1 0 0 0 0,0 0 0 0 0,-3 16 0 0 0,1-18-205 0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3:51.631"/>
    </inkml:context>
    <inkml:brush xml:id="br0">
      <inkml:brushProperty name="width" value="0.1" units="cm"/>
      <inkml:brushProperty name="height" value="0.1" units="cm"/>
      <inkml:brushProperty name="color" value="#008C3A"/>
    </inkml:brush>
  </inkml:definitions>
  <inkml:trace contextRef="#ctx0" brushRef="#br0">2493 6201 9218 0 0,'1'8'89'0'0,"0"-1"0"0"0,1 1 0 0 0,-1-1 1 0 0,1 0-1 0 0,1 0 0 0 0,-1 0 0 0 0,1 0 0 0 0,1 0 0 0 0,-1-1 1 0 0,1 1-1 0 0,5 6 0 0 0,-7-10 373 0 0,1 1 1 0 0,0-1-1 0 0,0 0 0 0 0,0 0 1 0 0,0-1-1 0 0,0 1 1 0 0,6 3-1 0 0,-8-6-346 0 0,0 1 0 0 0,1 0 0 0 0,-1 0 0 0 0,1-1 0 0 0,0 1-1 0 0,-1-1 1 0 0,1 0 0 0 0,-1 1 0 0 0,1-1 0 0 0,0 0 0 0 0,-1 0 0 0 0,1 0 0 0 0,0 0 0 0 0,-1 0 0 0 0,1 0 0 0 0,-1-1 0 0 0,1 1-1 0 0,0 0 1 0 0,-1-1 0 0 0,1 1 0 0 0,-1-1 0 0 0,1 0 0 0 0,-1 1 0 0 0,1-1 0 0 0,-1 0 0 0 0,0 0 0 0 0,1 0 0 0 0,-1 0 0 0 0,0 0-1 0 0,0 0 1 0 0,0-1 0 0 0,1 1 0 0 0,-1 0 0 0 0,-1-1 0 0 0,1 1 0 0 0,0 0 0 0 0,0-1 0 0 0,0 1 0 0 0,0-3 0 0 0,2-2-115 0 0,-1 0 1 0 0,0 1 0 0 0,0-1-1 0 0,0 0 1 0 0,-1 0-1 0 0,0 0 1 0 0,0 0 0 0 0,0-1-1 0 0,-1-8 1 0 0,-38-213 325 0 0,9 80 616 0 0,-1-49-779 0 0,-141-749 290 0 0,54 543-341 0 0,-24 7 263 0 0,-78-248 644 0 0,8-19-771 0 0,160 532-684 0 0,-6 2 0 0 0,-143-234-1 0 0,-6 58 199 0 0,-119-191 659 0 0,278 419-382 0 0,-166-298 144 0 0,207 363-188 0 0,-29-60-441 0 0,-48-73 0 0 0,68 123 337 0 0,-1 1 0 0 0,-1 0 0 0 0,-1 0 0 0 0,-1 2 0 0 0,0 1 0 0 0,-2 0 0 0 0,-25-17 0 0 0,36 29-15 0 0,0-1 1 0 0,-1 2 0 0 0,-17-8-1 0 0,26 12 68 0 0,1 0-1 0 0,-1 1 1 0 0,0-1-1 0 0,0 0 1 0 0,0 1-1 0 0,0-1 0 0 0,0 1 1 0 0,0-1-1 0 0,0 1 1 0 0,0 0-1 0 0,0 0 1 0 0,0 0-1 0 0,0 0 1 0 0,0 0-1 0 0,0 1 1 0 0,0-1-1 0 0,0 0 1 0 0,0 1-1 0 0,1 0 1 0 0,-1-1-1 0 0,0 1 1 0 0,0 0-1 0 0,0 0 0 0 0,1 0 1 0 0,-1 0-1 0 0,0 0 1 0 0,1 1-1 0 0,-1-1 1 0 0,1 0-1 0 0,-3 3 1 0 0,4-3 47 0 0,-1-1 0 0 0,1 1 0 0 0,0-1 0 0 0,-1 1 0 0 0,1 0 0 0 0,0 0 0 0 0,-1-1 0 0 0,1 1 0 0 0,0 0 0 0 0,0-1 0 0 0,0 1 0 0 0,0 0 0 0 0,-1 0 0 0 0,1-1 0 0 0,0 1 0 0 0,0 0 0 0 0,1 0 0 0 0,-1 0 0 0 0,0-1 0 0 0,0 1 0 0 0,0 0 0 0 0,0 0 0 0 0,1-1 0 0 0,-1 1 0 0 0,0 0 0 0 0,1-1 0 0 0,-1 1 0 0 0,0 0 0 0 0,1-1 0 0 0,-1 1 1 0 0,1-1-1 0 0,-1 1 0 0 0,1 0 0 0 0,-1-1 0 0 0,1 1 0 0 0,0-1 0 0 0,-1 0 0 0 0,1 1 0 0 0,-1-1 0 0 0,1 1 0 0 0,0-1 0 0 0,0 0 0 0 0,-1 1 0 0 0,1-1 0 0 0,0 0 0 0 0,-1 0 0 0 0,1 0 0 0 0,0 0 0 0 0,1 0 0 0 0,39 4 738 0 0,-41-4-685 0 0,-45 20 1184 0 0,-2-4-971 0 0,34-13-220 0 0,0 2 1 0 0,0 0-1 0 0,0 0 1 0 0,1 1-1 0 0,-19 12 1 0 0,20-9 22 0 0,-4-1 20 0 0,18-29-55 0 0,9-22 444 0 0,-1-1 1 0 0,-2 0-1 0 0,-2-1 1 0 0,-3 0-1 0 0,-1-81 1 0 0,-2 112-427 0 0,-1 10-15 0 0,1 0 0 0 0,-1 1-1 0 0,0-1 1 0 0,0 0 0 0 0,-1 0-1 0 0,1 1 1 0 0,-1-1-1 0 0,1 0 1 0 0,-1 1 0 0 0,-1-1-1 0 0,0-3 1 0 0,13 38 115 0 0,7-7-144 0 0,0-1 0 0 0,2 0 0 0 0,0-1 0 0 0,2-1 0 0 0,32 25 0 0 0,29 28 0 0 0,-81-72 8 0 0,1 0 1 0 0,-1 0-1 0 0,1 0 0 0 0,0 0 1 0 0,0-1-1 0 0,0 1 0 0 0,0-1 1 0 0,0 1-1 0 0,4 0 0 0 0,-6-2-5 0 0,0 1-1 0 0,0-1 0 0 0,0 0 0 0 0,0 0 1 0 0,1 1-1 0 0,-1-1 0 0 0,0 0 0 0 0,0 0 1 0 0,0 0-1 0 0,1 0 0 0 0,-1-1 0 0 0,0 1 1 0 0,0 0-1 0 0,0 0 0 0 0,1-1 0 0 0,-1 1 1 0 0,0-1-1 0 0,0 1 0 0 0,0-1 1 0 0,0 1-1 0 0,0-1 0 0 0,0 1 0 0 0,0-1 1 0 0,0 0-1 0 0,0 0 0 0 0,0 0 0 0 0,1-1 1 0 0,-2 1-3 0 0,0 0 0 0 0,1 1 0 0 0,-1-1 1 0 0,0 0-1 0 0,0 1 0 0 0,0-1 0 0 0,0 0 1 0 0,0 0-1 0 0,0 1 0 0 0,0-1 1 0 0,0 0-1 0 0,0 1 0 0 0,0-1 0 0 0,0 0 1 0 0,-1 0-1 0 0,1 1 0 0 0,0-1 0 0 0,-1 0 1 0 0,1 1-1 0 0,0-1 0 0 0,-1 0 1 0 0,1 1-1 0 0,0-1 0 0 0,-1 1 0 0 0,1-1 1 0 0,-1 1-1 0 0,1-1 0 0 0,-1 1 0 0 0,0-1 1 0 0,1 1-1 0 0,-1-1 0 0 0,1 1 1 0 0,-1 0-1 0 0,0-1 0 0 0,1 1 0 0 0,-1 0 1 0 0,0 0-1 0 0,1-1 0 0 0,-1 1 0 0 0,-1 0 1 0 0,-31-11 5 0 0,31 11 25 0 0,-3-2-33 0 0,0 0 0 0 0,0-1 0 0 0,0 1 0 0 0,0-1 0 0 0,1 0 1 0 0,-1 0-1 0 0,1 0 0 0 0,0-1 0 0 0,0 1 0 0 0,0-1 0 0 0,0 0 1 0 0,1 0-1 0 0,0-1 0 0 0,0 1 0 0 0,0-1 0 0 0,-5-9 0 0 0,6 9-1 0 0,-1 0 0 0 0,0 0 0 0 0,0 0 0 0 0,0 0 0 0 0,-1 0 0 0 0,0 1 0 0 0,0 0 0 0 0,0-1 0 0 0,0 2 0 0 0,-1-1 0 0 0,0 0 0 0 0,1 1 0 0 0,-1 0 0 0 0,0 0 0 0 0,-1 0 0 0 0,-5-2 0 0 0,-24 1 35 0 0,33 4-31 0 0,1 0 1 0 0,0 0-1 0 0,-1 0 1 0 0,1 0-1 0 0,-1 0 0 0 0,1 0 1 0 0,-1 0-1 0 0,1 1 0 0 0,0-1 1 0 0,-1 1-1 0 0,1-1 1 0 0,0 1-1 0 0,-1-1 0 0 0,1 1 1 0 0,0 0-1 0 0,0 0 1 0 0,0-1-1 0 0,-1 1 0 0 0,1 0 1 0 0,0 0-1 0 0,0 0 1 0 0,-1 2-1 0 0,2-2-1 0 0,0 0 0 0 0,0 1 0 0 0,-1-1 0 0 0,1 1 0 0 0,0-1 0 0 0,0 1 0 0 0,1-1 0 0 0,-1 1 0 0 0,0-1 0 0 0,0 0 0 0 0,1 1 0 0 0,-1-1 0 0 0,0 1 0 0 0,1-1 0 0 0,0 0 0 0 0,-1 1 0 0 0,1-1 0 0 0,1 2 0 0 0,19 27 0 0 0,-15-21 0 0 0,34 40 0 0 0,-29-38-3 0 0,-1 1 1 0 0,-1 0-1 0 0,0 0 0 0 0,-1 1 1 0 0,10 20-1 0 0,-20-29-211 0 0,-8-6 169 0 0,-14-7 81 0 0,19 8-93 0 0,-22-10-4 0 0,19 7 30 0 0,0 1 0 0 0,-1-1 0 0 0,1 2 0 0 0,0-1 1 0 0,-1 1-1 0 0,0 1 0 0 0,1-1 0 0 0,-1 1 0 0 0,0 1 1 0 0,-11 0-1 0 0,15 3-14 0 0,12 0-54 0 0,14-1-45 0 0,-9-5 144 0 0,0 0 0 0 0,0-1 0 0 0,0-1 0 0 0,-1 0 0 0 0,0 0 0 0 0,0-1 1 0 0,15-10-1 0 0,-8 4-1 0 0,-23 17 2 0 0,1 0 1 0 0,-1 1 0 0 0,1-1-1 0 0,0 1 1 0 0,0 0 0 0 0,-4 8-1 0 0,-24 48-195 0 0,30-59 183 0 0,1 1 0 0 0,-1-1 0 0 0,1 1 0 0 0,0-1 0 0 0,0 1 0 0 0,1-1 1 0 0,-1 6-1 0 0,1-9 10 0 0,0 0 0 0 0,0 1 0 0 0,0-1 0 0 0,0 0 0 0 0,0 1 0 0 0,0-1 0 0 0,0 0 0 0 0,0 1 0 0 0,0-1 0 0 0,0 0 0 0 0,0 1 0 0 0,0-1 0 0 0,1 0 0 0 0,-1 0 0 0 0,0 1 0 0 0,0-1 0 0 0,0 0 0 0 0,1 1 0 0 0,-1-1 0 0 0,0 0 0 0 0,0 0 0 0 0,1 0 0 0 0,-1 1 0 0 0,0-1 0 0 0,0 0 0 0 0,1 0 0 0 0,-1 0 0 0 0,0 0 0 0 0,1 1 0 0 0,-1-1 0 0 0,19-5-72 0 0,-9-1 108 0 0,0-1 0 0 0,-1 0 0 0 0,0 0 0 0 0,0 0 0 0 0,-1-1 0 0 0,0-1 0 0 0,0 0 0 0 0,9-14 0 0 0,4-3-1262 0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4:13.108"/>
    </inkml:context>
    <inkml:brush xml:id="br0">
      <inkml:brushProperty name="width" value="0.1" units="cm"/>
      <inkml:brushProperty name="height" value="0.1" units="cm"/>
      <inkml:brushProperty name="color" value="#008C3A"/>
    </inkml:brush>
  </inkml:definitions>
  <inkml:trace contextRef="#ctx0" brushRef="#br0">90 46 1840 0 0,'-4'1'122'0'0,"-1"-1"-1"0"0,0 1 0 0 0,0 0 0 0 0,1 0 1 0 0,-1 0-1 0 0,1 1 0 0 0,-1 0 0 0 0,1 0 1 0 0,0 0-1 0 0,-8 5 0 0 0,-21 9-1823 0 0,84-27 9005 0 0,47 0-5124 0 0,56-8-2899 0 0,-74 4 1108 0 0,158-10 1 0 0,83 24 747 0 0,45 25-352 0 0,-97-3-640 0 0,119 21 490 0 0,-173-14-348 0 0,-131-19-205 0 0,497 35 1708 0 0,6-54-1373 0 0,-549 9-377 0 0,280 0-60 0 0,211-1 126 0 0,-211-5 108 0 0,-163 1-299 0 0,-87 2-22 0 0,123 7 0 0 0,177 7 102 0 0,-244-11 4 0 0,79-9-309 0 0,-93 2 960 0 0,124-23 844 0 0,-98 10-614 0 0,-45 5-100 0 0,-59 9-302 0 0,1 1 0 0 0,54-2 0 0 0,-79 10-2659 0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4:18.780"/>
    </inkml:context>
    <inkml:brush xml:id="br0">
      <inkml:brushProperty name="width" value="0.1" units="cm"/>
      <inkml:brushProperty name="height" value="0.1" units="cm"/>
      <inkml:brushProperty name="color" value="#008C3A"/>
    </inkml:brush>
  </inkml:definitions>
  <inkml:trace contextRef="#ctx0" brushRef="#br0">81 161 1840 0 0,'-24'-4'1608'0'0,"20"3"-1212"0"0,-1 1 0 0 0,0-1-1 0 0,1 0 1 0 0,-1 0-1 0 0,1 0 1 0 0,-1-1-1 0 0,1 1 1 0 0,0-1-1 0 0,-1 0 1 0 0,1 0 0 0 0,-4-3-1 0 0,14 0 1004 0 0,20-4-1297 0 0,0 1 0 0 0,1 1 0 0 0,53-6 0 0 0,90 2 574 0 0,-22 2-376 0 0,348-20-357 0 0,-371 32 1922 0 0,0-6 0 0 0,218-34 0 0 0,-333 35-1577 0 0,-2 0 10 0 0,1 0 1 0 0,0 1-1 0 0,0-1 1 0 0,0 2-1 0 0,-1-1 0 0 0,1 1 1 0 0,0 0-1 0 0,17 4 1 0 0,-18 2-234 0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5:04.750"/>
    </inkml:context>
    <inkml:brush xml:id="br0">
      <inkml:brushProperty name="width" value="0.1" units="cm"/>
      <inkml:brushProperty name="height" value="0.1" units="cm"/>
      <inkml:brushProperty name="color" value="#008C3A"/>
    </inkml:brush>
  </inkml:definitions>
  <inkml:trace contextRef="#ctx0" brushRef="#br0">218 172 2761 0 0,'9'-17'1427'0'0,"-1"-1"0"0"0,-1 1 0 0 0,0-1 0 0 0,-1-1 1 0 0,6-36-1 0 0,-12 54-1257 0 0,1 0 1 0 0,-1 0-1 0 0,0 0 1 0 0,0 0-1 0 0,0-1 1 0 0,0 1 0 0 0,0 0-1 0 0,0 0 1 0 0,0 0-1 0 0,0-1 1 0 0,0 1-1 0 0,-1 0 1 0 0,1 0-1 0 0,0 0 1 0 0,-1 0 0 0 0,1 0-1 0 0,-1 0 1 0 0,1 0-1 0 0,-1 0 1 0 0,0 0-1 0 0,1 0 1 0 0,-1 0-1 0 0,-1-1 1 0 0,1 2-74 0 0,0-1-1 0 0,0 1 1 0 0,0 0-1 0 0,0 0 1 0 0,0 0 0 0 0,0 0-1 0 0,0 0 1 0 0,0 0-1 0 0,0 0 1 0 0,0 1 0 0 0,0-1-1 0 0,0 0 1 0 0,0 0-1 0 0,0 1 1 0 0,0-1 0 0 0,0 1-1 0 0,0-1 1 0 0,0 1-1 0 0,1-1 1 0 0,-2 2 0 0 0,-7 4 100 0 0,1 1-1 0 0,0 0 1 0 0,-12 14 0 0 0,-30 32 139 0 0,29-32-211 0 0,0 1-1 0 0,2 1 1 0 0,0 1-1 0 0,2 0 1 0 0,-22 40-1 0 0,38-63-117 0 0,0 1-1 0 0,0-1 1 0 0,1 0-1 0 0,-1 1 1 0 0,0-1 0 0 0,1 1-1 0 0,-1-1 1 0 0,1 1-1 0 0,-1-1 1 0 0,1 1-1 0 0,0 0 1 0 0,0-1-1 0 0,-1 1 1 0 0,1-1 0 0 0,0 1-1 0 0,1 0 1 0 0,-1-1-1 0 0,0 1 1 0 0,0-1-1 0 0,1 1 1 0 0,-1 0 0 0 0,1-1-1 0 0,-1 1 1 0 0,1-1-1 0 0,1 3 1 0 0,0-3-28 0 0,0 0 0 0 0,0 1 0 0 0,1-1 1 0 0,-1 0-1 0 0,1 0 0 0 0,-1-1 0 0 0,1 1 0 0 0,-1 0 0 0 0,1-1 0 0 0,-1 0 1 0 0,1 1-1 0 0,-1-1 0 0 0,1 0 0 0 0,0 0 0 0 0,3-1 0 0 0,97-9-253 0 0,-74 5 166 0 0,-1 2 1 0 0,1 1-1 0 0,-1 1 0 0 0,49 6 0 0 0,-74-5 107 0 0,0 0 1 0 0,0 1-1 0 0,-1-1 0 0 0,1 1 1 0 0,0 0-1 0 0,0 0 1 0 0,-1 0-1 0 0,1 0 0 0 0,-1 0 1 0 0,1 1-1 0 0,-1-1 1 0 0,1 1-1 0 0,-1-1 0 0 0,0 1 1 0 0,0 0-1 0 0,0 0 0 0 0,0 0 1 0 0,0 0-1 0 0,0 0 1 0 0,-1 1-1 0 0,1-1 0 0 0,0 1 1 0 0,-1-1-1 0 0,0 1 1 0 0,1 2-1 0 0,-1-1 6 0 0,0 1 0 0 0,-1-1 0 0 0,0 1 0 0 0,0-1 0 0 0,0 1 0 0 0,0-1 0 0 0,-1 0 0 0 0,1 1 0 0 0,-1-1 0 0 0,0 1 0 0 0,-1-1 0 0 0,1 0 0 0 0,-1 0 0 0 0,0 0 0 0 0,-3 6 0 0 0,-14 20 530 0 0,-1-1-1 0 0,-2-1 1 0 0,-1-1 0 0 0,-1-1 0 0 0,-50 43-1 0 0,-26 27 21 0 0,100-96-601 0 0,-1 1-1 0 0,0 0 0 0 0,0-1 0 0 0,1 1 1 0 0,-1 0-1 0 0,0-1 0 0 0,1 1 0 0 0,-1 0 1 0 0,1 0-1 0 0,-1-1 0 0 0,1 1 0 0 0,0 0 1 0 0,-1 0-1 0 0,1 0 0 0 0,0 0 0 0 0,-1 0 1 0 0,1 0-1 0 0,0 0 0 0 0,0-1 0 0 0,0 1 1 0 0,0 0-1 0 0,0 0 0 0 0,0 0 0 0 0,0 0 1 0 0,0 0-1 0 0,0 0 0 0 0,0 0 0 0 0,1 0 1 0 0,-1 0-1 0 0,0 0 0 0 0,0 0 0 0 0,1-1 1 0 0,-1 1-1 0 0,1 0 0 0 0,-1 0 0 0 0,2 1 0 0 0,-1-1-548 0 0,1 1 0 0 0,0-1 0 0 0,1 0 0 0 0,-1 1 0 0 0,0-1 0 0 0,0 0-1 0 0,1 0 1 0 0,-1-1 0 0 0,0 1 0 0 0,1 0 0 0 0,-1-1 0 0 0,1 1-1 0 0,3-1 1 0 0,9 2-4653 0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5:05.456"/>
    </inkml:context>
    <inkml:brush xml:id="br0">
      <inkml:brushProperty name="width" value="0.1" units="cm"/>
      <inkml:brushProperty name="height" value="0.1" units="cm"/>
      <inkml:brushProperty name="color" value="#008C3A"/>
    </inkml:brush>
  </inkml:definitions>
  <inkml:trace contextRef="#ctx0" brushRef="#br0">82 106 920 0 0,'-8'-9'-186'0'0,"3"1"1925"0"0,-1 1 0 0 0,0 0 0 0 0,0 0 0 0 0,-1 1 0 0 0,0-1 0 0 0,0 2 0 0 0,0-1 0 0 0,-11-5 0 0 0,17 11-1625 0 0,1 0 0 0 0,0 1 1 0 0,-1-1-1 0 0,1 1 0 0 0,0-1 1 0 0,-1 0-1 0 0,1 1 0 0 0,0-1 1 0 0,-1 1-1 0 0,1-1 0 0 0,0 1 1 0 0,0-1-1 0 0,0 1 0 0 0,0-1 1 0 0,-1 1-1 0 0,1-1 0 0 0,0 1 1 0 0,0 0-1 0 0,0-1 0 0 0,0 1 1 0 0,0-1-1 0 0,0 1 0 0 0,0-1 0 0 0,1 1 1 0 0,-1-1-1 0 0,0 1 0 0 0,0-1 1 0 0,0 1-1 0 0,0-1 0 0 0,1 1 1 0 0,-1 0-1 0 0,5 23 530 0 0,15 54-156 0 0,29 135-430 0 0,-47-256-4268 0 0,17-40 3335 0 0,-10 50 552 0 0,-5 12 535 0 0,2 1 0 0 0,16-38 0 0 0,-19 53-68 0 0,-1 0 0 0 0,1 0 1 0 0,-1 0-1 0 0,1 0 0 0 0,1 1 0 0 0,-1-1 0 0 0,1 1 0 0 0,-1 0 1 0 0,1 0-1 0 0,1 0 0 0 0,-1 1 0 0 0,0-1 0 0 0,1 1 1 0 0,0 0-1 0 0,-1 1 0 0 0,10-5 0 0 0,-12 7-68 0 0,1 0 0 0 0,-1 0-1 0 0,1 0 1 0 0,-1 0 0 0 0,1 0 0 0 0,-1 0-1 0 0,1 1 1 0 0,-1-1 0 0 0,1 1 0 0 0,-1-1-1 0 0,0 1 1 0 0,1 0 0 0 0,-1 0 0 0 0,0 0 0 0 0,0 1-1 0 0,0-1 1 0 0,1 0 0 0 0,-1 1 0 0 0,-1-1-1 0 0,1 1 1 0 0,0 0 0 0 0,0 0 0 0 0,-1-1-1 0 0,1 1 1 0 0,0 1 0 0 0,-1-1 0 0 0,0 0-1 0 0,1 2 1 0 0,7 10 93 0 0,-1 1-1 0 0,11 29 0 0 0,-17-39-129 0 0,6 19 7 0 0,-7-19-38 0 0,0 1 1 0 0,1-1 0 0 0,0 0 0 0 0,0 0 0 0 0,0 1 0 0 0,1-1-1 0 0,-1 0 1 0 0,1-1 0 0 0,0 1 0 0 0,1 0 0 0 0,3 3 0 0 0,-6-7-6 0 0,0-1 0 0 0,0 0 0 0 0,0 1 0 0 0,0-1 0 0 0,0 0 0 0 0,0 1 1 0 0,0-1-1 0 0,0 0 0 0 0,0 0 0 0 0,0 0 0 0 0,0 0 0 0 0,0 0 0 0 0,0 0 0 0 0,0 0 1 0 0,0 0-1 0 0,0-1 0 0 0,0 1 0 0 0,0 0 0 0 0,0-1 0 0 0,0 1 0 0 0,0 0 0 0 0,0-1 0 0 0,0 1 1 0 0,0-1-1 0 0,0 0 0 0 0,-1 1 0 0 0,1-1 0 0 0,0 0 0 0 0,0 1 0 0 0,-1-1 0 0 0,1 0 1 0 0,0 0-1 0 0,-1 0 0 0 0,1 1 0 0 0,0-3 0 0 0,23-37-147 0 0,-21 32 176 0 0,20-46 34 0 0,6-14 48 0 0,-27 64-109 0 0,1-1 1 0 0,-1 1-1 0 0,2-1 1 0 0,-1 1-1 0 0,0 0 0 0 0,1 0 1 0 0,-1 0-1 0 0,1 1 1 0 0,0-1-1 0 0,9-4 1 0 0,-11 7 6 0 0,0 0-1 0 0,0 1 1 0 0,1 0 0 0 0,-1-1 0 0 0,0 1 0 0 0,1 0-1 0 0,-1 0 1 0 0,0 0 0 0 0,0 0 0 0 0,1 1 0 0 0,-1-1-1 0 0,0 1 1 0 0,0-1 0 0 0,1 1 0 0 0,-1 0 0 0 0,0 0 0 0 0,0 0-1 0 0,0 0 1 0 0,0 0 0 0 0,0 0 0 0 0,0 0 0 0 0,0 1-1 0 0,-1-1 1 0 0,3 3 0 0 0,3 1 41 0 0,-1 1-1 0 0,0 0 1 0 0,0 0-1 0 0,0 1 1 0 0,5 7 0 0 0,-4 1-123 0 0,1-1 0 0 0,-2 1 0 0 0,0 0 1 0 0,-1 1-1 0 0,-1 0 0 0 0,4 23 1 0 0,-5-22-1013 0 0,1 0 1 0 0,0-1 0 0 0,1 0-1 0 0,1 0 1 0 0,12 23-1 0 0,-9-25-810 0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5:05.783"/>
    </inkml:context>
    <inkml:brush xml:id="br0">
      <inkml:brushProperty name="width" value="0.1" units="cm"/>
      <inkml:brushProperty name="height" value="0.1" units="cm"/>
      <inkml:brushProperty name="color" value="#008C3A"/>
    </inkml:brush>
  </inkml:definitions>
  <inkml:trace contextRef="#ctx0" brushRef="#br0">24 51 456 0 0,'29'-29'12806'0'0,"-32"54"-10753"0"0,2-19-1706 0 0,-21 111 3605 0 0,20-104-3790 0 0,1-1 0 0 0,1 1-1 0 0,0-1 1 0 0,0 1 0 0 0,2-1 0 0 0,-1 1 0 0 0,6 16-1 0 0,-7-28-158 0 0,0 1 0 0 0,1-1 0 0 0,-1 1 0 0 0,1-1 0 0 0,-1 1 0 0 0,1-1 0 0 0,-1 0 0 0 0,1 1 0 0 0,0-1 0 0 0,0 0 0 0 0,0 1 0 0 0,0-1 0 0 0,0 0 0 0 0,0 0 0 0 0,0 0 0 0 0,0 0 0 0 0,0 0 0 0 0,1 0 0 0 0,-1 0 0 0 0,0 0 0 0 0,1-1 0 0 0,1 2 0 0 0,-2-2 4 0 0,1 0 0 0 0,-1 0 1 0 0,1 0-1 0 0,-1 0 1 0 0,1-1-1 0 0,-1 1 0 0 0,1 0 1 0 0,-1-1-1 0 0,1 1 1 0 0,-1-1-1 0 0,0 1 0 0 0,1-1 1 0 0,-1 0-1 0 0,0 1 1 0 0,1-1-1 0 0,-1 0 0 0 0,0 0 1 0 0,1-1-1 0 0,5-5 62 0 0,0 0 1 0 0,-1 0-1 0 0,0 0 0 0 0,0-1 0 0 0,7-13 1 0 0,-3 2 24 0 0,-1 0 0 0 0,0-1 0 0 0,6-22 0 0 0,-13 35-71 0 0,0 0 0 0 0,-1 0 1 0 0,1 0-1 0 0,-1-1 1 0 0,-1 1-1 0 0,1 0 0 0 0,-1 0 1 0 0,-1 0-1 0 0,1-1 1 0 0,-1 1-1 0 0,0 0 0 0 0,-5-13 1 0 0,5 17-78 0 0,-1 0 1 0 0,0 0 0 0 0,0 0-1 0 0,0 1 1 0 0,0-1 0 0 0,0 1-1 0 0,-1 0 1 0 0,1 0 0 0 0,-1 0-1 0 0,1 0 1 0 0,-1 0 0 0 0,0 0-1 0 0,0 0 1 0 0,0 1 0 0 0,0 0-1 0 0,0-1 1 0 0,0 1 0 0 0,0 0-1 0 0,-1 1 1 0 0,1-1 0 0 0,0 1-1 0 0,-1-1 1 0 0,1 1 0 0 0,0 0-1 0 0,-1 0 1 0 0,1 0 0 0 0,0 1-1 0 0,-7 1 1 0 0,6-2-121 0 0,-1 1 1 0 0,0 0-1 0 0,1 0 1 0 0,-1 0-1 0 0,1 1 1 0 0,0-1-1 0 0,-1 1 0 0 0,1 0 1 0 0,0 1-1 0 0,0-1 1 0 0,0 1-1 0 0,0-1 1 0 0,1 1-1 0 0,-1 1 0 0 0,1-1 1 0 0,0 0-1 0 0,-1 1 1 0 0,2-1-1 0 0,-1 1 1 0 0,-3 5-1 0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5:06.036"/>
    </inkml:context>
    <inkml:brush xml:id="br0">
      <inkml:brushProperty name="width" value="0.1" units="cm"/>
      <inkml:brushProperty name="height" value="0.1" units="cm"/>
      <inkml:brushProperty name="color" value="#008C3A"/>
    </inkml:brush>
  </inkml:definitions>
  <inkml:trace contextRef="#ctx0" brushRef="#br0">51 48 12899 0 0,'-10'-15'952'0'0,"8"12"-545"0"0,1 0 0 0 0,-1 0-1 0 0,1 1 1 0 0,-1-1 0 0 0,0 1 0 0 0,0-1-1 0 0,0 1 1 0 0,-1 0 0 0 0,1 0 0 0 0,0 0-1 0 0,-1 0 1 0 0,-2-2 0 0 0,4 4-345 0 0,0 0 0 0 0,1 1-1 0 0,-1-1 1 0 0,1 0 0 0 0,-1 0 0 0 0,1 1 0 0 0,-1-1 0 0 0,1 0 0 0 0,-1 1 0 0 0,1-1 0 0 0,-1 0 0 0 0,1 1 0 0 0,-1-1-1 0 0,1 1 1 0 0,0-1 0 0 0,-1 1 0 0 0,1-1 0 0 0,0 1 0 0 0,-1-1 0 0 0,1 1 0 0 0,0-1 0 0 0,0 1 0 0 0,-1-1-1 0 0,1 1 1 0 0,0-1 0 0 0,0 1 0 0 0,0 0 0 0 0,0-1 0 0 0,0 1 0 0 0,0-1 0 0 0,0 1 0 0 0,0 0 0 0 0,0-1 0 0 0,0 1-1 0 0,0-1 1 0 0,0 1 0 0 0,0-1 0 0 0,0 1 0 0 0,1 0 0 0 0,2 28 412 0 0,56 164 17 0 0,6 34-42 0 0,-20 25-4601 0 0,-35-190 1799 0 0,-5-30-4745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5:06.305"/>
    </inkml:context>
    <inkml:brush xml:id="br0">
      <inkml:brushProperty name="width" value="0.1" units="cm"/>
      <inkml:brushProperty name="height" value="0.1" units="cm"/>
      <inkml:brushProperty name="color" value="#008C3A"/>
    </inkml:brush>
  </inkml:definitions>
  <inkml:trace contextRef="#ctx0" brushRef="#br0">180 9 6449 0 0,'10'-9'2530'0'0,"-20"24"2320"0"0,1-3-4460 0 0,-82 160 2783 0 0,19-33-461 0 0,65-120-1889 0 0,7-18-808 0 0,0-1 0 0 0,0 1 1 0 0,0-1-1 0 0,0 0 0 0 0,0 1 1 0 0,0-1-1 0 0,0 0 0 0 0,0 1 1 0 0,0-1-1 0 0,1 0 0 0 0,-1 1 1 0 0,0-1-1 0 0,0 0 0 0 0,0 1 1 0 0,1-1-1 0 0,-1 0 0 0 0,0 0 1 0 0,0 1-1 0 0,1-1 0 0 0,-1 0 1 0 0,0 0-1 0 0,0 1 0 0 0,1-1 1 0 0,-1 0-1 0 0,0 0 0 0 0,1 0 0 0 0,-1 0 1 0 0,0 1-1 0 0,1-1 0 0 0,3 0 2 0 0,0 1 0 0 0,0-1 0 0 0,0 0 0 0 0,0-1 0 0 0,0 1 0 0 0,0-1 0 0 0,4 0 0 0 0,-5 0-37 0 0,169-39-111 0 0,-101 16-5918 0 0,-38 10-535 0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5:06.751"/>
    </inkml:context>
    <inkml:brush xml:id="br0">
      <inkml:brushProperty name="width" value="0.1" units="cm"/>
      <inkml:brushProperty name="height" value="0.1" units="cm"/>
      <inkml:brushProperty name="color" value="#008C3A"/>
    </inkml:brush>
  </inkml:definitions>
  <inkml:trace contextRef="#ctx0" brushRef="#br0">163 212 5065 0 0,'10'-19'13699'0'0,"-4"-8"-10649"0"0,-6 20-3113 0 0,0-1 0 0 0,0 1 1 0 0,0-1-1 0 0,-1 1 1 0 0,-3-13-1 0 0,1 11 53 0 0,-1 0 1 0 0,0 0 0 0 0,0 0-1 0 0,-1 1 1 0 0,0-1-1 0 0,0 1 1 0 0,-11-12-1 0 0,13 17-40 0 0,1 1 0 0 0,-1-1 1 0 0,0 1-1 0 0,0-1 0 0 0,0 1 0 0 0,0 0 0 0 0,0 0 0 0 0,-1 0 0 0 0,1 1 0 0 0,-5-3 0 0 0,6 4-5 0 0,0 0 0 0 0,0-1 0 0 0,0 1-1 0 0,0 0 1 0 0,0 0 0 0 0,1 0 0 0 0,-1 0-1 0 0,0 0 1 0 0,0 0 0 0 0,0 1-1 0 0,0-1 1 0 0,0 1 0 0 0,0-1 0 0 0,1 1-1 0 0,-1 0 1 0 0,0 0 0 0 0,1-1 0 0 0,-1 1-1 0 0,0 0 1 0 0,1 1 0 0 0,-3 1 0 0 0,0 1 32 0 0,0 1 0 0 0,0-1 0 0 0,0 1 0 0 0,1 0 0 0 0,0 1 0 0 0,0-1 0 0 0,0 1 0 0 0,0-1 0 0 0,1 1 0 0 0,0 0 1 0 0,0 0-1 0 0,-1 7 0 0 0,0 0-19 0 0,1 1 1 0 0,1 0-1 0 0,-1-1 1 0 0,2 20-1 0 0,1-27 124 0 0,-1 0 0 0 0,1-1 0 0 0,0 1 0 0 0,0 0 0 0 0,1-1 0 0 0,-1 1 0 0 0,1-1 0 0 0,1 1-1 0 0,-1-1 1 0 0,1 0 0 0 0,0 0 0 0 0,0 0 0 0 0,0 0 0 0 0,1-1 0 0 0,-1 1 0 0 0,1-1 0 0 0,0 0 0 0 0,1 0 0 0 0,4 4 0 0 0,-2-4 41 0 0,0 0 0 0 0,0-1-1 0 0,0 1 1 0 0,0-1 0 0 0,1-1 0 0 0,-1 1 0 0 0,1-1 0 0 0,0-1 0 0 0,0 1 0 0 0,0-1 0 0 0,-1-1 0 0 0,1 1 0 0 0,12-2-1 0 0,-6 0-157 0 0,-1 0-1 0 0,1-1 0 0 0,-1 0 1 0 0,0-1-1 0 0,0 0 0 0 0,0-1 0 0 0,0-1 1 0 0,14-7-1 0 0,-10 3-681 0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5:07.440"/>
    </inkml:context>
    <inkml:brush xml:id="br0">
      <inkml:brushProperty name="width" value="0.1" units="cm"/>
      <inkml:brushProperty name="height" value="0.1" units="cm"/>
      <inkml:brushProperty name="color" value="#008C3A"/>
    </inkml:brush>
  </inkml:definitions>
  <inkml:trace contextRef="#ctx0" brushRef="#br0">0 0 8290 0 0,'21'31'11023'0'0,"-5"10"-7441"0"0,7 48-4246 0 0,-19-67 1646 0 0,17 80-763 0 0,-4 1-1 0 0,4 192 1 0 0,-20-267-765 0 0,3 98 1471 0 0,9-44-8056 0 0,-8-61-224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5:07.918"/>
    </inkml:context>
    <inkml:brush xml:id="br0">
      <inkml:brushProperty name="width" value="0.1" units="cm"/>
      <inkml:brushProperty name="height" value="0.1" units="cm"/>
      <inkml:brushProperty name="color" value="#008C3A"/>
    </inkml:brush>
  </inkml:definitions>
  <inkml:trace contextRef="#ctx0" brushRef="#br0">10 69 5529 0 0,'-9'-19'1633'0'0,"9"16"-990"0"0,-1 1-1 0 0,1-1 1 0 0,0 1-1 0 0,0-1 1 0 0,0 0-1 0 0,1 1 1 0 0,-1-1 0 0 0,1 1-1 0 0,-1-1 1 0 0,1 1-1 0 0,0-1 1 0 0,0 1-1 0 0,0-1 1 0 0,0 1 0 0 0,0 0-1 0 0,1 0 1 0 0,-1-1-1 0 0,3-2 1 0 0,-2 7-400 0 0,-1 0-1 0 0,1 0 1 0 0,-1 0 0 0 0,0 0 0 0 0,0 0 0 0 0,0 0 0 0 0,0 0-1 0 0,0 0 1 0 0,-1 0 0 0 0,1 1 0 0 0,0 1 0 0 0,52 250 717 0 0,5 22-2434 0 0,-54-262-3820 0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5:08.291"/>
    </inkml:context>
    <inkml:brush xml:id="br0">
      <inkml:brushProperty name="width" value="0.1" units="cm"/>
      <inkml:brushProperty name="height" value="0.1" units="cm"/>
      <inkml:brushProperty name="color" value="#008C3A"/>
    </inkml:brush>
  </inkml:definitions>
  <inkml:trace contextRef="#ctx0" brushRef="#br0">10 52 5065 0 0,'-10'-3'6448'0'0,"25"-4"-2381"0"0,-8 4-5251 0 0,23-6 2750 0 0,-1 0 0 0 0,53-8 0 0 0,-68 15-1304 0 0,0 1 0 0 0,0 0 0 0 0,0 1-1 0 0,1 1 1 0 0,-1 0 0 0 0,0 1 0 0 0,25 6 0 0 0,-34-7-247 0 0,0 1 0 0 0,0 0 0 0 0,0 0 0 0 0,-1 0 1 0 0,1 0-1 0 0,-1 1 0 0 0,0 0 0 0 0,1 0 1 0 0,-1 0-1 0 0,0 0 0 0 0,-1 1 0 0 0,1-1 0 0 0,-1 1 1 0 0,0 0-1 0 0,0 0 0 0 0,0 0 0 0 0,5 9 1 0 0,-6-6-24 0 0,0 0 1 0 0,0 0 0 0 0,0 0-1 0 0,0 0 1 0 0,-1 1 0 0 0,-1-1 0 0 0,1 0-1 0 0,-1 1 1 0 0,0-1 0 0 0,-1 0-1 0 0,-1 10 1 0 0,-2 2-9 0 0,-1-1 1 0 0,-1 1-1 0 0,0-1 0 0 0,-1 0 1 0 0,-1-1-1 0 0,-1 1 0 0 0,0-2 1 0 0,-19 26-1 0 0,21-33 87 0 0,-1 0-1 0 0,0-1 1 0 0,0 0 0 0 0,-1 0-1 0 0,-10 7 1 0 0,16-12-202 0 0,0-1 0 0 0,0-1 0 0 0,0 1 1 0 0,0 0-1 0 0,0-1 0 0 0,-1 1 0 0 0,1-1 0 0 0,-1 0 0 0 0,1 0 0 0 0,-1 0 0 0 0,1-1 0 0 0,-1 1 1 0 0,1-1-1 0 0,-1 0 0 0 0,1 0 0 0 0,-1 0 0 0 0,0 0 0 0 0,1-1 0 0 0,-1 1 0 0 0,-4-3 0 0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5:08.625"/>
    </inkml:context>
    <inkml:brush xml:id="br0">
      <inkml:brushProperty name="width" value="0.1" units="cm"/>
      <inkml:brushProperty name="height" value="0.1" units="cm"/>
      <inkml:brushProperty name="color" value="#008C3A"/>
    </inkml:brush>
  </inkml:definitions>
  <inkml:trace contextRef="#ctx0" brushRef="#br0">22 2 3225 0 0,'-1'0'116'0'0,"1"0"0"0"0,-1 0 0 0 0,0-1 1 0 0,1 1-1 0 0,-1 0 0 0 0,0 0 0 0 0,0 0 1 0 0,1 0-1 0 0,-1 0 0 0 0,0 0 0 0 0,0 0 1 0 0,1 0-1 0 0,-1 0 0 0 0,0 0 0 0 0,0 0 1 0 0,1 0-1 0 0,-1 0 0 0 0,0 1 0 0 0,0-1 1 0 0,1 0-1 0 0,-1 1 0 0 0,0-1 0 0 0,1 0 1 0 0,-1 1-1 0 0,1-1 0 0 0,-1 1 0 0 0,0-1 1 0 0,1 1-1 0 0,-1 0 0 0 0,5 22 5962 0 0,1-9-6188 0 0,30 95 4478 0 0,24 89-27 0 0,-53-170-4663 0 0,-1 0-1 0 0,-1 0 0 0 0,-2 1 0 0 0,0-1 0 0 0,-4 32 0 0 0,2-57-8 0 0,0-1-1 0 0,0 0 1 0 0,0 1 0 0 0,-1-1-1 0 0,1 0 1 0 0,-1 1 0 0 0,1-1-1 0 0,-1 0 1 0 0,0 0 0 0 0,0 0-1 0 0,0 0 1 0 0,0 0-1 0 0,0 0 1 0 0,-1 0 0 0 0,1 0-1 0 0,-4 3 1 0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5:08.814"/>
    </inkml:context>
    <inkml:brush xml:id="br0">
      <inkml:brushProperty name="width" value="0.1" units="cm"/>
      <inkml:brushProperty name="height" value="0.1" units="cm"/>
      <inkml:brushProperty name="color" value="#008C3A"/>
    </inkml:brush>
  </inkml:definitions>
  <inkml:trace contextRef="#ctx0" brushRef="#br0">0 41 7370 0 0,'14'-7'866'0'0,"1"1"1"0"0,-1 0-1 0 0,1 1 1 0 0,0 1 0 0 0,1 0-1 0 0,-1 1 1 0 0,1 1 0 0 0,-1 0-1 0 0,1 1 1 0 0,0 1 0 0 0,16 1-1 0 0,-30-1-753 0 0,-1 0 0 0 0,0 1 1 0 0,1-1-1 0 0,-1 1 0 0 0,0-1 0 0 0,1 1 0 0 0,-1-1 1 0 0,0 1-1 0 0,0-1 0 0 0,1 1 0 0 0,-1 0 0 0 0,0 0 0 0 0,0 0 1 0 0,0 0-1 0 0,0 0 0 0 0,0 0 0 0 0,0 0 0 0 0,0 0 1 0 0,0 0-1 0 0,-1 0 0 0 0,1 0 0 0 0,0 1 0 0 0,-1-1 0 0 0,2 3 1 0 0,-2-1 6 0 0,1 0-1 0 0,-1 0 1 0 0,0 0 0 0 0,0 0 0 0 0,0 1 0 0 0,0-1 0 0 0,0 0 0 0 0,-1 0-1 0 0,0 0 1 0 0,-1 6 0 0 0,-4 5 48 0 0,0 0 0 0 0,-1-1 0 0 0,-12 21 0 0 0,11-23-151 0 0,0 1 0 0 0,-1-1 0 0 0,0-1 0 0 0,0 1 0 0 0,-1-2 1 0 0,-15 12-1 0 0,-17 6-3233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5:09.242"/>
    </inkml:context>
    <inkml:brush xml:id="br0">
      <inkml:brushProperty name="width" value="0.1" units="cm"/>
      <inkml:brushProperty name="height" value="0.1" units="cm"/>
      <inkml:brushProperty name="color" value="#008C3A"/>
    </inkml:brush>
  </inkml:definitions>
  <inkml:trace contextRef="#ctx0" brushRef="#br0">216 0 2304 0 0,'-44'43'8652'0'0,"-47"50"-4134"0"0,78-79-4175 0 0,1 1-1 0 0,1 0 1 0 0,1 1-1 0 0,-15 29 0 0 0,24-43-335 0 0,-1 0 0 0 0,1 1 0 0 0,0 0 0 0 0,0-1 0 0 0,0 1 0 0 0,0-1 0 0 0,1 1 0 0 0,-1 0 0 0 0,1 0 0 0 0,0-1 0 0 0,-1 1 0 0 0,1 0 0 0 0,0 0-1 0 0,1 0 1 0 0,-1-1 0 0 0,0 1 0 0 0,1 0 0 0 0,0 0 0 0 0,-1-1 0 0 0,1 1 0 0 0,0-1 0 0 0,0 1 0 0 0,1-1 0 0 0,-1 1 0 0 0,0-1 0 0 0,1 1 0 0 0,0-1 0 0 0,-1 0 0 0 0,1 0-1 0 0,0 0 1 0 0,0 0 0 0 0,0 0 0 0 0,1 0 0 0 0,-1-1 0 0 0,0 1 0 0 0,5 1 0 0 0,7 4 21 0 0,1-1 0 0 0,1 0 0 0 0,-1-1 0 0 0,1-1 0 0 0,20 3-1 0 0,0 1-9 0 0,-32-8 50 0 0,-1 1 1 0 0,0 0 0 0 0,0 0-1 0 0,0 0 1 0 0,0 1-1 0 0,0-1 1 0 0,0 1 0 0 0,0-1-1 0 0,-1 1 1 0 0,1 0 0 0 0,0 0-1 0 0,-1 0 1 0 0,0 0-1 0 0,1 1 1 0 0,-1-1 0 0 0,0 1-1 0 0,0-1 1 0 0,0 1 0 0 0,-1 0-1 0 0,3 4 1 0 0,-3-4 15 0 0,-1 1-1 0 0,1-1 1 0 0,-1 0 0 0 0,1 1 0 0 0,-1-1 0 0 0,0 0 0 0 0,-1 0 0 0 0,1 1-1 0 0,0-1 1 0 0,-1 0 0 0 0,0 1 0 0 0,0-1 0 0 0,0 0 0 0 0,0 0 0 0 0,0 0-1 0 0,-1 0 1 0 0,1 0 0 0 0,-1 0 0 0 0,-3 4 0 0 0,-5 7 212 0 0,-1 0 1 0 0,0-2 0 0 0,0 1-1 0 0,-1-1 1 0 0,-20 15 0 0 0,-13 1-6447 0 0,20-16-880 0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5:18.711"/>
    </inkml:context>
    <inkml:brush xml:id="br0">
      <inkml:brushProperty name="width" value="0.1" units="cm"/>
      <inkml:brushProperty name="height" value="0.1" units="cm"/>
      <inkml:brushProperty name="color" value="#008C3A"/>
    </inkml:brush>
  </inkml:definitions>
  <inkml:trace contextRef="#ctx0" brushRef="#br0">1 1 12443 0 0,'0'0'957'0'0,"22"8"500"0"0,-18-4-1303 0 0,-1 0 0 0 0,1-1 0 0 0,-1 1 0 0 0,1 1 0 0 0,-1-1 0 0 0,-1 0 0 0 0,1 1 1 0 0,-1-1-1 0 0,1 1 0 0 0,2 9 0 0 0,13 54 1058 0 0,-15-56-1013 0 0,20 115 749 0 0,8 144 0 0 0,-14-101-1631 0 0,-15-154-1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5:18.915"/>
    </inkml:context>
    <inkml:brush xml:id="br0">
      <inkml:brushProperty name="width" value="0.1" units="cm"/>
      <inkml:brushProperty name="height" value="0.1" units="cm"/>
      <inkml:brushProperty name="color" value="#008C3A"/>
    </inkml:brush>
  </inkml:definitions>
  <inkml:trace contextRef="#ctx0" brushRef="#br0">0 82 8290 0 0,'2'-6'368'0'0,"0"0"80"0"0,2 2-360 0 0,-1 0-88 0 0,1 1 0 0 0,0 2 0 0 0,2-2 64 0 0,3-2-64 0 0,6-4 96 0 0,5 0-32 0 0,3-2-408 0 0,0 1-80 0 0,-3 5-24 0 0,1 1 0 0 0,-1 2 448 0 0,0 5 0 0 0,-1 4 0 0 0,-4 3 0 0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5:19.137"/>
    </inkml:context>
    <inkml:brush xml:id="br0">
      <inkml:brushProperty name="width" value="0.1" units="cm"/>
      <inkml:brushProperty name="height" value="0.1" units="cm"/>
      <inkml:brushProperty name="color" value="#008C3A"/>
    </inkml:brush>
  </inkml:definitions>
  <inkml:trace contextRef="#ctx0" brushRef="#br0">0 171 14283 0 0,'9'-7'172'0'0,"-1"0"-1"0"0,-1-1 1 0 0,13-14-1 0 0,10-11-785 0 0,-15 19 153 0 0,-1 1 0 0 0,1 1 0 0 0,1 0 0 0 0,17-10 0 0 0,-27 19 114 0 0,0 0 0 0 0,1 0 0 0 0,-1 1 0 0 0,0 0 0 0 0,1 0 0 0 0,0 0 0 0 0,-1 1 0 0 0,1 0 0 0 0,0 0 0 0 0,0 1 0 0 0,-1 0 0 0 0,1 0 0 0 0,0 1 0 0 0,0-1-1 0 0,8 3 1 0 0,-8-1 317 0 0,-5-1 24 0 0,1 0 0 0 0,-1 0 1 0 0,1-1-1 0 0,-1 1 0 0 0,1-1 0 0 0,-1 0 1 0 0,1 0-1 0 0,0 0 0 0 0,-1 0 1 0 0,1 0-1 0 0,-1 0 0 0 0,1-1 0 0 0,3 0 1 0 0,2-4-69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5:19.326"/>
    </inkml:context>
    <inkml:brush xml:id="br0">
      <inkml:brushProperty name="width" value="0.1" units="cm"/>
      <inkml:brushProperty name="height" value="0.1" units="cm"/>
      <inkml:brushProperty name="color" value="#008C3A"/>
    </inkml:brush>
  </inkml:definitions>
  <inkml:trace contextRef="#ctx0" brushRef="#br0">4 0 25349 0 0,'-1'1'-227'0'0,"1"1"0"0"0,-1-1 0 0 0,1 0 0 0 0,-1 0 0 0 0,1 1 0 0 0,0-1 0 0 0,0 0 0 0 0,0 0 0 0 0,0 1 0 0 0,0-1 0 0 0,0 0 0 0 0,0 1 0 0 0,0-1 0 0 0,0 0 0 0 0,0 0 0 0 0,1 1 0 0 0,-1-1-1 0 0,1 1 1 0 0,12 31-4137 0 0,-3-9 3883 0 0,-3 7-652 0 0,-2-1 0 0 0,-1 1-1 0 0,-1 39 1 0 0,1 0-3576 0 0,-3-56 2202 0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5:19.500"/>
    </inkml:context>
    <inkml:brush xml:id="br0">
      <inkml:brushProperty name="width" value="0.1" units="cm"/>
      <inkml:brushProperty name="height" value="0.1" units="cm"/>
      <inkml:brushProperty name="color" value="#008C3A"/>
    </inkml:brush>
  </inkml:definitions>
  <inkml:trace contextRef="#ctx0" brushRef="#br0">19 4 10594 0 0,'-11'0'472'0'0,"6"0"96"0"0,2-1-455 0 0,6 1-113 0 0,-2-2 0 0 0,2 1 0 0 0,0 1 0 0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5:19.849"/>
    </inkml:context>
    <inkml:brush xml:id="br0">
      <inkml:brushProperty name="width" value="0.1" units="cm"/>
      <inkml:brushProperty name="height" value="0.1" units="cm"/>
      <inkml:brushProperty name="color" value="#008C3A"/>
    </inkml:brush>
  </inkml:definitions>
  <inkml:trace contextRef="#ctx0" brushRef="#br0">0 32 3225 0 0,'1'-3'271'0'0,"-1"1"0"0"0,1 0-1 0 0,0 0 1 0 0,0 0 0 0 0,0 0 0 0 0,0 0 0 0 0,0 0 0 0 0,0 0 0 0 0,0 0 0 0 0,1 0 0 0 0,1-2 0 0 0,-3 4-198 0 0,1-1 1 0 0,-1 1-1 0 0,1-1 0 0 0,-1 1 1 0 0,1 0-1 0 0,0-1 0 0 0,-1 1 1 0 0,1 0-1 0 0,-1-1 0 0 0,1 1 1 0 0,0 0-1 0 0,-1 0 0 0 0,1-1 1 0 0,0 1-1 0 0,-1 0 1 0 0,1 0-1 0 0,0 0 0 0 0,-1 0 1 0 0,1 0-1 0 0,0 0 0 0 0,-1 0 1 0 0,1 0-1 0 0,0 0 0 0 0,-1 1 1 0 0,1-1-1 0 0,0 0 0 0 0,-1 0 1 0 0,1 0-1 0 0,0 1 0 0 0,-1-1 1 0 0,1 0-1 0 0,-1 1 1 0 0,1-1-1 0 0,-1 1 0 0 0,1-1 1 0 0,-1 0-1 0 0,1 1 0 0 0,-1-1 1 0 0,1 1-1 0 0,-1 0 0 0 0,1-1 1 0 0,-1 1-1 0 0,1 0 0 0 0,3 8 402 0 0,-1-1-1 0 0,1 1 0 0 0,-1-1 0 0 0,-1 1 1 0 0,0 0-1 0 0,0 0 0 0 0,-1 0 1 0 0,1 17-1 0 0,1 2 125 0 0,-3-27-588 0 0,30 165 2022 0 0,-25-141-1968 0 0,2-1 0 0 0,1 0 0 0 0,1 0 0 0 0,19 36 0 0 0,-23-52-47 0 0,0-1 0 0 0,0 0 0 0 0,1 0 0 0 0,-1 0 0 0 0,1-1 0 0 0,1 0 0 0 0,-1 0 0 0 0,1-1 0 0 0,0 1 0 0 0,11 5 0 0 0,-15-10 58 0 0,-1 1 1 0 0,1-1-1 0 0,0 0 0 0 0,-1 0 0 0 0,1 0 0 0 0,0 0 0 0 0,0-1 0 0 0,0 1 0 0 0,-1-1 1 0 0,1 1-1 0 0,0-1 0 0 0,0 0 0 0 0,0 0 0 0 0,0-1 0 0 0,0 1 0 0 0,0 0 0 0 0,0-1 1 0 0,-1 0-1 0 0,1 0 0 0 0,0 0 0 0 0,0 0 0 0 0,-1 0 0 0 0,1 0 0 0 0,-1-1 1 0 0,1 1-1 0 0,-1-1 0 0 0,1 0 0 0 0,-1 0 0 0 0,0 0 0 0 0,0 0 0 0 0,0 0 0 0 0,0 0 1 0 0,0 0-1 0 0,2-4 0 0 0,1-4 72 0 0,1 1 1 0 0,-2-1-1 0 0,1 0 0 0 0,-2 0 1 0 0,1 0-1 0 0,-1-1 0 0 0,-1 1 1 0 0,0-1-1 0 0,1-18 0 0 0,-2 14-101 0 0,0 1 0 0 0,-1-1 0 0 0,-1 0 0 0 0,-1 0 0 0 0,0 0 0 0 0,-6-21 0 0 0,7 35-82 0 0,1 0-1 0 0,0 1 1 0 0,0-1-1 0 0,0 0 1 0 0,-1 1-1 0 0,1-1 1 0 0,0 0-1 0 0,-1 1 0 0 0,1-1 1 0 0,-1 0-1 0 0,1 1 1 0 0,-1-1-1 0 0,1 1 1 0 0,-1-1-1 0 0,1 1 1 0 0,-1-1-1 0 0,1 1 1 0 0,-1-1-1 0 0,0 1 1 0 0,1 0-1 0 0,-1-1 1 0 0,0 1-1 0 0,1 0 0 0 0,-1-1 1 0 0,0 1-1 0 0,0 0 1 0 0,1 0-1 0 0,-1 0 1 0 0,0 0-1 0 0,0 0 1 0 0,1-1-1 0 0,-1 2 1 0 0,0-1-1 0 0,-1 0 1 0 0,1 0-364 0 0,0 0 0 0 0,0 1 0 0 0,0-1 0 0 0,0 1 0 0 0,0-1 0 0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5:20.184"/>
    </inkml:context>
    <inkml:brush xml:id="br0">
      <inkml:brushProperty name="width" value="0.1" units="cm"/>
      <inkml:brushProperty name="height" value="0.1" units="cm"/>
      <inkml:brushProperty name="color" value="#008C3A"/>
    </inkml:brush>
  </inkml:definitions>
  <inkml:trace contextRef="#ctx0" brushRef="#br0">0 437 17972 0 0,'4'-1'194'0'0,"0"-1"1"0"0,0 0 0 0 0,0 0-1 0 0,0 0 1 0 0,0 0 0 0 0,-1-1-1 0 0,1 1 1 0 0,-1-1 0 0 0,0 0-1 0 0,6-6 1 0 0,28-39-552 0 0,-26 33 536 0 0,0-1-183 0 0,58-81-278 0 0,-60 83 43 0 0,-1-1-1 0 0,0 0 0 0 0,-1-1 0 0 0,9-31 1 0 0,-15 42 100 0 0,0-1 0 0 0,-1 1 1 0 0,0 0-1 0 0,0 0 1 0 0,0 0-1 0 0,0 0 0 0 0,-1-1 1 0 0,0 1-1 0 0,0 0 0 0 0,-1 0 1 0 0,1 0-1 0 0,-1 1 1 0 0,-2-7-1 0 0,2 8 111 0 0,1 1 0 0 0,-1-1 0 0 0,1 0 0 0 0,-1 0-1 0 0,0 1 1 0 0,0-1 0 0 0,0 1 0 0 0,0-1 0 0 0,0 1 0 0 0,-1 0 0 0 0,1 0 0 0 0,-1 0 0 0 0,1 0-1 0 0,-1 0 1 0 0,0 1 0 0 0,0-1 0 0 0,0 1 0 0 0,0 0 0 0 0,0 0 0 0 0,0 0 0 0 0,0 0 0 0 0,-4 0-1 0 0,3 1-6 0 0,0 1 0 0 0,0-1 0 0 0,1 1 0 0 0,-1 0 0 0 0,0 0 0 0 0,0 0-1 0 0,1 1 1 0 0,-1-1 0 0 0,1 1 0 0 0,-1 0 0 0 0,1 0 0 0 0,0 0-1 0 0,0 1 1 0 0,0-1 0 0 0,0 1 0 0 0,0-1 0 0 0,0 1 0 0 0,1 0 0 0 0,-4 4-1 0 0,-1 2 177 0 0,1 1-1 0 0,0-1 1 0 0,0 1-1 0 0,1 0 1 0 0,-6 15-1 0 0,9-20-110 0 0,0 0 0 0 0,1 0 0 0 0,0 0 0 0 0,0 1 0 0 0,1-1 0 0 0,-1 0 0 0 0,1 0 0 0 0,0 0 0 0 0,0 0 0 0 0,1 1 0 0 0,0-1 0 0 0,0 0 0 0 0,0 0 0 0 0,0 0 0 0 0,1 0 0 0 0,0 0 0 0 0,0-1 0 0 0,0 1 0 0 0,1 0 0 0 0,-1-1 0 0 0,1 0 0 0 0,0 1 0 0 0,0-1 0 0 0,1 0 0 0 0,-1-1 0 0 0,1 1 0 0 0,5 4 0 0 0,2 0-137 0 0,0 0 1 0 0,1 0 0 0 0,0-1-1 0 0,0-1 1 0 0,0 0 0 0 0,1-1-1 0 0,0 0 1 0 0,0-1 0 0 0,18 4-1 0 0,-7-5-557 0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5:20.422"/>
    </inkml:context>
    <inkml:brush xml:id="br0">
      <inkml:brushProperty name="width" value="0.1" units="cm"/>
      <inkml:brushProperty name="height" value="0.1" units="cm"/>
      <inkml:brushProperty name="color" value="#008C3A"/>
    </inkml:brush>
  </inkml:definitions>
  <inkml:trace contextRef="#ctx0" brushRef="#br0">5 48 14283 0 0,'-1'1'66'0'0,"1"-1"0"0"0,-1 1 1 0 0,1 0-1 0 0,0 0 0 0 0,-1-1 0 0 0,1 1 1 0 0,0 0-1 0 0,-1 0 0 0 0,1 0 0 0 0,0-1 0 0 0,0 1 1 0 0,0 0-1 0 0,0 0 0 0 0,0 0 0 0 0,0 0 0 0 0,0-1 1 0 0,0 1-1 0 0,0 0 0 0 0,0 0 0 0 0,0 0 1 0 0,0 0-1 0 0,1-1 0 0 0,-1 3 0 0 0,18 5-271 0 0,-6-3 213 0 0,-3-2-432 0 0,0 1 0 0 0,1 1 1 0 0,-1 0-1 0 0,-1 0 0 0 0,1 1 0 0 0,-1 0 0 0 0,0 1 0 0 0,0-1 0 0 0,-1 2 0 0 0,0-1 0 0 0,0 1 0 0 0,-1 0 0 0 0,0 0 0 0 0,10 18 0 0 0,-11-15 732 0 0,0 0 1 0 0,-1 0-1 0 0,0 1 0 0 0,-3 5 5233 0 0,-16-47-2998 0 0,11 14-1605 0 0,0-1 0 0 0,-3-34 0 0 0,6 31-1296 0 0,1 0 0 0 0,3-26 1 0 0,5-10-6862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5:21.807"/>
    </inkml:context>
    <inkml:brush xml:id="br0">
      <inkml:brushProperty name="width" value="0.1" units="cm"/>
      <inkml:brushProperty name="height" value="0.1" units="cm"/>
      <inkml:brushProperty name="color" value="#008C3A"/>
    </inkml:brush>
  </inkml:definitions>
  <inkml:trace contextRef="#ctx0" brushRef="#br0">6 77 8754 0 0,'-2'-4'461'0'0,"1"1"-1"0"0,0-1 1 0 0,1 1 0 0 0,-1-1 0 0 0,0 0 0 0 0,1 1 0 0 0,0-1-1 0 0,0-5 1 0 0,0 6-154 0 0,0 1 0 0 0,0-1 0 0 0,0 1 1 0 0,1-1-1 0 0,-1 1 0 0 0,1 0 0 0 0,-1-1 0 0 0,1 1 0 0 0,0 0 0 0 0,0-1 0 0 0,0 1 0 0 0,0 0 1 0 0,0 0-1 0 0,2-3 0 0 0,-2 5-210 0 0,-1 0-1 0 0,1 0 1 0 0,-1 0 0 0 0,1 0 0 0 0,-1 0 0 0 0,1 0 0 0 0,-1 0 0 0 0,1 0 0 0 0,0 0-1 0 0,-1 0 1 0 0,1 1 0 0 0,-1-1 0 0 0,1 0 0 0 0,-1 0 0 0 0,1 0 0 0 0,-1 1-1 0 0,1-1 1 0 0,-1 0 0 0 0,0 1 0 0 0,1-1 0 0 0,-1 0 0 0 0,1 1 0 0 0,-1-1-1 0 0,0 1 1 0 0,1-1 0 0 0,-1 1 0 0 0,0-1 0 0 0,0 1 0 0 0,1-1 0 0 0,-1 1 0 0 0,11 18 824 0 0,-10-18-756 0 0,17 36 47 0 0,-3 1 1 0 0,-1 1-1 0 0,-1 0 1 0 0,9 55-1 0 0,-9-41-114 0 0,21 97 83 0 0,47 165 526 0 0,-74-298 71 0 0,-2-10-2256 0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5:23.157"/>
    </inkml:context>
    <inkml:brush xml:id="br0">
      <inkml:brushProperty name="width" value="0.1" units="cm"/>
      <inkml:brushProperty name="height" value="0.1" units="cm"/>
      <inkml:brushProperty name="color" value="#008C3A"/>
    </inkml:brush>
  </inkml:definitions>
  <inkml:trace contextRef="#ctx0" brushRef="#br0">127 89 11058 0 0,'-1'-4'321'0'0,"0"0"-1"0"0,1 0 0 0 0,0-1 0 0 0,0 1 0 0 0,0 0 1 0 0,0 0-1 0 0,1 0 0 0 0,0 0 0 0 0,1-6 1 0 0,2-28 1109 0 0,-4 38-1418 0 0,0 0 1 0 0,0 0-1 0 0,0-1 0 0 0,0 1 0 0 0,0 0 0 0 0,0 0 0 0 0,0 0 0 0 0,0 0 0 0 0,0 0 0 0 0,0 0 1 0 0,0 0-1 0 0,0 0 0 0 0,0 0 0 0 0,0-1 0 0 0,0 1 0 0 0,0 0 0 0 0,0 0 0 0 0,0 0 0 0 0,0 0 1 0 0,0 0-1 0 0,0 0 0 0 0,0 0 0 0 0,0 0 0 0 0,0 0 0 0 0,0 0 0 0 0,0-1 0 0 0,0 1 0 0 0,0 0 1 0 0,-1 0-1 0 0,1 0 0 0 0,0 0 0 0 0,0 0 0 0 0,0 0 0 0 0,0 0 0 0 0,0 0 0 0 0,0 0 0 0 0,0 0 1 0 0,0 0-1 0 0,0 0 0 0 0,-1 0 0 0 0,1 0 0 0 0,0 0 0 0 0,0 0 0 0 0,0 0 0 0 0,0 0 1 0 0,0 0-1 0 0,0 0 0 0 0,0 0 0 0 0,0 0 0 0 0,0 0 0 0 0,-1 0 0 0 0,1 0 0 0 0,0 0 0 0 0,0 0 1 0 0,0 0-1 0 0,0 0 0 0 0,0 0 0 0 0,0 0 0 0 0,0 0 0 0 0,0 0 0 0 0,0 1 0 0 0,0-1 0 0 0,-1 0 1 0 0,-6 9 348 0 0,-6 13 13 0 0,-9 30-180 0 0,3 0-1 0 0,2 1 0 0 0,3 1 1 0 0,2 1-1 0 0,2 0 1 0 0,3 0-1 0 0,-1 94 0 0 0,9-121-97 0 0,2-1-1 0 0,1 1 0 0 0,0 0 0 0 0,11 30 1 0 0,-12-49-68 0 0,0 1 0 0 0,0-1-1 0 0,1 1 1 0 0,0-1 0 0 0,1-1 0 0 0,0 1 0 0 0,0-1 0 0 0,1 1 0 0 0,0-1 0 0 0,1-1 0 0 0,0 1 0 0 0,0-1-1 0 0,0-1 1 0 0,17 12 0 0 0,-22-16-23 0 0,1 0-1 0 0,0-1 0 0 0,0 0 1 0 0,-1 1-1 0 0,1-1 0 0 0,0 0 1 0 0,0 0-1 0 0,0-1 1 0 0,0 1-1 0 0,0-1 0 0 0,0 1 1 0 0,1-1-1 0 0,-1 0 0 0 0,0 0 1 0 0,0 0-1 0 0,0-1 1 0 0,0 1-1 0 0,0-1 0 0 0,6-1 1 0 0,-6 0 8 0 0,0 0-1 0 0,0 0 1 0 0,0 0 0 0 0,0 0 0 0 0,0-1 0 0 0,0 1 0 0 0,-1-1-1 0 0,1 0 1 0 0,-1 0 0 0 0,0 0 0 0 0,1 0 0 0 0,-1 0 0 0 0,-1 0-1 0 0,3-5 1 0 0,0-3 15 0 0,0 0 0 0 0,0 0 0 0 0,-1-1 0 0 0,-1 0 0 0 0,0 1 0 0 0,0-1 0 0 0,-1 0 0 0 0,-1 0 0 0 0,-1-15 0 0 0,1 18-155 0 0,-2-1 0 0 0,1 1 0 0 0,-1 0 0 0 0,-1 0 0 0 0,0 0 0 0 0,0 0-1 0 0,0 0 1 0 0,-1 0 0 0 0,-1 1 0 0 0,-5-9 0 0 0,5 11 3 0 0,0 0-1 0 0,-1 0 1 0 0,1 1-1 0 0,-1-1 1 0 0,0 1-1 0 0,0 1 1 0 0,-1-1-1 0 0,0 1 1 0 0,1 0-1 0 0,-1 1 1 0 0,-1 0-1 0 0,-11-4 1 0 0,17 6 64 0 0,1 1 1 0 0,-1-1-1 0 0,1 1 0 0 0,-1-1 1 0 0,1 0-1 0 0,-1 0 1 0 0,1 0-1 0 0,-1 0 1 0 0,1 0-1 0 0,0 0 0 0 0,-2-2 1 0 0,2 3 58 0 0,1 0 0 0 0,0-1 0 0 0,0 1 1 0 0,-1-1-1 0 0,1 1 0 0 0,0-1 0 0 0,0 1 0 0 0,0 0 0 0 0,0-1 1 0 0,0 1-1 0 0,0-1 0 0 0,0 1 0 0 0,0-1 0 0 0,0 1 0 0 0,0-1 1 0 0,0 1-1 0 0,0-1 0 0 0,0 1 0 0 0,0-1 0 0 0,0 1 1 0 0,0-1-1 0 0,0 1 0 0 0,1 0 0 0 0,-1-1 0 0 0,0 1 0 0 0,1-1 1 0 0,2-3 46 0 0,0 1 0 0 0,0 0 0 0 0,0 0 0 0 0,1 0 0 0 0,-1 0 0 0 0,1 0 0 0 0,5-2 1 0 0,9-6 150 0 0,2 0 1 0 0,-1 1 0 0 0,2 1 0 0 0,-1 1 0 0 0,1 1 0 0 0,0 1 0 0 0,0 0 0 0 0,1 2 0 0 0,0 1-1 0 0,0 0 1 0 0,0 2 0 0 0,37 1 0 0 0,-55 0-126 0 0,-1 1-1 0 0,0-1 1 0 0,1 1 0 0 0,-1 0-1 0 0,0-1 1 0 0,0 1-1 0 0,0 1 1 0 0,0-1 0 0 0,0 0-1 0 0,0 1 1 0 0,0 0-1 0 0,0 0 1 0 0,-1-1 0 0 0,1 2-1 0 0,-1-1 1 0 0,1 0-1 0 0,-1 0 1 0 0,0 1 0 0 0,0-1-1 0 0,0 1 1 0 0,0 0-1 0 0,0 0 1 0 0,0-1 0 0 0,1 5-1 0 0,-1 1 110 0 0,0 1 0 0 0,0-1 0 0 0,-1 1 0 0 0,0-1 0 0 0,0 1 0 0 0,-1-1 0 0 0,0 1 0 0 0,-2 10 1 0 0,-3 40-71 0 0,2 0 1 0 0,9 106-1 0 0,5-125-2981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5:23.749"/>
    </inkml:context>
    <inkml:brush xml:id="br0">
      <inkml:brushProperty name="width" value="0.1" units="cm"/>
      <inkml:brushProperty name="height" value="0.1" units="cm"/>
      <inkml:brushProperty name="color" value="#008C3A"/>
    </inkml:brush>
  </inkml:definitions>
  <inkml:trace contextRef="#ctx0" brushRef="#br0">0 35 12443 0 0,'41'-34'10190'0'0,"-39"38"-9975"0"0,15 53 25 0 0,-2 1-1 0 0,-3 1 1 0 0,7 84 0 0 0,-10-74-162 0 0,27 188-10 0 0,-33-245-299 0 0,0 1 1 0 0,1-1-1 0 0,7 17 0 0 0,10 12-5069 0 0,-16-33 3733 0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5:24.096"/>
    </inkml:context>
    <inkml:brush xml:id="br0">
      <inkml:brushProperty name="width" value="0.1" units="cm"/>
      <inkml:brushProperty name="height" value="0.1" units="cm"/>
      <inkml:brushProperty name="color" value="#008C3A"/>
    </inkml:brush>
  </inkml:definitions>
  <inkml:trace contextRef="#ctx0" brushRef="#br0">4 54 4145 0 0,'-4'-6'4361'0'0,"5"6"-4278"0"0,10-7 2182 0 0,19-2-322 0 0,59-5-526 0 0,-50 7 353 0 0,52-3-1 0 0,-80 10-1569 0 0,0 0 1 0 0,0 0-1 0 0,0 1 0 0 0,0 1 1 0 0,0-1-1 0 0,0 2 0 0 0,-1 0 1 0 0,1 0-1 0 0,14 7 0 0 0,-22-9-221 0 0,1 1-1 0 0,-1 0 0 0 0,1 0 1 0 0,-1 0-1 0 0,0 1 0 0 0,1-1 1 0 0,-1 1-1 0 0,-1 0 0 0 0,1-1 1 0 0,0 1-1 0 0,-1 0 0 0 0,1 1 1 0 0,-1-1-1 0 0,0 0 0 0 0,0 1 1 0 0,0-1-1 0 0,-1 1 0 0 0,1 0 1 0 0,-1 0-1 0 0,0-1 0 0 0,0 1 1 0 0,0 0-1 0 0,0 0 0 0 0,-1 0 1 0 0,1 0-1 0 0,-2 5 0 0 0,0 0-25 0 0,0-1 0 0 0,-1 1 0 0 0,0-1 0 0 0,0 0 0 0 0,-1 1 0 0 0,-1-2 0 0 0,1 1 0 0 0,-1 0 0 0 0,0-1 0 0 0,-1 1 0 0 0,-6 8 0 0 0,-6 5 388 0 0,-28 29 1 0 0,39-43-206 0 0,-1-1 0 0 0,1-1 0 0 0,-1 0 0 0 0,0 1 0 0 0,-1-2 0 0 0,1 1 0 0 0,-1-1 0 0 0,-15 5 0 0 0,15-7-502 0 0,0-2-218 0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5:24.508"/>
    </inkml:context>
    <inkml:brush xml:id="br0">
      <inkml:brushProperty name="width" value="0.1" units="cm"/>
      <inkml:brushProperty name="height" value="0.1" units="cm"/>
      <inkml:brushProperty name="color" value="#008C3A"/>
    </inkml:brush>
  </inkml:definitions>
  <inkml:trace contextRef="#ctx0" brushRef="#br0">5 33 10138 0 0,'0'0'98'0'0,"-1"-1"1"0"0,1 0-1 0 0,-1 1 0 0 0,1-1 0 0 0,-1 0 1 0 0,1 1-1 0 0,0-1 0 0 0,0 0 1 0 0,-1 1-1 0 0,1-1 0 0 0,0 0 0 0 0,0 0 1 0 0,0 0-1 0 0,0 1 0 0 0,0-1 0 0 0,0 0 1 0 0,0 0-1 0 0,0 1 0 0 0,0-1 0 0 0,0 0 1 0 0,0 0-1 0 0,0 0 0 0 0,1 1 1 0 0,-1-1-1 0 0,0 0 0 0 0,0 1 0 0 0,1-1 1 0 0,-1 0-1 0 0,1 1 0 0 0,-1-1 0 0 0,0 0 1 0 0,1 1-1 0 0,0-1 0 0 0,-1 0 0 0 0,1 1 1 0 0,0-1-1 0 0,0 0-17 0 0,-1 1 0 0 0,0-1 0 0 0,0 1 0 0 0,1 0-1 0 0,-1-1 1 0 0,0 1 0 0 0,1 0 0 0 0,-1-1 0 0 0,1 1 0 0 0,-1 0 0 0 0,0-1 0 0 0,1 1 0 0 0,-1 0-1 0 0,1 0 1 0 0,-1-1 0 0 0,1 1 0 0 0,-1 0 0 0 0,0 0 0 0 0,1 0 0 0 0,-1 0 0 0 0,1 0-1 0 0,-1 0 1 0 0,1 0 0 0 0,-1 0 0 0 0,1 0 0 0 0,-1 0 0 0 0,1 0 0 0 0,-1 0 0 0 0,1 0 0 0 0,-1 0-1 0 0,1 0 1 0 0,-1 0 0 0 0,1 0 0 0 0,-1 1 0 0 0,1-1 0 0 0,-1 0 0 0 0,0 0 0 0 0,1 1 0 0 0,-1-1-1 0 0,1 0 1 0 0,-1 1 0 0 0,0-1 0 0 0,1 0 0 0 0,-1 1 0 0 0,0-1 0 0 0,1 0 0 0 0,-1 1-1 0 0,0-1 1 0 0,0 1 0 0 0,1-1 0 0 0,-1 1 0 0 0,0-1 0 0 0,0 1 0 0 0,0-1 0 0 0,0 1 0 0 0,1-1-1 0 0,-1 1 1 0 0,0-1 0 0 0,0 0 0 0 0,0 2 0 0 0,24 134 3821 0 0,10 186-2766 0 0,-33-274-1141 0 0,-2-35-223 0 0,0 0 0 0 0,2 0-1 0 0,-1 0 1 0 0,2 0 0 0 0,0 0 0 0 0,0-1 0 0 0,8 23-1 0 0,-6-28-1739 0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5:24.796"/>
    </inkml:context>
    <inkml:brush xml:id="br0">
      <inkml:brushProperty name="width" value="0.1" units="cm"/>
      <inkml:brushProperty name="height" value="0.1" units="cm"/>
      <inkml:brushProperty name="color" value="#008C3A"/>
    </inkml:brush>
  </inkml:definitions>
  <inkml:trace contextRef="#ctx0" brushRef="#br0">10 25 10594 0 0,'-1'0'20'0'0,"1"0"0"0"0,0 0 0 0 0,0 0-1 0 0,0 0 1 0 0,-1 1 0 0 0,1-1 0 0 0,0 0-1 0 0,0 0 1 0 0,-1 0 0 0 0,1 0 0 0 0,0 0-1 0 0,0 0 1 0 0,-1 0 0 0 0,1 0 0 0 0,0 0-1 0 0,0 0 1 0 0,-1 0 0 0 0,1 0 0 0 0,0 0-1 0 0,0 0 1 0 0,-1 0 0 0 0,1 0 0 0 0,0 0-1 0 0,0-1 1 0 0,-1 1 0 0 0,1 0-1 0 0,0 0 1 0 0,0 0 0 0 0,-1 0 0 0 0,1 0-1 0 0,0-1 1 0 0,0 1 0 0 0,0 0 0 0 0,0 0-1 0 0,-1 0 1 0 0,1-1 0 0 0,0 1 0 0 0,0 0-1 0 0,0 0 1 0 0,0 0 0 0 0,0-1 0 0 0,0 1-1 0 0,-1 0 1 0 0,1-1 0 0 0,12-7-1052 0 0,26-5-462 0 0,-31 13 1743 0 0,1 0 1 0 0,0 0 0 0 0,0 1-1 0 0,-1 0 1 0 0,1 0 0 0 0,0 1-1 0 0,-1 0 1 0 0,1 0-1 0 0,-1 1 1 0 0,14 7 0 0 0,-10-5 335 0 0,0 2 1 0 0,0-1 0 0 0,0 2-1 0 0,-1-1 1 0 0,18 19 0 0 0,-26-25-608 0 0,-1 0 1 0 0,0 0-1 0 0,0 1 1 0 0,0-1-1 0 0,0 0 0 0 0,0 1 1 0 0,0-1-1 0 0,0 1 1 0 0,0 0-1 0 0,-1-1 1 0 0,1 1-1 0 0,-1 0 1 0 0,1-1-1 0 0,-1 1 1 0 0,0 0-1 0 0,1-1 1 0 0,-1 1-1 0 0,0 0 1 0 0,0 0-1 0 0,0-1 1 0 0,0 1-1 0 0,-1 0 1 0 0,1 0-1 0 0,-1 1 1 0 0,0 1-38 0 0,-1-1 1 0 0,1 0 0 0 0,-1 0 0 0 0,0-1-1 0 0,0 1 1 0 0,0 0 0 0 0,-1 0 0 0 0,1-1-1 0 0,-1 0 1 0 0,1 1 0 0 0,-6 2-1 0 0,-2 2 205 0 0,-1-1-1 0 0,0 0 0 0 0,0-1 0 0 0,0 0 0 0 0,-1 0 0 0 0,-13 2 0 0 0,-31-1 292 0 0,43-6-1250 0 0,-2 1-4388 0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5:25.348"/>
    </inkml:context>
    <inkml:brush xml:id="br0">
      <inkml:brushProperty name="width" value="0.1" units="cm"/>
      <inkml:brushProperty name="height" value="0.1" units="cm"/>
      <inkml:brushProperty name="color" value="#008C3A"/>
    </inkml:brush>
  </inkml:definitions>
  <inkml:trace contextRef="#ctx0" brushRef="#br0">144 19 7370 0 0,'16'-18'9712'0'0,"-23"26"-8738"0"0,-14 15-553 0 0,0 2 0 0 0,1 0 1 0 0,2 1-1 0 0,0 0 0 0 0,2 2 0 0 0,-18 43 0 0 0,33-69-385 0 0,0 0-1 0 0,0 0 0 0 0,1 1 0 0 0,-1-1 0 0 0,1 0 0 0 0,0 0 0 0 0,-1 1 0 0 0,1-1 0 0 0,0 0 1 0 0,1 1-1 0 0,-1-1 0 0 0,0 0 0 0 0,1 1 0 0 0,-1-1 0 0 0,1 0 0 0 0,0 0 0 0 0,-1 1 0 0 0,1-1 1 0 0,0 0-1 0 0,1 0 0 0 0,-1 0 0 0 0,0 0 0 0 0,0 0 0 0 0,1 0 0 0 0,-1-1 0 0 0,1 1 0 0 0,0 0 0 0 0,0-1 1 0 0,-1 1-1 0 0,1-1 0 0 0,0 0 0 0 0,0 1 0 0 0,0-1 0 0 0,3 1 0 0 0,8 4-100 0 0,1-1-1 0 0,-1 0 0 0 0,1-1 1 0 0,22 4-1 0 0,-5-1-106 0 0,-24-5 98 0 0,0 0 1 0 0,0 1-1 0 0,0 0 1 0 0,0 0 0 0 0,12 7-1 0 0,-18-9 62 0 0,0 0 0 0 0,0 0-1 0 0,0 0 1 0 0,0 0 0 0 0,0 0-1 0 0,0 0 1 0 0,0 0 0 0 0,0 0-1 0 0,0 0 1 0 0,-1 0 0 0 0,1 0 0 0 0,0 1-1 0 0,-1-1 1 0 0,1 0 0 0 0,-1 1-1 0 0,1-1 1 0 0,-1 0 0 0 0,0 1-1 0 0,0-1 1 0 0,1 0 0 0 0,-1 1 0 0 0,0-1-1 0 0,0 1 1 0 0,0-1 0 0 0,-1 0-1 0 0,1 1 1 0 0,0-1 0 0 0,0 0-1 0 0,-1 1 1 0 0,1-1 0 0 0,-1 0 0 0 0,1 1-1 0 0,-1-1 1 0 0,0 0 0 0 0,1 0-1 0 0,-1 1 1 0 0,0-1 0 0 0,-1 1-1 0 0,-4 5 18 0 0,1-1 0 0 0,-1 0 0 0 0,0-1 0 0 0,-1 0 0 0 0,1 0 0 0 0,-1 0 0 0 0,0-1 0 0 0,0 1 0 0 0,-1-2 0 0 0,1 1 0 0 0,-12 3 0 0 0,-6 1-305 0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6:22.092"/>
    </inkml:context>
    <inkml:brush xml:id="br0">
      <inkml:brushProperty name="width" value="0.1" units="cm"/>
      <inkml:brushProperty name="height" value="0.1" units="cm"/>
      <inkml:brushProperty name="color" value="#008C3A"/>
    </inkml:brush>
  </inkml:definitions>
  <inkml:trace contextRef="#ctx0" brushRef="#br0">1 13 6913 0 0,'6'-13'15227'0'0,"8"19"-12714"0"0,3 12-4958 0 0,-10-7 3938 0 0,0 21-1341 0 0,0 1 0 0 0,2 47-1 0 0,-1-16-38 0 0,13 131-99 0 0,-11-90 16 0 0,34 156 0 0 0,-23-185 36 0 0,-9-39 2 0 0,-2 1 0 0 0,9 76 0 0 0,-19-110 26 0 0,0-3-220 0 0,0 0 0 0 0,0 0 0 0 0,0 0 0 0 0,0 0 0 0 0,0 0-1 0 0,0 0 1 0 0,0 0 0 0 0,0-1 0 0 0,1 1 0 0 0,-1 0 0 0 0,0 0 0 0 0,1 0 0 0 0,-1 0 0 0 0,0 0 0 0 0,1 0 0 0 0,0 1-1 0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6:22.746"/>
    </inkml:context>
    <inkml:brush xml:id="br0">
      <inkml:brushProperty name="width" value="0.1" units="cm"/>
      <inkml:brushProperty name="height" value="0.1" units="cm"/>
      <inkml:brushProperty name="color" value="#008C3A"/>
    </inkml:brush>
  </inkml:definitions>
  <inkml:trace contextRef="#ctx0" brushRef="#br0">114 150 2304 0 0,'-1'-3'384'0'0,"0"0"0"0"0,0 0 0 0 0,0-1 0 0 0,0 1 0 0 0,1 0-1 0 0,-1 0 1 0 0,1 0 0 0 0,0-1 0 0 0,0 1 0 0 0,0 0 0 0 0,1 0-1 0 0,-1 0 1 0 0,1-1 0 0 0,-1 1 0 0 0,1 0 0 0 0,0 0 0 0 0,0 0-1 0 0,0 0 1 0 0,1 0 0 0 0,-1 0 0 0 0,1 1 0 0 0,2-4 0 0 0,-2 2-217 0 0,0 0 0 0 0,0-1 0 0 0,0 1 0 0 0,0 0 1 0 0,-1-1-1 0 0,0 1 0 0 0,0-1 0 0 0,0 0 1 0 0,0 1-1 0 0,-1-8 0 0 0,0 12-100 0 0,0 0 0 0 0,1-1-1 0 0,-2 1 1 0 0,1 0 0 0 0,0-1 0 0 0,0 1-1 0 0,0 0 1 0 0,0-1 0 0 0,0 1-1 0 0,0 0 1 0 0,0 0 0 0 0,0-1 0 0 0,0 1-1 0 0,-1 0 1 0 0,1-1 0 0 0,0 1 0 0 0,0 0-1 0 0,0 0 1 0 0,-1-1 0 0 0,1 1 0 0 0,0 0-1 0 0,0 0 1 0 0,-1-1 0 0 0,1 1-1 0 0,0 0 1 0 0,0 0 0 0 0,-1 0 0 0 0,1 0-1 0 0,0-1 1 0 0,-1 1 0 0 0,1 0 0 0 0,0 0-1 0 0,-1 0 1 0 0,1 0 0 0 0,0 0 0 0 0,-1 0-1 0 0,1 0 1 0 0,-15 6 2429 0 0,-10 15-4 0 0,14-7-2316 0 0,1 0 0 0 0,1 0 0 0 0,1 1 0 0 0,0 0 0 0 0,0 0 0 0 0,2 1 0 0 0,0 0 0 0 0,1 0-1 0 0,0 1 1 0 0,1-1 0 0 0,1 1 0 0 0,-1 18 0 0 0,1 15-17 0 0,3 1 1 0 0,9 90-1 0 0,-6-118-109 0 0,1 1 1 0 0,1-1-1 0 0,14 39 0 0 0,-16-53-21 0 0,1 0 0 0 0,0-1-1 0 0,0 1 1 0 0,0-1-1 0 0,1 0 1 0 0,1 0 0 0 0,-1 0-1 0 0,1-1 1 0 0,1 0 0 0 0,-1 0-1 0 0,1 0 1 0 0,9 6-1 0 0,-13-12-7 0 0,0 1 0 0 0,0-1-1 0 0,0 0 1 0 0,0 0-1 0 0,0 0 1 0 0,0 0 0 0 0,0-1-1 0 0,0 1 1 0 0,1-1-1 0 0,-1 0 1 0 0,0 0 0 0 0,0 0-1 0 0,0 0 1 0 0,0 0 0 0 0,1-1-1 0 0,-1 0 1 0 0,0 1-1 0 0,0-1 1 0 0,0 0 0 0 0,0-1-1 0 0,0 1 1 0 0,0 0-1 0 0,-1-1 1 0 0,1 0 0 0 0,0 1-1 0 0,-1-1 1 0 0,1 0-1 0 0,2-3 1 0 0,10-8 67 0 0,-2-1-1 0 0,1 0 1 0 0,17-25 0 0 0,-16 20 54 0 0,15-15-69 0 0,-10 12 32 0 0,20-29-1 0 0,-36 45-92 0 0,0 0 0 0 0,0 0 0 0 0,-1-1-1 0 0,0 0 1 0 0,0 0 0 0 0,0 1 0 0 0,-1-1 0 0 0,0-1 0 0 0,2-13-1 0 0,-5 10 38 0 0,0 0 0 0 0,-1 0-1 0 0,0 1 1 0 0,-1-1 0 0 0,0 1-1 0 0,-1 0 1 0 0,-5-12-1 0 0,-5-16 90 0 0,-1-11-8 0 0,9 23-128 0 0,-2 1 0 0 0,-19-42 0 0 0,22 59-66 0 0,1 0 0 0 0,-1 0 0 0 0,0 1 0 0 0,-1 0 1 0 0,0 0-1 0 0,0 0 0 0 0,-1 0 0 0 0,1 1 0 0 0,-1 0 0 0 0,-1 1 0 0 0,-14-9 0 0 0,4 4-240 0 0,-1 2-1 0 0,-1 0 1 0 0,0 2-1 0 0,-40-9 0 0 0,45 13-164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6:23.537"/>
    </inkml:context>
    <inkml:brush xml:id="br0">
      <inkml:brushProperty name="width" value="0.1" units="cm"/>
      <inkml:brushProperty name="height" value="0.1" units="cm"/>
      <inkml:brushProperty name="color" value="#008C3A"/>
    </inkml:brush>
  </inkml:definitions>
  <inkml:trace contextRef="#ctx0" brushRef="#br0">390 0 11058 0 0,'1'2'114'0'0,"0"0"1"0"0,0 0-1 0 0,-1 0 0 0 0,1 0 0 0 0,0 0 0 0 0,-1 0 0 0 0,1 0 0 0 0,-1 0 0 0 0,0 0 0 0 0,0 0 0 0 0,0 0 0 0 0,0 0 0 0 0,0 0 0 0 0,0 0 1 0 0,0 1-1 0 0,-1-1 0 0 0,1 0 0 0 0,-1 0 0 0 0,1 0 0 0 0,-1 0 0 0 0,0 0 0 0 0,0-1 0 0 0,-1 3 0 0 0,-25 46 1327 0 0,12-26-889 0 0,0-1 1 0 0,-2 0 0 0 0,0-1-1 0 0,-2-1 1 0 0,0-1 0 0 0,-1-1-1 0 0,-1-1 1 0 0,-1 0-1 0 0,-30 18 1 0 0,50-35-544 0 0,-1 1 0 0 0,0-1 0 0 0,0 0 0 0 0,1 1 0 0 0,-1-1 0 0 0,0-1 0 0 0,0 1 0 0 0,0 0 0 0 0,0-1 1 0 0,0 1-1 0 0,0-1 0 0 0,0 0 0 0 0,0 0 0 0 0,0 0 0 0 0,0-1 0 0 0,0 1 0 0 0,0 0 0 0 0,0-1 0 0 0,0 0 0 0 0,-3-1 0 0 0,2 0 21 0 0,0-1 0 0 0,0 1-1 0 0,0-1 1 0 0,0 0 0 0 0,1 0 0 0 0,0 0 0 0 0,-1-1 0 0 0,1 1-1 0 0,0-1 1 0 0,0 1 0 0 0,-4-9 0 0 0,2 2 20 0 0,0-1 0 0 0,0 1 0 0 0,1-1 1 0 0,0 0-1 0 0,1 0 0 0 0,0 0 0 0 0,1-1 0 0 0,1 1 0 0 0,-2-23 1 0 0,4 30-26 0 0,-1 0 1 0 0,0 0-1 0 0,1 0 1 0 0,-1 0-1 0 0,1 0 1 0 0,0 0 0 0 0,1 0-1 0 0,-1 0 1 0 0,1 1-1 0 0,-1-1 1 0 0,1 0-1 0 0,0 1 1 0 0,0-1 0 0 0,1 1-1 0 0,-1 0 1 0 0,1 0-1 0 0,3-4 1 0 0,-2 4 9 0 0,1 0 0 0 0,-1 1 0 0 0,1-1 0 0 0,-1 1 1 0 0,1 0-1 0 0,0 0 0 0 0,0 0 0 0 0,0 1 0 0 0,0 0 0 0 0,0 0 0 0 0,0 0 1 0 0,1 0-1 0 0,5 1 0 0 0,-4 0-8 0 0,0 0 1 0 0,1 0-1 0 0,-1 1 1 0 0,0 0-1 0 0,0 0 1 0 0,0 1-1 0 0,0 0 1 0 0,0 0-1 0 0,0 1 1 0 0,0 0-1 0 0,-1 0 1 0 0,12 7-1 0 0,-9-4-20 0 0,-1 1-1 0 0,0 0 0 0 0,0 1 0 0 0,0 0 1 0 0,-1 0-1 0 0,0 0 0 0 0,10 17 1 0 0,-4-2 30 0 0,-2 0 1 0 0,0 0-1 0 0,-2 1 1 0 0,-1 0 0 0 0,0 1-1 0 0,5 38 1 0 0,-11-45 5 0 0,0-1 0 0 0,-2 1 1 0 0,0-1-1 0 0,-1 1 0 0 0,-1-1 1 0 0,0 0-1 0 0,-1 1 0 0 0,-1-1 1 0 0,-1 0-1 0 0,0-1 0 0 0,-2 1 1 0 0,1-1-1 0 0,-2 0 0 0 0,0-1 1 0 0,-1 0-1 0 0,-1 0 0 0 0,0-1 1 0 0,-1 0-1 0 0,0-1 1 0 0,-1 0-1 0 0,-24 19 0 0 0,29-26-307 0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6:24.732"/>
    </inkml:context>
    <inkml:brush xml:id="br0">
      <inkml:brushProperty name="width" value="0.1" units="cm"/>
      <inkml:brushProperty name="height" value="0.1" units="cm"/>
      <inkml:brushProperty name="color" value="#008C3A"/>
    </inkml:brush>
  </inkml:definitions>
  <inkml:trace contextRef="#ctx0" brushRef="#br0">13 309 10594 0 0,'-13'-4'2075'0'0,"13"3"-2049"0"0,1 1 0 0 0,-1 0 1 0 0,0-1-1 0 0,0 1 0 0 0,0 0 0 0 0,0 0 0 0 0,0-1 1 0 0,0 1-1 0 0,0 0 0 0 0,0-1 0 0 0,1 1 0 0 0,-1 0 1 0 0,0 0-1 0 0,0-1 0 0 0,0 1 0 0 0,1 0 0 0 0,-1 0 1 0 0,0 0-1 0 0,0-1 0 0 0,0 1 0 0 0,1 0 0 0 0,-1 0 1 0 0,0 0-1 0 0,1 0 0 0 0,-1 0 0 0 0,0-1 0 0 0,0 1 1 0 0,1 0-1 0 0,-1 0 0 0 0,0 0 0 0 0,1 0 0 0 0,-1 0 1 0 0,0 0-1 0 0,0 0 0 0 0,1 0 0 0 0,-1 0 1 0 0,0 0-1 0 0,1 0 0 0 0,0 0 113 0 0,5-1 45 0 0,303-68 4363 0 0,-180 41-3826 0 0,196-17 0 0 0,133 18-175 0 0,5 0 387 0 0,41-59-2504 0 0,-497 85 1536 0 0,-4 0 23 0 0,13-3-793 0 0,1 1 1 0 0,-1 1-1 0 0,1 0 1 0 0,32 1-1 0 0,-44 1 716 0 0,-1 1 0 0 0,1 0 1 0 0,0 0-1 0 0,-1 0 0 0 0,0 1 0 0 0,1 0 1 0 0,-1 0-1 0 0,0 0 0 0 0,6 3 0 0 0,-7-2 349 0 0,1 0 1 0 0,-1 0-1 0 0,0 0 0 0 0,0 0 0 0 0,0 0 0 0 0,0 1 0 0 0,0 0 0 0 0,-1-1 0 0 0,0 1 0 0 0,1 0 0 0 0,1 6 1 0 0,8 24 1345 0 0,12 47 1 0 0,-15-47-1005 0 0,20 53 1 0 0,61 130-303 0 0,-70-159-202 0 0,24 110 0 0 0,19 195-72 0 0,19 100 12 0 0,-16-68-15 0 0,-55-283-1 0 0,-6 176 0 0 0,-5-274 16 0 0,-1-1 1 0 0,-1 1 0 0 0,0 0-1 0 0,0-1 1 0 0,-2 0 0 0 0,-7 22 0 0 0,8-29-10 0 0,0 0 0 0 0,-1 0 0 0 0,1 0 0 0 0,-1 0 0 0 0,-1-1 0 0 0,1 0 0 0 0,-1 0 0 0 0,1 0 0 0 0,-2-1 0 0 0,1 1 0 0 0,0-1 0 0 0,-1 0 1 0 0,0-1-1 0 0,1 1 0 0 0,-10 3 0 0 0,-17 6 170 0 0,-1-2 0 0 0,0-1 1 0 0,-36 6-1 0 0,-106 10 285 0 0,97-15-544 0 0,-373 27 247 0 0,-1-29 120 0 0,-27 1-206 0 0,350-3-525 0 0,-189 33 0 0 0,308-38 267 0 0,0 1-113 0 0,0-1 0 0 0,1-1 0 0 0,-1 0 0 0 0,-19 0 0 0 0,17-4-282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6:25.189"/>
    </inkml:context>
    <inkml:brush xml:id="br0">
      <inkml:brushProperty name="width" value="0.1" units="cm"/>
      <inkml:brushProperty name="height" value="0.1" units="cm"/>
      <inkml:brushProperty name="color" value="#008C3A"/>
    </inkml:brush>
  </inkml:definitions>
  <inkml:trace contextRef="#ctx0" brushRef="#br0">163 164 920 0 0,'-10'-22'1075'0'0,"-1"1"-1"0"0,-2 0 1 0 0,0 1-1 0 0,-1 0 1 0 0,-1 1-1 0 0,-18-18 1 0 0,33 36-1012 0 0,0 1 1 0 0,-1 0 0 0 0,1-1-1 0 0,0 1 1 0 0,-1 0 0 0 0,1 0-1 0 0,0 0 1 0 0,-1-1-1 0 0,1 1 1 0 0,-1 0 0 0 0,1 0-1 0 0,0 0 1 0 0,-1 0-1 0 0,1-1 1 0 0,-1 1 0 0 0,1 0-1 0 0,0 0 1 0 0,-1 0 0 0 0,1 0-1 0 0,-1 0 1 0 0,1 0-1 0 0,0 0 1 0 0,-1 0 0 0 0,1 0-1 0 0,-1 1 1 0 0,1-1 0 0 0,0 0-1 0 0,-1 0 1 0 0,1 0-1 0 0,-1 0 1 0 0,1 1 0 0 0,0-1-1 0 0,-1 0 1 0 0,1 0-1 0 0,0 0 1 0 0,-1 1 0 0 0,-9 17 905 0 0,0 25 80 0 0,10-42-980 0 0,-12 93 2168 0 0,4 1 1 0 0,9 185-1 0 0,48 188-2021 0 0,-15-179 441 0 0,-5-9-37 0 0,48 594 2193 0 0,-77-864-2911 0 0,17 180-2055 0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8:02.484"/>
    </inkml:context>
    <inkml:brush xml:id="br0">
      <inkml:brushProperty name="width" value="0.1" units="cm"/>
      <inkml:brushProperty name="height" value="0.1" units="cm"/>
      <inkml:brushProperty name="color" value="#008C3A"/>
    </inkml:brush>
  </inkml:definitions>
  <inkml:trace contextRef="#ctx0" brushRef="#br0">89 104 3681 0 0,'-22'-29'1321'0'0,"15"18"429"0"0,-1 0 1 0 0,0 1 0 0 0,-1 0 0 0 0,0 0-1 0 0,-17-13 1 0 0,46 76 827 0 0,0 14-2016 0 0,23 135 1 0 0,-16 74 496 0 0,-25-237-926 0 0,9 86 326 0 0,-9-107-472 0 0,2 0 0 0 0,0 0 1 0 0,1 0-1 0 0,12 28 0 0 0,-7-28-1319 0 0,-5-12-48 0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8:03.327"/>
    </inkml:context>
    <inkml:brush xml:id="br0">
      <inkml:brushProperty name="width" value="0.1" units="cm"/>
      <inkml:brushProperty name="height" value="0.1" units="cm"/>
      <inkml:brushProperty name="color" value="#008C3A"/>
    </inkml:brush>
  </inkml:definitions>
  <inkml:trace contextRef="#ctx0" brushRef="#br0">110 24 2761 0 0,'-9'-3'919'0'0,"1"0"0"0"0,-1 0 1 0 0,0 0-1 0 0,0 1 1 0 0,0 1-1 0 0,0-1 0 0 0,0 2 1 0 0,0-1-1 0 0,-13 2 1 0 0,86-8 1512 0 0,38 10-1677 0 0,150 25-1 0 0,-219-22-750 0 0,0 2 0 0 0,0 1 0 0 0,-2 2 0 0 0,1 0 0 0 0,-1 3 0 0 0,-1 0 0 0 0,0 2-1 0 0,41 30 1 0 0,-50-30-11 0 0,0 1 0 0 0,-2 1 0 0 0,0 1 0 0 0,-1 0-1 0 0,-1 2 1 0 0,-1 0 0 0 0,-1 0 0 0 0,-1 2 0 0 0,20 40-1 0 0,-31-56 35 0 0,-1 1 0 0 0,0-1 0 0 0,-1 0-1 0 0,0 1 1 0 0,0-1 0 0 0,0 0 0 0 0,-1 1-1 0 0,0-1 1 0 0,-1 1 0 0 0,0-1 0 0 0,0 1-1 0 0,0-1 1 0 0,-1 0 0 0 0,0 1 0 0 0,0-1-1 0 0,-1 0 1 0 0,0 0 0 0 0,0-1 0 0 0,-1 1-1 0 0,0-1 1 0 0,0 1 0 0 0,-9 9 0 0 0,-6 7 129 0 0,-2-2 0 0 0,0 0 0 0 0,-1-2 0 0 0,-36 25 1 0 0,13-13 350 0 0,-1-2-1 0 0,-53 23 1 0 0,-106 39 755 0 0,183-82-1176 0 0,-51 22-564 0 0,-2-4-1 0 0,-117 27 0 0 0,180-53-245 0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8:03.848"/>
    </inkml:context>
    <inkml:brush xml:id="br0">
      <inkml:brushProperty name="width" value="0.1" units="cm"/>
      <inkml:brushProperty name="height" value="0.1" units="cm"/>
      <inkml:brushProperty name="color" value="#008C3A"/>
    </inkml:brush>
  </inkml:definitions>
  <inkml:trace contextRef="#ctx0" brushRef="#br0">5 452 4145 0 0,'-1'-1'115'0'0,"1"1"0"0"0,-1-1 1 0 0,1 1-1 0 0,0 0 0 0 0,-1-1 0 0 0,1 1 0 0 0,0-1 1 0 0,0 1-1 0 0,-1-1 0 0 0,1 1 0 0 0,0-1 1 0 0,0 1-1 0 0,0-1 0 0 0,0 0 0 0 0,0 1 0 0 0,-1-1 1 0 0,1 1-1 0 0,0-1 0 0 0,0 1 0 0 0,0-1 1 0 0,1 1-1 0 0,-1-1 0 0 0,0 0 0 0 0,0 1 0 0 0,0-1 1 0 0,0 1-1 0 0,0-1 0 0 0,1 1 0 0 0,-1-1 1 0 0,0 1-1 0 0,0-1 0 0 0,1 1 0 0 0,-1-1 0 0 0,0 1 1 0 0,1-1-1 0 0,15-21 1104 0 0,-13 18-782 0 0,126-161 4569 0 0,4 1-5684 0 0,-90 111-1232 0 0,-23 29-2663 0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8:04.149"/>
    </inkml:context>
    <inkml:brush xml:id="br0">
      <inkml:brushProperty name="width" value="0.1" units="cm"/>
      <inkml:brushProperty name="height" value="0.1" units="cm"/>
      <inkml:brushProperty name="color" value="#008C3A"/>
    </inkml:brush>
  </inkml:definitions>
  <inkml:trace contextRef="#ctx0" brushRef="#br0">1 159 5985 0 0,'12'-8'4666'0'0,"14"-14"-2044"0"0,-24 20-2307 0 0,121-111-55 0 0,-107 99-1297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8:04.578"/>
    </inkml:context>
    <inkml:brush xml:id="br0">
      <inkml:brushProperty name="width" value="0.1" units="cm"/>
      <inkml:brushProperty name="height" value="0.1" units="cm"/>
      <inkml:brushProperty name="color" value="#008C3A"/>
    </inkml:brush>
  </inkml:definitions>
  <inkml:trace contextRef="#ctx0" brushRef="#br0">1 19 5985 0 0,'121'-9'7585'0'0,"0"-1"-4831"0"0,-107 10-3383 0 0,1 1 1 0 0,-1 0 0 0 0,0 1-1 0 0,0 1 1 0 0,0 0 0 0 0,20 8-1 0 0,-13-3-4495 0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8:04.892"/>
    </inkml:context>
    <inkml:brush xml:id="br0">
      <inkml:brushProperty name="width" value="0.1" units="cm"/>
      <inkml:brushProperty name="height" value="0.1" units="cm"/>
      <inkml:brushProperty name="color" value="#008C3A"/>
    </inkml:brush>
  </inkml:definitions>
  <inkml:trace contextRef="#ctx0" brushRef="#br0">0 0 10594 0 0,'35'1'1495'0'0,"0"1"1"0"0,0 1-1 0 0,0 2 0 0 0,43 13 0 0 0,-55-11-1978 0 0,0 1 0 0 0,34 17 0 0 0,-41-16-1061 0 0,0 0 0 0 0,0 1 0 0 0,26 23 0 0 0,-31-22-365 0 0,-2-2-10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8:05.162"/>
    </inkml:context>
    <inkml:brush xml:id="br0">
      <inkml:brushProperty name="width" value="0.1" units="cm"/>
      <inkml:brushProperty name="height" value="0.1" units="cm"/>
      <inkml:brushProperty name="color" value="#008C3A"/>
    </inkml:brush>
  </inkml:definitions>
  <inkml:trace contextRef="#ctx0" brushRef="#br0">0 1 13363 0 0,'21'0'1150'0'0,"-1"2"0"0"0,1 0 1 0 0,-1 1-1 0 0,0 1 0 0 0,22 7 0 0 0,-23-4-612 0 0,0 0-1 0 0,32 19 0 0 0,-35-16-1168 0 0,0 0 0 0 0,18 17-1 0 0,-21-16-1322 0 0,0 2-1 0 0,17 22 1 0 0,-16-15-4131 0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8:05.401"/>
    </inkml:context>
    <inkml:brush xml:id="br0">
      <inkml:brushProperty name="width" value="0.1" units="cm"/>
      <inkml:brushProperty name="height" value="0.1" units="cm"/>
      <inkml:brushProperty name="color" value="#008C3A"/>
    </inkml:brush>
  </inkml:definitions>
  <inkml:trace contextRef="#ctx0" brushRef="#br0">3 0 6449 0 0,'-2'3'577'0'0,"2"-1"-465"0"0,2 0-112 0 0,1 1 0 0 0,0 0 424 0 0,1 1 64 0 0,3 4 16 0 0,1 4 0 0 0,7 9 568 0 0,4 8 112 0 0,3 2 33 0 0,0 5-1 0 0,1 2-680 0 0,-1 4-136 0 0,1 3-24 0 0,6 15-3000 0 0,-2-9-593 0 0,2-9-120 0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8:06.403"/>
    </inkml:context>
    <inkml:brush xml:id="br0">
      <inkml:brushProperty name="width" value="0.1" units="cm"/>
      <inkml:brushProperty name="height" value="0.1" units="cm"/>
      <inkml:brushProperty name="color" value="#008C3A"/>
    </inkml:brush>
  </inkml:definitions>
  <inkml:trace contextRef="#ctx0" brushRef="#br0">64 190 1840 0 0,'-2'-12'430'0'0,"-1"-1"0"0"0,-1 1 0 0 0,0-1 0 0 0,0 1 0 0 0,-11-20 0 0 0,9 21 954 0 0,0-1 1 0 0,1 1-1 0 0,1-1 1 0 0,0-1-1 0 0,-3-24 3976 0 0,12 47-4090 0 0,4 18-675 0 0,19 413 659 0 0,-22-256-1111 0 0,3-34-919 0 0,6 0 0 0 0,53 231 0 0 0,-52-318-849 0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8:06.799"/>
    </inkml:context>
    <inkml:brush xml:id="br0">
      <inkml:brushProperty name="width" value="0.1" units="cm"/>
      <inkml:brushProperty name="height" value="0.1" units="cm"/>
      <inkml:brushProperty name="color" value="#008C3A"/>
    </inkml:brush>
  </inkml:definitions>
  <inkml:trace contextRef="#ctx0" brushRef="#br0">215 227 4145 0 0,'-43'-7'1741'0'0,"-61"-2"1"0"0,37 1 6583 0 0,67 8-8265 0 0,13-7 1246 0 0,16-4-497 0 0,689-154 2692 0 0,-689 160-3576 0 0,61-8-591 0 0,-81 12 286 0 0,1 1 0 0 0,0-1 0 0 0,-1 2 0 0 0,1 0 0 0 0,0 0 0 0 0,17 5 0 0 0,-12 0-988 0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8:07.115"/>
    </inkml:context>
    <inkml:brush xml:id="br0">
      <inkml:brushProperty name="width" value="0.1" units="cm"/>
      <inkml:brushProperty name="height" value="0.1" units="cm"/>
      <inkml:brushProperty name="color" value="#008C3A"/>
    </inkml:brush>
  </inkml:definitions>
  <inkml:trace contextRef="#ctx0" brushRef="#br0">16 1 4145 0 0,'-1'0'69'0'0,"1"0"0"0"0,-1 0 0 0 0,0 0 0 0 0,0 0 0 0 0,1 0 1 0 0,-1 0-1 0 0,0 0 0 0 0,1 0 0 0 0,-1 0 0 0 0,0 0 0 0 0,0 1 0 0 0,1-1 0 0 0,-1 0 1 0 0,0 0-1 0 0,1 1 0 0 0,-1-1 0 0 0,1 0 0 0 0,-1 1 0 0 0,0-1 0 0 0,1 1 0 0 0,-2 0 1 0 0,5 11 2186 0 0,0-9-1807 0 0,0 0 1 0 0,-1 0-1 0 0,1 0 1 0 0,0-1 0 0 0,1 1-1 0 0,5 3 1 0 0,158 72 6298 0 0,-109-53-5902 0 0,-1 2 0 0 0,62 40 0 0 0,79 76-701 0 0,-74-38-7900 0 0,-97-79 2252 0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8:07.369"/>
    </inkml:context>
    <inkml:brush xml:id="br0">
      <inkml:brushProperty name="width" value="0.1" units="cm"/>
      <inkml:brushProperty name="height" value="0.1" units="cm"/>
      <inkml:brushProperty name="color" value="#008C3A"/>
    </inkml:brush>
  </inkml:definitions>
  <inkml:trace contextRef="#ctx0" brushRef="#br0">197 1 10594 0 0,'-3'4'225'0'0,"1"1"0"0"0,-1-1 0 0 0,1 1 0 0 0,0 0 0 0 0,0 0 0 0 0,1 0 0 0 0,-1 0-1 0 0,0 10 1 0 0,-4 8 90 0 0,-37 109 1122 0 0,-71 224-2517 0 0,99-308-3728 0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8:07.687"/>
    </inkml:context>
    <inkml:brush xml:id="br0">
      <inkml:brushProperty name="width" value="0.1" units="cm"/>
      <inkml:brushProperty name="height" value="0.1" units="cm"/>
      <inkml:brushProperty name="color" value="#008C3A"/>
    </inkml:brush>
  </inkml:definitions>
  <inkml:trace contextRef="#ctx0" brushRef="#br0">1 5 7370 0 0,'-1'-1'47'0'0,"1"1"0"0"0,0 0 0 0 0,0 0 0 0 0,0 0 0 0 0,0 0 0 0 0,0 0 0 0 0,0 0 1 0 0,0-1-1 0 0,0 1 0 0 0,0 0 0 0 0,0 0 0 0 0,0 0 0 0 0,0 0 0 0 0,0 0 0 0 0,0-1 0 0 0,0 1 1 0 0,0 0-1 0 0,0 0 0 0 0,0 0 0 0 0,1-1 471 0 0,-1 1-471 0 0,1 0 0 0 0,-1-1 1 0 0,0 1-1 0 0,0 0 0 0 0,0 0 0 0 0,0 0 0 0 0,0 0 0 0 0,0 0 0 0 0,1 0 0 0 0,-1 0 1 0 0,0 0-1 0 0,0 0 0 0 0,0 0 0 0 0,0 0 0 0 0,0 0 0 0 0,1 0 0 0 0,-1 0 0 0 0,0 0 1 0 0,0 0-1 0 0,8 6 2297 0 0,7 13 950 0 0,-7-5-2475 0 0,-1 1 0 0 0,-1 0 0 0 0,0 1 0 0 0,-1 0-1 0 0,4 19 1 0 0,11 87 392 0 0,-15-83-977 0 0,15 165 467 0 0,-7 208 0 0 0,-2 1-475 0 0,-4-301-228 0 0,16 185-39 0 0,-21-280-725 0 0,-1-1 0 0 0,-1 23 1 0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8:09.162"/>
    </inkml:context>
    <inkml:brush xml:id="br0">
      <inkml:brushProperty name="width" value="0.1" units="cm"/>
      <inkml:brushProperty name="height" value="0.1" units="cm"/>
      <inkml:brushProperty name="color" value="#008C3A"/>
    </inkml:brush>
  </inkml:definitions>
  <inkml:trace contextRef="#ctx0" brushRef="#br0">23 3 7370 0 0,'-18'-2'663'0'0,"18"2"-622"0"0,0 0 0 0 0,-1 0 0 0 0,1 0 0 0 0,0 1 0 0 0,-1-1 0 0 0,1 0 0 0 0,0 0 0 0 0,0 0-1 0 0,-1 1 1 0 0,1-1 0 0 0,0 0 0 0 0,0 0 0 0 0,0 1 0 0 0,0-1 0 0 0,-1 0 0 0 0,1 0 0 0 0,0 1 0 0 0,0-1 0 0 0,0 0 0 0 0,0 1 0 0 0,0-1-1 0 0,0 0 1 0 0,0 0 0 0 0,-1 1 0 0 0,1-1 0 0 0,0 0 0 0 0,0 1 0 0 0,0-1 0 0 0,0 0 0 0 0,1 1 0 0 0,-1 2 174 0 0,1-1 1 0 0,0 1 0 0 0,0-1-1 0 0,0 1 1 0 0,0-1-1 0 0,1 0 1 0 0,-1 1-1 0 0,0-1 1 0 0,1 0 0 0 0,3 3-1 0 0,4 5 364 0 0,2 0 0 0 0,0-1 0 0 0,21 13 0 0 0,16 14 723 0 0,62 77 620 0 0,-59-57-2600 0 0,3-4-3784 0 0,-32-33-730 0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8:09.493"/>
    </inkml:context>
    <inkml:brush xml:id="br0">
      <inkml:brushProperty name="width" value="0.1" units="cm"/>
      <inkml:brushProperty name="height" value="0.1" units="cm"/>
      <inkml:brushProperty name="color" value="#008C3A"/>
    </inkml:brush>
  </inkml:definitions>
  <inkml:trace contextRef="#ctx0" brushRef="#br0">94 9 1840 0 0,'-20'-4'556'0'0,"17"3"-34"0"0,0 0 0 0 0,1 0 0 0 0,-1 1 0 0 0,0-1 0 0 0,1 1 0 0 0,-1 0-1 0 0,0 0 1 0 0,1 0 0 0 0,-6 0 0 0 0,33 30 3778 0 0,74 77-267 0 0,-85-89-3807 0 0,-1 1-1 0 0,0 0 0 0 0,-2 0 0 0 0,14 29 0 0 0,-25-46-203 0 0,1-1 0 0 0,-1 0 0 0 0,1 1 0 0 0,-1-1 0 0 0,1 1 0 0 0,-1-1 0 0 0,0 1-1 0 0,1-1 1 0 0,-1 1 0 0 0,0-1 0 0 0,0 1 0 0 0,0-1 0 0 0,0 1 0 0 0,-1 0 0 0 0,1-1 0 0 0,0 1 0 0 0,-1-1-1 0 0,1 0 1 0 0,-1 1 0 0 0,1-1 0 0 0,-1 1 0 0 0,0-1 0 0 0,1 0 0 0 0,-1 1 0 0 0,0-1 0 0 0,0 0-1 0 0,0 0 1 0 0,0 0 0 0 0,0 1 0 0 0,0-1 0 0 0,0 0 0 0 0,-1-1 0 0 0,1 1 0 0 0,0 0 0 0 0,-1 0-1 0 0,1 0 1 0 0,0-1 0 0 0,-1 1 0 0 0,1-1 0 0 0,-1 1 0 0 0,1-1 0 0 0,-2 1 0 0 0,-9 2 169 0 0,-1 0 0 0 0,1-1 1 0 0,-1-1-1 0 0,-14 1 1 0 0,12-1-125 0 0,-75 4-2723 0 0,56-2-3326 0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8:10.053"/>
    </inkml:context>
    <inkml:brush xml:id="br0">
      <inkml:brushProperty name="width" value="0.1" units="cm"/>
      <inkml:brushProperty name="height" value="0.1" units="cm"/>
      <inkml:brushProperty name="color" value="#008C3A"/>
    </inkml:brush>
  </inkml:definitions>
  <inkml:trace contextRef="#ctx0" brushRef="#br0">0 4 8754 0 0,'3'0'215'0'0,"0"-1"1"0"0,0 0 0 0 0,0 1-1 0 0,0-1 1 0 0,0 1 0 0 0,0 0-1 0 0,0 0 1 0 0,0 0-1 0 0,0 0 1 0 0,0 1 0 0 0,0-1-1 0 0,4 2 1 0 0,38 12 749 0 0,-41-12-812 0 0,18 7 57 0 0,-1 0 1 0 0,0 2-1 0 0,0 1 1 0 0,-1 0 0 0 0,0 2-1 0 0,-1 0 1 0 0,21 21-1 0 0,7 13 21 0 0,50 65 0 0 0,28 31-3412 0 0,-115-135-1137 0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8:10.337"/>
    </inkml:context>
    <inkml:brush xml:id="br0">
      <inkml:brushProperty name="width" value="0.1" units="cm"/>
      <inkml:brushProperty name="height" value="0.1" units="cm"/>
      <inkml:brushProperty name="color" value="#008C3A"/>
    </inkml:brush>
  </inkml:definitions>
  <inkml:trace contextRef="#ctx0" brushRef="#br0">190 42 2761 0 0,'0'-1'454'0'0,"-1"0"1"0"0,0-1-1 0 0,0 1 1 0 0,0-1-1 0 0,1 1 1 0 0,-1 0-1 0 0,1-1 1 0 0,-1 0 0 0 0,1 1-1 0 0,-1-1 1 0 0,1 1-1 0 0,0-1 1 0 0,0 1-1 0 0,0-1 1 0 0,0 0-1 0 0,0 1 1 0 0,0-1-1 0 0,1-2 1 0 0,-1 4-329 0 0,0-1 0 0 0,0 1 0 0 0,0-1 1 0 0,1 1-1 0 0,-1-1 0 0 0,0 1 0 0 0,0-1 0 0 0,0 1 0 0 0,1-1 1 0 0,-1 1-1 0 0,0-1 0 0 0,1 1 0 0 0,-1-1 0 0 0,0 1 0 0 0,1 0 1 0 0,-1-1-1 0 0,0 1 0 0 0,1 0 0 0 0,-1-1 0 0 0,1 1 0 0 0,-1 0 1 0 0,1 0-1 0 0,-1-1 0 0 0,1 1 0 0 0,-1 0 0 0 0,1 0 0 0 0,-1 0 1 0 0,1-1-1 0 0,-1 1 0 0 0,1 0 0 0 0,-1 0 0 0 0,1 0 0 0 0,-1 0 1 0 0,1 0-1 0 0,-1 0 0 0 0,1 0 0 0 0,-1 0 0 0 0,1 1 0 0 0,-1-1 1 0 0,1 0-1 0 0,-1 0 0 0 0,1 0 0 0 0,-1 0 0 0 0,1 1 0 0 0,-1-1 1 0 0,1 0-1 0 0,-1 1 0 0 0,1-1 0 0 0,-1 0 0 0 0,0 1 0 0 0,1-1 1 0 0,-1 0-1 0 0,1 1 0 0 0,-1-1 0 0 0,0 1 0 0 0,0-1 0 0 0,1 1 1 0 0,5 5 36 0 0,-1 0 0 0 0,0 1 0 0 0,0-1 1 0 0,-1 1-1 0 0,0 0 0 0 0,0 0 0 0 0,-1 0 0 0 0,0 1 1 0 0,0-1-1 0 0,0 1 0 0 0,-1 0 0 0 0,0 0 1 0 0,-1 0-1 0 0,0 0 0 0 0,0 0 0 0 0,0 8 1 0 0,-1 1-106 0 0,0 0 1 0 0,-2-1-1 0 0,1 1 1 0 0,-2-1-1 0 0,0 1 1 0 0,-10 28-1 0 0,6-28-18 0 0,0-1 0 0 0,-2-1 0 0 0,1 1 0 0 0,-2-1 0 0 0,0-1 0 0 0,-1 0-1 0 0,0 0 1 0 0,-1-1 0 0 0,0 0 0 0 0,-28 20 0 0 0,24-21-2170 0 0,0-1 0 0 0,-36 17-1 0 0,36-21-4718 0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8:11.246"/>
    </inkml:context>
    <inkml:brush xml:id="br0">
      <inkml:brushProperty name="width" value="0.1" units="cm"/>
      <inkml:brushProperty name="height" value="0.1" units="cm"/>
      <inkml:brushProperty name="color" value="#008C3A"/>
    </inkml:brush>
  </inkml:definitions>
  <inkml:trace contextRef="#ctx0" brushRef="#br0">8 42 8754 0 0,'-1'-1'157'0'0,"0"0"-1"0"0,1-1 1 0 0,-1 1 0 0 0,0 0 0 0 0,0-1 0 0 0,1 1-1 0 0,-1-1 1 0 0,1 1 0 0 0,-1-1 0 0 0,1 1-1 0 0,0-1 1 0 0,0 1 0 0 0,0-1 0 0 0,-1 0 0 0 0,2-1-1 0 0,-1 2-46 0 0,0 0 0 0 0,0 0 0 0 0,0 1 0 0 0,1-1 0 0 0,-1 0-1 0 0,0 0 1 0 0,1 1 0 0 0,-1-1 0 0 0,1 0 0 0 0,-1 1 0 0 0,1-1 0 0 0,-1 0 0 0 0,1 1-1 0 0,0-1 1 0 0,-1 1 0 0 0,1-1 0 0 0,-1 1 0 0 0,1-1 0 0 0,0 1 0 0 0,0-1-1 0 0,0 1 1 0 0,1-1 12 0 0,0 1 0 0 0,0-1 0 0 0,0 1 0 0 0,0 0 0 0 0,0-1 0 0 0,1 1 0 0 0,-1 0 0 0 0,0 0 0 0 0,0 1 0 0 0,0-1-1 0 0,0 0 1 0 0,0 1 0 0 0,0-1 0 0 0,0 1 0 0 0,0 0 0 0 0,-1-1 0 0 0,1 1 0 0 0,0 0 0 0 0,0 0 0 0 0,0 0 0 0 0,-1 1 0 0 0,3 0 0 0 0,0 3 48 0 0,1 0 1 0 0,-1 1 0 0 0,1-1 0 0 0,-1 1 0 0 0,-1 0-1 0 0,1 0 1 0 0,-1 0 0 0 0,-1 0 0 0 0,1 1 0 0 0,-1-1-1 0 0,3 11 1 0 0,1 12 211 0 0,5 38 0 0 0,-9-48-248 0 0,8 110-26 0 0,-7-74-79 0 0,11 60-1 0 0,-12-107 10 0 0,-1 0 0 0 0,1 0 0 0 0,1 0 0 0 0,0-1 0 0 0,0 1 0 0 0,0-1 0 0 0,5 8 0 0 0,-6-12-23 0 0,-1-1 0 0 0,1 0-1 0 0,0 0 1 0 0,0 0 0 0 0,0 0 0 0 0,0 0-1 0 0,0 0 1 0 0,0-1 0 0 0,1 1 0 0 0,-1-1 0 0 0,1 1-1 0 0,-1-1 1 0 0,1 0 0 0 0,-1 0 0 0 0,1 0 0 0 0,0 0-1 0 0,-1-1 1 0 0,1 1 0 0 0,0-1 0 0 0,0 1 0 0 0,-1-1-1 0 0,1 0 1 0 0,0 0 0 0 0,3-1 0 0 0,19-3 218 0 0,0-2 1 0 0,0-1 0 0 0,-1 0 0 0 0,44-21-1 0 0,15-5-233 0 0,11 6-927 0 0,-31 12-2594 0 0,-40 10-2763 0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8:11.618"/>
    </inkml:context>
    <inkml:brush xml:id="br0">
      <inkml:brushProperty name="width" value="0.1" units="cm"/>
      <inkml:brushProperty name="height" value="0.1" units="cm"/>
      <inkml:brushProperty name="color" value="#008C3A"/>
    </inkml:brush>
  </inkml:definitions>
  <inkml:trace contextRef="#ctx0" brushRef="#br0">1 20 5065 0 0,'0'-1'74'0'0,"0"0"-1"0"0,0 0 1 0 0,0 0 0 0 0,0 0 0 0 0,0 0-1 0 0,0 0 1 0 0,0 0 0 0 0,0 0-1 0 0,1 0 1 0 0,-1 0 0 0 0,0 0 0 0 0,1 0-1 0 0,-1 0 1 0 0,0 0 0 0 0,1 1-1 0 0,0-1 1 0 0,0-1 0 0 0,0 1 63 0 0,-1 1 0 0 0,0 0 0 0 0,1 0 1 0 0,-1 0-1 0 0,1-1 0 0 0,-1 1 0 0 0,1 0 0 0 0,-1 0 0 0 0,1 0 1 0 0,-1 0-1 0 0,1 0 0 0 0,-1 0 0 0 0,1 0 0 0 0,-1 0 0 0 0,0 0 1 0 0,1 0-1 0 0,-1 0 0 0 0,1 0 0 0 0,-1 1 0 0 0,1-1 1 0 0,-1 0-1 0 0,1 0 0 0 0,-1 0 0 0 0,1 1 0 0 0,-1-1 0 0 0,3 2 265 0 0,-1-1 0 0 0,0 1-1 0 0,0 0 1 0 0,0 0-1 0 0,0 0 1 0 0,0 0 0 0 0,-1 0-1 0 0,1 0 1 0 0,-1 0 0 0 0,1 0-1 0 0,1 5 1 0 0,5 17 51 0 0,-1 1 0 0 0,-1-1 0 0 0,-1 1 0 0 0,-1 0 0 0 0,1 46 0 0 0,-14 126-3014 0 0,7-173 1205 0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8:11.808"/>
    </inkml:context>
    <inkml:brush xml:id="br0">
      <inkml:brushProperty name="width" value="0.1" units="cm"/>
      <inkml:brushProperty name="height" value="0.1" units="cm"/>
      <inkml:brushProperty name="color" value="#008C3A"/>
    </inkml:brush>
  </inkml:definitions>
  <inkml:trace contextRef="#ctx0" brushRef="#br0">4 224 5065 0 0,'-1'-4'72'0'0,"0"1"0"0"0,0-1 0 0 0,1 0-1 0 0,0 0 1 0 0,-1 0 0 0 0,1 0 0 0 0,1 0 0 0 0,-1 0-1 0 0,1 0 1 0 0,-1 0 0 0 0,1 0 0 0 0,0 1 0 0 0,0-1 0 0 0,2-3-1 0 0,2 0 419 0 0,-1 0 0 0 0,1 0 0 0 0,0 1-1 0 0,0 0 1 0 0,12-11 0 0 0,-4 5-143 0 0,1 0 0 0 0,0 0 0 0 0,1 2 1 0 0,0 0-1 0 0,1 0 0 0 0,0 2 1 0 0,0 0-1 0 0,1 0 0 0 0,0 2 1 0 0,0 0-1 0 0,24-4 0 0 0,-19 11-4174 0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8:12.003"/>
    </inkml:context>
    <inkml:brush xml:id="br0">
      <inkml:brushProperty name="width" value="0.1" units="cm"/>
      <inkml:brushProperty name="height" value="0.1" units="cm"/>
      <inkml:brushProperty name="color" value="#008C3A"/>
    </inkml:brush>
  </inkml:definitions>
  <inkml:trace contextRef="#ctx0" brushRef="#br0">0 147 5529 0 0,'90'-49'1169'0'0,"-28"16"-521"0"0,-38 19-553 0 0,-15 7-366 0 0,1 1 0 0 0,0 0 0 0 0,0 0 0 0 0,1 1 0 0 0,-1 1 0 0 0,1-1 0 0 0,0 2 1 0 0,0 0-1 0 0,16-3 0 0 0,-26 6 230 0 0,-1 0 1 0 0,0 0 0 0 0,1 0 0 0 0,-1 0 0 0 0,1 0-1 0 0,-1 0 1 0 0,0 0 0 0 0,1 0 0 0 0,-1 0-1 0 0,1 0 1 0 0,-1 1 0 0 0,0-1 0 0 0,1 0-1 0 0,-1 0 1 0 0,0 0 0 0 0,1 0 0 0 0,-1 1 0 0 0,0-1-1 0 0,1 0 1 0 0,-1 0 0 0 0,0 1 0 0 0,1-1-1 0 0,-1 0 1 0 0,0 0 0 0 0,0 1 0 0 0,1-1-1 0 0,-1 0 1 0 0,0 1 0 0 0,0-1 0 0 0,0 0 0 0 0,0 1-1 0 0,1-1 1 0 0,-1 0 0 0 0,0 1 0 0 0,0-1-1 0 0,0 1 1 0 0,0-1 0 0 0,0 0 0 0 0,0 1-1 0 0,0-1 1 0 0,0 1 0 0 0,0-1 0 0 0,0 0 0 0 0,0 1-1 0 0,0-1 1 0 0,0 1 0 0 0,0-1 0 0 0,-1 0-1 0 0,1 1 1 0 0,0-1 0 0 0,0 0 0 0 0,0 1-1 0 0,0-1 1 0 0,-1 0 0 0 0,1 1 0 0 0,0-1 0 0 0,0 0-1 0 0,-1 0 1 0 0,1 1 0 0 0,0-1 0 0 0,-1 0-1 0 0,1 0 1 0 0,0 1 0 0 0,-1-1 0 0 0,1 0-1 0 0,-8 6-19 0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8:12.140"/>
    </inkml:context>
    <inkml:brush xml:id="br0">
      <inkml:brushProperty name="width" value="0.1" units="cm"/>
      <inkml:brushProperty name="height" value="0.1" units="cm"/>
      <inkml:brushProperty name="color" value="#008C3A"/>
    </inkml:brush>
  </inkml:definitions>
  <inkml:trace contextRef="#ctx0" brushRef="#br0">0 127 2761 0 0,'5'1'312'0'0,"-1"-1"1"0"0,0 0 0 0 0,1 1 0 0 0,-1-2 0 0 0,1 1-1 0 0,-1-1 1 0 0,1 1 0 0 0,-1-1 0 0 0,0 0 0 0 0,0-1-1 0 0,6-1 1 0 0,3-1 130 0 0,133-41 2742 0 0,-4-12-7376 0 0,-113 43 2705 0 0</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8:12.342"/>
    </inkml:context>
    <inkml:brush xml:id="br0">
      <inkml:brushProperty name="width" value="0.1" units="cm"/>
      <inkml:brushProperty name="height" value="0.1" units="cm"/>
      <inkml:brushProperty name="color" value="#008C3A"/>
    </inkml:brush>
  </inkml:definitions>
  <inkml:trace contextRef="#ctx0" brushRef="#br0">1 1 7834 0 0,'0'0'602'0'0,"0"22"1196"0"0,5 115 3832 0 0,19 67-4577 0 0,-12-134-2273 0 0,2-25-3699 0 0,-5-23 262 0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8:12.617"/>
    </inkml:context>
    <inkml:brush xml:id="br0">
      <inkml:brushProperty name="width" value="0.1" units="cm"/>
      <inkml:brushProperty name="height" value="0.1" units="cm"/>
      <inkml:brushProperty name="color" value="#008C3A"/>
    </inkml:brush>
  </inkml:definitions>
  <inkml:trace contextRef="#ctx0" brushRef="#br0">0 48 5065 0 0,'0'-1'126'0'0,"1"0"-1"0"0,-1 0 1 0 0,1 0 0 0 0,-1 0 0 0 0,1 0-1 0 0,-1 0 1 0 0,1 0 0 0 0,0 0-1 0 0,-1 0 1 0 0,1 0 0 0 0,0 0-1 0 0,0 0 1 0 0,-1 1 0 0 0,1-1-1 0 0,0 0 1 0 0,0 1 0 0 0,0-1-1 0 0,0 0 1 0 0,0 1 0 0 0,0-1 0 0 0,0 1-1 0 0,0 0 1 0 0,2-1 0 0 0,28-13 1042 0 0,-21 11-877 0 0,0 0 0 0 0,0 0 0 0 0,1 1-1 0 0,-1 1 1 0 0,0-1 0 0 0,1 2 0 0 0,-1-1 0 0 0,1 2 0 0 0,-1-1 0 0 0,1 1 0 0 0,-1 1-1 0 0,0 0 1 0 0,0 0 0 0 0,1 1 0 0 0,-2 0 0 0 0,1 1 0 0 0,0 0 0 0 0,-1 1 0 0 0,0 0-1 0 0,0 0 1 0 0,0 1 0 0 0,12 11 0 0 0,-12-10-181 0 0,-2 1 1 0 0,1 0-1 0 0,-1 0 0 0 0,-1 1 0 0 0,1 0 1 0 0,-1 0-1 0 0,-1 1 0 0 0,0 0 0 0 0,0 0 1 0 0,-1 0-1 0 0,0 0 0 0 0,-1 1 0 0 0,4 20 1 0 0,-5-9-99 0 0,-1 1 1 0 0,0-1-1 0 0,-2 1 1 0 0,0-1 0 0 0,-2 1-1 0 0,0-1 1 0 0,-2 0-1 0 0,0 0 1 0 0,-1-1-1 0 0,-2 1 1 0 0,0-1 0 0 0,-1-1-1 0 0,-1 0 1 0 0,-1 0-1 0 0,0-1 1 0 0,-2 0-1 0 0,0-1 1 0 0,-1 0 0 0 0,-1-1-1 0 0,-23 20 1 0 0,20-23-436 0 0,2-4-170 0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8:13.317"/>
    </inkml:context>
    <inkml:brush xml:id="br0">
      <inkml:brushProperty name="width" value="0.1" units="cm"/>
      <inkml:brushProperty name="height" value="0.1" units="cm"/>
      <inkml:brushProperty name="color" value="#008C3A"/>
    </inkml:brush>
  </inkml:definitions>
  <inkml:trace contextRef="#ctx0" brushRef="#br0">34 35 9674 0 0,'-22'-21'654'0'0,"11"8"4460"0"0,27 35-1816 0 0,-1 6-2921 0 0,-2 1-1 0 0,-1 0 1 0 0,-1 1 0 0 0,-1 0-1 0 0,6 37 1 0 0,-3-18-180 0 0,55 174-7107 0 0,-80-226 3273 0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8:13.584"/>
    </inkml:context>
    <inkml:brush xml:id="br0">
      <inkml:brushProperty name="width" value="0.1" units="cm"/>
      <inkml:brushProperty name="height" value="0.1" units="cm"/>
      <inkml:brushProperty name="color" value="#008C3A"/>
    </inkml:brush>
  </inkml:definitions>
  <inkml:trace contextRef="#ctx0" brushRef="#br0">9 126 4145 0 0,'-2'-2'3'0'0,"1"0"-1"0"0,0 0 1 0 0,1 0 0 0 0,-1 0 0 0 0,0-1-1 0 0,0 1 1 0 0,1 0 0 0 0,-1 0-1 0 0,1 0 1 0 0,0-1 0 0 0,0 1 0 0 0,0 0-1 0 0,0 0 1 0 0,0-1 0 0 0,0 1 0 0 0,1 0-1 0 0,-1 0 1 0 0,2-3 0 0 0,-1 1 176 0 0,1 0 0 0 0,0 1 0 0 0,0 0 0 0 0,0-1 0 0 0,0 1 0 0 0,1 0 0 0 0,-1 0-1 0 0,1 0 1 0 0,0 1 0 0 0,3-4 0 0 0,2 0 484 0 0,0 1 0 0 0,1 0 0 0 0,0 1 0 0 0,-1 0 0 0 0,1 0 0 0 0,1 1 0 0 0,-1 0-1 0 0,0 0 1 0 0,1 1 0 0 0,-1 0 0 0 0,1 1 0 0 0,17 0 0 0 0,-12 0-285 0 0,0 2 1 0 0,1 0 0 0 0,-1 1-1 0 0,0 0 1 0 0,0 1 0 0 0,-1 1-1 0 0,23 8 1 0 0,-34-11-371 0 0,0 0 0 0 0,1 1-1 0 0,-1-1 1 0 0,0 1 0 0 0,1 0 0 0 0,-1 0 0 0 0,0 0 0 0 0,0 0 0 0 0,0 0-1 0 0,-1 1 1 0 0,1-1 0 0 0,-1 1 0 0 0,1 0 0 0 0,-1 0 0 0 0,0 0 0 0 0,0 0 0 0 0,0 0-1 0 0,0 0 1 0 0,-1 0 0 0 0,1 1 0 0 0,-1-1 0 0 0,0 1 0 0 0,0-1 0 0 0,0 1 0 0 0,-1-1-1 0 0,1 1 1 0 0,-1 0 0 0 0,1-1 0 0 0,-1 1 0 0 0,-1 0 0 0 0,1-1 0 0 0,0 1-1 0 0,-1 0 1 0 0,0-1 0 0 0,0 1 0 0 0,-2 6 0 0 0,-2 0-25 0 0,0 1 1 0 0,0-1-1 0 0,-1 0 0 0 0,0 0 1 0 0,-1 0-1 0 0,0-1 0 0 0,0 0 1 0 0,-1-1-1 0 0,0 0 0 0 0,-15 11 1 0 0,7-6 12 0 0,-1-2 0 0 0,-25 13 0 0 0,34-20-73 0 0,0 0 1 0 0,0-1-1 0 0,0 0 0 0 0,0-1 1 0 0,0 1-1 0 0,-1-2 1 0 0,1 1-1 0 0,-11 0 0 0 0,8-3-739 0 0,2-2-231 0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8:13.918"/>
    </inkml:context>
    <inkml:brush xml:id="br0">
      <inkml:brushProperty name="width" value="0.1" units="cm"/>
      <inkml:brushProperty name="height" value="0.1" units="cm"/>
      <inkml:brushProperty name="color" value="#008C3A"/>
    </inkml:brush>
  </inkml:definitions>
  <inkml:trace contextRef="#ctx0" brushRef="#br0">32 5 3225 0 0,'4'-2'-270'0'0,"-3"2"560"0"0,0-1-1 0 0,0 1 1 0 0,0 0-1 0 0,0-1 1 0 0,0 1 0 0 0,0 0-1 0 0,0 0 1 0 0,0-1 0 0 0,0 1-1 0 0,0 0 1 0 0,0 0 0 0 0,0 0-1 0 0,0 0 1 0 0,0 0 0 0 0,0 1-1 0 0,0-1 1 0 0,0 0-1 0 0,0 0 1 0 0,0 1 0 0 0,0-1-1 0 0,-1 0 1 0 0,1 1 0 0 0,0-1-1 0 0,0 1 1 0 0,0-1 0 0 0,0 1-1 0 0,0 0 1 0 0,-1-1 0 0 0,1 1-1 0 0,0 0 1 0 0,-1-1-1 0 0,1 1 1 0 0,0 1 0 0 0,3 2 126 0 0,-1 0 0 0 0,0 1 0 0 0,-1 0 1 0 0,1-1-1 0 0,-1 1 0 0 0,0 0 0 0 0,0 0 1 0 0,0 0-1 0 0,-1 1 0 0 0,1-1 1 0 0,-1 0-1 0 0,-1 0 0 0 0,1 1 0 0 0,-1-1 1 0 0,0 1-1 0 0,0-1 0 0 0,-1 7 0 0 0,-2 11-119 0 0,0 0-1 0 0,-11 34 1 0 0,-5 10-596 0 0,1-3-3386 0 0,-17 104 0 0 0,33-147 2180 0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8:14.884"/>
    </inkml:context>
    <inkml:brush xml:id="br0">
      <inkml:brushProperty name="width" value="0.1" units="cm"/>
      <inkml:brushProperty name="height" value="0.1" units="cm"/>
      <inkml:brushProperty name="color" value="#008C3A"/>
    </inkml:brush>
  </inkml:definitions>
  <inkml:trace contextRef="#ctx0" brushRef="#br0">18 1 920 0 0,'-18'0'3159'0'0,"26"-1"-30"0"0,31 2-618 0 0,8 8-1229 0 0,0 1 0 0 0,64 24-1 0 0,-82-23-1104 0 0,0 1 0 0 0,-1 2-1 0 0,-1 0 1 0 0,46 34-1 0 0,-68-45-179 0 0,0 1 0 0 0,0 1 0 0 0,0-1 0 0 0,-1 1 0 0 0,1 0 0 0 0,-1 0-1 0 0,0 0 1 0 0,-1 0 0 0 0,1 1 0 0 0,-1 0 0 0 0,0 0 0 0 0,4 11 0 0 0,-6-13 42 0 0,-1 0 0 0 0,1 1 0 0 0,-1-1 0 0 0,1 1 0 0 0,-1-1 0 0 0,-1 0 1 0 0,1 1-1 0 0,0-1 0 0 0,-1 0 0 0 0,0 1 0 0 0,0-1 0 0 0,-1 0 0 0 0,1 0 0 0 0,-1 0 0 0 0,0 0 0 0 0,0 0 0 0 0,0 0 0 0 0,0 0 0 0 0,-5 5 1 0 0,-6 8 336 0 0,-1-2 1 0 0,-1 1-1 0 0,-1-2 1 0 0,0 0 0 0 0,0 0-1 0 0,-1-2 1 0 0,-21 12 0 0 0,26-17-160 0 0,1-1 0 0 0,-1 0 1 0 0,0-1-1 0 0,-1-1 1 0 0,1 0-1 0 0,-1 0 1 0 0,0-1-1 0 0,0 0 1 0 0,0-2-1 0 0,0 1 1 0 0,-1-2-1 0 0,-19 0 0 0 0,27-1-583 0 0,0-1 0 0 0,0 1-1 0 0,0-1 1 0 0,1 0 0 0 0,-1 0-1 0 0,0-1 1 0 0,1 0 0 0 0,-1 0-1 0 0,-9-7 1 0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8:21.834"/>
    </inkml:context>
    <inkml:brush xml:id="br0">
      <inkml:brushProperty name="width" value="0.1" units="cm"/>
      <inkml:brushProperty name="height" value="0.1" units="cm"/>
      <inkml:brushProperty name="color" value="#008C3A"/>
    </inkml:brush>
  </inkml:definitions>
  <inkml:trace contextRef="#ctx0" brushRef="#br0">8 3 6913 0 0,'-8'-2'2840'0'0,"14"3"-423"0"0,21 12-1088 0 0,-22-8-1158 0 0,0 1 0 0 0,0-1 1 0 0,0 1-1 0 0,0 0 0 0 0,-1 1 0 0 0,0-1 1 0 0,-1 1-1 0 0,1-1 0 0 0,-1 1 0 0 0,2 9 1 0 0,4 12 298 0 0,5 35 1 0 0,-12-55-441 0 0,14 94 338 0 0,4 203-1 0 0,6 51 124 0 0,7-158-5726 0 0,-27-164-68 0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8:22.232"/>
    </inkml:context>
    <inkml:brush xml:id="br0">
      <inkml:brushProperty name="width" value="0.1" units="cm"/>
      <inkml:brushProperty name="height" value="0.1" units="cm"/>
      <inkml:brushProperty name="color" value="#008C3A"/>
    </inkml:brush>
  </inkml:definitions>
  <inkml:trace contextRef="#ctx0" brushRef="#br0">66 180 5065 0 0,'-65'2'4434'0'0,"109"-19"-579"0"0,38 1-2719 0 0,0 4 1 0 0,159-2-1 0 0,-31 4 25 0 0,-48-5-1168 0 0,246-56 0 0 0,-296 46-1135 0 0,-101 24 49 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8:22.517"/>
    </inkml:context>
    <inkml:brush xml:id="br0">
      <inkml:brushProperty name="width" value="0.1" units="cm"/>
      <inkml:brushProperty name="height" value="0.1" units="cm"/>
      <inkml:brushProperty name="color" value="#008C3A"/>
    </inkml:brush>
  </inkml:definitions>
  <inkml:trace contextRef="#ctx0" brushRef="#br0">27 23 4609 0 0,'-24'-14'1290'0'0,"23"14"-1234"0"0,1-1 0 0 0,0 1 1 0 0,0 0-1 0 0,0 0 0 0 0,0 0 0 0 0,-1 0 1 0 0,1 0-1 0 0,0 0 0 0 0,0-1 1 0 0,0 1-1 0 0,0 0 0 0 0,0 0 1 0 0,0 0-1 0 0,0 0 0 0 0,0-1 1 0 0,0 1-1 0 0,-1 0 0 0 0,1 0 0 0 0,0 0 1 0 0,0-1-1 0 0,0 1 0 0 0,0 0 1 0 0,0 0-1 0 0,0 0 0 0 0,0 0 1 0 0,0-1-1 0 0,0 1 0 0 0,0 0 0 0 0,0 0 1 0 0,0 0-1 0 0,1-1 0 0 0,-1 1 1 0 0,0 0-1 0 0,0 0 0 0 0,0 0 1 0 0,0 0-1 0 0,0-1 0 0 0,0 1 1 0 0,0 0-1 0 0,1 0 0 0 0,15-2 2451 0 0,2 5-1956 0 0,-1 1-1 0 0,0 1 0 0 0,1 1 1 0 0,-2 0-1 0 0,1 1 0 0 0,-1 1 1 0 0,20 13-1 0 0,7 1 144 0 0,385 161-292 0 0,-388-169-1388 0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8:22.745"/>
    </inkml:context>
    <inkml:brush xml:id="br0">
      <inkml:brushProperty name="width" value="0.1" units="cm"/>
      <inkml:brushProperty name="height" value="0.1" units="cm"/>
      <inkml:brushProperty name="color" value="#008C3A"/>
    </inkml:brush>
  </inkml:definitions>
  <inkml:trace contextRef="#ctx0" brushRef="#br0">415 0 7370 0 0,'-4'2'279'0'0,"0"0"0"0"0,0 1-1 0 0,1-1 1 0 0,-1 1 0 0 0,1 0 0 0 0,0 0 0 0 0,0 0 0 0 0,0 0 0 0 0,0 0 0 0 0,-4 7 0 0 0,-24 44 1724 0 0,17-29-1473 0 0,-242 357 1801 0 0,236-354-2502 0 0,-18 31-2097 0 0,24-34-2473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8:23.154"/>
    </inkml:context>
    <inkml:brush xml:id="br0">
      <inkml:brushProperty name="width" value="0.1" units="cm"/>
      <inkml:brushProperty name="height" value="0.1" units="cm"/>
      <inkml:brushProperty name="color" value="#008C3A"/>
    </inkml:brush>
  </inkml:definitions>
  <inkml:trace contextRef="#ctx0" brushRef="#br0">2 62 1840 0 0,'-1'-34'2774'0'0,"1"33"-2386"0"0,0 0 0 0 0,0-1 0 0 0,0 1 0 0 0,0 0 0 0 0,0 0 0 0 0,0-1 0 0 0,0 1 0 0 0,1 0 1 0 0,-1-1-1 0 0,1 1 0 0 0,-1 0 0 0 0,1 0 0 0 0,-1-1 0 0 0,1 1 0 0 0,0 0 0 0 0,-1 0 0 0 0,1 0 0 0 0,0 0 0 0 0,0 0 0 0 0,0 0 0 0 0,0 0 0 0 0,1-1 0 0 0,-2 3-241 0 0,1-1-1 0 0,0 0 1 0 0,-1 0-1 0 0,1 1 1 0 0,-1-1 0 0 0,1 0-1 0 0,-1 1 1 0 0,1-1 0 0 0,-1 1-1 0 0,1-1 1 0 0,-1 0 0 0 0,1 1-1 0 0,-1-1 1 0 0,1 1 0 0 0,-1-1-1 0 0,0 1 1 0 0,1 0 0 0 0,-1-1-1 0 0,0 1 1 0 0,0-1 0 0 0,1 1-1 0 0,-1-1 1 0 0,0 1-1 0 0,0 0 1 0 0,0-1 0 0 0,0 2-1 0 0,6 20 601 0 0,-6-20-605 0 0,51 347 2267 0 0,-28-166-2128 0 0,27 112 177 0 0,13 109-7 0 0,-50-306-974 0 0,37 132 0 0 0,-44-207-2765 0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8:23.897"/>
    </inkml:context>
    <inkml:brush xml:id="br0">
      <inkml:brushProperty name="width" value="0.1" units="cm"/>
      <inkml:brushProperty name="height" value="0.1" units="cm"/>
      <inkml:brushProperty name="color" value="#008C3A"/>
    </inkml:brush>
  </inkml:definitions>
  <inkml:trace contextRef="#ctx0" brushRef="#br0">1 97 1376 0 0,'0'-3'-246'0'0,"14"-21"5605"0"0,1 21-670 0 0,2 4-4746 0 0,-17-1 56 0 0,35-1 757 0 0,1-2 1 0 0,-1-1 0 0 0,50-12-1 0 0,-12 3 163 0 0,24-1 22 0 0,112-2 1 0 0,-4 21-4434 0 0,-162-2-1498 0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8:24.514"/>
    </inkml:context>
    <inkml:brush xml:id="br0">
      <inkml:brushProperty name="width" value="0.1" units="cm"/>
      <inkml:brushProperty name="height" value="0.1" units="cm"/>
      <inkml:brushProperty name="color" value="#008C3A"/>
    </inkml:brush>
  </inkml:definitions>
  <inkml:trace contextRef="#ctx0" brushRef="#br0">354 21 8290 0 0,'7'-19'3713'0'0,"-7"18"-3673"0"0,-1 1 1 0 0,1 0-1 0 0,0 0 1 0 0,0 0-1 0 0,-1 0 1 0 0,1 0-1 0 0,0 0 1 0 0,0 0 0 0 0,-1 0-1 0 0,1 0 1 0 0,0 0-1 0 0,0 0 1 0 0,-1 0-1 0 0,1 0 1 0 0,0 0-1 0 0,0 0 1 0 0,-1 0 0 0 0,1 0-1 0 0,0 0 1 0 0,0 0-1 0 0,-1 0 1 0 0,1 0-1 0 0,0 0 1 0 0,0 0-1 0 0,0 1 1 0 0,-1-1-1 0 0,1 0 1 0 0,0 0 0 0 0,0 0-1 0 0,0 0 1 0 0,-1 1-1 0 0,1-1 1 0 0,0 0-1 0 0,0 0 1 0 0,0 0-1 0 0,0 1 1 0 0,-1-1-1 0 0,-31 31 149 0 0,23-21 162 0 0,-130 127 495 0 0,-16 14-1213 0 0,138-138-1906 0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8:24.890"/>
    </inkml:context>
    <inkml:brush xml:id="br0">
      <inkml:brushProperty name="width" value="0.1" units="cm"/>
      <inkml:brushProperty name="height" value="0.1" units="cm"/>
      <inkml:brushProperty name="color" value="#008C3A"/>
    </inkml:brush>
  </inkml:definitions>
  <inkml:trace contextRef="#ctx0" brushRef="#br0">172 56 976 0 0,'1'-1'29'0'0,"1"-1"0"0"0,-1 1 0 0 0,0-1 0 0 0,0 1-1 0 0,0-1 1 0 0,0 0 0 0 0,0 1 0 0 0,0-1 0 0 0,-1 0 0 0 0,1 0 0 0 0,0 0-1 0 0,-1 1 1 0 0,1-5 0 0 0,-1 5 3 0 0,0 1-1 0 0,0-1 1 0 0,0 1-1 0 0,-1-1 1 0 0,1 0-1 0 0,0 1 1 0 0,0-1-1 0 0,-1 1 1 0 0,1-1-1 0 0,0 1 1 0 0,-1-1-1 0 0,1 1 1 0 0,0-1-1 0 0,-1 1 1 0 0,1 0-1 0 0,-1-1 1 0 0,1 1-1 0 0,-1-1 1 0 0,1 1-1 0 0,-1 0 1 0 0,1-1 0 0 0,-1 1-1 0 0,1 0 1 0 0,-1 0-1 0 0,1 0 1 0 0,-1-1-1 0 0,0 1 1 0 0,0 0-1 0 0,-3-1 126 0 0,-1 1 1 0 0,0 0-1 0 0,1 0 0 0 0,-1 0 0 0 0,1 1 0 0 0,-1-1 1 0 0,0 1-1 0 0,1 0 0 0 0,-7 2 0 0 0,-110 46 5227 0 0,247-95-2542 0 0,-96 38-2397 0 0,1 2-1 0 0,34-3 1 0 0,-57 8-289 0 0,-1 1 1 0 0,1-1-1 0 0,0 2 0 0 0,0-1 0 0 0,0 1 1 0 0,-1 0-1 0 0,1 1 0 0 0,0-1 0 0 0,-1 2 1 0 0,1-1-1 0 0,-1 1 0 0 0,0 0 1 0 0,0 0-1 0 0,8 6 0 0 0,-13-7-109 0 0,0 0-1 0 0,0 1 1 0 0,1-1 0 0 0,-2 0-1 0 0,1 1 1 0 0,0 0-1 0 0,0-1 1 0 0,-1 1 0 0 0,0 0-1 0 0,1 0 1 0 0,-1 0-1 0 0,0 0 1 0 0,0 0 0 0 0,-1 0-1 0 0,1 0 1 0 0,-1 0 0 0 0,1 1-1 0 0,-1-1 1 0 0,-1 5-1 0 0,1 7-401 0 0,-2-1 0 0 0,-6 29 0 0 0,4-23-826 0 0,-1 2-4073 0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8:25.303"/>
    </inkml:context>
    <inkml:brush xml:id="br0">
      <inkml:brushProperty name="width" value="0.1" units="cm"/>
      <inkml:brushProperty name="height" value="0.1" units="cm"/>
      <inkml:brushProperty name="color" value="#008C3A"/>
    </inkml:brush>
  </inkml:definitions>
  <inkml:trace contextRef="#ctx0" brushRef="#br0">370 26 6449 0 0,'2'-3'125'0'0,"18"-14"662"0"0,-20 16-701 0 0,1 1 1 0 0,-1 0-1 0 0,1-1 1 0 0,-1 1 0 0 0,1-1-1 0 0,-1 1 1 0 0,1 0-1 0 0,-1 0 1 0 0,1-1 0 0 0,-1 1-1 0 0,1 0 1 0 0,-1 0-1 0 0,1-1 1 0 0,0 1 0 0 0,-1 0-1 0 0,1 0 1 0 0,-1 0-1 0 0,1 0 1 0 0,0 0 0 0 0,-1 0-1 0 0,1 0 1 0 0,-1 0-1 0 0,1 0 1 0 0,0 0 0 0 0,-1 0-1 0 0,1 1 1 0 0,-1-1-1 0 0,1 0 1 0 0,-1 0 0 0 0,1 0-1 0 0,0 1 1 0 0,-1-1-1 0 0,1 0 1 0 0,0 1 0 0 0,-1 1 16 0 0,0 0 1 0 0,-1 0-1 0 0,1 0 1 0 0,-1 0-1 0 0,1 0 1 0 0,-1-1 0 0 0,0 1-1 0 0,1 0 1 0 0,-1 0-1 0 0,0-1 1 0 0,0 1 0 0 0,0 0-1 0 0,0-1 1 0 0,-1 1-1 0 0,1-1 1 0 0,0 0-1 0 0,-1 1 1 0 0,-1 0 0 0 0,1 1 5 0 0,-99 117 833 0 0,-130 203-1 0 0,209-292-918 0 0,15-23-85 0 0,1-1 0 0 0,1 1-1 0 0,0 1 1 0 0,0-1 0 0 0,-5 11 0 0 0,10-18 32 0 0,0-1 1 0 0,0 0 0 0 0,0 0-1 0 0,0 0 1 0 0,0 0 0 0 0,1 1 0 0 0,-1-1-1 0 0,0 0 1 0 0,0 0 0 0 0,0 0-1 0 0,0 1 1 0 0,0-1 0 0 0,0 0 0 0 0,0 0-1 0 0,0 0 1 0 0,0 0 0 0 0,1 1-1 0 0,-1-1 1 0 0,0 0 0 0 0,0 0 0 0 0,0 0-1 0 0,0 0 1 0 0,1 0 0 0 0,-1 0-1 0 0,0 0 1 0 0,0 1 0 0 0,0-1-1 0 0,0 0 1 0 0,1 0 0 0 0,-1 0 0 0 0,0 0-1 0 0,0 0 1 0 0,0 0 0 0 0,1 0-1 0 0,-1 0 1 0 0,0 0 0 0 0,0 0 0 0 0,0 0-1 0 0,1 0 1 0 0,-1 0 0 0 0,0 0-1 0 0,0 0 1 0 0,0 0 0 0 0,0 0-1 0 0,1 0 1 0 0,-1-1 0 0 0,0 1 0 0 0,0 0-1 0 0,0 0 1 0 0,1 0 0 0 0,-1 0-1 0 0,0 0 1 0 0,0 0 0 0 0,0 0 0 0 0,0-1-1 0 0,1 1 1 0 0,6-4-1293 0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8:25.683"/>
    </inkml:context>
    <inkml:brush xml:id="br0">
      <inkml:brushProperty name="width" value="0.1" units="cm"/>
      <inkml:brushProperty name="height" value="0.1" units="cm"/>
      <inkml:brushProperty name="color" value="#008C3A"/>
    </inkml:brush>
  </inkml:definitions>
  <inkml:trace contextRef="#ctx0" brushRef="#br0">156 89 920 0 0,'-16'1'952'0'0,"-1"1"0"0"0,1 1-1 0 0,-1 0 1 0 0,1 1 0 0 0,0 1-1 0 0,1 0 1 0 0,-27 13 0 0 0,152-70 3236 0 0,76-20-3571 0 0,-183 71-567 0 0,1 0 0 0 0,-1 0 0 0 0,0 0-1 0 0,1 0 1 0 0,-1 1 0 0 0,1 0 0 0 0,-1-1 0 0 0,1 1 0 0 0,-1 0 0 0 0,1 0 0 0 0,-1 1 0 0 0,1-1-1 0 0,-1 1 1 0 0,0 0 0 0 0,1 0 0 0 0,-1 0 0 0 0,0 0 0 0 0,1 1 0 0 0,-1-1 0 0 0,0 1 0 0 0,5 3-1 0 0,-4-1 56 0 0,-1 0 0 0 0,1 0 0 0 0,-1 1 0 0 0,0-1 0 0 0,-1 1 0 0 0,1 0 0 0 0,-1-1-1 0 0,0 1 1 0 0,0 0 0 0 0,0 0 0 0 0,-1 0 0 0 0,0 1 0 0 0,2 8 0 0 0,-1 12-31 0 0,-1-1 0 0 0,-1 1-1 0 0,-1 0 1 0 0,-2-1 0 0 0,0 0 0 0 0,-12 42 0 0 0,4-21-349 0 0</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8:46.521"/>
    </inkml:context>
    <inkml:brush xml:id="br0">
      <inkml:brushProperty name="width" value="0.1" units="cm"/>
      <inkml:brushProperty name="height" value="0.1" units="cm"/>
      <inkml:brushProperty name="color" value="#008C3A"/>
    </inkml:brush>
  </inkml:definitions>
  <inkml:trace contextRef="#ctx0" brushRef="#br0">1 1448 4609 0 0,'20'-28'168'0'0,"-2"-1"1"0"0,0 0-1 0 0,-2-2 1 0 0,-2 0-1 0 0,15-44 1 0 0,116-355 5695 0 0,-42-10-5001 0 0,-96 397-771 0 0,3-86 1 0 0,-11 105-666 0 0,0-1-1 0 0,-2 0 0 0 0,-1 1 0 0 0,-1 0 1 0 0,-7-24-1 0 0,8 36-2851 0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8:46.946"/>
    </inkml:context>
    <inkml:brush xml:id="br0">
      <inkml:brushProperty name="width" value="0.1" units="cm"/>
      <inkml:brushProperty name="height" value="0.1" units="cm"/>
      <inkml:brushProperty name="color" value="#008C3A"/>
    </inkml:brush>
  </inkml:definitions>
  <inkml:trace contextRef="#ctx0" brushRef="#br0">439 233 920 0 0,'-18'-4'138'0'0,"1"1"1"0"0,-1 0-1 0 0,0 1 0 0 0,1 1 0 0 0,-1 1 1 0 0,-18 2-1 0 0,-105 20 1758 0 0,-4 1-567 0 0,134-21 782 0 0,14-5-1197 0 0,9-6-402 0 0,62-59-75 0 0,-17 16 322 0 0,67-48 1 0 0,-117 95-716 0 0,0 1 0 0 0,0-1 0 0 0,0 2 0 0 0,0-1 0 0 0,0 1 1 0 0,1 0-1 0 0,0 1 0 0 0,-1 0 0 0 0,1 0 0 0 0,12-1 0 0 0,-15 3 20 0 0,0 0 1 0 0,-1 0-1 0 0,1 0 0 0 0,0 1 1 0 0,-1 0-1 0 0,1 0 1 0 0,0 0-1 0 0,-1 1 0 0 0,1-1 1 0 0,-1 1-1 0 0,0 0 0 0 0,1 0 1 0 0,-1 1-1 0 0,0-1 1 0 0,0 1-1 0 0,-1 0 0 0 0,1 0 1 0 0,-1 0-1 0 0,4 4 1 0 0,25 32 263 0 0,-2 1 1 0 0,27 47-1 0 0,-6-8-1661 0 0,-24-39-3016 0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8:47.549"/>
    </inkml:context>
    <inkml:brush xml:id="br0">
      <inkml:brushProperty name="width" value="0.1" units="cm"/>
      <inkml:brushProperty name="height" value="0.1" units="cm"/>
      <inkml:brushProperty name="color" value="#008C3A"/>
    </inkml:brush>
  </inkml:definitions>
  <inkml:trace contextRef="#ctx0" brushRef="#br0">42 2 6449 0 0,'-41'0'889'0'0,"54"-1"1028"0"0,1 1-1645 0 0,0 1 0 0 0,-1 1-1 0 0,1 0 1 0 0,0 1-1 0 0,-1 0 1 0 0,1 1 0 0 0,-1 1-1 0 0,0 0 1 0 0,14 8-1 0 0,-9-3-88 0 0,-1 1-1 0 0,0 0 0 0 0,-1 1 0 0 0,-1 1 0 0 0,26 27 0 0 0,-20-15-100 0 0,0 1-1 0 0,-2 0 0 0 0,-2 2 1 0 0,0 0-1 0 0,-2 1 0 0 0,0 0 1 0 0,17 56-1 0 0,-12-8 309 0 0,-3 0 1 0 0,-4 2 0 0 0,-3-1-1 0 0,-4 1 1 0 0,-6 142-1 0 0,-1-204-399 0 0,-7 102 356 0 0,6-101-533 0 0,-1-1-1 0 0,-1 1 1 0 0,0-1 0 0 0,-10 25 0 0 0,9-32-1181 0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8:47.913"/>
    </inkml:context>
    <inkml:brush xml:id="br0">
      <inkml:brushProperty name="width" value="0.1" units="cm"/>
      <inkml:brushProperty name="height" value="0.1" units="cm"/>
      <inkml:brushProperty name="color" value="#008C3A"/>
    </inkml:brush>
  </inkml:definitions>
  <inkml:trace contextRef="#ctx0" brushRef="#br0">0 46 5529 0 0,'35'27'2601'0'0,"44"11"-540"0"0,-57-29-1415 0 0,-1 1 0 0 0,0 1 1 0 0,31 21-1 0 0,-37-19-415 0 0,0 1-1 0 0,19 23 1 0 0,-23-24-51 0 0,0-1 0 0 0,1 0 0 0 0,0-1 0 0 0,18 13 0 0 0,-28-23-125 0 0,0 0 0 0 0,0 0 0 0 0,0 0 0 0 0,1 0 0 0 0,-1 0 0 0 0,0-1 0 0 0,0 1 0 0 0,0-1-1 0 0,1 1 1 0 0,-1-1 0 0 0,0 0 0 0 0,0 0 0 0 0,1 0 0 0 0,-1 0 0 0 0,0 0 0 0 0,0 0 0 0 0,1-1 0 0 0,-1 1-1 0 0,0-1 1 0 0,0 0 0 0 0,0 0 0 0 0,0 0 0 0 0,1 0 0 0 0,-1 0 0 0 0,-1 0 0 0 0,1 0 0 0 0,0 0 0 0 0,0-1-1 0 0,0 1 1 0 0,-1-1 0 0 0,1 0 0 0 0,-1 1 0 0 0,1-1 0 0 0,-1 0 0 0 0,0 0 0 0 0,2-2 0 0 0,5-9 228 0 0,0 0 0 0 0,0-1 1 0 0,-1 0-1 0 0,5-16 0 0 0,-9 23-207 0 0,14-43-693 0 0,16-70 0 0 0,-27 93-5399 0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8:54.735"/>
    </inkml:context>
    <inkml:brush xml:id="br0">
      <inkml:brushProperty name="width" value="0.1" units="cm"/>
      <inkml:brushProperty name="height" value="0.1" units="cm"/>
      <inkml:brushProperty name="color" value="#FF0066"/>
    </inkml:brush>
  </inkml:definitions>
  <inkml:trace contextRef="#ctx0" brushRef="#br0">82 64 4609 0 0,'-14'-9'16'0'0,"-1"-1"-1"0"0,-15-14 1 0 0,8 3 2744 0 0,23 24-2210 0 0,1 0 0 0 0,-1 1 1 0 0,1-1-1 0 0,-1 0 0 0 0,0 1 0 0 0,0-1 0 0 0,0 0 0 0 0,-1 1 0 0 0,1-1 0 0 0,-1 7 1 0 0,3 54-724 0 0,-2-30 778 0 0,2 1-322 0 0,2 0-1 0 0,18 67 1 0 0,33 63-135 0 0,-18-59 273 0 0,-32-86 30 0 0,-5-16-255 0 0,0 0 0 0 0,0 1 0 0 0,0-1 0 0 0,1 0 0 0 0,0 0 0 0 0,0 0 0 0 0,5 7 0 0 0,-6-10-164 0 0,0 0 1 0 0,0 0-1 0 0,0 0 1 0 0,1 0-1 0 0,-1 0 1 0 0,0-1-1 0 0,1 1 1 0 0,-1 0-1 0 0,1-1 1 0 0,-1 0-1 0 0,1 1 1 0 0,-1-1-1 0 0,1 0 1 0 0,-1 1-1 0 0,1-1 0 0 0,-1 0 1 0 0,1 0-1 0 0,-1 0 1 0 0,1 0-1 0 0,0-1 1 0 0,-1 1-1 0 0,1 0 1 0 0,-1-1-1 0 0,1 1 1 0 0,-1-1-1 0 0,0 1 1 0 0,3-2-1 0 0,117-56 703 0 0,-28 13-6844 0 0,-67 35 568 0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8:55.120"/>
    </inkml:context>
    <inkml:brush xml:id="br0">
      <inkml:brushProperty name="width" value="0.1" units="cm"/>
      <inkml:brushProperty name="height" value="0.1" units="cm"/>
      <inkml:brushProperty name="color" value="#FF0066"/>
    </inkml:brush>
  </inkml:definitions>
  <inkml:trace contextRef="#ctx0" brushRef="#br0">61 25 6449 0 0,'-1'0'93'0'0,"0"0"0"0"0,0 0 0 0 0,-1 0-1 0 0,1 0 1 0 0,0 0 0 0 0,0 0 0 0 0,-1 0-1 0 0,1 1 1 0 0,0-1 0 0 0,0 0 0 0 0,0 1-1 0 0,-1-1 1 0 0,1 1 0 0 0,0-1 0 0 0,0 1-1 0 0,0 0 1 0 0,0-1 0 0 0,0 1 0 0 0,0 0-1 0 0,0 0 1 0 0,0 0 0 0 0,-1 1 0 0 0,0 1 98 0 0,-1 0 1 0 0,1 1 0 0 0,0-1-1 0 0,0 1 1 0 0,1 0-1 0 0,-1 0 1 0 0,-1 4 0 0 0,-1 9 398 0 0,0 0 1 0 0,-2 25 0 0 0,6-41-566 0 0,-2 10 97 0 0,2 0 0 0 0,-1 1 1 0 0,1-1-1 0 0,1 0 0 0 0,0 0 0 0 0,1 1 0 0 0,0-1 0 0 0,1 0 0 0 0,0 0 0 0 0,7 16 1 0 0,-8-22-102 0 0,1 0 1 0 0,0 0 0 0 0,0-1 0 0 0,0 1-1 0 0,0-1 1 0 0,1 0 0 0 0,-1 0 0 0 0,1 0-1 0 0,0-1 1 0 0,1 1 0 0 0,-1-1 0 0 0,0 0-1 0 0,1 0 1 0 0,0-1 0 0 0,-1 1 0 0 0,1-1-1 0 0,0 0 1 0 0,1 0 0 0 0,-1 0 0 0 0,0-1-1 0 0,0 0 1 0 0,1 0 0 0 0,-1-1 0 0 0,7 1-1 0 0,-5-1 38 0 0,1 0 0 0 0,-1-1 0 0 0,0 1 0 0 0,0-1 0 0 0,0-1 0 0 0,0 0 0 0 0,-1 0 0 0 0,1 0 0 0 0,0-1 0 0 0,-1 0 0 0 0,1 0 0 0 0,-1 0 0 0 0,0-1 0 0 0,0 0 0 0 0,0 0 0 0 0,-1-1 1 0 0,0 1-1 0 0,1-1 0 0 0,-2 0 0 0 0,1-1 0 0 0,0 1 0 0 0,-1-1 0 0 0,0 0 0 0 0,-1 0 0 0 0,1-1 0 0 0,-1 1 0 0 0,0 0 0 0 0,-1-1 0 0 0,0 0 0 0 0,0 0 0 0 0,0 0 0 0 0,-1 0 0 0 0,0 0 0 0 0,0 0 0 0 0,0 0 0 0 0,-1 0 0 0 0,0 0 0 0 0,-1 0 0 0 0,0 0 0 0 0,0 0 0 0 0,0 0 0 0 0,-1 0 0 0 0,-3-9 0 0 0,1 8-61 0 0,1 0 1 0 0,-1 0-1 0 0,-1 0 1 0 0,0 1 0 0 0,0-1-1 0 0,0 1 1 0 0,-1 1-1 0 0,0-1 1 0 0,0 1-1 0 0,-1 0 1 0 0,1 0-1 0 0,-1 1 1 0 0,-1-1-1 0 0,1 2 1 0 0,-15-8 0 0 0,11 8-832 0 0,1 0 0 0 0,-1 0 0 0 0,-1 1 0 0 0,1 0 0 0 0,0 1 0 0 0,-1 1 0 0 0,-13-1 0 0 0,4 2-3364 0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8:55.451"/>
    </inkml:context>
    <inkml:brush xml:id="br0">
      <inkml:brushProperty name="width" value="0.1" units="cm"/>
      <inkml:brushProperty name="height" value="0.1" units="cm"/>
      <inkml:brushProperty name="color" value="#FF0066"/>
    </inkml:brush>
  </inkml:definitions>
  <inkml:trace contextRef="#ctx0" brushRef="#br0">99 5 4145 0 0,'14'-3'93'0'0,"0"1"1783"0"0,-14 3-1827 0 0,0-1-1 0 0,0 1 1 0 0,0-1-1 0 0,0 0 1 0 0,0 1-1 0 0,0-1 1 0 0,0 1-1 0 0,0-1 0 0 0,-1 1 1 0 0,1-1-1 0 0,0 0 1 0 0,0 1-1 0 0,0-1 1 0 0,0 1-1 0 0,-1-1 1 0 0,1 0-1 0 0,0 1 1 0 0,0-1-1 0 0,-1 0 0 0 0,1 1 1 0 0,0-1-1 0 0,0 0 1 0 0,-1 0-1 0 0,1 1 1 0 0,0-1-1 0 0,-1 0 1 0 0,1 0-1 0 0,-1 1 0 0 0,1-1 1 0 0,-1 0-1 0 0,0 1 258 0 0,-3 3-2 0 0,-15 15 507 0 0,-30 37 1 0 0,43-48-693 0 0,0 1 0 0 0,0 0 0 0 0,1 0 0 0 0,0 0 0 0 0,0 1 0 0 0,1 0 0 0 0,1 0 0 0 0,-3 10 0 0 0,5-17-118 0 0,1 0 1 0 0,0 0 0 0 0,0 0 0 0 0,0 0-1 0 0,1 0 1 0 0,-1-1 0 0 0,1 1 0 0 0,0 0-1 0 0,-1 0 1 0 0,1-1 0 0 0,0 1 0 0 0,1 0-1 0 0,-1-1 1 0 0,0 1 0 0 0,1-1 0 0 0,-1 1-1 0 0,1-1 1 0 0,0 0 0 0 0,0 0 0 0 0,0 0-1 0 0,0 0 1 0 0,0 0 0 0 0,0 0 0 0 0,1 0-1 0 0,-1-1 1 0 0,0 1 0 0 0,5 1 0 0 0,8 5-110 0 0,1-1 0 0 0,0 0 0 0 0,24 6 1 0 0,-21-7-62 0 0,-13-4 145 0 0,6 2-106 0 0,1 0 0 0 0,-1 1 0 0 0,0 1 0 0 0,0 0 0 0 0,17 11 0 0 0,-27-15 142 0 0,0-1 1 0 0,0 1-1 0 0,0 0 1 0 0,-1-1 0 0 0,1 1-1 0 0,0 0 1 0 0,-1 0-1 0 0,0 0 1 0 0,1 0 0 0 0,-1 0-1 0 0,0 0 1 0 0,0 0-1 0 0,0 1 1 0 0,0-1 0 0 0,0 0-1 0 0,-1 1 1 0 0,1-1-1 0 0,-1 0 1 0 0,0 1 0 0 0,1-1-1 0 0,-1 1 1 0 0,0-1-1 0 0,0 1 1 0 0,-1-1 0 0 0,1 0-1 0 0,0 1 1 0 0,-1-1-1 0 0,0 1 1 0 0,1-1 0 0 0,-1 0-1 0 0,0 0 1 0 0,0 1-1 0 0,0-1 1 0 0,-1 0 0 0 0,1 0-1 0 0,0 0 1 0 0,-4 3-1 0 0,0 2 177 0 0,0 0 0 0 0,-1-1 0 0 0,0 1-1 0 0,-11 8 1 0 0,-3 0-3049 0 0,9-8-618 0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8:55.719"/>
    </inkml:context>
    <inkml:brush xml:id="br0">
      <inkml:brushProperty name="width" value="0.1" units="cm"/>
      <inkml:brushProperty name="height" value="0.1" units="cm"/>
      <inkml:brushProperty name="color" value="#FF0066"/>
    </inkml:brush>
  </inkml:definitions>
  <inkml:trace contextRef="#ctx0" brushRef="#br0">1 0 3225 0 0,'0'66'8726'0'0,"2"9"-4184"0"0,30 305-4289 0 0,-17-291-2277 0 0,-11-65 529 0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8:55.912"/>
    </inkml:context>
    <inkml:brush xml:id="br0">
      <inkml:brushProperty name="width" value="0.1" units="cm"/>
      <inkml:brushProperty name="height" value="0.1" units="cm"/>
      <inkml:brushProperty name="color" value="#FF0066"/>
    </inkml:brush>
  </inkml:definitions>
  <inkml:trace contextRef="#ctx0" brushRef="#br0">1 184 8754 0 0,'7'-7'430'0'0,"0"1"-1"0"0,1-1 1 0 0,0 1-1 0 0,0 0 1 0 0,0 1 0 0 0,1 0-1 0 0,0 0 1 0 0,12-4 0 0 0,1-2-151 0 0,53-27-460 0 0,88-32 1 0 0,-139 61 164 0 0</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9:14.910"/>
    </inkml:context>
    <inkml:brush xml:id="br0">
      <inkml:brushProperty name="width" value="0.35" units="cm"/>
      <inkml:brushProperty name="height" value="0.35" units="cm"/>
      <inkml:brushProperty name="color" value="#004F8B"/>
    </inkml:brush>
  </inkml:definitions>
  <inkml:trace contextRef="#ctx0" brushRef="#br0">152 108 6321 0 0,'-3'1'196'0'0,"0"-2"0"0"0,0 1-1 0 0,0 0 1 0 0,0-1-1 0 0,0 1 1 0 0,0-1 0 0 0,0 0-1 0 0,0 0 1 0 0,0 0-1 0 0,0 0 1 0 0,0-1 0 0 0,0 1-1 0 0,1-1 1 0 0,-1 0-1 0 0,0 1 1 0 0,1-1 0 0 0,0 0-1 0 0,-1-1 1 0 0,1 1-1 0 0,-9-10 842 0 0,9 11-936 0 0,0 0-1 0 0,0 0 0 0 0,0 0 1 0 0,-1 0-1 0 0,1 1 0 0 0,0-1 1 0 0,-1 1-1 0 0,1-1 0 0 0,0 1 1 0 0,-1 0-1 0 0,1 0 0 0 0,-1 0 0 0 0,1 0 1 0 0,0 0-1 0 0,-1 1 0 0 0,1-1 1 0 0,-3 2-1 0 0,2-2 176 0 0,0 1 0 0 0,1-1 0 0 0,-1 1 0 0 0,0 0 0 0 0,1 0 0 0 0,-1 0 0 0 0,1 0 0 0 0,-1 0 0 0 0,-8 7 1104 0 0,6-3-1104 0 0,5-4-262 0 0,0-1 1 0 0,0 0-1 0 0,1 1 0 0 0,-1-1 1 0 0,0 0-1 0 0,0 0 1 0 0,1 1-1 0 0,-1-1 1 0 0,0 0-1 0 0,1 0 1 0 0,-1 0-1 0 0,0 1 1 0 0,1-1-1 0 0,-1 0 0 0 0,0 0 1 0 0,1 0-1 0 0,-1 0 1 0 0,0 0-1 0 0,1 0 1 0 0,-1 0-1 0 0,0 1 1 0 0,1-1-1 0 0,-1 0 1 0 0,0 0-1 0 0,1 0 0 0 0,-1 0 1 0 0,0-1-1 0 0,1 1 1 0 0,-1 0-1 0 0,1 0 1 0 0,-1 0-1 0 0,0 0 1 0 0,1 0-1 0 0,-1 0 0 0 0,0 0 1 0 0,1-1-1 0 0,12-1 344 0 0,-1 0-23 0 0,0 1 0 0 0,0 1 0 0 0,-1 0 0 0 0,1 0 0 0 0,19 4 0 0 0,-17-2-301 0 0,-1-1 1 0 0,1 0-1 0 0,16-1 0 0 0,422-12 938 0 0,-324 13-970 0 0,-99 0 59 0 0,0 2 1 0 0,46 11-1 0 0,-47-8-54 0 0,1-1 0 0 0,48 1 0 0 0,275-17 692 0 0,-38-9-348 0 0,-212 10-262 0 0,-57 6 6 0 0,14-2-99 0 0,0 2 0 0 0,0 3 1 0 0,60 7-1 0 0,-81-4 4 0 0,0-1 0 0 0,72-8 0 0 0,10 0 0 0 0,-29 5-8 0 0,158-26 0 0 0,-143 19 29 0 0,-75 8-12 0 0,1-2 0 0 0,30-6 0 0 0,-47 7-7 0 0,-1 0 0 0 0,0 1-1 0 0,20 1 1 0 0,-18 0-1 0 0,-14 5-655 0 0,-1 1-1 0 0,0-1 1 0 0,0 1 0 0 0,-1 0 0 0 0,1-1 0 0 0,-2 8-1 0 0,2-5-192 0 0,-1 4-552 0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9:22.234"/>
    </inkml:context>
    <inkml:brush xml:id="br0">
      <inkml:brushProperty name="width" value="0.1" units="cm"/>
      <inkml:brushProperty name="height" value="0.1" units="cm"/>
      <inkml:brushProperty name="color" value="#FF0066"/>
    </inkml:brush>
  </inkml:definitions>
  <inkml:trace contextRef="#ctx0" brushRef="#br0">4391 1 920 0 0,'6'2'358'0'0,"6"2"730"0"0,0 0 0 0 0,0 0 0 0 0,0-1 1 0 0,0-1-1 0 0,0 0 0 0 0,1 0 0 0 0,24-1 0 0 0,-36-1-923 0 0,-1 0-1 0 0,1 0 1 0 0,-1-1-1 0 0,1 1 0 0 0,-1 0 1 0 0,1 0-1 0 0,-1 0 0 0 0,1-1 1 0 0,-1 1-1 0 0,1 0 0 0 0,-1-1 1 0 0,1 1-1 0 0,-1 0 0 0 0,1-1 1 0 0,-1 1-1 0 0,1-1 0 0 0,-1 1 1 0 0,0-1-1 0 0,1 1 1 0 0,-1-1-1 0 0,1 0 0 0 0,-1 1-47 0 0,0-1 0 0 0,0 1 0 0 0,-1 0-1 0 0,1-1 1 0 0,0 1 0 0 0,0 0 0 0 0,0-1 0 0 0,0 1-1 0 0,0 0 1 0 0,-1-1 0 0 0,1 1 0 0 0,0 0 0 0 0,0-1 0 0 0,-1 1-1 0 0,1 0 1 0 0,0-1 0 0 0,0 1 0 0 0,-1 0 0 0 0,1 0-1 0 0,0 0 1 0 0,-1-1 0 0 0,1 1 0 0 0,0 0 0 0 0,-1 0-1 0 0,1 0 1 0 0,0 0 0 0 0,-1-1 0 0 0,1 1 0 0 0,0 0-1 0 0,-1 0 1 0 0,1 0 0 0 0,-1 0 0 0 0,1 0 0 0 0,0 0-1 0 0,-1 0 1 0 0,1 0 0 0 0,0 0 0 0 0,-1 0 0 0 0,1 0-1 0 0,-1 1 1 0 0,1-1 0 0 0,0 0 0 0 0,-1 0 0 0 0,-7 1 57 0 0,1 0 1 0 0,-1 0-1 0 0,1 1 0 0 0,-1 0 1 0 0,1 0-1 0 0,0 1 1 0 0,0 0-1 0 0,-14 7 1 0 0,-57 41 363 0 0,44-28-373 0 0,-536 405 639 0 0,538-403-753 0 0,-206 176 164 0 0,-55 42-112 0 0,-88 76-88 0 0,180-144-72 0 0,-180 178-19 0 0,197-177 78 0 0,-97 108-2 0 0,42-40 0 0 0,-43 46 98 0 0,27-26 132 0 0,-62 83-38 0 0,147-162-31 0 0,-69 84 78 0 0,176-183-347 0 0,-120 146-872 0 0,174-222-175 0 0,3-1-315 0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9:22.851"/>
    </inkml:context>
    <inkml:brush xml:id="br0">
      <inkml:brushProperty name="width" value="0.1" units="cm"/>
      <inkml:brushProperty name="height" value="0.1" units="cm"/>
      <inkml:brushProperty name="color" value="#FF0066"/>
    </inkml:brush>
  </inkml:definitions>
  <inkml:trace contextRef="#ctx0" brushRef="#br0">1 171 4609 0 0,'0'-8'428'0'0,"2"0"-1"0"0,-1 0 1 0 0,1 0 0 0 0,0 0 0 0 0,1 0-1 0 0,-1 0 1 0 0,2 1 0 0 0,-1-1 0 0 0,7-9-1 0 0,45-63 4527 0 0,-46 77-1474 0 0,-9 3-3411 0 0,0 0 1 0 0,0 1 0 0 0,0-1-1 0 0,0 0 1 0 0,0 0 0 0 0,0 0-1 0 0,0 0 1 0 0,0 1 0 0 0,7 18 594 0 0,2 23-894 0 0,10 107 173 0 0,4 27-651 0 0,-22-172 728 0 0,0-1 0 0 0,0 0 0 0 0,0 0 0 0 0,0 0 0 0 0,0 0-1 0 0,0 0 1 0 0,1 0 0 0 0,0 0 0 0 0,-1-1 0 0 0,1 1 0 0 0,0 0 0 0 0,0-1 0 0 0,1 0 0 0 0,-1 1 0 0 0,0-1 0 0 0,1 0 0 0 0,-1 0 0 0 0,1 0 0 0 0,0-1 0 0 0,0 1 0 0 0,0 0 0 0 0,0-1 0 0 0,0 0 0 0 0,0 0-1 0 0,0 0 1 0 0,0 0 0 0 0,0 0 0 0 0,0-1 0 0 0,1 1 0 0 0,-1-1 0 0 0,0 0 0 0 0,5 0 0 0 0,11-1 318 0 0,0-1-1 0 0,0-1 1 0 0,-1 0-1 0 0,27-9 1 0 0,-33 9-242 0 0,15-5-34 0 0,9-2 89 0 0,62-9-1 0 0,-85 18-1001 0 0,0 0 0 0 0,0 1 1 0 0,16 2-1 0 0,-21-1-369 0 0,-1 1 1 0 0,1-1 0 0 0,-1 1-1 0 0,1 1 1 0 0,-1-1-1 0 0,10 6 1 0 0,-7-2-1470 0 0</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9:23.517"/>
    </inkml:context>
    <inkml:brush xml:id="br0">
      <inkml:brushProperty name="width" value="0.1" units="cm"/>
      <inkml:brushProperty name="height" value="0.1" units="cm"/>
      <inkml:brushProperty name="color" value="#FF0066"/>
    </inkml:brush>
  </inkml:definitions>
  <inkml:trace contextRef="#ctx0" brushRef="#br0">18 8 7834 0 0,'0'-1'172'0'0,"-1"1"0"0"0,0-1-1 0 0,1 1 1 0 0,-1-1 0 0 0,0 0 0 0 0,0 1 0 0 0,0-1 0 0 0,1 1 0 0 0,-1 0 0 0 0,0-1 0 0 0,0 1 0 0 0,0 0 0 0 0,0-1 0 0 0,0 1 0 0 0,0 0 0 0 0,0 0 0 0 0,0 0 0 0 0,-1 0 0 0 0,2 14 5029 0 0,1 6-5037 0 0,-1 48 995 0 0,17 366 556 0 0,-14-415-1794 0 0,0 0 1 0 0,2-1-1 0 0,10 27 0 0 0,1-4-4540 0 0,-9-25 1002 0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9:23.708"/>
    </inkml:context>
    <inkml:brush xml:id="br0">
      <inkml:brushProperty name="width" value="0.1" units="cm"/>
      <inkml:brushProperty name="height" value="0.1" units="cm"/>
      <inkml:brushProperty name="color" value="#FF0066"/>
    </inkml:brush>
  </inkml:definitions>
  <inkml:trace contextRef="#ctx0" brushRef="#br0">37 294 3745 0 0,'-4'-3'72'0'0,"1"0"1"0"0,-1-1-1 0 0,1 0 1 0 0,0 0-1 0 0,1 0 1 0 0,-1 0-1 0 0,1 0 0 0 0,0 0 1 0 0,-4-9-1 0 0,5 9 270 0 0,0-1 0 0 0,0 1-1 0 0,0-1 1 0 0,1 1-1 0 0,-1-1 1 0 0,1 1 0 0 0,0-1-1 0 0,0 1 1 0 0,1-1-1 0 0,0 1 1 0 0,-1-1 0 0 0,1 1-1 0 0,1-1 1 0 0,-1 1-1 0 0,1 0 1 0 0,0-1 0 0 0,2-3-1 0 0,0 2-23 0 0,0 0-1 0 0,0 1 0 0 0,1-1 1 0 0,0 1-1 0 0,0 0 1 0 0,1 0-1 0 0,-1 1 0 0 0,1-1 1 0 0,0 1-1 0 0,8-4 0 0 0,12-6 142 0 0,32-11-1 0 0,-34 15-339 0 0,17-7-1236 0 0,50-15 0 0 0,-66 26-3608 0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9:23.898"/>
    </inkml:context>
    <inkml:brush xml:id="br0">
      <inkml:brushProperty name="width" value="0.1" units="cm"/>
      <inkml:brushProperty name="height" value="0.1" units="cm"/>
      <inkml:brushProperty name="color" value="#FF0066"/>
    </inkml:brush>
  </inkml:definitions>
  <inkml:trace contextRef="#ctx0" brushRef="#br0">0 116 10138 0 0,'48'-8'1809'0'0,"-30"1"-2793"0"0,-1-1 1 0 0,0 0 0 0 0,0-1 0 0 0,-1-1 0 0 0,0-1-1 0 0,-1 0 1 0 0,15-14 0 0 0,-13 6 967 0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9:24.278"/>
    </inkml:context>
    <inkml:brush xml:id="br0">
      <inkml:brushProperty name="width" value="0.1" units="cm"/>
      <inkml:brushProperty name="height" value="0.1" units="cm"/>
      <inkml:brushProperty name="color" value="#FF0066"/>
    </inkml:brush>
  </inkml:definitions>
  <inkml:trace contextRef="#ctx0" brushRef="#br0">20 1 10138 0 0,'-2'2'281'0'0,"0"1"1"0"0,1-1-1 0 0,-1 1 0 0 0,1-1 0 0 0,0 1 1 0 0,0 0-1 0 0,0-1 0 0 0,0 1 1 0 0,1 0-1 0 0,-1 0 0 0 0,1 0 0 0 0,-1 3 1 0 0,0 44 2967 0 0,1-30-2332 0 0,-2 17-217 0 0,0 63 1990 0 0,4-68-5093 0 0,4-2-3380 0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9:24.493"/>
    </inkml:context>
    <inkml:brush xml:id="br0">
      <inkml:brushProperty name="width" value="0.1" units="cm"/>
      <inkml:brushProperty name="height" value="0.1" units="cm"/>
      <inkml:brushProperty name="color" value="#FF0066"/>
    </inkml:brush>
  </inkml:definitions>
  <inkml:trace contextRef="#ctx0" brushRef="#br0">4 0 11979 0 0,'-3'5'6301'0'0,"3"-5"-6366"0"0,0 1-1 0 0,0-1 0 0 0,0 0 1 0 0,0 1-1 0 0,0-1 0 0 0,0 1 1 0 0,0-1-1 0 0,0 1 0 0 0,0-1 1 0 0,0 1-1 0 0,0-1 1 0 0,1 0-1 0 0,-1 1 0 0 0,0-1 1 0 0,0 1-1 0 0,0-1 0 0 0,1 0 1 0 0,-1 1-1 0 0,0-1 1 0 0,1 0-1 0 0,-1 1 0 0 0,0-1 1 0 0,1 0-1 0 0,-1 1 0 0 0,0-1 1 0 0,1 0-1 0 0,-1 0 0 0 0,1 1 1 0 0,7 2-865 0 0,5 2 453 0 0,0 1-1 0 0,-1 1 1 0 0,0 0 0 0 0,19 13-1 0 0,-14-4 357 0 0</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9:24.805"/>
    </inkml:context>
    <inkml:brush xml:id="br0">
      <inkml:brushProperty name="width" value="0.1" units="cm"/>
      <inkml:brushProperty name="height" value="0.1" units="cm"/>
      <inkml:brushProperty name="color" value="#FF0066"/>
    </inkml:brush>
  </inkml:definitions>
  <inkml:trace contextRef="#ctx0" brushRef="#br0">38 14 11058 0 0,'-7'-12'2243'0'0,"2"11"-600"0"0,-6 21 246 0 0,0 37-854 0 0,9-32-1033 0 0,1 1 0 0 0,1-1 0 0 0,1 0 1 0 0,2 0-1 0 0,0 0 0 0 0,10 36 0 0 0,-9-47 0 0 0,1-1 0 0 0,-1 0 0 0 0,2 0-1 0 0,0 0 1 0 0,1-1 0 0 0,0 1 0 0 0,0-2 0 0 0,1 1 0 0 0,1-1 0 0 0,0 0 0 0 0,1-1-1 0 0,0 0 1 0 0,13 10 0 0 0,-21-18 22 0 0,1 0-1 0 0,0 0 1 0 0,0-1-1 0 0,0 1 1 0 0,0-1-1 0 0,0 1 1 0 0,0-1-1 0 0,0 0 1 0 0,0 0-1 0 0,0 0 1 0 0,0 0-1 0 0,1-1 1 0 0,-1 0-1 0 0,0 1 1 0 0,1-1-1 0 0,-1 0 1 0 0,0 0-1 0 0,1-1 1 0 0,-1 1-1 0 0,0-1 1 0 0,5-1-1 0 0,-4 0 0 0 0,0 0-1 0 0,0 0 1 0 0,0 0-1 0 0,-1-1 1 0 0,1 1-1 0 0,-1-1 1 0 0,0 0-1 0 0,0 0 1 0 0,0 0-1 0 0,0-1 1 0 0,0 1-1 0 0,0-1 1 0 0,-1 1-1 0 0,3-7 1 0 0,-2 3 2 0 0,0 1-1 0 0,0 0 1 0 0,-1-1 0 0 0,0 0 0 0 0,0 1 0 0 0,-1-1-1 0 0,0 0 1 0 0,0 0 0 0 0,-1-11 0 0 0,0 14-10 0 0,0 0 1 0 0,0-1-1 0 0,-1 1 1 0 0,0 0-1 0 0,0 0 1 0 0,0-1-1 0 0,0 1 1 0 0,-1 0-1 0 0,1 0 1 0 0,-1 0 0 0 0,0 1-1 0 0,-1-1 1 0 0,1 0-1 0 0,0 1 1 0 0,-5-5-1 0 0,6 7-154 0 0,0-1-1 0 0,0 1 1 0 0,-1 0-1 0 0,1 0 1 0 0,0 0-1 0 0,-1 1 1 0 0,1-1 0 0 0,-1 0-1 0 0,1 0 1 0 0,-1 1-1 0 0,1-1 1 0 0,-1 1-1 0 0,1 0 1 0 0,-1-1 0 0 0,0 1-1 0 0,1 0 1 0 0,-3 0-1 0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9:25.185"/>
    </inkml:context>
    <inkml:brush xml:id="br0">
      <inkml:brushProperty name="width" value="0.1" units="cm"/>
      <inkml:brushProperty name="height" value="0.1" units="cm"/>
      <inkml:brushProperty name="color" value="#FF0066"/>
    </inkml:brush>
  </inkml:definitions>
  <inkml:trace contextRef="#ctx0" brushRef="#br0">0 350 3225 0 0,'31'-32'9162'0'0,"-1"-4"-4125"0"0,-11 13-4652 0 0,-2-1 1 0 0,0 0-1 0 0,-2-2 0 0 0,-1 0 1 0 0,18-45-1 0 0,-30 65-370 0 0,-1 0 1 0 0,1 0-1 0 0,-1 0 0 0 0,-1 0 0 0 0,1 0 0 0 0,-1-13 1 0 0,0 18-42 0 0,0 0 0 0 0,0 0 0 0 0,0-1 0 0 0,0 1 0 0 0,0 0 0 0 0,-1-1 1 0 0,1 1-1 0 0,0 0 0 0 0,-1 0 0 0 0,1-1 0 0 0,-1 1 0 0 0,1 0 0 0 0,-1 0 1 0 0,1 0-1 0 0,-1 0 0 0 0,0-1 0 0 0,0 1 0 0 0,0 0 0 0 0,1 1 0 0 0,-1-1 0 0 0,0 0 1 0 0,0 0-1 0 0,0 0 0 0 0,0 0 0 0 0,-1 1 0 0 0,1-1 0 0 0,0 0 0 0 0,0 1 1 0 0,0-1-1 0 0,-1 1 0 0 0,1 0 0 0 0,0-1 0 0 0,0 1 0 0 0,-1 0 0 0 0,1 0 1 0 0,0 0-1 0 0,-1-1 0 0 0,1 1 0 0 0,-2 1 0 0 0,1-1-101 0 0,1 1 0 0 0,-1-1 0 0 0,0 1 0 0 0,1 0 0 0 0,-1 0 0 0 0,0 0 0 0 0,1 0 0 0 0,0 0 0 0 0,-1 0 0 0 0,1 0 1 0 0,-1 1-1 0 0,1-1 0 0 0,0 0 0 0 0,0 1 0 0 0,0-1 0 0 0,0 1 0 0 0,0-1 0 0 0,0 1 0 0 0,0-1 0 0 0,0 1 0 0 0,1 0 0 0 0,-2 3 0 0 0,-9 43-1077 0 0,10-43 1116 0 0,-2 10 60 0 0,1 0-1 0 0,1-1 0 0 0,0 1 0 0 0,1 0 0 0 0,1 0 1 0 0,0 0-1 0 0,1-1 0 0 0,0 1 0 0 0,6 16 0 0 0,-6-24-24 0 0,0-1 0 0 0,1 0-1 0 0,0 1 1 0 0,0-1 0 0 0,0 0-1 0 0,1-1 1 0 0,0 1 0 0 0,0 0-1 0 0,1-1 1 0 0,-1 0 0 0 0,1 0-1 0 0,0-1 1 0 0,0 1 0 0 0,1-1-1 0 0,0 0 1 0 0,-1 0 0 0 0,1-1-1 0 0,0 0 1 0 0,1 0 0 0 0,-1 0-1 0 0,13 3 1 0 0,3-1-4680 0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9:25.471"/>
    </inkml:context>
    <inkml:brush xml:id="br0">
      <inkml:brushProperty name="width" value="0.1" units="cm"/>
      <inkml:brushProperty name="height" value="0.1" units="cm"/>
      <inkml:brushProperty name="color" value="#FF0066"/>
    </inkml:brush>
  </inkml:definitions>
  <inkml:trace contextRef="#ctx0" brushRef="#br0">31 128 3225 0 0,'-17'-11'-403'0'0,"15"10"775"0"0,1 0 1 0 0,0 0-1 0 0,0-1 1 0 0,0 1-1 0 0,0 0 1 0 0,0-1-1 0 0,0 1 0 0 0,0-1 1 0 0,0 1-1 0 0,1-1 1 0 0,-1 0-1 0 0,1 1 1 0 0,-1-3-1 0 0,1 4-134 0 0,-1-1-1 0 0,1 0 1 0 0,0 0 0 0 0,0 1-1 0 0,0-1 1 0 0,0 0-1 0 0,1 1 1 0 0,-1-1 0 0 0,0 0-1 0 0,0 1 1 0 0,0-1 0 0 0,0 0-1 0 0,1 1 1 0 0,-1-1-1 0 0,0 1 1 0 0,3-4 1425 0 0,-2 3-1425 0 0,1 0-45 0 0,-1 0-1 0 0,0 1 1 0 0,1-1 0 0 0,-1 1-1 0 0,1-1 1 0 0,-1 1-1 0 0,1-1 1 0 0,-1 1 0 0 0,0 0-1 0 0,1 0 1 0 0,-1 0-1 0 0,1 0 1 0 0,-1 0 0 0 0,1 0-1 0 0,2 1 1 0 0,4 0 16 0 0,1 1-1 0 0,0 0 1 0 0,-1 1-1 0 0,0 0 1 0 0,1 0 0 0 0,-1 1-1 0 0,0 0 1 0 0,-1 0-1 0 0,1 1 1 0 0,-1 0 0 0 0,0 1-1 0 0,9 7 1 0 0,-12-9-227 0 0,1 1 1 0 0,-1-1-1 0 0,0 1 1 0 0,-1 0 0 0 0,1 0-1 0 0,-1 0 1 0 0,0 0-1 0 0,0 1 1 0 0,-1-1-1 0 0,1 1 1 0 0,-1 0-1 0 0,0-1 1 0 0,-1 1 0 0 0,0 0-1 0 0,0 0 1 0 0,0 0-1 0 0,0 1 1 0 0,-1 10-1 0 0,-4-3 1276 0 0,-3-14 252 0 0,6-1-1444 0 0,0-1 0 0 0,1 1-1 0 0,-1 0 1 0 0,0 0 0 0 0,0-1 0 0 0,1 1-1 0 0,-1-1 1 0 0,1 1 0 0 0,-1-1 0 0 0,1 1-1 0 0,0-1 1 0 0,-1 1 0 0 0,1-1-1 0 0,0 1 1 0 0,0-2 0 0 0,2-19-249 0 0,0 1 0 0 0,1 0 0 0 0,2 0 0 0 0,0 1 0 0 0,1-1 0 0 0,1 1 0 0 0,18-37 0 0 0,-9 25-7555 0 0</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8:56.731"/>
    </inkml:context>
    <inkml:brush xml:id="br0">
      <inkml:brushProperty name="width" value="0.1" units="cm"/>
      <inkml:brushProperty name="height" value="0.1" units="cm"/>
      <inkml:brushProperty name="color" value="#FF0066"/>
    </inkml:brush>
  </inkml:definitions>
  <inkml:trace contextRef="#ctx0" brushRef="#br0">85 40 4145 0 0,'-7'-6'935'0'0,"-1"1"0"0"0,1 0 0 0 0,-1 1 1 0 0,0 0-1 0 0,-1 0 0 0 0,1 0 0 0 0,-1 1 0 0 0,-9-2 0 0 0,16 19 2369 0 0,2 15-2535 0 0,2 33-625 0 0,-1-10 20 0 0,2 0-1 0 0,2-1 1 0 0,2 1-1 0 0,17 58 1 0 0,-19-95-93 0 0,1-1 0 0 0,11 22 0 0 0,-14-31-46 0 0,0-1-1 0 0,-1 1 0 0 0,1-1 1 0 0,0 0-1 0 0,1 0 0 0 0,-1 0 1 0 0,1 0-1 0 0,0-1 0 0 0,0 1 1 0 0,0-1-1 0 0,6 4 0 0 0,-6-6 47 0 0,1 0 0 0 0,-1 0 1 0 0,0 0-1 0 0,0 0 0 0 0,0-1 0 0 0,0 0 0 0 0,1 0 0 0 0,-1 0 0 0 0,0 0 0 0 0,0-1 0 0 0,1 1 1 0 0,-1-1-1 0 0,0 0 0 0 0,0 0 0 0 0,6-3 0 0 0,8-4-85 0 0,-1 0-1 0 0,17-11 1 0 0,-27 15-90 0 0,-3 2-49 0 0,31-18-1001 0 0,-11 7-3544 0 0,-5 3-939 0 0</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8:57.206"/>
    </inkml:context>
    <inkml:brush xml:id="br0">
      <inkml:brushProperty name="width" value="0.1" units="cm"/>
      <inkml:brushProperty name="height" value="0.1" units="cm"/>
      <inkml:brushProperty name="color" value="#FF0066"/>
    </inkml:brush>
  </inkml:definitions>
  <inkml:trace contextRef="#ctx0" brushRef="#br0">122 36 7370 0 0,'-14'-18'945'0'0,"13"18"-862"0"0,1-1 0 0 0,-1 1-1 0 0,1 0 1 0 0,-1-1 0 0 0,1 1-1 0 0,-1 0 1 0 0,1 0 0 0 0,-1-1-1 0 0,1 1 1 0 0,-1 0 0 0 0,0 0-1 0 0,1 0 1 0 0,-1 0 0 0 0,1 0 0 0 0,-1 0-1 0 0,0 0 1 0 0,1 0 0 0 0,-1 0-1 0 0,1 0 1 0 0,-1 0 0 0 0,0 1-1 0 0,-2 1 127 0 0,0 0 0 0 0,1 0 0 0 0,-1 0 0 0 0,1 0 0 0 0,-1 1 0 0 0,1-1 0 0 0,0 1 0 0 0,0-1 0 0 0,0 1 0 0 0,-2 4 0 0 0,-5 9-120 0 0,0-1-1 0 0,1 1 1 0 0,1 0 0 0 0,0 1-1 0 0,1 0 1 0 0,1 0-1 0 0,0 0 1 0 0,2 1 0 0 0,-3 29-1 0 0,5-37-54 0 0,1 1 0 0 0,0-1 0 0 0,1 1 0 0 0,0-1 0 0 0,0 1 0 0 0,1-1 0 0 0,1 1 0 0 0,-1-1 0 0 0,2 0 0 0 0,0 0 0 0 0,0-1 0 0 0,0 1 0 0 0,1-1 0 0 0,1 0 0 0 0,0 0 0 0 0,0 0 0 0 0,12 12 0 0 0,-15-18-36 0 0,1 1 0 0 0,0-1-1 0 0,1 1 1 0 0,-1-1 0 0 0,0-1 0 0 0,1 1-1 0 0,0 0 1 0 0,0-1 0 0 0,-1 0 0 0 0,1 0 0 0 0,1-1-1 0 0,-1 1 1 0 0,0-1 0 0 0,0 0 0 0 0,9 0-1 0 0,-6-1-4 0 0,1-1-1 0 0,-1 0 1 0 0,1 0-1 0 0,-1 0 0 0 0,1-1 1 0 0,-1-1-1 0 0,0 1 1 0 0,0-1-1 0 0,8-5 0 0 0,-1 0-1 0 0,0-1 0 0 0,0 0 0 0 0,-1-1 0 0 0,0-1 0 0 0,-1 0 0 0 0,-1-1 1 0 0,1-1-1 0 0,-2 1 0 0 0,12-17 0 0 0,-18 20 67 0 0,0 0 0 0 0,0-1 1 0 0,-1 0-1 0 0,0 0 0 0 0,-1 0 1 0 0,0 0-1 0 0,0-1 0 0 0,-1 1 1 0 0,-1-1-1 0 0,0 1 0 0 0,0-1 1 0 0,-1 0-1 0 0,0 1 0 0 0,-1-1 1 0 0,0 1-1 0 0,-1-1 0 0 0,-3-12 1 0 0,3 16-122 0 0,0 1 1 0 0,0-1-1 0 0,0 1 1 0 0,-1-1 0 0 0,0 1-1 0 0,0 0 1 0 0,-1 0-1 0 0,0 0 1 0 0,0 1 0 0 0,0-1-1 0 0,-1 1 1 0 0,1 0-1 0 0,-1 0 1 0 0,-1 0-1 0 0,1 1 1 0 0,0 0 0 0 0,-1 0-1 0 0,0 1 1 0 0,0-1-1 0 0,0 1 1 0 0,-1 0 0 0 0,1 1-1 0 0,-1-1 1 0 0,1 1-1 0 0,-1 1 1 0 0,0-1 0 0 0,-9 0-1 0 0,-14 2-4663 0 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8:57.601"/>
    </inkml:context>
    <inkml:brush xml:id="br0">
      <inkml:brushProperty name="width" value="0.1" units="cm"/>
      <inkml:brushProperty name="height" value="0.1" units="cm"/>
      <inkml:brushProperty name="color" value="#FF0066"/>
    </inkml:brush>
  </inkml:definitions>
  <inkml:trace contextRef="#ctx0" brushRef="#br0">138 1 2761 0 0,'-15'24'8612'0'0,"-7"8"-4193"0"0,-37 57-3552 0 0,52-78-884 0 0,1 1 0 0 0,0 0 0 0 0,1 0 0 0 0,1 1 1 0 0,0-1-1 0 0,-3 15 0 0 0,6-24 5 0 0,1 0 1 0 0,-1 1-1 0 0,1-1 0 0 0,0 0 0 0 0,0 1 1 0 0,0-1-1 0 0,0 0 0 0 0,1 1 1 0 0,0-1-1 0 0,-1 0 0 0 0,1 0 1 0 0,0 0-1 0 0,0 0 0 0 0,1 1 1 0 0,-1-1-1 0 0,1-1 0 0 0,-1 1 1 0 0,1 0-1 0 0,0 0 0 0 0,0-1 1 0 0,0 1-1 0 0,1-1 0 0 0,-1 1 1 0 0,0-1-1 0 0,1 0 0 0 0,0 0 1 0 0,-1 0-1 0 0,1 0 0 0 0,0-1 0 0 0,5 3 1 0 0,8 2-141 0 0,0-1 1 0 0,0 0-1 0 0,1-2 1 0 0,-1 0 0 0 0,18 1-1 0 0,20 5-676 0 0,-52-9 815 0 0,0 1 1 0 0,-1-1-1 0 0,1 0 0 0 0,0 1 1 0 0,0-1-1 0 0,-1 1 0 0 0,1 0 1 0 0,0 0-1 0 0,-1-1 1 0 0,1 1-1 0 0,-1 0 0 0 0,1 1 1 0 0,-1-1-1 0 0,1 0 0 0 0,-1 0 1 0 0,0 0-1 0 0,0 1 1 0 0,1-1-1 0 0,0 3 0 0 0,-2-2 15 0 0,0-1 0 0 0,0 1 0 0 0,0-1 0 0 0,0 1-1 0 0,0-1 1 0 0,0 1 0 0 0,-1-1 0 0 0,1 1 0 0 0,-1-1 0 0 0,1 1-1 0 0,-1-1 1 0 0,0 0 0 0 0,1 1 0 0 0,-1-1 0 0 0,0 0 0 0 0,0 1-1 0 0,0-1 1 0 0,0 0 0 0 0,0 0 0 0 0,0 0 0 0 0,0 0 0 0 0,0 0-1 0 0,-1 0 1 0 0,0 1 0 0 0,-27 21-957 0 0,9-10-3819 0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8:57.918"/>
    </inkml:context>
    <inkml:brush xml:id="br0">
      <inkml:brushProperty name="width" value="0.1" units="cm"/>
      <inkml:brushProperty name="height" value="0.1" units="cm"/>
      <inkml:brushProperty name="color" value="#FF0066"/>
    </inkml:brush>
  </inkml:definitions>
  <inkml:trace contextRef="#ctx0" brushRef="#br0">0 0 3225 0 0,'10'10'6421'0'0,"8"19"-3621"0"0,-16-25-2194 0 0,8 14 150 0 0,0 1 0 0 0,-2 0-1 0 0,0 0 1 0 0,-1 1 0 0 0,-1 0 0 0 0,-1 0 0 0 0,-1 0-1 0 0,3 39 1 0 0,-6 0-369 0 0,-12 108 0 0 0,11-166-395 0 0,-3 20-14 0 0,2 1 0 0 0,0-1 0 0 0,3 25 0 0 0,-1-40-130 0 0,0 1 0 0 0,0-1-1 0 0,1 0 1 0 0,0 0 0 0 0,0 0 0 0 0,0 0 0 0 0,1 0 0 0 0,-1 0 0 0 0,2-1 0 0 0,-1 1 0 0 0,0-1 0 0 0,1 0 0 0 0,0 0 0 0 0,0 0 0 0 0,6 4 0 0 0,-5-4-1023 0 0</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8:58.063"/>
    </inkml:context>
    <inkml:brush xml:id="br0">
      <inkml:brushProperty name="width" value="0.1" units="cm"/>
      <inkml:brushProperty name="height" value="0.1" units="cm"/>
      <inkml:brushProperty name="color" value="#FF0066"/>
    </inkml:brush>
  </inkml:definitions>
  <inkml:trace contextRef="#ctx0" brushRef="#br0">6 202 3681 0 0,'-1'-2'142'0'0,"0"0"0"0"0,1 0 0 0 0,-1 0 0 0 0,0 0 1 0 0,1-1-1 0 0,-1 1 0 0 0,1 0 0 0 0,0 0 0 0 0,0-1 0 0 0,0 1 0 0 0,0 0 1 0 0,0 0-1 0 0,0-1 0 0 0,1 1 0 0 0,-1 0 0 0 0,2-4 0 0 0,0 2 339 0 0,1 0-1 0 0,0 0 0 0 0,0 1 0 0 0,0-1 1 0 0,0 1-1 0 0,0 0 0 0 0,6-5 0 0 0,10-7 590 0 0,0 0-1 0 0,1 2 0 0 0,0 0 0 0 0,30-13 0 0 0,45-12-1340 0 0,-67 30-5069 0 0</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9:28.991"/>
    </inkml:context>
    <inkml:brush xml:id="br0">
      <inkml:brushProperty name="width" value="0.1" units="cm"/>
      <inkml:brushProperty name="height" value="0.1" units="cm"/>
      <inkml:brushProperty name="color" value="#FF0066"/>
    </inkml:brush>
  </inkml:definitions>
  <inkml:trace contextRef="#ctx0" brushRef="#br0">59 62 456 0 0,'3'-5'460'0'0,"1"1"1"0"0,-1-1-1 0 0,0 1 0 0 0,1 0 0 0 0,0 0 1 0 0,0 0-1 0 0,1 1 0 0 0,-1-1 1 0 0,0 1-1 0 0,1 0 0 0 0,0 0 0 0 0,0 1 1 0 0,0-1-1 0 0,0 1 0 0 0,0 0 0 0 0,1 1 1 0 0,-1-1-1 0 0,0 1 0 0 0,1 0 1 0 0,-1 0-1 0 0,1 1 0 0 0,8-1 0 0 0,21 2 12 0 0,0 0 0 0 0,-1 3 0 0 0,1 0-1 0 0,-1 3 1 0 0,-1 0 0 0 0,35 14 0 0 0,-44-12-359 0 0,-1 1 1 0 0,-1 1 0 0 0,0 1 0 0 0,0 1 0 0 0,-1 1 0 0 0,0 1 0 0 0,-2 0 0 0 0,0 2-1 0 0,18 19 1 0 0,-8-1 60 0 0,0 1-1 0 0,-3 1 1 0 0,-1 2 0 0 0,-2 0-1 0 0,-2 1 1 0 0,20 52-1 0 0,-15-20 107 0 0,-2 1 0 0 0,26 142 0 0 0,-27-28 422 0 0,0 219-1 0 0,-6-50-305 0 0,-6-152-199 0 0,-9 1 0 0 0,-9-1 0 0 0,-36 227-1 0 0,-81 342-36 0 0,79-510-157 0 0,20-133 30 0 0,-67 200 1 0 0,-76 114 16 0 0,-145 499 513 0 0,196-559-389 0 0,10-47-2506 0 0,101-318 1015 0 0</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9:29.492"/>
    </inkml:context>
    <inkml:brush xml:id="br0">
      <inkml:brushProperty name="width" value="0.1" units="cm"/>
      <inkml:brushProperty name="height" value="0.1" units="cm"/>
      <inkml:brushProperty name="color" value="#FF0066"/>
    </inkml:brush>
  </inkml:definitions>
  <inkml:trace contextRef="#ctx0" brushRef="#br0">1 30 4145 0 0,'53'-14'1769'0'0,"-42"11"-1123"0"0,-1 0-1 0 0,0 0 1 0 0,1 1 0 0 0,-1 0-1 0 0,1 0 1 0 0,0 2 0 0 0,-1-1-1 0 0,1 1 1 0 0,15 2 0 0 0,-23-1-487 0 0,0 0 0 0 0,-1 1 0 0 0,1-1-1 0 0,-1 0 1 0 0,1 1 0 0 0,-1 0 0 0 0,0-1 0 0 0,0 1 0 0 0,1 0 0 0 0,-1 0 0 0 0,0 0 0 0 0,-1 0 0 0 0,1 0 0 0 0,0 1 0 0 0,-1-1 0 0 0,3 5 0 0 0,19 49 1148 0 0,-11-24-739 0 0,-9-25-269 0 0,0-1-1 0 0,0 0 1 0 0,1 0 0 0 0,0 0 0 0 0,0 0 0 0 0,1 0 0 0 0,-1-1 0 0 0,1 1 0 0 0,0-1-1 0 0,1-1 1 0 0,6 6 0 0 0,-8-8-199 0 0,0 0 0 0 0,0 0-1 0 0,0-1 1 0 0,0 0 0 0 0,0 0 0 0 0,0 0-1 0 0,0 0 1 0 0,0 0 0 0 0,0-1 0 0 0,1 0-1 0 0,-1 0 1 0 0,0 0 0 0 0,0 0 0 0 0,0 0-1 0 0,0-1 1 0 0,1 0 0 0 0,-1 0 0 0 0,0 0-1 0 0,0-1 1 0 0,6-2 0 0 0,3-2-94 0 0,0-1 1 0 0,0-1-1 0 0,0 0 0 0 0,-1-1 1 0 0,0 0-1 0 0,-1 0 1 0 0,0-1-1 0 0,15-18 1 0 0,16-25-6493 0 0,-24 28-481 0 0</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9:30.608"/>
    </inkml:context>
    <inkml:brush xml:id="br0">
      <inkml:brushProperty name="width" value="0.1" units="cm"/>
      <inkml:brushProperty name="height" value="0.1" units="cm"/>
      <inkml:brushProperty name="color" value="#FF0066"/>
    </inkml:brush>
  </inkml:definitions>
  <inkml:trace contextRef="#ctx0" brushRef="#br0">302 1 9218 0 0,'-3'0'269'0'0,"1"1"0"0"0,-1-1 1 0 0,1 1-1 0 0,-1 0 0 0 0,1 0 0 0 0,0 0 0 0 0,-1 0 1 0 0,1 0-1 0 0,0 1 0 0 0,0-1 0 0 0,0 1 0 0 0,0-1 1 0 0,-3 4-1 0 0,-3 1 96 0 0,-30 22 1384 0 0,-66 61 0 0 0,89-73-1587 0 0,0-1 1 0 0,1 2-1 0 0,1 0 0 0 0,1 0 0 0 0,0 2 0 0 0,-14 29 0 0 0,24-43-194 0 0,0 0-1 0 0,1-1 0 0 0,-1 1 1 0 0,1 0-1 0 0,1 0 0 0 0,-1 0 1 0 0,1 0-1 0 0,0 0 0 0 0,0 0 1 0 0,1 6-1 0 0,-1-10-21 0 0,0 0 0 0 0,0 0-1 0 0,1 0 1 0 0,-1 0 0 0 0,0 0 0 0 0,1 0 0 0 0,-1 0-1 0 0,0 0 1 0 0,1 0 0 0 0,0-1 0 0 0,-1 1 0 0 0,1 0-1 0 0,-1 0 1 0 0,1 0 0 0 0,0-1 0 0 0,0 1-1 0 0,-1 0 1 0 0,1-1 0 0 0,0 1 0 0 0,0-1 0 0 0,1 2-1 0 0,0-2-62 0 0,-1 0-1 0 0,1 0 0 0 0,0 0 0 0 0,-1 0 0 0 0,1 0 0 0 0,0 0 1 0 0,-1 0-1 0 0,1 0 0 0 0,-1-1 0 0 0,1 1 0 0 0,0 0 0 0 0,-1-1 1 0 0,1 0-1 0 0,-1 1 0 0 0,1-1 0 0 0,-1 0 0 0 0,3-2 0 0 0,13-8-618 0 0,0-1 0 0 0,-1-1 0 0 0,0 0-1 0 0,21-24 1 0 0,48-69 877 0 0,-52 51 888 0 0,-26 42-197 0 0,-1 1 1 0 0,2 0-1 0 0,0 0 1 0 0,15-17-1 0 0,-22 28-732 0 0,-1 1 0 0 0,1-1-1 0 0,-1 1 1 0 0,0-1 0 0 0,1 1 0 0 0,-1-1-1 0 0,1 1 1 0 0,0 0 0 0 0,-1-1-1 0 0,1 1 1 0 0,-1 0 0 0 0,1-1-1 0 0,0 1 1 0 0,-1 0 0 0 0,1 0-1 0 0,-1 0 1 0 0,1 0 0 0 0,0 0-1 0 0,-1-1 1 0 0,1 1 0 0 0,0 0-1 0 0,-1 0 1 0 0,1 0 0 0 0,0 1-1 0 0,-1-1 1 0 0,1 0 0 0 0,0 0-1 0 0,-1 0 1 0 0,2 1 0 0 0,-1 0 15 0 0,0 0-1 0 0,1 0 1 0 0,-1 0 0 0 0,0 0-1 0 0,0 0 1 0 0,0 1 0 0 0,1-1-1 0 0,-1 0 1 0 0,-1 1 0 0 0,1-1-1 0 0,1 3 1 0 0,14 42 697 0 0,-15-44-741 0 0,21 105 869 0 0,-15-67-1168 0 0,2-1 0 0 0,1 0 0 0 0,19 46 0 0 0,-20-68-809 0 0</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9:30.834"/>
    </inkml:context>
    <inkml:brush xml:id="br0">
      <inkml:brushProperty name="width" value="0.1" units="cm"/>
      <inkml:brushProperty name="height" value="0.1" units="cm"/>
      <inkml:brushProperty name="color" value="#FF0066"/>
    </inkml:brush>
  </inkml:definitions>
  <inkml:trace contextRef="#ctx0" brushRef="#br0">2 10 12899 0 0,'-1'-9'1591'0'0,"7"13"364"0"0,9 16 220 0 0,-6 6-1577 0 0,-1 0-1 0 0,-1 0 1 0 0,-1 0-1 0 0,-1 1 1 0 0,2 50-1 0 0,-2-23-252 0 0,45 310-1621 0 0,-43-326-6339 0 0</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9:31.382"/>
    </inkml:context>
    <inkml:brush xml:id="br0">
      <inkml:brushProperty name="width" value="0.1" units="cm"/>
      <inkml:brushProperty name="height" value="0.1" units="cm"/>
      <inkml:brushProperty name="color" value="#FF0066"/>
    </inkml:brush>
  </inkml:definitions>
  <inkml:trace contextRef="#ctx0" brushRef="#br0">0 76 11522 0 0,'1'0'74'0'0,"-1"-1"0"0"0,0 0-1 0 0,0 0 1 0 0,1 0-1 0 0,-1 0 1 0 0,1 0 0 0 0,-1 1-1 0 0,0-1 1 0 0,1 0-1 0 0,0 0 1 0 0,-1 1-1 0 0,1-1 1 0 0,-1 0 0 0 0,1 1-1 0 0,0-1 1 0 0,-1 1-1 0 0,1-1 1 0 0,0 1-1 0 0,0-1 1 0 0,-1 1 0 0 0,1-1-1 0 0,0 1 1 0 0,0 0-1 0 0,0-1 1 0 0,0 1-1 0 0,0 0 1 0 0,0 0 0 0 0,-1 0-1 0 0,3-1 1 0 0,0 2 132 0 0,-1-1 0 0 0,1 1 1 0 0,-1-1-1 0 0,1 1 0 0 0,-1 0 1 0 0,1 0-1 0 0,-1 0 0 0 0,0 0 0 0 0,0 1 1 0 0,4 2-1 0 0,1 1 264 0 0,0 1 0 0 0,0 0 1 0 0,0 0-1 0 0,-1 1 0 0 0,9 12 0 0 0,-8-6-170 0 0,-1 1 0 0 0,0 0-1 0 0,-1 0 1 0 0,0 1 0 0 0,-1-1 0 0 0,2 22 0 0 0,-2-17-494 0 0,1 1 1 0 0,12 33 0 0 0,-17-53 172 0 0,0 0 1 0 0,0 1-1 0 0,0-1 1 0 0,0 0-1 0 0,0 0 1 0 0,0 0-1 0 0,0 0 0 0 0,0 0 1 0 0,0 0-1 0 0,1 1 1 0 0,-1-1-1 0 0,0 0 0 0 0,0 0 1 0 0,0 0-1 0 0,0 0 1 0 0,0 0-1 0 0,0 0 0 0 0,1 0 1 0 0,-1 0-1 0 0,0 0 1 0 0,0 1-1 0 0,0-1 1 0 0,0 0-1 0 0,0 0 0 0 0,1 0 1 0 0,-1 0-1 0 0,0 0 1 0 0,0 0-1 0 0,0 0 0 0 0,0 0 1 0 0,1 0-1 0 0,-1 0 1 0 0,0 0-1 0 0,0 0 1 0 0,0 0-1 0 0,0 0 0 0 0,0-1 1 0 0,1 1-1 0 0,-1 0 1 0 0,0 0-1 0 0,0 0 0 0 0,0 0 1 0 0,0 0-1 0 0,0 0 1 0 0,1 0-1 0 0,-1 0 1 0 0,0-1-1 0 0,9-8-572 0 0,4-13 14 0 0,29-63 378 0 0,-30 57 131 0 0,2 0-1 0 0,1 0 1 0 0,1 1-1 0 0,1 1 1 0 0,35-41 0 0 0,-51 66 83 0 0,-1 0 1 0 0,1 0 0 0 0,0 0-1 0 0,-1 0 1 0 0,1 1 0 0 0,0-1-1 0 0,0 0 1 0 0,0 0 0 0 0,0 1-1 0 0,0-1 1 0 0,0 0 0 0 0,0 1-1 0 0,0-1 1 0 0,0 1 0 0 0,0-1-1 0 0,0 1 1 0 0,0 0 0 0 0,0-1-1 0 0,0 1 1 0 0,1 0 0 0 0,-1 0-1 0 0,0 0 1 0 0,0 0 0 0 0,0 0-1 0 0,0 0 1 0 0,1 0 0 0 0,-1 0 0 0 0,0 0-1 0 0,0 0 1 0 0,0 1 0 0 0,0-1-1 0 0,0 1 1 0 0,0-1 0 0 0,1 0-1 0 0,0 2 1 0 0,1 1 49 0 0,-1 0 1 0 0,1 0 0 0 0,-1 0-1 0 0,0 0 1 0 0,0 1 0 0 0,0-1-1 0 0,-1 1 1 0 0,1-1-1 0 0,1 8 1 0 0,4 13 329 0 0,-2 1-1 0 0,-1-1 1 0 0,0 1-1 0 0,-2 0 1 0 0,-1 33-1 0 0,-1-58-401 0 0,-1 1 0 0 0,1-1 0 0 0,0 0 0 0 0,0 0 0 0 0,0 0 1 0 0,0 0-1 0 0,0 1 0 0 0,0-1 0 0 0,0 0 0 0 0,0 0 0 0 0,0 0 0 0 0,0 0 0 0 0,0 1 0 0 0,0-1 0 0 0,0 0 0 0 0,0 0 0 0 0,0 0 0 0 0,0 0 0 0 0,0 1 0 0 0,0-1 0 0 0,0 0 0 0 0,1 0 1 0 0,-1 0-1 0 0,0 0 0 0 0,0 0 0 0 0,0 1 0 0 0,0-1 0 0 0,0 0 0 0 0,0 0 0 0 0,0 0 0 0 0,1 0 0 0 0,-1 0 0 0 0,0 0 0 0 0,0 0 0 0 0,0 1 0 0 0,0-1 0 0 0,0 0 0 0 0,1 0 0 0 0,-1 0 1 0 0,0 0-1 0 0,0 0 0 0 0,0 0 0 0 0,0 0 0 0 0,0 0 0 0 0,1 0 0 0 0,-1 0 0 0 0,0 0 0 0 0,0 0 0 0 0,0 0 0 0 0,1 0 0 0 0,-1 0 0 0 0,0 0 0 0 0,0 0 0 0 0,0 0 0 0 0,0 0 0 0 0,0 0 1 0 0,1 0-1 0 0,-1 0 0 0 0,0 0 0 0 0,0-1 0 0 0,0 1 0 0 0,0 0 0 0 0,1 0 0 0 0,13-14-52 0 0,10-20 257 0 0,-9 9 17 0 0,-10 14-287 0 0,1 1-1 0 0,1 0 1 0 0,0 0 0 0 0,0 0-1 0 0,17-16 1 0 0,-21 24 103 0 0,-1 0-1 0 0,0 1 1 0 0,1-1 0 0 0,-1 0-1 0 0,1 1 1 0 0,0 0 0 0 0,-1 0-1 0 0,1 0 1 0 0,0 0-1 0 0,0 0 1 0 0,-1 1 0 0 0,1-1-1 0 0,0 1 1 0 0,0-1 0 0 0,0 1-1 0 0,0 0 1 0 0,0 0-1 0 0,0 1 1 0 0,0-1 0 0 0,0 1-1 0 0,0-1 1 0 0,-1 1 0 0 0,1 0-1 0 0,0 0 1 0 0,0 0-1 0 0,-1 0 1 0 0,1 1 0 0 0,-1-1-1 0 0,1 1 1 0 0,2 1 0 0 0,1 2 67 0 0,1 0 0 0 0,-1 0 0 0 0,0 1 0 0 0,0-1 0 0 0,-1 1 0 0 0,0 1 0 0 0,0-1 1 0 0,0 1-1 0 0,-1 0 0 0 0,6 12 0 0 0,14 47-3127 0 0,-19-50-3977 0 0</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9:31.698"/>
    </inkml:context>
    <inkml:brush xml:id="br0">
      <inkml:brushProperty name="width" value="0.1" units="cm"/>
      <inkml:brushProperty name="height" value="0.1" units="cm"/>
      <inkml:brushProperty name="color" value="#FF0066"/>
    </inkml:brush>
  </inkml:definitions>
  <inkml:trace contextRef="#ctx0" brushRef="#br0">15 6 8290 0 0,'-2'-6'10415'0'0,"-3"23"-8463"0"0,-2 28-2485 0 0,7-32 582 0 0,0-1 1 0 0,1 1-1 0 0,0-1 0 0 0,1 0 0 0 0,1 1 0 0 0,0-1 0 0 0,0 0 0 0 0,1-1 0 0 0,7 16 1 0 0,-9-24-14 0 0,-1 0 0 0 0,1 0 0 0 0,0 0 0 0 0,0 0 0 0 0,0 0 0 0 0,0 0 0 0 0,1 0 0 0 0,-1-1 0 0 0,1 1 0 0 0,0-1 0 0 0,-1 0 0 0 0,1 0 0 0 0,0 0 0 0 0,0 0 0 0 0,1 0 0 0 0,-1 0 0 0 0,0-1 0 0 0,1 0 0 0 0,-1 0 0 0 0,0 0 0 0 0,1 0 0 0 0,-1 0 0 0 0,1-1 0 0 0,0 1 0 0 0,-1-1 0 0 0,1 0 0 0 0,-1 0 0 0 0,1 0 0 0 0,0-1 0 0 0,-1 1 0 0 0,1-1 1 0 0,-1 0-1 0 0,1 0 0 0 0,-1 0 0 0 0,0-1 0 0 0,4-1 0 0 0,0 0-37 0 0,-1 0 0 0 0,0 0 1 0 0,0-1-1 0 0,0 0 0 0 0,0 0 0 0 0,-1-1 1 0 0,1 0-1 0 0,-1 0 0 0 0,0 0 0 0 0,-1 0 1 0 0,1-1-1 0 0,-1 1 0 0 0,0-1 1 0 0,-1-1-1 0 0,1 1 0 0 0,-1 0 0 0 0,-1-1 1 0 0,3-6-1 0 0,-4 9 15 0 0,0 0 0 0 0,0 0 1 0 0,0 0-1 0 0,-1-1 0 0 0,0 1 0 0 0,0 0 1 0 0,0 0-1 0 0,0 0 0 0 0,-1 0 0 0 0,1 0 1 0 0,-1 0-1 0 0,0 0 0 0 0,0 0 0 0 0,-1 0 1 0 0,1 0-1 0 0,-1 0 0 0 0,0 1 0 0 0,0-1 0 0 0,0 1 1 0 0,0-1-1 0 0,-1 1 0 0 0,1 0 0 0 0,-1 0 1 0 0,0 0-1 0 0,0 0 0 0 0,0 0 0 0 0,0 1 1 0 0,-1-1-1 0 0,1 1 0 0 0,-1 0 0 0 0,1 0 1 0 0,-5-2-1 0 0,1 1-26 0 0,0 1 0 0 0,0-1 1 0 0,0 1-1 0 0,0 0 0 0 0,0 0 0 0 0,-1 1 1 0 0,1 0-1 0 0,0 1 0 0 0,-1 0 0 0 0,1 0 1 0 0,-1 0-1 0 0,-13 3 0 0 0,16-2-336 0 0,-1 1-1 0 0,1-1 0 0 0,0 1 0 0 0,0 0 0 0 0,0 1 1 0 0,-7 3-1 0 0</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9:31.999"/>
    </inkml:context>
    <inkml:brush xml:id="br0">
      <inkml:brushProperty name="width" value="0.1" units="cm"/>
      <inkml:brushProperty name="height" value="0.1" units="cm"/>
      <inkml:brushProperty name="color" value="#FF0066"/>
    </inkml:brush>
  </inkml:definitions>
  <inkml:trace contextRef="#ctx0" brushRef="#br0">7 52 9674 0 0,'20'-12'334'0'0,"-12"7"86"0"0,0-1 0 0 0,0 2-1 0 0,0-1 1 0 0,0 1 0 0 0,1 1-1 0 0,0 0 1 0 0,-1 0 0 0 0,17-3 0 0 0,-26 10-266 0 0,-1 0 0 0 0,0 0 0 0 0,0-1 0 0 0,0 1 1 0 0,0 0-1 0 0,0-1 0 0 0,-5 6 0 0 0,-23 26 658 0 0,-13 18 434 0 0,39-48-1063 0 0,1 0 0 0 0,0 0 1 0 0,1 0-1 0 0,-1 0 0 0 0,1 0 0 0 0,0 1 0 0 0,0-1 0 0 0,1 1 0 0 0,-2 5 0 0 0,3-8-151 0 0,0-1-1 0 0,0 1 1 0 0,1-1-1 0 0,-1 0 1 0 0,0 1-1 0 0,1-1 1 0 0,-1 1-1 0 0,1-1 1 0 0,0 0-1 0 0,0 0 1 0 0,0 1 0 0 0,0-1-1 0 0,0 0 1 0 0,1 0-1 0 0,-1 0 1 0 0,1 0-1 0 0,-1 0 1 0 0,1 0-1 0 0,0-1 1 0 0,-1 1-1 0 0,1-1 1 0 0,0 1-1 0 0,3 1 1 0 0,7 5 222 0 0,0-1 0 0 0,1-1 1 0 0,15 6-1 0 0,15 8 100 0 0,-39-18-352 0 0,-1 1-1 0 0,1-1 0 0 0,-1 0 0 0 0,0 1 0 0 0,0 0 0 0 0,0 0 0 0 0,-1 0 0 0 0,1 0 0 0 0,0 0 0 0 0,-1 0 0 0 0,0 1 0 0 0,0-1 0 0 0,3 7 0 0 0,-5-8-4 0 0,0 0 0 0 0,0 1 0 0 0,1-1 0 0 0,-1 0 1 0 0,-1 1-1 0 0,1-1 0 0 0,0 1 0 0 0,0-1 0 0 0,-1 0 0 0 0,0 0 0 0 0,1 1 0 0 0,-1-1 0 0 0,0 0 0 0 0,0 0 0 0 0,0 0 0 0 0,0 0 0 0 0,-1 0 0 0 0,1 0 0 0 0,0 0 1 0 0,-1 0-1 0 0,0 0 0 0 0,1-1 0 0 0,-1 1 0 0 0,-3 2 0 0 0,-27 17-1371 0 0,17-15-3848 0 0</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9:32.221"/>
    </inkml:context>
    <inkml:brush xml:id="br0">
      <inkml:brushProperty name="width" value="0.1" units="cm"/>
      <inkml:brushProperty name="height" value="0.1" units="cm"/>
      <inkml:brushProperty name="color" value="#FF0066"/>
    </inkml:brush>
  </inkml:definitions>
  <inkml:trace contextRef="#ctx0" brushRef="#br0">0 66 5985 0 0,'4'-6'812'0'0,"0"0"0"0"0,0 0 0 0 0,1 0 0 0 0,0 1 0 0 0,0 0 0 0 0,0 0 0 0 0,0 0-1 0 0,1 0 1 0 0,9-5 0 0 0,-14 9-573 0 0,1 0-1 0 0,-1 1 0 0 0,1-1 1 0 0,0 0-1 0 0,-1 1 1 0 0,1-1-1 0 0,0 1 0 0 0,0-1 1 0 0,-1 1-1 0 0,1 0 1 0 0,0 0-1 0 0,0 0 0 0 0,0 0 1 0 0,-1 0-1 0 0,1 0 1 0 0,0 0-1 0 0,2 1 0 0 0,-2 0-101 0 0,-1 0 0 0 0,1 0 0 0 0,-1 0-1 0 0,1 0 1 0 0,-1 0 0 0 0,1 0 0 0 0,-1 1-1 0 0,0-1 1 0 0,1 1 0 0 0,-1-1 0 0 0,0 1-1 0 0,0-1 1 0 0,0 1 0 0 0,0 0 0 0 0,0-1-1 0 0,-1 1 1 0 0,1 0 0 0 0,0 0 0 0 0,-1 0-1 0 0,1 2 1 0 0,5 24 324 0 0,-2 1 0 0 0,-1 0-1 0 0,-1 52 1 0 0,1-6-182 0 0,-2-47-210 0 0,3 31 105 0 0,11 61 0 0 0,-12-104-249 0 0,0 0 0 0 0,2-1-1 0 0,-1 1 1 0 0,2-1 0 0 0,0-1 0 0 0,1 1 0 0 0,0-1 0 0 0,19 26 0 0 0,1-12-2267 0 0</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9:32.395"/>
    </inkml:context>
    <inkml:brush xml:id="br0">
      <inkml:brushProperty name="width" value="0.1" units="cm"/>
      <inkml:brushProperty name="height" value="0.1" units="cm"/>
      <inkml:brushProperty name="color" value="#FF0066"/>
    </inkml:brush>
  </inkml:definitions>
  <inkml:trace contextRef="#ctx0" brushRef="#br0">16 167 4609 0 0,'0'0'62'0'0,"-1"0"-1"0"0,0-1 1 0 0,0 1 0 0 0,0 0-1 0 0,0-1 1 0 0,1 1 0 0 0,-1-1-1 0 0,0 1 1 0 0,0-1 0 0 0,1 1-1 0 0,-1-1 1 0 0,0 0 0 0 0,1 1-1 0 0,-1-1 1 0 0,1 0 0 0 0,-1 1-1 0 0,1-1 1 0 0,-1 0-1 0 0,1 0 1 0 0,-1 1 0 0 0,1-1-1 0 0,0 0 1 0 0,0 0 0 0 0,-1 0-1 0 0,1 0 1 0 0,0 0 0 0 0,0 1-1 0 0,0-1 1 0 0,0 0 0 0 0,0 0-1 0 0,0 0 1 0 0,0 0 0 0 0,0 0-1 0 0,0 0 1 0 0,0 0 0 0 0,1 1-1 0 0,-1-1 1 0 0,0 0 0 0 0,0 0-1 0 0,1 0 1 0 0,-1 0 0 0 0,1 1-1 0 0,-1-1 1 0 0,1 0 0 0 0,-1 0-1 0 0,1 1 1 0 0,-1-1 0 0 0,2-1-1 0 0,4-2 841 0 0,0-1 1 0 0,0 1-1 0 0,1 0 0 0 0,13-6 0 0 0,-8 3-970 0 0,15-7 850 0 0,1 1-1 0 0,1 2 0 0 0,0 1 0 0 0,46-11 1 0 0,-17 10-887 0 0,82-4 0 0 0,-122 13 170 0 0</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9:32.942"/>
    </inkml:context>
    <inkml:brush xml:id="br0">
      <inkml:brushProperty name="width" value="0.1" units="cm"/>
      <inkml:brushProperty name="height" value="0.1" units="cm"/>
      <inkml:brushProperty name="color" value="#FF0066"/>
    </inkml:brush>
  </inkml:definitions>
  <inkml:trace contextRef="#ctx0" brushRef="#br0">0 60 8290 0 0,'1'-2'260'0'0,"0"1"0"0"0,0-1-1 0 0,0 1 1 0 0,0-1 0 0 0,0 1 0 0 0,0 0 0 0 0,0 0 0 0 0,1-1 0 0 0,-1 1 0 0 0,0 0 0 0 0,1 0-1 0 0,-1 0 1 0 0,1 0 0 0 0,-1 1 0 0 0,1-1 0 0 0,0 0 0 0 0,-1 1 0 0 0,1-1 0 0 0,0 1 0 0 0,-1-1-1 0 0,1 1 1 0 0,0 0 0 0 0,-1 0 0 0 0,1 0 0 0 0,0 0 0 0 0,0 0 0 0 0,-1 0 0 0 0,1 0 0 0 0,0 0-1 0 0,0 1 1 0 0,-1-1 0 0 0,1 1 0 0 0,0-1 0 0 0,-1 1 0 0 0,1 0 0 0 0,-1 0 0 0 0,1-1 0 0 0,-1 1-1 0 0,3 2 1 0 0,1 1 17 0 0,0 0 0 0 0,-1 0 0 0 0,0 1-1 0 0,1-1 1 0 0,-2 1 0 0 0,1 0 0 0 0,0 0 0 0 0,-1 0-1 0 0,0 0 1 0 0,3 9 0 0 0,1 8-85 0 0,-1 0 0 0 0,0 0-1 0 0,-2 1 1 0 0,2 45 0 0 0,4 17-348 0 0,-10-85 150 0 0,0 0 1 0 0,0 0 0 0 0,0 1-1 0 0,0-1 1 0 0,0 0 0 0 0,0 0-1 0 0,0 0 1 0 0,0 0 0 0 0,0 0-1 0 0,0 0 1 0 0,0 0 0 0 0,0 1-1 0 0,0-1 1 0 0,0 0 0 0 0,1 0-1 0 0,-1 0 1 0 0,0 0 0 0 0,0 0-1 0 0,0 0 1 0 0,0 0 0 0 0,0 0-1 0 0,0 0 1 0 0,0 0 0 0 0,0 0-1 0 0,1 0 1 0 0,-1 0 0 0 0,0 1-1 0 0,0-1 1 0 0,0 0 0 0 0,0 0-1 0 0,0 0 1 0 0,0 0 0 0 0,1 0-1 0 0,-1 0 1 0 0,0 0 0 0 0,0 0-1 0 0,0 0 1 0 0,0 0 0 0 0,0-1-1 0 0,0 1 1 0 0,1 0 0 0 0,-1 0-1 0 0,0 0 1 0 0,0 0 0 0 0,0 0-1 0 0,0 0 1 0 0,0 0 0 0 0,0 0-1 0 0,0 0 1 0 0,1 0 0 0 0,-1 0-1 0 0,0 0 1 0 0,0-1 0 0 0,0 1-1 0 0,0 0 1 0 0,0 0 0 0 0,0 0-1 0 0,0 0 1 0 0,0 0 0 0 0,0 0-1 0 0,11-13-139 0 0,7-13-59 0 0,11-33-598 0 0,22-61 0 0 0,-10 21-349 0 0,-40 96 1161 0 0,0 1 1 0 0,0 0 0 0 0,1-1-1 0 0,-1 1 1 0 0,1 0 0 0 0,-1 0-1 0 0,1 0 1 0 0,0 0 0 0 0,0 0-1 0 0,0 0 1 0 0,3-2-1 0 0,-4 3 42 0 0,0 1-1 0 0,0-1 0 0 0,0 1 0 0 0,0-1 1 0 0,0 1-1 0 0,1-1 0 0 0,-1 1 0 0 0,0 0 0 0 0,0-1 1 0 0,1 1-1 0 0,-1 0 0 0 0,0 0 0 0 0,1 0 1 0 0,-1 0-1 0 0,0 0 0 0 0,0 1 0 0 0,3-1 0 0 0,-1 2 43 0 0,0-1 0 0 0,0 1 0 0 0,0 0 0 0 0,0 0 0 0 0,0 0 0 0 0,-1 0 0 0 0,1 0 0 0 0,-1 1 0 0 0,1-1-1 0 0,-1 1 1 0 0,0 0 0 0 0,0-1 0 0 0,0 1 0 0 0,0 0 0 0 0,0 0 0 0 0,1 4 0 0 0,4 12 70 0 0,-1-1 0 0 0,0 1 0 0 0,-2 0 0 0 0,0 0 0 0 0,1 22 1 0 0,-1-13-362 0 0,11 41 1 0 0,-9-48-236 0 0</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9:33.250"/>
    </inkml:context>
    <inkml:brush xml:id="br0">
      <inkml:brushProperty name="width" value="0.1" units="cm"/>
      <inkml:brushProperty name="height" value="0.1" units="cm"/>
      <inkml:brushProperty name="color" value="#FF0066"/>
    </inkml:brush>
  </inkml:definitions>
  <inkml:trace contextRef="#ctx0" brushRef="#br0">7 48 11979 0 0,'-7'0'7570'0'0,"7"0"-7442"0"0,1 26 1374 0 0,11 36-1591 0 0,-8-50 185 0 0,1-1 1 0 0,0 0-1 0 0,0 0 1 0 0,1-1-1 0 0,1 0 1 0 0,-1 0-1 0 0,14 15 1 0 0,-17-22-53 0 0,0 0 0 0 0,0 0 1 0 0,0-1-1 0 0,1 1 0 0 0,-1-1 0 0 0,1 1 0 0 0,0-1 1 0 0,0 0-1 0 0,0 0 0 0 0,8 2 0 0 0,-10-4-17 0 0,1 1 0 0 0,0-1 0 0 0,0 0 0 0 0,-1 0 0 0 0,1 0 0 0 0,0 0 0 0 0,0 0 0 0 0,-1-1 0 0 0,1 1 0 0 0,0-1 0 0 0,-1 0 0 0 0,1 0 0 0 0,0 0 0 0 0,-1 0 0 0 0,1 0 0 0 0,-1 0 0 0 0,0-1 0 0 0,4-2 0 0 0,-2 0-9 0 0,0 0 0 0 0,0 0 0 0 0,0-1 0 0 0,-1 1 0 0 0,0-1 0 0 0,0 0 0 0 0,0 0 0 0 0,-1 0 0 0 0,1 0 0 0 0,-1 0 0 0 0,-1-1 0 0 0,1 1 0 0 0,-1-1 0 0 0,1 1 0 0 0,-2-1 0 0 0,1 1 0 0 0,-1-1 0 0 0,1 0 0 0 0,-2 1 0 0 0,1-1 0 0 0,-1 0 0 0 0,1 1 0 0 0,-3-7 0 0 0,2 5-18 0 0,0 1-1 0 0,-1-1 1 0 0,0 1-1 0 0,0-1 1 0 0,0 1-1 0 0,-1 0 1 0 0,0 0-1 0 0,0 0 1 0 0,0 1-1 0 0,-1-1 1 0 0,0 1-1 0 0,0-1 1 0 0,0 1 0 0 0,-1 1-1 0 0,1-1 1 0 0,-1 1-1 0 0,-1-1 1 0 0,1 1-1 0 0,-10-5 1 0 0,11 8-138 0 0,0-1 0 0 0,0 1 1 0 0,0 0-1 0 0,0 0 0 0 0,0 1 0 0 0,-6-1 1 0 0,-14 3-5533 0 0,2 4-1490 0 0</inkml:trace>
</inkml:ink>
</file>

<file path=ppt/ink/ink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9:33.608"/>
    </inkml:context>
    <inkml:brush xml:id="br0">
      <inkml:brushProperty name="width" value="0.1" units="cm"/>
      <inkml:brushProperty name="height" value="0.1" units="cm"/>
      <inkml:brushProperty name="color" value="#FF0066"/>
    </inkml:brush>
  </inkml:definitions>
  <inkml:trace contextRef="#ctx0" brushRef="#br0">17 27 17052 0 0,'-16'-20'2146'0'0,"17"13"-426"0"0,14 10-445 0 0,-10-1-1193 0 0,-1 1 0 0 0,1-1 1 0 0,-1 1-1 0 0,0 0 0 0 0,0 1 0 0 0,0-1 1 0 0,-1 1-1 0 0,1-1 0 0 0,-1 1 0 0 0,0 0 1 0 0,0 1-1 0 0,0-1 0 0 0,0 0 1 0 0,-1 1-1 0 0,0-1 0 0 0,2 7 0 0 0,4 7 18 0 0,-2 1 0 0 0,8 34-1 0 0,-9-20-48 0 0,-1 0 0 0 0,-1 33-1 0 0,-4-45-350 0 0,2 0-1 0 0,0 1 0 0 0,2-1 1 0 0,0 0-1 0 0,1 0 0 0 0,1-1 0 0 0,13 34 1 0 0,-5-29-7478 0 0</inkml:trace>
</inkml:ink>
</file>

<file path=ppt/ink/ink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9:33.909"/>
    </inkml:context>
    <inkml:brush xml:id="br0">
      <inkml:brushProperty name="width" value="0.1" units="cm"/>
      <inkml:brushProperty name="height" value="0.1" units="cm"/>
      <inkml:brushProperty name="color" value="#FF0066"/>
    </inkml:brush>
  </inkml:definitions>
  <inkml:trace contextRef="#ctx0" brushRef="#br0">95 9 12443 0 0,'0'0'91'0'0,"-1"-1"1"0"0,1 0 0 0 0,-1 1-1 0 0,1-1 1 0 0,-1 1 0 0 0,1-1-1 0 0,-1 0 1 0 0,0 1-1 0 0,1-1 1 0 0,-1 1 0 0 0,0 0-1 0 0,0-1 1 0 0,1 1 0 0 0,-1 0-1 0 0,0-1 1 0 0,0 1 0 0 0,1 0-1 0 0,-1 0 1 0 0,0-1-1 0 0,0 1 1 0 0,0 0 0 0 0,1 0-1 0 0,-1 0 1 0 0,0 0 0 0 0,0 0-1 0 0,0 0 1 0 0,1 0 0 0 0,-1 1-1 0 0,0-1 1 0 0,-1 0 0 0 0,-16 23 1980 0 0,16-21-2066 0 0,-5 12 317 0 0,-1 0 0 0 0,2 0 0 0 0,0 1-1 0 0,1 0 1 0 0,0 0 0 0 0,1 0 0 0 0,-4 30-1 0 0,7-37-236 0 0,0 0 0 0 0,1 0 0 0 0,-1 0 0 0 0,1 0 0 0 0,1 0 0 0 0,0 0 0 0 0,0 0 0 0 0,0 0 0 0 0,1-1 0 0 0,0 1 0 0 0,1 0 0 0 0,0-1 1 0 0,0 0-1 0 0,0 0 0 0 0,1 0 0 0 0,0 0 0 0 0,7 9 0 0 0,-9-14-61 0 0,0 1 1 0 0,1-1-1 0 0,-1 0 1 0 0,0-1 0 0 0,1 1-1 0 0,-1 0 1 0 0,1-1-1 0 0,0 1 1 0 0,-1-1 0 0 0,1 0-1 0 0,0 0 1 0 0,0 0-1 0 0,0 0 1 0 0,0 0-1 0 0,0-1 1 0 0,0 1 0 0 0,0-1-1 0 0,5 0 1 0 0,-3-1-12 0 0,0 0-1 0 0,0 0 1 0 0,0 0-1 0 0,-1 0 1 0 0,1-1 0 0 0,-1 0-1 0 0,1 0 1 0 0,-1 0 0 0 0,0-1-1 0 0,8-5 1 0 0,-4 2-13 0 0,-1 0-1 0 0,0 0 1 0 0,-1-1-1 0 0,1 1 1 0 0,-1-2-1 0 0,-1 1 1 0 0,0-1-1 0 0,0 0 1 0 0,0 0-1 0 0,-1 0 1 0 0,7-18-1 0 0,-8 15 55 0 0,-1 0 0 0 0,0 0-1 0 0,-1 0 1 0 0,0 0 0 0 0,-1-1-1 0 0,-1-11 1 0 0,0 17-240 0 0,1 0 1 0 0,-1 0-1 0 0,-1 0 0 0 0,1 1 0 0 0,-1-1 0 0 0,0 0 1 0 0,0 1-1 0 0,-1-1 0 0 0,0 1 0 0 0,0 0 0 0 0,0 0 1 0 0,0 0-1 0 0,-6-5 0 0 0</inkml:trace>
</inkml:ink>
</file>

<file path=ppt/ink/ink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9:34.335"/>
    </inkml:context>
    <inkml:brush xml:id="br0">
      <inkml:brushProperty name="width" value="0.1" units="cm"/>
      <inkml:brushProperty name="height" value="0.1" units="cm"/>
      <inkml:brushProperty name="color" value="#FF0066"/>
    </inkml:brush>
  </inkml:definitions>
  <inkml:trace contextRef="#ctx0" brushRef="#br0">261 1 15667 0 0,'-6'-1'293'0'0,"1"1"0"0"0,0 1 0 0 0,0-1 0 0 0,0 1 0 0 0,0 0 0 0 0,0 0 0 0 0,0 0 0 0 0,1 1 0 0 0,-1-1 0 0 0,0 1 0 0 0,1 1 0 0 0,-1-1 0 0 0,1 1 0 0 0,-1-1 0 0 0,-5 6 0 0 0,-10 8-425 0 0,1 0 0 0 0,1 2 0 0 0,0 0 0 0 0,2 1 0 0 0,0 0 0 0 0,1 2 0 0 0,0 0 0 0 0,-19 40 0 0 0,33-60 145 0 0,0 1 1 0 0,0 0-1 0 0,1-1 0 0 0,-1 1 1 0 0,0 0-1 0 0,1 0 1 0 0,0 0-1 0 0,-1 0 1 0 0,1-1-1 0 0,0 1 1 0 0,0 0-1 0 0,0 0 0 0 0,0 0 1 0 0,0 0-1 0 0,0 0 1 0 0,0 0-1 0 0,1-1 1 0 0,-1 1-1 0 0,1 0 0 0 0,0 0 1 0 0,-1 0-1 0 0,1-1 1 0 0,2 4-1 0 0,-1-3-2 0 0,0 0 0 0 0,0-1 0 0 0,0 1 0 0 0,0 0-1 0 0,1-1 1 0 0,-1 0 0 0 0,1 1 0 0 0,-1-1 0 0 0,1 0 0 0 0,-1 0 0 0 0,1 0-1 0 0,0-1 1 0 0,-1 1 0 0 0,5 0 0 0 0,10 0-126 0 0,0-1-1 0 0,-1 0 1 0 0,1-1-1 0 0,18-3 1 0 0,-2-1-168 0 0,41-6-287 0 0,-69 11 563 0 0,0 0-1 0 0,0 0 1 0 0,-1 0 0 0 0,1 0-1 0 0,0 1 1 0 0,-1 0 0 0 0,1 0-1 0 0,-1 0 1 0 0,1 0 0 0 0,-1 1-1 0 0,1 0 1 0 0,5 3 0 0 0,-9-4 56 0 0,1 0 1 0 0,-1 0-1 0 0,0 0 1 0 0,1 1 0 0 0,-1-1-1 0 0,0 0 1 0 0,0 1 0 0 0,0-1-1 0 0,0 1 1 0 0,0-1 0 0 0,0 1-1 0 0,0-1 1 0 0,-1 1-1 0 0,1-1 1 0 0,-1 1 0 0 0,1 0-1 0 0,-1 0 1 0 0,1-1 0 0 0,-1 1-1 0 0,0 2 1 0 0,0 0 59 0 0,0 0 0 0 0,-1 0 1 0 0,1-1-1 0 0,-1 1 0 0 0,0 0 1 0 0,0 0-1 0 0,0-1 0 0 0,-4 8 1 0 0,0-1 26 0 0,-1 0 1 0 0,0-1 0 0 0,-1 0-1 0 0,0 0 1 0 0,-12 12-1 0 0,-11 2-694 0 0,16-15-156 0 0</inkml:trace>
</inkml:ink>
</file>

<file path=ppt/ink/ink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9:34.620"/>
    </inkml:context>
    <inkml:brush xml:id="br0">
      <inkml:brushProperty name="width" value="0.1" units="cm"/>
      <inkml:brushProperty name="height" value="0.1" units="cm"/>
      <inkml:brushProperty name="color" value="#FF0066"/>
    </inkml:brush>
  </inkml:definitions>
  <inkml:trace contextRef="#ctx0" brushRef="#br0">65 59 456 0 0,'13'-15'38'0'0,"-8"8"251"0"0,1 1-1 0 0,-1 0 1 0 0,32-18 10772 0 0,-34 24-10388 0 0,-3 0-457 0 0,1 1 0 0 0,-1-1 0 0 0,0 1 0 0 0,0 0 0 0 0,1-1 0 0 0,-1 1 0 0 0,0-1 0 0 0,0 1 0 0 0,0 0 0 0 0,0-1 0 0 0,0 1 0 0 0,0 0 0 0 0,0-1 0 0 0,0 1 0 0 0,0 0 0 0 0,0-1 0 0 0,0 1 1 0 0,0-1-1 0 0,0 1 0 0 0,-1 0 0 0 0,1-1 0 0 0,0 1 0 0 0,0-1 0 0 0,-1 1 0 0 0,1 0 0 0 0,-2 1 864 0 0,1-1-864 0 0,-13 23 407 0 0,1 0 0 0 0,2 0-1 0 0,-17 50 1 0 0,26-65-628 0 0,-1 1 0 0 0,2-1 0 0 0,-1 0 0 0 0,1 1 0 0 0,1-1 0 0 0,0 1 0 0 0,0-1 0 0 0,1 1 0 0 0,0-1 0 0 0,1 1 0 0 0,0-1 0 0 0,0 0 0 0 0,1 0 0 0 0,6 15 0 0 0,14 15-26 0 0,-17-32 84 0 0,-1 0 0 0 0,-1 1 1 0 0,1 0-1 0 0,-1 0 0 0 0,-1 0 1 0 0,5 13-1 0 0,-8-17-39 0 0,0 0 0 0 0,0-1 1 0 0,0 1-1 0 0,-1-1 0 0 0,1 0 0 0 0,-1 1 1 0 0,0-1-1 0 0,0 1 0 0 0,0-1 1 0 0,0 0-1 0 0,-1 0 0 0 0,0 1 0 0 0,1-1 1 0 0,-1 0-1 0 0,0-1 0 0 0,0 1 0 0 0,0 0 1 0 0,-1 0-1 0 0,1-1 0 0 0,-1 0 0 0 0,-3 4 1 0 0,-8 5-537 0 0,-1 0 1 0 0,-26 15 0 0 0,38-24 288 0 0,-24 13-7382 0 0</inkml:trace>
</inkml:ink>
</file>

<file path=ppt/ink/ink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9:35.698"/>
    </inkml:context>
    <inkml:brush xml:id="br0">
      <inkml:brushProperty name="width" value="0.1" units="cm"/>
      <inkml:brushProperty name="height" value="0.1" units="cm"/>
      <inkml:brushProperty name="color" value="#FF0066"/>
    </inkml:brush>
  </inkml:definitions>
  <inkml:trace contextRef="#ctx0" brushRef="#br0">35 639 5985 0 0,'-3'-1'70'0'0,"1"1"-1"0"0,-1-1 0 0 0,1 1 1 0 0,-1-1-1 0 0,1 0 1 0 0,-1 0-1 0 0,1 0 0 0 0,-1-1 1 0 0,1 1-1 0 0,-4-3 1 0 0,6 4-59 0 0,0-1 0 0 0,-1 1 0 0 0,1 0 0 0 0,0-1 0 0 0,-1 1 0 0 0,1-1 1 0 0,0 1-1 0 0,0-1 0 0 0,-1 1 0 0 0,1-1 0 0 0,0 1 0 0 0,0-1 0 0 0,0 1 1 0 0,0-1-1 0 0,0 1 0 0 0,0-1 0 0 0,0 0 0 0 0,0 1 0 0 0,0-1 0 0 0,0 1 1 0 0,0-1-1 0 0,0 0 0 0 0,13-16 484 0 0,-1 8-223 0 0,1 0-1 0 0,0 1 0 0 0,0 0 0 0 0,1 1 1 0 0,22-8-1 0 0,78-20 1354 0 0,-110 34-1566 0 0,301-60 2857 0 0,7 25-1198 0 0,-198 25-1405 0 0,1361-149 2084 0 0,-468 47-3445 0 0,-74 3-1817 0 0,-893 105 2916 0 0,-21 1 371 0 0,0 2 0 0 0,1 0 0 0 0,-1 1 1 0 0,24 2-1 0 0,-42-1-334 0 0,0 0 0 0 0,0 0 1 0 0,0 0-1 0 0,0 0 0 0 0,0 0 0 0 0,0 1 1 0 0,0-1-1 0 0,0 0 0 0 0,0 0 1 0 0,0 1-1 0 0,-1-1 0 0 0,1 1 0 0 0,0-1 1 0 0,0 1-1 0 0,0-1 0 0 0,0 1 0 0 0,-1-1 1 0 0,1 1-1 0 0,0 0 0 0 0,0-1 1 0 0,-1 1-1 0 0,1 0 0 0 0,-1 0 0 0 0,1-1 1 0 0,-1 1-1 0 0,1 0 0 0 0,-1 0 0 0 0,1 0 1 0 0,-1 0-1 0 0,0 0 0 0 0,1 0 1 0 0,-1 0-1 0 0,0 0 0 0 0,0 0 0 0 0,0 0 1 0 0,0 0-1 0 0,1 0 0 0 0,-2 0 0 0 0,1 0 1 0 0,0-1-1 0 0,0 1 0 0 0,0 0 0 0 0,0 0 1 0 0,-1 0-1 0 0,1 0 0 0 0,0 0 1 0 0,-1 0-1 0 0,1 0 0 0 0,0 0 0 0 0,-2 1 1 0 0,-2 6 138 0 0,0 0 0 0 0,-1 0 0 0 0,-1 0 0 0 0,-6 8 0 0 0,7-11-159 0 0,-56 71 247 0 0,28-37-286 0 0,1 1 0 0 0,3 1 0 0 0,-33 59 0 0 0,33-37-187 0 0,2 1 1 0 0,3 2 0 0 0,3 0-1 0 0,3 1 1 0 0,-17 126 0 0 0,26-98-542 0 0,4 1-1 0 0,4 0 1 0 0,20 154 0 0 0,6-86-518 0 0,58 207 0 0 0,77 146 1360 0 0,143 500 6800 0 0,-282-935-6666 0 0,-3 2 0 0 0,6 86 1 0 0,-21-120-272 0 0,-1-1 1 0 0,-3 1 0 0 0,-2-1-1 0 0,-17 93 1 0 0,6-79 7 0 0,-2-1-1 0 0,-2-1 1 0 0,-4-1-1 0 0,-2 0 1 0 0,-43 77 0 0 0,60-126 58 0 0,-1-1 0 0 0,-1 1 0 0 0,0-2 0 0 0,0 1 0 0 0,-1-1 1 0 0,0 0-1 0 0,0-1 0 0 0,-1 0 0 0 0,0-1 0 0 0,0 0 0 0 0,-1-1 0 0 0,0 0 1 0 0,0-1-1 0 0,-25 7 0 0 0,-11 0 36 0 0,0-2 0 0 0,-84 6 0 0 0,88-11-147 0 0,-1021 45-493 0 0,529-37-87 0 0,188 3 258 0 0,-286 9-256 0 0,615-25 567 0 0,-250-2-331 0 0,218-1-44 0 0,0-2-1 0 0,1-3 1 0 0,-61-16 0 0 0,94 19 213 0 0,1-1 0 0 0,-1 0-1 0 0,1-1 1 0 0,0-1 0 0 0,1 0 0 0 0,-21-15 0 0 0,-19-25-28 0 0</inkml:trace>
</inkml:ink>
</file>

<file path=ppt/ink/ink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19:36.034"/>
    </inkml:context>
    <inkml:brush xml:id="br0">
      <inkml:brushProperty name="width" value="0.1" units="cm"/>
      <inkml:brushProperty name="height" value="0.1" units="cm"/>
      <inkml:brushProperty name="color" value="#FF0066"/>
    </inkml:brush>
  </inkml:definitions>
  <inkml:trace contextRef="#ctx0" brushRef="#br0">0 226 16588 0 0,'1'-25'230'0'0,"1"1"1"0"0,1 0 0 0 0,1 0 0 0 0,1 1 0 0 0,1-1 0 0 0,10-24-1 0 0,-5 14-130 0 0,-16 171 881 0 0,50 532 987 0 0,-30-521-1863 0 0,-6-64-39 0 0,143 1081 1 0 0,62-125-878 0 0,-68-406-971 0 0,-134-582 1273 0 0</inkml:trace>
</inkml:ink>
</file>

<file path=ppt/ink/ink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0:50.808"/>
    </inkml:context>
    <inkml:brush xml:id="br0">
      <inkml:brushProperty name="width" value="0.1" units="cm"/>
      <inkml:brushProperty name="height" value="0.1" units="cm"/>
      <inkml:brushProperty name="color" value="#FF0066"/>
    </inkml:brush>
  </inkml:definitions>
  <inkml:trace contextRef="#ctx0" brushRef="#br0">26 274 3225 0 0,'-4'-9'504'0'0,"0"0"0"0"0,0-1 0 0 0,1 1 0 0 0,0-1 0 0 0,1 0 0 0 0,0 0 0 0 0,0-1 1 0 0,1 1-1 0 0,1 0 0 0 0,0 0 0 0 0,0 0 0 0 0,1-1 0 0 0,0 1 0 0 0,1 0 0 0 0,3-12 0 0 0,-4 20-289 0 0,-1-1 0 0 0,1 1 0 0 0,-1 1 0 0 0,1-1 0 0 0,0 0 0 0 0,0 0 0 0 0,0 0-1 0 0,0 0 1 0 0,0 1 0 0 0,1-1 0 0 0,-1 0 0 0 0,0 1 0 0 0,1-1 0 0 0,2-1-1 0 0,-3 2-97 0 0,0 1-1 0 0,0-1 0 0 0,0 1 0 0 0,0 0 0 0 0,0-1 0 0 0,0 1 0 0 0,0 0 1 0 0,0 0-1 0 0,0 0 0 0 0,0 0 0 0 0,0 0 0 0 0,0 0 0 0 0,0 0 0 0 0,0 0 1 0 0,0 0-1 0 0,0 0 0 0 0,0 0 0 0 0,0 1 0 0 0,0-1 0 0 0,0 0 0 0 0,1 1 1 0 0,2 2 21 0 0,-1-1 0 0 0,1 1 1 0 0,-1 0-1 0 0,1-1 1 0 0,-1 2-1 0 0,0-1 0 0 0,0 0 1 0 0,0 1-1 0 0,-1-1 1 0 0,1 1-1 0 0,3 7 0 0 0,112 265 504 0 0,-46-97-353 0 0,-53-138-182 0 0,-7-17 146 0 0,12 34 0 0 0,-21-51-221 0 0,-2 0 1 0 0,1-1 0 0 0,0 1-1 0 0,-1 0 1 0 0,-1 0-1 0 0,1 0 1 0 0,-1 0-1 0 0,0 0 1 0 0,0 0 0 0 0,-2 8-1 0 0,-3-7 66 0 0,-1-16-54 0 0,-1-14-1 0 0,-1-30 73 0 0,2 0 1 0 0,3-1-1 0 0,1 1 0 0 0,4-1 0 0 0,1 1 0 0 0,18-90 0 0 0,-12 98-93 0 0,20-62-1 0 0,-23 89-19 0 0,1-1 0 0 0,0 1-1 0 0,2 1 1 0 0,0-1-1 0 0,0 2 1 0 0,16-20 0 0 0,-24 34-3 0 0,0-1 0 0 0,0 1 0 0 0,0 0 0 0 0,0 0 0 0 0,0 0 0 0 0,0 0 0 0 0,0 0 0 0 0,0 0 0 0 0,1 0 0 0 0,-1 0 0 0 0,0 0 0 0 0,1 1 0 0 0,-1-1 0 0 0,1 0 0 0 0,-1 1 0 0 0,0-1 0 0 0,1 1 0 0 0,-1 0 0 0 0,1 0 0 0 0,-1-1 0 0 0,1 1 0 0 0,-1 0 0 0 0,1 0 0 0 0,0 0 0 0 0,-1 0 0 0 0,1 1 0 0 0,-1-1 0 0 0,1 0 0 0 0,-1 1 0 0 0,1-1 0 0 0,-1 1 0 0 0,0-1 0 0 0,1 1 0 0 0,-1 0 0 0 0,0-1 0 0 0,1 1 0 0 0,-1 0 0 0 0,0 0 0 0 0,0 0 0 0 0,3 2 0 0 0,3 5 0 0 0,0 0 0 0 0,0 1 0 0 0,-1 0 0 0 0,10 17 0 0 0,-6-10 0 0 0,25 40 29 0 0,-2 1-1 0 0,37 90 1 0 0,-58-115 31 0 0,-1 0-1 0 0,-1 1 1 0 0,-2 0-1 0 0,-1 1 1 0 0,-2-1-1 0 0,1 57 0 0 0,-6-75-288 0 0,-2 0-1 0 0,0 0 0 0 0,0 0 1 0 0,-1-1-1 0 0,-1 1 0 0 0,-1-1 0 0 0,-9 21 1 0 0</inkml:trace>
</inkml:ink>
</file>

<file path=ppt/ink/ink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0:51.184"/>
    </inkml:context>
    <inkml:brush xml:id="br0">
      <inkml:brushProperty name="width" value="0.1" units="cm"/>
      <inkml:brushProperty name="height" value="0.1" units="cm"/>
      <inkml:brushProperty name="color" value="#FF0066"/>
    </inkml:brush>
  </inkml:definitions>
  <inkml:trace contextRef="#ctx0" brushRef="#br0">5 85 12443 0 0,'0'-1'72'0'0,"-1"1"1"0"0,1-1-1 0 0,-1 0 1 0 0,1 0-1 0 0,-1 0 1 0 0,1 0-1 0 0,0 1 1 0 0,-1-1-1 0 0,1 0 1 0 0,0 0-1 0 0,0 0 1 0 0,0 0-1 0 0,0 0 1 0 0,0 0-1 0 0,0 0 1 0 0,0 0-1 0 0,0 0 1 0 0,0 0-1 0 0,0 0 1 0 0,0 0-1 0 0,1 0 1 0 0,-1 0-1 0 0,0 1 1 0 0,1-1-1 0 0,-1 0 1 0 0,1-1-1 0 0,21-17 1055 0 0,-17 15-881 0 0,3-1-81 0 0,0 1 1 0 0,1-1 0 0 0,-1 1-1 0 0,1 1 1 0 0,0 0 0 0 0,0 0-1 0 0,17-3 1 0 0,-17 4-1097 0 0,1 1 0 0 0,0 0 1 0 0,0 1-1 0 0,11 1 0 0 0,-7 1-3767 0 0</inkml:trace>
</inkml:ink>
</file>

<file path=ppt/ink/ink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0:51.327"/>
    </inkml:context>
    <inkml:brush xml:id="br0">
      <inkml:brushProperty name="width" value="0.1" units="cm"/>
      <inkml:brushProperty name="height" value="0.1" units="cm"/>
      <inkml:brushProperty name="color" value="#FF0066"/>
    </inkml:brush>
  </inkml:definitions>
  <inkml:trace contextRef="#ctx0" brushRef="#br0">0 137 6913 0 0,'4'-4'609'0'0,"0"0"-481"0"0,0 3-128 0 0,1-1 0 0 0,-1 1 504 0 0,2-3 72 0 0,5-1 24 0 0,7-6 0 0 0,5-3 336 0 0,3-1 73 0 0,2 1 15 0 0,-5 1 0 0 0,-4 2-840 0 0,-1-2-184 0 0,-2 5 0 0 0,1 0-3769 0 0,-5 0-744 0 0</inkml:trace>
</inkml:ink>
</file>

<file path=ppt/ink/ink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0:53.002"/>
    </inkml:context>
    <inkml:brush xml:id="br0">
      <inkml:brushProperty name="width" value="0.1" units="cm"/>
      <inkml:brushProperty name="height" value="0.1" units="cm"/>
      <inkml:brushProperty name="color" value="#FF0066"/>
    </inkml:brush>
  </inkml:definitions>
  <inkml:trace contextRef="#ctx0" brushRef="#br0">58 247 3225 0 0,'-18'-22'1087'0'0,"12"16"-582"0"0,0-1-1 0 0,1 0 1 0 0,0 0 0 0 0,-8-15 0 0 0,12 19-363 0 0,1 0 0 0 0,-1 1 0 0 0,0-1 1 0 0,0 0-1 0 0,1 1 0 0 0,0-1 0 0 0,-1 0 0 0 0,1 0 0 0 0,0 1 0 0 0,1-1 0 0 0,-1 0 0 0 0,0 0 0 0 0,1 0 1 0 0,-1 1-1 0 0,1-1 0 0 0,0 0 0 0 0,0 1 0 0 0,0-1 0 0 0,3-4 0 0 0,2-2 342 0 0,0 0 0 0 0,1 0 0 0 0,0 0-1 0 0,1 1 1 0 0,0 0 0 0 0,0 1 0 0 0,0 0 0 0 0,1 0 0 0 0,13-8-1 0 0,-16 12-316 0 0,0-1-1 0 0,1 1 1 0 0,-1-1-1 0 0,1 2 1 0 0,-1-1-1 0 0,1 1 1 0 0,0 0-1 0 0,0 0 0 0 0,0 1 1 0 0,0 0-1 0 0,0 0 1 0 0,1 1-1 0 0,-1 0 1 0 0,0 0-1 0 0,11 2 1 0 0,-11 1-162 0 0,-1-1 1 0 0,0 1 0 0 0,0 0-1 0 0,0 1 1 0 0,0 0 0 0 0,0 0-1 0 0,-1 0 1 0 0,1 0 0 0 0,-1 1-1 0 0,0 0 1 0 0,-1 0 0 0 0,1 1-1 0 0,-1-1 1 0 0,7 12 0 0 0,-2-2-121 0 0,-1 1 0 0 0,0 0 0 0 0,-1 0 0 0 0,8 29 0 0 0,-12-31 42 0 0,-1 0-1 0 0,0 0 1 0 0,-1 0-1 0 0,-1 0 1 0 0,-1 1-1 0 0,0-1 1 0 0,0 0-1 0 0,-1 0 0 0 0,-5 16 1 0 0,-7 21-20 0 0,-21 49 0 0 0,6-36 5 0 0,-10 26-124 0 0,36-82 226 0 0,1 0 0 0 0,0 0 1 0 0,0 0-1 0 0,1 0 0 0 0,0 1 0 0 0,0-1 0 0 0,1 0 0 0 0,1 16 1 0 0,-1-21 34 0 0,1 0 0 0 0,-1-1 1 0 0,1 1-1 0 0,-1-1 0 0 0,1 0 1 0 0,0 1-1 0 0,0-1 0 0 0,0 0 1 0 0,1 1-1 0 0,-1-1 0 0 0,0 0 1 0 0,1 0-1 0 0,0 0 1 0 0,-1 0-1 0 0,1 0 0 0 0,0 0 1 0 0,0-1-1 0 0,0 1 0 0 0,0-1 1 0 0,0 1-1 0 0,3 1 0 0 0,0-1 62 0 0,-1-1-1 0 0,1 0 1 0 0,-1 0 0 0 0,1 0-1 0 0,0 0 1 0 0,-1-1-1 0 0,1 1 1 0 0,0-1-1 0 0,-1 0 1 0 0,10-2-1 0 0,2-1 129 0 0,1-1-1 0 0,-1 0 1 0 0,0-2-1 0 0,0 0 1 0 0,21-11-1 0 0,156-104 1017 0 0,-144 86-1182 0 0,2 2 0 0 0,2 2-1 0 0,65-28 1 0 0,-100 53-1613 0 0</inkml:trace>
</inkml:ink>
</file>

<file path=ppt/ink/ink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0:53.953"/>
    </inkml:context>
    <inkml:brush xml:id="br0">
      <inkml:brushProperty name="width" value="0.1" units="cm"/>
      <inkml:brushProperty name="height" value="0.1" units="cm"/>
      <inkml:brushProperty name="color" value="#FF0066"/>
    </inkml:brush>
  </inkml:definitions>
  <inkml:trace contextRef="#ctx0" brushRef="#br0">11 202 6913 0 0,'-11'-70'7243'0'0,"32"104"-4654"0"0,101 370-1742 0 0,-120-396-905 0 0,10 32-83 0 0,-12-39 115 0 0,1 1 0 0 0,-1 0 0 0 0,1-1 0 0 0,0 1 0 0 0,-1-1 0 0 0,1 1 1 0 0,0-1-1 0 0,0 0 0 0 0,0 1 0 0 0,0-1 0 0 0,0 0 0 0 0,0 0 1 0 0,1 0-1 0 0,-1 0 0 0 0,0 0 0 0 0,0 0 0 0 0,1 0 0 0 0,-1 0 0 0 0,3 1 1 0 0,-3-2-19 0 0,0-1 0 0 0,0 1 0 0 0,0 0 1 0 0,0-1-1 0 0,0 1 0 0 0,0-1 0 0 0,0 1 1 0 0,0-1-1 0 0,0 0 0 0 0,0 1 1 0 0,0-1-1 0 0,0 0 0 0 0,-1 0 0 0 0,1 1 1 0 0,0-1-1 0 0,0 0 0 0 0,-1 0 0 0 0,1 0 1 0 0,-1 0-1 0 0,1 0 0 0 0,-1 0 1 0 0,1 0-1 0 0,-1 0 0 0 0,0 0 0 0 0,1-2 1 0 0,10-31-376 0 0,-11 32 376 0 0,35-189 428 0 0,-6 21 1065 0 0,-22 142-973 0 0,0 1 0 0 0,2 0 0 0 0,25-51 0 0 0,-31 71-382 0 0,1 0 0 0 0,0 1 0 0 0,1-1 1 0 0,-1 1-1 0 0,1 0 0 0 0,10-10 0 0 0,-13 15-81 0 0,-1 0 0 0 0,0 0 0 0 0,1 0 0 0 0,-1 0 0 0 0,1 0 0 0 0,-1 0 0 0 0,1 0 0 0 0,0 1 0 0 0,-1-1 0 0 0,1 1 0 0 0,0-1 0 0 0,-1 1 0 0 0,1 0 0 0 0,0 0 0 0 0,-1-1 0 0 0,1 1 0 0 0,0 1 0 0 0,0-1 0 0 0,-1 0 0 0 0,1 0 0 0 0,0 0 0 0 0,-1 1 0 0 0,1-1 0 0 0,0 1 0 0 0,-1 0 0 0 0,1-1 0 0 0,0 1 0 0 0,-1 0 0 0 0,1 0 0 0 0,-1 0 0 0 0,0 0 0 0 0,1 0 0 0 0,-1 0 0 0 0,0 0 0 0 0,2 2 0 0 0,6 6 125 0 0,-1 1 0 0 0,0-1 0 0 0,-1 1 0 0 0,0 1 0 0 0,0 0 0 0 0,7 16 1 0 0,27 76 137 0 0,-18-42-97 0 0,20 51-329 0 0,55 121 383 0 0,-84-205-739 0 0,1-1 1 0 0,2-1-1 0 0,0 0 0 0 0,2-1 1 0 0,1-1-1 0 0,24 23 0 0 0,-8-20-5593 0 0,-21-20 864 0 0</inkml:trace>
</inkml:ink>
</file>

<file path=ppt/ink/ink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0:54.224"/>
    </inkml:context>
    <inkml:brush xml:id="br0">
      <inkml:brushProperty name="width" value="0.1" units="cm"/>
      <inkml:brushProperty name="height" value="0.1" units="cm"/>
      <inkml:brushProperty name="color" value="#FF0066"/>
    </inkml:brush>
  </inkml:definitions>
  <inkml:trace contextRef="#ctx0" brushRef="#br0">13 186 8290 0 0,'0'1'73'0'0,"0"-1"-1"0"0,-1 0 1 0 0,1 0 0 0 0,0 0 0 0 0,-1 0-1 0 0,1 1 1 0 0,0-1 0 0 0,-1 0 0 0 0,1 0-1 0 0,0 0 1 0 0,0 0 0 0 0,-1 0 0 0 0,1 0-1 0 0,0 0 1 0 0,-1 0 0 0 0,1 0 0 0 0,-1 0-1 0 0,1 0 1 0 0,0 0 0 0 0,-1 0 0 0 0,1 0-1 0 0,0 0 1 0 0,0 0 0 0 0,-1-1 0 0 0,1 1-1 0 0,0 0 1 0 0,-1 0 0 0 0,1 0 0 0 0,0 0-1 0 0,0-1 1 0 0,-1 1 0 0 0,1 0 0 0 0,0 0-1 0 0,0 0 1 0 0,-1-1 0 0 0,1 1 0 0 0,0 0-1 0 0,0-1 1 0 0,0 1 0 0 0,-1 0 0 0 0,1 0 0 0 0,0-1-1 0 0,0 1 1 0 0,0 0 0 0 0,0-1 0 0 0,0 0-1 0 0,7-20 2146 0 0,22-20 436 0 0,-17 28-2255 0 0,0 0 1 0 0,1 0-1 0 0,23-17 1 0 0,-27 23-837 0 0,1 1 0 0 0,0 0 0 0 0,0 0 0 0 0,0 1 0 0 0,1 0 0 0 0,17-5 1 0 0,-8 6-1042 0 0</inkml:trace>
</inkml:ink>
</file>

<file path=ppt/ink/ink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0:54.390"/>
    </inkml:context>
    <inkml:brush xml:id="br0">
      <inkml:brushProperty name="width" value="0.1" units="cm"/>
      <inkml:brushProperty name="height" value="0.1" units="cm"/>
      <inkml:brushProperty name="color" value="#FF0066"/>
    </inkml:brush>
  </inkml:definitions>
  <inkml:trace contextRef="#ctx0" brushRef="#br0">0 163 4609 0 0,'0'1'27'0'0,"1"-1"0"0"0,-1 1 0 0 0,0-1 1 0 0,0 1-1 0 0,0-1 0 0 0,1 1 0 0 0,-1-1 0 0 0,0 1 0 0 0,1-1 1 0 0,-1 1-1 0 0,0-1 0 0 0,1 0 0 0 0,-1 1 0 0 0,0-1 0 0 0,1 0 0 0 0,-1 1 1 0 0,1-1-1 0 0,-1 0 0 0 0,1 0 0 0 0,-1 1 0 0 0,1-1 0 0 0,-1 0 1 0 0,1 0-1 0 0,-1 0 0 0 0,1 1 0 0 0,-1-1 0 0 0,1 0 0 0 0,0 0 1 0 0,22-4 1462 0 0,21-16 876 0 0,-41 18-2337 0 0,25-15 673 0 0,-1-1-1 0 0,-1-2 1 0 0,26-23 0 0 0,-10 7-2854 0 0,-27 24 1265 0 0</inkml:trace>
</inkml:ink>
</file>

<file path=ppt/ink/ink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0:54.842"/>
    </inkml:context>
    <inkml:brush xml:id="br0">
      <inkml:brushProperty name="width" value="0.1" units="cm"/>
      <inkml:brushProperty name="height" value="0.1" units="cm"/>
      <inkml:brushProperty name="color" value="#FF0066"/>
    </inkml:brush>
  </inkml:definitions>
  <inkml:trace contextRef="#ctx0" brushRef="#br0">39 176 9674 0 0,'-5'-7'276'0'0,"0"-1"-1"0"0,1 1 1 0 0,-1-1-1 0 0,1 0 1 0 0,1 0-1 0 0,-1 0 1 0 0,-2-13-1 0 0,5 18-50 0 0,1 0-1 0 0,-1 0 0 0 0,1-1 0 0 0,0 1 0 0 0,0 0 0 0 0,0 0 0 0 0,0 0 0 0 0,0 0 0 0 0,1 0 0 0 0,0 0 1 0 0,-1 0-1 0 0,1-1 0 0 0,0 2 0 0 0,0-1 0 0 0,1 0 0 0 0,-1 0 0 0 0,1 0 0 0 0,-1 0 0 0 0,1 1 1 0 0,0-1-1 0 0,0 1 0 0 0,0 0 0 0 0,0-1 0 0 0,5-3 0 0 0,-4 4-92 0 0,0-1-1 0 0,1 1 1 0 0,-1-1 0 0 0,1 1-1 0 0,-1 0 1 0 0,1 0-1 0 0,0 1 1 0 0,0-1 0 0 0,0 1-1 0 0,0 0 1 0 0,0 0 0 0 0,0 0-1 0 0,1 0 1 0 0,-1 1-1 0 0,0-1 1 0 0,0 1 0 0 0,0 1-1 0 0,1-1 1 0 0,-1 0-1 0 0,0 1 1 0 0,5 1 0 0 0,-5 0-140 0 0,1 0 0 0 0,-1 0 0 0 0,0 0 0 0 0,0 0 0 0 0,-1 1 0 0 0,1 0 0 0 0,0 0 0 0 0,-1 0 0 0 0,0 0 0 0 0,1 0 0 0 0,-1 1 0 0 0,-1 0 0 0 0,1-1 0 0 0,0 1 0 0 0,-1 0 0 0 0,0 0 1 0 0,0 0-1 0 0,0 1 0 0 0,1 5 0 0 0,3 10-263 0 0,-2 0 1 0 0,-1 1 0 0 0,0-1-1 0 0,-2 1 1 0 0,0 0 0 0 0,-2 0-1 0 0,-4 37 1 0 0,2-29 35 0 0,1-1 0 0 0,2 0 1 0 0,3 36-1 0 0,-3-61 248 0 0,0-1 1 0 0,1 0 0 0 0,-1 1 0 0 0,0-1 0 0 0,1 1 0 0 0,0-1-1 0 0,0 0 1 0 0,0 1 0 0 0,0-1 0 0 0,0 0 0 0 0,0 0-1 0 0,0 0 1 0 0,1 0 0 0 0,-1 0 0 0 0,1 0 0 0 0,-1 0-1 0 0,1 0 1 0 0,0-1 0 0 0,0 1 0 0 0,-1-1 0 0 0,5 3-1 0 0,-4-3 81 0 0,1-1 0 0 0,0 1 0 0 0,0 0 0 0 0,0-1 0 0 0,0 0 0 0 0,-1 1 0 0 0,1-1-1 0 0,0 0 1 0 0,0-1 0 0 0,0 1 0 0 0,0 0 0 0 0,0-1 0 0 0,0 0 0 0 0,-1 0-1 0 0,5-1 1 0 0,8-5 270 0 0,1-1-1 0 0,-1 0 1 0 0,0-1 0 0 0,21-17-1 0 0,-12 8-450 0 0,18-14-1551 0 0,49-28 0 0 0,-60 43 105 0 0</inkml:trace>
</inkml:ink>
</file>

<file path=ppt/ink/ink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1:00.150"/>
    </inkml:context>
    <inkml:brush xml:id="br0">
      <inkml:brushProperty name="width" value="0.1" units="cm"/>
      <inkml:brushProperty name="height" value="0.1" units="cm"/>
      <inkml:brushProperty name="color" value="#FF0066"/>
    </inkml:brush>
  </inkml:definitions>
  <inkml:trace contextRef="#ctx0" brushRef="#br0">1 205 2761 0 0,'1'-4'352'0'0,"0"-1"1"0"0,0 0-1 0 0,0 1 1 0 0,1-1-1 0 0,0 1 1 0 0,-1-1-1 0 0,2 1 1 0 0,-1 0 0 0 0,1 0-1 0 0,-1 0 1 0 0,1 0-1 0 0,0 0 1 0 0,5-4-1 0 0,-3 2 276 0 0,0 1-1 0 0,1-1 0 0 0,0 1 0 0 0,0 1 1 0 0,0-1-1 0 0,1 1 0 0 0,12-7 1 0 0,-17 11-516 0 0,0-1 1 0 0,0 0-1 0 0,0 1 1 0 0,0-1 0 0 0,0 1-1 0 0,0 0 1 0 0,1 0-1 0 0,-1 0 1 0 0,0 0-1 0 0,0 0 1 0 0,0 0-1 0 0,0 0 1 0 0,0 1 0 0 0,1-1-1 0 0,-1 1 1 0 0,0 0-1 0 0,0-1 1 0 0,0 1-1 0 0,2 1 1 0 0,0 1-14 0 0,-1-1 1 0 0,1 1-1 0 0,-1 0 0 0 0,0 0 0 0 0,0 0 1 0 0,0 1-1 0 0,0-1 0 0 0,4 8 1 0 0,1 2 35 0 0,-1 2 0 0 0,-1-1 1 0 0,0 1-1 0 0,5 18 1 0 0,41 192 328 0 0,-23-87-489 0 0,-22-119-93 0 0,-2-27-426 0 0,-2-37-432 0 0,-3 36 1068 0 0,34-253 1843 0 0,-26 205-1527 0 0,-2 22 127 0 0,12-43 1 0 0,-14 65-344 0 0,0 0 0 0 0,1 0 0 0 0,1 1 0 0 0,0-1 0 0 0,1 1 0 0 0,12-17 0 0 0,-19 29-186 0 0,0 0 0 0 0,0-1 0 0 0,1 1 0 0 0,-1 0 0 0 0,0-1-1 0 0,0 1 1 0 0,1 0 0 0 0,-1-1 0 0 0,0 1 0 0 0,1 0 0 0 0,-1-1 0 0 0,1 1-1 0 0,-1 0 1 0 0,0 0 0 0 0,1 0 0 0 0,-1-1 0 0 0,1 1 0 0 0,-1 0 0 0 0,0 0-1 0 0,1 0 1 0 0,-1 0 0 0 0,1 0 0 0 0,-1 0 0 0 0,1 0 0 0 0,-1 0 0 0 0,1 0-1 0 0,-1 0 1 0 0,1 0 0 0 0,-1 0 0 0 0,1 0 0 0 0,10 13 177 0 0,4 28 94 0 0,-13-32-239 0 0,9 20 13 0 0,1 0-1 0 0,1-1 1 0 0,2 0-1 0 0,0-1 0 0 0,23 29 1 0 0,107 113-159 0 0,-123-144 85 0 0,-9-10-1089 0 0,0 0-1 0 0,22 17 0 0 0</inkml:trace>
</inkml:ink>
</file>

<file path=ppt/ink/ink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1:00.246"/>
    </inkml:context>
    <inkml:brush xml:id="br0">
      <inkml:brushProperty name="width" value="0.1" units="cm"/>
      <inkml:brushProperty name="height" value="0.1" units="cm"/>
      <inkml:brushProperty name="color" value="#FF0066"/>
    </inkml:brush>
  </inkml:definitions>
  <inkml:trace contextRef="#ctx0" brushRef="#br0">0 0 10370 0 0</inkml:trace>
</inkml:ink>
</file>

<file path=ppt/ink/ink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1:00.406"/>
    </inkml:context>
    <inkml:brush xml:id="br0">
      <inkml:brushProperty name="width" value="0.1" units="cm"/>
      <inkml:brushProperty name="height" value="0.1" units="cm"/>
      <inkml:brushProperty name="color" value="#FF0066"/>
    </inkml:brush>
  </inkml:definitions>
  <inkml:trace contextRef="#ctx0" brushRef="#br0">8 156 9218 0 0,'0'0'59'0'0,"-1"-1"0"0"0,1 1-1 0 0,0 0 1 0 0,-1 0 0 0 0,1 0 0 0 0,-1 0 0 0 0,1 0-1 0 0,0-1 1 0 0,0 1 0 0 0,-1 0 0 0 0,1 0 0 0 0,0-1-1 0 0,-1 1 1 0 0,1 0 0 0 0,0 0 0 0 0,0-1 0 0 0,-1 1 0 0 0,1 0-1 0 0,0-1 1 0 0,0 1 0 0 0,0 0 0 0 0,-1-1 0 0 0,1 1-1 0 0,0 0 1 0 0,0-1 0 0 0,0 1 0 0 0,0 0 0 0 0,0-1-1 0 0,0 1 1 0 0,0-1 0 0 0,0 1 0 0 0,0 0 0 0 0,0-1 0 0 0,0 0-1 0 0,7-17 1201 0 0,18-17 35 0 0,-22 32-1105 0 0,-2 0-123 0 0,11-11 430 0 0,0 0-1 0 0,14-13 1 0 0,-23 24-623 0 0,1 0-1 0 0,0 0 1 0 0,0 0 0 0 0,0 0 0 0 0,0 1-1 0 0,0-1 1 0 0,1 1 0 0 0,-1 0-1 0 0,1 1 1 0 0,-1-1 0 0 0,1 1 0 0 0,9-2-1 0 0</inkml:trace>
</inkml:ink>
</file>

<file path=ppt/ink/ink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1:00.596"/>
    </inkml:context>
    <inkml:brush xml:id="br0">
      <inkml:brushProperty name="width" value="0.1" units="cm"/>
      <inkml:brushProperty name="height" value="0.1" units="cm"/>
      <inkml:brushProperty name="color" value="#FF0066"/>
    </inkml:brush>
  </inkml:definitions>
  <inkml:trace contextRef="#ctx0" brushRef="#br0">0 181 5065 0 0,'70'-46'2677'0'0,"-52"37"-2209"0"0,-1-2-1 0 0,-1 0 1 0 0,0 0-1 0 0,24-24 0 0 0,-1-14-977 0 0,-33 40 279 0 0</inkml:trace>
</inkml:ink>
</file>

<file path=ppt/ink/ink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1:02.062"/>
    </inkml:context>
    <inkml:brush xml:id="br0">
      <inkml:brushProperty name="width" value="0.1" units="cm"/>
      <inkml:brushProperty name="height" value="0.1" units="cm"/>
      <inkml:brushProperty name="color" value="#FF0066"/>
    </inkml:brush>
  </inkml:definitions>
  <inkml:trace contextRef="#ctx0" brushRef="#br0">32 79 6913 0 0,'-31'-14'8352'0'0,"31"13"-8218"0"0,15-9 1901 0 0,11 0-1679 0 0,1 0 0 0 0,0 2-1 0 0,1 1 1 0 0,0 1 0 0 0,0 1 0 0 0,39-2-1 0 0,-64 7-352 0 0,1 0-1 0 0,-1 0 0 0 0,1 0 1 0 0,-1 0-1 0 0,1 1 0 0 0,-1-1 1 0 0,1 1-1 0 0,-1 0 1 0 0,1 0-1 0 0,-1 0 0 0 0,0 0 1 0 0,0 1-1 0 0,0-1 0 0 0,1 1 1 0 0,-1 0-1 0 0,-1 0 1 0 0,1 0-1 0 0,0 0 0 0 0,0 0 1 0 0,-1 1-1 0 0,1-1 0 0 0,-1 1 1 0 0,0 0-1 0 0,0 0 1 0 0,0-1-1 0 0,0 2 0 0 0,0-1 1 0 0,-1 0-1 0 0,1 0 0 0 0,-1 0 1 0 0,0 1-1 0 0,0-1 1 0 0,0 0-1 0 0,-1 1 0 0 0,1-1 1 0 0,-1 7-1 0 0,2 11-136 0 0,-2 1 0 0 0,-1-1 1 0 0,-1 1-1 0 0,-8 37 0 0 0,7-39 3 0 0,-3 5 131 0 0,4-20-11 0 0,0-1 0 0 0,1 1 0 0 0,-1 0 0 0 0,1 0 0 0 0,1 0 1 0 0,-1 0-1 0 0,1-1 0 0 0,-1 1 0 0 0,1 0 0 0 0,1 0 0 0 0,-1 0 1 0 0,2 7-1 0 0,-1-11 16 0 0,0 0 1 0 0,0 1-1 0 0,0-1 1 0 0,1 0-1 0 0,-1 0 1 0 0,0 0-1 0 0,0 0 1 0 0,1 0-1 0 0,-1-1 1 0 0,1 1-1 0 0,-1 0 1 0 0,0 0-1 0 0,1-1 1 0 0,0 1-1 0 0,-1-1 1 0 0,1 0-1 0 0,-1 1 1 0 0,1-1-1 0 0,-1 0 1 0 0,4 0-1 0 0,39-1 205 0 0,-26 0-55 0 0,-4 1-93 0 0,-1 0 1 0 0,0 1-1 0 0,1 0 1 0 0,-1 1-1 0 0,0 1 0 0 0,0 0 1 0 0,0 1-1 0 0,13 6 1 0 0,-20-7-59 0 0,1 1 0 0 0,-1-1 1 0 0,0 2-1 0 0,0-1 0 0 0,0 1 0 0 0,0 0 1 0 0,-1 0-1 0 0,0 0 0 0 0,0 1 1 0 0,0 0-1 0 0,-1 0 0 0 0,0 0 0 0 0,0 0 1 0 0,-1 1-1 0 0,1 0 0 0 0,1 7 1 0 0,-2-7 74 0 0,0 1 1 0 0,-1 0 0 0 0,0-1 0 0 0,-1 1-1 0 0,0 0 1 0 0,0-1 0 0 0,0 1 0 0 0,-1 0 0 0 0,-1 0-1 0 0,1 0 1 0 0,-1 0 0 0 0,-3 12 0 0 0,1-9 49 0 0,-1 0 1 0 0,-1-1 0 0 0,1 0-1 0 0,-1 0 1 0 0,-1 0 0 0 0,0-1-1 0 0,0 0 1 0 0,-8 9 0 0 0,-13 10 116 0 0,-1-1 0 0 0,-1-2 0 0 0,-2-1 0 0 0,-34 21 1 0 0,55-37-271 0 0,8-7 21 0 0,-16 12-244 0 0,1-1 0 0 0,-1-1 0 0 0,-1 0 0 0 0,0-1 0 0 0,0-2 0 0 0,-25 9 0 0 0,31-15-934 0 0</inkml:trace>
</inkml:ink>
</file>

<file path=ppt/ink/ink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1:18.791"/>
    </inkml:context>
    <inkml:brush xml:id="br0">
      <inkml:brushProperty name="width" value="0.1" units="cm"/>
      <inkml:brushProperty name="height" value="0.1" units="cm"/>
      <inkml:brushProperty name="color" value="#FF0066"/>
    </inkml:brush>
  </inkml:definitions>
  <inkml:trace contextRef="#ctx0" brushRef="#br0">52 73 10594 0 0,'-3'-8'456'0'0,"0"0"0"0"0,-1 0 0 0 0,0 1 0 0 0,0-1 0 0 0,-1 1 0 0 0,0 0 0 0 0,-10-12 446 0 0,14 19-846 0 0,1 0 0 0 0,0-1 0 0 0,0 1-1 0 0,0 0 1 0 0,0 0 0 0 0,0 0 0 0 0,-1 0 0 0 0,1 0-1 0 0,0 0 1 0 0,0 0 0 0 0,0 0 0 0 0,0 0 0 0 0,-1 0-1 0 0,1 0 1 0 0,0 0 0 0 0,0 0 0 0 0,0 0 0 0 0,0 0-1 0 0,0 0 1 0 0,-1 0 0 0 0,1 0 0 0 0,-2 1 725 0 0,2 0-725 0 0,0-1 0 0 0,0 0 0 0 0,0 0-1 0 0,0 0 1 0 0,0 0 0 0 0,0 0 0 0 0,0 1 0 0 0,0-1-1 0 0,0 0 1 0 0,-3 15 993 0 0,4 17-326 0 0,47 223 790 0 0,-3-29-1234 0 0,-21-7-108 0 0,11 73-3615 0 0,-27-247-2988 0 0</inkml:trace>
</inkml:ink>
</file>

<file path=ppt/ink/ink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1:19.074"/>
    </inkml:context>
    <inkml:brush xml:id="br0">
      <inkml:brushProperty name="width" value="0.1" units="cm"/>
      <inkml:brushProperty name="height" value="0.1" units="cm"/>
      <inkml:brushProperty name="color" value="#FF0066"/>
    </inkml:brush>
  </inkml:definitions>
  <inkml:trace contextRef="#ctx0" brushRef="#br0">147 0 11979 0 0,'-24'56'2521'0'0,"-12"31"-1318"0"0,14-39-497 0 0,3 1-1 0 0,-23 89 1 0 0,41-135-610 0 0,0-1 0 0 0,1 1 0 0 0,-1 0 0 0 0,1 0 0 0 0,-1 0 0 0 0,1-1 0 0 0,0 1 0 0 0,0 0 0 0 0,1 0 0 0 0,-1 0 0 0 0,1 0 0 0 0,-1-1 0 0 0,1 1 0 0 0,0 0 0 0 0,0-1 0 0 0,0 1 0 0 0,0 0 0 0 0,0-1 0 0 0,3 5 0 0 0,-1-5-7 0 0,-1-1 1 0 0,1 1-1 0 0,-1-1 0 0 0,1 1 0 0 0,-1-1 0 0 0,1 0 0 0 0,0 0 0 0 0,0 0 1 0 0,0 0-1 0 0,0 0 0 0 0,0-1 0 0 0,0 1 0 0 0,0-1 0 0 0,-1 0 0 0 0,1 0 1 0 0,0 0-1 0 0,0 0 0 0 0,6-1 0 0 0,88-11 514 0 0,65-3-4369 0 0,-132 15-2943 0 0</inkml:trace>
</inkml:ink>
</file>

<file path=ppt/ink/ink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1:19.407"/>
    </inkml:context>
    <inkml:brush xml:id="br0">
      <inkml:brushProperty name="width" value="0.1" units="cm"/>
      <inkml:brushProperty name="height" value="0.1" units="cm"/>
      <inkml:brushProperty name="color" value="#FF0066"/>
    </inkml:brush>
  </inkml:definitions>
  <inkml:trace contextRef="#ctx0" brushRef="#br0">0 255 3225 0 0,'18'-10'4659'0'0,"30"-20"0"0"0,-39 23-3691 0 0,0-1-1 0 0,0 0 0 0 0,0 0 0 0 0,12-17 1 0 0,-18 22-984 0 0,-1 0-1 0 0,1 0 1 0 0,-1 0 0 0 0,0 0 0 0 0,0-1-1 0 0,-1 1 1 0 0,1-1 0 0 0,-1 1 0 0 0,1-1 0 0 0,-1 0-1 0 0,-1 0 1 0 0,1 1 0 0 0,0-1 0 0 0,-1 0 0 0 0,0 0-1 0 0,0 0 1 0 0,0 0 0 0 0,0 0 0 0 0,0 1-1 0 0,-1-1 1 0 0,0 0 0 0 0,0 0 0 0 0,0 0 0 0 0,0 1-1 0 0,0-1 1 0 0,-1 1 0 0 0,0-1 0 0 0,0 1 0 0 0,0-1-1 0 0,0 1 1 0 0,0 0 0 0 0,-1 0 0 0 0,1 0-1 0 0,-1 0 1 0 0,0 1 0 0 0,0-1 0 0 0,-3-2 0 0 0,3 2-228 0 0,-1 0 1 0 0,1 1 0 0 0,-1-1 0 0 0,0 0 0 0 0,0 1 0 0 0,0 0 0 0 0,0 0 0 0 0,0 0-1 0 0,-6-1 1 0 0,9 3 213 0 0,0-1-1 0 0,0 1 1 0 0,0 0-1 0 0,0 0 1 0 0,0 0-1 0 0,1 0 1 0 0,-1 0-1 0 0,0 0 1 0 0,0 1-1 0 0,0-1 1 0 0,0 0-1 0 0,0 0 1 0 0,0 1-1 0 0,0-1 1 0 0,0 1-1 0 0,1-1 1 0 0,-1 0-1 0 0,0 1 1 0 0,-1 0-1 0 0,1 1 131 0 0,0-1 0 0 0,0 0 1 0 0,0 1-1 0 0,0-1 0 0 0,0 1 0 0 0,0 0 0 0 0,0-1 1 0 0,1 1-1 0 0,-1 0 0 0 0,1-1 0 0 0,-1 1 0 0 0,1 0 0 0 0,-1 3 1 0 0,0-3 14 0 0,1 1 0 0 0,-1-1 0 0 0,1 1 0 0 0,0 0 0 0 0,0-1 1 0 0,0 1-1 0 0,0 0 0 0 0,0-1 0 0 0,0 1 0 0 0,1 0 1 0 0,-1-1-1 0 0,1 1 0 0 0,-1-1 0 0 0,1 1 0 0 0,0-1 1 0 0,0 1-1 0 0,1-1 0 0 0,-1 0 0 0 0,0 1 0 0 0,1-1 0 0 0,-1 0 1 0 0,1 0-1 0 0,0 0 0 0 0,0 0 0 0 0,0 0 0 0 0,0-1 1 0 0,0 1-1 0 0,0 0 0 0 0,0-1 0 0 0,0 0 0 0 0,1 1 1 0 0,-1-1-1 0 0,1 0 0 0 0,-1 0 0 0 0,1 0 0 0 0,-1-1 0 0 0,1 1 1 0 0,-1 0-1 0 0,1-1 0 0 0,0 0 0 0 0,4 0 0 0 0,1 1-380 0 0,1-1 0 0 0,0 0 0 0 0,-1-1 0 0 0,1 0-1 0 0,10-3 1 0 0,-9 2-994 0 0,0-1 1 0 0,0-1-1 0 0,14-6 0 0 0,-4-1-3803 0 0</inkml:trace>
</inkml:ink>
</file>

<file path=ppt/ink/ink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1:19.740"/>
    </inkml:context>
    <inkml:brush xml:id="br0">
      <inkml:brushProperty name="width" value="0.1" units="cm"/>
      <inkml:brushProperty name="height" value="0.1" units="cm"/>
      <inkml:brushProperty name="color" value="#FF0066"/>
    </inkml:brush>
  </inkml:definitions>
  <inkml:trace contextRef="#ctx0" brushRef="#br0">0 389 6913 0 0,'21'-11'4300'0'0,"-11"3"-3112"0"0,0 0-1 0 0,-1 0 1 0 0,0-1 0 0 0,-1 0-1 0 0,10-15 1 0 0,-8 11-673 0 0,-2-1 0 0 0,0 0 0 0 0,-1 0 0 0 0,6-17 0 0 0,-8 19-484 0 0,-1 0 0 0 0,-1 0 0 0 0,0 0 0 0 0,0-1 0 0 0,-1 1 0 0 0,-1-1 0 0 0,0 1-1 0 0,-1-1 1 0 0,-1 1 0 0 0,1-1 0 0 0,-2 1 0 0 0,0-1 0 0 0,-4-14 0 0 0,5 25-37 0 0,1 0 0 0 0,-1 0-1 0 0,0 0 1 0 0,0-1 0 0 0,0 1-1 0 0,0 0 1 0 0,0 1 0 0 0,0-1-1 0 0,0 0 1 0 0,-1 0 0 0 0,1 0 0 0 0,-1 1-1 0 0,0-1 1 0 0,1 1 0 0 0,-1-1-1 0 0,0 1 1 0 0,0 0 0 0 0,0-1-1 0 0,-3 0 1 0 0,3 1-14 0 0,0 1 0 0 0,0 0-1 0 0,0-1 1 0 0,0 1 0 0 0,0 0-1 0 0,0 0 1 0 0,0 0 0 0 0,0 1 0 0 0,0-1-1 0 0,0 0 1 0 0,0 1 0 0 0,0-1-1 0 0,0 1 1 0 0,0 0 0 0 0,1 0 0 0 0,-1-1-1 0 0,-3 3 1 0 0,1 0-1 0 0,0 0-1 0 0,1 0 1 0 0,-1 0-1 0 0,1 0 1 0 0,-1 0-1 0 0,1 1 1 0 0,0-1-1 0 0,1 1 1 0 0,-1 0-1 0 0,1 0 1 0 0,-1 0 0 0 0,1 0-1 0 0,0 0 1 0 0,1 1-1 0 0,-1-1 1 0 0,1 1-1 0 0,0-1 1 0 0,-1 7-1 0 0,2-6 2 0 0,1 0-1 0 0,0 1 1 0 0,0-1-1 0 0,0 0 0 0 0,1 0 1 0 0,0 0-1 0 0,0 0 1 0 0,0 0-1 0 0,1 0 1 0 0,-1-1-1 0 0,1 1 0 0 0,0-1 1 0 0,1 1-1 0 0,-1-1 1 0 0,1 0-1 0 0,-1-1 1 0 0,1 1-1 0 0,0 0 0 0 0,1-1 1 0 0,7 5-1 0 0,4 2-521 0 0,0 0 0 0 0,0-1 0 0 0,1-1 0 0 0,31 10 0 0 0,-9-10-2386 0 0,-20-6-2416 0 0</inkml:trace>
</inkml:ink>
</file>

<file path=ppt/ink/ink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1:19.963"/>
    </inkml:context>
    <inkml:brush xml:id="br0">
      <inkml:brushProperty name="width" value="0.1" units="cm"/>
      <inkml:brushProperty name="height" value="0.1" units="cm"/>
      <inkml:brushProperty name="color" value="#FF0066"/>
    </inkml:brush>
  </inkml:definitions>
  <inkml:trace contextRef="#ctx0" brushRef="#br0">0 1 10138 0 0,'1'10'915'0'0,"0"0"0"0"0,1 0 0 0 0,0 0 0 0 0,0 0 0 0 0,1 0 0 0 0,0 0 0 0 0,1 0 0 0 0,0-1 0 0 0,8 13 0 0 0,10 14 198 0 0,27 34 0 0 0,0 0-312 0 0,-1 16-357 0 0,-31-52-966 0 0,40 57 0 0 0,-54-87 425 0 0,-2-3-168 0 0,0 1 1 0 0,-1-1-1 0 0,1 0 1 0 0,0 1-1 0 0,0-1 1 0 0,0 0-1 0 0,1 0 1 0 0,-1 1-1 0 0,0-1 1 0 0,0 0 0 0 0,1 0-1 0 0,-1-1 1 0 0,1 1-1 0 0,-1 0 1 0 0,0 0-1 0 0,1-1 1 0 0,0 1-1 0 0,2 0 1 0 0,2-3-1414 0 0</inkml:trace>
</inkml:ink>
</file>

<file path=ppt/ink/ink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1:20.139"/>
    </inkml:context>
    <inkml:brush xml:id="br0">
      <inkml:brushProperty name="width" value="0.1" units="cm"/>
      <inkml:brushProperty name="height" value="0.1" units="cm"/>
      <inkml:brushProperty name="color" value="#FF0066"/>
    </inkml:brush>
  </inkml:definitions>
  <inkml:trace contextRef="#ctx0" brushRef="#br0">1 25 6913 0 0,'3'-3'89'0'0,"-1"0"-1"0"0,1 1 0 0 0,0-1 0 0 0,1 1 0 0 0,-1 0 0 0 0,0 0 0 0 0,1 0 0 0 0,-1 0 1 0 0,5-1-1 0 0,-5 3 86 0 0,-1 0 1 0 0,1 0-1 0 0,0 0 1 0 0,-1 0-1 0 0,1 0 0 0 0,0 0 1 0 0,-1 1-1 0 0,1-1 1 0 0,0 1-1 0 0,-1 0 1 0 0,1 0-1 0 0,-1 0 1 0 0,1 0-1 0 0,2 2 1 0 0,0 0 182 0 0,0-1 0 0 0,0 1 0 0 0,0 0 0 0 0,-1 0 0 0 0,1 1 0 0 0,-1-1 0 0 0,0 1 1 0 0,0 0-1 0 0,0 0 0 0 0,-1 0 0 0 0,1 1 0 0 0,-1-1 0 0 0,0 1 0 0 0,0 0 1 0 0,-1 0-1 0 0,1 0 0 0 0,-1 0 0 0 0,0 0 0 0 0,-1 1 0 0 0,1-1 0 0 0,-1 0 0 0 0,1 7 1 0 0,-2-2-135 0 0,0 0-1 0 0,-1 0 1 0 0,1 0 0 0 0,-2 0 0 0 0,0 0 0 0 0,0 0 0 0 0,-1 0 0 0 0,0-1 0 0 0,0 1 0 0 0,-1-1 0 0 0,-8 14 0 0 0,-43 69-2943 0 0,44-71-4042 0 0</inkml:trace>
</inkml:ink>
</file>

<file path=ppt/ink/ink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1:20.439"/>
    </inkml:context>
    <inkml:brush xml:id="br0">
      <inkml:brushProperty name="width" value="0.1" units="cm"/>
      <inkml:brushProperty name="height" value="0.1" units="cm"/>
      <inkml:brushProperty name="color" value="#FF0066"/>
    </inkml:brush>
  </inkml:definitions>
  <inkml:trace contextRef="#ctx0" brushRef="#br0">130 16 5985 0 0,'0'-1'154'0'0,"0"1"0"0"0,1-1 0 0 0,-1 1 0 0 0,1-1 0 0 0,-1 1 0 0 0,0-1 0 0 0,0 1 0 0 0,1-1 0 0 0,-1 1 0 0 0,0-1 0 0 0,0 0 0 0 0,0 1 0 0 0,0-1 0 0 0,0 1 0 0 0,0-1 0 0 0,1 0 0 0 0,-1 1 0 0 0,-1-1 0 0 0,1 0 0 0 0,0 1 0 0 0,0-1 0 0 0,0 1 0 0 0,0-2 0 0 0,-12 4 3898 0 0,-16 18-257 0 0,17-7-3296 0 0,0 0 0 0 0,1 1 1 0 0,0 0-1 0 0,-11 25 0 0 0,16-29-433 0 0,0 0 1 0 0,1 0-1 0 0,0 1 0 0 0,1-1 0 0 0,0 1 1 0 0,1 0-1 0 0,0 0 0 0 0,0 12 0 0 0,2-20-45 0 0,0-1-1 0 0,1 1 1 0 0,-1-1-1 0 0,0 1 1 0 0,1 0-1 0 0,0-1 1 0 0,-1 1-1 0 0,1-1 1 0 0,0 0-1 0 0,0 1 1 0 0,0-1-1 0 0,1 0 1 0 0,-1 1-1 0 0,1-1 1 0 0,-1 0-1 0 0,1 0 1 0 0,0 0-1 0 0,-1 0 1 0 0,4 2-1 0 0,2 1 78 0 0,1 0-1 0 0,-1-1 0 0 0,1 0 1 0 0,12 5-1 0 0,-15-8-72 0 0,-1 1-1 0 0,1-1 0 0 0,0 1 1 0 0,-1 1-1 0 0,0-1 1 0 0,1 0-1 0 0,-1 1 1 0 0,0 0-1 0 0,0 0 1 0 0,-1 0-1 0 0,1 1 0 0 0,-1-1 1 0 0,1 1-1 0 0,-1 0 1 0 0,0 0-1 0 0,3 6 1 0 0,-5-7-31 0 0,-1 1 0 0 0,1 0 1 0 0,-1 0-1 0 0,1 0 1 0 0,-1 0-1 0 0,0 0 0 0 0,-1 0 1 0 0,1 0-1 0 0,-1 0 1 0 0,0 0-1 0 0,0-1 0 0 0,0 1 1 0 0,0 0-1 0 0,0 0 0 0 0,-1-1 1 0 0,0 1-1 0 0,0-1 1 0 0,-2 4-1 0 0,-7 9-262 0 0,1-1 1 0 0,-19 19-1 0 0,28-33 240 0 0,-24 27-675 0 0</inkml:trace>
</inkml:ink>
</file>

<file path=ppt/ink/ink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1:21.375"/>
    </inkml:context>
    <inkml:brush xml:id="br0">
      <inkml:brushProperty name="width" value="0.1" units="cm"/>
      <inkml:brushProperty name="height" value="0.1" units="cm"/>
      <inkml:brushProperty name="color" value="#FF0066"/>
    </inkml:brush>
  </inkml:definitions>
  <inkml:trace contextRef="#ctx0" brushRef="#br0">0 78 9218 0 0,'17'-45'4670'0'0,"-16"42"-4393"0"0,0 1 0 0 0,0 0 1 0 0,0 0-1 0 0,0 0 0 0 0,1-1 1 0 0,-1 1-1 0 0,1 0 0 0 0,-1 1 1 0 0,1-1-1 0 0,0 0 0 0 0,0 0 1 0 0,0 1-1 0 0,0-1 1 0 0,0 1-1 0 0,4-3 0 0 0,-5 4-215 0 0,0 0 0 0 0,0 0 1 0 0,0 0-1 0 0,0 1 0 0 0,0-1 0 0 0,0 0 0 0 0,0 0 0 0 0,0 1 0 0 0,-1-1 0 0 0,1 1 0 0 0,0-1 1 0 0,0 1-1 0 0,0-1 0 0 0,-1 1 0 0 0,1-1 0 0 0,0 1 0 0 0,0-1 0 0 0,-1 1 0 0 0,1 0 0 0 0,-1 0 1 0 0,1-1-1 0 0,-1 1 0 0 0,1 0 0 0 0,-1 0 0 0 0,1 0 0 0 0,-1-1 0 0 0,1 1 0 0 0,-1 1 0 0 0,11 29 403 0 0,-9-26-414 0 0,4 21-49 0 0,-4-19-20 0 0,-1 0-1 0 0,1 0 1 0 0,-1 0-1 0 0,2 0 1 0 0,-1-1 0 0 0,1 1-1 0 0,0-1 1 0 0,1 1-1 0 0,-1-1 1 0 0,1 0-1 0 0,0 0 1 0 0,7 6-1 0 0,-11-12 18 0 0,1 1-1 0 0,-1-1 1 0 0,1 0-1 0 0,-1 0 0 0 0,1 0 1 0 0,-1 1-1 0 0,1-1 1 0 0,-1 0-1 0 0,1 0 1 0 0,0 0-1 0 0,-1 0 0 0 0,1 0 1 0 0,-1 0-1 0 0,1 0 1 0 0,-1 0-1 0 0,1 0 1 0 0,0 0-1 0 0,-1 0 0 0 0,1-1 1 0 0,-1 1-1 0 0,1 0 1 0 0,-1 0-1 0 0,1-1 0 0 0,-1 1 1 0 0,1 0-1 0 0,-1 0 1 0 0,1-1-1 0 0,-1 1 1 0 0,1-1-1 0 0,-1 1 0 0 0,1 0 1 0 0,-1-1-1 0 0,0 1 1 0 0,1-1-1 0 0,-1 1 1 0 0,0-1-1 0 0,1 1 0 0 0,-1-1 1 0 0,0 1-1 0 0,0-1 1 0 0,0 1-1 0 0,1-1 1 0 0,-1 1-1 0 0,0-1 0 0 0,0 0 1 0 0,0 1-1 0 0,0-2 1 0 0,9-36-98 0 0,-7 28 96 0 0,1-4 346 0 0</inkml:trace>
</inkml:ink>
</file>

<file path=ppt/ink/ink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1:21.661"/>
    </inkml:context>
    <inkml:brush xml:id="br0">
      <inkml:brushProperty name="width" value="0.1" units="cm"/>
      <inkml:brushProperty name="height" value="0.1" units="cm"/>
      <inkml:brushProperty name="color" value="#FF0066"/>
    </inkml:brush>
  </inkml:definitions>
  <inkml:trace contextRef="#ctx0" brushRef="#br0">2 89 6913 0 0,'0'-3'285'0'0,"-1"0"0"0"0,1 0-1 0 0,-1 1 1 0 0,1-1-1 0 0,0 0 1 0 0,0 0 0 0 0,1 0-1 0 0,-1 1 1 0 0,0-1-1 0 0,1 0 1 0 0,0 0-1 0 0,0 1 1 0 0,0-1 0 0 0,1-3-1 0 0,1 0 1090 0 0,0-1 1 0 0,0 1-1 0 0,0 0 0 0 0,7-10 0 0 0,-9 16-1282 0 0,-1-1-1 0 0,1 1 1 0 0,-1 0 0 0 0,1 0-1 0 0,-1-1 1 0 0,1 1 0 0 0,-1 0-1 0 0,1 0 1 0 0,-1 0 0 0 0,1 0-1 0 0,-1 0 1 0 0,1 0 0 0 0,-1 0-1 0 0,1 0 1 0 0,-1 0-1 0 0,1 0 1 0 0,-1 0 0 0 0,1 0-1 0 0,-1 0 1 0 0,1 0 0 0 0,-1 0-1 0 0,1 0 1 0 0,-1 1 0 0 0,1-1-1 0 0,-1 0 1 0 0,1 0 0 0 0,-1 1-1 0 0,1-1 1 0 0,-1 0-1 0 0,0 1 1 0 0,1-1 0 0 0,-1 0-1 0 0,1 1 1 0 0,-1-1 0 0 0,0 1-1 0 0,1-1 1 0 0,-1 1 0 0 0,0-1-1 0 0,0 0 1 0 0,1 1 0 0 0,-1 0-1 0 0,16 23 176 0 0,-15-21-39 0 0,36 66 200 0 0,38 104 1 0 0,19 36-321 0 0,-88-198-42 0 0,0 0 1 0 0,1-1-1 0 0,0 0 0 0 0,13 13 0 0 0,-17-20-266 0 0,0 0 0 0 0,1 0 0 0 0,-1 0 0 0 0,1-1 1 0 0,0 1-1 0 0,7 3 0 0 0,-9-5-295 0 0,1 0 0 0 0,-1-1 0 0 0,1 1 1 0 0,-1 0-1 0 0,1-1 0 0 0,0 0 0 0 0,-1 1 0 0 0,1-1 0 0 0,0 0 0 0 0,0 0 0 0 0,-1-1 1 0 0,4 1-1 0 0,11-5-6332 0 0</inkml:trace>
</inkml:ink>
</file>

<file path=ppt/ink/ink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1:21.821"/>
    </inkml:context>
    <inkml:brush xml:id="br0">
      <inkml:brushProperty name="width" value="0.1" units="cm"/>
      <inkml:brushProperty name="height" value="0.1" units="cm"/>
      <inkml:brushProperty name="color" value="#FF0066"/>
    </inkml:brush>
  </inkml:definitions>
  <inkml:trace contextRef="#ctx0" brushRef="#br0">0 0 5065 0 0,'1'8'7665'0'0,"6"24"-4056"0"0,22 49 1620 0 0,-15-46-6241 0 0,-4-8-3757 0 0</inkml:trace>
</inkml:ink>
</file>

<file path=ppt/ink/ink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1:22.008"/>
    </inkml:context>
    <inkml:brush xml:id="br0">
      <inkml:brushProperty name="width" value="0.1" units="cm"/>
      <inkml:brushProperty name="height" value="0.1" units="cm"/>
      <inkml:brushProperty name="color" value="#FF0066"/>
    </inkml:brush>
  </inkml:definitions>
  <inkml:trace contextRef="#ctx0" brushRef="#br0">14 11 14283 0 0,'-5'-6'632'0'0,"2"4"136"0"0,2 0-616 0 0,0 1-152 0 0,-1 1 0 0 0,2 3 0 0 0,-1-1-72 0 0,1 5 8 0 0,0 4 0 0 0,0 3-264 0 0,3 2-56 0 0,1 1 0 0 0,1 0-8 0 0,2 1-1472 0 0,4-1-297 0 0,4-2-55 0 0,1-4-17 0 0</inkml:trace>
</inkml:ink>
</file>

<file path=ppt/ink/ink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1:22.355"/>
    </inkml:context>
    <inkml:brush xml:id="br0">
      <inkml:brushProperty name="width" value="0.1" units="cm"/>
      <inkml:brushProperty name="height" value="0.1" units="cm"/>
      <inkml:brushProperty name="color" value="#FF0066"/>
    </inkml:brush>
  </inkml:definitions>
  <inkml:trace contextRef="#ctx0" brushRef="#br0">134 26 3225 0 0,'0'-2'123'0'0,"-1"0"0"0"0,0 1 0 0 0,0-1 0 0 0,0 1 0 0 0,0-1 0 0 0,0 1 0 0 0,0-1 0 0 0,-1 1 0 0 0,1 0 0 0 0,0 0 0 0 0,-1 0 0 0 0,1 0 0 0 0,-1-1 0 0 0,1 2 1 0 0,-1-1-1 0 0,0 0 0 0 0,1 0 0 0 0,-1 1 0 0 0,0-1 0 0 0,0 0 0 0 0,-2 1 0 0 0,1-1 136 0 0,0 1 0 0 0,0 0-1 0 0,0 1 1 0 0,0-1 0 0 0,-1 1 0 0 0,1-1 0 0 0,0 1-1 0 0,0 0 1 0 0,1 0 0 0 0,-1 0 0 0 0,0 0 0 0 0,-3 2 0 0 0,2 0 69 0 0,-1 0 1 0 0,0 0 0 0 0,1 0 0 0 0,0 0 0 0 0,0 1 0 0 0,0 0 0 0 0,0-1 0 0 0,0 2-1 0 0,1-1 1 0 0,0 0 0 0 0,0 1 0 0 0,0-1 0 0 0,0 1 0 0 0,-3 10 0 0 0,6-15-339 0 0,0 0 0 0 0,0 0 1 0 0,0 0-1 0 0,0 0 0 0 0,0 0 1 0 0,0 1-1 0 0,0-1 0 0 0,0 0 1 0 0,0 0-1 0 0,0 0 0 0 0,0 0 1 0 0,0 1-1 0 0,0-1 0 0 0,0 0 1 0 0,0 0-1 0 0,0 0 1 0 0,0 0-1 0 0,0 0 0 0 0,0 1 1 0 0,0-1-1 0 0,0 0 0 0 0,0 0 1 0 0,0 0-1 0 0,0 0 0 0 0,0 0 1 0 0,1 1-1 0 0,-1-1 0 0 0,0 0 1 0 0,0 0-1 0 0,0 0 0 0 0,0 0 1 0 0,0 0-1 0 0,0 0 0 0 0,1 0 1 0 0,-1 0-1 0 0,0 0 0 0 0,0 0 1 0 0,0 0-1 0 0,0 0 0 0 0,0 1 1 0 0,1-1-1 0 0,-1 0 0 0 0,0 0 1 0 0,0 0-1 0 0,0 0 0 0 0,1 0 1 0 0,11-3-789 0 0,9-5-361 0 0,-7 1 1099 0 0,1 0 1 0 0,0 1-1 0 0,1 1 1 0 0,-1 1 0 0 0,1 0-1 0 0,21-2 1 0 0,-31 5 135 0 0,-1 1 1 0 0,1 0-1 0 0,0 0 0 0 0,-1 1 0 0 0,1-1 1 0 0,-1 1-1 0 0,1 1 0 0 0,-1-1 1 0 0,1 1-1 0 0,-1 0 0 0 0,0 0 1 0 0,0 0-1 0 0,0 1 0 0 0,0 0 0 0 0,0 0 1 0 0,-1 0-1 0 0,1 0 0 0 0,-1 1 1 0 0,0 0-1 0 0,0 0 0 0 0,6 8 0 0 0,-3-2 142 0 0,-1 0 0 0 0,0 1-1 0 0,0 0 1 0 0,-1 0 0 0 0,-1 1-1 0 0,0-1 1 0 0,-1 1-1 0 0,0 0 1 0 0,0 0 0 0 0,-2 0-1 0 0,1 0 1 0 0,-1 23-1 0 0,-1-23-151 0 0,-1 0 0 0 0,0 0 0 0 0,-1 0 0 0 0,0-1 0 0 0,0 1 0 0 0,-1-1 0 0 0,-1 1 0 0 0,0-1 0 0 0,-1 0 0 0 0,0 0 0 0 0,0-1 0 0 0,-1 0 0 0 0,-10 13 0 0 0,15-21-49 0 0,0-1-1 0 0,-1 1 1 0 0,1-1 0 0 0,0 0-1 0 0,-1 0 1 0 0,1 0 0 0 0,-1 0-1 0 0,0 0 1 0 0,1 0-1 0 0,-1 0 1 0 0,-1 0 0 0 0,2-1-63 0 0,1 0 1 0 0,-1 0 0 0 0,1 0 0 0 0,-1 0 0 0 0,1 0 0 0 0,-1 0 0 0 0,1 0 0 0 0,-1 0 0 0 0,1 0-1 0 0,0 0 1 0 0,-1 0 0 0 0,1 0 0 0 0,-1-1 0 0 0,1 1 0 0 0,0 0 0 0 0,-1 0 0 0 0,1-1 0 0 0,0 1-1 0 0,-1 0 1 0 0,1 0 0 0 0,0-1 0 0 0,-1 1 0 0 0,1 0 0 0 0,0-1 0 0 0,-1 1 0 0 0,1-1-1 0 0,0 1 1 0 0,0 0 0 0 0,0-1 0 0 0,-1 1 0 0 0,1-1 0 0 0,0 1 0 0 0,0 0 0 0 0,0-1 0 0 0,0 1-1 0 0,0-1 1 0 0,0 1 0 0 0,0-1 0 0 0,0 1 0 0 0,0-1 0 0 0,0 1 0 0 0,0-1 0 0 0,0 1 0 0 0,0 0-1 0 0,0-1 1 0 0,0 1 0 0 0,0-1 0 0 0,1 1 0 0 0,-1-1 0 0 0</inkml:trace>
</inkml:ink>
</file>

<file path=ppt/ink/ink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1:22.768"/>
    </inkml:context>
    <inkml:brush xml:id="br0">
      <inkml:brushProperty name="width" value="0.1" units="cm"/>
      <inkml:brushProperty name="height" value="0.1" units="cm"/>
      <inkml:brushProperty name="color" value="#FF0066"/>
    </inkml:brush>
  </inkml:definitions>
  <inkml:trace contextRef="#ctx0" brushRef="#br0">3 1 920 0 0,'-3'0'8464'0'0,"6"13"-3657"0"0,31 72-712 0 0,-17-39-3192 0 0,2 1 1 0 0,2-2 0 0 0,37 59 0 0 0,-55-100-902 0 0,0 0 1 0 0,0 0 0 0 0,1 0-1 0 0,0 0 1 0 0,0 0 0 0 0,9 6-1 0 0,-12-10-6 0 0,-1 1-1 0 0,1-1 0 0 0,0 1 0 0 0,0-1 0 0 0,0 1 1 0 0,-1-1-1 0 0,1 0 0 0 0,0 1 0 0 0,0-1 0 0 0,0 0 1 0 0,0 0-1 0 0,0 0 0 0 0,-1 0 0 0 0,1 0 1 0 0,0 0-1 0 0,0 0 0 0 0,0 0 0 0 0,0 0 0 0 0,0 0 1 0 0,0 0-1 0 0,0 0 0 0 0,-1-1 0 0 0,1 1 0 0 0,0 0 1 0 0,0-1-1 0 0,0 1 0 0 0,0 0 0 0 0,-1-1 0 0 0,1 1 1 0 0,0-1-1 0 0,0 1 0 0 0,-1-1 0 0 0,1 0 1 0 0,-1 1-1 0 0,1-1 0 0 0,0 0 0 0 0,-1 1 0 0 0,1-1 1 0 0,-1 0-1 0 0,1 0 0 0 0,-1 0 0 0 0,0 1 0 0 0,1-1 1 0 0,-1 0-1 0 0,0 0 0 0 0,0 0 0 0 0,1 0 0 0 0,-1-1 1 0 0,3-10 0 0 0,-1-1 1 0 0,0 1 0 0 0,0-16 0 0 0,-1 16 16 0 0,0 1 0 0 0,0-1-1 0 0,6-20 1 0 0,-6 28-7 0 0,1 1-1 0 0,-1-1 0 0 0,1 0 1 0 0,0 1-1 0 0,0-1 0 0 0,1 1 1 0 0,-1-1-1 0 0,0 1 0 0 0,1 0 1 0 0,0 0-1 0 0,0 0 0 0 0,0 1 1 0 0,0-1-1 0 0,0 1 0 0 0,4-3 1 0 0,-4 4 24 0 0,-1 0 1 0 0,0 0-1 0 0,1 1 1 0 0,-1-1-1 0 0,1 1 1 0 0,-1-1-1 0 0,1 1 1 0 0,-1 0-1 0 0,1 0 1 0 0,-1 0-1 0 0,1 0 1 0 0,-1 0-1 0 0,1 1 1 0 0,-1-1-1 0 0,1 1 1 0 0,-1-1-1 0 0,1 1 1 0 0,2 2-1 0 0,49 24 35 0 0,-27-12-161 0 0,46 14-3064 0 0</inkml:trace>
</inkml:ink>
</file>

<file path=ppt/ink/ink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1:22.963"/>
    </inkml:context>
    <inkml:brush xml:id="br0">
      <inkml:brushProperty name="width" value="0.1" units="cm"/>
      <inkml:brushProperty name="height" value="0.1" units="cm"/>
      <inkml:brushProperty name="color" value="#FF0066"/>
    </inkml:brush>
  </inkml:definitions>
  <inkml:trace contextRef="#ctx0" brushRef="#br0">7 1 12899 0 0,'-1'0'91'0'0,"1"1"1"0"0,-1 0 0 0 0,1-1-1 0 0,-1 1 1 0 0,1 0 0 0 0,-1-1-1 0 0,1 1 1 0 0,-1 0-1 0 0,1 0 1 0 0,0-1 0 0 0,-1 1-1 0 0,1 0 1 0 0,0 0 0 0 0,0 0-1 0 0,0-1 1 0 0,-1 1 0 0 0,1 0-1 0 0,0 0 1 0 0,0 0-1 0 0,0 0 1 0 0,0-1 0 0 0,0 1-1 0 0,1 0 1 0 0,-1 1 0 0 0,2 28 1499 0 0,-2-27-1351 0 0,3 18 293 0 0,2 0-1 0 0,0-1 1 0 0,0 1 0 0 0,2-1 0 0 0,1-1-1 0 0,0 1 1 0 0,2-1 0 0 0,0-1 0 0 0,17 24-1 0 0,6 3-1193 0 0,2-1-1 0 0,54 52 0 0 0,-72-80-113 0 0</inkml:trace>
</inkml:ink>
</file>

<file path=ppt/ink/ink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1:23.147"/>
    </inkml:context>
    <inkml:brush xml:id="br0">
      <inkml:brushProperty name="width" value="0.1" units="cm"/>
      <inkml:brushProperty name="height" value="0.1" units="cm"/>
      <inkml:brushProperty name="color" value="#FF0066"/>
    </inkml:brush>
  </inkml:definitions>
  <inkml:trace contextRef="#ctx0" brushRef="#br0">16 304 12899 0 0,'-1'0'63'0'0,"1"0"-1"0"0,-1-1 1 0 0,0 1 0 0 0,0 0 0 0 0,1 0 0 0 0,-1-1-1 0 0,0 1 1 0 0,1 0 0 0 0,-1-1 0 0 0,0 1 0 0 0,1 0 0 0 0,-1-1-1 0 0,1 1 1 0 0,-1-1 0 0 0,1 1 0 0 0,-1-1 0 0 0,1 1-1 0 0,-1-1 1 0 0,1 0 0 0 0,-1 1 0 0 0,1-1 0 0 0,0 1-1 0 0,-1-1 1 0 0,1 0 0 0 0,0 0 0 0 0,0 1 0 0 0,-1-1 0 0 0,1 0-1 0 0,0 1 1 0 0,0-1 0 0 0,0 0 0 0 0,0 0 0 0 0,18-16 3120 0 0,-8 11-2411 0 0,69-52 2473 0 0,10-6-3282 0 0,49-27-4297 0 0,-101 67 3913 0 0,-1-3 293 0 0</inkml:trace>
</inkml:ink>
</file>

<file path=ppt/ink/ink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1:24.715"/>
    </inkml:context>
    <inkml:brush xml:id="br0">
      <inkml:brushProperty name="width" value="0.1" units="cm"/>
      <inkml:brushProperty name="height" value="0.1" units="cm"/>
      <inkml:brushProperty name="color" value="#FF0066"/>
    </inkml:brush>
  </inkml:definitions>
  <inkml:trace contextRef="#ctx0" brushRef="#br0">68 89 5529 0 0,'-4'-2'434'0'0,"0"0"-1"0"0,0 0 1 0 0,0 0-1 0 0,0 0 1 0 0,0 0-1 0 0,0 1 1 0 0,-9-2-1 0 0,12 3-298 0 0,0 0 0 0 0,0 0 0 0 0,0 1-1 0 0,0-1 1 0 0,0 0 0 0 0,0 1 0 0 0,-1-1 0 0 0,1 0 0 0 0,0 1-1 0 0,0-1 1 0 0,0 1 0 0 0,1 0 0 0 0,-1-1 0 0 0,0 1 0 0 0,0 0-1 0 0,0-1 1 0 0,0 1 0 0 0,1 0 0 0 0,-1 0 0 0 0,0 0-1 0 0,1 0 1 0 0,-1 0 0 0 0,0 0 0 0 0,1 0 0 0 0,-1 0 0 0 0,1 0-1 0 0,0 0 1 0 0,-1 0 0 0 0,1 0 0 0 0,0 0 0 0 0,0 0 0 0 0,-1 0-1 0 0,1 0 1 0 0,0 0 0 0 0,0 0 0 0 0,1 2 0 0 0,-3 10 171 0 0,2 0 0 0 0,0 0 0 0 0,0 0 0 0 0,1 0 0 0 0,1 0 1 0 0,0 0-1 0 0,1 0 0 0 0,0 0 0 0 0,8 18 0 0 0,-8-24-262 0 0,0 1 0 0 0,1-1 0 0 0,0 0 0 0 0,0 0 0 0 0,1 0 0 0 0,-1 0 0 0 0,1-1 1 0 0,1 0-1 0 0,-1 0 0 0 0,1 0 0 0 0,0-1 0 0 0,1 0 0 0 0,-1 0 0 0 0,1 0 0 0 0,0-1 0 0 0,9 5 0 0 0,-11-7-69 0 0,0 0 0 0 0,0 0 0 0 0,1-1 0 0 0,-1 1 1 0 0,0-1-1 0 0,0 0 0 0 0,1-1 0 0 0,-1 1 0 0 0,1-1 0 0 0,-1 0 0 0 0,0 0 1 0 0,1-1-1 0 0,-1 0 0 0 0,0 0 0 0 0,1 0 0 0 0,-1 0 0 0 0,0-1 1 0 0,0 0-1 0 0,0 0 0 0 0,0 0 0 0 0,0-1 0 0 0,-1 0 0 0 0,1 0 0 0 0,-1 0 1 0 0,0 0-1 0 0,1-1 0 0 0,-1 1 0 0 0,-1-1 0 0 0,1 0 0 0 0,-1 0 0 0 0,1-1 1 0 0,3-6-1 0 0,0-2-135 0 0,0 0 0 0 0,0-1 1 0 0,-2 0-1 0 0,1 0 0 0 0,-2 0 1 0 0,0 0-1 0 0,-1-1 0 0 0,0 0 1 0 0,-1 0-1 0 0,0-24 0 0 0,-1-57 216 0 0,1 104 47 0 0,1 1 0 0 0,-1-1-1 0 0,1 0 1 0 0,1 0-1 0 0,-1 0 1 0 0,6 7 0 0 0,-7-12 12 0 0,0 1 31 0 0,0-1 1 0 0,1 1 0 0 0,0-1 0 0 0,0 0-1 0 0,0 0 1 0 0,0 0 0 0 0,0-1-1 0 0,1 1 1 0 0,5 3 0 0 0,-8-5-78 0 0,1 0 0 0 0,-1-1 0 0 0,0 1 1 0 0,0 0-1 0 0,0-1 0 0 0,0 1 0 0 0,1-1 0 0 0,-1 1 0 0 0,0-1 0 0 0,0 0 1 0 0,1 1-1 0 0,-1-1 0 0 0,0 0 0 0 0,1 0 0 0 0,-1 0 0 0 0,0 0 1 0 0,0 0-1 0 0,1 0 0 0 0,-1 0 0 0 0,0-1 0 0 0,1 1 0 0 0,-1 0 0 0 0,0-1 1 0 0,0 1-1 0 0,1-1 0 0 0,-1 0 0 0 0,0 1 0 0 0,0-1 0 0 0,0 0 0 0 0,0 1 1 0 0,0-1-1 0 0,0 0 0 0 0,0 0 0 0 0,1-2 0 0 0,-1 1-1 0 0,0 1 1 0 0,0-1-1 0 0,0 0 0 0 0,-1 0 0 0 0,1 0 0 0 0,-1 0 0 0 0,1 0 1 0 0,-1 0-1 0 0,0 0 0 0 0,0 0 0 0 0,0 0 0 0 0,0-1 1 0 0,0 1-1 0 0,0 0 0 0 0,0 0 0 0 0,-1 0 0 0 0,1 0 0 0 0,-2-3 1 0 0,-18-39-148 0 0,7 17-1198 0 0,8 13-694 0 0</inkml:trace>
</inkml:ink>
</file>

<file path=ppt/ink/ink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1:24.920"/>
    </inkml:context>
    <inkml:brush xml:id="br0">
      <inkml:brushProperty name="width" value="0.1" units="cm"/>
      <inkml:brushProperty name="height" value="0.1" units="cm"/>
      <inkml:brushProperty name="color" value="#FF0066"/>
    </inkml:brush>
  </inkml:definitions>
  <inkml:trace contextRef="#ctx0" brushRef="#br0">1 1 10138 0 0,'36'50'4479'0'0,"17"28"-1836"0"0,-35-42-1810 0 0,-11-22-1542 0 0,1-1 0 0 0,-1 1 1 0 0,14 16-1 0 0,-20-30 501 0 0,-1 1 0 0 0,1-1 1 0 0,-1 1-1 0 0,1-1 0 0 0,0 1 0 0 0,-1-1 0 0 0,1 0 1 0 0,0 1-1 0 0,-1-1 0 0 0,1 0 0 0 0,0 1 0 0 0,0-1 1 0 0,-1 0-1 0 0,1 0 0 0 0,0 0 0 0 0,0 0 0 0 0,-1 0 1 0 0,1 0-1 0 0,0 0 0 0 0,0 0 0 0 0,-1 0 0 0 0,1 0 1 0 0,0 0-1 0 0,0 0 0 0 0,-1 0 0 0 0,1-1 0 0 0,0 1 1 0 0,0 0-1 0 0,-1-1 0 0 0,1 1 0 0 0,0-1 1 0 0,5-4-1769 0 0</inkml:trace>
</inkml:ink>
</file>

<file path=ppt/ink/ink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1:25.099"/>
    </inkml:context>
    <inkml:brush xml:id="br0">
      <inkml:brushProperty name="width" value="0.1" units="cm"/>
      <inkml:brushProperty name="height" value="0.1" units="cm"/>
      <inkml:brushProperty name="color" value="#FF0066"/>
    </inkml:brush>
  </inkml:definitions>
  <inkml:trace contextRef="#ctx0" brushRef="#br0">10 0 10594 0 0,'-6'9'944'0'0,"4"-5"-751"0"0,0-2-193 0 0,2 1 0 0 0,2 0 432 0 0,-1-2 48 0 0,0 3 16 0 0,3 2 0 0 0,5 2-400 0 0,0 2-96 0 0,2 2 0 0 0,3 0 0 0 0,1 1-688 0 0,3 2-160 0 0,5 2-33 0 0,-5 5-7 0 0,-5 4 696 0 0</inkml:trace>
</inkml:ink>
</file>

<file path=ppt/ink/ink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1:25.362"/>
    </inkml:context>
    <inkml:brush xml:id="br0">
      <inkml:brushProperty name="width" value="0.1" units="cm"/>
      <inkml:brushProperty name="height" value="0.1" units="cm"/>
      <inkml:brushProperty name="color" value="#FF0066"/>
    </inkml:brush>
  </inkml:definitions>
  <inkml:trace contextRef="#ctx0" brushRef="#br0">12 1 14747 0 0,'-1'1'146'0'0,"0"1"0"0"0,-1-1-1 0 0,1 1 1 0 0,0-1 0 0 0,1 1 0 0 0,-1 0-1 0 0,0 0 1 0 0,0-1 0 0 0,1 1-1 0 0,-1 0 1 0 0,1 0 0 0 0,0 0 0 0 0,-1 0-1 0 0,1 0 1 0 0,0-1 0 0 0,0 1 0 0 0,0 0-1 0 0,0 0 1 0 0,0 0 0 0 0,1 0 0 0 0,0 2-1 0 0,10 44 906 0 0,-10-43-883 0 0,4 9 170 0 0,0 1 1 0 0,2-1-1 0 0,-1 0 0 0 0,2 0 1 0 0,0-1-1 0 0,17 22 0 0 0,68 68 440 0 0,-56-64-726 0 0,-20-21-338 0 0,1-1 0 0 0,19 15 0 0 0,-28-26-799 0 0,-1 0 0 0 0,1-1 0 0 0,0 0 0 0 0,13 5 0 0 0</inkml:trace>
</inkml:ink>
</file>

<file path=ppt/ink/ink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1:25.759"/>
    </inkml:context>
    <inkml:brush xml:id="br0">
      <inkml:brushProperty name="width" value="0.1" units="cm"/>
      <inkml:brushProperty name="height" value="0.1" units="cm"/>
      <inkml:brushProperty name="color" value="#FF0066"/>
    </inkml:brush>
  </inkml:definitions>
  <inkml:trace contextRef="#ctx0" brushRef="#br0">0 352 1840 0 0,'0'-3'208'0'0,"0"1"-1"0"0,0-1 1 0 0,0 1-1 0 0,1-1 1 0 0,-1 1-1 0 0,1-1 0 0 0,-1 1 1 0 0,1-1-1 0 0,0 1 1 0 0,0-1-1 0 0,0 1 1 0 0,0-1-1 0 0,2-2 1 0 0,25-37 2656 0 0,-15 23-2546 0 0,100-192 6075 0 0,-111 208-6221 0 0,-1 0-1 0 0,1 0 1 0 0,0 0-1 0 0,0 1 0 0 0,0-1 1 0 0,0 1-1 0 0,1-1 1 0 0,-1 1-1 0 0,1 0 1 0 0,-1 0-1 0 0,1 0 0 0 0,0 0 1 0 0,-1 0-1 0 0,1 1 1 0 0,0-1-1 0 0,0 1 1 0 0,0 0-1 0 0,4-1 0 0 0,-4 2-107 0 0,0-1-1 0 0,0 1 1 0 0,0 1-1 0 0,-1-1 0 0 0,1 0 1 0 0,0 1-1 0 0,0-1 1 0 0,0 1-1 0 0,-1 0 0 0 0,1 0 1 0 0,0 0-1 0 0,-1 0 1 0 0,1 1-1 0 0,-1-1 0 0 0,1 1 1 0 0,-1-1-1 0 0,1 1 0 0 0,-1 0 1 0 0,0 0-1 0 0,0 0 1 0 0,2 3-1 0 0,10 11 210 0 0,-2 1-1 0 0,0 1 1 0 0,-1 0-1 0 0,-1 0 1 0 0,-1 1-1 0 0,9 24 1 0 0,-6-14-213 0 0,26 43-1 0 0,-38-71-76 0 0,0-1 0 0 0,0 0 0 0 0,0 0 0 0 0,0 1 0 0 0,0-1 1 0 0,0 0-1 0 0,0 0 0 0 0,1 1 0 0 0,-1-1 0 0 0,0 0 0 0 0,0 0 0 0 0,0 0 0 0 0,0 1 0 0 0,1-1 0 0 0,-1 0 0 0 0,0 0 0 0 0,0 0 0 0 0,0 0 0 0 0,1 1 0 0 0,-1-1 0 0 0,0 0 0 0 0,0 0 1 0 0,1 0-1 0 0,-1 0 0 0 0,0 0 0 0 0,0 0 0 0 0,1 0 0 0 0,-1 0 0 0 0,0 0 0 0 0,1 0 0 0 0,-1 0 0 0 0,0 0 0 0 0,0 0 0 0 0,1 0 0 0 0,-1 0 0 0 0,0 0 0 0 0,0 0 0 0 0,1 0 0 0 0,-1 0 1 0 0,0 0-1 0 0,7-12-20 0 0,1-23 529 0 0,-8 31-494 0 0,3-11 152 0 0,-1-2 53 0 0,1 0 0 0 0,1 0 0 0 0,0 1 0 0 0,14-33 0 0 0,-17 46-176 0 0,1 1 0 0 0,-1-1 0 0 0,1 0 0 0 0,0 1 0 0 0,-1-1 0 0 0,1 1 0 0 0,0-1 0 0 0,0 1 0 0 0,1 0 0 0 0,-1 0 0 0 0,0 0 0 0 0,1 0 0 0 0,-1 0 0 0 0,1 0 0 0 0,0 1 0 0 0,0-1 0 0 0,-1 1 0 0 0,1 0 0 0 0,0 0 0 0 0,0 0 0 0 0,0 0 0 0 0,0 0 0 0 0,0 1 0 0 0,0 0 1 0 0,0-1-1 0 0,1 1 0 0 0,-1 0 0 0 0,0 0 0 0 0,0 1 0 0 0,0-1 0 0 0,0 1 0 0 0,0-1 0 0 0,0 1 0 0 0,5 2 0 0 0,-2 0-72 0 0,1 0-1 0 0,-1 0 1 0 0,0 1-1 0 0,1 0 1 0 0,9 9 0 0 0,11 7-2629 0 0</inkml:trace>
</inkml:ink>
</file>

<file path=ppt/ink/ink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1:25.948"/>
    </inkml:context>
    <inkml:brush xml:id="br0">
      <inkml:brushProperty name="width" value="0.1" units="cm"/>
      <inkml:brushProperty name="height" value="0.1" units="cm"/>
      <inkml:brushProperty name="color" value="#FF0066"/>
    </inkml:brush>
  </inkml:definitions>
  <inkml:trace contextRef="#ctx0" brushRef="#br0">3 0 6913 0 0,'-3'4'8646'0'0,"6"5"-5591"0"0,7 10-1495 0 0,21 44 807 0 0,-17-34-3298 0 0,21 32 0 0 0</inkml:trace>
</inkml:ink>
</file>

<file path=ppt/ink/ink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1:26.106"/>
    </inkml:context>
    <inkml:brush xml:id="br0">
      <inkml:brushProperty name="width" value="0.1" units="cm"/>
      <inkml:brushProperty name="height" value="0.1" units="cm"/>
      <inkml:brushProperty name="color" value="#FF0066"/>
    </inkml:brush>
  </inkml:definitions>
  <inkml:trace contextRef="#ctx0" brushRef="#br0">42 5 10138 0 0,'-4'-3'896'0'0,"0"2"-712"0"0,1 1-184 0 0,3 1 256 0 0,-1-1 25 0 0,-5 0-1 0 0,-1 0 0 0 0,0 3 648 0 0,2 1 136 0 0,1 0 24 0 0,4 2 9 0 0,3 2-1193 0 0,5-1-249 0 0,4 2-39 0 0,3-2-16 0 0,4-3 288 0 0</inkml:trace>
</inkml:ink>
</file>

<file path=ppt/ink/ink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1:26.428"/>
    </inkml:context>
    <inkml:brush xml:id="br0">
      <inkml:brushProperty name="width" value="0.1" units="cm"/>
      <inkml:brushProperty name="height" value="0.1" units="cm"/>
      <inkml:brushProperty name="color" value="#FF0066"/>
    </inkml:brush>
  </inkml:definitions>
  <inkml:trace contextRef="#ctx0" brushRef="#br0">1 74 9674 0 0,'7'10'307'0'0,"-1"-1"-1"0"0,1 1 1 0 0,-2 0 0 0 0,1 0-1 0 0,-2 1 1 0 0,1-1-1 0 0,-1 1 1 0 0,-1 0 0 0 0,0 0-1 0 0,2 15 1 0 0,8 24 209 0 0,-8-33-286 0 0,-3-10-390 0 0,0 0 1 0 0,0 0-1 0 0,0 0 0 0 0,1 0 1 0 0,0 0-1 0 0,0-1 1 0 0,9 12-1 0 0,-23-49-319 0 0,8 19 694 0 0,-1 0 155 0 0,2 0-1 0 0,0 0 1 0 0,0-1-1 0 0,1 1 1 0 0,1 0 0 0 0,0-1-1 0 0,0 1 1 0 0,1-1 0 0 0,1 1-1 0 0,0 0 1 0 0,1 0-1 0 0,0 0 1 0 0,1 0 0 0 0,0 1-1 0 0,1-1 1 0 0,0 1 0 0 0,1 0-1 0 0,12-17 1 0 0,-14 24-198 0 0,0 0 0 0 0,0 0 0 0 0,1 0 0 0 0,0 0 1 0 0,-1 1-1 0 0,1 0 0 0 0,1 0 0 0 0,-1 0 0 0 0,0 0 0 0 0,1 1 1 0 0,-1 0-1 0 0,1 0 0 0 0,0 1 0 0 0,7-2 0 0 0,0 1-342 0 0,-1 1 0 0 0,0 0 1 0 0,1 1-1 0 0,-1 1 0 0 0,23 3 0 0 0,-14 0-7265 0 0</inkml:trace>
</inkml:ink>
</file>

<file path=ppt/ink/ink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1:27.344"/>
    </inkml:context>
    <inkml:brush xml:id="br0">
      <inkml:brushProperty name="width" value="0.1" units="cm"/>
      <inkml:brushProperty name="height" value="0.1" units="cm"/>
      <inkml:brushProperty name="color" value="#FF0066"/>
    </inkml:brush>
  </inkml:definitions>
  <inkml:trace contextRef="#ctx0" brushRef="#br0">13 19 8754 0 0,'-12'-18'8332'0'0,"22"23"-6901"0"0,15 15-764 0 0,-1 1 0 0 0,0 1 0 0 0,-2 2-1 0 0,-1 0 1 0 0,33 50 0 0 0,15 15-524 0 0,6-3-1015 0 0,-21-32-5524 0 0,-47-48 4422 0 0</inkml:trace>
</inkml:ink>
</file>

<file path=ppt/ink/ink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1:27.780"/>
    </inkml:context>
    <inkml:brush xml:id="br0">
      <inkml:brushProperty name="width" value="0.1" units="cm"/>
      <inkml:brushProperty name="height" value="0.1" units="cm"/>
      <inkml:brushProperty name="color" value="#FF0066"/>
    </inkml:brush>
  </inkml:definitions>
  <inkml:trace contextRef="#ctx0" brushRef="#br0">27 489 7834 0 0,'-21'0'818'0'0,"21"0"-786"0"0,-1 0 1 0 0,1 0 0 0 0,0-1-1 0 0,-1 1 1 0 0,1 0 0 0 0,-1-1-1 0 0,1 1 1 0 0,0 0 0 0 0,0-1-1 0 0,-1 1 1 0 0,1 0 0 0 0,0-1-1 0 0,0 1 1 0 0,-1-1-1 0 0,1 1 1 0 0,0 0 0 0 0,0-1-1 0 0,0 1 1 0 0,0-1 0 0 0,0 1-1 0 0,0-1 1 0 0,-1 1 0 0 0,1 0-1 0 0,0-1 1 0 0,0 1 0 0 0,1-1-1 0 0,-1-4 215 0 0,2 0 0 0 0,-1 1 0 0 0,0-1 1 0 0,1 0-1 0 0,0 1 0 0 0,3-5 0 0 0,-4 6-154 0 0,95-174 4440 0 0,-90 165-4461 0 0,0 1-1 0 0,1 0 1 0 0,0 0 0 0 0,1 1 0 0 0,0 0-1 0 0,14-13 1 0 0,-20 21 26 0 0,0 0 0 0 0,0 0-1 0 0,1 1 1 0 0,-1-1-1 0 0,0 1 1 0 0,1 0 0 0 0,-1-1-1 0 0,1 1 1 0 0,0 0 0 0 0,-1 1-1 0 0,1-1 1 0 0,0 0 0 0 0,0 1-1 0 0,-1 0 1 0 0,1-1 0 0 0,0 1-1 0 0,0 0 1 0 0,-1 0 0 0 0,1 1-1 0 0,0-1 1 0 0,0 0 0 0 0,0 1-1 0 0,-1 0 1 0 0,1 0 0 0 0,-1 0-1 0 0,1 0 1 0 0,0 0 0 0 0,-1 0-1 0 0,0 1 1 0 0,1-1 0 0 0,-1 1-1 0 0,0 0 1 0 0,0-1 0 0 0,1 1-1 0 0,2 4 1 0 0,40 45 944 0 0,-31-34-775 0 0,27 27-1 0 0,-37-40-264 0 0,1 0 1 0 0,0 0-1 0 0,0 0 1 0 0,1-1-1 0 0,-1 0 0 0 0,0 0 1 0 0,1-1-1 0 0,0 1 1 0 0,0-1-1 0 0,10 2 1 0 0,-15-4-6 0 0,-1 0 0 0 0,1 0 1 0 0,0 1-1 0 0,-1-1 0 0 0,1 0 1 0 0,0-1-1 0 0,-1 1 0 0 0,1 0 1 0 0,0 0-1 0 0,-1 0 0 0 0,1 0 1 0 0,0 0-1 0 0,-1-1 0 0 0,1 1 1 0 0,0 0-1 0 0,-1 0 0 0 0,1-1 1 0 0,-1 1-1 0 0,1-1 0 0 0,0 1 1 0 0,-1 0-1 0 0,1-1 0 0 0,-1 1 1 0 0,1-1-1 0 0,0-1 0 0 0,6-20-159 0 0,-7-34-159 0 0,-1 44 289 0 0,-1-28 122 0 0,1 19 55 0 0,0 0-1 0 0,1 0 0 0 0,1 0 0 0 0,0 0 0 0 0,9-33 0 0 0,-10 52-108 0 0,0 1-1 0 0,1-1 1 0 0,-1 0-1 0 0,1 1 1 0 0,0-1 0 0 0,-1 1-1 0 0,1-1 1 0 0,0 1-1 0 0,0-1 1 0 0,0 1-1 0 0,0-1 1 0 0,0 1-1 0 0,0 0 1 0 0,1 0-1 0 0,-1 0 1 0 0,0-1-1 0 0,1 1 1 0 0,-1 0 0 0 0,1 1-1 0 0,-1-1 1 0 0,1 0-1 0 0,1 0 1 0 0,-1 0-4 0 0,1 1 1 0 0,-1 0 0 0 0,0 0 0 0 0,1 0-1 0 0,-1 0 1 0 0,0 0 0 0 0,1 0 0 0 0,-1 1-1 0 0,0-1 1 0 0,0 1 0 0 0,1 0 0 0 0,-1 0-1 0 0,0 0 1 0 0,3 1 0 0 0,7 6 42 0 0,0 0 1 0 0,0 0-1 0 0,-1 1 1 0 0,12 12-1 0 0,-17-15-54 0 0,14 13-458 0 0,39 32 1095 0 0,-14-25-7679 0 0,-25-18-203 0 0</inkml:trace>
</inkml:ink>
</file>

<file path=ppt/ink/ink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1:28.075"/>
    </inkml:context>
    <inkml:brush xml:id="br0">
      <inkml:brushProperty name="width" value="0.1" units="cm"/>
      <inkml:brushProperty name="height" value="0.1" units="cm"/>
      <inkml:brushProperty name="color" value="#FF0066"/>
    </inkml:brush>
  </inkml:definitions>
  <inkml:trace contextRef="#ctx0" brushRef="#br0">141 265 10138 0 0,'2'-1'220'0'0,"0"-1"1"0"0,0 1-1 0 0,0-1 0 0 0,0 0 0 0 0,0 0 0 0 0,0 0 1 0 0,0 0-1 0 0,-1 0 0 0 0,1 0 0 0 0,-1-1 0 0 0,1 1 1 0 0,-1 0-1 0 0,0-1 0 0 0,0 1 0 0 0,0-1 1 0 0,0 1-1 0 0,0-1 0 0 0,-1 0 0 0 0,1 1 0 0 0,-1-1 1 0 0,0 0-1 0 0,0 0 0 0 0,0 1 0 0 0,0-1 0 0 0,0 0 1 0 0,-1-2-1 0 0,0-5 59 0 0,-1 0 0 0 0,0 0 0 0 0,-1 0 0 0 0,0 1 0 0 0,-7-17 0 0 0,8 22-260 0 0,-33-63 78 0 0,32 62-62 0 0,0 1 1 0 0,0-1-1 0 0,-1 1 1 0 0,1 0-1 0 0,-1 0 1 0 0,0 0-1 0 0,0 1 1 0 0,0-1-1 0 0,0 1 1 0 0,-1 0-1 0 0,-7-4 1 0 0,10 6 11 0 0,1 1 1 0 0,0-1 0 0 0,-1 1-1 0 0,1-1 1 0 0,0 1-1 0 0,-1 0 1 0 0,1 0 0 0 0,0 0-1 0 0,-1 0 1 0 0,1 0-1 0 0,0 0 1 0 0,-1 0-1 0 0,1 0 1 0 0,0 0 0 0 0,-1 0-1 0 0,1 1 1 0 0,0-1-1 0 0,-1 1 1 0 0,1-1 0 0 0,0 1-1 0 0,0-1 1 0 0,-1 1-1 0 0,1 0 1 0 0,-1 1-1 0 0,0 0 35 0 0,0 0 0 0 0,0 0 0 0 0,1 0-1 0 0,-1 0 1 0 0,1 1 0 0 0,-1-1 0 0 0,1 1-1 0 0,0-1 1 0 0,0 1 0 0 0,0-1 0 0 0,-1 5-1 0 0,1 1 48 0 0,-1 0 0 0 0,1 0 0 0 0,0 0 0 0 0,1 0 0 0 0,0 1 0 0 0,0-1 0 0 0,2 10 0 0 0,0-12-92 0 0,0 0 0 0 0,0 1 0 0 0,1-1 0 0 0,-1 0 1 0 0,1 0-1 0 0,1-1 0 0 0,-1 1 0 0 0,1-1 0 0 0,0 0 0 0 0,0 1 0 0 0,1-2 1 0 0,-1 1-1 0 0,1 0 0 0 0,0-1 0 0 0,0 0 0 0 0,1 0 0 0 0,-1-1 0 0 0,1 0 0 0 0,0 1 1 0 0,0-2-1 0 0,9 4 0 0 0,0-1-246 0 0,-1-1 0 0 0,1 0-1 0 0,0-1 1 0 0,0-1 0 0 0,0-1 0 0 0,0 0 0 0 0,0 0 0 0 0,21-3-1 0 0,-8-2-7135 0 0</inkml:trace>
</inkml:ink>
</file>

<file path=ppt/ink/ink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1:28.471"/>
    </inkml:context>
    <inkml:brush xml:id="br0">
      <inkml:brushProperty name="width" value="0.1" units="cm"/>
      <inkml:brushProperty name="height" value="0.1" units="cm"/>
      <inkml:brushProperty name="color" value="#FF0066"/>
    </inkml:brush>
  </inkml:definitions>
  <inkml:trace contextRef="#ctx0" brushRef="#br0">40 3 9218 0 0,'0'0'155'0'0,"-1"-1"0"0"0,0 1 1 0 0,1 0-1 0 0,-1-1 0 0 0,1 1 0 0 0,-1 0 0 0 0,0 0 1 0 0,1 0-1 0 0,-1 0 0 0 0,0-1 0 0 0,1 1 1 0 0,-1 0-1 0 0,0 0 0 0 0,1 0 0 0 0,-1 1 0 0 0,0-1 1 0 0,1 0-1 0 0,-1 0 0 0 0,0 0 0 0 0,1 0 1 0 0,-1 1-1 0 0,0-1 0 0 0,1 0 0 0 0,-1 0 0 0 0,1 1 1 0 0,-1-1-1 0 0,0 0 0 0 0,1 1 0 0 0,-1-1 1 0 0,1 1-1 0 0,-1-1 0 0 0,1 1 0 0 0,0-1 0 0 0,-1 1 1 0 0,1-1-1 0 0,-1 1 0 0 0,1 0 0 0 0,0-1 0 0 0,-1 1 1 0 0,1-1-1 0 0,0 1 0 0 0,0 1 0 0 0,-14 27 2209 0 0,13-18-2099 0 0,0 1 0 0 0,0 0 0 0 0,1-1 1 0 0,1 1-1 0 0,0 0 0 0 0,0-1 0 0 0,1 1 0 0 0,1-1 1 0 0,0 1-1 0 0,0-1 0 0 0,1 0 0 0 0,9 16 0 0 0,7 14 280 0 0,48 68-1 0 0,-64-104-491 0 0,30 44 199 0 0,2-1 0 0 0,60 61 0 0 0,-75-88-273 0 0,1-1 1 0 0,1-1-1 0 0,1 0 1 0 0,1-2-1 0 0,0-1 1 0 0,51 23-1 0 0,-75-39-51 0 0,4 3-213 0 0,-1-1 0 0 0,1-1 0 0 0,0 1 0 0 0,-1-1 0 0 0,1 0 0 0 0,0 0 0 0 0,0 0 0 0 0,6 0 0 0 0</inkml:trace>
</inkml:ink>
</file>

<file path=ppt/ink/ink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1:28.771"/>
    </inkml:context>
    <inkml:brush xml:id="br0">
      <inkml:brushProperty name="width" value="0.1" units="cm"/>
      <inkml:brushProperty name="height" value="0.1" units="cm"/>
      <inkml:brushProperty name="color" value="#FF0066"/>
    </inkml:brush>
  </inkml:definitions>
  <inkml:trace contextRef="#ctx0" brushRef="#br0">23 396 5985 0 0,'-21'4'1084'0'0,"20"-4"-1003"0"0,1-1-1 0 0,0 1 0 0 0,0 0 0 0 0,0 0 0 0 0,0 0 0 0 0,0-1 1 0 0,0 1-1 0 0,0 0 0 0 0,0 0 0 0 0,-1-1 0 0 0,1 1 0 0 0,0 0 1 0 0,0 0-1 0 0,0-1 0 0 0,0 1 0 0 0,0 0 0 0 0,0 0 0 0 0,0-1 1 0 0,0 1-1 0 0,1 0 0 0 0,-1 0 0 0 0,0-1 0 0 0,0 1 0 0 0,0 0 1 0 0,0 0-1 0 0,0-1 0 0 0,0 1 0 0 0,0 0 0 0 0,0 0 1 0 0,1 0-1 0 0,-1-1 0 0 0,0 1 80 0 0,0 0-80 0 0,1 0 1 0 0,-1-1-1 0 0,0 1 0 0 0,0 0 0 0 0,1 0 0 0 0,32-31 4916 0 0,-25 24-5665 0 0,55-50 1742 0 0,-15 9-6291 0 0,62-78 1 0 0,-51 44 4038 0 0,-58 80 1113 0 0,2-2 202 0 0,0-1 0 0 0,0 1 1 0 0,0 0-1 0 0,0 0 0 0 0,1 0 0 0 0,6-5 0 0 0,-9 9-3 0 0,0-1-1 0 0,-1 1 0 0 0,1-1 0 0 0,0 1 0 0 0,-1 0 0 0 0,1 0 0 0 0,0-1 0 0 0,-1 1 1 0 0,1 0-1 0 0,0 0 0 0 0,0 0 0 0 0,-1 0 0 0 0,1 0 0 0 0,0 0 0 0 0,0 0 1 0 0,-1 0-1 0 0,1 0 0 0 0,0 0 0 0 0,0 0 0 0 0,0 1 0 0 0,1 0 206 0 0,-1-1 0 0 0,0 1 0 0 0,1 0 0 0 0,-1 0 0 0 0,0 0 0 0 0,0 1 0 0 0,1-1 0 0 0,-1 0 0 0 0,0 0 0 0 0,0 1 0 0 0,0-1 0 0 0,-1 0 0 0 0,2 2 0 0 0,7 12 1779 0 0,45 72 6231 0 0,-21-49-9086 0 0,9-6-4945 0 0</inkml:trace>
</inkml:ink>
</file>

<file path=ppt/ink/ink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1:28.930"/>
    </inkml:context>
    <inkml:brush xml:id="br0">
      <inkml:brushProperty name="width" value="0.1" units="cm"/>
      <inkml:brushProperty name="height" value="0.1" units="cm"/>
      <inkml:brushProperty name="color" value="#FF0066"/>
    </inkml:brush>
  </inkml:definitions>
  <inkml:trace contextRef="#ctx0" brushRef="#br0">4 6 6913 0 0,'-2'-3'609'0'0,"0"1"-481"0"0,4 2-128 0 0,-1 0-120 0 0,2 1 24 0 0,-1 2 8 0 0,5 4-72 0 0,2 5-9 0 0,0 3-7 0 0,5 1 0 0 0,1 3 176 0 0,0-4-72 0 0,-3-1 72 0 0</inkml:trace>
</inkml:ink>
</file>

<file path=ppt/ink/ink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1:29.301"/>
    </inkml:context>
    <inkml:brush xml:id="br0">
      <inkml:brushProperty name="width" value="0.1" units="cm"/>
      <inkml:brushProperty name="height" value="0.1" units="cm"/>
      <inkml:brushProperty name="color" value="#FF0066"/>
    </inkml:brush>
  </inkml:definitions>
  <inkml:trace contextRef="#ctx0" brushRef="#br0">2 1 10594 0 0,'-2'1'5476'0'0,"5"18"-2541"0"0,7 27-1054 0 0,-1-25-1783 0 0,0 0 0 0 0,1-1 1 0 0,2 0-1 0 0,0 0 0 0 0,1-2 1 0 0,0 1-1 0 0,26 25 0 0 0,-26-31-121 0 0,-1-1 0 0 0,2-1 0 0 0,0 0 0 0 0,0-1 0 0 0,1 0 0 0 0,0-1-1 0 0,0-1 1 0 0,1 0 0 0 0,0-2 0 0 0,25 8 0 0 0,-39-13 27 0 0,1 0 1 0 0,-1-1-1 0 0,0 1 1 0 0,1-1-1 0 0,-1 0 0 0 0,1 0 1 0 0,-1 0-1 0 0,0 0 1 0 0,1 0-1 0 0,-1 0 1 0 0,1-1-1 0 0,-1 1 0 0 0,0-1 1 0 0,1 1-1 0 0,-1-1 1 0 0,0 0-1 0 0,0 0 1 0 0,0 0-1 0 0,1 0 0 0 0,2-3 1 0 0,-3 2 38 0 0,1-1 0 0 0,-1 1 1 0 0,0-1-1 0 0,-1 0 0 0 0,1 0 0 0 0,0 1 1 0 0,-1-1-1 0 0,1 0 0 0 0,-1 0 0 0 0,0-1 1 0 0,0 1-1 0 0,0 0 0 0 0,0-5 0 0 0,1-3 76 0 0,-1-1-1 0 0,-1 0 0 0 0,0 0 0 0 0,-1 0 1 0 0,0 1-1 0 0,-1-1 0 0 0,-3-15 0 0 0,2 19-163 0 0,-15-49 536 0 0,17 54-581 0 0,0 0 0 0 0,0 0-1 0 0,-1 0 1 0 0,1 1 0 0 0,-1-1 0 0 0,0 0-1 0 0,0 1 1 0 0,0-1 0 0 0,0 1-1 0 0,-1-1 1 0 0,1 1 0 0 0,-1 0 0 0 0,1 0-1 0 0,-6-3 1 0 0</inkml:trace>
</inkml:ink>
</file>

<file path=ppt/ink/ink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1:30.118"/>
    </inkml:context>
    <inkml:brush xml:id="br0">
      <inkml:brushProperty name="width" value="0.1" units="cm"/>
      <inkml:brushProperty name="height" value="0.1" units="cm"/>
      <inkml:brushProperty name="color" value="#FF0066"/>
    </inkml:brush>
  </inkml:definitions>
  <inkml:trace contextRef="#ctx0" brushRef="#br0">2 717 6913 0 0,'23'-2'11570'0'0,"3"-7"-7897"0"0,-24 8-3648 0 0,0-1-1 0 0,0 1 1 0 0,0-1 0 0 0,0 1 0 0 0,0-1-1 0 0,0 1 1 0 0,0-1 0 0 0,0 0 0 0 0,-1 0-1 0 0,1 0 1 0 0,-1 0 0 0 0,0 0 0 0 0,1 0-1 0 0,-1 0 1 0 0,0-1 0 0 0,0 1-1 0 0,0 0 1 0 0,-1-1 0 0 0,1 1 0 0 0,0-1-1 0 0,-1 1 1 0 0,1-4 0 0 0,-1-10-84 0 0,1 0-1 0 0,-2 0 1 0 0,-2-15 0 0 0,2 26-11 0 0,1 1 1 0 0,-1-1-1 0 0,0 1 1 0 0,0 0-1 0 0,-1-1 1 0 0,1 1-1 0 0,-1 0 1 0 0,0 0-1 0 0,0 0 0 0 0,0 0 1 0 0,-1 0-1 0 0,1 1 1 0 0,-1-1-1 0 0,0 1 1 0 0,-5-5-1 0 0,5 7-8 0 0,1 0 0 0 0,0 0-1 0 0,-1 0 1 0 0,0 1 0 0 0,1 0-1 0 0,-1-1 1 0 0,1 1 0 0 0,-6 0-1 0 0,8 0 46 0 0,-1 0 0 0 0,1 0 0 0 0,-1 0 0 0 0,1-1 0 0 0,-1 1 0 0 0,0 0 0 0 0,1 0-1 0 0,-1 0 1 0 0,1 0 0 0 0,-1 0 0 0 0,1 1 0 0 0,-1-1 0 0 0,1 0 0 0 0,-1 0 0 0 0,0 0 0 0 0,1 0-1 0 0,-1 1 1 0 0,1-1 0 0 0,-1 0 0 0 0,1 0 0 0 0,-1 1 0 0 0,1-1 0 0 0,0 0 0 0 0,-1 1-1 0 0,1-1 1 0 0,-1 1 0 0 0,1-1 0 0 0,0 0 0 0 0,-1 1 0 0 0,1-1 0 0 0,0 1 0 0 0,-1-1 0 0 0,1 1-1 0 0,0-1 1 0 0,0 1 0 0 0,0-1 0 0 0,-1 1 0 0 0,1 0 0 0 0,0-1 0 0 0,0 1 0 0 0,0-1-1 0 0,0 1 1 0 0,0-1 0 0 0,0 2 0 0 0,3 0-27 0 0,-1 0 1 0 0,1 0-1 0 0,0 0 0 0 0,0 0 0 0 0,0 0 1 0 0,0-1-1 0 0,0 1 0 0 0,0-1 0 0 0,0 0 0 0 0,0 1 1 0 0,1-2-1 0 0,3 2 0 0 0,4 1 34 0 0,19 7 745 0 0,0-1-1 0 0,54 8 0 0 0,-83-17-723 0 0,0 0 1 0 0,1 0-1 0 0,-1 0 0 0 0,0 0 0 0 0,0-1 0 0 0,0 1 0 0 0,1 0 0 0 0,-1-1 0 0 0,0 1 0 0 0,0-1 0 0 0,0 1 1 0 0,0-1-1 0 0,0 1 0 0 0,0-1 0 0 0,0 0 0 0 0,0 1 0 0 0,0-1 0 0 0,0 0 0 0 0,0 0 0 0 0,0 0 0 0 0,-1 0 0 0 0,1 0 1 0 0,0 0-1 0 0,-1 0 0 0 0,1 0 0 0 0,0 0 0 0 0,-1 0 0 0 0,1 0 0 0 0,-1 0 0 0 0,0 0 0 0 0,1 0 0 0 0,-1-1 0 0 0,0 1 1 0 0,0 0-1 0 0,0 0 0 0 0,0 0 0 0 0,0-1 0 0 0,0 0 0 0 0,1-2 78 0 0,-1 0 0 0 0,0 0 1 0 0,0 0-1 0 0,0 0 0 0 0,0 0 0 0 0,-1 0 0 0 0,0 0 0 0 0,0 0 1 0 0,0 0-1 0 0,-2-6 0 0 0,-19-20 602 0 0,13 17-489 0 0,0 1 0 0 0,1-1 0 0 0,-8-17 0 0 0,14 27-175 0 0,1 1-1 0 0,0-1 1 0 0,0 0 0 0 0,0 0 0 0 0,0 1 0 0 0,1-1 0 0 0,-1 0 0 0 0,1 0 0 0 0,-1 0 0 0 0,1 0 0 0 0,0 0 0 0 0,0 0-1 0 0,1 0 1 0 0,-1 0 0 0 0,1 0 0 0 0,-1 0 0 0 0,1 1 0 0 0,0-1 0 0 0,0 0 0 0 0,0 0 0 0 0,0 1 0 0 0,3-4 0 0 0,-1 2 12 0 0,0 0 0 0 0,0 1 0 0 0,0-1 1 0 0,1 1-1 0 0,0 0 0 0 0,0 0 1 0 0,0 0-1 0 0,0 1 0 0 0,0-1 0 0 0,0 1 1 0 0,1 0-1 0 0,-1 0 0 0 0,1 1 1 0 0,-1-1-1 0 0,1 1 0 0 0,0 0 0 0 0,-1 0 1 0 0,10 0-1 0 0,-5 1 47 0 0,0 0-1 0 0,-1 0 1 0 0,1 1-1 0 0,0 1 1 0 0,0-1-1 0 0,-1 1 1 0 0,1 1-1 0 0,-1-1 1 0 0,12 6-1 0 0,-12-3-84 0 0,1 0 0 0 0,-1 1 0 0 0,0-1 1 0 0,-1 2-1 0 0,8 6 0 0 0,23 18 133 0 0,-38-31-111 0 0,-1 0 0 0 0,1 0 0 0 0,0-1 0 0 0,0 1 0 0 0,0 0 0 0 0,0 0 0 0 0,0 0 0 0 0,-1-1 0 0 0,1 1 0 0 0,0 0-1 0 0,0 0 1 0 0,0-1 0 0 0,0 1 0 0 0,0 0 0 0 0,0 0 0 0 0,0-1 0 0 0,0 1 0 0 0,0 0 0 0 0,0 0 0 0 0,0-1 0 0 0,0 1-1 0 0,0 0 1 0 0,0 0 0 0 0,0-1 0 0 0,0 1 0 0 0,0 0 0 0 0,1 0 0 0 0,-1-1 0 0 0,0 1 0 0 0,0 0 0 0 0,0 0 0 0 0,0-1-1 0 0,0 1 1 0 0,0 0 0 0 0,1 0 0 0 0,-1 0 0 0 0,0 0 0 0 0,0-1 0 0 0,0 1 0 0 0,1 0 0 0 0,-1 0 0 0 0,0 0 0 0 0,0 0-1 0 0,1 0 1 0 0,-1-1 0 0 0,0 1 0 0 0,0 0 0 0 0,1 0 0 0 0,-1 0 0 0 0,0 0 0 0 0,0 0 0 0 0,1 0 0 0 0,-1 0 0 0 0,0 0-1 0 0,0 0 1 0 0,1 0 0 0 0,-1 0 0 0 0,0 0 0 0 0,0 0 0 0 0,1 0 0 0 0,-1 0 0 0 0,0 1 0 0 0,0-1 0 0 0,1 0 0 0 0,-1 0 0 0 0,0 0-1 0 0,0 0 1 0 0,0 0 0 0 0,1 1 0 0 0,-8-28 306 0 0,6 21-267 0 0,-12-52 162 0 0,-7-87-1 0 0,18 58-7263 0 0,4 41-758 0 0</inkml:trace>
</inkml:ink>
</file>

<file path=ppt/ink/ink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1:42.674"/>
    </inkml:context>
    <inkml:brush xml:id="br0">
      <inkml:brushProperty name="width" value="0.1" units="cm"/>
      <inkml:brushProperty name="height" value="0.1" units="cm"/>
      <inkml:brushProperty name="color" value="#FF0066"/>
    </inkml:brush>
  </inkml:definitions>
  <inkml:trace contextRef="#ctx0" brushRef="#br0">6 89 5065 0 0,'-2'-19'3562'0'0,"0"-1"-1"0"0,1-27 0 0 0,1 45-3047 0 0,4 36 2915 0 0,0-2-3181 0 0,0 211 264 0 0,-6-152-178 0 0,4 0-1 0 0,24 159 1 0 0,-23-240-333 0 0,-2 3 11 0 0,2-1 0 0 0,0 0 1 0 0,0 0-1 0 0,1 0 0 0 0,0 0 1 0 0,1 0-1 0 0,9 13 1 0 0,-14-24-1 0 0,0-1 1 0 0,0 0-1 0 0,0 1 0 0 0,1-1 1 0 0,-1 0-1 0 0,0 0 1 0 0,0 0-1 0 0,0 1 1 0 0,1-1-1 0 0,-1 0 1 0 0,0 0-1 0 0,0 0 0 0 0,1 1 1 0 0,-1-1-1 0 0,0 0 1 0 0,1 0-1 0 0,-1 0 1 0 0,0 0-1 0 0,0 0 1 0 0,1 0-1 0 0,-1 0 0 0 0,0 0 1 0 0,1 0-1 0 0,-1 0 1 0 0,0 0-1 0 0,0 0 1 0 0,1 0-1 0 0,-1 0 1 0 0,0 0-1 0 0,1 0 0 0 0,-1 0 1 0 0,0 0-1 0 0,1 0 1 0 0,-1 0-1 0 0,0-1 1 0 0,9-10 147 0 0,2-22-89 0 0,-10 29-18 0 0,30-131 182 0 0,-20 83-180 0 0,1 1 0 0 0,29-74 0 0 0,-39 120-33 0 0,0 0 0 0 0,0 0 1 0 0,1 0-1 0 0,0 1 0 0 0,0-1 0 0 0,0 1 0 0 0,0 0 1 0 0,7-7-1 0 0,-9 10-17 0 0,1 0 1 0 0,-1 1-1 0 0,0-1 1 0 0,0 0-1 0 0,1 1 0 0 0,-1-1 1 0 0,0 1-1 0 0,1 0 1 0 0,-1-1-1 0 0,1 1 0 0 0,-1 0 1 0 0,0 0-1 0 0,1 0 1 0 0,-1 0-1 0 0,1 0 0 0 0,-1 0 1 0 0,0 0-1 0 0,1 0 1 0 0,-1 1-1 0 0,1-1 0 0 0,-1 0 1 0 0,0 1-1 0 0,1 0 1 0 0,-1-1-1 0 0,0 1 0 0 0,0 0 1 0 0,0-1-1 0 0,1 1 1 0 0,-1 0-1 0 0,0 0 0 0 0,0 0 1 0 0,0 0-1 0 0,0 0 1 0 0,0 0-1 0 0,0 0 1 0 0,1 2-1 0 0,11 15 2 0 0,0 0-1 0 0,-1 1 1 0 0,-1 0 0 0 0,0 0-1 0 0,10 29 1 0 0,-9-19 5 0 0,28 45 0 0 0,-4-25 93 0 0,-25-36-52 0 0,-1 0-1 0 0,-1 0 1 0 0,0 1 0 0 0,-1 0 0 0 0,-1 1 0 0 0,0 0 0 0 0,5 15 0 0 0,-8 1-191 0 0,-3-19-1917 0 0</inkml:trace>
</inkml:ink>
</file>

<file path=ppt/ink/ink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1:42.880"/>
    </inkml:context>
    <inkml:brush xml:id="br0">
      <inkml:brushProperty name="width" value="0.1" units="cm"/>
      <inkml:brushProperty name="height" value="0.1" units="cm"/>
      <inkml:brushProperty name="color" value="#FF0066"/>
    </inkml:brush>
  </inkml:definitions>
  <inkml:trace contextRef="#ctx0" brushRef="#br0">0 0 7370 0 0,'4'5'806'0'0,"0"-1"0"0"0,0 1 1 0 0,-1 0-1 0 0,0 0 1 0 0,0 0-1 0 0,0 0 1 0 0,-1 0-1 0 0,3 9 1 0 0,2 2 715 0 0,7 12 818 0 0,18 50-1 0 0,-27-61-2804 0 0,0 0 0 0 0,-1 1 0 0 0,-1 0 0 0 0,1 24 0 0 0,-4-27-1059 0 0</inkml:trace>
</inkml:ink>
</file>

<file path=ppt/ink/ink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1:43.053"/>
    </inkml:context>
    <inkml:brush xml:id="br0">
      <inkml:brushProperty name="width" value="0.1" units="cm"/>
      <inkml:brushProperty name="height" value="0.1" units="cm"/>
      <inkml:brushProperty name="color" value="#FF0066"/>
    </inkml:brush>
  </inkml:definitions>
  <inkml:trace contextRef="#ctx0" brushRef="#br0">30 131 11979 0 0,'-6'-16'334'0'0,"1"3"443"0"0,1 1 1 0 0,0 0-1 0 0,1-1 0 0 0,0 0 1 0 0,1 1-1 0 0,-1-17 0 0 0,3 29-736 0 0,0 0 0 0 0,0-1-1 0 0,0 1 1 0 0,0-1-1 0 0,0 1 1 0 0,0 0-1 0 0,0-1 1 0 0,0 1-1 0 0,1-1 1 0 0,-1 1-1 0 0,0 0 1 0 0,0-1-1 0 0,0 1 1 0 0,0-1-1 0 0,1 1 1 0 0,-1 0-1 0 0,0-1 1 0 0,0 1-1 0 0,0 0 1 0 0,1-1-1 0 0,-1 1 1 0 0,0 0-1 0 0,1-1 1 0 0,-1 1 0 0 0,0 0-1 0 0,1 0 1 0 0,-1 0-1 0 0,0-1 1 0 0,1 1-1 0 0,-1 0 1 0 0,1 0-1 0 0,-1 0 1 0 0,0 0-1 0 0,1-1 1 0 0,0 1-1 0 0,15 7-1853 0 0,12 18-799 0 0,-17-10 2512 0 0,0 4 87 0 0</inkml:trace>
</inkml:ink>
</file>

<file path=ppt/ink/ink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1:43.592"/>
    </inkml:context>
    <inkml:brush xml:id="br0">
      <inkml:brushProperty name="width" value="0.1" units="cm"/>
      <inkml:brushProperty name="height" value="0.1" units="cm"/>
      <inkml:brushProperty name="color" value="#FF0066"/>
    </inkml:brush>
  </inkml:definitions>
  <inkml:trace contextRef="#ctx0" brushRef="#br0">370 76 5065 0 0,'-11'-10'1472'0'0,"-1"1"0"0"0,0 0 0 0 0,0 0 1 0 0,-1 2-1 0 0,0-1 0 0 0,-21-7 0 0 0,29 13-1244 0 0,-1 1-1 0 0,0-1 1 0 0,1 1-1 0 0,-1 0 1 0 0,0 0-1 0 0,0 1 1 0 0,0 0-1 0 0,1 0 1 0 0,-1 0-1 0 0,0 1 1 0 0,0 0 0 0 0,0 0-1 0 0,-9 3 1 0 0,7 0-43 0 0,0-1 0 0 0,0 1 0 0 0,0 0 0 0 0,0 1 0 0 0,0 0 0 0 0,1 0 0 0 0,0 1 0 0 0,-8 8 0 0 0,4-3-168 0 0,1 1 0 0 0,1 0-1 0 0,0 0 1 0 0,0 1 0 0 0,1 0-1 0 0,1 1 1 0 0,0-1-1 0 0,1 2 1 0 0,0-1 0 0 0,-4 18-1 0 0,9-29-70 0 0,1 1 0 0 0,-1-1 1 0 0,0 1-1 0 0,1-1 0 0 0,0 1 0 0 0,0-1 0 0 0,0 1 0 0 0,0-1 0 0 0,0 1 0 0 0,1-1 0 0 0,0 1 0 0 0,-1-1 0 0 0,1 0 0 0 0,1 1 0 0 0,-1-1 0 0 0,0 0 0 0 0,1 0 0 0 0,0 1 0 0 0,-1-1 1 0 0,1 0-1 0 0,0-1 0 0 0,1 1 0 0 0,-1 0 0 0 0,0-1 0 0 0,1 1 0 0 0,2 1 0 0 0,0-1-38 0 0,-1-1 0 0 0,0 1-1 0 0,1-1 1 0 0,-1 0 0 0 0,1-1 0 0 0,0 1-1 0 0,-1-1 1 0 0,1 0 0 0 0,0 0 0 0 0,0 0-1 0 0,0-1 1 0 0,0 0 0 0 0,0 0 0 0 0,0 0 0 0 0,0 0-1 0 0,-1-1 1 0 0,1 0 0 0 0,6-1 0 0 0,-5-1 131 0 0,0 1 1 0 0,0-1 0 0 0,-1 0 0 0 0,1 0 0 0 0,-1 0-1 0 0,0-1 1 0 0,1 0 0 0 0,-2 0 0 0 0,1 0-1 0 0,0 0 1 0 0,-1-1 0 0 0,0 0 0 0 0,0 0 0 0 0,0 0-1 0 0,-1-1 1 0 0,4-6 0 0 0,9-11 1133 0 0,-16 22-1128 0 0,1 0-1 0 0,-1 1 1 0 0,0-1-1 0 0,1 1 0 0 0,-1-1 1 0 0,0 0-1 0 0,1 1 1 0 0,-1-1-1 0 0,0 1 1 0 0,1-1-1 0 0,-1 1 0 0 0,1 0 1 0 0,-1-1-1 0 0,1 1 1 0 0,0-1-1 0 0,-1 1 0 0 0,1 0 1 0 0,-1-1-1 0 0,1 1 1 0 0,0 0-1 0 0,-1 0 0 0 0,1 0 1 0 0,-1-1-1 0 0,1 1 1 0 0,0 0-1 0 0,-1 0 0 0 0,1 0 1 0 0,0 0-1 0 0,-1 0 1 0 0,1 0-1 0 0,0 0 1 0 0,-1 0-1 0 0,1 0 0 0 0,0 1 1 0 0,-1-1-1 0 0,2 0 1 0 0,0 2-1 0 0,-1 0 0 0 0,1-1 0 0 0,-1 1 1 0 0,0 0-1 0 0,0 0 0 0 0,0-1 0 0 0,0 1 1 0 0,0 0-1 0 0,0 0 0 0 0,0 0 0 0 0,1 4 1 0 0,10 57 204 0 0,-10-40-229 0 0,0 0 1 0 0,-2 0 0 0 0,0 1 0 0 0,-2-1 0 0 0,0 0-1 0 0,-2 0 1 0 0,-1-1 0 0 0,0 1 0 0 0,-15 37 0 0 0,19-58-40 0 0,0 0 0 0 0,1-1 0 0 0,-1 1 0 0 0,0 0 0 0 0,0-1 0 0 0,0 1 0 0 0,0-1 0 0 0,-1 1 1 0 0,1-1-1 0 0,0 1 0 0 0,-1-1 0 0 0,1 0 0 0 0,0 0 0 0 0,-4 2 0 0 0,4-2-9 0 0,0-1 0 0 0,0 0 0 0 0,0 0 0 0 0,1 1 0 0 0,-1-1 0 0 0,0 0 0 0 0,0 0 0 0 0,0 0 0 0 0,0 0 0 0 0,0 0 0 0 0,0-1 0 0 0,1 1 0 0 0,-1 0 0 0 0,0 0 0 0 0,0 0 0 0 0,0-1 0 0 0,0 1 0 0 0,1 0 0 0 0,-1-1 0 0 0,0 1 0 0 0,0-1 0 0 0,-1 0 0 0 0,0-2-47 0 0,0 1-1 0 0,-1-1 1 0 0,1 1-1 0 0,0-1 1 0 0,0 0-1 0 0,1 0 1 0 0,-1 0 0 0 0,0 0-1 0 0,1 0 1 0 0,0 0-1 0 0,0-1 1 0 0,0 1-1 0 0,0 0 1 0 0,-1-7 0 0 0,1-3-296 0 0,1-1 0 0 0,0 1 0 0 0,0-1 1 0 0,1 1-1 0 0,1-1 0 0 0,0 1 0 0 0,6-17 1 0 0,2 0-735 0 0</inkml:trace>
</inkml:ink>
</file>

<file path=ppt/ink/ink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1:43.960"/>
    </inkml:context>
    <inkml:brush xml:id="br0">
      <inkml:brushProperty name="width" value="0.1" units="cm"/>
      <inkml:brushProperty name="height" value="0.1" units="cm"/>
      <inkml:brushProperty name="color" value="#FF0066"/>
    </inkml:brush>
  </inkml:definitions>
  <inkml:trace contextRef="#ctx0" brushRef="#br0">1 187 3209 0 0,'5'-49'117'0'0,"6"-33"2552"0"0,9 27 8921 0 0,-20 55-11498 0 0,5 10 1438 0 0,-1 18-634 0 0,-1 86 762 0 0,6 90-824 0 0,-5-162-823 0 0,2 0 0 0 0,20 73 1 0 0,-24-107-28 0 0,0 0 1 0 0,1-1-1 0 0,0 1 1 0 0,0-1-1 0 0,1 1 0 0 0,-1-1 1 0 0,2 0-1 0 0,-1-1 1 0 0,1 1-1 0 0,0-1 1 0 0,8 8-1 0 0,-13-14-4 0 0,1 0 0 0 0,0 0 0 0 0,-1 0 0 0 0,1 0-1 0 0,-1 0 1 0 0,1 0 0 0 0,0 0 0 0 0,-1 0 0 0 0,1 0 0 0 0,-1-1-1 0 0,1 1 1 0 0,-1 0 0 0 0,1 0 0 0 0,0-1 0 0 0,-1 1 0 0 0,1 0-1 0 0,-1-1 1 0 0,1 1 0 0 0,-1-1 0 0 0,0 1 0 0 0,1 0 0 0 0,-1-1 0 0 0,1 1-1 0 0,-1-1 1 0 0,0 1 0 0 0,1-1 0 0 0,-1 1 0 0 0,0-1 0 0 0,0 0-1 0 0,1 1 1 0 0,-1-1 0 0 0,0 1 0 0 0,0-1 0 0 0,0 0 0 0 0,0 1-1 0 0,0-2 1 0 0,11-29-168 0 0,-10 25 125 0 0,10-30 15 0 0,-2 4 78 0 0,22-52 0 0 0,-28 76 32 0 0,1 0 0 0 0,0 1 1 0 0,0 0-1 0 0,1 0 0 0 0,0 0 1 0 0,0 1-1 0 0,1-1 0 0 0,0 1 1 0 0,0 1-1 0 0,0-1 0 0 0,14-9 1 0 0,-17 14-27 0 0,0 0 0 0 0,0 0 1 0 0,-1 0-1 0 0,1 0 0 0 0,0 0 1 0 0,0 1-1 0 0,0-1 0 0 0,0 1 1 0 0,0 0-1 0 0,0 0 0 0 0,0 0 1 0 0,0 0-1 0 0,0 0 0 0 0,0 1 1 0 0,0-1-1 0 0,0 1 0 0 0,0 0 1 0 0,0 0-1 0 0,-1 0 0 0 0,1 0 1 0 0,0 1-1 0 0,-1-1 0 0 0,1 1 1 0 0,-1-1-1 0 0,1 1 0 0 0,3 4 1 0 0,7 5-33 0 0,-1 0 1 0 0,-1 2-1 0 0,17 21 1 0 0,-16-18-156 0 0,32 44-3569 0 0</inkml:trace>
</inkml:ink>
</file>

<file path=ppt/ink/ink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1:44.324"/>
    </inkml:context>
    <inkml:brush xml:id="br0">
      <inkml:brushProperty name="width" value="0.1" units="cm"/>
      <inkml:brushProperty name="height" value="0.1" units="cm"/>
      <inkml:brushProperty name="color" value="#FF0066"/>
    </inkml:brush>
  </inkml:definitions>
  <inkml:trace contextRef="#ctx0" brushRef="#br0">74 290 2304 0 0,'2'0'232'0'0,"-1"-1"0"0"0,1 0-1 0 0,-1 1 1 0 0,1-1 0 0 0,-1 0-1 0 0,0 0 1 0 0,1 0-1 0 0,-1 0 1 0 0,0 0 0 0 0,0 0-1 0 0,0-1 1 0 0,0 1-1 0 0,0 0 1 0 0,0 0 0 0 0,0-1-1 0 0,0 1 1 0 0,1-3 0 0 0,14-29 2271 0 0,-14 29-2086 0 0,7-17 1172 0 0,-1-1 1 0 0,8-29-1 0 0,-13 41-1222 0 0,-1 0 0 0 0,-1 1 0 0 0,0-1 0 0 0,0 0-1 0 0,-1 0 1 0 0,0 0 0 0 0,-2-18 0 0 0,1 26-343 0 0,1 0-1 0 0,0 0 1 0 0,-1 1 0 0 0,1-1-1 0 0,-1 0 1 0 0,1 0 0 0 0,-1 0-1 0 0,0 1 1 0 0,0-1 0 0 0,0 0-1 0 0,0 1 1 0 0,0-1 0 0 0,0 1-1 0 0,0-1 1 0 0,-1 1 0 0 0,1 0-1 0 0,-1-1 1 0 0,1 1 0 0 0,-1 0 0 0 0,1 0-1 0 0,-1 0 1 0 0,1 0 0 0 0,-1 0-1 0 0,0 0 1 0 0,0 1 0 0 0,1-1-1 0 0,-1 1 1 0 0,0-1 0 0 0,0 1-1 0 0,0-1 1 0 0,0 1 0 0 0,1 0-1 0 0,-1 0 1 0 0,0 0 0 0 0,0 0-1 0 0,0 0 1 0 0,0 1 0 0 0,0-1-1 0 0,0 0 1 0 0,-2 2 0 0 0,0-1-26 0 0,-1 1 0 0 0,0 0 0 0 0,1 0 1 0 0,-1 0-1 0 0,1 0 0 0 0,0 1 0 0 0,0 0 1 0 0,0 0-1 0 0,0 0 0 0 0,0 0 0 0 0,0 0 0 0 0,1 1 1 0 0,0 0-1 0 0,-4 5 0 0 0,2 0-30 0 0,0 0 0 0 0,2 0 0 0 0,-1 0 0 0 0,1 0 0 0 0,0 1 0 0 0,1-1 0 0 0,0 1 1 0 0,0 0-1 0 0,1 0 0 0 0,1-1 0 0 0,-1 1 0 0 0,2 0 0 0 0,-1 0 0 0 0,1 0 0 0 0,1-1 0 0 0,2 12 0 0 0,-2-13 53 0 0,1-1 0 0 0,-1 1-1 0 0,2-1 1 0 0,-1 1 0 0 0,1-1 0 0 0,0 0 0 0 0,0 0 0 0 0,0-1-1 0 0,1 1 1 0 0,1-1 0 0 0,-1 0 0 0 0,1 0 0 0 0,0-1 0 0 0,0 1-1 0 0,0-2 1 0 0,1 1 0 0 0,0 0 0 0 0,0-1 0 0 0,14 6-1 0 0,-10-6-45 0 0,0-1 0 0 0,0 0 0 0 0,0-1 0 0 0,0 0 0 0 0,0-1 0 0 0,1 0 0 0 0,-1-1 0 0 0,0 0-1 0 0,1-1 1 0 0,11-2 0 0 0,-14 1-561 0 0,1 0 0 0 0,-1 0 0 0 0,0-1 0 0 0,0-1 1 0 0,0 0-1 0 0,-1 0 0 0 0,13-8 0 0 0,-3 0-4291 0 0</inkml:trace>
</inkml:ink>
</file>

<file path=ppt/ink/ink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1:44.958"/>
    </inkml:context>
    <inkml:brush xml:id="br0">
      <inkml:brushProperty name="width" value="0.1" units="cm"/>
      <inkml:brushProperty name="height" value="0.1" units="cm"/>
      <inkml:brushProperty name="color" value="#FF0066"/>
    </inkml:brush>
  </inkml:definitions>
  <inkml:trace contextRef="#ctx0" brushRef="#br0">29 173 456 0 0,'-28'-31'15686'0'0,"28"31"-15470"0"0,16-7 556 0 0,-11 6-552 0 0,-1 1 0 0 0,0 0 1 0 0,1 0-1 0 0,-1 0 0 0 0,0 0 0 0 0,0 1 0 0 0,1 0 0 0 0,-1-1 0 0 0,0 2 0 0 0,0-1 0 0 0,0 0 0 0 0,0 1 0 0 0,6 3 0 0 0,-3-1 21 0 0,0 1-1 0 0,0 0 0 0 0,0 0 1 0 0,-1 1-1 0 0,0 0 0 0 0,8 9 1 0 0,1 5-47 0 0,0 1 1 0 0,-2 1 0 0 0,17 35 0 0 0,-24-45-185 0 0,-1-1 0 0 0,0 1 0 0 0,-1 0 0 0 0,-1 1 0 0 0,3 12 0 0 0,-6-25-10 0 0,0 0 1 0 0,0 0-1 0 0,0 0 1 0 0,0 0 0 0 0,0 1-1 0 0,0-1 1 0 0,0 0-1 0 0,0 0 1 0 0,0 0-1 0 0,0 0 1 0 0,0 1-1 0 0,0-1 1 0 0,0 0-1 0 0,0 0 1 0 0,0 0-1 0 0,0 0 1 0 0,0 0-1 0 0,0 1 1 0 0,0-1-1 0 0,0 0 1 0 0,0 0 0 0 0,0 0-1 0 0,0 0 1 0 0,0 0-1 0 0,0 1 1 0 0,-1-1-1 0 0,1 0 1 0 0,0 0-1 0 0,0 0 1 0 0,0 0-1 0 0,0 0 1 0 0,0 0-1 0 0,0 0 1 0 0,0 1-1 0 0,-1-1 1 0 0,1 0-1 0 0,0 0 1 0 0,0 0-1 0 0,0 0 1 0 0,0 0 0 0 0,0 0-1 0 0,-1 0 1 0 0,1 0-1 0 0,0 0 1 0 0,0 0-1 0 0,0 0 1 0 0,0 0-1 0 0,0 0 1 0 0,-1 0-1 0 0,1 0 1 0 0,-10-5 64 0 0,-8-10 83 0 0,10 6-87 0 0,1 0 1 0 0,1 0-1 0 0,0-1 1 0 0,0 0-1 0 0,1 0 0 0 0,0 0 1 0 0,0-1-1 0 0,1 1 1 0 0,1-1-1 0 0,0 0 1 0 0,1 0-1 0 0,-1 0 0 0 0,2 0 1 0 0,-1-21-1 0 0,2 19-192 0 0,1 0-1 0 0,0-1 0 0 0,1 1 0 0 0,0 0 1 0 0,1 0-1 0 0,0 0 0 0 0,1 0 1 0 0,1 1-1 0 0,0 0 0 0 0,0 0 1 0 0,2 0-1 0 0,9-15 0 0 0,5 0-869 0 0</inkml:trace>
</inkml:ink>
</file>

<file path=ppt/ink/ink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1:45.720"/>
    </inkml:context>
    <inkml:brush xml:id="br0">
      <inkml:brushProperty name="width" value="0.1" units="cm"/>
      <inkml:brushProperty name="height" value="0.1" units="cm"/>
      <inkml:brushProperty name="color" value="#FF0066"/>
    </inkml:brush>
  </inkml:definitions>
  <inkml:trace contextRef="#ctx0" brushRef="#br0">1 0 8754 0 0,'4'2'9411'0'0,"10"12"-9309"0"0,-6-6 203 0 0,-1 1 1 0 0,-1 1 0 0 0,0-1 0 0 0,0 1 0 0 0,-1 0 0 0 0,0 1 0 0 0,-1-1 0 0 0,0 1-1 0 0,4 18 1 0 0,-1 6 238 0 0,3 63 0 0 0,-9-70-490 0 0,2 0 0 0 0,0-1 0 0 0,14 47 0 0 0,9-9-54 0 0,-23-60 0 0 0,-1 0 0 0 0,1-1 0 0 0,0 1 0 0 0,1-1 0 0 0,-1 1 0 0 0,1-1 0 0 0,0 0 0 0 0,0-1 0 0 0,0 1 0 0 0,7 4 0 0 0,-10-8 0 0 0,-1 1 0 0 0,0-1-1 0 0,0 0 1 0 0,0 0 0 0 0,0 0 0 0 0,1 0 0 0 0,-1 0 0 0 0,0 0-1 0 0,0 0 1 0 0,0 0 0 0 0,0 0 0 0 0,1 0 0 0 0,-1 0 0 0 0,0 0-1 0 0,0 0 1 0 0,0 0 0 0 0,1 0 0 0 0,-1 0 0 0 0,0 0 0 0 0,0 0-1 0 0,0 0 1 0 0,0 0 0 0 0,1 0 0 0 0,-1 0 0 0 0,0 0 0 0 0,0 0-1 0 0,0 0 1 0 0,0 0 0 0 0,1 0 0 0 0,-1 0 0 0 0,0 0 0 0 0,0 0-1 0 0,0-1 1 0 0,0 1 0 0 0,0 0 0 0 0,1 0 0 0 0,-1 0 0 0 0,0 0-1 0 0,0 0 1 0 0,0-1 0 0 0,0 1 0 0 0,0 0 0 0 0,0 0 0 0 0,2-13-18 0 0,-6-19-17 0 0,3 25 31 0 0,-1-16 3 0 0,1 0 1 0 0,1 1 0 0 0,1-1-1 0 0,2 0 1 0 0,0 1 0 0 0,1-1-1 0 0,9-27 1 0 0,-10 38 1 0 0,1 1 0 0 0,1-1 0 0 0,0 1-1 0 0,0 0 1 0 0,1 0 0 0 0,0 1 0 0 0,1-1 0 0 0,0 1 0 0 0,1 1-1 0 0,0 0 1 0 0,1 0 0 0 0,0 0 0 0 0,0 1 0 0 0,0 0 0 0 0,13-7-1 0 0,-19 13 28 0 0,0 0-1 0 0,0 1 0 0 0,0-1 0 0 0,1 1 0 0 0,-1-1 0 0 0,1 1 0 0 0,-1 0 0 0 0,1 0 0 0 0,-1 1 1 0 0,1-1-1 0 0,-1 1 0 0 0,1-1 0 0 0,0 1 0 0 0,-1 0 0 0 0,6 1 0 0 0,-7 0-3 0 0,1 1-1 0 0,0-1 0 0 0,0 0 1 0 0,-1 1-1 0 0,1 0 0 0 0,-1-1 1 0 0,0 1-1 0 0,1 0 0 0 0,-1 0 1 0 0,0 0-1 0 0,0 1 0 0 0,0-1 1 0 0,0 1-1 0 0,-1-1 1 0 0,1 1-1 0 0,-1-1 0 0 0,1 1 1 0 0,0 4-1 0 0,24 59 124 0 0,-18-40-96 0 0,17 33 0 0 0,-22-53-63 0 0,1 1-1 0 0,0-1 1 0 0,0 0 0 0 0,0 0-1 0 0,1 0 1 0 0,0-1-1 0 0,0 1 1 0 0,0-1 0 0 0,11 7-1 0 0,6-2-248 0 0,-9-8-155 0 0</inkml:trace>
</inkml:ink>
</file>

<file path=ppt/ink/ink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1:51.188"/>
    </inkml:context>
    <inkml:brush xml:id="br0">
      <inkml:brushProperty name="width" value="0.3" units="cm"/>
      <inkml:brushProperty name="height" value="0.6" units="cm"/>
      <inkml:brushProperty name="color" value="#FF2500"/>
      <inkml:brushProperty name="tip" value="rectangle"/>
      <inkml:brushProperty name="rasterOp" value="maskPen"/>
    </inkml:brush>
  </inkml:definitions>
  <inkml:trace contextRef="#ctx0" brushRef="#br0">1311 257 7834 0 0,'-377'-10'1866'0'0,"303"11"-1776"0"0,-367 28 777 0 0,364-22-1431 0 0,0-3 0 0 0,-108-10 0 0 0,315 7 1753 0 0,214-25 1 0 0,-55 0-738 0 0,444 10 342 0 0,-160 5-997 0 0,522-28-774 0 0,-768 26 981 0 0,487-23 353 0 0,286-7 909 0 0,17 79 444 0 0,-924-26-1515 0 0,81 6-154 0 0,341 13-45 0 0,-596-30 4 0 0,931-2 0 0 0,-390-13 64 0 0,-27-5 176 0 0,-375 16-208 0 0,-69 2-625 0 0,107-13 1 0 0,-190 13 396 0 0,-2 0-5 0 0,-1 1 1 0 0,0 0-1 0 0,0-1 1 0 0,0 0-1 0 0,0 1 1 0 0,-1-1-1 0 0,1 0 1 0 0,4-3-1 0 0,-42-5-1886 0 0,-210-9 2648 0 0,168 14-287 0 0,-366-11 1184 0 0,-116-7-82 0 0,390 11-1171 0 0,-677-35 1118 0 0,0 45-696 0 0,-626 100-1259 0 0,851-51-551 0 0,188-14 952 0 0,-743 38-82 0 0,88-41 2327 0 0,747-17-1528 0 0,1 15 1 0 0,2 15 0 0 0,-341 89 0 0 0,553-105-987 0 0,-152 44-453 0 0,271-69 930 0 0,-56 23-166 0 0,60-25 161 0 0,0 1-1 0 0,0-1 1 0 0,0 1-1 0 0,0 0 0 0 0,0 1 1 0 0,0-1-1 0 0,0 0 1 0 0,1 1-1 0 0,-1 0 0 0 0,1-1 1 0 0,0 1-1 0 0,0 0 1 0 0,0 0-1 0 0,0 0 1 0 0,-2 6-1 0 0,4-7-7 0 0,-1 0-1 0 0,1 0 1 0 0,0 0-1 0 0,1-1 1 0 0,-1 1 0 0 0,0 0-1 0 0,0 0 1 0 0,1 0 0 0 0,-1 0-1 0 0,1 0 1 0 0,0-1-1 0 0,0 1 1 0 0,-1 0 0 0 0,1 0-1 0 0,0-1 1 0 0,0 1-1 0 0,1-1 1 0 0,-1 1 0 0 0,0-1-1 0 0,0 1 1 0 0,1-1 0 0 0,-1 0-1 0 0,1 0 1 0 0,-1 1-1 0 0,1-1 1 0 0,-1 0 0 0 0,4 1-1 0 0,6 4-165 0 0,1 1 0 0 0,21 7-1 0 0,-30-13 194 0 0,64 22-65 0 0,1-3-1 0 0,1-3 1 0 0,0-2-1 0 0,99 6 1 0 0,282-6 250 0 0,443-52 546 0 0,-294 5 392 0 0,-266 19-353 0 0,223-7 73 0 0,486-14-512 0 0,-289 5-322 0 0,-508 18 0 0 0,782-22 73 0 0,-649 22-104 0 0,213-23-595 0 0,-426 15 429 0 0,62-5 359 0 0,-214 23-103 0 0,-4 1-14 0 0,-1 0 1 0 0,1-1-1 0 0,-1 0 0 0 0,1 0 1 0 0,-1-1-1 0 0,1 0 0 0 0,-1 0 0 0 0,9-5 1 0 0,-17 7-49 0 0,0 0 1 0 0,1-1-1 0 0,-1 1 1 0 0,0-1 0 0 0,0 1-1 0 0,0 0 1 0 0,0-1 0 0 0,0 1-1 0 0,0 0 1 0 0,1-1-1 0 0,-1 1 1 0 0,0-1 0 0 0,0 1-1 0 0,0-1 1 0 0,0 1-1 0 0,0 0 1 0 0,0-1 0 0 0,-1 1-1 0 0,1-1 1 0 0,0 1-1 0 0,0 0 1 0 0,0-1 0 0 0,0 1-1 0 0,0 0 1 0 0,0-1 0 0 0,-1 1-1 0 0,1 0 1 0 0,0-1-1 0 0,0 1 1 0 0,-1 0 0 0 0,1-1-1 0 0,0 1 1 0 0,0 0-1 0 0,-1-1 1 0 0,1 1 0 0 0,0 0-1 0 0,-1 0 1 0 0,1 0-1 0 0,-1-1 1 0 0,1 1 0 0 0,0 0-1 0 0,-1 0 1 0 0,1 0-1 0 0,-1 0 1 0 0,-18-13-177 0 0,18 13 170 0 0,-20-11-65 0 0,-1 2-1 0 0,0 0 1 0 0,-40-10 0 0 0,-73-9 122 0 0,123 26-57 0 0,-425-50 274 0 0,-6 32 78 0 0,292 14-239 0 0,-23-1-10 0 0,-653-18 191 0 0,1 44 242 0 0,-760 127-607 0 0,1528-138-34 0 0,-22 1-317 0 0,1 4 0 0 0,-89 27 0 0 0,166-40 419 0 0,0 1 1 0 0,0 0-1 0 0,0-1 0 0 0,0 1 1 0 0,0 0-1 0 0,0 0 0 0 0,0 0 1 0 0,1 1-1 0 0,-1-1 0 0 0,-1 2 0 0 0,2-3 5 0 0,1 1-1 0 0,0-1 0 0 0,-1 0 0 0 0,1 1 1 0 0,0-1-1 0 0,0 1 0 0 0,-1-1 0 0 0,1 1 1 0 0,0-1-1 0 0,0 0 0 0 0,0 1 0 0 0,0-1 0 0 0,0 1 1 0 0,0-1-1 0 0,0 1 0 0 0,0-1 0 0 0,0 1 1 0 0,0-1-1 0 0,0 1 0 0 0,0-1 0 0 0,0 1 0 0 0,0-1 1 0 0,0 1-1 0 0,0-1 0 0 0,0 0 0 0 0,0 1 1 0 0,1 0-1 0 0,1 1-27 0 0,-1 0 1 0 0,1-1-1 0 0,0 1 1 0 0,0-1 0 0 0,0 1-1 0 0,0-1 1 0 0,0 0-1 0 0,0 0 1 0 0,0 1-1 0 0,0-1 1 0 0,0-1-1 0 0,0 1 1 0 0,1 0-1 0 0,-1-1 1 0 0,4 1-1 0 0,85 12-421 0 0,0-4 0 0 0,178-7 0 0 0,-115-3 576 0 0,1927-70 2153 0 0,1647 66 375 0 0,-3291 34-2648 0 0,728 34 0 0 0,-164-60 0 0 0,-389-28 0 0 0,26 4 0 0 0,-618 21 0 0 0,280-4-1 0 0,230-8 66 0 0,-428 6-193 0 0,140-25 0 0 0,-239 31 80 0 0,0-1 0 0 0,0 1 1 0 0,0-1-1 0 0,0 0 0 0 0,0-1 0 0 0,0 1 0 0 0,0 0 0 0 0,0-1 0 0 0,0 0 1 0 0,-1 1-1 0 0,5-4 0 0 0,-7 4 32 0 0,0 1 1 0 0,1-1-1 0 0,-1 1 1 0 0,0 0-1 0 0,1-1 0 0 0,-1 1 1 0 0,0-1-1 0 0,0 1 1 0 0,0-1-1 0 0,0 1 0 0 0,1-1 1 0 0,-1 1-1 0 0,0-1 1 0 0,0 1-1 0 0,0-1 0 0 0,0 1 1 0 0,0-1-1 0 0,0 1 1 0 0,0-1-1 0 0,0 1 1 0 0,0-1-1 0 0,0 1 0 0 0,-1-1 1 0 0,1 1-1 0 0,0 0 1 0 0,0-1-1 0 0,-1 0 0 0 0,0 0-10 0 0,0-1-1 0 0,0 1 0 0 0,0-1 0 0 0,-1 1 0 0 0,1 0 1 0 0,-1 0-1 0 0,1 0 0 0 0,-1 0 0 0 0,1 0 0 0 0,-1 0 1 0 0,-2-1-1 0 0,-37-14-156 0 0,0 2 0 0 0,-1 2 0 0 0,0 2-1 0 0,-68-7 1 0 0,53 8-9 0 0,-900-159-235 0 0,830 146 543 0 0,-764-119 1133 0 0,621 111-729 0 0,-359 6 1 0 0,25 48-446 0 0,213-5-329 0 0,-136-5-910 0 0,419-15 1115 0 0,70-1-109 0 0,-1 2 1 0 0,1 1-1 0 0,-67 12 0 0 0,103-13 93 0 0,0 1 0 0 0,-1-1 0 0 0,1 1 0 0 0,0 0 0 0 0,0 0 0 0 0,0 0 1 0 0,0 0-1 0 0,0 0 0 0 0,-4 3 0 0 0,7 2-642 0 0,14 2 90 0 0,100 23-642 0 0,152 21 0 0 0,124-5 2056 0 0,-262-33-691 0 0,835 74 96 0 0,3-56 619 0 0,-42-65 582 0 0,-376 7-1214 0 0,-437 23-1245 0 0,-7 3-4225 0 0</inkml:trace>
</inkml:ink>
</file>

<file path=ppt/ink/ink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1:53.296"/>
    </inkml:context>
    <inkml:brush xml:id="br0">
      <inkml:brushProperty name="width" value="0.3" units="cm"/>
      <inkml:brushProperty name="height" value="0.6" units="cm"/>
      <inkml:brushProperty name="color" value="#FF2500"/>
      <inkml:brushProperty name="tip" value="rectangle"/>
      <inkml:brushProperty name="rasterOp" value="maskPen"/>
    </inkml:brush>
  </inkml:definitions>
  <inkml:trace contextRef="#ctx0" brushRef="#br0">1418 69 11058 0 0,'-45'-5'643'0'0,"0"2"0"0"0,-85 5-1 0 0,77 0-713 0 0,24-1 13 0 0,2-1 28 0 0,-35 5 1 0 0,55-4 19 0 0,0 0 0 0 0,-1 1 0 0 0,1 0 0 0 0,0 0 0 0 0,0 0 0 0 0,1 1 0 0 0,-1 0 1 0 0,1 1-1 0 0,-11 6 0 0 0,15-8-26 0 0,0-1 1 0 0,0 1-1 0 0,1-1 1 0 0,-1 1 0 0 0,0 0-1 0 0,1 0 1 0 0,-1 0-1 0 0,1 0 1 0 0,0 0 0 0 0,-1 0-1 0 0,1 0 1 0 0,0 0-1 0 0,0 0 1 0 0,0 1 0 0 0,1-1-1 0 0,-1 0 1 0 0,0 1-1 0 0,1-1 1 0 0,0 1-1 0 0,-1 3 1 0 0,2-3-127 0 0,-1 1-1 0 0,1 0 1 0 0,0-1 0 0 0,0 1 0 0 0,0 0-1 0 0,1-1 1 0 0,-1 1 0 0 0,1-1-1 0 0,0 0 1 0 0,0 1 0 0 0,0-1-1 0 0,2 3 1 0 0,3 2-189 0 0,0 0-1 0 0,0-1 1 0 0,1 0-1 0 0,0 0 1 0 0,0-1-1 0 0,1 0 0 0 0,0 0 1 0 0,17 7-1 0 0,-6-5 431 0 0,0-2 0 0 0,1-1-1 0 0,0 0 1 0 0,23 2 0 0 0,91 2 859 0 0,-56-5-471 0 0,648 19 2217 0 0,2-31-2762 0 0,-507 4 62 0 0,642-38-170 0 0,183-1 2848 0 0,-714 48-1951 0 0,505-16 58 0 0,-815 9-618 0 0,59-7 316 0 0,-73 8-314 0 0,-1-1 0 0 0,1 0 0 0 0,-1-1 0 0 0,1 0 0 0 0,-1 0 0 0 0,14-8 1 0 0,-22 11-132 0 0,1 0 0 0 0,-1 0-1 0 0,1-1 1 0 0,-1 1 0 0 0,1 0 0 0 0,-1-1 0 0 0,1 1 0 0 0,-1-1 0 0 0,1 1 0 0 0,-1-1 0 0 0,1 1 0 0 0,-1-1 0 0 0,0 1 0 0 0,1-1 0 0 0,-1 1 0 0 0,0-1 0 0 0,0 1 0 0 0,1-1 0 0 0,-1 1 0 0 0,0-1 0 0 0,0 0 0 0 0,0 1 0 0 0,0-1 0 0 0,1 0 0 0 0,-1 1 0 0 0,0-1 0 0 0,0 1 0 0 0,0-1 0 0 0,0 0 0 0 0,-1 1 0 0 0,1-1 0 0 0,0 1 0 0 0,0-1 0 0 0,0 0 0 0 0,0 1-1 0 0,-1-1 1 0 0,1 1 0 0 0,0-1 0 0 0,0 0 0 0 0,-1 1 0 0 0,1-1 0 0 0,-1 1 0 0 0,1-1 0 0 0,0 1 0 0 0,-1 0 0 0 0,1-1 0 0 0,-1 1 0 0 0,1-1 0 0 0,-1 1 0 0 0,1 0 0 0 0,-1-1 0 0 0,1 1 0 0 0,-1 0 0 0 0,0-1 0 0 0,-36-17 424 0 0,35 17-412 0 0,-39-14 95 0 0,0 1 0 0 0,-60-10 0 0 0,-88-6-466 0 0,176 28 295 0 0,-831-58-1581 0 0,-3 96 1811 0 0,358 6-14 0 0,-530 51-1581 0 0,3 25 622 0 0,332-35 1309 0 0,505-62-518 0 0,-174 27-1028 0 0,224-28 274 0 0,-27 6 295 0 0,129-19 653 0 0,0 0 0 0 0,1 1 0 0 0,-41 20 0 0 0,65-27-179 0 0,1-1 0 0 0,-1 1 0 0 0,0 0 0 0 0,1 0 0 0 0,-1 0 0 0 0,1 0 0 0 0,0 0 0 0 0,-1 1 0 0 0,1-1 0 0 0,0 0 0 0 0,0 0 0 0 0,0 1 0 0 0,-2 1 0 0 0,3-2-23 0 0,0 0 1 0 0,0-1-1 0 0,0 1 0 0 0,-1-1 1 0 0,1 1-1 0 0,0-1 0 0 0,0 1 1 0 0,0 0-1 0 0,0-1 0 0 0,0 1 1 0 0,0-1-1 0 0,0 1 0 0 0,1 0 1 0 0,-1-1-1 0 0,0 1 0 0 0,0-1 1 0 0,0 1-1 0 0,1-1 0 0 0,-1 1 1 0 0,0 0-1 0 0,0-1 0 0 0,1 1 1 0 0,-1-1-1 0 0,0 0 0 0 0,2 2 1 0 0,0 0-51 0 0,1-1 0 0 0,-1 1-1 0 0,1 0 1 0 0,-1-1 0 0 0,1 1 0 0 0,0-1 0 0 0,0 0 0 0 0,0 0 0 0 0,0 0-1 0 0,0 0 1 0 0,0-1 0 0 0,0 1 0 0 0,4-1 0 0 0,58 1-609 0 0,85-9 0 0 0,-28 0 583 0 0,1159-55-767 0 0,-224 1 327 0 0,-947 56 579 0 0,1230-12 1706 0 0,-529 17-960 0 0,851-55-911 0 0,-362 27-952 0 0,-608 22 1408 0 0,-497 4 64 0 0,509-23 1045 0 0,-647 21-790 0 0,0-2-1 0 0,111-28 1 0 0,-163 33-558 0 0,0 0 0 0 0,0 0 0 0 0,0 0 1 0 0,0-1-1 0 0,0 1 0 0 0,4-5 1 0 0,-8 7-100 0 0,0-1 0 0 0,0 1 0 0 0,-1-1 1 0 0,1 1-1 0 0,0-1 0 0 0,-1 0 0 0 0,1 1 0 0 0,-1-1 1 0 0,1 0-1 0 0,-1 0 0 0 0,1 1 0 0 0,-1-1 0 0 0,0 0 1 0 0,1 0-1 0 0,-1 0 0 0 0,0 0 0 0 0,1 0 0 0 0,-1 1 1 0 0,0-1-1 0 0,0 0 0 0 0,0 0 0 0 0,0 0 0 0 0,0 0 1 0 0,0 0-1 0 0,0 0 0 0 0,0 0 0 0 0,0 1 0 0 0,-1-1 1 0 0,1 0-1 0 0,0 0 0 0 0,0 0 0 0 0,-1 0 0 0 0,1 0 1 0 0,-1 1-1 0 0,1-1 0 0 0,-1 0 0 0 0,1 0 0 0 0,-1 1 1 0 0,1-1-1 0 0,-1 0 0 0 0,1 1 0 0 0,-1-1 0 0 0,0 1 1 0 0,-1-2-1 0 0,-7-6-78 0 0,-1 1-1 0 0,-1 0 1 0 0,1 1 0 0 0,-1 0-1 0 0,0 0 1 0 0,0 1 0 0 0,-1 1-1 0 0,-22-6 1 0 0,-100-15-773 0 0,12 12-195 0 0,-178 2 0 0 0,-127 30 436 0 0,271-10 572 0 0,-77 3-32 0 0,-998 56-901 0 0,-155 86 1753 0 0,1354-150-816 0 0,-158 23-753 0 0,-196 53 0 0 0,380-78 713 0 0,1-1-1 0 0,0 1 1 0 0,0 0-1 0 0,0 0 1 0 0,-7 5-1 0 0,12-7 52 0 0,-1 0 0 0 0,1 0 0 0 0,-1 1 0 0 0,1-1 0 0 0,-1 1 0 0 0,1-1 0 0 0,0 0 0 0 0,-1 1 0 0 0,1-1 0 0 0,0 1 0 0 0,-1-1 0 0 0,1 1 0 0 0,0-1 0 0 0,0 1 0 0 0,-1-1 0 0 0,1 1 0 0 0,0-1 0 0 0,0 1 0 0 0,0-1 0 0 0,0 1 0 0 0,0-1 0 0 0,0 1 0 0 0,0-1 0 0 0,0 2 0 0 0,0-1-3 0 0,1 0-1 0 0,-1 0 1 0 0,1 0-1 0 0,-1 0 1 0 0,1 0 0 0 0,0 0-1 0 0,0 0 1 0 0,0-1-1 0 0,-1 1 1 0 0,1 0 0 0 0,0 0-1 0 0,0-1 1 0 0,0 1 0 0 0,0 0-1 0 0,0-1 1 0 0,2 2-1 0 0,8 2-45 0 0,-1 1-1 0 0,1-2 1 0 0,0 1-1 0 0,0-1 1 0 0,0-1-1 0 0,0 0 0 0 0,17 0 1 0 0,84-1-498 0 0,-98-2 475 0 0,595-52 291 0 0,-354 25 457 0 0,1 0 100 0 0,148-13 423 0 0,-377 39-1097 0 0,1214-87 2253 0 0,517 45-850 0 0,-1272 44-1181 0 0,841 14-298 0 0,381-13-1674 0 0,-1354-9 1494 0 0,619-38 630 0 0,-951 44-496 0 0,6 0-11 0 0,1-2 1 0 0,-1-1-1 0 0,39-11 1 0 0,-67 16 42 0 0,0 0-1 0 0,0 0 1 0 0,0 0-1 0 0,0 0 1 0 0,0 0 0 0 0,0 0-1 0 0,0 0 1 0 0,1 0-1 0 0,-1 0 1 0 0,0 0-1 0 0,0 0 1 0 0,0 0 0 0 0,0 0-1 0 0,0 0 1 0 0,0 0-1 0 0,0 0 1 0 0,0 0-1 0 0,0 0 1 0 0,1 0 0 0 0,-1-1-1 0 0,0 1 1 0 0,0 0-1 0 0,0 0 1 0 0,0 0 0 0 0,0 0-1 0 0,0 0 1 0 0,0 0-1 0 0,0 0 1 0 0,0 0-1 0 0,0 0 1 0 0,0 0 0 0 0,0 0-1 0 0,0-1 1 0 0,0 1-1 0 0,1 0 1 0 0,-1 0 0 0 0,0 0-1 0 0,0 0 1 0 0,0 0-1 0 0,0 0 1 0 0,0 0-1 0 0,0 0 1 0 0,0 0 0 0 0,0-1-1 0 0,0 1 1 0 0,0 0-1 0 0,0 0 1 0 0,0 0 0 0 0,0 0-1 0 0,0 0 1 0 0,0 0-1 0 0,-1 0 1 0 0,1 0-1 0 0,0-1 1 0 0,0 1 0 0 0,0 0-1 0 0,0 0 1 0 0,0 0-1 0 0,0 0 1 0 0,0 0-1 0 0,0 0 1 0 0,0 0 0 0 0,0 0-1 0 0,-10-4 31 0 0,-14 0-90 0 0,-248-1-465 0 0,155 7 512 0 0,-755 36 1823 0 0,-143-2-1523 0 0,407-56-586 0 0,-145-3-46 0 0,-430 23 1554 0 0,5 79 0 0 0,798-19-1750 0 0,132-2-2957 0 0,222-48 1889 0 0,33 8-859 0 0,43 2 1664 0 0,0-2 0 0 0,1-1 0 0 0,69 11 0 0 0,-105-25 560 0 0,69 15-2605 0 0</inkml:trace>
</inkml:ink>
</file>

<file path=ppt/ink/ink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1:54.202"/>
    </inkml:context>
    <inkml:brush xml:id="br0">
      <inkml:brushProperty name="width" value="0.3" units="cm"/>
      <inkml:brushProperty name="height" value="0.6" units="cm"/>
      <inkml:brushProperty name="color" value="#FF2500"/>
      <inkml:brushProperty name="tip" value="rectangle"/>
      <inkml:brushProperty name="rasterOp" value="maskPen"/>
    </inkml:brush>
  </inkml:definitions>
  <inkml:trace contextRef="#ctx0" brushRef="#br0">10092 578 2761 0 0,'79'-7'433'0'0,"110"-26"1"0"0,-104 17-285 0 0,689-157 6047 0 0,-764 170-6002 0 0,8-2 555 0 0,-1-1 0 0 0,1 0 0 0 0,23-13 0 0 0,-40 19-683 0 0,0 0 0 0 0,-1-1 1 0 0,1 1-1 0 0,0 0 0 0 0,-1-1 0 0 0,1 1 1 0 0,0 0-1 0 0,-1-1 0 0 0,1 1 0 0 0,-1-1 1 0 0,1 1-1 0 0,-1-1 0 0 0,1 0 0 0 0,-1 1 1 0 0,1-1-1 0 0,-1 1 0 0 0,1-1 0 0 0,-1 0 1 0 0,0 1-1 0 0,0-1 0 0 0,1 0 0 0 0,-1 0 1 0 0,0 1-1 0 0,0-1 0 0 0,0 0 0 0 0,0 0 1 0 0,1 1-1 0 0,-1-1 0 0 0,-1-1 0 0 0,1 1 13 0 0,-1-1 0 0 0,1 1-1 0 0,-1 0 1 0 0,0-1-1 0 0,0 1 1 0 0,0 0 0 0 0,0 0-1 0 0,0 0 1 0 0,0 0-1 0 0,0 0 1 0 0,0 0-1 0 0,0 0 1 0 0,-3-1 0 0 0,-46-22 488 0 0,48 23-568 0 0,-62-22-104 0 0,-2 4 1 0 0,-107-18-1 0 0,-139-2-1267 0 0,280 36 1210 0 0,-1005-75-2115 0 0,-2 37 2318 0 0,756 31 14 0 0,-1168 14 3329 0 0,2 66-4867 0 0,1403-68 1316 0 0,-1415 97-4193 0 0,488-19 5432 0 0,427-40 1999 0 0,-89 8-646 0 0,178-26-2011 0 0,338-19-362 0 0,-354 28-1453 0 0,11 15-2599 0 0,366-42 2898 0 0,84-4 1082 0 0,1-1-1 0 0,-1 0 1 0 0,1-1 0 0 0,0 0-1 0 0,-1-1 1 0 0,-12-5-1 0 0,24 8 33 0 0,-1 0 0 0 0,1 0 0 0 0,0-1 0 0 0,0 1 0 0 0,0 0 0 0 0,0 0 0 0 0,0 0-1 0 0,0 0 1 0 0,0 0 0 0 0,0 0 0 0 0,0 0 0 0 0,0-1 0 0 0,0 1 0 0 0,0 0 0 0 0,0 0 0 0 0,0 0 0 0 0,0 0 0 0 0,0 0-1 0 0,0 0 1 0 0,0-1 0 0 0,0 1 0 0 0,0 0 0 0 0,0 0 0 0 0,0 0 0 0 0,0 0 0 0 0,0 0 0 0 0,1 0 0 0 0,-1 0-1 0 0,0-1 1 0 0,0 1 0 0 0,0 0 0 0 0,0 0 0 0 0,0 0 0 0 0,0 0 0 0 0,0 0 0 0 0,0 0 0 0 0,0 0 0 0 0,1 0 0 0 0,-1 0-1 0 0,0 0 1 0 0,0 0 0 0 0,0 0 0 0 0,0 0 0 0 0,0 0 0 0 0,0 0 0 0 0,0-1 0 0 0,1 1 0 0 0,-1 0 0 0 0,0 0-1 0 0,0 0 1 0 0,0 0 0 0 0,0 0 0 0 0,0 0 0 0 0,0 1 0 0 0,1-1 0 0 0,-1 0 0 0 0,0 0 0 0 0,0 0 0 0 0,0 0 0 0 0,0 0-1 0 0,0 0 1 0 0,0 0 0 0 0,0 0 0 0 0,1 0 0 0 0,18-4 371 0 0,23-3-201 0 0,48-6-2234 0 0,241-27-5192 0 0,-263 33 6966 0 0,1-3 1 0 0,74-22 0 0 0,-59 8 1541 0 0,103-45 0 0 0,-181 66-1127 0 0,70-33 1250 0 0,-68 33-1008 0 0,-2-1 0 0 0,1-1 1 0 0,0 1-1 0 0,-1-1 0 0 0,0-1 0 0 0,0 1 1 0 0,11-27 3878 0 0,-18 31-4158 0 0,-16-6 1834 0 0,-23 3 42 0 0,40 4-1963 0 0,-66 1 711 0 0,1 3 0 0 0,-1 2-1 0 0,-111 28 1 0 0,128-20-2379 0 0,-71 29-1 0 0,81-26 179 0 0,-1-3-1 0 0,-81 19 1 0 0,181-42 342 0 0,22-4-261 0 0,87-24 0 0 0,-50 0 1514 0 0,246-62-5184 0 0,-219 75 7592 0 0,2 6 0 0 0,-1 6 1 0 0,185 10-1 0 0,-320 2-2238 0 0,-6 0-89 0 0,-1 0 0 0 0,1 0 0 0 0,-1 0 0 0 0,1 0 0 0 0,0 1 0 0 0,-1 0-1 0 0,0 0 1 0 0,1 1 0 0 0,-1 0 0 0 0,0 0 0 0 0,0 0 0 0 0,10 6 0 0 0,-15-8-181 0 0,0 0 0 0 0,0 1 0 0 0,1-1 0 0 0,-1 0 0 0 0,0 1 0 0 0,0-1 0 0 0,0 1 0 0 0,0-1 0 0 0,0 0 0 0 0,0 1 0 0 0,0-1 0 0 0,0 0 0 0 0,0 1 0 0 0,0-1 0 0 0,0 1 0 0 0,0-1 0 0 0,0 0 0 0 0,0 1 0 0 0,0-1 0 0 0,0 1 0 0 0,0-1 0 0 0,-1 0 0 0 0,1 1 0 0 0,0-1 1 0 0,0 0-1 0 0,0 1 0 0 0,-1-1 0 0 0,1 0 0 0 0,0 1 0 0 0,0-1 0 0 0,-1 0 0 0 0,1 0 0 0 0,0 1 0 0 0,-1-1 0 0 0,1 0 0 0 0,0 0 0 0 0,-1 1 0 0 0,1-1 0 0 0,-1 0 0 0 0,-17 11-208 0 0,15-9 159 0 0,-42 21-4667 0 0</inkml:trace>
</inkml:ink>
</file>

<file path=ppt/ink/ink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1:54.298"/>
    </inkml:context>
    <inkml:brush xml:id="br0">
      <inkml:brushProperty name="width" value="0.3" units="cm"/>
      <inkml:brushProperty name="height" value="0.6" units="cm"/>
      <inkml:brushProperty name="color" value="#FF2500"/>
      <inkml:brushProperty name="tip" value="rectangle"/>
      <inkml:brushProperty name="rasterOp" value="maskPen"/>
    </inkml:brush>
  </inkml:definitions>
  <inkml:trace contextRef="#ctx0" brushRef="#br0">0 1 10370 0 0</inkml:trace>
</inkml:ink>
</file>

<file path=ppt/ink/ink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1:59.560"/>
    </inkml:context>
    <inkml:brush xml:id="br0">
      <inkml:brushProperty name="width" value="0.1" units="cm"/>
      <inkml:brushProperty name="height" value="0.1" units="cm"/>
      <inkml:brushProperty name="color" value="#FF0066"/>
    </inkml:brush>
  </inkml:definitions>
  <inkml:trace contextRef="#ctx0" brushRef="#br0">0 14 4625 0 0,'0'-1'0'0'0,"2"-1"0"0"0,-1 1 0 0 0,1 1 0 0 0,-1 0 0 0 0,0-2 0 0 0,2 0 0 0 0,0-4 0 0 0</inkml:trace>
</inkml:ink>
</file>

<file path=ppt/ink/ink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2:10.975"/>
    </inkml:context>
    <inkml:brush xml:id="br0">
      <inkml:brushProperty name="width" value="0.1" units="cm"/>
      <inkml:brushProperty name="height" value="0.1" units="cm"/>
      <inkml:brushProperty name="color" value="#FF0066"/>
    </inkml:brush>
  </inkml:definitions>
  <inkml:trace contextRef="#ctx0" brushRef="#br0">261 40 1840 0 0,'-21'2'860'0'0,"1"-1"-1"0"0,-1-1 0 0 0,1 0 0 0 0,-1-2 1 0 0,1-1-1 0 0,-1 0 0 0 0,1-1 0 0 0,0-1 1 0 0,-38-15-1 0 0,39 15 1816 0 0,29 8-2304 0 0,21 5-110 0 0,1-1 0 0 0,0-2 1 0 0,32 2-1 0 0,100-3 323 0 0,-106-4-402 0 0,427 0 121 0 0,-282-6-405 0 0,35 0-71 0 0,415 27 10 0 0,204-16 229 0 0,-567-9 398 0 0,489-5-119 0 0,502 16-1904 0 0,-100 22-127 0 0,-850-28 1830 0 0,-190 1-3692 0 0,-96-2-480 0 0</inkml:trace>
</inkml:ink>
</file>

<file path=ppt/ink/ink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2:01.043"/>
    </inkml:context>
    <inkml:brush xml:id="br0">
      <inkml:brushProperty name="width" value="0.1" units="cm"/>
      <inkml:brushProperty name="height" value="0.1" units="cm"/>
      <inkml:brushProperty name="color" value="#FF0066"/>
    </inkml:brush>
  </inkml:definitions>
  <inkml:trace contextRef="#ctx0" brushRef="#br0">0 0 10138 0 0,'3'6'5185'0'0,"11"22"-3110"0"0,2 44-7 0 0,9 103-1 0 0,2 6-1743 0 0,-21-148-676 0 0,3 0 0 0 0,0-1 0 0 0,20 43 1 0 0,-6-34-2942 0 0,-10-26-3062 0 0</inkml:trace>
</inkml:ink>
</file>

<file path=ppt/ink/ink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2:01.392"/>
    </inkml:context>
    <inkml:brush xml:id="br0">
      <inkml:brushProperty name="width" value="0.1" units="cm"/>
      <inkml:brushProperty name="height" value="0.1" units="cm"/>
      <inkml:brushProperty name="color" value="#FF0066"/>
    </inkml:brush>
  </inkml:definitions>
  <inkml:trace contextRef="#ctx0" brushRef="#br0">16 15 9674 0 0,'-7'3'9504'0'0,"7"-4"-9348"0"0,-5 29 1819 0 0,2 39-2337 0 0,3-53 398 0 0,1-1 1 0 0,1 0-1 0 0,0 0 0 0 0,1 0 1 0 0,0-1-1 0 0,1 1 0 0 0,0-1 0 0 0,1 1 1 0 0,0-1-1 0 0,1-1 0 0 0,0 1 1 0 0,14 17-1 0 0,-16-23-26 0 0,1-1 1 0 0,-1 0-1 0 0,1 0 1 0 0,0 0-1 0 0,0-1 0 0 0,0 0 1 0 0,0 0-1 0 0,1 0 1 0 0,0-1-1 0 0,0 0 1 0 0,0 0-1 0 0,0 0 1 0 0,0-1-1 0 0,1 1 0 0 0,-1-2 1 0 0,1 1-1 0 0,-1-1 1 0 0,1 0-1 0 0,0 0 1 0 0,-1-1-1 0 0,1 0 0 0 0,0 0 1 0 0,-1 0-1 0 0,1-1 1 0 0,0 0-1 0 0,10-3 1 0 0,-12 2-2 0 0,0 0 1 0 0,0 0-1 0 0,0 0 1 0 0,0 0-1 0 0,0-1 1 0 0,0 0-1 0 0,-1 0 1 0 0,1 0-1 0 0,-1-1 1 0 0,0 1-1 0 0,0-1 1 0 0,0 0-1 0 0,-1 0 1 0 0,1-1-1 0 0,-1 1 1 0 0,0-1-1 0 0,0 0 1 0 0,-1 1-1 0 0,1-1 1 0 0,-1 0-1 0 0,0-1 1 0 0,-1 1-1 0 0,1 0 1 0 0,-1 0-1 0 0,0-1 1 0 0,1-7-1 0 0,-2 4 8 0 0,1 0-1 0 0,-1 1 0 0 0,-1-1 0 0 0,0 0 1 0 0,0 1-1 0 0,0-1 0 0 0,-1 1 1 0 0,-1-1-1 0 0,1 1 0 0 0,-1 0 0 0 0,-1 0 1 0 0,0 0-1 0 0,0 0 0 0 0,0 1 1 0 0,-1 0-1 0 0,-5-7 0 0 0,3 5-69 0 0,-1 1 0 0 0,0 1 0 0 0,0-1 0 0 0,-1 2 0 0 0,0-1 0 0 0,0 1 0 0 0,0 0 0 0 0,-1 1 0 0 0,0 0 0 0 0,0 1 0 0 0,0 0 0 0 0,-1 0 0 0 0,1 1 0 0 0,-1 0 0 0 0,0 1 0 0 0,-18-1 0 0 0,10 4-1012 0 0</inkml:trace>
</inkml:ink>
</file>

<file path=ppt/ink/ink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2:02.296"/>
    </inkml:context>
    <inkml:brush xml:id="br0">
      <inkml:brushProperty name="width" value="0.1" units="cm"/>
      <inkml:brushProperty name="height" value="0.1" units="cm"/>
      <inkml:brushProperty name="color" value="#FF0066"/>
    </inkml:brush>
  </inkml:definitions>
  <inkml:trace contextRef="#ctx0" brushRef="#br0">37 44 3681 0 0,'-7'-21'12373'0'0,"4"30"-10913"0"0,-7 44-386 0 0,5-33-995 0 0,1-1 0 0 0,0 1 1 0 0,2 1-1 0 0,0 37 1 0 0,3-52-102 0 0,-1-1 0 0 0,1 1 1 0 0,0-1-1 0 0,1 0 0 0 0,-1 1 1 0 0,1-1-1 0 0,0 0 0 0 0,1 0 1 0 0,-1 0-1 0 0,1 0 0 0 0,0-1 1 0 0,0 1-1 0 0,0-1 0 0 0,1 0 1 0 0,-1 0-1 0 0,1 0 1 0 0,0 0-1 0 0,1 0 0 0 0,-1-1 1 0 0,0 0-1 0 0,1 0 0 0 0,9 5 1 0 0,-7-5 39 0 0,-1 0 1 0 0,0 0-1 0 0,1-1 1 0 0,0 0-1 0 0,0 0 0 0 0,0-1 1 0 0,-1 0-1 0 0,1 0 1 0 0,0-1-1 0 0,1 1 1 0 0,10-2-1 0 0,-15 0 7 0 0,0 1-1 0 0,0-1 1 0 0,1 0-1 0 0,-1 0 1 0 0,0 0 0 0 0,0 0-1 0 0,0-1 1 0 0,0 1-1 0 0,0-1 1 0 0,-1 0-1 0 0,1 0 1 0 0,0 0-1 0 0,-1 0 1 0 0,1 0-1 0 0,-1-1 1 0 0,0 1-1 0 0,0-1 1 0 0,0 1 0 0 0,0-1-1 0 0,0 0 1 0 0,-1 0-1 0 0,1 0 1 0 0,-1 0-1 0 0,0 0 1 0 0,0 0-1 0 0,1-4 1 0 0,9-51 241 0 0,-9 43-226 0 0,1 1 0 0 0,-1 1 0 0 0,2-1-1 0 0,9-25 1 0 0,-3 95-192 0 0,-9-51 186 0 0,0 0 0 0 0,0-1 0 0 0,1 1 0 0 0,0-1 0 0 0,0 0 0 0 0,0 1 0 0 0,0-1 0 0 0,1 0 0 0 0,0 0 0 0 0,0-1 0 0 0,0 1 0 0 0,0 0 0 0 0,0-1 0 0 0,1 0 0 0 0,5 5 0 0 0,-7-7-15 0 0,0 0 0 0 0,0 0-1 0 0,0 0 1 0 0,0-1 0 0 0,0 1-1 0 0,0 0 1 0 0,0-1 0 0 0,0 1-1 0 0,1-1 1 0 0,-1 0 0 0 0,0 0-1 0 0,0 0 1 0 0,0 0 0 0 0,1 0-1 0 0,-1 0 1 0 0,0 0 0 0 0,0-1-1 0 0,0 1 1 0 0,0-1 0 0 0,0 0-1 0 0,0 1 1 0 0,0-1 0 0 0,0 0-1 0 0,0 0 1 0 0,0 0 0 0 0,0-1-1 0 0,0 1 1 0 0,-1 0 0 0 0,1-1-1 0 0,0 1 1 0 0,-1-1 0 0 0,1 1-1 0 0,-1-1 1 0 0,0 0 0 0 0,2-3-1 0 0,0 1 79 0 0,0-1-1 0 0,0 0 0 0 0,0 0 0 0 0,-1 0 0 0 0,0 0 1 0 0,0 0-1 0 0,0-1 0 0 0,-1 1 0 0 0,1-1 0 0 0,-2 1 0 0 0,1-1 1 0 0,0 1-1 0 0,-1-1 0 0 0,0 1 0 0 0,0-1 0 0 0,-2-6 1 0 0,-2-9-367 0 0,0 0 1 0 0,-15-39 0 0 0,4 16-2984 0 0,36 71-5436 0 0,-15-18 8689 0 0</inkml:trace>
</inkml:ink>
</file>

<file path=ppt/ink/ink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2:02.599"/>
    </inkml:context>
    <inkml:brush xml:id="br0">
      <inkml:brushProperty name="width" value="0.1" units="cm"/>
      <inkml:brushProperty name="height" value="0.1" units="cm"/>
      <inkml:brushProperty name="color" value="#FF0066"/>
    </inkml:brush>
  </inkml:definitions>
  <inkml:trace contextRef="#ctx0" brushRef="#br0">0 287 1840 0 0,'4'1'392'0'0,"0"-1"-1"0"0,-1 0 1 0 0,1 0 0 0 0,0 0-1 0 0,0 0 1 0 0,0 0-1 0 0,-1-1 1 0 0,1 0-1 0 0,0 0 1 0 0,-1 0-1 0 0,1 0 1 0 0,-1 0-1 0 0,4-3 1 0 0,45-23 3741 0 0,-50 26-4014 0 0,9-6 676 0 0,1 0 0 0 0,-2-2 0 0 0,1 1 0 0 0,-1-1 0 0 0,0 0 0 0 0,-1-1 0 0 0,13-18-1 0 0,-18 23-583 0 0,-1 1-1 0 0,0-1 0 0 0,0-1 1 0 0,0 1-1 0 0,-1 0 0 0 0,1-1 0 0 0,-1 1 1 0 0,-1-1-1 0 0,1 0 0 0 0,-1 0 1 0 0,0 0-1 0 0,0 1 0 0 0,-1-1 1 0 0,1 0-1 0 0,-2 0 0 0 0,1 0 0 0 0,0 0 1 0 0,-1 0-1 0 0,-3-9 0 0 0,4 13-207 0 0,-1-1-1 0 0,1 1 1 0 0,-1 0-1 0 0,0 0 1 0 0,0 0 0 0 0,0 0-1 0 0,0 0 1 0 0,0 0-1 0 0,0 1 1 0 0,-1-1-1 0 0,1 0 1 0 0,-1 0-1 0 0,1 1 1 0 0,-1-1-1 0 0,0 1 1 0 0,1-1-1 0 0,-1 1 1 0 0,0 0-1 0 0,0 0 1 0 0,0 0-1 0 0,0 0 1 0 0,0 0-1 0 0,0 0 1 0 0,0 1-1 0 0,0-1 1 0 0,0 0-1 0 0,-1 1 1 0 0,1 0-1 0 0,0 0 1 0 0,0-1-1 0 0,0 1 1 0 0,-1 0-1 0 0,1 1 1 0 0,0-1 0 0 0,0 0-1 0 0,0 1 1 0 0,-1-1-1 0 0,-2 2 1 0 0,-1 0-65 0 0,1 1 1 0 0,0-1 0 0 0,-1 1 0 0 0,1 0-1 0 0,0 0 1 0 0,0 1 0 0 0,1-1 0 0 0,-1 1 0 0 0,1 0-1 0 0,0 1 1 0 0,0-1 0 0 0,0 1 0 0 0,-4 5 0 0 0,5-4 20 0 0,0-1 0 0 0,1 1 0 0 0,-1 0 1 0 0,1 0-1 0 0,0 0 0 0 0,1 0 0 0 0,-1 0 1 0 0,1 1-1 0 0,0-1 0 0 0,1 0 0 0 0,0 1 1 0 0,0-1-1 0 0,0 0 0 0 0,0 1 1 0 0,1-1-1 0 0,0 0 0 0 0,1 0 0 0 0,0 0 1 0 0,-1 0-1 0 0,2 0 0 0 0,-1 0 0 0 0,1 0 1 0 0,5 8-1 0 0,-2-5-369 0 0,0 0 0 0 0,1 0 0 0 0,0 0 0 0 0,1-1 0 0 0,0 0 0 0 0,0-1 0 0 0,1 0 1 0 0,-1 0-1 0 0,1-1 0 0 0,1 0 0 0 0,0 0 0 0 0,18 7 0 0 0,-13-7-845 0 0</inkml:trace>
</inkml:ink>
</file>

<file path=ppt/ink/ink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2:02.905"/>
    </inkml:context>
    <inkml:brush xml:id="br0">
      <inkml:brushProperty name="width" value="0.1" units="cm"/>
      <inkml:brushProperty name="height" value="0.1" units="cm"/>
      <inkml:brushProperty name="color" value="#FF0066"/>
    </inkml:brush>
  </inkml:definitions>
  <inkml:trace contextRef="#ctx0" brushRef="#br0">1 159 3681 0 0,'25'-6'4444'0'0,"28"0"-1036"0"0,-46 6-3116 0 0,-1 0-1 0 0,1 1 1 0 0,0 0 0 0 0,0 0-1 0 0,-1 0 1 0 0,1 1 0 0 0,0 0-1 0 0,-1 0 1 0 0,0 1 0 0 0,1 0-1 0 0,-1 0 1 0 0,0 0-1 0 0,-1 1 1 0 0,1 0 0 0 0,-1 0-1 0 0,1 0 1 0 0,-1 1 0 0 0,0 0-1 0 0,-1 0 1 0 0,5 6 0 0 0,4 8 209 0 0,-1 0 1 0 0,-1 1-1 0 0,-1 1 1 0 0,11 34-1 0 0,-16-43-334 0 0,1 13 492 0 0,-7-18 158 0 0,-7-16-91 0 0,4 2-644 0 0,1 0-1 0 0,-1-1 0 0 0,2 1 1 0 0,-1-1-1 0 0,1 0 1 0 0,0 1-1 0 0,1-1 0 0 0,0 0 1 0 0,0 0-1 0 0,1 0 1 0 0,0 0-1 0 0,1-13 0 0 0,2-3-155 0 0,1 0 0 0 0,13-42 0 0 0,-13 51-425 0 0,1 0-1 0 0,1 0 0 0 0,1 1 0 0 0,0 0 0 0 0,0 1 1 0 0,2 0-1 0 0,17-22 0 0 0,-9 17-6589 0 0</inkml:trace>
</inkml:ink>
</file>

<file path=ppt/ink/ink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2:03.980"/>
    </inkml:context>
    <inkml:brush xml:id="br0">
      <inkml:brushProperty name="width" value="0.1" units="cm"/>
      <inkml:brushProperty name="height" value="0.1" units="cm"/>
      <inkml:brushProperty name="color" value="#FF0066"/>
    </inkml:brush>
  </inkml:definitions>
  <inkml:trace contextRef="#ctx0" brushRef="#br0">5 195 8290 0 0,'0'-1'184'0'0,"-1"1"0"0"0,1-1 1 0 0,-1 0-1 0 0,1 1 0 0 0,0-1 1 0 0,-1 0-1 0 0,1 1 0 0 0,0-1 1 0 0,0 0-1 0 0,-1 0 1 0 0,1 1-1 0 0,0-1 0 0 0,0 0 1 0 0,0 0-1 0 0,0 1 0 0 0,0-1 1 0 0,0 0-1 0 0,0 0 0 0 0,0 0 1 0 0,0 1-1 0 0,1-1 0 0 0,-1 0 1 0 0,0 0-1 0 0,0 1 0 0 0,1-1 1 0 0,-1 0-1 0 0,0 0 0 0 0,1 1 1 0 0,-1-1-1 0 0,1 1 0 0 0,-1-1 1 0 0,1 0-1 0 0,-1 1 0 0 0,1-1 1 0 0,-1 1-1 0 0,2-2 0 0 0,-1 2-64 0 0,0-1 0 0 0,-1 0 0 0 0,1 1 0 0 0,0-1 0 0 0,0 0 0 0 0,0 1 0 0 0,0-1 0 0 0,0 1 0 0 0,0 0 0 0 0,0-1 0 0 0,0 1 0 0 0,0 0 0 0 0,0-1 0 0 0,1 1 1 0 0,-1 0-1 0 0,0 0 0 0 0,0 0 0 0 0,0 0 0 0 0,0 0 0 0 0,0 0 0 0 0,0 0 0 0 0,0 1 0 0 0,0-1 0 0 0,0 0 0 0 0,0 1 0 0 0,0-1 0 0 0,0 0 0 0 0,0 1 0 0 0,2 0 0 0 0,6 7 134 0 0,-1 1-1 0 0,0-1 1 0 0,-1 1 0 0 0,0 1 0 0 0,0-1 0 0 0,-1 1 0 0 0,7 15 0 0 0,19 26-16 0 0,69 75-174 0 0,-99-122 73 0 0,-8-10 177 0 0,-12-14 276 0 0,12 7-501 0 0,1 1 1 0 0,0-1-1 0 0,1-1 1 0 0,0 1 0 0 0,1 0-1 0 0,0-1 1 0 0,2 0-1 0 0,-1 1 1 0 0,2-1 0 0 0,0 0-1 0 0,2-22 1 0 0,0 20-87 0 0,0 0 1 0 0,2 0-1 0 0,-1 0 1 0 0,2 1-1 0 0,0-1 0 0 0,1 1 1 0 0,1 0-1 0 0,0 1 1 0 0,14-22-1 0 0,-18 31-236 0 0,0 1-1 0 0,1 0 1 0 0,-1 0-1 0 0,1 0 0 0 0,0 0 1 0 0,0 1-1 0 0,0-1 1 0 0,0 1-1 0 0,0 0 1 0 0,1 0-1 0 0,-1 1 0 0 0,1 0 1 0 0,6-3-1 0 0</inkml:trace>
</inkml:ink>
</file>

<file path=ppt/ink/ink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2:04.298"/>
    </inkml:context>
    <inkml:brush xml:id="br0">
      <inkml:brushProperty name="width" value="0.1" units="cm"/>
      <inkml:brushProperty name="height" value="0.1" units="cm"/>
      <inkml:brushProperty name="color" value="#FF0066"/>
    </inkml:brush>
  </inkml:definitions>
  <inkml:trace contextRef="#ctx0" brushRef="#br0">0 424 6913 0 0,'26'-34'4295'0'0,"20"-22"-30"0"0,-11 14-2074 0 0,33-50 0 0 0,-60 78-2183 0 0,0 0 1 0 0,0 0-1 0 0,-1 0 1 0 0,-1-1-1 0 0,-1 0 1 0 0,0 0-1 0 0,-1-1 0 0 0,3-20 1 0 0,-6 34-95 0 0,-1 1 1 0 0,0-1-1 0 0,1 0 0 0 0,-1 0 1 0 0,0 1-1 0 0,0-1 0 0 0,0 0 1 0 0,0 0-1 0 0,0 1 0 0 0,-1-1 1 0 0,1 0-1 0 0,-1 0 0 0 0,1 1 1 0 0,-1-1-1 0 0,1 0 0 0 0,-1 1 1 0 0,0-1-1 0 0,0 1 0 0 0,0-1 1 0 0,0 1-1 0 0,0-1 0 0 0,0 1 1 0 0,0 0-1 0 0,0-1 0 0 0,-1 1 1 0 0,1 0-1 0 0,-3-2 0 0 0,2 3-18 0 0,0 0 0 0 0,1-1-1 0 0,-1 1 1 0 0,0 0 0 0 0,0 0-1 0 0,0 0 1 0 0,0 1 0 0 0,1-1-1 0 0,-1 0 1 0 0,0 1 0 0 0,0-1-1 0 0,1 1 1 0 0,-1-1 0 0 0,0 1-1 0 0,1 0 1 0 0,-1 0 0 0 0,1 0-1 0 0,-1 0 1 0 0,1 0 0 0 0,-1 0-1 0 0,1 0 1 0 0,0 0 0 0 0,-1 1-1 0 0,1-1 1 0 0,0 0 0 0 0,0 1-1 0 0,-1 1 1 0 0,-7 10-16 0 0,0 0 0 0 0,1 0 0 0 0,1 1 0 0 0,0 0 0 0 0,1 0 0 0 0,0 1 0 0 0,1 0 0 0 0,1 0 1 0 0,0 0-1 0 0,-1 18 0 0 0,3-22 198 0 0,1 0 0 0 0,0 0 0 0 0,1 1 1 0 0,0-1-1 0 0,1 0 0 0 0,0 0 1 0 0,1 0-1 0 0,0 0 0 0 0,0 0 0 0 0,2 0 1 0 0,-1 0-1 0 0,1-1 0 0 0,1 0 0 0 0,10 19 1 0 0,-11-24-728 0 0,0-1 0 0 0,0 1 0 0 0,0 0 1 0 0,1-1-1 0 0,7 6 0 0 0,9 4-3891 0 0</inkml:trace>
</inkml:ink>
</file>

<file path=ppt/ink/ink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2:04.791"/>
    </inkml:context>
    <inkml:brush xml:id="br0">
      <inkml:brushProperty name="width" value="0.1" units="cm"/>
      <inkml:brushProperty name="height" value="0.1" units="cm"/>
      <inkml:brushProperty name="color" value="#FF0066"/>
    </inkml:brush>
  </inkml:definitions>
  <inkml:trace contextRef="#ctx0" brushRef="#br0">49 113 7834 0 0,'1'-32'1164'0'0,"0"23"72"0"0,0 1 0 0 0,-1-1 1 0 0,0 1-1 0 0,0-1 0 0 0,-1 1 0 0 0,-1-1 1 0 0,-6-11 2407 0 0,8 19-3605 0 0,0 1 0 0 0,0 0 0 0 0,0 0 0 0 0,-5 14 622 0 0,0 17-539 0 0,-22 274 414 0 0,24-216-483 0 0,11 128 0 0 0,-5-191-1 0 0,1 0 0 0 0,2-1 0 0 0,0 1 0 0 0,10 24 0 0 0,-9-33-535 0 0,1 0 1 0 0,11 19 0 0 0,-11-24-1006 0 0,1 0 0 0 0,-1-1 0 0 0,15 14 0 0 0</inkml:trace>
</inkml:ink>
</file>

<file path=ppt/ink/ink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2:04.979"/>
    </inkml:context>
    <inkml:brush xml:id="br0">
      <inkml:brushProperty name="width" value="0.1" units="cm"/>
      <inkml:brushProperty name="height" value="0.1" units="cm"/>
      <inkml:brushProperty name="color" value="#FF0066"/>
    </inkml:brush>
  </inkml:definitions>
  <inkml:trace contextRef="#ctx0" brushRef="#br0">12 236 4609 0 0,'-1'-1'44'0'0,"0"-1"0"0"0,-1 1-1 0 0,1-1 1 0 0,0 0 0 0 0,0 1 0 0 0,0-1 0 0 0,1 0 0 0 0,-1 0-1 0 0,0 1 1 0 0,1-1 0 0 0,-1 0 0 0 0,1 0 0 0 0,0 0-1 0 0,-1 0 1 0 0,1 0 0 0 0,0 0 0 0 0,0 0 0 0 0,0 0-1 0 0,0 0 1 0 0,1 0 0 0 0,0-3 0 0 0,1 0 327 0 0,1 0 1 0 0,0 0-1 0 0,0 0 1 0 0,0 1-1 0 0,1-1 0 0 0,5-5 1 0 0,-4 4-54 0 0,6-6 483 0 0,1 0-1 0 0,0 0 0 0 0,1 1 1 0 0,27-17-1 0 0,-23 18-642 0 0,1 0-1 0 0,0 1 1 0 0,35-11-1 0 0,-31 14-291 0 0,-1 1-1 0 0,1 0 1 0 0,0 2-1 0 0,0 1 0 0 0,0 0 1 0 0,0 2-1 0 0,0 0 0 0 0,35 6 1 0 0,-34-2 134 0 0,-1-2-53 0 0</inkml:trace>
</inkml:ink>
</file>

<file path=ppt/ink/ink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2:05.242"/>
    </inkml:context>
    <inkml:brush xml:id="br0">
      <inkml:brushProperty name="width" value="0.1" units="cm"/>
      <inkml:brushProperty name="height" value="0.1" units="cm"/>
      <inkml:brushProperty name="color" value="#FF0066"/>
    </inkml:brush>
  </inkml:definitions>
  <inkml:trace contextRef="#ctx0" brushRef="#br0">10 107 7426 0 0,'-1'0'27'0'0,"1"0"0"0"0,-1 0 1 0 0,0-1-1 0 0,1 1 1 0 0,-1 0-1 0 0,1-1 1 0 0,-1 1-1 0 0,1-1 1 0 0,-1 1-1 0 0,1-1 1 0 0,0 1-1 0 0,-1-1 1 0 0,1 1-1 0 0,-1-1 0 0 0,1 1 1 0 0,0-1-1 0 0,0 1 1 0 0,-1-1-1 0 0,1 1 1 0 0,0-1-1 0 0,0 0 1 0 0,0 1-1 0 0,-1-1 1 0 0,1 0-1 0 0,0 1 0 0 0,0-1 1 0 0,0 1-1 0 0,0-2 1 0 0,1 2 39 0 0,0-1 1 0 0,-1 1-1 0 0,1-1 1 0 0,0 1-1 0 0,0-1 1 0 0,-1 1-1 0 0,1 0 1 0 0,0-1-1 0 0,0 1 1 0 0,0 0-1 0 0,-1 0 1 0 0,1-1-1 0 0,0 1 1 0 0,0 0-1 0 0,0 0 1 0 0,0 0-1 0 0,1 0 1 0 0,3 0 347 0 0,1 0 1 0 0,-1 1 0 0 0,1 0 0 0 0,-1 0 0 0 0,11 3 0 0 0,-12-2-110 0 0,1 1-1 0 0,-1-1 1 0 0,0 1 0 0 0,1 0 0 0 0,-1 1-1 0 0,-1-1 1 0 0,1 1 0 0 0,0 0 0 0 0,-1 0 0 0 0,6 8-1 0 0,20 48 1428 0 0,1-1-298 0 0,-35-67-1026 0 0,1-1 0 0 0,0 0 0 0 0,0 0 0 0 0,1 0 1 0 0,0 0-1 0 0,0-1 0 0 0,1 1 0 0 0,1-1 1 0 0,-1 0-1 0 0,1-15 0 0 0,1 15-684 0 0,0 0 0 0 0,1 0-1 0 0,0 0 1 0 0,1 0 0 0 0,0 1 0 0 0,0-1-1 0 0,1 1 1 0 0,0-1 0 0 0,1 1 0 0 0,9-17-1 0 0,-3 10-6953 0 0</inkml:trace>
</inkml:ink>
</file>

<file path=ppt/ink/ink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2:05.577"/>
    </inkml:context>
    <inkml:brush xml:id="br0">
      <inkml:brushProperty name="width" value="0.1" units="cm"/>
      <inkml:brushProperty name="height" value="0.1" units="cm"/>
      <inkml:brushProperty name="color" value="#FF0066"/>
    </inkml:brush>
  </inkml:definitions>
  <inkml:trace contextRef="#ctx0" brushRef="#br0">235 26 456 0 0,'0'0'21'0'0,"1"0"0"0"0,0 0-1 0 0,-1 0 1 0 0,1 0 0 0 0,0 0-1 0 0,-1 0 1 0 0,1-1 0 0 0,0 1 0 0 0,-1 0-1 0 0,1 0 1 0 0,0-1 0 0 0,-1 1 0 0 0,1 0-1 0 0,-1-1 1 0 0,1 1 0 0 0,0 0-1 0 0,-1-1 1 0 0,1 1 0 0 0,-1-1 0 0 0,1 1-1 0 0,-1-1 1 0 0,0 1 0 0 0,1-2 0 0 0,-10-6 3295 0 0,6 6-2686 0 0,-1 0 0 0 0,0 1 0 0 0,0 0 1 0 0,0 0-1 0 0,0 0 0 0 0,0 0 0 0 0,-5 0 0 0 0,0 3-335 0 0,1-1 0 0 0,-1 1 0 0 0,0 1 0 0 0,1 0 0 0 0,0 0 0 0 0,-1 1 1 0 0,1 0-1 0 0,1 0 0 0 0,-1 1 0 0 0,0 0 0 0 0,1 0 0 0 0,0 0 0 0 0,1 1 0 0 0,-1 1 0 0 0,1-1 0 0 0,0 1 0 0 0,-5 7 0 0 0,4-5 67 0 0,0 1 0 0 0,0 0 1 0 0,1 0-1 0 0,1 0 0 0 0,-1 1 1 0 0,2 0-1 0 0,0 0 0 0 0,0 0 1 0 0,1 0-1 0 0,0 1 0 0 0,1 0 1 0 0,-2 17-1 0 0,4-27-391 0 0,0 0 0 0 0,0 0 1 0 0,0 0-1 0 0,0 0 0 0 0,0 0 0 0 0,1 0 0 0 0,-1 0 0 0 0,0 0 0 0 0,1 0 1 0 0,0 0-1 0 0,-1 0 0 0 0,1 0 0 0 0,0 0 0 0 0,0 0 0 0 0,0 0 0 0 0,0-1 1 0 0,0 1-1 0 0,1 0 0 0 0,1 1 0 0 0,-2-3-32 0 0,0 1 0 0 0,1 0-1 0 0,-1-1 1 0 0,0 1 0 0 0,1-1 0 0 0,-1 1 0 0 0,1-1-1 0 0,-1 0 1 0 0,0 0 0 0 0,1 1 0 0 0,-1-1-1 0 0,1 0 1 0 0,-1 0 0 0 0,1-1 0 0 0,-1 1 0 0 0,1 0-1 0 0,-1 0 1 0 0,1-1 0 0 0,-1 1 0 0 0,2-1-1 0 0,4-3-191 0 0,1 1 0 0 0,-1-1 0 0 0,0 0 0 0 0,0-1 0 0 0,0 0 0 0 0,-1 0 0 0 0,12-12 0 0 0,1-9-276 0 0,-17 22 583 0 0,0 0 0 0 0,1 0-1 0 0,0 0 1 0 0,0 0 0 0 0,0 0 0 0 0,0 1 0 0 0,0-1 0 0 0,1 1 0 0 0,-1 0 0 0 0,1 0-1 0 0,0 0 1 0 0,0 1 0 0 0,7-5 0 0 0,-10 7 29 0 0,1 0 1 0 0,-1 0-1 0 0,1 1 0 0 0,-1-1 1 0 0,1 0-1 0 0,-1 0 1 0 0,0 1-1 0 0,1-1 0 0 0,-1 1 1 0 0,0-1-1 0 0,1 1 0 0 0,-1 0 1 0 0,0-1-1 0 0,0 1 1 0 0,0 0-1 0 0,1 0 0 0 0,-1 0 1 0 0,0 0-1 0 0,0 0 0 0 0,0 0 1 0 0,0 0-1 0 0,-1 0 1 0 0,3 3-1 0 0,18 33-502 0 0,-16-27-583 0 0</inkml:trace>
</inkml:ink>
</file>

<file path=ppt/ink/ink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2:05.846"/>
    </inkml:context>
    <inkml:brush xml:id="br0">
      <inkml:brushProperty name="width" value="0.1" units="cm"/>
      <inkml:brushProperty name="height" value="0.1" units="cm"/>
      <inkml:brushProperty name="color" value="#FF0066"/>
    </inkml:brush>
  </inkml:definitions>
  <inkml:trace contextRef="#ctx0" brushRef="#br0">224 6 5529 0 0,'-2'-1'245'0'0,"0"0"1"0"0,1 0-1 0 0,-1 1 0 0 0,0-1 0 0 0,0 0 1 0 0,0 1-1 0 0,0 0 0 0 0,-1-1 0 0 0,1 1 1 0 0,0 0-1 0 0,0 0 0 0 0,0 0 0 0 0,0 0 1 0 0,0 1-1 0 0,0-1 0 0 0,0 0 0 0 0,0 1 1 0 0,0 0-1 0 0,0-1 0 0 0,0 1 0 0 0,-3 2 1 0 0,-42 21 3192 0 0,36-16-3182 0 0,0 0 0 0 0,0 1 0 0 0,1 1 0 0 0,1-1-1 0 0,-1 2 1 0 0,1-1 0 0 0,1 1 0 0 0,0 0 0 0 0,1 1 0 0 0,-9 18 0 0 0,13-24-160 0 0,0 0 0 0 0,0 1 0 0 0,1-1 0 0 0,0 1 0 0 0,0 0 0 0 0,0 0 0 0 0,1-1 1 0 0,0 1-1 0 0,0 0 0 0 0,1 0 0 0 0,0 0 0 0 0,0 0 0 0 0,1 0 0 0 0,0 0 0 0 0,0 0 0 0 0,1 0 0 0 0,-1 0 1 0 0,1 0-1 0 0,1-1 0 0 0,0 1 0 0 0,-1-1 0 0 0,6 7 0 0 0,-6-9-412 0 0,1-1-1 0 0,1 0 1 0 0,-1 0 0 0 0,0 0-1 0 0,1 0 1 0 0,0 0-1 0 0,-1-1 1 0 0,1 0 0 0 0,0 0-1 0 0,0 0 1 0 0,0 0 0 0 0,1 0-1 0 0,-1-1 1 0 0,0 0-1 0 0,1 0 1 0 0,-1 0 0 0 0,1 0-1 0 0,-1-1 1 0 0,1 0-1 0 0,4 0 1 0 0,18-2-5178 0 0</inkml:trace>
</inkml:ink>
</file>

<file path=ppt/ink/ink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2:06.069"/>
    </inkml:context>
    <inkml:brush xml:id="br0">
      <inkml:brushProperty name="width" value="0.1" units="cm"/>
      <inkml:brushProperty name="height" value="0.1" units="cm"/>
      <inkml:brushProperty name="color" value="#FF0066"/>
    </inkml:brush>
  </inkml:definitions>
  <inkml:trace contextRef="#ctx0" brushRef="#br0">20 29 5065 0 0,'-10'-28'13767'0'0,"6"43"-12688"0"0,-1 66 468 0 0,9 146 1 0 0,0-138-1394 0 0,-4-80-230 0 0,10 126-185 0 0,-8-117-756 0 0,2 0 0 0 0,10 32 0 0 0,-12-47 347 0 0,-1 0-1 0 0,0 0 1 0 0,1 0 0 0 0,0 0-1 0 0,-1 0 1 0 0,1-1-1 0 0,0 1 1 0 0,1 0 0 0 0,3 3-1 0 0</inkml:trace>
</inkml:ink>
</file>

<file path=ppt/ink/ink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2:06.259"/>
    </inkml:context>
    <inkml:brush xml:id="br0">
      <inkml:brushProperty name="width" value="0.1" units="cm"/>
      <inkml:brushProperty name="height" value="0.1" units="cm"/>
      <inkml:brushProperty name="color" value="#FF0066"/>
    </inkml:brush>
  </inkml:definitions>
  <inkml:trace contextRef="#ctx0" brushRef="#br0">1 30 10594 0 0,'5'-1'570'0'0,"1"-1"0"0"0,0 1 0 0 0,0 0 1 0 0,0 0-1 0 0,0 0 0 0 0,10 1 0 0 0,13-2 1311 0 0,7-5-2171 0 0,19-4-6567 0 0,-46 8 6700 0 0</inkml:trace>
</inkml:ink>
</file>

<file path=ppt/ink/ink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2:06.436"/>
    </inkml:context>
    <inkml:brush xml:id="br0">
      <inkml:brushProperty name="width" value="0.1" units="cm"/>
      <inkml:brushProperty name="height" value="0.1" units="cm"/>
      <inkml:brushProperty name="color" value="#FF0066"/>
    </inkml:brush>
  </inkml:definitions>
  <inkml:trace contextRef="#ctx0" brushRef="#br0">0 0 5985 0 0,'2'4'1052'0'0,"-1"0"1"0"0,1 0-1 0 0,0-1 0 0 0,0 1 0 0 0,0-1 0 0 0,6 7 314 0 0,-2-1-451 0 0,-1-1 0 0 0,0 1 1 0 0,0 1-1 0 0,0-1 0 0 0,4 15 0 0 0,-3-1-114 0 0,-1 0 0 0 0,3 40 0 0 0,5 25-662 0 0,-10-75-961 0 0,1-2-305 0 0</inkml:trace>
</inkml:ink>
</file>

<file path=ppt/ink/ink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2:06.592"/>
    </inkml:context>
    <inkml:brush xml:id="br0">
      <inkml:brushProperty name="width" value="0.1" units="cm"/>
      <inkml:brushProperty name="height" value="0.1" units="cm"/>
      <inkml:brushProperty name="color" value="#FF0066"/>
    </inkml:brush>
  </inkml:definitions>
  <inkml:trace contextRef="#ctx0" brushRef="#br0">1 21 8290 0 0,'1'-20'6297'0'0,"1"20"-5833"0"0,0 3 408 0 0,4 22-3712 0 0,-6-12 1183 0 0,3 2-7 0 0,3 3 1376 0 0,1-1 288 0 0</inkml:trace>
</inkml:ink>
</file>

<file path=ppt/ink/ink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2:06.880"/>
    </inkml:context>
    <inkml:brush xml:id="br0">
      <inkml:brushProperty name="width" value="0.1" units="cm"/>
      <inkml:brushProperty name="height" value="0.1" units="cm"/>
      <inkml:brushProperty name="color" value="#FF0066"/>
    </inkml:brush>
  </inkml:definitions>
  <inkml:trace contextRef="#ctx0" brushRef="#br0">1 45 6913 0 0,'-1'1'170'0'0,"1"0"0"0"0,0 0-1 0 0,0 0 1 0 0,0 0-1 0 0,0 0 1 0 0,0 0 0 0 0,1 0-1 0 0,-1 0 1 0 0,0 0-1 0 0,0 0 1 0 0,0-1 0 0 0,1 1-1 0 0,-1 0 1 0 0,1 0-1 0 0,-1 0 1 0 0,1 0-1 0 0,-1 0 1 0 0,1-1 0 0 0,-1 1-1 0 0,2 1 1 0 0,17 24 1754 0 0,-13-17-1087 0 0,15 25 2543 0 0,28 66 1 0 0,-24-46-2165 0 0,-24-50-1143 0 0,2 0 0 0 0,-1 0 0 0 0,0 0 0 0 0,1 0 0 0 0,0-1 0 0 0,0 1 0 0 0,0-1 0 0 0,0 1 0 0 0,0-1 0 0 0,4 3 0 0 0,-6-6-53 0 0,0 1-1 0 0,0-1 1 0 0,0 1 0 0 0,0-1-1 0 0,0 0 1 0 0,0 1 0 0 0,0-1-1 0 0,0 0 1 0 0,-1 0-1 0 0,1 1 1 0 0,0-1 0 0 0,0 0-1 0 0,0 0 1 0 0,0 0 0 0 0,0 0-1 0 0,0 0 1 0 0,0-1-1 0 0,0 1 1 0 0,2 0 0 0 0,-2-1 9 0 0,1 0 0 0 0,-1 0 0 0 0,1 0 0 0 0,-1 0 0 0 0,1 0 0 0 0,-1-1 0 0 0,0 1 0 0 0,0 0 0 0 0,0 0 0 0 0,0-1 1 0 0,0 1-1 0 0,0-1 0 0 0,0 1 0 0 0,1-4 0 0 0,46-107 546 0 0,-34 76-1450 0 0,2 0-1 0 0,37-64 1 0 0,-34 72-6636 0 0</inkml:trace>
</inkml:ink>
</file>

<file path=ppt/ink/ink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2:07.198"/>
    </inkml:context>
    <inkml:brush xml:id="br0">
      <inkml:brushProperty name="width" value="0.1" units="cm"/>
      <inkml:brushProperty name="height" value="0.1" units="cm"/>
      <inkml:brushProperty name="color" value="#FF0066"/>
    </inkml:brush>
  </inkml:definitions>
  <inkml:trace contextRef="#ctx0" brushRef="#br0">1 221 3681 0 0,'1'3'146'0'0,"0"-1"1"0"0,1 1 0 0 0,-1-1-1 0 0,1 1 1 0 0,0-1 0 0 0,0 1-1 0 0,0-1 1 0 0,0 0 0 0 0,0 0 0 0 0,0 0-1 0 0,0 0 1 0 0,1 0 0 0 0,-1-1-1 0 0,1 1 1 0 0,0-1 0 0 0,-1 0-1 0 0,1 1 1 0 0,0-1 0 0 0,0 0-1 0 0,-1-1 1 0 0,1 1 0 0 0,0 0-1 0 0,0-1 1 0 0,0 0 0 0 0,0 1-1 0 0,0-1 1 0 0,0 0 0 0 0,0-1-1 0 0,0 1 1 0 0,0 0 0 0 0,0-1-1 0 0,0 0 1 0 0,0 0 0 0 0,0 0-1 0 0,4-2 1 0 0,0 0 73 0 0,1-1-1 0 0,-1 0 1 0 0,0 0-1 0 0,0-1 1 0 0,0 0 0 0 0,-1 0-1 0 0,0 0 1 0 0,0-1-1 0 0,0 0 1 0 0,-1 0 0 0 0,0-1-1 0 0,5-7 1 0 0,-1 0 309 0 0,-2-1 1 0 0,0 0-1 0 0,7-19 0 0 0,-12 29-444 0 0,-1 1 0 0 0,0-1 0 0 0,0 1 0 0 0,0-1 0 0 0,0 0-1 0 0,-1 0 1 0 0,1 1 0 0 0,-1-1 0 0 0,-1 0 0 0 0,1 0 0 0 0,-1 0 0 0 0,0 1 0 0 0,0-1 0 0 0,0 0-1 0 0,-3-8 1 0 0,3 12-102 0 0,-1-1-1 0 0,1 1 1 0 0,0 0-1 0 0,0-1 0 0 0,0 1 1 0 0,-1 0-1 0 0,1 0 1 0 0,-1 0-1 0 0,1 0 1 0 0,-1 0-1 0 0,1 0 0 0 0,-1 1 1 0 0,1-1-1 0 0,-1 0 1 0 0,0 1-1 0 0,1-1 1 0 0,-1 1-1 0 0,0-1 1 0 0,0 1-1 0 0,1 0 0 0 0,-1 0 1 0 0,0 0-1 0 0,0 0 1 0 0,1 0-1 0 0,-1 0 1 0 0,0 1-1 0 0,0-1 0 0 0,1 0 1 0 0,-1 1-1 0 0,0 0 1 0 0,1-1-1 0 0,-3 2 1 0 0,-3 1-54 0 0,0-1 0 0 0,1 2 0 0 0,-1-1 1 0 0,1 1-1 0 0,-1 0 0 0 0,-7 7 0 0 0,9-6 161 0 0,-1 0-1 0 0,1 0 0 0 0,0 1 0 0 0,0-1 0 0 0,0 1 0 0 0,1 0 0 0 0,0 1 1 0 0,0-1-1 0 0,1 1 0 0 0,0 0 0 0 0,0 0 0 0 0,0 0 0 0 0,1 0 1 0 0,-2 10-1 0 0,4-12 73 0 0,-1 0 0 0 0,1 0 0 0 0,1 0 0 0 0,-1 0 0 0 0,1 0 0 0 0,0 0 1 0 0,0 0-1 0 0,0 0 0 0 0,1 0 0 0 0,-1-1 0 0 0,1 1 0 0 0,0-1 0 0 0,1 1 1 0 0,-1-1-1 0 0,1 0 0 0 0,0 1 0 0 0,0-1 0 0 0,0-1 0 0 0,1 1 0 0 0,-1 0 1 0 0,1-1-1 0 0,5 4 0 0 0,3 2-18 0 0,0-1 1 0 0,0-1-1 0 0,0 0 1 0 0,1 0-1 0 0,0-1 0 0 0,1-1 1 0 0,19 5-1 0 0,2-2-827 0 0,63 7 0 0 0,-60-11-449 0 0</inkml:trace>
</inkml:ink>
</file>

<file path=ppt/ink/ink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2:07.625"/>
    </inkml:context>
    <inkml:brush xml:id="br0">
      <inkml:brushProperty name="width" value="0.1" units="cm"/>
      <inkml:brushProperty name="height" value="0.1" units="cm"/>
      <inkml:brushProperty name="color" value="#FF0066"/>
    </inkml:brush>
  </inkml:definitions>
  <inkml:trace contextRef="#ctx0" brushRef="#br0">0 0 12899 0 0,'4'3'423'0'0,"-1"1"0"0"0,0-1 1 0 0,-1 1-1 0 0,1-1 0 0 0,0 1 0 0 0,-1 0 1 0 0,0 0-1 0 0,0 0 0 0 0,0 0 1 0 0,-1 1-1 0 0,2 5 0 0 0,12 53 1606 0 0,-12-50-1704 0 0,5 41 631 0 0,3 7-838 0 0,0-21-2805 0 0</inkml:trace>
</inkml:ink>
</file>

<file path=ppt/ink/ink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2:07.799"/>
    </inkml:context>
    <inkml:brush xml:id="br0">
      <inkml:brushProperty name="width" value="0.1" units="cm"/>
      <inkml:brushProperty name="height" value="0.1" units="cm"/>
      <inkml:brushProperty name="color" value="#FF0066"/>
    </inkml:brush>
  </inkml:definitions>
  <inkml:trace contextRef="#ctx0" brushRef="#br0">3 7 8754 0 0,'-2'-7'4532'0'0,"11"15"-1461"0"0,-3 2-3467 0 0,0 0-1 0 0,-1 0 1 0 0,0 1 0 0 0,-1 0-1 0 0,5 17 1 0 0,-6-8 396 0 0</inkml:trace>
</inkml:ink>
</file>

<file path=ppt/ink/ink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2:08.164"/>
    </inkml:context>
    <inkml:brush xml:id="br0">
      <inkml:brushProperty name="width" value="0.1" units="cm"/>
      <inkml:brushProperty name="height" value="0.1" units="cm"/>
      <inkml:brushProperty name="color" value="#FF0066"/>
    </inkml:brush>
  </inkml:definitions>
  <inkml:trace contextRef="#ctx0" brushRef="#br0">17 1 4145 0 0,'-11'2'8024'0'0,"10"3"-7414"0"0,-1 10-106 0 0,1 1 1 0 0,0-1-1 0 0,1 1 0 0 0,0-1 1 0 0,1 1-1 0 0,1-1 1 0 0,1 1-1 0 0,0-1 0 0 0,1 0 1 0 0,0 0-1 0 0,1-1 1 0 0,10 19-1 0 0,-15-32-519 0 0,0 0-1 0 0,0-1 1 0 0,1 1-1 0 0,-1 0 1 0 0,0-1-1 0 0,1 1 1 0 0,-1 0 0 0 0,1-1-1 0 0,-1 1 1 0 0,1-1-1 0 0,-1 1 1 0 0,1-1-1 0 0,-1 1 1 0 0,1-1-1 0 0,-1 1 1 0 0,1-1-1 0 0,0 1 1 0 0,-1-1 0 0 0,1 0-1 0 0,0 1 1 0 0,0-1-1 0 0,-1 0 1 0 0,1 0-1 0 0,0 1 1 0 0,-1-1-1 0 0,1 0 1 0 0,0 0-1 0 0,1 0 1 0 0,-1-1-33 0 0,1 1 1 0 0,-1-1-1 0 0,1 1 1 0 0,-1-1-1 0 0,0 0 0 0 0,1 0 1 0 0,-1 1-1 0 0,0-1 0 0 0,1 0 1 0 0,-1 0-1 0 0,0-1 1 0 0,0 1-1 0 0,1-1 0 0 0,6-8-178 0 0,-1 0-1 0 0,10-21 0 0 0,-13 24 418 0 0,2-3 102 0 0,0 0 1 0 0,1 0 0 0 0,-1 1-1 0 0,2 0 1 0 0,-1 0-1 0 0,13-9 1 0 0,-19 16-244 0 0,1 1 1 0 0,0-1-1 0 0,0 1 0 0 0,0-1 1 0 0,0 1-1 0 0,0 0 1 0 0,0 0-1 0 0,1 0 0 0 0,-1 0 1 0 0,0 0-1 0 0,1 0 0 0 0,-1 1 1 0 0,0-1-1 0 0,1 1 0 0 0,-1 0 1 0 0,1 0-1 0 0,-1 0 0 0 0,0 0 1 0 0,1 0-1 0 0,-1 0 1 0 0,1 0-1 0 0,-1 1 0 0 0,0-1 1 0 0,1 1-1 0 0,-1 0 0 0 0,0 0 1 0 0,0 0-1 0 0,1 0 0 0 0,-1 0 1 0 0,0 0-1 0 0,0 1 1 0 0,0-1-1 0 0,0 1 0 0 0,0-1 1 0 0,-1 1-1 0 0,1 0 0 0 0,1 1 1 0 0,1 2-287 0 0,-1 0 1 0 0,0 0 0 0 0,0 0-1 0 0,-1 0 1 0 0,0 0 0 0 0,1 0-1 0 0,-2 1 1 0 0,3 8 0 0 0,0 4-6825 0 0</inkml:trace>
</inkml:ink>
</file>

<file path=ppt/ink/ink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2:08.670"/>
    </inkml:context>
    <inkml:brush xml:id="br0">
      <inkml:brushProperty name="width" value="0.1" units="cm"/>
      <inkml:brushProperty name="height" value="0.1" units="cm"/>
      <inkml:brushProperty name="color" value="#FF0066"/>
    </inkml:brush>
  </inkml:definitions>
  <inkml:trace contextRef="#ctx0" brushRef="#br0">288 433 1840 0 0,'4'-5'898'0'0,"-1"0"-1"0"0,1 0 1 0 0,-1 0-1 0 0,-1 0 0 0 0,1 0 1 0 0,-1 0-1 0 0,0-1 1 0 0,0 1-1 0 0,0-1 0 0 0,-1 0 1 0 0,0 1-1 0 0,1-11 1 0 0,-2 14-749 0 0,0-1 0 0 0,-1 1 0 0 0,1-1 0 0 0,0 1 1 0 0,-1 0-1 0 0,1-1 0 0 0,-1 1 0 0 0,0 0 1 0 0,0 0-1 0 0,0 0 0 0 0,0 0 0 0 0,0-1 0 0 0,0 1 1 0 0,-1 0-1 0 0,1 1 0 0 0,0-1 0 0 0,-1 0 0 0 0,0 0 1 0 0,1 1-1 0 0,-1-1 0 0 0,0 1 0 0 0,0-1 1 0 0,0 1-1 0 0,0 0 0 0 0,0 0 0 0 0,0 0 0 0 0,0 0 1 0 0,-1 0-1 0 0,1 0 0 0 0,0 0 0 0 0,0 1 1 0 0,-1-1-1 0 0,-2 1 0 0 0,-4-1-25 0 0,0 1 1 0 0,0 0-1 0 0,1 0 0 0 0,-1 1 0 0 0,0 0 1 0 0,0 1-1 0 0,1 0 0 0 0,-1 0 0 0 0,1 1 1 0 0,0 0-1 0 0,0 0 0 0 0,0 1 0 0 0,0 0 1 0 0,0 1-1 0 0,-7 5 0 0 0,1 0 23 0 0,1 0-1 0 0,-1 1 1 0 0,2 1-1 0 0,-1 0 1 0 0,2 1-1 0 0,-18 24 1 0 0,26-33-141 0 0,1 0 0 0 0,0 0 0 0 0,0 0 1 0 0,0 0-1 0 0,0 0 0 0 0,1 1 0 0 0,-1-1 0 0 0,1 1 0 0 0,0-1 1 0 0,1 1-1 0 0,-1-1 0 0 0,1 1 0 0 0,0-1 0 0 0,0 1 0 0 0,0-1 0 0 0,1 1 1 0 0,-1-1-1 0 0,1 1 0 0 0,2 5 0 0 0,-2-7-46 0 0,0-1-1 0 0,1 1 1 0 0,-1 0 0 0 0,1 0-1 0 0,0-1 1 0 0,0 1 0 0 0,0-1-1 0 0,0 1 1 0 0,0-1 0 0 0,0 0-1 0 0,1 0 1 0 0,-1 0 0 0 0,1 0-1 0 0,0 0 1 0 0,-1-1 0 0 0,1 1-1 0 0,0-1 1 0 0,0 0 0 0 0,0 0-1 0 0,0 0 1 0 0,0 0 0 0 0,0 0-1 0 0,0 0 1 0 0,0-1-1 0 0,0 0 1 0 0,1 0 0 0 0,-1 0-1 0 0,5 0 1 0 0,0-1-48 0 0,0 0 0 0 0,1 0 0 0 0,-1-1 0 0 0,0 0 0 0 0,0-1 0 0 0,0 0 1 0 0,0 0-1 0 0,0 0 0 0 0,-1-1 0 0 0,1 0 0 0 0,-1-1 0 0 0,0 0 0 0 0,0 0 0 0 0,-1 0 0 0 0,1-1 0 0 0,-1 0 0 0 0,-1 0 0 0 0,1 0 0 0 0,5-9 0 0 0,-5 6-23 0 0,0-1 1 0 0,0 0-1 0 0,-1-1 0 0 0,0 1 0 0 0,-1-1 0 0 0,0 0 0 0 0,-1 0 0 0 0,0 0 0 0 0,-1 0 0 0 0,0 0 0 0 0,0-1 0 0 0,-2 1 1 0 0,0-19-1 0 0,-6-24 940 0 0,-16-60 0 0 0,-5-44 913 0 0,34 208-743 0 0,2-1 1 0 0,22 67-1 0 0,51 111-975 0 0,-70-196-1285 0 0,26 43-1 0 0,-17-42-6366 0 0</inkml:trace>
</inkml:ink>
</file>

<file path=ppt/ink/ink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2:09.704"/>
    </inkml:context>
    <inkml:brush xml:id="br0">
      <inkml:brushProperty name="width" value="0.1" units="cm"/>
      <inkml:brushProperty name="height" value="0.1" units="cm"/>
      <inkml:brushProperty name="color" value="#FF0066"/>
    </inkml:brush>
  </inkml:definitions>
  <inkml:trace contextRef="#ctx0" brushRef="#br0">76 416 4609 0 0,'0'0'66'0'0,"0"0"0"0"0,0 1-1 0 0,-1-1 1 0 0,1 0 0 0 0,0 0 0 0 0,0 1-1 0 0,0-1 1 0 0,0 0 0 0 0,0 0 0 0 0,-1 1-1 0 0,1-1 1 0 0,0 0 0 0 0,0 1 0 0 0,0-1 0 0 0,0 0-1 0 0,0 1 1 0 0,0-1 0 0 0,0 0 0 0 0,0 0-1 0 0,0 1 1 0 0,0-1 0 0 0,0 0 0 0 0,0 1-1 0 0,0-1 1 0 0,0 0 0 0 0,1 1 0 0 0,-1-1 0 0 0,0 0-1 0 0,0 0 1 0 0,0 1 0 0 0,0-1 0 0 0,0 0-1 0 0,1 0 1 0 0,-1 1 0 0 0,12-1 3556 0 0,9-7-457 0 0,-3-4 911 0 0,-36 16-1501 0 0,-20 6-4060 0 0,71-19-10112 0 0,-28 3 12586 0 0,-1-1-1 0 0,0 1 1 0 0,0-1 0 0 0,0 0 0 0 0,-1 0 0 0 0,1 0-1 0 0,3-12 1 0 0,7-24 2291 0 0,-4 3-3883 0 0,-5 19 635 0 0,-1-1-1 0 0,-2-1 0 0 0,1-39 0 0 0,-3 53 15 0 0,0 0-1 0 0,-1 0 1 0 0,0 0 0 0 0,-1 0 0 0 0,1 0 0 0 0,-1 0 0 0 0,-1 1 0 0 0,1-1 0 0 0,-2 1 0 0 0,1 0 0 0 0,-1-1-1 0 0,0 1 1 0 0,-7-9 0 0 0,10 14-21 0 0,-1 0-1 0 0,1 1 1 0 0,-1-1 0 0 0,1 1-1 0 0,-1-1 1 0 0,0 1-1 0 0,0 0 1 0 0,0-1-1 0 0,0 1 1 0 0,1 0 0 0 0,-2 0-1 0 0,1 1 1 0 0,0-1-1 0 0,0 0 1 0 0,0 1-1 0 0,0-1 1 0 0,0 1 0 0 0,-1-1-1 0 0,1 1 1 0 0,0 0-1 0 0,-5 0 1 0 0,4 1-13 0 0,0 0 1 0 0,0 0-1 0 0,-1 1 0 0 0,1-1 1 0 0,0 0-1 0 0,0 1 0 0 0,0 0 1 0 0,1 0-1 0 0,-1 0 0 0 0,0 0 0 0 0,1 0 1 0 0,-1 1-1 0 0,-2 2 0 0 0,0 1-30 0 0,-1 1 0 0 0,1 0 0 0 0,0 1 0 0 0,1-1 0 0 0,0 1 0 0 0,0 0 0 0 0,1 0 0 0 0,-1 0 0 0 0,2 0 0 0 0,-3 13 0 0 0,4-14 48 0 0,0 1 0 0 0,1-1 0 0 0,0 1 1 0 0,1 0-1 0 0,-1-1 0 0 0,2 1 0 0 0,-1-1 0 0 0,1 0 0 0 0,0 1 0 0 0,0-1 1 0 0,1 0-1 0 0,0 0 0 0 0,1 0 0 0 0,-1-1 0 0 0,1 1 0 0 0,0-1 0 0 0,1 0 0 0 0,0 0 1 0 0,0 0-1 0 0,0-1 0 0 0,0 1 0 0 0,1-1 0 0 0,0-1 0 0 0,11 8 0 0 0,-7-6-2 0 0,0-1 0 0 0,0 0 0 0 0,0-1 0 0 0,1 0 0 0 0,-1 0 0 0 0,1-1 0 0 0,0 0 1 0 0,0-1-1 0 0,0-1 0 0 0,0 0 0 0 0,1 0 0 0 0,-1-1 0 0 0,0 0 0 0 0,0-1 0 0 0,0 0 0 0 0,14-4 0 0 0,-8 0-678 0 0,0 0 1 0 0,0-1-1 0 0,-1-1 1 0 0,0 0 0 0 0,0-1-1 0 0,0-1 1 0 0,22-17-1 0 0,-31 21 299 0 0,-1-1 0 0 0,1 0 0 0 0,-1 0 0 0 0,0 0 0 0 0,0-1-1 0 0,-1 0 1 0 0,0 0 0 0 0,0 0 0 0 0,-1-1 0 0 0,0 0 0 0 0,0 0 0 0 0,-1 0 0 0 0,0 0-1 0 0,0 0 1 0 0,-1-1 0 0 0,0 1 0 0 0,1-12 0 0 0,-3 17 412 0 0,2-74 172 0 0,-2 71 691 0 0,-1 1 1 0 0,1-1 0 0 0,-1 1 0 0 0,-1-1 0 0 0,1 1 0 0 0,-4-9 0 0 0,5 32 4102 0 0,0 5-4214 0 0,4-8-671 0 0,0 0-1 0 0,0 0 1 0 0,2 0-1 0 0,-1-1 1 0 0,2 0 0 0 0,0 0-1 0 0,1-1 1 0 0,0 1-1 0 0,20 22 1 0 0,-17-23-464 0 0,0-2 0 0 0,1 1 0 0 0,24 17 0 0 0,-26-22-469 0 0,0-1 1 0 0,1 0 0 0 0,-1-1 0 0 0,1 0 0 0 0,18 6 0 0 0,-10-7-5453 0 0</inkml:trace>
</inkml:ink>
</file>

<file path=ppt/ink/ink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2:09.896"/>
    </inkml:context>
    <inkml:brush xml:id="br0">
      <inkml:brushProperty name="width" value="0.1" units="cm"/>
      <inkml:brushProperty name="height" value="0.1" units="cm"/>
      <inkml:brushProperty name="color" value="#FF0066"/>
    </inkml:brush>
  </inkml:definitions>
  <inkml:trace contextRef="#ctx0" brushRef="#br0">333 2 7370 0 0,'-2'0'319'0'0,"0"0"0"0"0,1-1 1 0 0,-1 1-1 0 0,0 0 1 0 0,0 0-1 0 0,1 0 0 0 0,-1 0 1 0 0,0 0-1 0 0,0 1 1 0 0,1-1-1 0 0,-1 0 1 0 0,0 1-1 0 0,0 0 0 0 0,1-1 1 0 0,-1 1-1 0 0,1 0 1 0 0,-1 0-1 0 0,0 0 0 0 0,1 0 1 0 0,0 0-1 0 0,-1 0 1 0 0,1 0-1 0 0,0 0 0 0 0,-3 3 1 0 0,-37 35 2534 0 0,39-36-2539 0 0,-44 46 1717 0 0,-54 77 0 0 0,85-105-2302 0 0,2 0-1 0 0,0 1 0 0 0,1 1 1 0 0,2 0-1 0 0,0 0 0 0 0,-13 49 1 0 0,19-51-7173 0 0</inkml:trace>
</inkml:ink>
</file>

<file path=ppt/ink/ink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2:11.990"/>
    </inkml:context>
    <inkml:brush xml:id="br0">
      <inkml:brushProperty name="width" value="0.1" units="cm"/>
      <inkml:brushProperty name="height" value="0.1" units="cm"/>
      <inkml:brushProperty name="color" value="#FF0066"/>
    </inkml:brush>
  </inkml:definitions>
  <inkml:trace contextRef="#ctx0" brushRef="#br0">25 480 10138 0 0,'-2'0'1'0'0,"0"-1"0"0"0,1 0 0 0 0,-1 0 0 0 0,0 0-1 0 0,1 0 1 0 0,-1 0 0 0 0,1 0 0 0 0,-1 0 0 0 0,1 0 0 0 0,-1-1-1 0 0,1 1 1 0 0,0 0 0 0 0,0-1 0 0 0,0 1 0 0 0,-2-3 0 0 0,8-3-1125 0 0,14 1 1301 0 0,44-1 2038 0 0,96 0 1 0 0,-32 4-727 0 0,186-7-306 0 0,-3 0-1281 0 0,-103 0-221 0 0,178-15 242 0 0,305-46 2712 0 0,-128 33-1814 0 0,60-7 157 0 0,-352 6-874 0 0,236-24 556 0 0,-100 39-351 0 0,295-24 287 0 0,-637 42-598 0 0,454-34 33 0 0,-58 41 803 0 0,-374 1-653 0 0,-38-1-119 0 0,340 0 192 0 0,-328-3-454 0 0,117 12 0 0 0,-150-6-104 0 0</inkml:trace>
</inkml:ink>
</file>

<file path=ppt/ink/ink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2:12.964"/>
    </inkml:context>
    <inkml:brush xml:id="br0">
      <inkml:brushProperty name="width" value="0.1" units="cm"/>
      <inkml:brushProperty name="height" value="0.1" units="cm"/>
      <inkml:brushProperty name="color" value="#FF0066"/>
    </inkml:brush>
  </inkml:definitions>
  <inkml:trace contextRef="#ctx0" brushRef="#br0">0 35 2761 0 0,'4'-17'15625'0'0,"-1"5"-17326"0"0,2 7 4003 0 0,-4 6-2125 0 0,0 1-1 0 0,0-1 1 0 0,0 1 0 0 0,0 0 0 0 0,0-1 0 0 0,-1 1 0 0 0,1 0 0 0 0,0-1 0 0 0,-1 1 0 0 0,1 3-1 0 0,3 30 91 0 0,-1-1-1 0 0,-2 1 0 0 0,-4 46 0 0 0,0 5-69 0 0,16 169-1132 0 0,-8-201 216 0 0</inkml:trace>
</inkml:ink>
</file>

<file path=ppt/ink/ink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2:13.311"/>
    </inkml:context>
    <inkml:brush xml:id="br0">
      <inkml:brushProperty name="width" value="0.1" units="cm"/>
      <inkml:brushProperty name="height" value="0.1" units="cm"/>
      <inkml:brushProperty name="color" value="#FF0066"/>
    </inkml:brush>
  </inkml:definitions>
  <inkml:trace contextRef="#ctx0" brushRef="#br0">106 0 4609 0 0,'-9'6'180'0'0,"1"0"-1"0"0,0 0 1 0 0,1 1 0 0 0,0 0 0 0 0,0 0-1 0 0,0 1 1 0 0,1 0 0 0 0,0 0-1 0 0,1 0 1 0 0,-1 1 0 0 0,2 0 0 0 0,-1 0-1 0 0,1 0 1 0 0,1 1 0 0 0,0-1 0 0 0,0 1-1 0 0,1 0 1 0 0,0 0 0 0 0,0 0-1 0 0,1 18 1 0 0,1-24-152 0 0,1-1 1 0 0,-1 1-1 0 0,1 0 0 0 0,0 0 1 0 0,1 0-1 0 0,-1-1 0 0 0,1 1 1 0 0,-1 0-1 0 0,1-1 0 0 0,0 0 1 0 0,1 1-1 0 0,-1-1 0 0 0,0 0 1 0 0,1 0-1 0 0,0 0 0 0 0,5 4 1 0 0,-3-4 146 0 0,0 1 1 0 0,0-1 0 0 0,1 0-1 0 0,-1-1 1 0 0,1 1 0 0 0,0-1-1 0 0,0 0 1 0 0,0-1 0 0 0,0 1 0 0 0,6 0-1 0 0,-2-1 141 0 0,0-1 0 0 0,-1 1-1 0 0,1-1 1 0 0,0-1 0 0 0,-1 0 0 0 0,1 0 0 0 0,-1-1-1 0 0,1 0 1 0 0,-1-1 0 0 0,0 0 0 0 0,0-1-1 0 0,0 1 1 0 0,12-9 0 0 0,-15 8-164 0 0,-1-1-1 0 0,0 0 1 0 0,0 0-1 0 0,-1-1 1 0 0,1 1-1 0 0,-1-1 1 0 0,-1 0 0 0 0,1 0-1 0 0,-1-1 1 0 0,0 1-1 0 0,0-1 1 0 0,-1 1-1 0 0,0-1 1 0 0,0 0 0 0 0,0 0-1 0 0,-1 0 1 0 0,0 0-1 0 0,0-10 1 0 0,-1 13-98 0 0,0-1 1 0 0,0 0-1 0 0,0 0 0 0 0,0 1 0 0 0,-1-1 1 0 0,1 0-1 0 0,-1 1 0 0 0,-1-1 1 0 0,1 1-1 0 0,-1-1 0 0 0,1 1 0 0 0,-1 0 1 0 0,-1-1-1 0 0,1 1 0 0 0,0 0 1 0 0,-1 0-1 0 0,0 1 0 0 0,0-1 0 0 0,0 0 1 0 0,-1 1-1 0 0,1 0 0 0 0,-1 0 1 0 0,1 0-1 0 0,-1 0 0 0 0,0 1 0 0 0,0-1 1 0 0,0 1-1 0 0,-7-2 0 0 0,8 3-244 0 0,0 0 0 0 0,-1 0-1 0 0,1 1 1 0 0,-1-1 0 0 0,1 1-1 0 0,0 0 1 0 0,-1 0 0 0 0,1 0-1 0 0,-1 1 1 0 0,1-1 0 0 0,-1 1-1 0 0,1 0 1 0 0,0 0 0 0 0,0 0-1 0 0,-1 0 1 0 0,1 0 0 0 0,0 1-1 0 0,0 0 1 0 0,0-1 0 0 0,-3 4-1 0 0,-8 6-5594 0 0</inkml:trace>
</inkml:ink>
</file>

<file path=ppt/ink/ink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2:13.977"/>
    </inkml:context>
    <inkml:brush xml:id="br0">
      <inkml:brushProperty name="width" value="0.1" units="cm"/>
      <inkml:brushProperty name="height" value="0.1" units="cm"/>
      <inkml:brushProperty name="color" value="#FF0066"/>
    </inkml:brush>
  </inkml:definitions>
  <inkml:trace contextRef="#ctx0" brushRef="#br0">0 1 5065 0 0,'0'7'5116'0'0,"9"17"-3759"0"0,-4-8-964 0 0,11 64 886 0 0,4 13 51 0 0,-18-84-1211 0 0,1 0 0 0 0,0-1 0 0 0,1 0 0 0 0,0 0 0 0 0,0 0 0 0 0,1 0 0 0 0,0-1 0 0 0,6 8 0 0 0,-10-13-108 0 0,0 0-1 0 0,1-1 1 0 0,-1 1-1 0 0,1 0 1 0 0,0 0-1 0 0,0-1 1 0 0,0 1-1 0 0,0-1 1 0 0,0 0-1 0 0,0 0 0 0 0,0 1 1 0 0,0-1-1 0 0,0 0 1 0 0,1-1-1 0 0,-1 1 1 0 0,0 0-1 0 0,0-1 1 0 0,1 1-1 0 0,-1-1 1 0 0,1 0-1 0 0,-1 0 1 0 0,0 0-1 0 0,1 0 1 0 0,-1 0-1 0 0,1 0 1 0 0,-1-1-1 0 0,4 0 0 0 0,-4-1-2 0 0,1 1 0 0 0,0-1 0 0 0,-1 0 0 0 0,1 0 0 0 0,-1 0 0 0 0,0 0 0 0 0,0 0 0 0 0,0 0 0 0 0,0-1 0 0 0,0 1 0 0 0,0-1 0 0 0,-1 0 0 0 0,1 1 0 0 0,-1-1 0 0 0,0 0 0 0 0,0 0 0 0 0,0 0 0 0 0,0 0 0 0 0,0 0-1 0 0,0-5 1 0 0,2-10 76 0 0,33-160 1109 0 0,-34 185-967 0 0,0-1 1 0 0,1 1 0 0 0,0-1 0 0 0,0 1-1 0 0,0-1 1 0 0,9 11 0 0 0,-4-7-222 0 0,1 0 1 0 0,1 0-1 0 0,-1 0 1 0 0,2-1-1 0 0,16 11 1 0 0,-24-18 83 0 0,1 1 0 0 0,0 0 0 0 0,0-1 0 0 0,0 0 0 0 0,1 0 1 0 0,-1 0-1 0 0,1-1 0 0 0,-1 1 0 0 0,1-1 0 0 0,-1 0 1 0 0,1 0-1 0 0,0-1 0 0 0,-1 1 0 0 0,1-1 0 0 0,0 0 0 0 0,-1 0 1 0 0,1-1-1 0 0,0 0 0 0 0,5-1 0 0 0,-9 1-30 0 0,0 0-1 0 0,0 0 0 0 0,1 0 1 0 0,-1 0-1 0 0,0 0 1 0 0,0 0-1 0 0,-1 0 0 0 0,1-1 1 0 0,0 1-1 0 0,0 0 1 0 0,-1-1-1 0 0,1 1 0 0 0,0-1 1 0 0,-1 1-1 0 0,1-1 1 0 0,-1 1-1 0 0,0-1 0 0 0,0 1 1 0 0,1-1-1 0 0,-1 1 1 0 0,0-1-1 0 0,0 1 0 0 0,0-1 1 0 0,-1 1-1 0 0,1-1 1 0 0,0 1-1 0 0,-1-1 1 0 0,1 1-1 0 0,-1-1 0 0 0,0-1 1 0 0,-1-6-83 0 0,-1 0-1 0 0,0 1 1 0 0,-8-16 0 0 0,-9-11-2449 0 0</inkml:trace>
</inkml:ink>
</file>

<file path=ppt/ink/ink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2:14.272"/>
    </inkml:context>
    <inkml:brush xml:id="br0">
      <inkml:brushProperty name="width" value="0.1" units="cm"/>
      <inkml:brushProperty name="height" value="0.1" units="cm"/>
      <inkml:brushProperty name="color" value="#FF0066"/>
    </inkml:brush>
  </inkml:definitions>
  <inkml:trace contextRef="#ctx0" brushRef="#br0">0 203 6913 0 0,'5'3'408'0'0,"0"-1"-1"0"0,0 0 0 0 0,0 0 0 0 0,0 0 0 0 0,0-1 1 0 0,0 1-1 0 0,1-1 0 0 0,-1-1 0 0 0,0 1 1 0 0,1-1-1 0 0,-1 0 0 0 0,0 0 0 0 0,1 0 0 0 0,7-2 1 0 0,-9 1-333 0 0,-1-1 0 0 0,0 1 0 0 0,1-1 0 0 0,-1 1 0 0 0,0-1 0 0 0,0 0 0 0 0,0-1 0 0 0,0 1 0 0 0,0 0 0 0 0,-1-1 0 0 0,1 0 1 0 0,-1 1-1 0 0,1-1 0 0 0,-1 0 0 0 0,0 0 0 0 0,0 0 0 0 0,0-1 0 0 0,-1 1 0 0 0,1 0 0 0 0,-1-1 0 0 0,0 1 0 0 0,2-5 0 0 0,-2 2 185 0 0,0 0 0 0 0,0 0 0 0 0,-1 0-1 0 0,0 1 1 0 0,0-1 0 0 0,0 0-1 0 0,0 0 1 0 0,-1 0 0 0 0,0 0-1 0 0,0 1 1 0 0,-1-1 0 0 0,1 0-1 0 0,-1 1 1 0 0,-1-1 0 0 0,1 1-1 0 0,-1 0 1 0 0,0-1 0 0 0,0 1-1 0 0,0 1 1 0 0,-1-1 0 0 0,0 0-1 0 0,0 1 1 0 0,0 0 0 0 0,0 0-1 0 0,-1 0 1 0 0,1 0 0 0 0,-9-4-1 0 0,12 7-253 0 0,0 1 0 0 0,0-1-1 0 0,-1 1 1 0 0,1 0 0 0 0,0-1-1 0 0,0 1 1 0 0,0 0-1 0 0,0 0 1 0 0,0-1 0 0 0,-1 1-1 0 0,1 0 1 0 0,0 0 0 0 0,0 0-1 0 0,0 1 1 0 0,0-1 0 0 0,-1 0-1 0 0,1 0 1 0 0,0 1 0 0 0,0-1-1 0 0,0 0 1 0 0,0 1-1 0 0,0-1 1 0 0,0 1 0 0 0,0 0-1 0 0,0-1 1 0 0,0 1 0 0 0,0 0-1 0 0,0-1 1 0 0,0 1 0 0 0,1 0-1 0 0,-1 0 1 0 0,0 0-1 0 0,0 0 1 0 0,1 0 0 0 0,-1 0-1 0 0,1 0 1 0 0,-1 0 0 0 0,1 0-1 0 0,-1 0 1 0 0,1 0 0 0 0,-1 0-1 0 0,1 0 1 0 0,0 1-1 0 0,0 0 1 0 0,-2 3 14 0 0,1-1-1 0 0,0 1 1 0 0,0 0-1 0 0,0 0 1 0 0,1 0 0 0 0,-1 0-1 0 0,1-1 1 0 0,0 1-1 0 0,2 7 1 0 0,1-3-131 0 0,0-1-1 0 0,1 0 1 0 0,0 0 0 0 0,1-1 0 0 0,0 1 0 0 0,0-1-1 0 0,0 0 1 0 0,1 0 0 0 0,0-1 0 0 0,0 1 0 0 0,1-1-1 0 0,0-1 1 0 0,0 1 0 0 0,0-1 0 0 0,1-1 0 0 0,8 5-1 0 0,15 7-1229 0 0,0-2 0 0 0,57 18 1 0 0,-69-26-4846 0 0</inkml:trace>
</inkml:ink>
</file>

<file path=ppt/ink/ink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2:14.557"/>
    </inkml:context>
    <inkml:brush xml:id="br0">
      <inkml:brushProperty name="width" value="0.1" units="cm"/>
      <inkml:brushProperty name="height" value="0.1" units="cm"/>
      <inkml:brushProperty name="color" value="#FF0066"/>
    </inkml:brush>
  </inkml:definitions>
  <inkml:trace contextRef="#ctx0" brushRef="#br0">1 102 6449 0 0,'0'0'58'0'0,"0"0"-1"0"0,0 0 0 0 0,0 0 0 0 0,0 0 0 0 0,0-1 0 0 0,0 1 1 0 0,1 0-1 0 0,-1 0 0 0 0,0 0 0 0 0,0 0 0 0 0,0-1 0 0 0,0 1 1 0 0,1 0-1 0 0,-1 0 0 0 0,0 0 0 0 0,0 0 0 0 0,0 0 1 0 0,1 0-1 0 0,-1 0 0 0 0,0 0 0 0 0,0 0 0 0 0,1-1 0 0 0,-1 1 1 0 0,0 0-1 0 0,0 0 0 0 0,0 0 0 0 0,1 0 0 0 0,-1 0 0 0 0,0 1 1 0 0,0-1-1 0 0,1 0 0 0 0,-1 0 0 0 0,0 0 0 0 0,0 0 1 0 0,0 0-1 0 0,1 0 0 0 0,-1 0 0 0 0,0 0 0 0 0,0 0 0 0 0,0 0 1 0 0,1 1-1 0 0,14 9 1645 0 0,17 22 689 0 0,-26-26-1663 0 0,12 12 114 0 0,-1 1 0 0 0,-1 1 0 0 0,0 1 0 0 0,-2 0 0 0 0,18 34 0 0 0,-47-98 3042 0 0,12 31-3820 0 0,1 1 0 0 0,0-1-1 0 0,1 0 1 0 0,1 1 0 0 0,-1-1-1 0 0,2 0 1 0 0,0 0 0 0 0,0 1-1 0 0,5-16 1 0 0,-3 15-297 0 0,1 1 1 0 0,0-1-1 0 0,1 1 0 0 0,0 0 0 0 0,1 0 1 0 0,0 0-1 0 0,11-14 0 0 0,5 1-7435 0 0</inkml:trace>
</inkml:ink>
</file>

<file path=ppt/ink/ink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3:05.478"/>
    </inkml:context>
    <inkml:brush xml:id="br0">
      <inkml:brushProperty name="width" value="0.1" units="cm"/>
      <inkml:brushProperty name="height" value="0.1" units="cm"/>
      <inkml:brushProperty name="color" value="#FF0066"/>
    </inkml:brush>
  </inkml:definitions>
  <inkml:trace contextRef="#ctx0" brushRef="#br0">52 175 4497 0 0,'17'4'0'0'0,"7"-1"0"0"0,-23-4 0 0 0,-2-1 0 0 0,1 1 0 0 0,-1 0 0 0 0,1 0 0 0 0,-1-1 0 0 0,1 1 0 0 0,-1 0 0 0 0,0 0 0 0 0,0 0 0 0 0,0 0 0 0 0,0 0 0 0 0,0 0 0 0 0,0 0 0 0 0,-2-1 0 0 0,2 0 0 0 0,-57-78 281 0 0,40 40 1162 0 0,18 38-1290 0 0,-1-1 1 0 0,0 1 0 0 0,1-1 0 0 0,-1 0 0 0 0,1 1-1 0 0,0-1 1 0 0,-1 0 0 0 0,2 1 0 0 0,-1-1 0 0 0,0 0-1 0 0,0 1 1 0 0,1-1 0 0 0,1-5 0 0 0,0 28 3302 0 0,-1-11-3491 0 0,16 144 844 0 0,-2-43-994 0 0,7 106 65 0 0,14 203 96 0 0,5 30 127 0 0,-5-114-70 0 0,1 412-163 0 0,-17-389 575 0 0,2 58-472 0 0,-26-333-23 0 0,-24 134 1 0 0,12-112 184 0 0,11-42-142 0 0,2 0 1 0 0,6 71-1 0 0,-1 58 7 0 0,-25 305-72 0 0,-6 5 56 0 0,5 42 154 0 0,20-387-98 0 0,7-1-1 0 0,29 191 0 0 0,10 28 293 0 0,10 73 157 0 0,-14-197 777 0 0,6 312-1 0 0,-16 137 984 0 0,-23-546-2908 0 0,-5-132-34 0 0</inkml:trace>
</inkml:ink>
</file>

<file path=ppt/ink/ink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3:07.843"/>
    </inkml:context>
    <inkml:brush xml:id="br0">
      <inkml:brushProperty name="width" value="0.1" units="cm"/>
      <inkml:brushProperty name="height" value="0.1" units="cm"/>
      <inkml:brushProperty name="color" value="#FF0066"/>
    </inkml:brush>
  </inkml:definitions>
  <inkml:trace contextRef="#ctx0" brushRef="#br0">62 1 456 0 0,'-3'0'352'0'0,"1"0"0"0"0,-1 0 0 0 0,1 0 1 0 0,-1 0-1 0 0,0 1 0 0 0,1-1 0 0 0,-1 1 0 0 0,1 0 0 0 0,-1 0 0 0 0,1 0 0 0 0,-1 0 1 0 0,1 0-1 0 0,0 0 0 0 0,-1 0 0 0 0,1 1 0 0 0,0 0 0 0 0,0-1 0 0 0,0 1 0 0 0,0 0 1 0 0,1 0-1 0 0,-1 0 0 0 0,0 0 0 0 0,1 0 0 0 0,-1 0 0 0 0,1 0 0 0 0,0 1 0 0 0,-2 4 1 0 0,16 151 2378 0 0,-3-73-2719 0 0,-9-78-12 0 0,6 73 0 0 0,-3 102 0 0 0,9 752 256 0 0,9-647-262 0 0,3 100-52 0 0,-23-269 65 0 0,14 385-361 0 0,24-134-52 0 0,4 65-25 0 0,-23 160 2463 0 0,-11-385-1784 0 0,-2 214 207 0 0,-18-64 144 0 0,11 180 246 0 0,1-190 518 0 0,5 342-1288 0 0,-2-516-131 0 0,2 181-136 0 0,11 2 3 0 0,-1-65 90 0 0,-17-261 98 0 0,17 299 658 0 0,-2-100 183 0 0,-10-130-248 0 0,4-3-159 0 0,2 37 198 0 0,-11-114-524 0 0,-1 0 0 0 0,0 0-1 0 0,-2 0 1 0 0,0-1 0 0 0,-9 31-1 0 0,11-51-227 0 0,1 1-1 0 0,0-1 0 0 0,0 0 0 0 0,0 1 0 0 0,0-1 0 0 0,0 1 0 0 0,0-1 0 0 0,0 1 0 0 0,0-1 0 0 0,0 0 0 0 0,0 1 0 0 0,0-1 0 0 0,0 1 0 0 0,0-1 0 0 0,0 0 0 0 0,0 1 0 0 0,0-1 0 0 0,0 1 0 0 0,0-1 0 0 0,1 0 0 0 0,-1 1 0 0 0,0-1 0 0 0,0 0 0 0 0,0 1 0 0 0,1-1 0 0 0,-1 0 0 0 0,0 1 0 0 0,1-1 0 0 0,-1 0 1 0 0,0 1-1 0 0,1-1 0 0 0,-1 0 0 0 0</inkml:trace>
</inkml:ink>
</file>

<file path=ppt/ink/ink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3:09.555"/>
    </inkml:context>
    <inkml:brush xml:id="br0">
      <inkml:brushProperty name="width" value="0.1" units="cm"/>
      <inkml:brushProperty name="height" value="0.1" units="cm"/>
      <inkml:brushProperty name="color" value="#FF0066"/>
    </inkml:brush>
  </inkml:definitions>
  <inkml:trace contextRef="#ctx0" brushRef="#br0">52 10 1376 0 0,'0'-1'109'0'0,"0"1"-1"0"0,0-1 0 0 0,0 1 0 0 0,0 0 0 0 0,0-1 1 0 0,0 1-1 0 0,0-1 0 0 0,-1 1 0 0 0,1 0 1 0 0,0-1-1 0 0,0 1 0 0 0,0-1 0 0 0,-1 1 0 0 0,1 0 1 0 0,0-1-1 0 0,-1 1 0 0 0,1 0 0 0 0,0 0 1 0 0,-1-1-1 0 0,1 1 0 0 0,0 0 0 0 0,-1 0 1 0 0,1-1-1 0 0,0 1 0 0 0,-1 0 0 0 0,1 0 0 0 0,-1 0 1 0 0,1 0-1 0 0,-1-1 0 0 0,1 1 0 0 0,0 0 1 0 0,-1 0-1 0 0,1 0 0 0 0,-1 0 0 0 0,1 0 1 0 0,-1 0-1 0 0,-8 16 1045 0 0,2 30 0 0 0,-8 350 2602 0 0,11-325-3465 0 0,-1 13-245 0 0,4 0 0 0 0,12 110 0 0 0,37 511-792 0 0,-34-366 501 0 0,-9 29 246 0 0,-3-83 0 0 0,33 263 1455 0 0,-27-453-1355 0 0,10 266-71 0 0,13 135 120 0 0,5 63 294 0 0,-26-313-394 0 0,-7 530 1052 0 0,4-123-1136 0 0,-5-594 84 0 0,10 201 55 0 0,2 436-699 0 0,-5-262 1155 0 0,-2-29 2292 0 0,-5-101-900 0 0,-2-293-2125 0 0,0 7 609 0 0,3-6-5718 0 0</inkml:trace>
</inkml:ink>
</file>

<file path=ppt/ink/ink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3:10.253"/>
    </inkml:context>
    <inkml:brush xml:id="br0">
      <inkml:brushProperty name="width" value="0.1" units="cm"/>
      <inkml:brushProperty name="height" value="0.1" units="cm"/>
      <inkml:brushProperty name="color" value="#FF0066"/>
    </inkml:brush>
  </inkml:definitions>
  <inkml:trace contextRef="#ctx0" brushRef="#br0">6 1 920 0 0,'0'0'67'0'0,"-3"2"1031"0"0,3-1-959 0 0,0-1-1 0 0,-1 0 0 0 0,1 1 1 0 0,0-1-1 0 0,0 0 0 0 0,-1 1 1 0 0,1-1-1 0 0,0 1 0 0 0,0-1 1 0 0,0 0-1 0 0,0 1 0 0 0,0-1 0 0 0,0 1 1 0 0,0-1-1 0 0,0 0 0 0 0,0 1 1 0 0,0-1-1 0 0,0 1 0 0 0,0-1 1 0 0,0 1-1 0 0,0-1 0 0 0,0 0 1 0 0,0 1-1 0 0,0-1 0 0 0,0 1 1 0 0,1-1-1 0 0,-1 0 0 0 0,0 1 1 0 0,0-1-1 0 0,1 0 0 0 0,-1 1 1 0 0,5 12 799 0 0,-1 0-196 0 0,-2 1 0 0 0,0-1 0 0 0,-1 1 1 0 0,0 25-1 0 0,-1-12-227 0 0,-1 185 950 0 0,1-208-1458 0 0,0 0 31 0 0,0 1 1 0 0,0-1-1 0 0,1 0 1 0 0,-1 0-1 0 0,1 0 1 0 0,0 0-1 0 0,0 0 1 0 0,1 0-1 0 0,-1 0 0 0 0,4 7 1 0 0,-4-11-54 0 0,-1 0-1 0 0,0 0 1 0 0,1 0 0 0 0,-1 0 0 0 0,0 0-1 0 0,1 0 1 0 0,-1 0 0 0 0,0 0 0 0 0,1 0-1 0 0,-1 0 1 0 0,0 0 0 0 0,1 0 0 0 0,-1 0-1 0 0,1 0 1 0 0,-1 0 0 0 0,0 0 0 0 0,1-1-1 0 0,-1 1 1 0 0,0 0 0 0 0,0 0 0 0 0,1 0-1 0 0,-1 0 1 0 0,0-1 0 0 0,1 1 0 0 0,-1 0-1 0 0,0 0 1 0 0,1-1 0 0 0,0 0-173 0 0,3-3-405 0 0</inkml:trace>
</inkml:ink>
</file>

<file path=ppt/ink/ink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3:36.132"/>
    </inkml:context>
    <inkml:brush xml:id="br0">
      <inkml:brushProperty name="width" value="0.1" units="cm"/>
      <inkml:brushProperty name="height" value="0.1" units="cm"/>
      <inkml:brushProperty name="color" value="#FF0066"/>
    </inkml:brush>
  </inkml:definitions>
  <inkml:trace contextRef="#ctx0" brushRef="#br0">49 368 4609 0 0,'-11'-24'839'0'0,"9"18"306"0"0,0 0 1 0 0,-1-1-1 0 0,0 1 0 0 0,0 0 0 0 0,0 1 1 0 0,-1-1-1 0 0,0 0 0 0 0,-9-9 0 0 0,13 27 3603 0 0,18 55-4246 0 0,8 19-182 0 0,68 153 1 0 0,-81-213-307 0 0,1-1 1 0 0,1-1-1 0 0,2 0 0 0 0,0-1 1 0 0,1 0-1 0 0,1-2 1 0 0,1 0-1 0 0,1-1 1 0 0,1-1-1 0 0,24 16 1 0 0,-38-30 14 0 0,1 2 26 0 0,0-2 1 0 0,0 1 0 0 0,1-1 0 0 0,17 7-1 0 0,-24-11-32 0 0,0 0-1 0 0,0-1 0 0 0,0 1 1 0 0,0-1-1 0 0,1 0 1 0 0,-1 1-1 0 0,0-1 0 0 0,0-1 1 0 0,0 1-1 0 0,0 0 1 0 0,0-1-1 0 0,0 0 0 0 0,0 1 1 0 0,0-1-1 0 0,0-1 0 0 0,0 1 1 0 0,0 0-1 0 0,0-1 1 0 0,0 1-1 0 0,-1-1 0 0 0,3-2 1 0 0,10-8 71 0 0,0-2 0 0 0,-2 1 1 0 0,0-2-1 0 0,0 0 0 0 0,-1 0 1 0 0,15-28-1 0 0,-9 11 75 0 0,-1-1 1 0 0,19-55-1 0 0,-22 41-35 0 0,-2 0 0 0 0,-2 0 0 0 0,7-73 0 0 0,-5-147 387 0 0,-12 232-498 0 0,1 6-265 0 0,-2 0-1 0 0,-5-38 0 0 0,4 62-368 0 0,1 10-724 0 0,1 3 56 0 0</inkml:trace>
</inkml:ink>
</file>

<file path=ppt/ink/ink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3:37.417"/>
    </inkml:context>
    <inkml:brush xml:id="br0">
      <inkml:brushProperty name="width" value="0.1" units="cm"/>
      <inkml:brushProperty name="height" value="0.1" units="cm"/>
      <inkml:brushProperty name="color" value="#FF0066"/>
    </inkml:brush>
  </inkml:definitions>
  <inkml:trace contextRef="#ctx0" brushRef="#br0">0 399 11058 0 0,'1'0'97'0'0,"-1"1"-1"0"0,0 0 0 0 0,1-1 1 0 0,-1 1-1 0 0,1 0 1 0 0,-1-1-1 0 0,1 1 0 0 0,0-1 1 0 0,-1 1-1 0 0,1-1 0 0 0,-1 1 1 0 0,1-1-1 0 0,0 1 1 0 0,0-1-1 0 0,-1 0 0 0 0,1 1 1 0 0,0-1-1 0 0,-1 0 0 0 0,1 0 1 0 0,0 0-1 0 0,0 1 1 0 0,0-1-1 0 0,-1 0 0 0 0,1 0 1 0 0,0 0-1 0 0,0 0 0 0 0,0 0 1 0 0,-1 0-1 0 0,1-1 0 0 0,0 1 1 0 0,0 0-1 0 0,-1 0 1 0 0,2-1-1 0 0,29-5 1172 0 0,-23 1-1192 0 0,0 0 1 0 0,0 0-1 0 0,-1 0 0 0 0,0-1 0 0 0,0 0 0 0 0,0 0 0 0 0,-1-1 1 0 0,0 0-1 0 0,0 0 0 0 0,0 0 0 0 0,-1-1 0 0 0,0 0 0 0 0,4-9 1 0 0,4-10 173 0 0,-1-1 0 0 0,15-49 0 0 0,-24 68-268 0 0,3-12-311 0 0,7-36 0 0 0,-12 53 284 0 0,-1 0 0 0 0,1-1 0 0 0,-1 1 0 0 0,0 0 1 0 0,0 0-1 0 0,0-1 0 0 0,-1 1 0 0 0,1 0 0 0 0,-1 0 0 0 0,0-1 0 0 0,0 1 1 0 0,-1 0-1 0 0,1 0 0 0 0,-1 0 0 0 0,-3-5 0 0 0,4 8 1 0 0,1 0 0 0 0,0 1 0 0 0,-1-1 0 0 0,1 0 1 0 0,-1 1-1 0 0,1-1 0 0 0,-1 1 0 0 0,0-1 0 0 0,1 1 0 0 0,-1-1 0 0 0,0 1 0 0 0,1-1 0 0 0,-1 1 0 0 0,0-1 0 0 0,1 1 1 0 0,-1 0-1 0 0,0-1 0 0 0,0 1 0 0 0,1 0 0 0 0,-1 0 0 0 0,0 0 0 0 0,0-1 0 0 0,0 1 0 0 0,1 0 0 0 0,-1 0 0 0 0,0 0 1 0 0,0 0-1 0 0,0 1 0 0 0,0-1 0 0 0,-1 0 0 0 0,1 1 12 0 0,-1 0 1 0 0,0 1-1 0 0,1-1 1 0 0,0 0-1 0 0,-1 0 0 0 0,1 1 1 0 0,0-1-1 0 0,-1 1 1 0 0,1-1-1 0 0,0 1 0 0 0,0 0 1 0 0,-1 2-1 0 0,-2 4 90 0 0,1 1-1 0 0,0-1 1 0 0,0 1-1 0 0,-2 14 1 0 0,5-15 106 0 0,0-1 0 0 0,0 1 0 0 0,0 0-1 0 0,1-1 1 0 0,0 1 0 0 0,1 0 0 0 0,0-1 0 0 0,0 0 0 0 0,0 1 0 0 0,1-1 0 0 0,0 0 0 0 0,0 0 0 0 0,1 0 0 0 0,0-1-1 0 0,0 1 1 0 0,1-1 0 0 0,0 0 0 0 0,6 6 0 0 0,-6-7-78 0 0,0-1 0 0 0,0 1 0 0 0,0-1 0 0 0,1 0 0 0 0,0-1 0 0 0,0 1 0 0 0,0-1 0 0 0,0 0 0 0 0,0-1 0 0 0,1 1 0 0 0,9 1 0 0 0,-10-3-373 0 0,0 0 0 0 0,0 0 0 0 0,0-1 0 0 0,0 0-1 0 0,0 0 1 0 0,0-1 0 0 0,0 1 0 0 0,9-4-1 0 0,2-1-5629 0 0</inkml:trace>
</inkml:ink>
</file>

<file path=ppt/ink/ink2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3:37.689"/>
    </inkml:context>
    <inkml:brush xml:id="br0">
      <inkml:brushProperty name="width" value="0.1" units="cm"/>
      <inkml:brushProperty name="height" value="0.1" units="cm"/>
      <inkml:brushProperty name="color" value="#FF0066"/>
    </inkml:brush>
  </inkml:definitions>
  <inkml:trace contextRef="#ctx0" brushRef="#br0">1 45 1376 0 0,'4'-27'531'0'0,"0"9"2616"0"0,-4 36 3872 0 0,4 20-3546 0 0,-1-14-2105 0 0,10 137 1851 0 0,11 106-1512 0 0,2-91-7740 0 0,-18-130-764 0 0</inkml:trace>
</inkml:ink>
</file>

<file path=ppt/ink/ink2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3:37.989"/>
    </inkml:context>
    <inkml:brush xml:id="br0">
      <inkml:brushProperty name="width" value="0.1" units="cm"/>
      <inkml:brushProperty name="height" value="0.1" units="cm"/>
      <inkml:brushProperty name="color" value="#FF0066"/>
    </inkml:brush>
  </inkml:definitions>
  <inkml:trace contextRef="#ctx0" brushRef="#br0">27 136 10594 0 0,'-3'4'92'0'0,"0"0"-1"0"0,0 0 0 0 0,1 0 0 0 0,-1 0 1 0 0,1 0-1 0 0,0 1 0 0 0,1-1 1 0 0,-1 1-1 0 0,1-1 0 0 0,0 1 0 0 0,0-1 1 0 0,0 1-1 0 0,0 0 0 0 0,1 0 1 0 0,0-1-1 0 0,0 1 0 0 0,0 0 0 0 0,1 0 1 0 0,0-1-1 0 0,-1 1 0 0 0,2-1 1 0 0,-1 1-1 0 0,4 8 0 0 0,-3-8 41 0 0,-1 0 1 0 0,1-1-1 0 0,1 1 0 0 0,-1 0 0 0 0,1-1 0 0 0,0 1 0 0 0,0-1 0 0 0,0 0 1 0 0,0 0-1 0 0,1 0 0 0 0,0-1 0 0 0,0 1 0 0 0,0-1 0 0 0,0 0 1 0 0,0 0-1 0 0,1 0 0 0 0,-1-1 0 0 0,1 0 0 0 0,0 1 0 0 0,-1-2 1 0 0,11 4-1 0 0,-9-4-39 0 0,0 0 0 0 0,0-1 0 0 0,1 1 0 0 0,-1-1-1 0 0,0 0 1 0 0,0-1 0 0 0,0 0 0 0 0,0 0 0 0 0,0 0 0 0 0,0 0 0 0 0,0-1 0 0 0,0 0 0 0 0,0 0 0 0 0,-1-1 0 0 0,1 0 0 0 0,-1 0 0 0 0,1 0 0 0 0,-1-1 0 0 0,0 1 0 0 0,-1-1 0 0 0,1 0 0 0 0,-1-1 0 0 0,1 1 0 0 0,-1-1 0 0 0,-1 0 0 0 0,1 0 0 0 0,-1 0-1 0 0,1 0 1 0 0,-1-1 0 0 0,-1 1 0 0 0,1-1 0 0 0,-1 0 0 0 0,0 1 0 0 0,-1-1 0 0 0,1 0 0 0 0,0-9 0 0 0,-1 3-56 0 0,0 0 0 0 0,-1 1 0 0 0,0-1 0 0 0,-1 0 0 0 0,-1 0 1 0 0,0 1-1 0 0,0-1 0 0 0,-1 1 0 0 0,-7-17 0 0 0,9 23-134 0 0,-1 1 0 0 0,1 0 0 0 0,-1 0 1 0 0,0 0-1 0 0,-1 0 0 0 0,1 0 0 0 0,-1 0 1 0 0,1 1-1 0 0,-1-1 0 0 0,0 1 0 0 0,-1-1 0 0 0,1 1 1 0 0,-1 0-1 0 0,1 1 0 0 0,-1-1 0 0 0,0 1 1 0 0,0-1-1 0 0,0 1 0 0 0,0 0 0 0 0,0 1 0 0 0,0-1 1 0 0,-1 1-1 0 0,1-1 0 0 0,-1 1 0 0 0,1 1 0 0 0,-1-1 1 0 0,-5 0-1 0 0,-5 5-1786 0 0,-2 4-3641 0 0</inkml:trace>
</inkml:ink>
</file>

<file path=ppt/ink/ink2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3:38.467"/>
    </inkml:context>
    <inkml:brush xml:id="br0">
      <inkml:brushProperty name="width" value="0.1" units="cm"/>
      <inkml:brushProperty name="height" value="0.1" units="cm"/>
      <inkml:brushProperty name="color" value="#FF0066"/>
    </inkml:brush>
  </inkml:definitions>
  <inkml:trace contextRef="#ctx0" brushRef="#br0">146 1 8754 0 0,'-16'11'856'0'0,"1"0"1"0"0,1 1 0 0 0,0 1-1 0 0,1 0 1 0 0,-21 27-1 0 0,30-34-777 0 0,0-1 0 0 0,-1 1 0 0 0,2 1 0 0 0,-1-1 0 0 0,1 0 0 0 0,0 1 0 0 0,0 0 0 0 0,1 0 0 0 0,0 0 0 0 0,0 0 0 0 0,0 0 0 0 0,1 0 0 0 0,0 0 0 0 0,1 0 0 0 0,0 1 0 0 0,0-1 0 0 0,2 13 0 0 0,-2-17-100 0 0,1-1 0 0 0,0 1 0 0 0,-1-1 0 0 0,1 1 0 0 0,0-1 0 0 0,0 1 0 0 0,1-1 0 0 0,-1 0 0 0 0,0 1-1 0 0,1-1 1 0 0,-1 0 0 0 0,1 0 0 0 0,0 0 0 0 0,0 0 0 0 0,0-1 0 0 0,0 1 0 0 0,0 0 0 0 0,0-1 0 0 0,0 0 0 0 0,0 1 0 0 0,1-1-1 0 0,-1 0 1 0 0,1 0 0 0 0,-1 0 0 0 0,1 0 0 0 0,-1-1 0 0 0,1 1 0 0 0,-1-1 0 0 0,1 1 0 0 0,-1-1 0 0 0,1 0 0 0 0,0 0 0 0 0,-1 0-1 0 0,1 0 1 0 0,0-1 0 0 0,-1 1 0 0 0,1-1 0 0 0,-1 1 0 0 0,4-2 0 0 0,3-1-335 0 0,-1 0-1 0 0,0-1 1 0 0,1 1-1 0 0,-1-1 1 0 0,-1-1 0 0 0,1 0-1 0 0,-1 0 1 0 0,0 0-1 0 0,0-1 1 0 0,8-8 0 0 0,-4 0-835 0 0,-2 0 1 0 0,0 0 0 0 0,0 0 0 0 0,11-28 0 0 0,-11 22 1297 0 0,0 0 0 0 0,14-18 0 0 0,-22 36 135 0 0,0 1-1 0 0,0 0 1 0 0,0-1-1 0 0,0 1 1 0 0,0 0-1 0 0,0 0 1 0 0,0 0-1 0 0,0 0 1 0 0,0 0-1 0 0,1 0 1 0 0,-1 0-1 0 0,0 0 1 0 0,1 0-1 0 0,-1 1 1 0 0,1-1 0 0 0,-1 0-1 0 0,1 1 1 0 0,-1 0-1 0 0,4-1 1 0 0,-4 1-90 0 0,0 0 0 0 0,0 0 1 0 0,0 1-1 0 0,0-1 0 0 0,0 1 1 0 0,0-1-1 0 0,0 1 0 0 0,0-1 1 0 0,0 1-1 0 0,-1 0 0 0 0,1-1 1 0 0,0 1-1 0 0,0 0 0 0 0,0 0 1 0 0,-1-1-1 0 0,1 1 0 0 0,-1 0 1 0 0,1 0-1 0 0,0 0 0 0 0,-1 0 1 0 0,0 0-1 0 0,1 0 0 0 0,-1 0 1 0 0,1 0-1 0 0,-1 0 0 0 0,0 0 1 0 0,0 0-1 0 0,0 0 0 0 0,0 0 1 0 0,0 2-1 0 0,1 7-195 0 0,1 0 1 0 0,0 1-1 0 0,0-1 0 0 0,1 0 0 0 0,1-1 0 0 0,-1 1 1 0 0,1 0-1 0 0,1-1 0 0 0,0 0 0 0 0,0 0 1 0 0,1 0-1 0 0,9 10 0 0 0,0-6-897 0 0</inkml:trace>
</inkml:ink>
</file>

<file path=ppt/ink/ink2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3:38.673"/>
    </inkml:context>
    <inkml:brush xml:id="br0">
      <inkml:brushProperty name="width" value="0.1" units="cm"/>
      <inkml:brushProperty name="height" value="0.1" units="cm"/>
      <inkml:brushProperty name="color" value="#FF0066"/>
    </inkml:brush>
  </inkml:definitions>
  <inkml:trace contextRef="#ctx0" brushRef="#br0">33 2 12899 0 0,'-1'-1'114'0'0,"0"1"1"0"0,0 0-1 0 0,0 0 1 0 0,0 0 0 0 0,0 0-1 0 0,0 0 1 0 0,0 0-1 0 0,-1 0 1 0 0,1 0-1 0 0,0 1 1 0 0,0-1-1 0 0,0 0 1 0 0,0 1 0 0 0,0-1-1 0 0,0 0 1 0 0,0 1-1 0 0,0-1 1 0 0,0 1-1 0 0,0 0 1 0 0,0-1-1 0 0,1 1 1 0 0,-1 0 0 0 0,0 0-1 0 0,0-1 1 0 0,1 1-1 0 0,-1 0 1 0 0,0 0-1 0 0,1 0 1 0 0,-2 2-1 0 0,1-1 83 0 0,1 0 0 0 0,-1 0 0 0 0,1 0 0 0 0,-1 0-1 0 0,1 0 1 0 0,0 0 0 0 0,-1 1 0 0 0,1-1 0 0 0,0 0-1 0 0,0 0 1 0 0,1 0 0 0 0,-1 0 0 0 0,0 1 0 0 0,1-1-1 0 0,0 2 1 0 0,2 1-793 0 0,-1 0 0 0 0,1 0 1 0 0,0 0-1 0 0,0-1 0 0 0,0 1 0 0 0,0-1 0 0 0,1 0 0 0 0,0 0 0 0 0,0 0 0 0 0,5 3 1 0 0,-2-1 36 0 0,1 2-49 0 0</inkml:trace>
</inkml:ink>
</file>

<file path=ppt/ink/ink2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3:38.975"/>
    </inkml:context>
    <inkml:brush xml:id="br0">
      <inkml:brushProperty name="width" value="0.1" units="cm"/>
      <inkml:brushProperty name="height" value="0.1" units="cm"/>
      <inkml:brushProperty name="color" value="#FF0066"/>
    </inkml:brush>
  </inkml:definitions>
  <inkml:trace contextRef="#ctx0" brushRef="#br0">1 1 9674 0 0,'1'19'6237'0'0,"5"21"-2843"0"0,1 8-2076 0 0,8 154 828 0 0,-4-41-3065 0 0,1-54-4802 0 0,-7-71-1214 0 0</inkml:trace>
</inkml:ink>
</file>

<file path=ppt/ink/ink2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3:39.388"/>
    </inkml:context>
    <inkml:brush xml:id="br0">
      <inkml:brushProperty name="width" value="0.1" units="cm"/>
      <inkml:brushProperty name="height" value="0.1" units="cm"/>
      <inkml:brushProperty name="color" value="#FF0066"/>
    </inkml:brush>
  </inkml:definitions>
  <inkml:trace contextRef="#ctx0" brushRef="#br0">6 157 1376 0 0,'0'0'110'0'0,"0"0"0"0"0,-1 0-1 0 0,1-1 1 0 0,0 1 0 0 0,-1 0 0 0 0,1 0-1 0 0,0 0 1 0 0,-1 0 0 0 0,0-1 329 0 0,1 0-330 0 0,0 1 1 0 0,0 0 0 0 0,0 0 0 0 0,-1-1-1 0 0,1 1 1 0 0,0 0 0 0 0,0-1-1 0 0,0 1 1 0 0,0 0 0 0 0,0-1 0 0 0,0 1-1 0 0,0 0 1 0 0,-1-1 0 0 0,1 1-1 0 0,0 0 1 0 0,0-1 0 0 0,0 1 0 0 0,0 0-1 0 0,0-1 1 0 0,1 1 0 0 0,-1 0 0 0 0,0-1-1 0 0,11-12 3052 0 0,26-10-114 0 0,-28 18-3317 0 0,31-21 951 0 0,-21 13-736 0 0,1 0 1 0 0,1 2-1 0 0,-1 0 0 0 0,35-13 1 0 0,-49 22 91 0 0,-1 1-1 0 0,0-1 1 0 0,1 1-1 0 0,0 0 1 0 0,-1 1 0 0 0,1-1-1 0 0,0 1 1 0 0,-1 0-1 0 0,1 1 1 0 0,-1-1-1 0 0,1 1 1 0 0,0 0 0 0 0,-1 1-1 0 0,1-1 1 0 0,-1 1-1 0 0,0 0 1 0 0,0 0 0 0 0,0 1-1 0 0,0 0 1 0 0,0 0-1 0 0,0 0 1 0 0,0 0 0 0 0,-1 1-1 0 0,4 3 1 0 0,1 3 129 0 0,-1 0 1 0 0,0 0-1 0 0,-1 1 1 0 0,0 0 0 0 0,-1 0-1 0 0,0 1 1 0 0,-1-1-1 0 0,6 18 1 0 0,-4-9 98 0 0,18 32 0 0 0,-24-51-253 0 0,0 1 0 0 0,0 0 0 0 0,0 0-1 0 0,1-1 1 0 0,-1 1 0 0 0,0 0-1 0 0,1-1 1 0 0,-1 0 0 0 0,1 1-1 0 0,-1-1 1 0 0,1 0 0 0 0,0 0-1 0 0,3 2 1 0 0,-5-3 15 0 0,1 1 0 0 0,0-1 0 0 0,0 0 0 0 0,0 0 1 0 0,0 0-1 0 0,0 0 0 0 0,0 0 0 0 0,0 0 0 0 0,0 0 0 0 0,0 0 0 0 0,0 0 0 0 0,0 0 0 0 0,0-1 0 0 0,-1 1 0 0 0,1 0 1 0 0,0-1-1 0 0,0 1 0 0 0,0 0 0 0 0,0-1 0 0 0,0 1 0 0 0,0-2 0 0 0,2 0 90 0 0,0-1 0 0 0,-1 0 0 0 0,1 0 1 0 0,-1 0-1 0 0,0 0 0 0 0,0 0 0 0 0,0-1 0 0 0,0 1 0 0 0,0-1 0 0 0,-1 1 0 0 0,1-1 0 0 0,0-5 0 0 0,5-20 643 0 0,-2 6-58 0 0,16-41-1 0 0,-20 60-582 0 0,1-1 1 0 0,0 1-1 0 0,1-1 1 0 0,-1 1-1 0 0,1 0 0 0 0,0 0 1 0 0,0 0-1 0 0,0 0 1 0 0,0 0-1 0 0,1 1 1 0 0,-1 0-1 0 0,1-1 1 0 0,0 1-1 0 0,8-4 0 0 0,-11 7-73 0 0,0-1-1 0 0,0 1 1 0 0,1-1-1 0 0,-1 1 0 0 0,0 0 1 0 0,1 0-1 0 0,-1 0 0 0 0,0 0 1 0 0,1 0-1 0 0,-1 0 1 0 0,0 0-1 0 0,1 0 0 0 0,-1 0 1 0 0,0 0-1 0 0,0 1 0 0 0,1-1 1 0 0,-1 1-1 0 0,0-1 1 0 0,0 1-1 0 0,1-1 0 0 0,-1 1 1 0 0,0 0-1 0 0,0 0 1 0 0,0-1-1 0 0,0 1 0 0 0,0 0 1 0 0,0 0-1 0 0,0 0 0 0 0,0 0 1 0 0,-1 0-1 0 0,1 0 1 0 0,0 0-1 0 0,0 1 0 0 0,-1-1 1 0 0,1 0-1 0 0,-1 0 0 0 0,1 0 1 0 0,-1 1-1 0 0,1 1 1 0 0,3 9 66 0 0,-1-1 0 0 0,0 1 0 0 0,3 17 1 0 0,-4-16 39 0 0,11 57 406 0 0,7 106 0 0 0,-19-150-841 0 0,-1 0 1 0 0,-1 1-1 0 0,-1-1 1 0 0,-2 0-1 0 0,0-1 1 0 0,-2 1-1 0 0,-13 35 1 0 0,6-30-7664 0 0</inkml:trace>
</inkml:ink>
</file>

<file path=ppt/ink/ink2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3:39.769"/>
    </inkml:context>
    <inkml:brush xml:id="br0">
      <inkml:brushProperty name="width" value="0.1" units="cm"/>
      <inkml:brushProperty name="height" value="0.1" units="cm"/>
      <inkml:brushProperty name="color" value="#FF0066"/>
    </inkml:brush>
  </inkml:definitions>
  <inkml:trace contextRef="#ctx0" brushRef="#br0">18 1 9674 0 0,'-18'0'4759'0'0,"26"19"2404"0"0,0 0-7570 0 0,-3 4 761 0 0,0 0 0 0 0,-2 1 1 0 0,1 38-1 0 0,1 15-1594 0 0,-2-56 126 0 0</inkml:trace>
</inkml:ink>
</file>

<file path=ppt/ink/ink2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3:39.975"/>
    </inkml:context>
    <inkml:brush xml:id="br0">
      <inkml:brushProperty name="width" value="0.1" units="cm"/>
      <inkml:brushProperty name="height" value="0.1" units="cm"/>
      <inkml:brushProperty name="color" value="#FF0066"/>
    </inkml:brush>
  </inkml:definitions>
  <inkml:trace contextRef="#ctx0" brushRef="#br0">4 1 9218 0 0,'-2'5'408'0'0,"1"-1"80"0"0,2 2-392 0 0,-1-2-96 0 0,2-1 0 0 0,-1-1 0 0 0,0 3 448 0 0,2 1 72 0 0,1 5 17 0 0,2 3-1 0 0,1 4-704 0 0,1 1-144 0 0,1 0-25 0 0,2 3-7 0 0,3 2 248 0 0,0 1 96 0 0,1 1-64 0 0</inkml:trace>
</inkml:ink>
</file>

<file path=ppt/ink/ink2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3:40.673"/>
    </inkml:context>
    <inkml:brush xml:id="br0">
      <inkml:brushProperty name="width" value="0.1" units="cm"/>
      <inkml:brushProperty name="height" value="0.1" units="cm"/>
      <inkml:brushProperty name="color" value="#FF0066"/>
    </inkml:brush>
  </inkml:definitions>
  <inkml:trace contextRef="#ctx0" brushRef="#br0">5 112 7370 0 0,'-1'-3'567'0'0,"0"0"1"0"0,0 0-1 0 0,1-1 1 0 0,-1 1 0 0 0,1 0-1 0 0,0-1 1 0 0,-1 1-1 0 0,2 0 1 0 0,-1-6-1 0 0,1 6-307 0 0,-1 0 0 0 0,1 0 0 0 0,0 0 0 0 0,0 0 0 0 0,0 0 0 0 0,0 0-1 0 0,0 0 1 0 0,1 1 0 0 0,-1-1 0 0 0,1 0 0 0 0,0 1 0 0 0,0-1-1 0 0,0 1 1 0 0,0 0 0 0 0,0 0 0 0 0,0 0 0 0 0,1 0 0 0 0,3-3 0 0 0,-5 5-193 0 0,1-1 1 0 0,-1 0 0 0 0,0 1 0 0 0,1 0 0 0 0,-1-1 0 0 0,1 1 0 0 0,-1 0 0 0 0,1 0 0 0 0,-1 0 0 0 0,1 0 0 0 0,-1 0-1 0 0,1 0 1 0 0,-1 0 0 0 0,1 0 0 0 0,-1 1 0 0 0,1-1 0 0 0,-1 0 0 0 0,1 1 0 0 0,-1-1 0 0 0,0 1 0 0 0,1 0 0 0 0,-1-1 0 0 0,0 1-1 0 0,1 0 1 0 0,-1 0 0 0 0,0 0 0 0 0,0 0 0 0 0,0 0 0 0 0,0 0 0 0 0,0 0 0 0 0,0 1 0 0 0,0-1 0 0 0,0 0 0 0 0,0 0-1 0 0,-1 1 1 0 0,1-1 0 0 0,0 0 0 0 0,0 3 0 0 0,7 15 129 0 0,0 0 1 0 0,-1 1-1 0 0,7 38 1 0 0,1 0-425 0 0,-15-58 219 0 0,0 0 0 0 0,0 1 0 0 0,0-1 1 0 0,0 0-1 0 0,0 0 0 0 0,0 0 0 0 0,0 0 0 0 0,0 0 1 0 0,0 0-1 0 0,0 0 0 0 0,0 1 0 0 0,0-1 0 0 0,0 0 1 0 0,1 0-1 0 0,-1 0 0 0 0,0 0 0 0 0,0 0 0 0 0,0 0 0 0 0,0 0 1 0 0,0 0-1 0 0,0 0 0 0 0,0 1 0 0 0,0-1 0 0 0,0 0 1 0 0,0 0-1 0 0,0 0 0 0 0,1 0 0 0 0,-1 0 0 0 0,0 0 1 0 0,0 0-1 0 0,0 0 0 0 0,0 0 0 0 0,0 0 0 0 0,0 0 0 0 0,0 0 1 0 0,1 0-1 0 0,-1 0 0 0 0,0 0 0 0 0,0 0 0 0 0,0 0 1 0 0,0 0-1 0 0,0 0 0 0 0,0 0 0 0 0,0 0 0 0 0,1 0 1 0 0,-1 0-1 0 0,0 0 0 0 0,0 0 0 0 0,0 0 0 0 0,0 0 1 0 0,0 0-1 0 0,0 0 0 0 0,0-1 0 0 0,0 1 0 0 0,0 0 0 0 0,1 0 1 0 0,-1 0-1 0 0,7-10-143 0 0,8-22 293 0 0,-11 21-82 0 0,-1 5-13 0 0,10-20 184 0 0,23-38 1 0 0,-31 57-211 0 0,-1 0 0 0 0,1 1 0 0 0,0 0 0 0 0,1 0 0 0 0,-1 1 0 0 0,1 0 0 0 0,0 0 0 0 0,1 0 0 0 0,-1 0 0 0 0,14-6 0 0 0,-18 11 2 0 0,-1-1 0 0 0,1 1 0 0 0,0 0 0 0 0,0-1 0 0 0,-1 1 0 0 0,1 0 0 0 0,0 0 1 0 0,0 0-1 0 0,-1 0 0 0 0,1 0 0 0 0,0 1 0 0 0,0-1 0 0 0,-1 1 0 0 0,1-1 1 0 0,0 1-1 0 0,-1-1 0 0 0,1 1 0 0 0,-1 0 0 0 0,1 0 0 0 0,-1 0 0 0 0,1 0 0 0 0,-1 0 1 0 0,1 0-1 0 0,-1 0 0 0 0,0 0 0 0 0,0 0 0 0 0,0 1 0 0 0,1-1 0 0 0,-1 1 0 0 0,0-1 1 0 0,-1 1-1 0 0,2 2 0 0 0,5 7 124 0 0,-1 1 0 0 0,0 1 0 0 0,5 16 0 0 0,-4-12-122 0 0,18 54-10 0 0,-18-44-262 0 0</inkml:trace>
</inkml:ink>
</file>

<file path=ppt/ink/ink3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3:42.055"/>
    </inkml:context>
    <inkml:brush xml:id="br0">
      <inkml:brushProperty name="width" value="0.1" units="cm"/>
      <inkml:brushProperty name="height" value="0.1" units="cm"/>
      <inkml:brushProperty name="color" value="#FF0066"/>
    </inkml:brush>
  </inkml:definitions>
  <inkml:trace contextRef="#ctx0" brushRef="#br0">53 83 920 0 0,'-5'-5'348'0'0,"0"0"0"0"0,0 0 0 0 0,0-1 0 0 0,-7-11 0 0 0,8 11 770 0 0,1 0 0 0 0,-1-1 0 0 0,1 1 0 0 0,-4-14 0 0 0,23 52 5062 0 0,4 5-5160 0 0,98 326-621 0 0,-117-358-469 0 0,0 0 0 0 0,0 0 1 0 0,1 0-1 0 0,0-1 0 0 0,0 1 1 0 0,1-1-1 0 0,-1 0 1 0 0,5 6-1 0 0,-7-42-2565 0 0,-7-33 1153 0 0,-4-61-44 0 0,10 86 2466 0 0,3-46-1 0 0,-2 80-675 0 0,2 1-1 0 0,-1-1 0 0 0,0 1 1 0 0,1 0-1 0 0,0-1 0 0 0,0 1 1 0 0,1 0-1 0 0,0 0 0 0 0,0 0 1 0 0,0 1-1 0 0,0-1 0 0 0,0 1 0 0 0,1-1 1 0 0,0 1-1 0 0,0 0 0 0 0,0 1 1 0 0,1-1-1 0 0,-1 1 0 0 0,9-5 1 0 0,-10 6-146 0 0,1 0 0 0 0,-1 0 0 0 0,1 1 1 0 0,-1-1-1 0 0,1 1 0 0 0,0 0 0 0 0,-1 0 1 0 0,1 0-1 0 0,0 0 0 0 0,0 1 0 0 0,0 0 1 0 0,-1 0-1 0 0,1 0 0 0 0,0 0 0 0 0,0 0 1 0 0,0 1-1 0 0,0 0 0 0 0,-1-1 0 0 0,1 1 1 0 0,0 1-1 0 0,-1-1 0 0 0,1 1 1 0 0,-1-1-1 0 0,1 1 0 0 0,-1 0 0 0 0,0 0 1 0 0,1 0-1 0 0,-1 1 0 0 0,3 2 0 0 0,4 7 51 0 0,-1 0 0 0 0,0 0 1 0 0,-1 1-1 0 0,0 0 0 0 0,-1 1 0 0 0,0-1 0 0 0,-1 1 0 0 0,7 25 0 0 0,24 123 109 0 0,-35-154-281 0 0,23 108-2823 0 0,-20-91-4158 0 0</inkml:trace>
</inkml:ink>
</file>

<file path=ppt/ink/ink3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3:42.424"/>
    </inkml:context>
    <inkml:brush xml:id="br0">
      <inkml:brushProperty name="width" value="0.1" units="cm"/>
      <inkml:brushProperty name="height" value="0.1" units="cm"/>
      <inkml:brushProperty name="color" value="#FF0066"/>
    </inkml:brush>
  </inkml:definitions>
  <inkml:trace contextRef="#ctx0" brushRef="#br0">0 512 10138 0 0,'0'0'778'0'0,"18"-12"1597"0"0,8-4-1423 0 0,0-2 0 0 0,-2-1 0 0 0,28-27 0 0 0,-32 26-798 0 0,0-2-1 0 0,-1 0 0 0 0,-1-1 1 0 0,-1-1-1 0 0,-2 0 1 0 0,19-39-1 0 0,-24 40 161 0 0,13-41 0 0 0,-21 57-271 0 0,0 0 0 0 0,-1 0 0 0 0,0-1 1 0 0,0 1-1 0 0,0 0 0 0 0,-1 0 0 0 0,0 0 0 0 0,-1 0 1 0 0,1-1-1 0 0,-4-12 0 0 0,4 19-46 0 0,0 0 0 0 0,0 0 1 0 0,-1 0-1 0 0,1 0 0 0 0,0 0 0 0 0,0 0 0 0 0,-1 0 0 0 0,1 0 0 0 0,-1 0 1 0 0,1 0-1 0 0,-1 0 0 0 0,1 0 0 0 0,-1 0 0 0 0,0 1 0 0 0,1-1 0 0 0,-1 0 1 0 0,0 0-1 0 0,0 0 0 0 0,0 1 0 0 0,0-1 0 0 0,1 1 0 0 0,-1-1 0 0 0,0 0 1 0 0,0 1-1 0 0,0-1 0 0 0,0 1 0 0 0,0 0 0 0 0,0-1 0 0 0,0 1 0 0 0,-1 0 1 0 0,1 0-1 0 0,0 0 0 0 0,0 0 0 0 0,0 0 0 0 0,0 0 0 0 0,0 0 0 0 0,0 0 1 0 0,0 0-1 0 0,0 0 0 0 0,0 0 0 0 0,0 1 0 0 0,0-1 0 0 0,0 0 0 0 0,0 1 1 0 0,0-1-1 0 0,0 1 0 0 0,0-1 0 0 0,0 1 0 0 0,0 0 0 0 0,0-1 0 0 0,0 1 1 0 0,0 1-1 0 0,-4 2-1 0 0,0 1 0 0 0,0-1 0 0 0,1 1 1 0 0,0 0-1 0 0,0 0 0 0 0,0 1 0 0 0,-4 7 1 0 0,1 2 49 0 0,0 1 1 0 0,1-1 0 0 0,1 1 0 0 0,1 1-1 0 0,0-1 1 0 0,1 0 0 0 0,0 1 0 0 0,2 0-1 0 0,0 0 1 0 0,1-1 0 0 0,0 1-1 0 0,4 18 1 0 0,-3-27-29 0 0,1 0 0 0 0,0 0 0 0 0,0 0 0 0 0,0 0 0 0 0,1 0 0 0 0,1 0 0 0 0,-1-1 0 0 0,1 0 0 0 0,1 0 0 0 0,-1 0 0 0 0,1 0 0 0 0,0 0 0 0 0,1-1 0 0 0,0 0 0 0 0,0 0 0 0 0,0-1 0 0 0,0 0 0 0 0,1 0 0 0 0,0 0 0 0 0,0-1 0 0 0,0 0 0 0 0,1 0 0 0 0,-1-1 0 0 0,1 0 0 0 0,0 0 0 0 0,9 1 0 0 0,-7-1-301 0 0,0-2 0 0 0,1 0 1 0 0,-1 0-1 0 0,0-1 0 0 0,0 0 0 0 0,20-3 0 0 0,-9-1-1193 0 0</inkml:trace>
</inkml:ink>
</file>

<file path=ppt/ink/ink3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3:42.867"/>
    </inkml:context>
    <inkml:brush xml:id="br0">
      <inkml:brushProperty name="width" value="0.1" units="cm"/>
      <inkml:brushProperty name="height" value="0.1" units="cm"/>
      <inkml:brushProperty name="color" value="#FF0066"/>
    </inkml:brush>
  </inkml:definitions>
  <inkml:trace contextRef="#ctx0" brushRef="#br0">50 58 9674 0 0,'-1'0'238'0'0,"0"0"1"0"0,0 1-1 0 0,0-1 1 0 0,0 1-1 0 0,0-1 1 0 0,0 1-1 0 0,1 0 0 0 0,-1-1 1 0 0,0 1-1 0 0,0 0 1 0 0,1 0-1 0 0,-1 0 1 0 0,0-1-1 0 0,1 1 0 0 0,-1 0 1 0 0,1 0-1 0 0,-1 0 1 0 0,1 0-1 0 0,-1 0 0 0 0,1 1 1 0 0,-10 26 935 0 0,9-25-803 0 0,-5 17 20 0 0,1 0 0 0 0,0 0 0 0 0,2 0 0 0 0,1 1 0 0 0,0 0 0 0 0,2-1 0 0 0,0 1 0 0 0,1 0 0 0 0,1-1 0 0 0,1 1 0 0 0,1-1 0 0 0,12 37 0 0 0,-16-55-377 0 0,1 1 0 0 0,0-1 1 0 0,0 0-1 0 0,0 1 1 0 0,1-1-1 0 0,-1 0 0 0 0,0 0 1 0 0,1 0-1 0 0,-1 0 1 0 0,1 0-1 0 0,0 0 1 0 0,0 0-1 0 0,-1-1 0 0 0,1 1 1 0 0,4 2-1 0 0,-5-4-33 0 0,-1 0-1 0 0,1 0 1 0 0,0 0-1 0 0,-1 0 1 0 0,1 0 0 0 0,-1 0-1 0 0,1 0 1 0 0,0 0-1 0 0,-1 0 1 0 0,1 0-1 0 0,0 0 1 0 0,-1 0-1 0 0,1 0 1 0 0,-1 0 0 0 0,1-1-1 0 0,0 1 1 0 0,-1 0-1 0 0,1 0 1 0 0,-1-1-1 0 0,1 1 1 0 0,-1-1-1 0 0,2 0 1 0 0,11-21-895 0 0,-6 4 26 0 0,6-39 1 0 0,-11 45 716 0 0,0 0 0 0 0,1 0 0 0 0,0 0 0 0 0,1 1 0 0 0,0-1 0 0 0,1 1 0 0 0,0 0 0 0 0,10-15 0 0 0,-14 25 183 0 0,0 0-1 0 0,-1 1 1 0 0,1-1 0 0 0,0 1 0 0 0,0-1 0 0 0,0 0 0 0 0,-1 1 0 0 0,1-1 0 0 0,0 1 0 0 0,0 0 0 0 0,0-1 0 0 0,0 1 0 0 0,0 0 0 0 0,0-1 0 0 0,0 1 0 0 0,0 0-1 0 0,0 0 1 0 0,0 0 0 0 0,0 0 0 0 0,0 0 0 0 0,0 0 0 0 0,0 0 0 0 0,0 0 0 0 0,0 0 0 0 0,0 1 0 0 0,0-1 0 0 0,0 0 0 0 0,0 1 0 0 0,0-1 0 0 0,0 1 0 0 0,-1-1-1 0 0,1 1 1 0 0,0-1 0 0 0,0 1 0 0 0,0-1 0 0 0,-1 1 0 0 0,1 0 0 0 0,0 0 0 0 0,-1-1 0 0 0,2 2 0 0 0,33 41 1662 0 0,-24-27-857 0 0,-8-13-696 0 0,0 0 0 0 0,0 0 0 0 0,0 0 0 0 0,0-1 0 0 0,0 1-1 0 0,0-1 1 0 0,1 1 0 0 0,-1-1 0 0 0,1 0 0 0 0,-1-1 0 0 0,1 1-1 0 0,0-1 1 0 0,0 1 0 0 0,0-1 0 0 0,0 0 0 0 0,0-1 0 0 0,0 1 0 0 0,0-1-1 0 0,5 1 1 0 0,-6-2-111 0 0,1 1 0 0 0,-1-1 0 0 0,1 0 0 0 0,-1 0-1 0 0,1-1 1 0 0,-1 1 0 0 0,0-1 0 0 0,1 1 0 0 0,-1-1 0 0 0,0 0-1 0 0,0 0 1 0 0,0 0 0 0 0,-1-1 0 0 0,1 1 0 0 0,0-1 0 0 0,-1 1-1 0 0,0-1 1 0 0,0 0 0 0 0,1 0 0 0 0,-2 0 0 0 0,1 0 0 0 0,1-4-1 0 0,1-1-3 0 0,-1 0-1 0 0,0 0 0 0 0,0 0 1 0 0,-1 0-1 0 0,0 0 0 0 0,0-1 0 0 0,-1 1 1 0 0,0-1-1 0 0,-1 1 0 0 0,0-1 1 0 0,0 1-1 0 0,-1-1 0 0 0,0 1 1 0 0,-3-12-1 0 0,1 7-450 0 0,0 1-1 0 0,-2 0 1 0 0,-7-17 0 0 0,4 15-1616 0 0,1 0 1 0 0,-15-17-1 0 0,22 30 2049 0 0,-1 1 0 0 0,1-1 0 0 0,0 1 0 0 0,0 0 0 0 0,0-1 0 0 0,0 1 0 0 0,-1 0 0 0 0,1-1 0 0 0,0 1 0 0 0,0-1 0 0 0,-1 1 0 0 0,1 0 0 0 0,0 0 0 0 0,-1-1 0 0 0,1 1 0 0 0,0 0 0 0 0,-1 0 0 0 0,1-1 0 0 0,-1 1 0 0 0,1 0 0 0 0,0 0 0 0 0,-1 0 0 0 0,1 0 0 0 0,-1-1 0 0 0,1 1 0 0 0,0 0 0 0 0,-1 0 0 0 0,1 0 0 0 0,-1 0 0 0 0,1 0 0 0 0,-1 0-1 0 0,1 0 1 0 0,0 0 0 0 0,-1 0 0 0 0,1 0 0 0 0,-1 1 0 0 0,1-1 0 0 0,0 0 0 0 0,-1 0 0 0 0,1 0 0 0 0,-1 0 0 0 0,1 1 0 0 0,0-1 0 0 0,-1 0 0 0 0,1 0 0 0 0,0 1 0 0 0,-1-1 0 0 0,-5 7 12 0 0</inkml:trace>
</inkml:ink>
</file>

<file path=ppt/ink/ink3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3:43.390"/>
    </inkml:context>
    <inkml:brush xml:id="br0">
      <inkml:brushProperty name="width" value="0.1" units="cm"/>
      <inkml:brushProperty name="height" value="0.1" units="cm"/>
      <inkml:brushProperty name="color" value="#FF0066"/>
    </inkml:brush>
  </inkml:definitions>
  <inkml:trace contextRef="#ctx0" brushRef="#br0">0 50 7834 0 0,'4'-10'5043'0'0,"-4"10"-4910"0"0,19-5 3375 0 0,18 6 148 0 0,-34 0-3538 0 0,1 0 0 0 0,-1 1 1 0 0,0 0-1 0 0,0 0 0 0 0,0 0 1 0 0,0 0-1 0 0,-1 0 0 0 0,1 0 1 0 0,-1 1-1 0 0,1-1 0 0 0,-1 1 1 0 0,0 0-1 0 0,0 0 1 0 0,0 0-1 0 0,0 0 0 0 0,0 0 1 0 0,-1 0-1 0 0,0 0 0 0 0,2 5 1 0 0,2 9-113 0 0,0 0 1 0 0,4 29-1 0 0,-5-23 95 0 0,-1-1-116 0 0,1 0 6 0 0,11 38-1 0 0,-14-56-23 0 0,1 1 0 0 0,-1-1 0 0 0,1 0 0 0 0,0 0 0 0 0,0 1 0 0 0,1-2 0 0 0,-1 1 0 0 0,1 0 1 0 0,0 0-1 0 0,0-1 0 0 0,0 1 0 0 0,1-1 0 0 0,-1 0 0 0 0,7 4 0 0 0,-9-6 10 0 0,0-1 0 0 0,-1 1 0 0 0,1-1 0 0 0,0 0 0 0 0,0 0 0 0 0,-1 1 0 0 0,1-1 0 0 0,0 0 0 0 0,0 0 0 0 0,0 0 0 0 0,-1 0 1 0 0,1 0-1 0 0,0 0 0 0 0,0 0 0 0 0,-1 0 0 0 0,1 0 0 0 0,0 0 0 0 0,0-1 0 0 0,0 1 0 0 0,-1 0 0 0 0,1 0 0 0 0,0-1 0 0 0,-1 1 0 0 0,1-1 0 0 0,1 0 0 0 0,14-19-459 0 0,1-28-256 0 0,-3-14 232 0 0,-10 39 502 0 0,1 0-1 0 0,1 0 1 0 0,1 0 0 0 0,1 1 0 0 0,1 1-1 0 0,22-41 1 0 0,-29 60 77 0 0,-1-1-1 0 0,1 1 1 0 0,0 0-1 0 0,-1 1 1 0 0,1-1 0 0 0,0 0-1 0 0,0 0 1 0 0,0 1-1 0 0,0-1 1 0 0,0 1-1 0 0,0 0 1 0 0,1-1-1 0 0,-1 1 1 0 0,0 0 0 0 0,1 0-1 0 0,-1 1 1 0 0,1-1-1 0 0,-1 0 1 0 0,1 1-1 0 0,4-1 1 0 0,-3 2 5 0 0,1-1 1 0 0,-1 1 0 0 0,0 0-1 0 0,1 0 1 0 0,-1 0-1 0 0,0 1 1 0 0,0-1-1 0 0,0 1 1 0 0,0 0 0 0 0,0 0-1 0 0,4 3 1 0 0,7 7 7 0 0,-1 0 0 0 0,0 0 0 0 0,-1 1 0 0 0,18 23 0 0 0,-20-21-76 0 0,-1 1-1 0 0,0 0 1 0 0,-2 1 0 0 0,0 0-1 0 0,8 23 1 0 0,-10-21-9 0 0,2 0 0 0 0,1-1 1 0 0,0 0-1 0 0,13 18 0 0 0,-21-33-177 0 0,1-1 1 0 0,0 0 0 0 0,0 0-1 0 0,0 0 1 0 0,0 0-1 0 0,0 0 1 0 0,0-1 0 0 0,0 1-1 0 0,1-1 1 0 0,-1 1-1 0 0,1-1 1 0 0,-1 0-1 0 0,1 0 1 0 0,3 2 0 0 0</inkml:trace>
</inkml:ink>
</file>

<file path=ppt/ink/ink3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3:43.834"/>
    </inkml:context>
    <inkml:brush xml:id="br0">
      <inkml:brushProperty name="width" value="0.1" units="cm"/>
      <inkml:brushProperty name="height" value="0.1" units="cm"/>
      <inkml:brushProperty name="color" value="#FF0066"/>
    </inkml:brush>
  </inkml:definitions>
  <inkml:trace contextRef="#ctx0" brushRef="#br0">0 69 4609 0 0,'15'-14'2336'0'0,"17"-18"2470"0"0,-19 9-6292 0 0</inkml:trace>
</inkml:ink>
</file>

<file path=ppt/ink/ink3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3:44.406"/>
    </inkml:context>
    <inkml:brush xml:id="br0">
      <inkml:brushProperty name="width" value="0.1" units="cm"/>
      <inkml:brushProperty name="height" value="0.1" units="cm"/>
      <inkml:brushProperty name="color" value="#FF0066"/>
    </inkml:brush>
  </inkml:definitions>
  <inkml:trace contextRef="#ctx0" brushRef="#br0">15 344 6913 0 0,'0'0'715'0'0,"-7"-54"4717"0"0,5 45-4824 0 0,0-1 0 0 0,0 0 0 0 0,1 0 0 0 0,1-9-1 0 0,1 5-123 0 0,0 1-1 0 0,1-1 0 0 0,1 1 0 0 0,0 0 0 0 0,1 0 0 0 0,1 0 0 0 0,0 0 0 0 0,9-17 0 0 0,-10 23-397 0 0,1 0 0 0 0,-1 0 0 0 0,1 0 0 0 0,0 1 0 0 0,0 0-1 0 0,1 0 1 0 0,0 0 0 0 0,0 1 0 0 0,1-1 0 0 0,-1 2 0 0 0,1-1-1 0 0,0 1 1 0 0,0 0 0 0 0,1 0 0 0 0,9-3 0 0 0,-14 6-52 0 0,0 0 0 0 0,0 0 0 0 0,1 1 0 0 0,-1-1 1 0 0,0 1-1 0 0,1 0 0 0 0,-1 0 0 0 0,0 0 0 0 0,1 0 0 0 0,-1 1 1 0 0,0-1-1 0 0,0 1 0 0 0,1 0 0 0 0,-1 0 0 0 0,6 2 1 0 0,-4 0 4 0 0,-1 0 0 0 0,1 0 1 0 0,0 1-1 0 0,-1-1 1 0 0,1 1-1 0 0,-1 0 0 0 0,0 0 1 0 0,5 8-1 0 0,3 7 71 0 0,0 0 0 0 0,-1 1 0 0 0,14 36 1 0 0,-18-40-40 0 0,15 47 60 0 0,-17-45-164 0 0,1-1 1 0 0,1 1-1 0 0,1-1 1 0 0,10 18-1 0 0,-11-26-978 0 0</inkml:trace>
</inkml:ink>
</file>

<file path=ppt/ink/ink3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3:44.802"/>
    </inkml:context>
    <inkml:brush xml:id="br0">
      <inkml:brushProperty name="width" value="0.1" units="cm"/>
      <inkml:brushProperty name="height" value="0.1" units="cm"/>
      <inkml:brushProperty name="color" value="#FF0066"/>
    </inkml:brush>
  </inkml:definitions>
  <inkml:trace contextRef="#ctx0" brushRef="#br0">1 503 2761 0 0,'0'0'41'0'0,"0"-1"0"0"0,0 1 0 0 0,0-1 1 0 0,0 0-1 0 0,1 1 0 0 0,-1-1 0 0 0,0 0 1 0 0,0 1-1 0 0,1-1 0 0 0,-1 1 0 0 0,0-1 0 0 0,1 0 1 0 0,-1 1-1 0 0,0-1 0 0 0,1 1 0 0 0,-1-1 1 0 0,1 1-1 0 0,-1 0 0 0 0,1-1 0 0 0,-1 1 1 0 0,1-1-1 0 0,0 1 0 0 0,0-1 0 0 0,21-13 2664 0 0,-12 8-1509 0 0,14-12 2888 0 0,42-42 1 0 0,-48 41-2752 0 0,-1-1 0 0 0,24-37 0 0 0,-31 42-1133 0 0,-2 0 0 0 0,0 0 1 0 0,0-1-1 0 0,-2 0 0 0 0,0-1 0 0 0,0 0 0 0 0,-2 1 0 0 0,0-2 0 0 0,-1 1 1 0 0,-1 0-1 0 0,0-35 0 0 0,-2 49-196 0 0,0-1 1 0 0,-1 0 0 0 0,1 1 0 0 0,-1-1-1 0 0,0 1 1 0 0,0-1 0 0 0,-1 1 0 0 0,1 0-1 0 0,-1-1 1 0 0,1 1 0 0 0,-1 0-1 0 0,0 0 1 0 0,0 0 0 0 0,0 0 0 0 0,-5-4-1 0 0,6 6-3 0 0,0 0-1 0 0,0 0 1 0 0,0 1-1 0 0,0-1 1 0 0,0 0-1 0 0,0 1 0 0 0,0-1 1 0 0,0 1-1 0 0,-1 0 1 0 0,1-1-1 0 0,0 1 0 0 0,0 0 1 0 0,0-1-1 0 0,-1 1 1 0 0,1 0-1 0 0,0 0 1 0 0,0 0-1 0 0,-3 1 0 0 0,2-1 7 0 0,0 1 0 0 0,0 0 0 0 0,0 0 0 0 0,0 0-1 0 0,1 0 1 0 0,-1 0 0 0 0,0 0 0 0 0,1 0-1 0 0,-1 0 1 0 0,1 1 0 0 0,-1-1 0 0 0,1 1-1 0 0,-1-1 1 0 0,1 1 0 0 0,-1 2 0 0 0,-6 7 1 0 0,2 1 0 0 0,0 0-1 0 0,0 0 1 0 0,1 1 0 0 0,0 0 0 0 0,1 0 0 0 0,1 0 0 0 0,0 0 0 0 0,1 1 0 0 0,0-1 0 0 0,1 1-1 0 0,1-1 1 0 0,0 1 0 0 0,2 19 0 0 0,0-24-14 0 0,-1 0-1 0 0,1 0 1 0 0,1 0-1 0 0,-1 0 1 0 0,2-1 0 0 0,-1 1-1 0 0,1-1 1 0 0,0 0-1 0 0,11 15 1 0 0,-11-18-16 0 0,1 0 0 0 0,-1 0 0 0 0,1-1 0 0 0,0 1 0 0 0,1-1 0 0 0,-1 0 0 0 0,1-1 0 0 0,-1 1 0 0 0,1-1 0 0 0,0 0 0 0 0,0 0 0 0 0,1-1 0 0 0,-1 0 0 0 0,12 2 0 0 0,25-1-2239 0 0,-19-5-4940 0 0</inkml:trace>
</inkml:ink>
</file>

<file path=ppt/ink/ink3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3:45.407"/>
    </inkml:context>
    <inkml:brush xml:id="br0">
      <inkml:brushProperty name="width" value="0.1" units="cm"/>
      <inkml:brushProperty name="height" value="0.1" units="cm"/>
      <inkml:brushProperty name="color" value="#FF0066"/>
    </inkml:brush>
  </inkml:definitions>
  <inkml:trace contextRef="#ctx0" brushRef="#br0">99 451 2304 0 0,'33'-26'403'0'0,"-21"17"-88"0"0,1-1 0 0 0,-1 0-1 0 0,-1-1 1 0 0,14-17 0 0 0,-24 28-283 0 0,-1 0-1 0 0,0-1 1 0 0,0 1-1 0 0,0 0 1 0 0,1-1-1 0 0,-1 1 1 0 0,0 0 0 0 0,0-1-1 0 0,0 1 1 0 0,0 0-1 0 0,1-1 1 0 0,-1 1 0 0 0,0 0-1 0 0,0-1 1 0 0,0 1-1 0 0,0 0 1 0 0,0-1 0 0 0,0 1-1 0 0,0 0 1 0 0,0-1-1 0 0,0 1 1 0 0,0 0-1 0 0,0-1 1 0 0,0 1 0 0 0,0 0-1 0 0,-1-1 1 0 0,1 1-1 0 0,0 0 1 0 0,0-1 0 0 0,0 1-1 0 0,0 0 1 0 0,-1-1-1 0 0,1 1 1 0 0,0 0 0 0 0,0-1-1 0 0,-1 1 1 0 0,1 0-1 0 0,0 0 1 0 0,0-1 0 0 0,-1 1-1 0 0,1 0 1 0 0,-22-6 2822 0 0,16 5-1497 0 0,-1 1 1 0 0,0 0 0 0 0,0 0-1 0 0,-11 3 1 0 0,10 0-1033 0 0,1 0 0 0 0,-1 1 0 0 0,1 0 0 0 0,0 0 0 0 0,0 1 0 0 0,1-1 0 0 0,-1 2 0 0 0,1-1 0 0 0,0 1 0 0 0,1 0 0 0 0,-1 0 0 0 0,1 0 0 0 0,0 1 0 0 0,1 0 0 0 0,-8 15 0 0 0,7-12-236 0 0,0 0 0 0 0,1 1 0 0 0,0 0 0 0 0,1 0 0 0 0,0 0 0 0 0,0 0 0 0 0,2 1 0 0 0,-1-1 0 0 0,1 1 0 0 0,2 21 0 0 0,0-26-91 0 0,0-1 0 0 0,0 1 1 0 0,1-1-1 0 0,0 0 0 0 0,1 1 1 0 0,-1-1-1 0 0,1 0 0 0 0,0 0 0 0 0,1-1 1 0 0,-1 1-1 0 0,1-1 0 0 0,0 1 1 0 0,7 6-1 0 0,-9-11-18 0 0,0 1 0 0 0,-1-1 0 0 0,1 0 0 0 0,0 1 0 0 0,0-1 0 0 0,0 0 0 0 0,0 0-1 0 0,0 0 1 0 0,0-1 0 0 0,0 1 0 0 0,0 0 0 0 0,1-1 0 0 0,-1 1 0 0 0,0-1 0 0 0,0 0 0 0 0,1 0 0 0 0,2 0 0 0 0,-2 0-33 0 0,0-1 0 0 0,-1 0 0 0 0,1 0 0 0 0,0 0 0 0 0,0 0 0 0 0,-1-1 0 0 0,1 1 0 0 0,-1-1 0 0 0,0 1 0 0 0,1-1 0 0 0,-1 0 0 0 0,0 0 0 0 0,0 0 0 0 0,0 0 0 0 0,0 0 0 0 0,0-1 0 0 0,1-2 0 0 0,6-9-210 0 0,-1 0 1 0 0,0-1-1 0 0,-1 0 1 0 0,0 0-1 0 0,-2-1 1 0 0,0 0 0 0 0,0 0-1 0 0,-2 0 1 0 0,0-1-1 0 0,-1 1 1 0 0,0-1-1 0 0,-1-18 1 0 0,-3-27-681 0 0,-20-118 1 0 0,10 98 1434 0 0,9 58-31 0 0,3 15-81 0 0,-1 0 1 0 0,0 0-1 0 0,-1 0 1 0 0,0 0-1 0 0,0 0 0 0 0,-1 1 1 0 0,-4-10-1 0 0,7 18-337 0 0,0 0 0 0 0,0-1 0 0 0,0 1 0 0 0,0 0-1 0 0,0 0 1 0 0,0 0 0 0 0,0 0 0 0 0,0 0-1 0 0,0-1 1 0 0,0 1 0 0 0,0 0 0 0 0,0 0 0 0 0,0 0-1 0 0,0 0 1 0 0,0-1 0 0 0,0 1 0 0 0,0 0 0 0 0,-1 0-1 0 0,1 0 1 0 0,0 0 0 0 0,0 0 0 0 0,0 0-1 0 0,0 0 1 0 0,0-1 0 0 0,0 1 0 0 0,-1 0 0 0 0,1 0-1 0 0,0 0 1 0 0,0 0 0 0 0,0 0 0 0 0,0 0 0 0 0,0 0-1 0 0,-1 0 1 0 0,1 0 0 0 0,0 0 0 0 0,0 0-1 0 0,0 0 1 0 0,0 0 0 0 0,-1 0 0 0 0,1 0 0 0 0,0 0-1 0 0,0 0 1 0 0,0 0 0 0 0,0 0 0 0 0,-1 0 0 0 0,1 0-1 0 0,0 0 1 0 0,0 0 0 0 0,0 0 0 0 0,0 0 0 0 0,0 1-1 0 0,-1-1 1 0 0,-2 12 906 0 0,1 16-480 0 0,7 11-349 0 0,1 0 1 0 0,2 0-1 0 0,1 0 0 0 0,20 48 0 0 0,-2-20-74 0 0,52 93 1 0 0,-67-137-183 0 0,1-1 0 0 0,28 34 0 0 0,-36-51-99 0 0,0 1 0 0 0,0-1 0 0 0,0 0-1 0 0,0 0 1 0 0,1-1 0 0 0,0 1-1 0 0,0-1 1 0 0,0-1 0 0 0,0 1 0 0 0,1-1-1 0 0,-1 0 1 0 0,1 0 0 0 0,0-1-1 0 0,10 2 1 0 0,-13-3-148 0 0,-1-1 0 0 0,1 0 0 0 0,0-1 0 0 0,-1 1 0 0 0,1 0 1 0 0,-1-1-1 0 0,1 0 0 0 0,0 0 0 0 0,-1 0 0 0 0,0 0 0 0 0,1-1 0 0 0,-1 1 0 0 0,0-1 0 0 0,0 0 0 0 0,0 0 0 0 0,0 0 0 0 0,0 0 0 0 0,0-1 0 0 0,0 1 0 0 0,-1-1 1 0 0,1 0-1 0 0,-1 1 0 0 0,0-1 0 0 0,0 0 0 0 0,0-1 0 0 0,3-5 0 0 0,4-8-919 0 0,-2-1-1 0 0,1 0 1 0 0,7-34 0 0 0,-10 35 1337 0 0,0 0 715 0 0,14-42 2731 0 0,-18 56-2979 0 0,0 0 0 0 0,1 0 0 0 0,-1 0 0 0 0,1 0 0 0 0,0 1 0 0 0,-1-1 0 0 0,1 1 0 0 0,1-1-1 0 0,-1 1 1 0 0,0 0 0 0 0,0 0 0 0 0,1 0 0 0 0,-1 0 0 0 0,1 0 0 0 0,5-2 0 0 0,-6 3-349 0 0,-1 1 0 0 0,1 0 0 0 0,-1 0 0 0 0,0 0 0 0 0,1 0 0 0 0,-1 0 0 0 0,1 0 0 0 0,-1 1 0 0 0,1-1 0 0 0,-1 0 0 0 0,0 1 0 0 0,1-1 0 0 0,-1 1 0 0 0,0-1 0 0 0,0 1 0 0 0,1 0 0 0 0,-1 0 0 0 0,0-1 0 0 0,0 1 0 0 0,0 0 0 0 0,0 0 0 0 0,0 0 0 0 0,0 0 0 0 0,0 0 0 0 0,0 1 0 0 0,0-1 0 0 0,0 0 0 0 0,-1 0 0 0 0,1 0 0 0 0,0 1 0 0 0,-1-1 0 0 0,1 0 0 0 0,-1 1 0 0 0,1 1 0 0 0,15 52 673 0 0,-15-52-727 0 0,13 62-1877 0 0</inkml:trace>
</inkml:ink>
</file>

<file path=ppt/ink/ink3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3:45.595"/>
    </inkml:context>
    <inkml:brush xml:id="br0">
      <inkml:brushProperty name="width" value="0.1" units="cm"/>
      <inkml:brushProperty name="height" value="0.1" units="cm"/>
      <inkml:brushProperty name="color" value="#FF0066"/>
    </inkml:brush>
  </inkml:definitions>
  <inkml:trace contextRef="#ctx0" brushRef="#br0">6 0 9674 0 0,'-2'1'864'0'0,"-1"-1"-696"0"0,3 2-168 0 0,0-1 0 0 0,0 0 480 0 0,0 1 57 0 0,0-1 7 0 0,1 3 8 0 0,1 2-648 0 0,0 1-128 0 0,3 2-24 0 0,-1 2-8 0 0,1 1-1153 0 0,3 2-239 0 0,2 1-48 0 0,1 0-1 0 0,4-3 1337 0 0,0 2 264 0 0</inkml:trace>
</inkml:ink>
</file>

<file path=ppt/ink/ink3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3:46.253"/>
    </inkml:context>
    <inkml:brush xml:id="br0">
      <inkml:brushProperty name="width" value="0.1" units="cm"/>
      <inkml:brushProperty name="height" value="0.1" units="cm"/>
      <inkml:brushProperty name="color" value="#FF0066"/>
    </inkml:brush>
  </inkml:definitions>
  <inkml:trace contextRef="#ctx0" brushRef="#br0">28 105 5985 0 0,'-25'-43'10599'0'0,"25"46"-10251"0"0,-1 0 0 0 0,0 0 0 0 0,1-1 0 0 0,0 1 1 0 0,-1 0-1 0 0,1 0 0 0 0,0-1 0 0 0,1 5 1 0 0,0 24 389 0 0,2 0 0 0 0,14 57 1 0 0,-14-77-702 0 0,0 1 1 0 0,1-1 0 0 0,1 0 0 0 0,0 0 0 0 0,0 0 0 0 0,1-1-1 0 0,0 0 1 0 0,1 0 0 0 0,0 0 0 0 0,14 13 0 0 0,-20-21-56 0 0,0-1 0 0 0,1 1 0 0 0,-1-1 0 0 0,0 0 0 0 0,1 0 0 0 0,-1 0 0 0 0,1 0 0 0 0,0 0 0 0 0,-1 0 0 0 0,1 0 0 0 0,0 0 0 0 0,0-1 0 0 0,-1 1 0 0 0,1 0 0 0 0,0-1 0 0 0,0 0 0 0 0,0 1 0 0 0,0-1 0 0 0,-1 0 0 0 0,1 0 0 0 0,0 0 0 0 0,0 0 0 0 0,2-1 0 0 0,-2 0-27 0 0,0 0 0 0 0,0 0-1 0 0,0 0 1 0 0,0-1-1 0 0,0 1 1 0 0,0-1-1 0 0,-1 1 1 0 0,1-1-1 0 0,0 0 1 0 0,-1 1-1 0 0,0-1 1 0 0,1 0 0 0 0,-1 0-1 0 0,0 0 1 0 0,2-4-1 0 0,3-10-205 0 0,-1 0-1 0 0,0 1 1 0 0,-1-2-1 0 0,2-16 1 0 0,-5 26 204 0 0,3-16-159 0 0,-3 9 81 0 0,1-1-1 0 0,1 1 0 0 0,1 1 0 0 0,0-1 1 0 0,0 0-1 0 0,12-23 0 0 0,-15 37 126 0 0,-1-1-1 0 0,1 0 1 0 0,-1 0 0 0 0,1 0 0 0 0,-1 1-1 0 0,1-1 1 0 0,0 0 0 0 0,-1 0-1 0 0,1 1 1 0 0,0-1 0 0 0,0 0 0 0 0,-1 1-1 0 0,1-1 1 0 0,0 1 0 0 0,0-1-1 0 0,0 1 1 0 0,0 0 0 0 0,0-1 0 0 0,0 1-1 0 0,0 0 1 0 0,-1 0 0 0 0,1-1-1 0 0,0 1 1 0 0,2 0 0 0 0,-1 1 19 0 0,0-1 0 0 0,0 1 0 0 0,-1-1 0 0 0,1 1 0 0 0,0 0 0 0 0,-1 0 0 0 0,1 0 0 0 0,0 0-1 0 0,-1 0 1 0 0,0 0 0 0 0,1 0 0 0 0,1 2 0 0 0,6 7 197 0 0,-1-1 0 0 0,-1 1 0 0 0,9 15 0 0 0,-9-14 53 0 0,3 5 20 0 0,2-1-1 0 0,17 18 0 0 0,-26-30-244 0 0,0 1 0 0 0,0-1 0 0 0,1 0 0 0 0,-1 0 0 0 0,1 0 0 0 0,0-1 0 0 0,0 0 0 0 0,0 1 0 0 0,0-1 0 0 0,1 0 0 0 0,-1-1 0 0 0,0 1 0 0 0,1-1 0 0 0,-1 0 0 0 0,6 1 0 0 0,-7-3-43 0 0,-1 1 0 0 0,0-1 0 0 0,0 1 0 0 0,0-1 0 0 0,0 0 1 0 0,0 0-1 0 0,0 0 0 0 0,0 0 0 0 0,-1-1 0 0 0,1 1 0 0 0,0 0 0 0 0,-1-1 0 0 0,1 1 1 0 0,-1-1-1 0 0,1 0 0 0 0,-1 1 0 0 0,0-1 0 0 0,1 0 0 0 0,-1 0 0 0 0,0 0 1 0 0,1-4-1 0 0,19-45-808 0 0,-20 48 739 0 0,11-39-570 0 0,-9 26 638 0 0,1 1 0 0 0,1 0 0 0 0,0 0 0 0 0,1 1 0 0 0,0 0-1 0 0,1 0 1 0 0,14-20 0 0 0,-21 34 22 0 0,1-1-1 0 0,-1 0 1 0 0,1 0-1 0 0,0 1 1 0 0,-1-1-1 0 0,1 0 0 0 0,0 1 1 0 0,0-1-1 0 0,-1 1 1 0 0,1-1-1 0 0,0 1 1 0 0,0-1-1 0 0,0 1 0 0 0,-1 0 1 0 0,1-1-1 0 0,0 1 1 0 0,0 0-1 0 0,0 0 1 0 0,0 0-1 0 0,0 0 1 0 0,0 0-1 0 0,0-1 0 0 0,0 2 1 0 0,0-1-1 0 0,0 0 1 0 0,-1 0-1 0 0,1 0 1 0 0,0 0-1 0 0,0 0 0 0 0,0 1 1 0 0,0-1-1 0 0,0 0 1 0 0,0 1-1 0 0,-1-1 1 0 0,1 1-1 0 0,0-1 1 0 0,0 1-1 0 0,-1-1 0 0 0,1 1 1 0 0,0 0-1 0 0,-1-1 1 0 0,1 1-1 0 0,0 0 1 0 0,-1 0-1 0 0,1-1 1 0 0,0 3-1 0 0,4 4-605 0 0,-1 0 1 0 0,0 0-1 0 0,0 1 1 0 0,3 8-1 0 0,-5-11-573 0 0</inkml:trace>
</inkml:ink>
</file>

<file path=ppt/ink/ink3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3:46.963"/>
    </inkml:context>
    <inkml:brush xml:id="br0">
      <inkml:brushProperty name="width" value="0.1" units="cm"/>
      <inkml:brushProperty name="height" value="0.1" units="cm"/>
      <inkml:brushProperty name="color" value="#FF0066"/>
    </inkml:brush>
  </inkml:definitions>
  <inkml:trace contextRef="#ctx0" brushRef="#br0">1 21 7370 0 0,'1'4'1063'0'0,"1"-1"1"0"0,0 1 0 0 0,0-1 0 0 0,0 1 0 0 0,0-1-1 0 0,1 1 1 0 0,3 3 0 0 0,11 17 1356 0 0,-3 0-922 0 0,42 78 874 0 0,-51-91-2362 0 0,-1-1 1 0 0,0 2-1 0 0,0-1 0 0 0,-1 0 1 0 0,-1 1-1 0 0,0-1 0 0 0,1 20 1 0 0,-1-45-241 0 0,1 0-1 0 0,0 0 1 0 0,1 1 0 0 0,0-1 0 0 0,7-12 0 0 0,3-6 19 0 0,25-43 0 0 0,-36 71 183 0 0,5-10 125 0 0,1 1-1 0 0,17-20 0 0 0,-24 31-28 0 0,-1 0-1 0 0,1 0 0 0 0,1-1 1 0 0,-1 1-1 0 0,0 0 1 0 0,0 1-1 0 0,1-1 1 0 0,-1 0-1 0 0,1 1 1 0 0,-1-1-1 0 0,1 1 1 0 0,0 0-1 0 0,0 0 1 0 0,0 0-1 0 0,-1 0 1 0 0,1 1-1 0 0,0-1 1 0 0,0 1-1 0 0,0-1 0 0 0,0 1 1 0 0,5 0-1 0 0,-6 2-40 0 0,0-1 0 0 0,0 0-1 0 0,0 0 1 0 0,0 1 0 0 0,0-1-1 0 0,0 1 1 0 0,-1 0-1 0 0,1-1 1 0 0,0 1 0 0 0,-1 0-1 0 0,0 0 1 0 0,1 0 0 0 0,-1 0-1 0 0,0 0 1 0 0,0 1 0 0 0,0-1-1 0 0,0 0 1 0 0,0 0-1 0 0,-1 1 1 0 0,1-1 0 0 0,0 5-1 0 0,1 4-11 0 0,0 1-1 0 0,0 0 1 0 0,-1 12 0 0 0,-5 6 12 0 0,3-24-23 0 0,0-1 0 0 0,0 1-1 0 0,1 0 1 0 0,0-1 0 0 0,0 1-1 0 0,1 7 1 0 0,-1-13-6 0 0,0 0 0 0 0,0 0 0 0 0,0 0-1 0 0,0 0 1 0 0,0 1 0 0 0,0-1 0 0 0,0 0 0 0 0,0 0 0 0 0,0 0 0 0 0,1 0 0 0 0,-1 0-1 0 0,0 0 1 0 0,0 0 0 0 0,0 0 0 0 0,0 0 0 0 0,0 1 0 0 0,1-1 0 0 0,-1 0 0 0 0,0 0-1 0 0,0 0 1 0 0,0 0 0 0 0,0 0 0 0 0,0 0 0 0 0,1 0 0 0 0,-1 0 0 0 0,0 0 0 0 0,0 0-1 0 0,0 0 1 0 0,0 0 0 0 0,0 0 0 0 0,1 0 0 0 0,-1 0 0 0 0,0 0 0 0 0,0 0 0 0 0,0 0-1 0 0,0 0 1 0 0,0 0 0 0 0,1-1 0 0 0,-1 1 0 0 0,0 0 0 0 0,0 0 0 0 0,0 0 0 0 0,0 0-1 0 0,0 0 1 0 0,0 0 0 0 0,1-1 0 0 0,10-7-228 0 0,7-12-208 0 0,18-44-511 0 0,-31 52 1017 0 0,1 1 0 0 0,0 0-1 0 0,0 0 1 0 0,1 1 0 0 0,1-1 0 0 0,-1 2-1 0 0,2-1 1 0 0,10-10 0 0 0,-18 20-39 0 0,0 0 0 0 0,0-1 0 0 0,0 1 0 0 0,0 0 0 0 0,0-1 0 0 0,0 1 1 0 0,0 0-1 0 0,0 0 0 0 0,-1 0 0 0 0,1 0 0 0 0,0 0 0 0 0,0 0 0 0 0,0 0 0 0 0,0 0 0 0 0,0 0 0 0 0,0 1 0 0 0,0-1 0 0 0,0 0 0 0 0,0 1 0 0 0,0-1 1 0 0,0 0-1 0 0,-1 1 0 0 0,1-1 0 0 0,0 1 0 0 0,0-1 0 0 0,0 1 0 0 0,-1 0 0 0 0,1-1 0 0 0,0 1 0 0 0,-1 0 0 0 0,1 0 0 0 0,0-1 0 0 0,-1 1 1 0 0,1 1-1 0 0,23 34 277 0 0,-19-27-270 0 0,7 9-531 0 0,0 0-1 0 0,1 0 0 0 0,25 25 0 0 0</inkml:trace>
</inkml:ink>
</file>

<file path=ppt/ink/ink3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3:47.344"/>
    </inkml:context>
    <inkml:brush xml:id="br0">
      <inkml:brushProperty name="width" value="0.1" units="cm"/>
      <inkml:brushProperty name="height" value="0.1" units="cm"/>
      <inkml:brushProperty name="color" value="#FF0066"/>
    </inkml:brush>
  </inkml:definitions>
  <inkml:trace contextRef="#ctx0" brushRef="#br0">1 87 6449 0 0,'3'-2'354'0'0,"-1"0"0"0"0,1 0-1 0 0,0 0 1 0 0,0 0-1 0 0,0 1 1 0 0,1-1 0 0 0,-1 1-1 0 0,0 0 1 0 0,1 0 0 0 0,-1 0-1 0 0,0 0 1 0 0,6 0-1 0 0,8-2 243 0 0,51-26 322 0 0,9-2-6214 0 0,-64 27 2153 0 0</inkml:trace>
</inkml:ink>
</file>

<file path=ppt/ink/ink3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3:47.566"/>
    </inkml:context>
    <inkml:brush xml:id="br0">
      <inkml:brushProperty name="width" value="0.1" units="cm"/>
      <inkml:brushProperty name="height" value="0.1" units="cm"/>
      <inkml:brushProperty name="color" value="#FF0066"/>
    </inkml:brush>
  </inkml:definitions>
  <inkml:trace contextRef="#ctx0" brushRef="#br0">0 44 11979 0 0,'4'1'340'0'0,"-1"-1"1"0"0,0 1-1 0 0,0-1 1 0 0,0 0-1 0 0,0 0 1 0 0,0 0-1 0 0,1 0 1 0 0,-1 0-1 0 0,0-1 1 0 0,0 0-1 0 0,6-1 1 0 0,0 0 583 0 0,79-15 3442 0 0,-28 5-3814 0 0,0 4-5777 0 0,-46 5 3498 0 0</inkml:trace>
</inkml:ink>
</file>

<file path=ppt/ink/ink3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3:54.518"/>
    </inkml:context>
    <inkml:brush xml:id="br0">
      <inkml:brushProperty name="width" value="0.1" units="cm"/>
      <inkml:brushProperty name="height" value="0.1" units="cm"/>
      <inkml:brushProperty name="color" value="#FF0066"/>
    </inkml:brush>
  </inkml:definitions>
  <inkml:trace contextRef="#ctx0" brushRef="#br0">451 44 9674 0 0,'1'-1'115'0'0,"0"0"0"0"0,-1 0 1 0 0,1 0-1 0 0,-1 0 0 0 0,1 0 0 0 0,-1 0 0 0 0,1 0 1 0 0,-1 0-1 0 0,0 0 0 0 0,0 0 0 0 0,1 0 0 0 0,-1 0 1 0 0,0 0-1 0 0,0 0 0 0 0,0 0 0 0 0,0-1 0 0 0,0 1 1 0 0,0 0-1 0 0,-1 0 0 0 0,1 0 0 0 0,0 0 0 0 0,-1 0 1 0 0,1 0-1 0 0,0 0 0 0 0,-1 0 0 0 0,1 0 0 0 0,-1 0 1 0 0,1 0-1 0 0,-1 0 0 0 0,0 0 0 0 0,0 1 0 0 0,1-1 1 0 0,-1 0-1 0 0,0 0 0 0 0,0 1 0 0 0,0-1 0 0 0,1 0 1 0 0,-1 1-1 0 0,0-1 0 0 0,-2 0 0 0 0,0 0 20 0 0,0 0 1 0 0,0 0-1 0 0,-1 0 0 0 0,1 1 0 0 0,0-1 0 0 0,0 1 1 0 0,0 0-1 0 0,-1 0 0 0 0,1 0 0 0 0,0 1 1 0 0,0-1-1 0 0,0 1 0 0 0,-5 1 0 0 0,-13 6 30 0 0,0 1 1 0 0,0 1-1 0 0,1 1 0 0 0,1 1 1 0 0,0 1-1 0 0,0 1 0 0 0,-17 17 1 0 0,-9 10 183 0 0,-55 68 0 0 0,90-97-308 0 0,0 0 0 0 0,1 1 1 0 0,0 0-1 0 0,1 0 1 0 0,-8 19-1 0 0,14-29-36 0 0,1-1 0 0 0,0 1 0 0 0,0 0 0 0 0,0 0 0 0 0,1-1 0 0 0,-1 1 0 0 0,1 0 0 0 0,-1 0 0 0 0,1 0 0 0 0,0 0 1 0 0,0 0-1 0 0,0 0 0 0 0,0 0 0 0 0,1 0 0 0 0,-1 0 0 0 0,1-1 0 0 0,0 1 0 0 0,0 0 0 0 0,0 0 0 0 0,0 0 0 0 0,0-1 0 0 0,1 1 0 0 0,-1-1 0 0 0,1 1 0 0 0,-1-1 0 0 0,1 0 0 0 0,0 1 0 0 0,0-1 0 0 0,0 0 0 0 0,1 0 0 0 0,-1 0 0 0 0,0-1 0 0 0,1 1 0 0 0,-1 0 0 0 0,3 1 0 0 0,13 4-79 0 0,-1 0 0 0 0,1-1 0 0 0,1-1 0 0 0,-1-1 0 0 0,0 0 0 0 0,1-1-1 0 0,0-1 1 0 0,23-1 0 0 0,-24-1-20 0 0,0 1 0 0 0,0 1 0 0 0,0 0 0 0 0,0 1 1 0 0,0 1-1 0 0,-1 1 0 0 0,0 1 0 0 0,29 13 0 0 0,-43-18 52 0 0,0 1 1 0 0,0 0 0 0 0,0 0-1 0 0,0 0 1 0 0,-1 0 0 0 0,1 0-1 0 0,-1 1 1 0 0,0-1 0 0 0,1 1-1 0 0,-1 0 1 0 0,0-1 0 0 0,-1 1-1 0 0,1 0 1 0 0,0 0 0 0 0,-1 0 0 0 0,0 1-1 0 0,0-1 1 0 0,0 0 0 0 0,0 0-1 0 0,1 5 1 0 0,-2-4 62 0 0,0 1 0 0 0,0-1 0 0 0,-1 0-1 0 0,0 0 1 0 0,1 1 0 0 0,-1-1 0 0 0,-1 0 0 0 0,1 0 0 0 0,-1 0 0 0 0,1 0 0 0 0,-1 0 0 0 0,0 0 0 0 0,0 0-1 0 0,-1-1 1 0 0,-4 6 0 0 0,-6 6 244 0 0,0 0-1 0 0,-1-1 1 0 0,-1-1-1 0 0,0 0 1 0 0,-1-1-1 0 0,0 0 1 0 0,-30 14-1 0 0,-7 0 578 0 0,-70 22 1 0 0,85-34-734 0 0,-5 5-2968 0 0</inkml:trace>
</inkml:ink>
</file>

<file path=ppt/ink/ink3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3:54.771"/>
    </inkml:context>
    <inkml:brush xml:id="br0">
      <inkml:brushProperty name="width" value="0.1" units="cm"/>
      <inkml:brushProperty name="height" value="0.1" units="cm"/>
      <inkml:brushProperty name="color" value="#FF0066"/>
    </inkml:brush>
  </inkml:definitions>
  <inkml:trace contextRef="#ctx0" brushRef="#br0">0 9 6913 0 0,'0'-1'86'0'0,"0"1"0"0"0,0 0 0 0 0,0-1 0 0 0,0 1 0 0 0,0 0 0 0 0,0-1 0 0 0,0 1 0 0 0,0 0 0 0 0,1 0 0 0 0,-1-1 0 0 0,0 1 0 0 0,0 0 0 0 0,0-1 0 0 0,0 1 0 0 0,0 0 0 0 0,1 0 0 0 0,-1-1 0 0 0,0 1 0 0 0,0 0 0 0 0,0 0 0 0 0,1-1 0 0 0,-1 1 0 0 0,0 0 0 0 0,0 0 0 0 0,1 0 0 0 0,-1-1 0 0 0,0 1 0 0 0,1 0 0 0 0,-1 0-1 0 0,0 0 1 0 0,0 0 0 0 0,1 0 0 0 0,-1 0 0 0 0,0 0 0 0 0,1 0 0 0 0,-1 0 0 0 0,1 0 0 0 0,16 3 2761 0 0,14 16 834 0 0,-20-7-3192 0 0,-2 1 0 0 0,0 0 0 0 0,-1 0 0 0 0,0 1 0 0 0,0 1 1 0 0,-2-1-1 0 0,0 1 0 0 0,-1 0 0 0 0,7 30 0 0 0,-1 12-332 0 0,4 77 0 0 0,-13-110-91 0 0,5 94-800 0 0,-5-40-7446 0 0,-2-64 2525 0 0</inkml:trace>
</inkml:ink>
</file>

<file path=ppt/ink/ink3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3:55.024"/>
    </inkml:context>
    <inkml:brush xml:id="br0">
      <inkml:brushProperty name="width" value="0.1" units="cm"/>
      <inkml:brushProperty name="height" value="0.1" units="cm"/>
      <inkml:brushProperty name="color" value="#FF0066"/>
    </inkml:brush>
  </inkml:definitions>
  <inkml:trace contextRef="#ctx0" brushRef="#br0">3 119 7834 0 0,'-1'-1'44'0'0,"1"-1"1"0"0,-1 0 0 0 0,1 1 0 0 0,0-1 0 0 0,-1 1-1 0 0,1-1 1 0 0,0 0 0 0 0,0 1 0 0 0,0-1-1 0 0,0 0 1 0 0,1 1 0 0 0,-1-1 0 0 0,0 1-1 0 0,1-1 1 0 0,-1 0 0 0 0,1 1 0 0 0,-1-1 0 0 0,1 1-1 0 0,0-1 1 0 0,0 1 0 0 0,1-3 0 0 0,1 2 111 0 0,1-1 1 0 0,-1 1 0 0 0,0 0 0 0 0,1 0 0 0 0,-1 1 0 0 0,1-1 0 0 0,6-1 0 0 0,0-1 211 0 0,37-14 1088 0 0,51-11 0 0 0,-81 25-889 0 0,1 0 0 0 0,-1 2 0 0 0,1 0 0 0 0,0 1 0 0 0,0 0 1 0 0,28 4-1 0 0,-43-3-496 0 0,-1 1 0 0 0,0-1 0 0 0,1 0 0 0 0,-1 1 0 0 0,1-1 1 0 0,-1 1-1 0 0,0 0 0 0 0,1 0 0 0 0,-1 0 0 0 0,0 0 0 0 0,0 0 0 0 0,0 1 0 0 0,0-1 1 0 0,0 1-1 0 0,0-1 0 0 0,0 1 0 0 0,0 0 0 0 0,-1-1 0 0 0,1 1 0 0 0,-1 0 1 0 0,1 0-1 0 0,-1 0 0 0 0,0 0 0 0 0,1 1 0 0 0,-1-1 0 0 0,1 4 0 0 0,-1-1-11 0 0,-1-1-1 0 0,0 0 0 0 0,0 1 1 0 0,0-1-1 0 0,0 0 1 0 0,-1 1-1 0 0,0-1 0 0 0,0 0 1 0 0,0 0-1 0 0,0 1 0 0 0,-1-1 1 0 0,1 0-1 0 0,-1 0 1 0 0,-4 6-1 0 0,-11 17 61 0 0,-1-1 0 0 0,-2-1 0 0 0,-1 0 0 0 0,0-1 0 0 0,-32 26 0 0 0,-22 11-3226 0 0,56-47-3377 0 0</inkml:trace>
</inkml:ink>
</file>

<file path=ppt/ink/ink3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3:55.341"/>
    </inkml:context>
    <inkml:brush xml:id="br0">
      <inkml:brushProperty name="width" value="0.1" units="cm"/>
      <inkml:brushProperty name="height" value="0.1" units="cm"/>
      <inkml:brushProperty name="color" value="#FF0066"/>
    </inkml:brush>
  </inkml:definitions>
  <inkml:trace contextRef="#ctx0" brushRef="#br0">1 292 8290 0 0,'10'-1'563'0'0,"1"0"0"0"0,-1-1 0 0 0,0-1 0 0 0,0 1 1 0 0,0-2-1 0 0,0 1 0 0 0,-1-1 0 0 0,1-1 0 0 0,-1 0 0 0 0,0 0 1 0 0,-1 0-1 0 0,1-1 0 0 0,-1-1 0 0 0,8-7 0 0 0,-2 1-333 0 0,0-1 0 0 0,-1 0-1 0 0,0-1 1 0 0,-1-1 0 0 0,-1 0 0 0 0,15-27-1 0 0,-25 41-230 0 0,1-1-1 0 0,-1 1 1 0 0,0 0-1 0 0,0-1 0 0 0,-1 1 1 0 0,1 0-1 0 0,0-1 1 0 0,-1 1-1 0 0,1-1 1 0 0,-1 1-1 0 0,0-1 1 0 0,0 0-1 0 0,0 1 0 0 0,0-1 1 0 0,-1 1-1 0 0,1-1 1 0 0,0 1-1 0 0,-1-1 1 0 0,0 1-1 0 0,0-1 0 0 0,0 1 1 0 0,0 0-1 0 0,0-1 1 0 0,0 1-1 0 0,0 0 1 0 0,-4-4-1 0 0,3 4-91 0 0,-1-1-1 0 0,0 1 1 0 0,0 0-1 0 0,0 0 1 0 0,0 0-1 0 0,-1 0 1 0 0,1 1-1 0 0,0-1 1 0 0,-1 1 0 0 0,1 0-1 0 0,-1 0 1 0 0,1 0-1 0 0,-1 0 1 0 0,0 0-1 0 0,1 1 1 0 0,-1 0-1 0 0,0 0 1 0 0,-4 0 0 0 0,5 0 102 0 0,0 0 1 0 0,0 0-1 0 0,0 0 1 0 0,0 1 0 0 0,-1-1-1 0 0,1 1 1 0 0,0 0 0 0 0,0 0-1 0 0,0 0 1 0 0,0 0-1 0 0,1 1 1 0 0,-1-1 0 0 0,0 1-1 0 0,0-1 1 0 0,1 1 0 0 0,-1 0-1 0 0,1 0 1 0 0,-1 0-1 0 0,1 1 1 0 0,0-1 0 0 0,0 0-1 0 0,0 1 1 0 0,0 0-1 0 0,1-1 1 0 0,-1 1 0 0 0,1 0-1 0 0,-1 0 1 0 0,1 0 0 0 0,0 0-1 0 0,-1 5 1 0 0,1-3 99 0 0,1 0 0 0 0,0 0 0 0 0,0 0 1 0 0,0 0-1 0 0,0 0 0 0 0,1 0 0 0 0,0 0 0 0 0,0 0 0 0 0,1 0 1 0 0,-1 0-1 0 0,1 0 0 0 0,0-1 0 0 0,0 1 0 0 0,1-1 0 0 0,-1 1 1 0 0,1-1-1 0 0,0 0 0 0 0,6 6 0 0 0,-1 0-405 0 0,1-1 1 0 0,1 0-1 0 0,0-1 0 0 0,0 0 1 0 0,1 0-1 0 0,0-1 0 0 0,0-1 1 0 0,1 0-1 0 0,19 8 0 0 0,-8-7-932 0 0</inkml:trace>
</inkml:ink>
</file>

<file path=ppt/ink/ink3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3:55.676"/>
    </inkml:context>
    <inkml:brush xml:id="br0">
      <inkml:brushProperty name="width" value="0.1" units="cm"/>
      <inkml:brushProperty name="height" value="0.1" units="cm"/>
      <inkml:brushProperty name="color" value="#FF0066"/>
    </inkml:brush>
  </inkml:definitions>
  <inkml:trace contextRef="#ctx0" brushRef="#br0">3 277 5985 0 0,'0'0'41'0'0,"0"0"0"0"0,0 1-1 0 0,0-1 1 0 0,-1 0 0 0 0,1 1 0 0 0,0-1-1 0 0,0 0 1 0 0,0 1 0 0 0,-1-1-1 0 0,1 0 1 0 0,0 1 0 0 0,0-1 0 0 0,0 0-1 0 0,0 1 1 0 0,0-1 0 0 0,0 1 0 0 0,0-1-1 0 0,0 0 1 0 0,0 1 0 0 0,0-1-1 0 0,0 0 1 0 0,0 1 0 0 0,0-1 0 0 0,0 1-1 0 0,0-1 1 0 0,1 0 0 0 0,-1 1-1 0 0,0-1 1 0 0,0 0 0 0 0,0 1 0 0 0,1-1-1 0 0,-1 0 1 0 0,0 1 0 0 0,0-1 0 0 0,1 0-1 0 0,-1 1 1 0 0,16-1 1886 0 0,21-13 1058 0 0,-27 7-2642 0 0,1-1 1 0 0,-1 0-1 0 0,0-1 0 0 0,-1 0 1 0 0,0-1-1 0 0,0 0 1 0 0,-1-1-1 0 0,0 1 0 0 0,-1-1 1 0 0,10-18-1 0 0,-14 24-327 0 0,0-1 0 0 0,-1 0-1 0 0,1 0 1 0 0,-1 0 0 0 0,-1 0 0 0 0,1-1 0 0 0,-1 1-1 0 0,1-1 1 0 0,-2 1 0 0 0,1-1 0 0 0,-1 1 0 0 0,1-1-1 0 0,-1 1 1 0 0,-1-1 0 0 0,1 1 0 0 0,-1-1-1 0 0,0 1 1 0 0,0 0 0 0 0,-1-1 0 0 0,0 1 0 0 0,0 0-1 0 0,0 0 1 0 0,0 0 0 0 0,-1 0 0 0 0,-5-8 0 0 0,7 11 21 0 0,0 1 1 0 0,0-1 0 0 0,0 1 0 0 0,0 0 0 0 0,0-1-1 0 0,-1 1 1 0 0,1 0 0 0 0,0 0 0 0 0,-1 0 0 0 0,1 0-1 0 0,0 0 1 0 0,-1 0 0 0 0,1 0 0 0 0,-1 0 0 0 0,0 1-1 0 0,1-1 1 0 0,-1 0 0 0 0,1 1 0 0 0,-1-1 0 0 0,0 1 0 0 0,0 0-1 0 0,1 0 1 0 0,-1 0 0 0 0,0 0 0 0 0,0 0 0 0 0,1 0-1 0 0,-1 0 1 0 0,0 0 0 0 0,1 1 0 0 0,-1-1 0 0 0,0 0-1 0 0,1 1 1 0 0,-1 0 0 0 0,0-1 0 0 0,1 1 0 0 0,-1 0-1 0 0,1 0 1 0 0,-1 0 0 0 0,1 0 0 0 0,-2 2 0 0 0,0-1 6 0 0,1 1 0 0 0,0 0 0 0 0,-1 0 0 0 0,1 0 0 0 0,0 0 0 0 0,1 0 0 0 0,-1 0 0 0 0,1 0 0 0 0,-1 1 0 0 0,1-1-1 0 0,0 1 1 0 0,0-1 0 0 0,0 1 0 0 0,1-1 0 0 0,-1 1 0 0 0,1 0 0 0 0,0-1 0 0 0,0 8 0 0 0,3 3-269 0 0,-1 0 0 0 0,2 0 0 0 0,0 0 0 0 0,0 0 1 0 0,11 21-1 0 0,-10-26-956 0 0,0 0 1 0 0,1 0-1 0 0,0 0 1 0 0,1-1-1 0 0,8 9 1 0 0,1-2-3388 0 0</inkml:trace>
</inkml:ink>
</file>

<file path=ppt/ink/ink3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3:56.263"/>
    </inkml:context>
    <inkml:brush xml:id="br0">
      <inkml:brushProperty name="width" value="0.1" units="cm"/>
      <inkml:brushProperty name="height" value="0.1" units="cm"/>
      <inkml:brushProperty name="color" value="#FF0066"/>
    </inkml:brush>
  </inkml:definitions>
  <inkml:trace contextRef="#ctx0" brushRef="#br0">255 481 4177 0 0,'1'-1'73'0'0,"-1"0"1"0"0,1 0 0 0 0,0 1-1 0 0,-1-1 1 0 0,1 0-1 0 0,-1 0 1 0 0,1 0-1 0 0,-1 1 1 0 0,1-1 0 0 0,-1 0-1 0 0,0 0 1 0 0,1 0-1 0 0,-1 0 1 0 0,0 0-1 0 0,0 0 1 0 0,0 0 0 0 0,0 0-1 0 0,0 0 1 0 0,0 0-1 0 0,0 0 1 0 0,0 0-1 0 0,0 0 1 0 0,0 0 0 0 0,0 0-1 0 0,-1 0 1 0 0,1 1-1 0 0,0-1 1 0 0,-1-2-1 0 0,-23-18 6079 0 0,12 12-4636 0 0,7 6-1014 0 0,1-1 1 0 0,-1 1 0 0 0,1 0-1 0 0,-1 1 1 0 0,0-1 0 0 0,0 1-1 0 0,-9-3 1 0 0,12 5-404 0 0,0-1-1 0 0,-1 1 1 0 0,1-1-1 0 0,0 1 1 0 0,0 0-1 0 0,0 0 1 0 0,0 0-1 0 0,0 0 1 0 0,0 1 0 0 0,0-1-1 0 0,-1 0 1 0 0,1 1-1 0 0,0 0 1 0 0,0-1-1 0 0,0 1 1 0 0,1 0-1 0 0,-1 0 1 0 0,0 0-1 0 0,0 0 1 0 0,0 0 0 0 0,1 1-1 0 0,-4 2 1 0 0,5-4-108 0 0,0 0 1 0 0,0 0 0 0 0,1 0-1 0 0,-1 0 1 0 0,0 0-1 0 0,0 0 1 0 0,0 0 0 0 0,0 0-1 0 0,0 0 1 0 0,0 0-1 0 0,0 0 1 0 0,0 0 0 0 0,0 0-1 0 0,0 0 1 0 0,0 1 0 0 0,1-1-1 0 0,-1 0 1 0 0,0 0-1 0 0,0 0 1 0 0,0 0 0 0 0,0 0-1 0 0,0 0 1 0 0,0 0 0 0 0,0 0-1 0 0,0 0 1 0 0,0 1-1 0 0,0-1 1 0 0,0 0 0 0 0,0 0-1 0 0,0 0 1 0 0,0 0-1 0 0,0 0 1 0 0,0 0 0 0 0,0 0-1 0 0,0 0 1 0 0,0 1 0 0 0,0-1-1 0 0,0 0 1 0 0,0 0-1 0 0,0 0 1 0 0,0 0 0 0 0,-1 0-1 0 0,1 0 1 0 0,0 0 0 0 0,0 0-1 0 0,0 0 1 0 0,0 0-1 0 0,0 0 1 0 0,0 1 0 0 0,0-1-1 0 0,0 0 1 0 0,0 0-1 0 0,0 0 1 0 0,0 0 0 0 0,-1 0-1 0 0,1 0 1 0 0,0 0 0 0 0,0 0-1 0 0,0 0 1 0 0,0 0-1 0 0,11-7-448 0 0,-14 7 511 0 0,1-1 0 0 0,-1 1 0 0 0,1-1-1 0 0,-1 1 1 0 0,1 0 0 0 0,-1 0-1 0 0,1 1 1 0 0,-1-1 0 0 0,1 0-1 0 0,-1 1 1 0 0,1 0 0 0 0,-1-1-1 0 0,1 1 1 0 0,0 0 0 0 0,-1 0-1 0 0,1 0 1 0 0,0 1 0 0 0,0-1 0 0 0,0 0-1 0 0,0 1 1 0 0,0-1 0 0 0,0 1-1 0 0,0 0 1 0 0,0 0 0 0 0,-1 2-1 0 0,-9 8 90 0 0,0 1 0 0 0,-12 20 0 0 0,20-27-131 0 0,0 0 0 0 0,0 1 0 0 0,1 0 0 0 0,0 0 0 0 0,0 0 0 0 0,1 0 0 0 0,0 0 0 0 0,-1 10 0 0 0,2-15-1 0 0,1-1-1 0 0,0 1 1 0 0,-1 0 0 0 0,1-1-1 0 0,0 1 1 0 0,0 0-1 0 0,0-1 1 0 0,0 1 0 0 0,0 0-1 0 0,1-1 1 0 0,-1 1 0 0 0,1-1-1 0 0,-1 1 1 0 0,1 0 0 0 0,-1-1-1 0 0,1 1 1 0 0,0-1-1 0 0,0 0 1 0 0,-1 1 0 0 0,1-1-1 0 0,0 1 1 0 0,0-1 0 0 0,1 0-1 0 0,-1 0 1 0 0,0 0 0 0 0,0 0-1 0 0,1 0 1 0 0,-1 0-1 0 0,0 0 1 0 0,1 0 0 0 0,-1 0-1 0 0,1 0 1 0 0,-1-1 0 0 0,1 1-1 0 0,-1-1 1 0 0,1 1 0 0 0,0-1-1 0 0,-1 0 1 0 0,1 1-1 0 0,0-1 1 0 0,-1 0 0 0 0,1 0-1 0 0,2 0 1 0 0,1-1-50 0 0,0 0 0 0 0,-1 0 0 0 0,1 0-1 0 0,0 0 1 0 0,-1-1 0 0 0,0 1 0 0 0,1-1 0 0 0,-1 0 0 0 0,0-1 0 0 0,0 1 0 0 0,0-1-1 0 0,0 0 1 0 0,0 0 0 0 0,-1 0 0 0 0,1 0 0 0 0,-1-1 0 0 0,0 1 0 0 0,5-8 0 0 0,1-2-89 0 0,0 0 1 0 0,-1-1 0 0 0,-1 0 0 0 0,8-20 0 0 0,-10 19-8 0 0,-1-1 0 0 0,0 1 0 0 0,-1-1 0 0 0,-1 1-1 0 0,0-1 1 0 0,-2-29 0 0 0,-13-98-59 0 0,7 101 452 0 0,4 19-126 0 0,1 9 247 0 0,0-1 0 0 0,-1 1-1 0 0,-1 0 1 0 0,0 0-1 0 0,-1 0 1 0 0,-10-22-1 0 0,14 36-365 0 0,0 0-1 0 0,0 0 0 0 0,0 0 0 0 0,0-1 0 0 0,0 1 0 0 0,0 0 1 0 0,0 0-1 0 0,0 0 0 0 0,0 0 0 0 0,0 0 0 0 0,0 0 0 0 0,0 0 1 0 0,0 0-1 0 0,0 0 0 0 0,0 0 0 0 0,0-1 0 0 0,0 1 0 0 0,0 0 1 0 0,0 0-1 0 0,0 0 0 0 0,0 0 0 0 0,0 0 0 0 0,0 0 0 0 0,0 0 1 0 0,-1 0-1 0 0,1 0 0 0 0,0 0 0 0 0,0 0 0 0 0,0 0 1 0 0,0 0-1 0 0,0 0 0 0 0,0 0 0 0 0,0 0 0 0 0,0 0 0 0 0,0-1 1 0 0,0 1-1 0 0,-1 0 0 0 0,1 0 0 0 0,0 0 0 0 0,0 0 0 0 0,0 0 1 0 0,0 0-1 0 0,0 1 0 0 0,0-1 0 0 0,0 0 0 0 0,0 0 0 0 0,0 0 1 0 0,-1 0-1 0 0,1 0 0 0 0,0 0 0 0 0,0 0 0 0 0,0 0 0 0 0,0 0 1 0 0,0 0-1 0 0,0 0 0 0 0,0 0 0 0 0,0 0 0 0 0,0 0 0 0 0,0 0 1 0 0,0 0-1 0 0,0 0 0 0 0,-1 0 0 0 0,1 1 0 0 0,0-1 0 0 0,0 0 1 0 0,-2 10 250 0 0,2 14-153 0 0,5 25-27 0 0,2 1 0 0 0,3-1 0 0 0,16 50 0 0 0,-5-19-30 0 0,35 156-1983 0 0,-43-177-5910 0 0</inkml:trace>
</inkml:ink>
</file>

<file path=ppt/ink/ink3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3:56.846"/>
    </inkml:context>
    <inkml:brush xml:id="br0">
      <inkml:brushProperty name="width" value="0.1" units="cm"/>
      <inkml:brushProperty name="height" value="0.1" units="cm"/>
      <inkml:brushProperty name="color" value="#FF0066"/>
    </inkml:brush>
  </inkml:definitions>
  <inkml:trace contextRef="#ctx0" brushRef="#br0">118 73 6913 0 0,'0'-2'307'0'0,"0"1"-1"0"0,-1-1 0 0 0,0 1 1 0 0,1-1-1 0 0,-1 1 0 0 0,0-1 1 0 0,0 1-1 0 0,1-1 0 0 0,-1 1 1 0 0,0-1-1 0 0,-1 1 0 0 0,1 0 1 0 0,0 0-1 0 0,0 0 0 0 0,0-1 1 0 0,-1 1-1 0 0,1 0 0 0 0,-1 1 1 0 0,-1-2-1 0 0,2 2-113 0 0,0-1 0 0 0,-1 1 0 0 0,1 0 0 0 0,-1 0 0 0 0,1 0 0 0 0,0 0 0 0 0,-1 0-1 0 0,1 0 1 0 0,0 0 0 0 0,-1 1 0 0 0,1-1 0 0 0,0 0 0 0 0,-1 1 0 0 0,1-1 0 0 0,0 1 0 0 0,0 0 0 0 0,-1-1 0 0 0,0 2 0 0 0,-3 2 78 0 0,0 0 1 0 0,1 0 0 0 0,-1 0-1 0 0,1 0 1 0 0,0 1 0 0 0,1-1 0 0 0,-1 1-1 0 0,1 0 1 0 0,-4 7 0 0 0,2-1-200 0 0,1 1 0 0 0,0-1 0 0 0,0 1 0 0 0,1-1 1 0 0,1 1-1 0 0,0 0 0 0 0,0 0 0 0 0,1 0 0 0 0,1 0 0 0 0,0 0 0 0 0,1 0 1 0 0,2 13-1 0 0,-2-20-73 0 0,0 1 1 0 0,0-1 0 0 0,1 0 0 0 0,0 0-1 0 0,0 1 1 0 0,0-1 0 0 0,0-1 0 0 0,1 1 0 0 0,0 0-1 0 0,0-1 1 0 0,0 1 0 0 0,0-1 0 0 0,1 0-1 0 0,0 0 1 0 0,0 0 0 0 0,0-1 0 0 0,0 1-1 0 0,1-1 1 0 0,-1 0 0 0 0,1 0 0 0 0,0 0-1 0 0,0-1 1 0 0,0 0 0 0 0,0 0 0 0 0,0 0-1 0 0,0-1 1 0 0,1 1 0 0 0,9 0 0 0 0,-7-1 15 0 0,0-1 0 0 0,0 0 0 0 0,0-1 0 0 0,0 1 0 0 0,0-2 0 0 0,0 1 0 0 0,-1-1 0 0 0,1 0 0 0 0,0 0 0 0 0,-1-1 0 0 0,0 0 0 0 0,0-1 0 0 0,0 1 0 0 0,0-1 0 0 0,0-1 0 0 0,-1 1 0 0 0,1-1 0 0 0,-1-1 0 0 0,8-7 0 0 0,-10 8-10 0 0,0 0 1 0 0,0 0 0 0 0,0 0 0 0 0,-1 0 0 0 0,0 0 0 0 0,0-1 0 0 0,0 0 0 0 0,-1 1 0 0 0,1-1 0 0 0,-1 0 0 0 0,-1 0 0 0 0,1 0 0 0 0,-1-1 0 0 0,0 1-1 0 0,-1 0 1 0 0,1 0 0 0 0,-1-1 0 0 0,0 1 0 0 0,-1 0 0 0 0,1 0 0 0 0,-1-1 0 0 0,-1 1 0 0 0,1 0 0 0 0,-5-10 0 0 0,0 2 25 0 0,-1 1 0 0 0,0 1 0 0 0,-1-1 1 0 0,0 1-1 0 0,-1 1 0 0 0,0-1 0 0 0,-18-15 0 0 0,22 23-195 0 0,1-1 0 0 0,-2 1-1 0 0,1 0 1 0 0,0 0-1 0 0,-1 0 1 0 0,0 1 0 0 0,0 0-1 0 0,0 0 1 0 0,0 1-1 0 0,0-1 1 0 0,-1 1 0 0 0,1 1-1 0 0,-1-1 1 0 0,1 1-1 0 0,-1 0 1 0 0,0 1 0 0 0,1-1-1 0 0,-13 2 1 0 0,4 3-6354 0 0</inkml:trace>
</inkml:ink>
</file>

<file path=ppt/ink/ink3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3:57.148"/>
    </inkml:context>
    <inkml:brush xml:id="br0">
      <inkml:brushProperty name="width" value="0.1" units="cm"/>
      <inkml:brushProperty name="height" value="0.1" units="cm"/>
      <inkml:brushProperty name="color" value="#FF0066"/>
    </inkml:brush>
  </inkml:definitions>
  <inkml:trace contextRef="#ctx0" brushRef="#br0">129 58 8290 0 0,'1'-3'199'0'0,"-1"1"1"0"0,0-1 0 0 0,0 0-1 0 0,0 1 1 0 0,0-1-1 0 0,-1 0 1 0 0,1 1 0 0 0,-1-1-1 0 0,1 1 1 0 0,-1-1-1 0 0,0 1 1 0 0,0-1 0 0 0,0 1-1 0 0,0 0 1 0 0,-1-1 0 0 0,1 1-1 0 0,-1 0 1 0 0,-1-3-1 0 0,1 4-29 0 0,1 1 0 0 0,0-1 0 0 0,-1 0 0 0 0,1 0 0 0 0,-1 1 0 0 0,1-1-1 0 0,-1 0 1 0 0,1 1 0 0 0,-1 0 0 0 0,1-1 0 0 0,-1 1 0 0 0,0 0 0 0 0,1 0 0 0 0,-1 0-1 0 0,0 0 1 0 0,1 0 0 0 0,-1 0 0 0 0,1 0 0 0 0,-1 0 0 0 0,0 1 0 0 0,1-1 0 0 0,-1 1 0 0 0,1-1-1 0 0,-1 1 1 0 0,1 0 0 0 0,0-1 0 0 0,-1 1 0 0 0,1 0 0 0 0,-1 0 0 0 0,1 0 0 0 0,-2 2-1 0 0,-2 1-24 0 0,1 1-1 0 0,-1 0 0 0 0,1 0 1 0 0,-1 0-1 0 0,1 0 0 0 0,1 1 1 0 0,-1-1-1 0 0,1 1 0 0 0,0 0 0 0 0,0 0 1 0 0,1 0-1 0 0,0 1 0 0 0,0-1 1 0 0,-2 13-1 0 0,0 10-74 0 0,-3 58 0 0 0,7-76-1 0 0,-1 17 24 0 0,2-1-1 0 0,0 1 1 0 0,2-1-1 0 0,1 0 1 0 0,9 31-1 0 0,-7-38-308 0 0,0-1-1 0 0,2-1 0 0 0,0 0 0 0 0,1 0 0 0 0,1 0 0 0 0,1-1 0 0 0,21 27 0 0 0,-15-24-1187 0 0</inkml:trace>
</inkml:ink>
</file>

<file path=ppt/ink/ink3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3:57.307"/>
    </inkml:context>
    <inkml:brush xml:id="br0">
      <inkml:brushProperty name="width" value="0.1" units="cm"/>
      <inkml:brushProperty name="height" value="0.1" units="cm"/>
      <inkml:brushProperty name="color" value="#FF0066"/>
    </inkml:brush>
  </inkml:definitions>
  <inkml:trace contextRef="#ctx0" brushRef="#br0">6 125 5529 0 0,'-1'-1'123'0'0,"1"0"-1"0"0,-1 0 1 0 0,0 0-1 0 0,1 0 1 0 0,0-1-1 0 0,-1 1 1 0 0,1 0-1 0 0,-1 0 1 0 0,1 0-1 0 0,0-1 1 0 0,0 1 0 0 0,0 0-1 0 0,0 0 1 0 0,0 0-1 0 0,0-1 1 0 0,0 1-1 0 0,0 0 1 0 0,0 0-1 0 0,1 0 1 0 0,-1-1-1 0 0,0 1 1 0 0,1 0-1 0 0,0-1 1 0 0,1-1 287 0 0,-1 0 0 0 0,1 0 0 0 0,1 0 0 0 0,-1 1 0 0 0,0-1 1 0 0,1 1-1 0 0,-1-1 0 0 0,5-2 0 0 0,6-4 1017 0 0,0 1 0 0 0,26-11 0 0 0,-36 17-1487 0 0,10-4 16 0 0,0 1 0 0 0,1 1 0 0 0,0 0 0 0 0,-1 0 0 0 0,23-1 0 0 0,-15 3-1477 0 0,-1 1-1 0 0,0 2 0 0 0,27 3 0 0 0,-13 0-771 0 0</inkml:trace>
</inkml:ink>
</file>

<file path=ppt/ink/ink3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3:57.553"/>
    </inkml:context>
    <inkml:brush xml:id="br0">
      <inkml:brushProperty name="width" value="0.1" units="cm"/>
      <inkml:brushProperty name="height" value="0.1" units="cm"/>
      <inkml:brushProperty name="color" value="#FF0066"/>
    </inkml:brush>
  </inkml:definitions>
  <inkml:trace contextRef="#ctx0" brushRef="#br0">35 75 9218 0 0,'0'0'59'0'0,"-1"-7"821"0"0,0 0 0 0 0,-1 1 1 0 0,0-1-1 0 0,0 1 0 0 0,0 0 1 0 0,-1-1-1 0 0,1 1 0 0 0,-1 0 1 0 0,-8-10-1 0 0,11 16-819 0 0,-1 0 0 0 0,1 0 0 0 0,0 1 0 0 0,-1-1 0 0 0,1 0 1 0 0,0 0-1 0 0,-1 1 0 0 0,1-1 0 0 0,0 0 0 0 0,-1 1 0 0 0,1-1 0 0 0,0 0 0 0 0,0 1 1 0 0,0-1-1 0 0,-1 0 0 0 0,1 1 0 0 0,0-1 0 0 0,0 1 0 0 0,0-1 0 0 0,0 0 0 0 0,0 1 1 0 0,-1-1-1 0 0,1 1 0 0 0,0-1 0 0 0,0 0 0 0 0,0 1 0 0 0,0-1 0 0 0,0 1 0 0 0,1-1 1 0 0,-1 1-1 0 0,0-1 0 0 0,0 0 0 0 0,0 1 0 0 0,0-1 0 0 0,0 1 0 0 0,1-1 0 0 0,-1 23 650 0 0,11 91 664 0 0,-7-62-1295 0 0,2 0 1 0 0,18 76 0 0 0,-13-96-1283 0 0,24 53-1 0 0,-21-56-6114 0 0</inkml:trace>
</inkml:ink>
</file>

<file path=ppt/ink/ink3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3:57.728"/>
    </inkml:context>
    <inkml:brush xml:id="br0">
      <inkml:brushProperty name="width" value="0.1" units="cm"/>
      <inkml:brushProperty name="height" value="0.1" units="cm"/>
      <inkml:brushProperty name="color" value="#FF0066"/>
    </inkml:brush>
  </inkml:definitions>
  <inkml:trace contextRef="#ctx0" brushRef="#br0">1 5 9218 0 0,'2'-1'75'0'0,"0"0"0"0"0,0 1 0 0 0,0-1-1 0 0,0 1 1 0 0,0-1 0 0 0,0 1 0 0 0,0 0 0 0 0,0 0 0 0 0,0 0 0 0 0,0 0 0 0 0,0 0-1 0 0,0 1 1 0 0,0-1 0 0 0,0 0 0 0 0,0 1 0 0 0,0 0 0 0 0,0-1 0 0 0,0 1 0 0 0,0 0-1 0 0,-1 0 1 0 0,1 0 0 0 0,0 0 0 0 0,0 1 0 0 0,-1-1 0 0 0,1 0 0 0 0,-1 1 0 0 0,1-1-1 0 0,-1 1 1 0 0,0-1 0 0 0,1 1 0 0 0,-1-1 0 0 0,0 1 0 0 0,0 0 0 0 0,0 0 0 0 0,0 0-1 0 0,-1 0 1 0 0,1 0 0 0 0,0 0 0 0 0,0 3 0 0 0,1 4-607 0 0,0 1-1 0 0,0 0 1 0 0,-1 0-1 0 0,0 0 1 0 0,-1 0-1 0 0,-1 17 1 0 0,0-13 160 0 0</inkml:trace>
</inkml:ink>
</file>

<file path=ppt/ink/ink3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3:57.945"/>
    </inkml:context>
    <inkml:brush xml:id="br0">
      <inkml:brushProperty name="width" value="0.1" units="cm"/>
      <inkml:brushProperty name="height" value="0.1" units="cm"/>
      <inkml:brushProperty name="color" value="#FF0066"/>
    </inkml:brush>
  </inkml:definitions>
  <inkml:trace contextRef="#ctx0" brushRef="#br0">1 0 6585 0 0,'11'10'585'0'0,"-3"-3"-465"0"0</inkml:trace>
</inkml:ink>
</file>

<file path=ppt/ink/ink3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3:58.630"/>
    </inkml:context>
    <inkml:brush xml:id="br0">
      <inkml:brushProperty name="width" value="0.1" units="cm"/>
      <inkml:brushProperty name="height" value="0.1" units="cm"/>
      <inkml:brushProperty name="color" value="#FF0066"/>
    </inkml:brush>
  </inkml:definitions>
  <inkml:trace contextRef="#ctx0" brushRef="#br0">183 371 6913 0 0,'-1'0'54'0'0,"0"-1"0"0"0,0 1-1 0 0,1-1 1 0 0,-1 1-1 0 0,0-1 1 0 0,0 1-1 0 0,0-1 1 0 0,0 1 0 0 0,0 0-1 0 0,0-1 1 0 0,1 1-1 0 0,-1 0 1 0 0,0 0-1 0 0,0 0 1 0 0,0 0 0 0 0,0 0-1 0 0,0 0 1 0 0,0 0-1 0 0,0 0 1 0 0,0 0-1 0 0,0 0 1 0 0,-1 1-1 0 0,-25 12 929 0 0,-19 25 381 0 0,37-28-1148 0 0,-1 0-1 0 0,1 1 1 0 0,1 0-1 0 0,0 1 1 0 0,0-1-1 0 0,1 1 1 0 0,1 1-1 0 0,0 0 0 0 0,1 0 1 0 0,-6 20-1 0 0,11-30-264 0 0,-1-1 0 0 0,1 1 0 0 0,0 0-1 0 0,0 0 1 0 0,1 0 0 0 0,-1 0 0 0 0,1 0 0 0 0,-1 0-1 0 0,1 0 1 0 0,0-1 0 0 0,0 1 0 0 0,0 0-1 0 0,0-1 1 0 0,1 1 0 0 0,-1-1 0 0 0,1 1-1 0 0,-1-1 1 0 0,1 1 0 0 0,0-1 0 0 0,0 0-1 0 0,0 0 1 0 0,0 0 0 0 0,0 0 0 0 0,1 0 0 0 0,-1-1-1 0 0,0 1 1 0 0,1-1 0 0 0,-1 1 0 0 0,1-1-1 0 0,0 0 1 0 0,5 2 0 0 0,9 2 3 0 0,0-1 0 0 0,0 0-1 0 0,0-1 1 0 0,22 0 0 0 0,-15 0 956 0 0,-10-1-682 0 0,0 0 1 0 0,0 1 0 0 0,0 1 0 0 0,17 7 0 0 0,-28-10-204 0 0,0 0 0 0 0,0 0 0 0 0,0 1 1 0 0,0-1-1 0 0,0 1 0 0 0,0 0 0 0 0,-1-1 1 0 0,1 1-1 0 0,-1 0 0 0 0,1 1 1 0 0,-1-1-1 0 0,0 0 0 0 0,1 1 0 0 0,-1-1 1 0 0,-1 1-1 0 0,1 0 0 0 0,0-1 0 0 0,-1 1 1 0 0,1 0-1 0 0,-1 0 0 0 0,0 0 0 0 0,0 0 1 0 0,0 0-1 0 0,1 7 0 0 0,-3-7 62 0 0,1-1 1 0 0,-1 1-1 0 0,0 0 0 0 0,0 0 0 0 0,0 0 1 0 0,-1-1-1 0 0,1 1 0 0 0,-1-1 0 0 0,1 1 1 0 0,-1-1-1 0 0,0 1 0 0 0,0-1 0 0 0,0 0 0 0 0,0 0 1 0 0,0 0-1 0 0,0 0 0 0 0,-1 0 0 0 0,1 0 1 0 0,-1-1-1 0 0,-4 3 0 0 0,5-3-30 0 0,0 0 0 0 0,0 1-1 0 0,0-1 1 0 0,0 0 0 0 0,0-1 0 0 0,0 1-1 0 0,-1 0 1 0 0,1 0 0 0 0,0-1 0 0 0,0 0 0 0 0,-1 1-1 0 0,1-1 1 0 0,0 0 0 0 0,-1 0 0 0 0,1 0-1 0 0,0 0 1 0 0,-1-1 0 0 0,1 1 0 0 0,0-1 0 0 0,0 1-1 0 0,-1-1 1 0 0,1 0 0 0 0,0 0 0 0 0,0 1-1 0 0,0-2 1 0 0,-3 0 0 0 0,4 0-95 0 0,0 0 0 0 0,0 1 0 0 0,0-1-1 0 0,0 0 1 0 0,0 1 0 0 0,1-1 0 0 0,-1 0 0 0 0,1 0 0 0 0,-1 0 0 0 0,1 1 0 0 0,-1-1 0 0 0,1 0-1 0 0,0 0 1 0 0,0 0 0 0 0,0 0 0 0 0,0 0 0 0 0,0 0 0 0 0,0 0 0 0 0,2-3 0 0 0,11-39-986 0 0,-9 33 758 0 0,64-206-3619 0 0,27-75 3518 0 0,-34 95 4158 0 0,-69 220-443 0 0,-10 33-2274 0 0,15-37-920 0 0,0 0 0 0 0,2 0 0 0 0,0 0 1 0 0,1 1-1 0 0,1-1 0 0 0,1 0 0 0 0,0 0 1 0 0,10 32-1 0 0,6 7-203 0 0,36 79 0 0 0,-7-20-755 0 0,-46-115 767 0 0,0 3-17 0 0,1 0-1 0 0,0 0 0 0 0,0 0 1 0 0,1 0-1 0 0,5 8 1 0 0,-7-12 69 0 0,-1-1 0 0 0,1 1 0 0 0,-1-1-1 0 0,1 1 1 0 0,-1-1 0 0 0,1 1 0 0 0,-1-1 0 0 0,1 0 0 0 0,-1 1 0 0 0,1-1-1 0 0,0 0 1 0 0,-1 1 0 0 0,1-1 0 0 0,0 0 0 0 0,-1 0 0 0 0,1 0 0 0 0,0 0-1 0 0,-1 1 1 0 0,1-1 0 0 0,0 0 0 0 0,0 0 0 0 0,0-1 37 0 0,1 1 1 0 0,-1-1 0 0 0,0 1-1 0 0,0-1 1 0 0,0 0-1 0 0,0 1 1 0 0,0-1 0 0 0,0 0-1 0 0,1 0 1 0 0,-2 1-1 0 0,1-1 1 0 0,0 0 0 0 0,0 0-1 0 0,0 0 1 0 0,1-2-1 0 0,7-11 212 0 0,-1 0-1 0 0,0 0 0 0 0,6-18 1 0 0,18-33 134 0 0,-29 60-346 0 0,1 0-1 0 0,0 0 1 0 0,-1 0-1 0 0,2 1 0 0 0,-1-1 1 0 0,0 1-1 0 0,1 0 1 0 0,0 0-1 0 0,7-4 0 0 0,-10 7-40 0 0,-1 1 0 0 0,1-1-1 0 0,0 0 1 0 0,0 1 0 0 0,0 0-1 0 0,0-1 1 0 0,0 1 0 0 0,0 0 0 0 0,-1 0-1 0 0,1 0 1 0 0,0 0 0 0 0,0 0-1 0 0,0 0 1 0 0,0 1 0 0 0,0-1-1 0 0,0 1 1 0 0,0-1 0 0 0,-1 1-1 0 0,1 0 1 0 0,0-1 0 0 0,0 1-1 0 0,-1 0 1 0 0,1 0 0 0 0,0 0 0 0 0,2 3-1 0 0,5 4-59 0 0,1 1 0 0 0,-2 0 0 0 0,10 11 0 0 0,3 4-987 0 0,-11-16 439 0 0</inkml:trace>
</inkml:ink>
</file>

<file path=ppt/ink/ink3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3:58.853"/>
    </inkml:context>
    <inkml:brush xml:id="br0">
      <inkml:brushProperty name="width" value="0.1" units="cm"/>
      <inkml:brushProperty name="height" value="0.1" units="cm"/>
      <inkml:brushProperty name="color" value="#FF0066"/>
    </inkml:brush>
  </inkml:definitions>
  <inkml:trace contextRef="#ctx0" brushRef="#br0">1 1 11058 0 0,'0'29'5378'0'0,"7"43"-2818"0"0,1-32-1174 0 0,24 71-1 0 0,0-1-790 0 0,-8 25-1292 0 0,-18-101-196 0 0</inkml:trace>
</inkml:ink>
</file>

<file path=ppt/ink/ink3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3:59.011"/>
    </inkml:context>
    <inkml:brush xml:id="br0">
      <inkml:brushProperty name="width" value="0.1" units="cm"/>
      <inkml:brushProperty name="height" value="0.1" units="cm"/>
      <inkml:brushProperty name="color" value="#FF0066"/>
    </inkml:brush>
  </inkml:definitions>
  <inkml:trace contextRef="#ctx0" brushRef="#br0">1 108 11979 0 0,'4'-18'528'0'0,"0"5"112"0"0,3 4-512 0 0,0 1-128 0 0,0 4 0 0 0,-1 2 0 0 0,4 0 744 0 0,5-4 120 0 0,7-1 32 0 0,7-1 1 0 0,5-2-465 0 0,3 4-88 0 0,0 0-24 0 0,-5 2 0 0 0,-3 1-944 0 0,-6 2-192 0 0</inkml:trace>
</inkml:ink>
</file>

<file path=ppt/ink/ink3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3:59.676"/>
    </inkml:context>
    <inkml:brush xml:id="br0">
      <inkml:brushProperty name="width" value="0.1" units="cm"/>
      <inkml:brushProperty name="height" value="0.1" units="cm"/>
      <inkml:brushProperty name="color" value="#FF0066"/>
    </inkml:brush>
  </inkml:definitions>
  <inkml:trace contextRef="#ctx0" brushRef="#br0">651 235 6449 0 0,'-48'0'568'0'0,"-222"-7"-1137"0"0,153-8 2684 0 0,96 13-1304 0 0,1 1 0 0 0,0 1-1 0 0,-1 1 1 0 0,1 0 0 0 0,0 2-1 0 0,0 0 1 0 0,0 1 0 0 0,-34 12-1 0 0,152-35 1283 0 0,403-47-2032 0 0,-378 54 90 0 0,669-24 1308 0 0,-521 30-1030 0 0,802-46 1782 0 0,-754 39-1829 0 0,149-12 138 0 0,-448 22-699 0 0,-17 1 107 0 0,1 1 1 0 0,0 1-1 0 0,0-1 0 0 0,-1 0 0 0 0,1 1 0 0 0,0 0 1 0 0,0-1-1 0 0,-1 2 0 0 0,1-1 0 0 0,0 0 0 0 0,0 1 1 0 0,6 1-1 0 0,-7 5-1414 0 0,-4 0 171 0 0</inkml:trace>
</inkml:ink>
</file>

<file path=ppt/ink/ink3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4:00.789"/>
    </inkml:context>
    <inkml:brush xml:id="br0">
      <inkml:brushProperty name="width" value="0.1" units="cm"/>
      <inkml:brushProperty name="height" value="0.1" units="cm"/>
      <inkml:brushProperty name="color" value="#FF0066"/>
    </inkml:brush>
  </inkml:definitions>
  <inkml:trace contextRef="#ctx0" brushRef="#br0">21 48 8290 0 0,'-14'-4'3827'0'0,"7"3"-1572"0"0,21-1-886 0 0,-10 2-1034 0 0,2-1 290 0 0,0 0-1 0 0,-1 1 1 0 0,1 0 0 0 0,0 0 0 0 0,0 0-1 0 0,5 2 1 0 0,-9-1-533 0 0,1-1 0 0 0,-1 1 0 0 0,0 0 0 0 0,0 0 0 0 0,0 0 0 0 0,0 1 0 0 0,0-1 0 0 0,-1 0 0 0 0,1 1 0 0 0,0-1 0 0 0,-1 1 0 0 0,1 0 0 0 0,-1 0 0 0 0,1-1 0 0 0,-1 1 0 0 0,0 0 0 0 0,0 0 0 0 0,2 4 0 0 0,10 21-272 0 0,-2 1 0 0 0,-1 0 0 0 0,13 56-1 0 0,2 92 326 0 0,-25-170-119 0 0,1 0 1 0 0,0-1-1 0 0,1 1 1 0 0,-1-1 0 0 0,4 8-1 0 0,-5-13-21 0 0,1 1 0 0 0,-1-1 0 0 0,0 1 1 0 0,1 0-1 0 0,-1-1 0 0 0,0 1 0 0 0,1-1 0 0 0,-1 1 0 0 0,1-1 0 0 0,-1 1 0 0 0,1-1 0 0 0,-1 1 0 0 0,1-1 0 0 0,-1 1 0 0 0,1-1 0 0 0,0 0 1 0 0,-1 1-1 0 0,1-1 0 0 0,0 0 0 0 0,-1 1 0 0 0,2-1 0 0 0,-1 0 11 0 0,0 0 1 0 0,-1-1-1 0 0,1 1 1 0 0,0 0-1 0 0,0-1 0 0 0,0 1 1 0 0,0-1-1 0 0,-1 1 1 0 0,1-1-1 0 0,0 1 0 0 0,0-1 1 0 0,-1 0-1 0 0,1 1 1 0 0,0-1-1 0 0,-1 0 0 0 0,1 1 1 0 0,-1-1-1 0 0,1 0 1 0 0,-1 0-1 0 0,1 0 0 0 0,0-1 1 0 0,2-5-1 0 0,0-1 1 0 0,0 1-1 0 0,-1-1 1 0 0,0 0-1 0 0,0 0 1 0 0,-1 0-1 0 0,0-10 1 0 0,5-20-37 0 0,4-7-10 0 0,2 1 1 0 0,22-52 0 0 0,-28 83 23 0 0,0-1 0 0 0,1 1 0 0 0,1 0 0 0 0,0 0 1 0 0,1 1-1 0 0,0 0 0 0 0,1 1 0 0 0,0 0 0 0 0,1 0 1 0 0,21-16-1 0 0,-30 26 14 0 0,-1 0 1 0 0,1 1-1 0 0,0-1 1 0 0,-1 0-1 0 0,1 1 0 0 0,0-1 1 0 0,0 1-1 0 0,0-1 1 0 0,-1 1-1 0 0,1 0 1 0 0,0 0-1 0 0,0 0 1 0 0,0 0-1 0 0,0 0 1 0 0,0 0-1 0 0,-1 1 0 0 0,1-1 1 0 0,0 0-1 0 0,0 1 1 0 0,0 0-1 0 0,-1-1 1 0 0,1 1-1 0 0,0 0 1 0 0,-1 0-1 0 0,1 0 0 0 0,-1 0 1 0 0,1 0-1 0 0,-1 0 1 0 0,1 0-1 0 0,-1 1 1 0 0,0-1-1 0 0,2 3 1 0 0,6 5 84 0 0,-1 2 1 0 0,0-1-1 0 0,10 19 1 0 0,-10-16-67 0 0,23 39-71 0 0,43 105 1 0 0,-51-104-123 0 0,2 0 1 0 0,35 55 0 0 0,-50-94-668 0 0</inkml:trace>
</inkml:ink>
</file>

<file path=ppt/ink/ink3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4:01.722"/>
    </inkml:context>
    <inkml:brush xml:id="br0">
      <inkml:brushProperty name="width" value="0.1" units="cm"/>
      <inkml:brushProperty name="height" value="0.1" units="cm"/>
      <inkml:brushProperty name="color" value="#FF0066"/>
    </inkml:brush>
  </inkml:definitions>
  <inkml:trace contextRef="#ctx0" brushRef="#br0">238 146 5065 0 0,'-26'-1'1057'0'0,"0"0"0"0"0,0-2 0 0 0,0-1 0 0 0,0-1 0 0 0,1-1 0 0 0,-1-1 0 0 0,-27-12 1 0 0,53 19-1022 0 0,0 0 0 0 0,0 0 1 0 0,-1 0-1 0 0,1 0 0 0 0,0 0 1 0 0,0 0-1 0 0,0 0 0 0 0,0 0 1 0 0,0 0-1 0 0,0 0 0 0 0,-1-1 1 0 0,1 1-1 0 0,0 0 0 0 0,0 0 1 0 0,0 0-1 0 0,0 0 1 0 0,0 0-1 0 0,0 0 0 0 0,0 0 1 0 0,0 0-1 0 0,-1 0 0 0 0,1 0 1 0 0,0 0-1 0 0,0 0 0 0 0,0-1 1 0 0,0 1-1 0 0,0 0 0 0 0,0 0 1 0 0,0 0-1 0 0,0 0 0 0 0,0 0 1 0 0,0 0-1 0 0,0 0 0 0 0,0-1 1 0 0,0 1-1 0 0,0 0 1 0 0,0 0-1 0 0,0 0 0 0 0,0 0 1 0 0,0 0-1 0 0,0 0 0 0 0,0-1 1 0 0,0 1-1 0 0,0 0 0 0 0,0 0 1 0 0,0 0-1 0 0,0 0 0 0 0,0 0 1 0 0,0 0-1 0 0,0-1 0 0 0,0 1 1 0 0,0 0-1 0 0,0 0 0 0 0,0 0 1 0 0,0 0-1 0 0,0 0 1 0 0,0 0-1 0 0,1 0 0 0 0,-1 0 1 0 0,0 0-1 0 0,0-1 0 0 0,0 1 1 0 0,0 0-1 0 0,0 0 0 0 0,0 0 1 0 0,15-5 732 0 0,20-1-717 0 0,-33 6 58 0 0,104-16 144 0 0,4-1-9 0 0,113-4 0 0 0,1131-4 4074 0 0,-1337 24-4250 0 0,-11 0-51 0 0,0 0 1 0 0,0 1-1 0 0,0-1 0 0 0,-1 1 1 0 0,1 1-1 0 0,0-1 1 0 0,0 1-1 0 0,0 0 0 0 0,-1 0 1 0 0,1 1-1 0 0,7 2 1 0 0,-12-1-2 0 0,0 0 0 0 0,0 0 0 0 0,-1 0 0 0 0,1 0-1 0 0,-1-1 1 0 0,1 1 0 0 0,-1 0 0 0 0,0 0 0 0 0,0 0 0 0 0,0 0 0 0 0,-1 0 0 0 0,1 0 0 0 0,-1 0 0 0 0,-1 5 0 0 0,0 6 43 0 0,-1 58 27 0 0,4-1-1 0 0,3 1 0 0 0,18 103 0 0 0,70 206 375 0 0,-63-267-229 0 0,-4 0 0 0 0,10 133 0 0 0,-34-240-192 0 0,0-1 1 0 0,-1 0-1 0 0,0 1 0 0 0,0-1 0 0 0,-1 1 0 0 0,0-1 0 0 0,0 0 1 0 0,0 0-1 0 0,-1 1 0 0 0,-3 7 0 0 0,3-11-20 0 0,0 0-1 0 0,0 0 0 0 0,0 0 1 0 0,0 0-1 0 0,0 0 0 0 0,-1-1 1 0 0,1 1-1 0 0,-1-1 0 0 0,0 0 1 0 0,0 0-1 0 0,1 0 0 0 0,-1 0 1 0 0,-1 0-1 0 0,1 0 0 0 0,0-1 1 0 0,0 0-1 0 0,-1 1 0 0 0,1-1 1 0 0,-1 0-1 0 0,-3 0 0 0 0,-24 4-42 0 0,0-1-1 0 0,0-2 1 0 0,0 0-1 0 0,-33-4 1 0 0,-127-20-218 0 0,-36-1 29 0 0,-214 40-236 0 0,3 30-143 0 0,380-40 415 0 0,-85 17-64 0 0,93-13-252 0 0,-1-3 1 0 0,-74 3-1 0 0,103-12-1430 0 0,3-3-5146 0 0</inkml:trace>
</inkml:ink>
</file>

<file path=ppt/ink/ink3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4:02.086"/>
    </inkml:context>
    <inkml:brush xml:id="br0">
      <inkml:brushProperty name="width" value="0.1" units="cm"/>
      <inkml:brushProperty name="height" value="0.1" units="cm"/>
      <inkml:brushProperty name="color" value="#FF0066"/>
    </inkml:brush>
  </inkml:definitions>
  <inkml:trace contextRef="#ctx0" brushRef="#br0">1 70 4609 0 0,'2'-5'369'0'0,"0"1"0"0"0,0 0 1 0 0,1-1-1 0 0,-1 1 0 0 0,1 0 0 0 0,0 0 1 0 0,0 0-1 0 0,1 1 0 0 0,-1-1 0 0 0,1 1 0 0 0,0 0 1 0 0,0 0-1 0 0,0 0 0 0 0,0 0 0 0 0,0 1 1 0 0,1 0-1 0 0,-1-1 0 0 0,1 2 0 0 0,-1-1 0 0 0,7-1 1 0 0,-10 3-277 0 0,0 0 1 0 0,0 0-1 0 0,0 0 1 0 0,0 0-1 0 0,0 0 1 0 0,-1 0 0 0 0,1 0-1 0 0,0 1 1 0 0,0-1-1 0 0,0 0 1 0 0,0 1-1 0 0,-1-1 1 0 0,1 1-1 0 0,0-1 1 0 0,0 0 0 0 0,-1 1-1 0 0,1 0 1 0 0,0-1-1 0 0,-1 1 1 0 0,1-1-1 0 0,0 1 1 0 0,-1 0-1 0 0,1-1 1 0 0,-1 1 0 0 0,1 0-1 0 0,-1 0 1 0 0,0 0-1 0 0,1-1 1 0 0,-1 1-1 0 0,0 0 1 0 0,1 0-1 0 0,-1 1 1 0 0,8 34 1237 0 0,-6-24-748 0 0,42 221 3891 0 0,-7 120-3607 0 0,-16-21 775 0 0,3 38-1218 0 0,-22-336-2243 0 0,1-3-6426 0 0</inkml:trace>
</inkml:ink>
</file>

<file path=ppt/ink/ink3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4:36.112"/>
    </inkml:context>
    <inkml:brush xml:id="br0">
      <inkml:brushProperty name="width" value="0.1" units="cm"/>
      <inkml:brushProperty name="height" value="0.1" units="cm"/>
      <inkml:brushProperty name="color" value="#FF0066"/>
    </inkml:brush>
  </inkml:definitions>
  <inkml:trace contextRef="#ctx0" brushRef="#br0">1 28 8754 0 0,'0'-1'126'0'0,"1"0"0"0"0,0 0 1 0 0,0-1-1 0 0,-1 1 0 0 0,1 0 1 0 0,0 0-1 0 0,0 0 0 0 0,0 0 1 0 0,0 0-1 0 0,1 0 0 0 0,-1 0 0 0 0,0 0 1 0 0,0 0-1 0 0,0 1 0 0 0,1-1 1 0 0,-1 0-1 0 0,0 1 0 0 0,1-1 0 0 0,-1 1 1 0 0,1-1-1 0 0,-1 1 0 0 0,1 0 1 0 0,-1 0-1 0 0,1 0 0 0 0,-1-1 1 0 0,0 1-1 0 0,1 1 0 0 0,-1-1 0 0 0,1 0 1 0 0,-1 0-1 0 0,1 0 0 0 0,-1 1 1 0 0,1-1-1 0 0,-1 1 0 0 0,0-1 0 0 0,1 1 1 0 0,-1 0-1 0 0,0-1 0 0 0,0 1 1 0 0,1 0-1 0 0,-1 0 0 0 0,0 0 1 0 0,0 0-1 0 0,2 2 0 0 0,2 3 234 0 0,1 0 0 0 0,-1 0-1 0 0,0 0 1 0 0,0 1 0 0 0,-1 0 0 0 0,6 12 0 0 0,3 10-140 0 0,-1 0 0 0 0,-1 0 1 0 0,-2 2-1 0 0,-1-1 0 0 0,-1 1 1 0 0,-1 0-1 0 0,-2 0 0 0 0,-2 0 0 0 0,-2 59 1 0 0,3-120 613 0 0,10-93 228 0 0,-9 100-1008 0 0,0 1-1 0 0,2 0 0 0 0,15-40 1 0 0,-19 56-28 0 0,7-15 48 0 0,2 1 0 0 0,24-39 0 0 0,-33 55-58 0 0,0 0 1 0 0,1 1 0 0 0,0-1-1 0 0,0 1 1 0 0,0 0 0 0 0,0-1-1 0 0,1 2 1 0 0,-1-1 0 0 0,1 0 0 0 0,0 0-1 0 0,0 1 1 0 0,0 0 0 0 0,0 0-1 0 0,0 0 1 0 0,0 0 0 0 0,0 1-1 0 0,1 0 1 0 0,-1 0 0 0 0,0 0 0 0 0,1 0-1 0 0,-1 1 1 0 0,7-1 0 0 0,-6 2 12 0 0,-1 1 1 0 0,1 0 0 0 0,0 0 0 0 0,0 0 0 0 0,-1 0-1 0 0,0 0 1 0 0,1 1 0 0 0,-1 0 0 0 0,0 0-1 0 0,0 0 1 0 0,0 1 0 0 0,-1-1 0 0 0,1 1 0 0 0,-1 0-1 0 0,0 0 1 0 0,0 0 0 0 0,0 0 0 0 0,3 8-1 0 0,4 7 56 0 0,0 0 0 0 0,13 40 0 0 0,3 28-77 0 0,-10-35-18 0 0,32 77 0 0 0,-47-127 10 0 0,9 21 3 0 0,-9-22-4 0 0,-1 0 0 0 0,0 0 1 0 0,1 0-1 0 0,-1 0 0 0 0,0 0 0 0 0,1 0 0 0 0,-1 0 0 0 0,0 0 1 0 0,0 0-1 0 0,0 0 0 0 0,0 0 0 0 0,0 0 0 0 0,0 0 0 0 0,0 0 1 0 0,0 0-1 0 0,-1 0 0 0 0,1 0 0 0 0,0 0 0 0 0,-1 1 1 0 0,11-12-3343 0 0</inkml:trace>
</inkml:ink>
</file>

<file path=ppt/ink/ink3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4:36.544"/>
    </inkml:context>
    <inkml:brush xml:id="br0">
      <inkml:brushProperty name="width" value="0.1" units="cm"/>
      <inkml:brushProperty name="height" value="0.1" units="cm"/>
      <inkml:brushProperty name="color" value="#FF0066"/>
    </inkml:brush>
  </inkml:definitions>
  <inkml:trace contextRef="#ctx0" brushRef="#br0">23 351 3225 0 0,'-3'-6'537'0'0,"-1"0"1"0"0,2 0 0 0 0,-1-1 0 0 0,0 1 0 0 0,1-1-1 0 0,1 0 1 0 0,-1 1 0 0 0,1-1 0 0 0,0 0 0 0 0,0 0-1 0 0,1 0 1 0 0,0 0 0 0 0,0 0 0 0 0,3-12 0 0 0,-1 2-46 0 0,1 0 1 0 0,1 0 0 0 0,1 0-1 0 0,12-29 1 0 0,-12 37-175 0 0,0 0 0 0 0,0 0 1 0 0,1 1-1 0 0,0-1 0 0 0,1 1 0 0 0,-1 1 0 0 0,2-1 1 0 0,13-10-1 0 0,-15 13-25 0 0,-1 1 1 0 0,2 0 0 0 0,-1 0-1 0 0,0 1 1 0 0,1-1 0 0 0,0 1-1 0 0,-1 1 1 0 0,1-1 0 0 0,0 1-1 0 0,1 0 1 0 0,-1 1 0 0 0,14-1-1 0 0,-18 2-230 0 0,0 1 0 0 0,0-1-1 0 0,0 1 1 0 0,0 0-1 0 0,0 0 1 0 0,0 0 0 0 0,-1 0-1 0 0,1 1 1 0 0,0-1-1 0 0,-1 1 1 0 0,1-1 0 0 0,-1 1-1 0 0,1 0 1 0 0,-1 0-1 0 0,0 0 1 0 0,0 1-1 0 0,0-1 1 0 0,0 0 0 0 0,0 1-1 0 0,-1-1 1 0 0,1 1-1 0 0,1 4 1 0 0,5 8 43 0 0,-1 0-1 0 0,8 30 1 0 0,-11-33-17 0 0,41 158 609 0 0,-31-112-2573 0 0,1-1-3836 0 0,-10-37-913 0 0</inkml:trace>
</inkml:ink>
</file>

<file path=ppt/ink/ink3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4:36.856"/>
    </inkml:context>
    <inkml:brush xml:id="br0">
      <inkml:brushProperty name="width" value="0.1" units="cm"/>
      <inkml:brushProperty name="height" value="0.1" units="cm"/>
      <inkml:brushProperty name="color" value="#FF0066"/>
    </inkml:brush>
  </inkml:definitions>
  <inkml:trace contextRef="#ctx0" brushRef="#br0">1 164 3681 0 0,'10'-34'661'0'0,"-10"33"-314"0"0,1-1 0 0 0,0 0 0 0 0,-1 0 0 0 0,1 0 0 0 0,0 1-1 0 0,0-1 1 0 0,0 0 0 0 0,1 1 0 0 0,-1-1 0 0 0,0 1-1 0 0,0-1 1 0 0,1 1 0 0 0,-1 0 0 0 0,1-1 0 0 0,1 0-1 0 0,-1 33 4395 0 0,-2-26-4178 0 0,0 9-106 0 0,1 1 0 0 0,1-1 0 0 0,0 0 0 0 0,1 0 0 0 0,0 0 0 0 0,1 0 0 0 0,1 0 0 0 0,0-1 0 0 0,13 24 0 0 0,-15-31-358 0 0,0-1 0 0 0,1 1 0 0 0,0-1 0 0 0,0 0 0 0 0,0 0 0 0 0,1 0-1 0 0,0 0 1 0 0,0-1 0 0 0,0 0 0 0 0,0 0 0 0 0,0 0 0 0 0,1-1 0 0 0,0 0-1 0 0,0 0 1 0 0,0 0 0 0 0,0-1 0 0 0,0 0 0 0 0,0 0 0 0 0,1 0 0 0 0,-1-1-1 0 0,1 0 1 0 0,-1 0 0 0 0,13 0 0 0 0,-15-2-89 0 0,1 0 0 0 0,-1 0-1 0 0,1 0 1 0 0,-1 0 0 0 0,1-1 0 0 0,-1 1 0 0 0,0-1-1 0 0,0 0 1 0 0,0 0 0 0 0,0-1 0 0 0,0 1 0 0 0,0-1-1 0 0,-1 0 1 0 0,1 0 0 0 0,-1 0 0 0 0,0-1 0 0 0,0 1-1 0 0,0-1 1 0 0,0 1 0 0 0,-1-1 0 0 0,1 0 0 0 0,-1 0-1 0 0,0 0 1 0 0,0-1 0 0 0,1-4 0 0 0,1-1 4 0 0,-1 0 1 0 0,0 0-1 0 0,-1-1 0 0 0,0 1 1 0 0,-1-1-1 0 0,0 0 1 0 0,0 1-1 0 0,-1-1 0 0 0,-2-19 1 0 0,-1 18 10 0 0,0 1 0 0 0,0 0 0 0 0,-1 0 0 0 0,-1 0 0 0 0,0 1 0 0 0,0 0 0 0 0,-1-1 0 0 0,0 2 1 0 0,-1-1-1 0 0,0 1 0 0 0,-1 0 0 0 0,0 0 0 0 0,-12-9 0 0 0,16 14-111 0 0,1 1 0 0 0,-2-1 0 0 0,1 1 1 0 0,0 1-1 0 0,-1-1 0 0 0,1 0 0 0 0,-1 1 0 0 0,0 0 0 0 0,0 0 1 0 0,1 1-1 0 0,-1-1 0 0 0,-1 1 0 0 0,1 0 0 0 0,0 0 0 0 0,0 1 0 0 0,0 0 1 0 0,0 0-1 0 0,-1 0 0 0 0,1 0 0 0 0,0 1 0 0 0,0 0 0 0 0,0 0 0 0 0,0 0 1 0 0,0 0-1 0 0,0 1 0 0 0,0 0 0 0 0,0 0 0 0 0,1 1 0 0 0,-1-1 1 0 0,1 1-1 0 0,-1 0 0 0 0,-3 3 0 0 0,-5 7-2100 0 0</inkml:trace>
</inkml:ink>
</file>

<file path=ppt/ink/ink3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4:37.205"/>
    </inkml:context>
    <inkml:brush xml:id="br0">
      <inkml:brushProperty name="width" value="0.1" units="cm"/>
      <inkml:brushProperty name="height" value="0.1" units="cm"/>
      <inkml:brushProperty name="color" value="#FF0066"/>
    </inkml:brush>
  </inkml:definitions>
  <inkml:trace contextRef="#ctx0" brushRef="#br0">66 40 6913 0 0,'1'-2'79'0'0,"-1"1"0"0"0,0-1 0 0 0,0 0 0 0 0,0 1 0 0 0,-1-1 0 0 0,1 0 0 0 0,0 0 0 0 0,-1 1 0 0 0,1-1 0 0 0,-1 0 0 0 0,1 1 0 0 0,-1-1 0 0 0,0 1 0 0 0,1-1 0 0 0,-1 0 0 0 0,0 1 0 0 0,0 0 0 0 0,0-1 0 0 0,-1 1 0 0 0,1 0 0 0 0,0-1 0 0 0,0 1 0 0 0,-1 0 0 0 0,-1-1 0 0 0,2 2 75 0 0,0 0 0 0 0,-1 0-1 0 0,1 0 1 0 0,-1 0 0 0 0,1 0 0 0 0,0 0-1 0 0,-1 0 1 0 0,1 0 0 0 0,-1 0-1 0 0,1 1 1 0 0,0-1 0 0 0,0 1-1 0 0,-1-1 1 0 0,1 1 0 0 0,0 0 0 0 0,0-1-1 0 0,-1 1 1 0 0,1 0 0 0 0,0 0-1 0 0,0 0 1 0 0,0 0 0 0 0,0 0 0 0 0,0 0-1 0 0,0 0 1 0 0,0 0 0 0 0,1 0-1 0 0,-1 0 1 0 0,0 0 0 0 0,1 1 0 0 0,-1-1-1 0 0,0 2 1 0 0,-1 0 6 0 0,1-1-1 0 0,-1 1 1 0 0,1 0 0 0 0,0 0 0 0 0,0 1-1 0 0,0-1 1 0 0,0 0 0 0 0,1 0 0 0 0,-1 0-1 0 0,1 1 1 0 0,0-1 0 0 0,0 0-1 0 0,0 1 1 0 0,0-1 0 0 0,1 0 0 0 0,-1 0-1 0 0,1 1 1 0 0,0-1 0 0 0,0 0 0 0 0,0 0-1 0 0,0 0 1 0 0,1 0 0 0 0,-1 0 0 0 0,1 0-1 0 0,0 0 1 0 0,-1-1 0 0 0,1 1 0 0 0,0-1-1 0 0,1 1 1 0 0,-1-1 0 0 0,4 3-1 0 0,8 8 19 0 0,1-1-1 0 0,1-1 0 0 0,0 0 0 0 0,21 10 0 0 0,-19-12-81 0 0,5 4-109 0 0,-2-2 22 0 0,-1 1 0 0 0,20 15 1 0 0,-36-24-21 0 0,-1 0 0 0 0,1 0 0 0 0,0 1 1 0 0,-1-1-1 0 0,0 1 0 0 0,0-1 0 0 0,0 1 1 0 0,0 0-1 0 0,0 0 0 0 0,-1 0 1 0 0,0 1-1 0 0,0-1 0 0 0,0 1 0 0 0,0-1 1 0 0,-1 1-1 0 0,1 5 0 0 0,-2-7 8 0 0,0 1 0 0 0,-1 0 0 0 0,1 0 0 0 0,-1-1 0 0 0,0 1 0 0 0,0-1 0 0 0,-1 1 0 0 0,1-1 0 0 0,-1 1 0 0 0,1-1 0 0 0,-1 0 0 0 0,0 0 0 0 0,-1 0 0 0 0,1 0 0 0 0,0 0 0 0 0,-6 5 0 0 0,-2 2 120 0 0,0-1 0 0 0,-1 0 0 0 0,-14 8-1 0 0,15-10-133 0 0,-1-1 0 0 0,1-1-1 0 0,-23 9 1 0 0,3-6-5546 0 0,15-5-671 0 0</inkml:trace>
</inkml:ink>
</file>

<file path=ppt/ink/ink3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4:37.458"/>
    </inkml:context>
    <inkml:brush xml:id="br0">
      <inkml:brushProperty name="width" value="0.1" units="cm"/>
      <inkml:brushProperty name="height" value="0.1" units="cm"/>
      <inkml:brushProperty name="color" value="#FF0066"/>
    </inkml:brush>
  </inkml:definitions>
  <inkml:trace contextRef="#ctx0" brushRef="#br0">0 65 920 0 0,'6'-19'-126'0'0,"11"-13"6230"0"0,-17 31-5783 0 0,1 0 1 0 0,0 0-1 0 0,-1 0 1 0 0,1 0-1 0 0,0 0 1 0 0,0 1-1 0 0,0-1 1 0 0,0 0 0 0 0,0 0-1 0 0,0 1 1 0 0,0-1-1 0 0,0 1 1 0 0,0-1-1 0 0,0 1 1 0 0,0-1-1 0 0,0 1 1 0 0,0-1-1 0 0,0 1 1 0 0,0 0 0 0 0,0 0-1 0 0,1 0 1 0 0,1 0-1 0 0,-2 0-185 0 0,0 0 0 0 0,1 1-1 0 0,-1-1 1 0 0,0 1 0 0 0,0 0 0 0 0,1-1-1 0 0,-1 1 1 0 0,0 0 0 0 0,0 0-1 0 0,0-1 1 0 0,0 1 0 0 0,0 0 0 0 0,0 0-1 0 0,0 0 1 0 0,1 2 0 0 0,6 9 481 0 0,0 1 1 0 0,-1-1 0 0 0,0 2-1 0 0,-1-1 1 0 0,0 0 0 0 0,4 19-1 0 0,18 89 373 0 0,-21-87-741 0 0,64 374-833 0 0,-57-319-3593 0 0,-13-66-2223 0 0</inkml:trace>
</inkml:ink>
</file>

<file path=ppt/ink/ink3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4:37.604"/>
    </inkml:context>
    <inkml:brush xml:id="br0">
      <inkml:brushProperty name="width" value="0.1" units="cm"/>
      <inkml:brushProperty name="height" value="0.1" units="cm"/>
      <inkml:brushProperty name="color" value="#FF0066"/>
    </inkml:brush>
  </inkml:definitions>
  <inkml:trace contextRef="#ctx0" brushRef="#br0">6 107 8754 0 0,'-4'-5'776'0'0,"3"1"-616"0"0,2 1-160 0 0,2 3 0 0 0,1-2 640 0 0,2 1 96 0 0,2-3 17 0 0,4-3 7 0 0,6-1-312 0 0,5 0-56 0 0,4-2-8 0 0,2-1-8 0 0,0 3-656 0 0,2-2-128 0 0,2 4-24 0 0,3-3-8 0 0,2 3 328 0 0,-3 1 112 0 0</inkml:trace>
</inkml:ink>
</file>

<file path=ppt/ink/ink3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4:38.100"/>
    </inkml:context>
    <inkml:brush xml:id="br0">
      <inkml:brushProperty name="width" value="0.1" units="cm"/>
      <inkml:brushProperty name="height" value="0.1" units="cm"/>
      <inkml:brushProperty name="color" value="#FF0066"/>
    </inkml:brush>
  </inkml:definitions>
  <inkml:trace contextRef="#ctx0" brushRef="#br0">186 45 6449 0 0,'-2'-2'224'0'0,"1"0"0"0"0,0 0 0 0 0,0 0 0 0 0,0 0 0 0 0,-1 0 0 0 0,1 1 0 0 0,-1-1 0 0 0,0 1 0 0 0,1-1 0 0 0,-1 1 0 0 0,0 0 0 0 0,0-1 0 0 0,0 1 0 0 0,0 0 0 0 0,0 0-1 0 0,0 0 1 0 0,0 1 0 0 0,0-1 0 0 0,0 0 0 0 0,-1 1 0 0 0,1 0 0 0 0,0-1 0 0 0,0 1 0 0 0,0 0 0 0 0,-1 0 0 0 0,1 0 0 0 0,0 0 0 0 0,0 1 0 0 0,-1-1 0 0 0,1 0 0 0 0,0 1 0 0 0,0 0-1 0 0,0-1 1 0 0,0 1 0 0 0,0 0 0 0 0,0 0 0 0 0,-4 3 0 0 0,-2 0-16 0 0,1 0 0 0 0,0 1 0 0 0,0 0 0 0 0,0 0 0 0 0,1 0 0 0 0,0 1 0 0 0,0 0 0 0 0,0 0 0 0 0,0 1 0 0 0,1 0 0 0 0,0 0 1 0 0,1 0-1 0 0,0 0 0 0 0,0 1 0 0 0,0-1 0 0 0,1 1 0 0 0,0 0 0 0 0,1 0 0 0 0,-1 1 0 0 0,2-1 0 0 0,-3 15 0 0 0,4-11-176 0 0,-1 1 1 0 0,2-1-1 0 0,-1 0 1 0 0,2 0-1 0 0,-1 0 1 0 0,2 0-1 0 0,0 0 1 0 0,0-1-1 0 0,1 1 1 0 0,0-1-1 0 0,1 0 1 0 0,1 0-1 0 0,-1 0 0 0 0,13 15 1 0 0,-9-13 8 0 0,2-1 1 0 0,-1 0-1 0 0,2-1 0 0 0,-1 0 0 0 0,2-1 1 0 0,-1-1-1 0 0,1 0 0 0 0,1 0 0 0 0,19 9 1 0 0,-28-16-80 0 0,-1 0 1 0 0,1 0 0 0 0,0 0-1 0 0,0-1 1 0 0,0 1-1 0 0,0-1 1 0 0,0 0 0 0 0,1-1-1 0 0,-1 1 1 0 0,0-1-1 0 0,0 0 1 0 0,0 0-1 0 0,1-1 1 0 0,-1 1 0 0 0,0-1-1 0 0,0-1 1 0 0,0 1-1 0 0,0 0 1 0 0,0-1 0 0 0,0 0-1 0 0,-1-1 1 0 0,1 1-1 0 0,0-1 1 0 0,-1 1 0 0 0,0-1-1 0 0,0-1 1 0 0,0 1-1 0 0,0-1 1 0 0,0 1 0 0 0,-1-1-1 0 0,6-8 1 0 0,-3 4 79 0 0,-2-1 1 0 0,1 1-1 0 0,-1-1 1 0 0,0 0-1 0 0,-1-1 1 0 0,0 1-1 0 0,0-1 1 0 0,-1 1-1 0 0,-1-1 1 0 0,1 0-1 0 0,-2 1 1 0 0,1-1 0 0 0,-1 0-1 0 0,-1 0 1 0 0,0 0-1 0 0,0 1 1 0 0,-1-1-1 0 0,0 0 1 0 0,0 1-1 0 0,-7-15 1 0 0,2 6 43 0 0,-1 0 1 0 0,0 1-1 0 0,-2 0 1 0 0,0 0-1 0 0,-1 1 1 0 0,0 0-1 0 0,-1 1 1 0 0,-1 1-1 0 0,-22-21 0 0 0,28 29-232 0 0,-1 0 0 0 0,0 0 0 0 0,0 1-1 0 0,0 0 1 0 0,-1 1 0 0 0,0 0 0 0 0,1 0-1 0 0,-1 0 1 0 0,-1 2 0 0 0,1-1 0 0 0,0 1-1 0 0,-1 0 1 0 0,1 1 0 0 0,-12-1 0 0 0,2 4-1005 0 0</inkml:trace>
</inkml:ink>
</file>

<file path=ppt/ink/ink3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4:38.352"/>
    </inkml:context>
    <inkml:brush xml:id="br0">
      <inkml:brushProperty name="width" value="0.1" units="cm"/>
      <inkml:brushProperty name="height" value="0.1" units="cm"/>
      <inkml:brushProperty name="color" value="#FF0066"/>
    </inkml:brush>
  </inkml:definitions>
  <inkml:trace contextRef="#ctx0" brushRef="#br0">0 1 9674 0 0,'4'0'192'0'0,"-1"-1"0"0"0,0 1-1 0 0,1 0 1 0 0,-1 1 0 0 0,0-1 0 0 0,1 0-1 0 0,-1 1 1 0 0,0 0 0 0 0,0 0 0 0 0,0 0-1 0 0,1 0 1 0 0,-1 0 0 0 0,0 0 0 0 0,0 1-1 0 0,0 0 1 0 0,-1 0 0 0 0,1-1 0 0 0,0 2-1 0 0,-1-1 1 0 0,1 0 0 0 0,-1 0 0 0 0,0 1-1 0 0,0-1 1 0 0,0 1 0 0 0,4 5 0 0 0,3 6 553 0 0,-1 1 1 0 0,1-1 0 0 0,9 29-1 0 0,0 4-62 0 0,-2 2 0 0 0,16 90 0 0 0,-15 24-3925 0 0,-17-148 1313 0 0</inkml:trace>
</inkml:ink>
</file>

<file path=ppt/ink/ink3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4:38.590"/>
    </inkml:context>
    <inkml:brush xml:id="br0">
      <inkml:brushProperty name="width" value="0.1" units="cm"/>
      <inkml:brushProperty name="height" value="0.1" units="cm"/>
      <inkml:brushProperty name="color" value="#FF0066"/>
    </inkml:brush>
  </inkml:definitions>
  <inkml:trace contextRef="#ctx0" brushRef="#br0">0 3 6449 0 0,'23'-2'795'0'0,"0"1"1"0"0,0 2-1 0 0,28 2 0 0 0,-42-2-266 0 0,0 1-1 0 0,0 0 1 0 0,0 0 0 0 0,0 1 0 0 0,0 0 0 0 0,0 0 0 0 0,-1 1 0 0 0,1 0 0 0 0,-1 1-1 0 0,12 8 1 0 0,-18-12-342 0 0,0 1-1 0 0,0 0 0 0 0,0 0 0 0 0,-1 0 0 0 0,1 0 1 0 0,-1 1-1 0 0,1-1 0 0 0,-1 0 0 0 0,0 1 0 0 0,0-1 1 0 0,0 0-1 0 0,0 1 0 0 0,0 0 0 0 0,0-1 0 0 0,-1 1 1 0 0,1 4-1 0 0,-1-2-11 0 0,0 1 0 0 0,0-1-1 0 0,-1 1 1 0 0,0-1 0 0 0,0 0 0 0 0,0 1 0 0 0,-4 8 0 0 0,-3 5 53 0 0,-1-1 1 0 0,0 0-1 0 0,-17 22 0 0 0,22-34-102 0 0,-5 6-296 0 0,1-1 0 0 0,-2 0 0 0 0,0 0-1 0 0,-18 15 1 0 0,-23 12-4704 0 0,37-29-866 0 0</inkml:trace>
</inkml:ink>
</file>

<file path=ppt/ink/ink3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4:38.829"/>
    </inkml:context>
    <inkml:brush xml:id="br0">
      <inkml:brushProperty name="width" value="0.1" units="cm"/>
      <inkml:brushProperty name="height" value="0.1" units="cm"/>
      <inkml:brushProperty name="color" value="#FF0066"/>
    </inkml:brush>
  </inkml:definitions>
  <inkml:trace contextRef="#ctx0" brushRef="#br0">1 1 7834 0 0,'2'0'177'0'0,"0"0"0"0"0,0 0 1 0 0,0 0-1 0 0,0 0 0 0 0,1 0 1 0 0,-1 1-1 0 0,0-1 0 0 0,0 1 1 0 0,0 0-1 0 0,0-1 0 0 0,0 1 1 0 0,0 0-1 0 0,0 0 0 0 0,0 0 1 0 0,0 0-1 0 0,-1 1 0 0 0,1-1 1 0 0,0 1-1 0 0,-1-1 0 0 0,1 1 1 0 0,-1-1-1 0 0,1 1 0 0 0,-1 0 1 0 0,0-1-1 0 0,0 1 0 0 0,0 0 1 0 0,0 0-1 0 0,0 0 1 0 0,1 2-1 0 0,3 6 489 0 0,-1-1 1 0 0,0 1-1 0 0,-1 0 1 0 0,4 16-1 0 0,0 30 600 0 0,-2 1 1 0 0,-3 0-1 0 0,-5 63 0 0 0,0-8-956 0 0,8 61-3635 0 0,-2-136-3456 0 0</inkml:trace>
</inkml:ink>
</file>

<file path=ppt/ink/ink3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4:39.020"/>
    </inkml:context>
    <inkml:brush xml:id="br0">
      <inkml:brushProperty name="width" value="0.1" units="cm"/>
      <inkml:brushProperty name="height" value="0.1" units="cm"/>
      <inkml:brushProperty name="color" value="#FF0066"/>
    </inkml:brush>
  </inkml:definitions>
  <inkml:trace contextRef="#ctx0" brushRef="#br0">3 34 5529 0 0,'0'0'76'0'0,"0"0"0"0"0,0 0-1 0 0,0 0 1 0 0,-1 0 0 0 0,1 0-1 0 0,0-1 1 0 0,0 1 0 0 0,0 0-1 0 0,-1 0 1 0 0,1 0 0 0 0,0-1 0 0 0,0 1-1 0 0,0 0 1 0 0,0 0 0 0 0,0-1-1 0 0,-1 1 1 0 0,1 0 0 0 0,0 0-1 0 0,0-1 1 0 0,0 1 0 0 0,0 0 0 0 0,0 0-1 0 0,0-1 1 0 0,0 1 0 0 0,0 0-1 0 0,0-1 1 0 0,0 1 0 0 0,0 0 0 0 0,0 0-1 0 0,0-1 1 0 0,0 1 0 0 0,0 0-1 0 0,1 0 1 0 0,-1-1 0 0 0,0 1-1 0 0,0 0 1 0 0,0 0 0 0 0,0-1 0 0 0,0 1-1 0 0,0 0 1 0 0,1-1 0 0 0,13-4 2218 0 0,17 4 219 0 0,12 4-1415 0 0,-30-3-1602 0 0,1-1-1 0 0,0 0 0 0 0,0 0 1 0 0,-1-2-1 0 0,16-4 0 0 0,-6-1 481 0 0</inkml:trace>
</inkml:ink>
</file>

<file path=ppt/ink/ink3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4:39.195"/>
    </inkml:context>
    <inkml:brush xml:id="br0">
      <inkml:brushProperty name="width" value="0.1" units="cm"/>
      <inkml:brushProperty name="height" value="0.1" units="cm"/>
      <inkml:brushProperty name="color" value="#FF0066"/>
    </inkml:brush>
  </inkml:definitions>
  <inkml:trace contextRef="#ctx0" brushRef="#br0">1 0 9218 0 0,'0'12'1023'0'0,"2"0"0"0"0,0 0 0 0 0,4 12 0 0 0,1 12 1036 0 0,-1 4-4 0 0,11 73 865 0 0,3-1-3951 0 0,-18-100-14 0 0</inkml:trace>
</inkml:ink>
</file>

<file path=ppt/ink/ink3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4:39.371"/>
    </inkml:context>
    <inkml:brush xml:id="br0">
      <inkml:brushProperty name="width" value="0.1" units="cm"/>
      <inkml:brushProperty name="height" value="0.1" units="cm"/>
      <inkml:brushProperty name="color" value="#FF0066"/>
    </inkml:brush>
  </inkml:definitions>
  <inkml:trace contextRef="#ctx0" brushRef="#br0">56 89 920 0 0,'0'-1'-52'0'0,"-12"-36"443"0"0,10 32 718 0 0,0 1 0 0 0,0-1 0 0 0,0 1 0 0 0,0 0 0 0 0,-1 0 0 0 0,1-1 0 0 0,-1 2 0 0 0,0-1 0 0 0,0 0 0 0 0,-6-4 0 0 0,9 7-1061 0 0,-1 1 0 0 0,1 0 0 0 0,-1 0 0 0 0,1 0 0 0 0,0 1 0 0 0,-1-1 0 0 0,1 0 0 0 0,0 0 0 0 0,-1 0 0 0 0,1 0 1 0 0,0 0-1 0 0,-1 0 0 0 0,1 0 0 0 0,0 1 0 0 0,-1-1 0 0 0,1 0 0 0 0,0 0 0 0 0,-1 0 0 0 0,1 1 0 0 0,0-1 1 0 0,0 0-1 0 0,-1 0 0 0 0,1 1 0 0 0,0-1 0 0 0,0 0 0 0 0,-1 1 0 0 0,1-1 0 0 0,0 0 0 0 0,0 1 0 0 0,0-1 1 0 0,0 0-1 0 0,0 1 0 0 0,0-1 0 0 0,-1 0 0 0 0,1 1 0 0 0,0-1 0 0 0,0 1 0 0 0,0-1 0 0 0,0 0 0 0 0,0 1 0 0 0,0-1 1 0 0,0 0-1 0 0,0 1 0 0 0,1-1 0 0 0,-1 1 0 0 0,0-1 0 0 0,-2 25-148 0 0,2-23 156 0 0,0 32-2745 0 0,9 66 0 0 0,-5-72 2571 0 0</inkml:trace>
</inkml:ink>
</file>

<file path=ppt/ink/ink3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4:40.083"/>
    </inkml:context>
    <inkml:brush xml:id="br0">
      <inkml:brushProperty name="width" value="0.1" units="cm"/>
      <inkml:brushProperty name="height" value="0.1" units="cm"/>
      <inkml:brushProperty name="color" value="#FF0066"/>
    </inkml:brush>
  </inkml:definitions>
  <inkml:trace contextRef="#ctx0" brushRef="#br0">275 76 2304 0 0,'-1'-3'484'0'0,"-1"-1"0"0"0,-1 1-1 0 0,1 0 1 0 0,0-1 0 0 0,-1 1-1 0 0,1 0 1 0 0,-1 1 0 0 0,0-1-1 0 0,0 0 1 0 0,-5-3 0 0 0,-35-21 5159 0 0,41 25-5318 0 0,-1 1-1 0 0,0 0 1 0 0,0-1-1 0 0,0 1 1 0 0,0 0-1 0 0,0 0 1 0 0,0 0-1 0 0,-1 1 1 0 0,1-1-1 0 0,0 1 1 0 0,0 0-1 0 0,0 0 0 0 0,-1 0 1 0 0,1 0-1 0 0,0 1 1 0 0,0-1-1 0 0,0 1 1 0 0,-6 1-1 0 0,4 0-115 0 0,0 1 0 0 0,0 0 0 0 0,0 0-1 0 0,1 0 1 0 0,-1 0 0 0 0,1 1 0 0 0,0-1-1 0 0,0 1 1 0 0,0 0 0 0 0,-3 5 0 0 0,-5 7-89 0 0,1 1 1 0 0,1 0-1 0 0,0 1 1 0 0,2 0-1 0 0,-8 19 1 0 0,13-27-143 0 0,0-1 1 0 0,0 1 0 0 0,1-1-1 0 0,0 1 1 0 0,0 0 0 0 0,1 0-1 0 0,1 0 1 0 0,0 0 0 0 0,1 10-1 0 0,-1-17-96 0 0,1 0-1 0 0,-1 1 1 0 0,1-1-1 0 0,0 0 1 0 0,0 0-1 0 0,0 0 1 0 0,0 0-1 0 0,1 0 1 0 0,-1 0-1 0 0,1 0 0 0 0,0-1 1 0 0,0 1-1 0 0,0-1 1 0 0,0 1-1 0 0,0-1 1 0 0,1 0-1 0 0,-1 1 1 0 0,1-1-1 0 0,-1 0 1 0 0,1-1-1 0 0,0 1 1 0 0,-1 0-1 0 0,1-1 1 0 0,0 0-1 0 0,0 1 1 0 0,0-1-1 0 0,1 0 1 0 0,-1-1-1 0 0,0 1 1 0 0,0-1-1 0 0,5 1 1 0 0,0 0-413 0 0,1-1 1 0 0,0 0-1 0 0,0 0 1 0 0,0-1-1 0 0,0 0 1 0 0,-1-1-1 0 0,1 0 1 0 0,-1 0-1 0 0,1-1 1 0 0,-1 0-1 0 0,0 0 1 0 0,0-1-1 0 0,0 0 1 0 0,0-1-1 0 0,-1 0 1 0 0,1 0-1 0 0,-1 0 1 0 0,-1-1-1 0 0,13-13 1 0 0,-9 8-95 0 0,0-1 1 0 0,-1 0-1 0 0,-1-1 1 0 0,11-19-1 0 0,-11 14 883 0 0,0-1 0 0 0,10-35 0 0 0,-15 43 279 0 0,-1 7-19 0 0,-1 1 1 0 0,0-1 0 0 0,0 0-1 0 0,0 0 1 0 0,0 0-1 0 0,-1 0 1 0 0,1 0-1 0 0,-1 0 1 0 0,0-1 0 0 0,-2-7-1 0 0,2 12-414 0 0,-1-1 0 0 0,1 1 0 0 0,0 0 0 0 0,-1-1 0 0 0,1 1 0 0 0,-1-1 0 0 0,1 1 0 0 0,-1 0 0 0 0,1 0 0 0 0,-1-1 0 0 0,0 1 0 0 0,1 0 0 0 0,-1 0 0 0 0,1 0 0 0 0,-1-1 0 0 0,0 1 0 0 0,1 0 0 0 0,-1 0 0 0 0,1 0 0 0 0,-1 0 0 0 0,0 0 0 0 0,1 0 0 0 0,-1 0 0 0 0,1 0 0 0 0,-1 1-1 0 0,0-1 1 0 0,1 0 0 0 0,-1 0 0 0 0,1 0 0 0 0,-1 1 0 0 0,1-1 0 0 0,-1 0 0 0 0,0 0 0 0 0,1 1 0 0 0,-1-1 0 0 0,1 1 0 0 0,0-1 0 0 0,-1 0 0 0 0,1 1 0 0 0,-1-1 0 0 0,1 1 0 0 0,-22 18 1813 0 0,16-12-1877 0 0,1 1 1 0 0,1 0-1 0 0,-1 0 0 0 0,1 0 1 0 0,1 1-1 0 0,-1-1 0 0 0,2 1 1 0 0,-1 0-1 0 0,1 0 0 0 0,0 0 1 0 0,1 0-1 0 0,0 0 0 0 0,1 17 0 0 0,0-17-80 0 0,0 1 0 0 0,1-1-1 0 0,0 0 1 0 0,1 1 0 0 0,0-1 0 0 0,0 0-1 0 0,1 0 1 0 0,0 0 0 0 0,1 0-1 0 0,0-1 1 0 0,0 1 0 0 0,1-1-1 0 0,7 11 1 0 0,-10-17-58 0 0,0 1-1 0 0,1-1 0 0 0,-1 0 1 0 0,0 1-1 0 0,1-1 0 0 0,-1 0 1 0 0,1-1-1 0 0,-1 1 1 0 0,1 0-1 0 0,0-1 0 0 0,0 0 1 0 0,0 1-1 0 0,0-1 1 0 0,0 0-1 0 0,0 0 0 0 0,0-1 1 0 0,0 1-1 0 0,0-1 1 0 0,0 0-1 0 0,5 1 0 0 0,-3-2-104 0 0,-1 0 0 0 0,1 0 0 0 0,0-1-1 0 0,-1 1 1 0 0,1-1 0 0 0,-1 0 0 0 0,0 0-1 0 0,1 0 1 0 0,-1-1 0 0 0,0 0 0 0 0,0 1-1 0 0,4-5 1 0 0,3-4-167 0 0,0-1 0 0 0,0 0 0 0 0,-1 0 1 0 0,-1-1-1 0 0,0 0 0 0 0,-1-1 0 0 0,8-16 0 0 0,5-17 1763 0 0,28-94 0 0 0,-49 140-1313 0 0,0 1-1 0 0,0 0 1 0 0,0-1 0 0 0,0 1 0 0 0,0-1 0 0 0,1 1 0 0 0,-1 0 0 0 0,0-1-1 0 0,0 1 1 0 0,0 0 0 0 0,0-1 0 0 0,0 1 0 0 0,1 0 0 0 0,-1-1-1 0 0,0 1 1 0 0,0 0 0 0 0,0-1 0 0 0,1 1 0 0 0,-1 0 0 0 0,0 0-1 0 0,1-1 1 0 0,-1 1 0 0 0,0 0 0 0 0,1 0 0 0 0,-1 0 0 0 0,0-1-1 0 0,1 1 1 0 0,-1 0 0 0 0,0 0 0 0 0,1 0 0 0 0,-1 0 0 0 0,0 0 0 0 0,1 0-1 0 0,-1 0 1 0 0,0 0 0 0 0,1 0 0 0 0,-1 0 0 0 0,1 0 0 0 0,-1 0-1 0 0,0 0 1 0 0,1 0 0 0 0,-1 0 0 0 0,0 0 0 0 0,1 0 0 0 0,-1 0-1 0 0,0 0 1 0 0,1 1 0 0 0,-1-1 0 0 0,0 0 0 0 0,1 0 0 0 0,-1 0 0 0 0,0 1-1 0 0,1-1 1 0 0,-1 0 0 0 0,0 0 0 0 0,0 1 0 0 0,1-1 0 0 0,-1 0-1 0 0,0 1 1 0 0,0-1 0 0 0,0 0 0 0 0,1 1 0 0 0,-1-1 0 0 0,4 4-865 0 0,-2-2 872 0 0,0 0-1 0 0,-1 0 1 0 0,1 1 0 0 0,-1-1 0 0 0,0 1-1 0 0,1 0 1 0 0,-1-1 0 0 0,0 1 0 0 0,0 0-1 0 0,-1-1 1 0 0,1 1 0 0 0,-1 0 0 0 0,1 5-1 0 0,4 13 125 0 0,-4-18-182 0 0,1-1 0 0 0,-1 0-1 0 0,1 0 1 0 0,-1 1 0 0 0,1-1-1 0 0,0 0 1 0 0,0-1 0 0 0,0 1-1 0 0,3 2 1 0 0,9 2-1542 0 0</inkml:trace>
</inkml:ink>
</file>

<file path=ppt/ink/ink3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4:40.686"/>
    </inkml:context>
    <inkml:brush xml:id="br0">
      <inkml:brushProperty name="width" value="0.1" units="cm"/>
      <inkml:brushProperty name="height" value="0.1" units="cm"/>
      <inkml:brushProperty name="color" value="#FF0066"/>
    </inkml:brush>
  </inkml:definitions>
  <inkml:trace contextRef="#ctx0" brushRef="#br0">201 33 8754 0 0,'-3'-3'411'0'0,"0"1"0"0"0,-1-1 1 0 0,1 1-1 0 0,0 0 0 0 0,-1 0 1 0 0,1 0-1 0 0,-1 1 0 0 0,0-1 1 0 0,0 1-1 0 0,0 0 0 0 0,-5-1 0 0 0,-2-1 584 0 0,8 2-796 0 0,-1-1 0 0 0,0 1-1 0 0,1 0 1 0 0,-1 1 0 0 0,0-1-1 0 0,0 1 1 0 0,1-1 0 0 0,-1 1-1 0 0,0 0 1 0 0,0 1-1 0 0,0-1 1 0 0,1 0 0 0 0,-1 1-1 0 0,0 0 1 0 0,1 0 0 0 0,-1 0-1 0 0,0 1 1 0 0,1-1 0 0 0,0 1-1 0 0,-1 0 1 0 0,1 0-1 0 0,-6 4 1 0 0,4-1-54 0 0,1 0-1 0 0,0 0 1 0 0,0 0 0 0 0,0 0-1 0 0,1 1 1 0 0,0 0 0 0 0,0-1-1 0 0,0 1 1 0 0,0 0 0 0 0,1 0-1 0 0,0 1 1 0 0,-2 10 0 0 0,1-3-95 0 0,1-1-1 0 0,0 0 1 0 0,1 0-1 0 0,1 1 1 0 0,0-1 0 0 0,0 1-1 0 0,1-1 1 0 0,5 21 0 0 0,-4-28-89 0 0,0 1 0 0 0,1 0-1 0 0,-1-1 1 0 0,1 0 0 0 0,1 0 0 0 0,-1 0 0 0 0,1 0 0 0 0,0 0 0 0 0,0-1 0 0 0,1 0 0 0 0,0 0 0 0 0,0 0-1 0 0,0 0 1 0 0,0-1 0 0 0,1 0 0 0 0,-1 0 0 0 0,1 0 0 0 0,9 4 0 0 0,-3-3-269 0 0,0-1 0 0 0,-1 0-1 0 0,2 0 1 0 0,22 3 0 0 0,23-1-5039 0 0,-11-5-665 0 0</inkml:trace>
</inkml:ink>
</file>

<file path=ppt/ink/ink3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4:41.067"/>
    </inkml:context>
    <inkml:brush xml:id="br0">
      <inkml:brushProperty name="width" value="0.1" units="cm"/>
      <inkml:brushProperty name="height" value="0.1" units="cm"/>
      <inkml:brushProperty name="color" value="#FF0066"/>
    </inkml:brush>
  </inkml:definitions>
  <inkml:trace contextRef="#ctx0" brushRef="#br0">73 39 5529 0 0,'-22'-15'471'0'0,"17"11"735"0"0,0 1 0 0 0,0-1 0 0 0,0 1 0 0 0,-1 0 0 0 0,-8-4 0 0 0,13 7-1108 0 0,1 0 0 0 0,0 0 1 0 0,-6 3 2452 0 0,6-3-2453 0 0,0 1 0 0 0,0-1 0 0 0,-1 0 0 0 0,1 0 0 0 0,0 1 0 0 0,0-1 0 0 0,0 0 1 0 0,-2 17 1481 0 0,4 17-613 0 0,-2-31-658 0 0,9 67 1423 0 0,30 119 0 0 0,-17-113-1680 0 0,4-2 1 0 0,70 142-1 0 0,-80-184-583 0 0</inkml:trace>
</inkml:ink>
</file>

<file path=ppt/ink/ink3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4:41.594"/>
    </inkml:context>
    <inkml:brush xml:id="br0">
      <inkml:brushProperty name="width" value="0.1" units="cm"/>
      <inkml:brushProperty name="height" value="0.1" units="cm"/>
      <inkml:brushProperty name="color" value="#FF0066"/>
    </inkml:brush>
  </inkml:definitions>
  <inkml:trace contextRef="#ctx0" brushRef="#br0">26 23 6449 0 0,'-26'-22'10289'0'0,"31"29"-9504"0"0,-1 1-1 0 0,-1 0 0 0 0,1 1 0 0 0,1 8 1 0 0,14 69 541 0 0,-14-56-853 0 0,19 85 172 0 0,7 39-2979 0 0,-27-133-5153 0 0</inkml:trace>
</inkml:ink>
</file>

<file path=ppt/ink/ink3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4:41.796"/>
    </inkml:context>
    <inkml:brush xml:id="br0">
      <inkml:brushProperty name="width" value="0.1" units="cm"/>
      <inkml:brushProperty name="height" value="0.1" units="cm"/>
      <inkml:brushProperty name="color" value="#FF0066"/>
    </inkml:brush>
  </inkml:definitions>
  <inkml:trace contextRef="#ctx0" brushRef="#br0">1 20 6913 0 0,'0'-1'56'0'0,"0"0"0"0"0,0 0 0 0 0,1 0 0 0 0,-1 0-1 0 0,0 0 1 0 0,1 0 0 0 0,-1 0 0 0 0,1 0 0 0 0,-1 0-1 0 0,1 0 1 0 0,0 0 0 0 0,-1 0 0 0 0,1 1 0 0 0,0-1-1 0 0,0 0 1 0 0,-1 0 0 0 0,1 1 0 0 0,0-1-1 0 0,0 0 1 0 0,0 1 0 0 0,0-1 0 0 0,1 0 0 0 0,-1 1 135 0 0,0 0 0 0 0,0 0 1 0 0,-1 1-1 0 0,1-1 1 0 0,0 0-1 0 0,0 0 0 0 0,0 1 1 0 0,0-1-1 0 0,-1 0 1 0 0,1 1-1 0 0,0-1 0 0 0,0 1 1 0 0,-1-1-1 0 0,1 1 1 0 0,0-1-1 0 0,-1 1 0 0 0,1-1 1 0 0,-1 1-1 0 0,1 0 1 0 0,-1-1-1 0 0,2 2 0 0 0,13 27 4382 0 0,-11-11-4284 0 0,-4-1 115 0 0,0 0 0 0 0,-2 0-1 0 0,0 0 1 0 0,-4 18 0 0 0,-5 31-1560 0 0,11-49-28 0 0</inkml:trace>
</inkml:ink>
</file>

<file path=ppt/ink/ink3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4:41.971"/>
    </inkml:context>
    <inkml:brush xml:id="br0">
      <inkml:brushProperty name="width" value="0.1" units="cm"/>
      <inkml:brushProperty name="height" value="0.1" units="cm"/>
      <inkml:brushProperty name="color" value="#FF0066"/>
    </inkml:brush>
  </inkml:definitions>
  <inkml:trace contextRef="#ctx0" brushRef="#br0">17 6 4145 0 0,'-16'-5'2867'0'0,"18"13"-1663"0"0,-1-7-933 0 0,8 18 165 0 0,-4-11-469 0 0,0 0 0 0 0,1-1 0 0 0,0 1 1 0 0,11 9-1 0 0,10 13-92 0 0,-15-12 125 0 0</inkml:trace>
</inkml:ink>
</file>

<file path=ppt/ink/ink3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4:42.303"/>
    </inkml:context>
    <inkml:brush xml:id="br0">
      <inkml:brushProperty name="width" value="0.1" units="cm"/>
      <inkml:brushProperty name="height" value="0.1" units="cm"/>
      <inkml:brushProperty name="color" value="#FF0066"/>
    </inkml:brush>
  </inkml:definitions>
  <inkml:trace contextRef="#ctx0" brushRef="#br0">0 0 5065 0 0,'1'1'144'0'0,"0"-1"0"0"0,0 1 0 0 0,0-1-1 0 0,0 1 1 0 0,-1-1 0 0 0,1 1 0 0 0,0 0 0 0 0,-1 0 0 0 0,1-1 0 0 0,0 1-1 0 0,-1 0 1 0 0,1 0 0 0 0,-1 0 0 0 0,1 0 0 0 0,-1 0 0 0 0,0 0-1 0 0,1-1 1 0 0,-1 1 0 0 0,0 0 0 0 0,0 0 0 0 0,1 0 0 0 0,-1 0-1 0 0,0 0 1 0 0,0 0 0 0 0,0 0 0 0 0,0 0 0 0 0,-1 2 0 0 0,2 37 2032 0 0,-1-32-1724 0 0,-2 41 1503 0 0,0-32-1471 0 0,1 0-1 0 0,1 0 1 0 0,1-1 0 0 0,0 1 0 0 0,6 25-1 0 0,-7-41-461 0 0,0-1-1 0 0,0 0 1 0 0,0 1-1 0 0,0-1 1 0 0,0 1-1 0 0,0-1 1 0 0,1 0-1 0 0,-1 1 1 0 0,0-1-1 0 0,0 0 1 0 0,0 1-1 0 0,0-1 1 0 0,1 0-1 0 0,-1 1 1 0 0,0-1-1 0 0,0 0 1 0 0,1 0-1 0 0,-1 1 1 0 0,0-1-1 0 0,0 0 1 0 0,1 0-1 0 0,-1 1 1 0 0,0-1-1 0 0,1 0 0 0 0,-1 0 1 0 0,0 0-1 0 0,1 0 1 0 0,-1 1-1 0 0,0-1 1 0 0,1 0-1 0 0,-1 0 1 0 0,0 0-1 0 0,1 0 1 0 0,-1 0-1 0 0,1 0 1 0 0,12-10 512 0 0,8-24 78 0 0,-19 31-554 0 0,6-12 195 0 0,1-2-35 0 0,1 0 0 0 0,14-19 1 0 0,-22 32-161 0 0,1 1 0 0 0,0 0 0 0 0,0 0 1 0 0,0 0-1 0 0,0 0 0 0 0,0 0 0 0 0,0 1 1 0 0,1-1-1 0 0,-1 1 0 0 0,1 0 0 0 0,0 0 1 0 0,0 0-1 0 0,0 1 0 0 0,-1-1 0 0 0,2 1 0 0 0,4-1 1 0 0,-7 2-12 0 0,-1 0 1 0 0,1 0-1 0 0,-1 0 1 0 0,1 0-1 0 0,-1 1 1 0 0,0-1-1 0 0,1 1 0 0 0,-1-1 1 0 0,1 1-1 0 0,-1-1 1 0 0,0 1-1 0 0,0 0 1 0 0,1 0-1 0 0,-1 0 1 0 0,0 0-1 0 0,0 0 1 0 0,0 0-1 0 0,0 0 1 0 0,0 0-1 0 0,0 0 1 0 0,0 0-1 0 0,0 0 0 0 0,-1 1 1 0 0,1-1-1 0 0,0 0 1 0 0,-1 0-1 0 0,1 1 1 0 0,-1-1-1 0 0,1 1 1 0 0,-1 1-1 0 0,10 51 366 0 0,-9-43-334 0 0,2 7-406 0 0,-1-1 1 0 0,2 1 0 0 0,9 27-1 0 0,-5-25-788 0 0</inkml:trace>
</inkml:ink>
</file>

<file path=ppt/ink/ink3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4:42.573"/>
    </inkml:context>
    <inkml:brush xml:id="br0">
      <inkml:brushProperty name="width" value="0.1" units="cm"/>
      <inkml:brushProperty name="height" value="0.1" units="cm"/>
      <inkml:brushProperty name="color" value="#FF0066"/>
    </inkml:brush>
  </inkml:definitions>
  <inkml:trace contextRef="#ctx0" brushRef="#br0">23 40 7370 0 0,'-2'-8'340'0'0,"1"5"-112"0"0,0 0 1 0 0,1 0-1 0 0,-1 0 1 0 0,-1 0 0 0 0,1 1-1 0 0,0-1 1 0 0,-1 0-1 0 0,1 0 1 0 0,-3-2-1 0 0,3 6 52 0 0,1-1 0 0 0,-1 1 0 0 0,0 0 0 0 0,1 0 0 0 0,-1-1 0 0 0,1 1 0 0 0,0 0 0 0 0,-1 0 0 0 0,1 0 0 0 0,0 0 0 0 0,-1 0 0 0 0,1 0 0 0 0,0 0 0 0 0,0 0 0 0 0,0-1 1 0 0,0 1-1 0 0,0 0 0 0 0,0 0 0 0 0,0 0 0 0 0,0 0 0 0 0,0 0 0 0 0,1 2 0 0 0,3 26 734 0 0,2-1 1 0 0,0 1-1 0 0,3-1 1 0 0,0 0 0 0 0,16 32-1 0 0,9 30-639 0 0,-18-44-410 0 0,34 118-3188 0 0,-44-136-3934 0 0</inkml:trace>
</inkml:ink>
</file>

<file path=ppt/ink/ink3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4:42.869"/>
    </inkml:context>
    <inkml:brush xml:id="br0">
      <inkml:brushProperty name="width" value="0.1" units="cm"/>
      <inkml:brushProperty name="height" value="0.1" units="cm"/>
      <inkml:brushProperty name="color" value="#FF0066"/>
    </inkml:brush>
  </inkml:definitions>
  <inkml:trace contextRef="#ctx0" brushRef="#br0">404 22 5065 0 0,'0'-1'206'0'0,"0"0"1"0"0,-1 0-1 0 0,1 0 0 0 0,0 0 0 0 0,-1 0 0 0 0,1 0 1 0 0,-1 0-1 0 0,1 0 0 0 0,-1 0 0 0 0,1 0 0 0 0,-1 0 1 0 0,0 0-1 0 0,1 1 0 0 0,-1-1 0 0 0,0 0 1 0 0,0 0-1 0 0,1 1 0 0 0,-1-1 0 0 0,0 0 0 0 0,0 1 1 0 0,0-1-1 0 0,0 1 0 0 0,0-1 0 0 0,0 1 1 0 0,0 0-1 0 0,0-1 0 0 0,0 1 0 0 0,0 0 0 0 0,0 0 1 0 0,0 0-1 0 0,-1-1 0 0 0,1 1 0 0 0,0 0 0 0 0,0 0 1 0 0,0 1-1 0 0,-1-1 0 0 0,-41 5 2653 0 0,18 2-2372 0 0,0 2 1 0 0,1 0-1 0 0,0 1 0 0 0,0 1 1 0 0,1 2-1 0 0,1 0 0 0 0,0 1 1 0 0,1 2-1 0 0,0 0 0 0 0,2 1 1 0 0,-30 32-1 0 0,45-44-440 0 0,1-1 1 0 0,0 0 0 0 0,0 1-1 0 0,0 0 1 0 0,0 0-1 0 0,1 0 1 0 0,0 0-1 0 0,0 0 1 0 0,0 0-1 0 0,1 1 1 0 0,0-1-1 0 0,0 0 1 0 0,-1 10-1 0 0,2-12-26 0 0,1 1 0 0 0,-1-1 0 0 0,1 0-1 0 0,-1 1 1 0 0,1-1 0 0 0,0 0-1 0 0,1 0 1 0 0,-1 0 0 0 0,0 0 0 0 0,1 0-1 0 0,0 0 1 0 0,-1 0 0 0 0,1 0 0 0 0,0 0-1 0 0,1-1 1 0 0,-1 1 0 0 0,0-1-1 0 0,1 0 1 0 0,-1 1 0 0 0,1-1 0 0 0,0 0-1 0 0,0-1 1 0 0,3 3 0 0 0,8 3-271 0 0,1-1 0 0 0,-1 0 0 0 0,1 0 0 0 0,1-2 0 0 0,-1 0 1 0 0,1 0-1 0 0,0-2 0 0 0,0 0 0 0 0,29 0 0 0 0,10-4-1847 0 0,84-14 0 0 0,-12 0 804 0 0,-110 15 1277 0 0,-3-1 16 0 0</inkml:trace>
</inkml:ink>
</file>

<file path=ppt/ink/ink3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4:43.177"/>
    </inkml:context>
    <inkml:brush xml:id="br0">
      <inkml:brushProperty name="width" value="0.1" units="cm"/>
      <inkml:brushProperty name="height" value="0.1" units="cm"/>
      <inkml:brushProperty name="color" value="#FF0066"/>
    </inkml:brush>
  </inkml:definitions>
  <inkml:trace contextRef="#ctx0" brushRef="#br0">185 4 5065 0 0,'-8'-1'859'0'0,"0"0"-1"0"0,1 0 0 0 0,-1 1 1 0 0,0 0-1 0 0,0 0 1 0 0,1 1-1 0 0,-1 0 1 0 0,0 0-1 0 0,-8 3 1 0 0,13-3-514 0 0,-2 0 51 0 0,0 0-1 0 0,0 0 1 0 0,0 0-1 0 0,0 1 1 0 0,0 0-1 0 0,0 0 1 0 0,0 0 0 0 0,1 1-1 0 0,-1 0 1 0 0,1 0-1 0 0,0 0 1 0 0,0 0 0 0 0,0 0-1 0 0,0 1 1 0 0,0 0-1 0 0,-4 7 1 0 0,5-7-309 0 0,1 1 1 0 0,0-1 0 0 0,0 0-1 0 0,1 1 1 0 0,0 0-1 0 0,0-1 1 0 0,0 1-1 0 0,0 0 1 0 0,0 0-1 0 0,1 0 1 0 0,0 0 0 0 0,0-1-1 0 0,1 1 1 0 0,-1 0-1 0 0,1 0 1 0 0,0 0-1 0 0,0-1 1 0 0,2 7-1 0 0,2 0-81 0 0,-1 1-1 0 0,1 0 0 0 0,1-1 1 0 0,0 0-1 0 0,1 0 0 0 0,0-1 1 0 0,0 0-1 0 0,1 0 0 0 0,14 13 1 0 0,7 2-50 0 0,55 39 1 0 0,-8-7-94 0 0,-74-56 128 0 0,0 1 1 0 0,0 0 0 0 0,0 0-1 0 0,0 0 1 0 0,0 0-1 0 0,0 0 1 0 0,0 0 0 0 0,-1 0-1 0 0,1 1 1 0 0,-1-1-1 0 0,1 0 1 0 0,-1 1 0 0 0,0 0-1 0 0,0-1 1 0 0,0 1-1 0 0,0 0 1 0 0,0 4 0 0 0,-1-5-2 0 0,-1 1 0 0 0,1-1 0 0 0,-1 0 0 0 0,1 0 0 0 0,-1 0 1 0 0,0 0-1 0 0,0 0 0 0 0,0 0 0 0 0,0 0 0 0 0,0 0 0 0 0,0 0 0 0 0,-1 0 1 0 0,1 0-1 0 0,-1-1 0 0 0,1 1 0 0 0,-1-1 0 0 0,0 1 0 0 0,0-1 1 0 0,1 0-1 0 0,-1 1 0 0 0,0-1 0 0 0,-3 1 0 0 0,-33 16-879 0 0,11-8-4326 0 0,0-1-1554 0 0</inkml:trace>
</inkml:ink>
</file>

<file path=ppt/ink/ink3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4:43.935"/>
    </inkml:context>
    <inkml:brush xml:id="br0">
      <inkml:brushProperty name="width" value="0.1" units="cm"/>
      <inkml:brushProperty name="height" value="0.1" units="cm"/>
      <inkml:brushProperty name="color" value="#FF0066"/>
    </inkml:brush>
  </inkml:definitions>
  <inkml:trace contextRef="#ctx0" brushRef="#br0">26 63 6449 0 0,'-21'-28'2252'0'0,"21"26"-1938"0"0,-1 1 0 0 0,0-1 1 0 0,1 1-1 0 0,-1-1 0 0 0,1 1 1 0 0,-1-1-1 0 0,1 1 0 0 0,0-1 1 0 0,-1 1-1 0 0,1-1 0 0 0,0 0 1 0 0,0 1-1 0 0,0-1 0 0 0,1 1 1 0 0,-1-1-1 0 0,0 0 0 0 0,0 1 1 0 0,1-1-1 0 0,0-1 0 0 0,7 31 3522 0 0,-6-13-3714 0 0,0 1 1 0 0,1-1-1 0 0,1 0 1 0 0,0 0-1 0 0,1-1 1 0 0,1 1-1 0 0,0-1 1 0 0,1 0 0 0 0,1-1-1 0 0,0 1 1 0 0,0-2-1 0 0,1 1 1 0 0,1-1-1 0 0,0 0 1 0 0,1-1-1 0 0,20 16 1 0 0,-30-26-113 0 0,1 0-1 0 0,0 0 1 0 0,-1 0 0 0 0,1 0 0 0 0,0-1 0 0 0,0 1 0 0 0,0 0-1 0 0,-1-1 1 0 0,1 0 0 0 0,0 1 0 0 0,0-1 0 0 0,0 0 0 0 0,0 0-1 0 0,0 0 1 0 0,0 0 0 0 0,0 0 0 0 0,0-1 0 0 0,3 0-1 0 0,-1 0-19 0 0,0-1-1 0 0,0 1 0 0 0,0-1 0 0 0,0-1 0 0 0,0 1 0 0 0,0 0 0 0 0,6-6 0 0 0,3-5-128 0 0,-1 0 0 0 0,0 0-1 0 0,11-17 1 0 0,-20 25 85 0 0,11-15 54 0 0,-2 0 1 0 0,-1-1 0 0 0,-1 0 0 0 0,12-34-1 0 0,-10 24 287 0 0,-12 30-256 0 0,0 0-1 0 0,1 0 0 0 0,-1 0 0 0 0,0 0 0 0 0,1 0 0 0 0,-1 0 0 0 0,1 0 0 0 0,-1 0 0 0 0,1 0 1 0 0,-1 1-1 0 0,1-1 0 0 0,-1 0 0 0 0,1 0 0 0 0,0 1 0 0 0,0-1 0 0 0,-1 0 0 0 0,1 1 1 0 0,0-1-1 0 0,0 0 0 0 0,0 1 0 0 0,0 0 0 0 0,-1-1 0 0 0,1 1 0 0 0,0-1 0 0 0,2 1 0 0 0,-2 0-1 0 0,0 0 0 0 0,0 1 0 0 0,0-1-1 0 0,0 1 1 0 0,0-1 0 0 0,0 1-1 0 0,1-1 1 0 0,-2 1 0 0 0,1 0 0 0 0,0-1-1 0 0,0 1 1 0 0,0 0 0 0 0,0 0-1 0 0,0 0 1 0 0,-1 0 0 0 0,1-1 0 0 0,1 3-1 0 0,3 5 47 0 0,0 1 1 0 0,-1-1-1 0 0,6 19 0 0 0,-4-11-49 0 0,1 7-381 0 0,0 0 0 0 0,2 0 0 0 0,1-1 1 0 0,1 0-1 0 0,0 0 0 0 0,20 26 0 0 0,-14-28-836 0 0</inkml:trace>
</inkml:ink>
</file>

<file path=ppt/ink/ink3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4:44.504"/>
    </inkml:context>
    <inkml:brush xml:id="br0">
      <inkml:brushProperty name="width" value="0.1" units="cm"/>
      <inkml:brushProperty name="height" value="0.1" units="cm"/>
      <inkml:brushProperty name="color" value="#FF0066"/>
    </inkml:brush>
  </inkml:definitions>
  <inkml:trace contextRef="#ctx0" brushRef="#br0">87 1 2761 0 0,'-19'24'2984'0'0,"6"-9"-1669"0"0,5-7-299 0 0,0 1 0 0 0,1 0 0 0 0,1 0 1 0 0,-1 0-1 0 0,-4 12 0 0 0,9-19-838 0 0,1 1 0 0 0,0 0 0 0 0,0-1 0 0 0,1 1 0 0 0,-1 0 0 0 0,1 0 0 0 0,-1 0 1 0 0,1 0-1 0 0,0-1 0 0 0,0 1 0 0 0,0 0 0 0 0,0 0 0 0 0,1 0 0 0 0,-1 0 0 0 0,1 0 0 0 0,0-1 0 0 0,-1 1 0 0 0,1 0 0 0 0,0-1 0 0 0,1 1 0 0 0,-1 0 0 0 0,1-1 0 0 0,-1 1 0 0 0,1-1 0 0 0,1 2 0 0 0,4 3-107 0 0,0 0-1 0 0,0-1 0 0 0,1 0 0 0 0,0 0 0 0 0,0-1 0 0 0,0 0 1 0 0,0 0-1 0 0,1-1 0 0 0,0 0 0 0 0,0 0 0 0 0,13 2 0 0 0,-10-1-59 0 0,1-1 0 0 0,-1 1-1 0 0,0 1 1 0 0,0 0-1 0 0,12 9 1 0 0,-23-14-11 0 0,0 0 0 0 0,0-1 1 0 0,1 1-1 0 0,-1 0 0 0 0,0 0 0 0 0,0 0 1 0 0,0 1-1 0 0,-1-1 0 0 0,1 0 0 0 0,0 0 1 0 0,0 0-1 0 0,-1 1 0 0 0,1-1 0 0 0,0 0 1 0 0,-1 1-1 0 0,0-1 0 0 0,1 1 0 0 0,-1-1 1 0 0,0 0-1 0 0,0 1 0 0 0,1-1 0 0 0,-1 1 1 0 0,0-1-1 0 0,-1 3 0 0 0,0-1 11 0 0,0 1 0 0 0,0-1 0 0 0,0 0 0 0 0,0 0 0 0 0,-1 0 0 0 0,0 0 0 0 0,1-1 0 0 0,-1 1-1 0 0,0 0 1 0 0,-4 3 0 0 0,-5 5 52 0 0,-1 0-1 0 0,0-1 1 0 0,-20 12-1 0 0,24-16-141 0 0,4-3-270 0 0,-1 1 0 0 0,1-1 0 0 0,-1 0 0 0 0,0-1 0 0 0,0 1-1 0 0,0-1 1 0 0,-1 0 0 0 0,1 0 0 0 0,-8 2 0 0 0,41-24-4307 0 0,-11 7 3825 0 0,161-117 1457 0 0,-154 109 381 0 0,-2 0-1 0 0,0-1 0 0 0,-1-1 1 0 0,-1-2-1 0 0,17-27 1 0 0,-35 48-698 0 0,0 0 1 0 0,0-1 0 0 0,0 1 0 0 0,-1-1 0 0 0,0 0 0 0 0,0 1 0 0 0,0-1 0 0 0,0 0 0 0 0,-1-8-1 0 0,0 12-247 0 0,1 0 0 0 0,-1-1 0 0 0,0 1-1 0 0,0 0 1 0 0,0 0 0 0 0,-1 0-1 0 0,1-1 1 0 0,0 1 0 0 0,0 0-1 0 0,-1 0 1 0 0,1 0 0 0 0,0 0 0 0 0,-1-1-1 0 0,0 1 1 0 0,1 0 0 0 0,-1 0-1 0 0,1 0 1 0 0,-1 0 0 0 0,0 0-1 0 0,0 0 1 0 0,0 1 0 0 0,1-1 0 0 0,-1 0-1 0 0,0 0 1 0 0,0 0 0 0 0,0 1-1 0 0,0-1 1 0 0,0 1 0 0 0,-1-1-1 0 0,1 1 1 0 0,0-1 0 0 0,0 1-1 0 0,0-1 1 0 0,0 1 0 0 0,0 0 0 0 0,-1 0-1 0 0,1 0 1 0 0,0 0 0 0 0,0 0-1 0 0,-1 0 1 0 0,1 0 0 0 0,-2 0-1 0 0,0 1-41 0 0,1 0-1 0 0,-1 0 0 0 0,1 1 1 0 0,-1-1-1 0 0,1 0 1 0 0,-1 1-1 0 0,1 0 0 0 0,0-1 1 0 0,0 1-1 0 0,0 0 0 0 0,0 0 1 0 0,0 0-1 0 0,0 1 0 0 0,1-1 1 0 0,-1 0-1 0 0,1 1 0 0 0,0-1 1 0 0,-1 1-1 0 0,0 3 0 0 0,-2 3 4 0 0,0 1 0 0 0,1-1-1 0 0,0 1 1 0 0,-2 11 0 0 0,4-15-9 0 0,1 1 0 0 0,-1-1 0 0 0,1 0 1 0 0,0 1-1 0 0,0-1 0 0 0,1 1 0 0 0,0-1 1 0 0,0 0-1 0 0,0 0 0 0 0,1 1 1 0 0,0-1-1 0 0,0 0 0 0 0,0 0 0 0 0,1-1 1 0 0,0 1-1 0 0,0 0 0 0 0,1-1 1 0 0,-1 0-1 0 0,1 0 0 0 0,1 0 0 0 0,-1 0 1 0 0,7 6-1 0 0,-2-5-229 0 0,0 0 1 0 0,0 0-1 0 0,0 0 1 0 0,1-1-1 0 0,0-1 1 0 0,0 0-1 0 0,0 0 1 0 0,0-1-1 0 0,0 0 1 0 0,1-1-1 0 0,-1 0 1 0 0,20 1-1 0 0,-6-3-7177 0 0</inkml:trace>
</inkml:ink>
</file>

<file path=ppt/ink/ink3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4:45.268"/>
    </inkml:context>
    <inkml:brush xml:id="br0">
      <inkml:brushProperty name="width" value="0.1" units="cm"/>
      <inkml:brushProperty name="height" value="0.1" units="cm"/>
      <inkml:brushProperty name="color" value="#FF0066"/>
    </inkml:brush>
  </inkml:definitions>
  <inkml:trace contextRef="#ctx0" brushRef="#br0">0 54 5529 0 0,'1'-6'1111'0'0,"0"1"0"0"0,0-1 0 0 0,0 1 0 0 0,1 0 0 0 0,3-8 0 0 0,-5 12-869 0 0,1 0 0 0 0,-1 0 1 0 0,1 0-1 0 0,-1 0 1 0 0,1 0-1 0 0,0 0 0 0 0,-1 0 1 0 0,1 1-1 0 0,0-1 1 0 0,0 0-1 0 0,-1 0 0 0 0,1 1 1 0 0,0-1-1 0 0,2-1 1 0 0,-3 2-120 0 0,1 0 0 0 0,-1 0 0 0 0,1 0 0 0 0,0 0 1 0 0,-1 0-1 0 0,1 0 0 0 0,-1 1 0 0 0,1-1 0 0 0,-1 0 0 0 0,1 0 1 0 0,-1 0-1 0 0,1 1 0 0 0,-1-1 0 0 0,1 0 0 0 0,-1 0 0 0 0,1 1 1 0 0,-1-1-1 0 0,1 0 0 0 0,-1 1 0 0 0,1-1 0 0 0,-1 1 0 0 0,0-1 1 0 0,1 1-1 0 0,-1-1 0 0 0,0 0 0 0 0,1 1 0 0 0,-1-1 1 0 0,0 1-1 0 0,0 0 0 0 0,1-1 0 0 0,-1 1 0 0 0,5 11 262 0 0,-1 0 0 0 0,0 0-1 0 0,0 1 1 0 0,-1-1 0 0 0,-1 1-1 0 0,1 14 1 0 0,4 19-253 0 0,18 48 10 0 0,71 172 0 0 0,-58-168 110 0 0,-31-79-181 0 0,0 0 1 0 0,-2 1-1 0 0,0-1 1 0 0,-1 1-1 0 0,-1 0 0 0 0,-1 0 1 0 0,-1 1-1 0 0,-2 21 1 0 0,2-22-423 0 0</inkml:trace>
</inkml:ink>
</file>

<file path=ppt/ink/ink3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4:45.490"/>
    </inkml:context>
    <inkml:brush xml:id="br0">
      <inkml:brushProperty name="width" value="0.1" units="cm"/>
      <inkml:brushProperty name="height" value="0.1" units="cm"/>
      <inkml:brushProperty name="color" value="#FF0066"/>
    </inkml:brush>
  </inkml:definitions>
  <inkml:trace contextRef="#ctx0" brushRef="#br0">0 10 11979 0 0,'1'-1'218'0'0,"0"0"0"0"0,0 0 1 0 0,0 1-1 0 0,0-1 1 0 0,0 0-1 0 0,0 1 1 0 0,0-1-1 0 0,0 0 1 0 0,0 1-1 0 0,1 0 1 0 0,-1-1-1 0 0,0 1 1 0 0,0 0-1 0 0,0-1 0 0 0,0 1 1 0 0,1 0-1 0 0,-1 0 1 0 0,0 0-1 0 0,0 0 1 0 0,1 0-1 0 0,-1 0 1 0 0,2 1-1 0 0,24 11-566 0 0,-12-4-352 0 0,-7-5 700 0 0</inkml:trace>
</inkml:ink>
</file>

<file path=ppt/ink/ink3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4:46.535"/>
    </inkml:context>
    <inkml:brush xml:id="br0">
      <inkml:brushProperty name="width" value="0.1" units="cm"/>
      <inkml:brushProperty name="height" value="0.1" units="cm"/>
      <inkml:brushProperty name="color" value="#FF0066"/>
    </inkml:brush>
  </inkml:definitions>
  <inkml:trace contextRef="#ctx0" brushRef="#br0">27 29 4609 0 0,'-24'10'1578'0'0,"21"-3"1065"0"0,17-2-300 0 0,6-4-1151 0 0,-1-1 0 0 0,1-1 0 0 0,-1-1-1 0 0,1 0 1 0 0,30-9 0 0 0,14-1 171 0 0,-23 7-1136 0 0,25-3-337 0 0,-25-3-7683 0 0</inkml:trace>
</inkml:ink>
</file>

<file path=ppt/ink/ink3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4:46.867"/>
    </inkml:context>
    <inkml:brush xml:id="br0">
      <inkml:brushProperty name="width" value="0.1" units="cm"/>
      <inkml:brushProperty name="height" value="0.1" units="cm"/>
      <inkml:brushProperty name="color" value="#FF0066"/>
    </inkml:brush>
  </inkml:definitions>
  <inkml:trace contextRef="#ctx0" brushRef="#br0">0 1 3225 0 0,'1'17'7620'0'0,"5"4"-4408"0"0,4 17-1662 0 0,-10-33-1406 0 0,2 22 717 0 0,1 0 0 0 0,13 54 0 0 0,-13-72-735 0 0,0 0 0 0 0,1 0 0 0 0,0 0 0 0 0,0 0 0 0 0,1-1-1 0 0,0 0 1 0 0,1 0 0 0 0,0 0 0 0 0,0 0 0 0 0,1-1 0 0 0,-1 0 0 0 0,11 7 0 0 0,7 4 371 0 0,-15-12-384 0 0,0 0 0 0 0,-1 1 1 0 0,0 0-1 0 0,0 0 0 0 0,-1 1 0 0 0,9 11 1 0 0,-15-17-101 0 0,1 1 0 0 0,-1 0-1 0 0,0-1 1 0 0,0 1 0 0 0,0 0 0 0 0,0 0 0 0 0,-1-1 0 0 0,1 1 0 0 0,-1 0 0 0 0,0 0 0 0 0,1 0 0 0 0,-1 0 0 0 0,0 0 0 0 0,-1 0 0 0 0,1-1 0 0 0,-1 1 0 0 0,1 0 0 0 0,-1 0 0 0 0,0 0 0 0 0,0-1 0 0 0,0 1 0 0 0,0 0 0 0 0,0-1 0 0 0,-1 1 0 0 0,1-1 0 0 0,-1 1 0 0 0,0-1 0 0 0,-2 3 0 0 0,-2 3 32 0 0,-1 0 0 0 0,0 0 1 0 0,-1-1-1 0 0,0 0 0 0 0,0 0 0 0 0,0-1 1 0 0,-18 11-1 0 0,13-11-926 0 0,0 0 0 0 0,-26 9 0 0 0,18-10-6136 0 0</inkml:trace>
</inkml:ink>
</file>

<file path=ppt/ink/ink3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4:47.265"/>
    </inkml:context>
    <inkml:brush xml:id="br0">
      <inkml:brushProperty name="width" value="0.1" units="cm"/>
      <inkml:brushProperty name="height" value="0.1" units="cm"/>
      <inkml:brushProperty name="color" value="#FF0066"/>
    </inkml:brush>
  </inkml:definitions>
  <inkml:trace contextRef="#ctx0" brushRef="#br0">1 18 8754 0 0,'1'-1'191'0'0,"-1"0"1"0"0,1 0-1 0 0,0-1 1 0 0,-1 1-1 0 0,1 0 0 0 0,0 0 1 0 0,0 0-1 0 0,0 0 1 0 0,0 0-1 0 0,0 1 0 0 0,0-1 1 0 0,0 0-1 0 0,0 0 1 0 0,0 1-1 0 0,1-1 0 0 0,-1 1 1 0 0,0-1-1 0 0,0 1 1 0 0,1-1-1 0 0,-1 1 0 0 0,0 0 1 0 0,1-1-1 0 0,-1 1 1 0 0,0 0-1 0 0,1 0 0 0 0,-1 0 1 0 0,0 0-1 0 0,1 0 1 0 0,-1 0-1 0 0,0 1 0 0 0,1-1 1 0 0,-1 0-1 0 0,0 1 1 0 0,0-1-1 0 0,1 1 1 0 0,-1-1-1 0 0,0 1 0 0 0,0 0 1 0 0,0-1-1 0 0,2 3 1 0 0,0-1 144 0 0,0 1 0 0 0,0 0 0 0 0,0 0 0 0 0,0 0 0 0 0,-1 0 0 0 0,0 0 0 0 0,0 1 1 0 0,1-1-1 0 0,-2 1 0 0 0,1-1 0 0 0,0 1 0 0 0,1 7 0 0 0,3 19 79 0 0,-2 1-1 0 0,1 53 1 0 0,-6-22-6663 0 0,1-39-621 0 0</inkml:trace>
</inkml:ink>
</file>

<file path=ppt/ink/ink3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4:47.454"/>
    </inkml:context>
    <inkml:brush xml:id="br0">
      <inkml:brushProperty name="width" value="0.1" units="cm"/>
      <inkml:brushProperty name="height" value="0.1" units="cm"/>
      <inkml:brushProperty name="color" value="#FF0066"/>
    </inkml:brush>
  </inkml:definitions>
  <inkml:trace contextRef="#ctx0" brushRef="#br0">21 1 7834 0 0,'-9'12'3224'0'0,"-1"15"-2897"0"0,10-22-525 0 0,-1 1 0 0 0,1-1 0 0 0,0 0 0 0 0,0 0 0 0 0,0 0 0 0 0,1 0 0 0 0,0 0 0 0 0,0 0 0 0 0,0 0 0 0 0,0 0 0 0 0,1 0 0 0 0,0 0 0 0 0,0-1 0 0 0,0 1 0 0 0,1-1 0 0 0,-1 1 1 0 0,1-1-1 0 0,0 0 0 0 0,6 6 0 0 0,7 8 198 0 0</inkml:trace>
</inkml:ink>
</file>

<file path=ppt/ink/ink3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4:47.804"/>
    </inkml:context>
    <inkml:brush xml:id="br0">
      <inkml:brushProperty name="width" value="0.1" units="cm"/>
      <inkml:brushProperty name="height" value="0.1" units="cm"/>
      <inkml:brushProperty name="color" value="#FF0066"/>
    </inkml:brush>
  </inkml:definitions>
  <inkml:trace contextRef="#ctx0" brushRef="#br0">208 22 3513 0 0,'1'0'86'0'0,"-1"0"0"0"0,0 0 0 0 0,0-1 0 0 0,0 1 0 0 0,0 0 1 0 0,1-1-1 0 0,-1 1 0 0 0,0 0 0 0 0,0-1 0 0 0,0 1 0 0 0,0 0 0 0 0,0-1 0 0 0,0 1 1 0 0,0 0-1 0 0,0-1 0 0 0,0 1 0 0 0,0 0 0 0 0,0-1 0 0 0,0 1 0 0 0,0 0 0 0 0,0-1 1 0 0,0 1-1 0 0,0 0 0 0 0,0-1 0 0 0,-1 1 0 0 0,1 0 0 0 0,0-1 0 0 0,0 1 0 0 0,0 0 1 0 0,0-1-1 0 0,-1 1 0 0 0,1 0 0 0 0,0 0 0 0 0,0-1 0 0 0,-1 1 0 0 0,1 0 0 0 0,0 0 1 0 0,0 0-1 0 0,-1-1 0 0 0,0 1 0 0 0,-20-7 3601 0 0,-25 5 1304 0 0,39 2-4749 0 0,1 1 0 0 0,-1 0 1 0 0,1 0-1 0 0,0 1 0 0 0,0-1 0 0 0,0 1 1 0 0,0 1-1 0 0,0-1 0 0 0,0 1 0 0 0,1 0 0 0 0,-1 0 1 0 0,1 1-1 0 0,0 0 0 0 0,0 0 0 0 0,0 0 1 0 0,0 0-1 0 0,-5 8 0 0 0,6-7-189 0 0,1-1 0 0 0,0 1-1 0 0,0 0 1 0 0,0 0 0 0 0,1 0 0 0 0,-1 1 0 0 0,1-1-1 0 0,1 0 1 0 0,-1 1 0 0 0,1-1 0 0 0,0 1 0 0 0,0 0-1 0 0,0-1 1 0 0,1 1 0 0 0,0 0 0 0 0,0 0 0 0 0,1-1-1 0 0,-1 1 1 0 0,1 0 0 0 0,1-1 0 0 0,-1 1 0 0 0,1-1-1 0 0,0 1 1 0 0,0-1 0 0 0,0 0 0 0 0,1 0 0 0 0,-1 0-1 0 0,1 0 1 0 0,7 8 0 0 0,-1-4-100 0 0,0 0 1 0 0,1-1-1 0 0,0 0 1 0 0,0 0-1 0 0,1-1 0 0 0,-1-1 1 0 0,1 0-1 0 0,1 0 1 0 0,-1-1-1 0 0,1-1 1 0 0,18 5-1 0 0,37 17-846 0 0,-67-26 888 0 0,1 0 0 0 0,-1 0 0 0 0,1 1 0 0 0,-1-1 0 0 0,0 0 0 0 0,1 0 0 0 0,-1 0 0 0 0,1 1 0 0 0,-1-1 0 0 0,0 0 0 0 0,1 1 0 0 0,-1-1 0 0 0,0 0 0 0 0,1 1 0 0 0,-1-1 0 0 0,0 0 0 0 0,1 1 0 0 0,-1-1 0 0 0,0 1 0 0 0,0-1 0 0 0,1 0 0 0 0,-1 1 0 0 0,0-1 0 0 0,0 1 0 0 0,0-1 0 0 0,0 1 0 0 0,0-1 0 0 0,0 1 0 0 0,0-1 0 0 0,0 1 0 0 0,0-1 0 0 0,0 0 0 0 0,0 1 0 0 0,0-1 0 0 0,0 1 0 0 0,0-1 0 0 0,0 1 0 0 0,0-1 0 0 0,0 1 0 0 0,-1-1 0 0 0,1 1 0 0 0,0-1 0 0 0,0 0 0 0 0,-1 1 0 0 0,1-1 0 0 0,0 1 0 0 0,0-1 0 0 0,-1 0 0 0 0,1 1 0 0 0,0-1 0 0 0,-1 0 0 0 0,1 1 0 0 0,-1-1 1 0 0,1 0-1 0 0,0 0 0 0 0,-1 1 0 0 0,-28 17 478 0 0,25-16-472 0 0,-25 13 249 0 0,-48 19-1 0 0,4-12-3418 0 0,49-18-3331 0 0</inkml:trace>
</inkml:ink>
</file>

<file path=ppt/ink/ink3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4:49.090"/>
    </inkml:context>
    <inkml:brush xml:id="br0">
      <inkml:brushProperty name="width" value="0.1" units="cm"/>
      <inkml:brushProperty name="height" value="0.1" units="cm"/>
      <inkml:brushProperty name="color" value="#FF0066"/>
    </inkml:brush>
  </inkml:definitions>
  <inkml:trace contextRef="#ctx0" brushRef="#br0">54 348 7834 0 0,'0'-1'418'0'0,"0"-1"1"0"0,0 1-1 0 0,1-1 0 0 0,-1 1 1 0 0,1-1-1 0 0,-1 1 1 0 0,1-1-1 0 0,-1 1 1 0 0,1-1-1 0 0,0 1 0 0 0,0 0 1 0 0,0-1-1 0 0,0 1 1 0 0,0 0-1 0 0,0 0 1 0 0,0-1-1 0 0,0 1 0 0 0,0 0 1 0 0,2-1-1 0 0,-3 2-301 0 0,1 0-1 0 0,0-1 1 0 0,-1 1-1 0 0,1 0 1 0 0,0-1-1 0 0,-1 1 1 0 0,1 0-1 0 0,0 0 1 0 0,-1-1-1 0 0,1 1 1 0 0,0 0-1 0 0,-1 0 1 0 0,1 0-1 0 0,0 0 1 0 0,0 0 0 0 0,-1 0-1 0 0,1 0 1 0 0,0 0-1 0 0,0 0 1 0 0,-1 1-1 0 0,1-1 1 0 0,0 0-1 0 0,-1 0 1 0 0,1 1-1 0 0,0-1 1 0 0,-1 0-1 0 0,1 1 1 0 0,0-1-1 0 0,-1 1 1 0 0,1-1-1 0 0,-1 1 1 0 0,1-1-1 0 0,-1 1 1 0 0,1-1-1 0 0,-1 1 1 0 0,1-1-1 0 0,-1 1 1 0 0,0 0-1 0 0,1-1 1 0 0,-1 1 0 0 0,0 0-1 0 0,1 0 1 0 0,-4-5-258 0 0,0-1 1 0 0,-1 1 0 0 0,1 0-1 0 0,-1 0 1 0 0,0 0 0 0 0,-1 0-1 0 0,1 1 1 0 0,0-1 0 0 0,-7-2 0 0 0,5 4 1414 0 0,6 2-1212 0 0,10 14 34 0 0,26 34 232 0 0,-39-79-48 0 0,0-7-212 0 0,-3 0 0 0 0,-1 0 0 0 0,-1 0 0 0 0,-3 1 0 0 0,-23-58 0 0 0,29 84-17 0 0,-4-10 209 0 0,6 24-144 0 0,2 15-68 0 0,1-1-48 0 0,2 0 0 0 0,0 1 0 0 0,1-1 0 0 0,1 0 0 0 0,9 26 0 0 0,41 83 0 0 0,-3-4 0 0 0,-31-52 0 0 0,-14-46 0 0 0,0-1 0 0 0,20 44 0 0 0,-11-122-21 0 0,-7 29-135 0 0,1 1 1 0 0,16-33-1 0 0,-20 49 175 0 0,0-1 0 0 0,1 1 0 0 0,0 0 0 0 0,1 0 0 0 0,-1 1 0 0 0,2 0 0 0 0,-1 0 0 0 0,16-12-1 0 0,-22 19-2 0 0,0 0-1 0 0,0 0 0 0 0,1 0 0 0 0,-1 0 0 0 0,0 0 0 0 0,1 0 0 0 0,-1 0 0 0 0,1 0 0 0 0,0 1 1 0 0,-1-1-1 0 0,1 0 0 0 0,-1 1 0 0 0,1 0 0 0 0,0-1 0 0 0,-1 1 0 0 0,1 0 0 0 0,0 0 0 0 0,0 0 1 0 0,-1 0-1 0 0,1 0 0 0 0,0 0 0 0 0,-1 0 0 0 0,1 1 0 0 0,0-1 0 0 0,-1 1 0 0 0,1-1 0 0 0,-1 1 1 0 0,1 0-1 0 0,0-1 0 0 0,-1 1 0 0 0,0 0 0 0 0,1 0 0 0 0,-1 0 0 0 0,1 0 0 0 0,-1 0 0 0 0,0 1 1 0 0,0-1-1 0 0,2 2 0 0 0,2 5 1 0 0,0 1 0 0 0,-1 0 0 0 0,0-1 1 0 0,0 1-1 0 0,4 17 0 0 0,2 6-273 0 0,9 2-617 0 0,-7-16 84 0 0</inkml:trace>
</inkml:ink>
</file>

<file path=ppt/ink/ink3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4:49.724"/>
    </inkml:context>
    <inkml:brush xml:id="br0">
      <inkml:brushProperty name="width" value="0.1" units="cm"/>
      <inkml:brushProperty name="height" value="0.1" units="cm"/>
      <inkml:brushProperty name="color" value="#FF0066"/>
    </inkml:brush>
  </inkml:definitions>
  <inkml:trace contextRef="#ctx0" brushRef="#br0">216 49 7834 0 0,'-5'-5'542'0'0,"0"1"-1"0"0,0-1 1 0 0,-1 1 0 0 0,1 0 0 0 0,-1 0 0 0 0,0 1 0 0 0,-1-1-1 0 0,1 1 1 0 0,0 1 0 0 0,-1-1 0 0 0,0 1 0 0 0,1 0 0 0 0,-1 1 0 0 0,-9-1-1 0 0,12 1-368 0 0,0 1 0 0 0,0 1-1 0 0,-1-1 1 0 0,1 0 0 0 0,0 1-1 0 0,0 0 1 0 0,0 0 0 0 0,0 0-1 0 0,0 1 1 0 0,0-1 0 0 0,1 1 0 0 0,-1 0-1 0 0,0 0 1 0 0,1 0 0 0 0,-1 1-1 0 0,1-1 1 0 0,0 1 0 0 0,0 0-1 0 0,0 0 1 0 0,0 0 0 0 0,0 0-1 0 0,1 0 1 0 0,-1 1 0 0 0,1-1-1 0 0,-2 5 1 0 0,0-1-135 0 0,1 0 1 0 0,0 0-1 0 0,0 1 1 0 0,1-1-1 0 0,-1 1 0 0 0,2 0 1 0 0,-1 0-1 0 0,1 0 0 0 0,0 0 1 0 0,1-1-1 0 0,0 1 0 0 0,0 0 1 0 0,1 0-1 0 0,0 0 1 0 0,0 0-1 0 0,1 0 0 0 0,0 0 1 0 0,0-1-1 0 0,1 1 0 0 0,0-1 1 0 0,0 1-1 0 0,1-1 1 0 0,0 0-1 0 0,0-1 0 0 0,7 9 1 0 0,-6-8-42 0 0,0-2 0 0 0,0 1 0 0 0,1-1 0 0 0,0 1 1 0 0,0-2-1 0 0,0 1 0 0 0,0-1 0 0 0,1 1 0 0 0,0-2 0 0 0,-1 1 1 0 0,2-1-1 0 0,-1 0 0 0 0,0-1 0 0 0,0 1 0 0 0,1-1 1 0 0,0-1-1 0 0,-1 0 0 0 0,1 0 0 0 0,0 0 0 0 0,-1-1 0 0 0,1 0 1 0 0,0 0-1 0 0,0-1 0 0 0,-1 0 0 0 0,1-1 0 0 0,7-2 1 0 0,-11 3 5 0 0,-1 0 1 0 0,0 0 0 0 0,0 0 0 0 0,1 0 0 0 0,-1-1 0 0 0,0 0 0 0 0,0 0 0 0 0,-1 1 0 0 0,1-2 0 0 0,0 1 0 0 0,-1 0 0 0 0,1 0 0 0 0,-1-1-1 0 0,0 1 1 0 0,1-1 0 0 0,-1 0 0 0 0,0 0 0 0 0,-1 0 0 0 0,1 0 0 0 0,-1 0 0 0 0,1 0 0 0 0,-1 0 0 0 0,0-1 0 0 0,0 1 0 0 0,0 0 0 0 0,-1-1-1 0 0,1 1 1 0 0,-1 0 0 0 0,0-1 0 0 0,1 1 0 0 0,-2-1 0 0 0,1 1 0 0 0,0-1 0 0 0,-2-6 0 0 0,0 3-15 0 0,0 0-1 0 0,0 0 1 0 0,-1 0 0 0 0,0 0 0 0 0,0 0-1 0 0,-1 0 1 0 0,1 1 0 0 0,-1 0 0 0 0,-1-1-1 0 0,1 1 1 0 0,-1 1 0 0 0,0-1 0 0 0,-1 1-1 0 0,1 0 1 0 0,-8-5 0 0 0,-9-2-1295 0 0,0 2-3493 0 0,-1 4-1744 0 0</inkml:trace>
</inkml:ink>
</file>

<file path=ppt/ink/ink3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4:50.025"/>
    </inkml:context>
    <inkml:brush xml:id="br0">
      <inkml:brushProperty name="width" value="0.1" units="cm"/>
      <inkml:brushProperty name="height" value="0.1" units="cm"/>
      <inkml:brushProperty name="color" value="#FF0066"/>
    </inkml:brush>
  </inkml:definitions>
  <inkml:trace contextRef="#ctx0" brushRef="#br0">41 20 6449 0 0,'3'-4'223'0'0,"-3"2"-101"0"0,1 0 0 0 0,1 0 0 0 0,-1 1 0 0 0,0-1 0 0 0,0 0 0 0 0,1 0 0 0 0,10-1 4964 0 0,-17 20-3398 0 0,-14 32 1468 0 0,12-33-2719 0 0,0 0 0 0 0,1 1 1 0 0,1 0-1 0 0,1 0 0 0 0,0 0 1 0 0,1 1-1 0 0,1-1 0 0 0,1 1 0 0 0,1 29 1 0 0,3-29-338 0 0,0 0-1 0 0,2 0 1 0 0,0 0 0 0 0,2-1 0 0 0,0 1 0 0 0,12 22 0 0 0,66 96-88 0 0,-46-78-207 0 0,-12-16-320 0 0,30 50-4290 0 0,-48-75-1506 0 0</inkml:trace>
</inkml:ink>
</file>

<file path=ppt/ink/ink3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4:50.186"/>
    </inkml:context>
    <inkml:brush xml:id="br0">
      <inkml:brushProperty name="width" value="0.1" units="cm"/>
      <inkml:brushProperty name="height" value="0.1" units="cm"/>
      <inkml:brushProperty name="color" value="#FF0066"/>
    </inkml:brush>
  </inkml:definitions>
  <inkml:trace contextRef="#ctx0" brushRef="#br0">212 223 4633 0 0,'-29'-28'1630'0'0,"-61"-46"-1"0"0,12 11 3140 0 0,77 63-4718 0 0,0-1 0 0 0,0 0 0 0 0,0 1 0 0 0,0-1 0 0 0,0 0 0 0 0,1 0 0 0 0,-1 0 0 0 0,0 0-1 0 0,0 0 1 0 0,1 0 0 0 0,-1 0 0 0 0,0 0 0 0 0,1 0 0 0 0,-1 0 0 0 0,1 0 0 0 0,-1 0 0 0 0,1 0-1 0 0,0-1 1 0 0,-1 1 0 0 0,1 0 0 0 0,0 0 0 0 0,0 0 0 0 0,0-1 0 0 0,0 1 0 0 0,0 0 0 0 0,0 0 0 0 0,0 0-1 0 0,1-3 1 0 0,0 2-71 0 0,0 1-1 0 0,1-1 1 0 0,-1 1-1 0 0,1 0 1 0 0,-1-1-1 0 0,1 1 1 0 0,0 0-1 0 0,-1 0 1 0 0,1 0-1 0 0,0 0 1 0 0,0 0-1 0 0,0 0 1 0 0,0 1-1 0 0,-1-1 1 0 0,1 0-1 0 0,0 1 1 0 0,3-1-1 0 0,11-2-1132 0 0,1-1-3412 0 0</inkml:trace>
</inkml:ink>
</file>

<file path=ppt/ink/ink3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4:50.803"/>
    </inkml:context>
    <inkml:brush xml:id="br0">
      <inkml:brushProperty name="width" value="0.1" units="cm"/>
      <inkml:brushProperty name="height" value="0.1" units="cm"/>
      <inkml:brushProperty name="color" value="#FF0066"/>
    </inkml:brush>
  </inkml:definitions>
  <inkml:trace contextRef="#ctx0" brushRef="#br0">1 4 10594 0 0,'4'-1'582'0'0,"1"0"0"0"0,-1 0 0 0 0,1 1-1 0 0,-1 0 1 0 0,1 0 0 0 0,-1 0 0 0 0,7 1 0 0 0,-9 0-349 0 0,0 0 1 0 0,-1 0 0 0 0,1-1 0 0 0,0 1 0 0 0,-1 1 0 0 0,1-1 0 0 0,-1 0 0 0 0,1 0 0 0 0,-1 1 0 0 0,1-1 0 0 0,-1 0-1 0 0,0 1 1 0 0,0 0 0 0 0,0-1 0 0 0,0 1 0 0 0,0 0 0 0 0,0-1 0 0 0,1 3 0 0 0,13 39 1163 0 0,-9-25-1021 0 0,55 113 153 0 0,-40-93-292 0 0,25 70 0 0 0,-43-99-237 0 0,0 1 0 0 0,-1 0 0 0 0,0 0 0 0 0,-1 0 0 0 0,1 15 0 0 0,13-69-424 0 0,2 5 538 0 0,39-64 0 0 0,-49 91-91 0 0,1 0-1 0 0,0 1 1 0 0,1 0 0 0 0,0 1 0 0 0,1 0 0 0 0,0 0-1 0 0,1 1 1 0 0,0 0 0 0 0,13-7 0 0 0,-23 15-21 0 0,1 0 1 0 0,-1 0-1 0 0,1 0 0 0 0,-1 0 1 0 0,1 1-1 0 0,0-1 0 0 0,-1 1 1 0 0,1-1-1 0 0,0 1 0 0 0,0 0 1 0 0,-1-1-1 0 0,1 1 0 0 0,0 0 1 0 0,0 0-1 0 0,0 0 1 0 0,-1 1-1 0 0,1-1 0 0 0,0 0 1 0 0,0 1-1 0 0,-1-1 0 0 0,1 1 1 0 0,0-1-1 0 0,-1 1 0 0 0,1 0 1 0 0,-1-1-1 0 0,1 1 0 0 0,-1 0 1 0 0,1 0-1 0 0,-1 1 1 0 0,1-1-1 0 0,-1 0 0 0 0,0 0 1 0 0,0 1-1 0 0,1-1 0 0 0,-1 0 1 0 0,1 4-1 0 0,4 5 24 0 0,-1 0-1 0 0,0 1 1 0 0,-1 0-1 0 0,6 20 1 0 0,-2-5-9 0 0,-5-17-26 0 0,7 17-439 0 0,24 48 1 0 0,-31-67 330 0 0,1-1 0 0 0,1 1 0 0 0,-1-1 0 0 0,1 0 0 0 0,0 0 0 0 0,0-1 0 0 0,1 1 0 0 0,0-1 0 0 0,0 0 1 0 0,0-1-1 0 0,14 8 0 0 0,-8-6-1193 0 0</inkml:trace>
</inkml:ink>
</file>

<file path=ppt/ink/ink3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4:52.853"/>
    </inkml:context>
    <inkml:brush xml:id="br0">
      <inkml:brushProperty name="width" value="0.1" units="cm"/>
      <inkml:brushProperty name="height" value="0.1" units="cm"/>
      <inkml:brushProperty name="color" value="#FF0066"/>
    </inkml:brush>
  </inkml:definitions>
  <inkml:trace contextRef="#ctx0" brushRef="#br0">5858 133 5529 0 0,'-30'-10'428'0'0,"19"6"727"0"0,0 1 1 0 0,0-2 0 0 0,-17-8 0 0 0,28 13-1124 0 0,0-1-1 0 0,0 1 1 0 0,-1 0 0 0 0,1 0 0 0 0,0 0 0 0 0,0 0 0 0 0,0 0 0 0 0,-1 0 0 0 0,1-1 0 0 0,0 1 0 0 0,0 0 0 0 0,0 0 0 0 0,0 0-1 0 0,-1 0 1 0 0,1-1 0 0 0,0 1 0 0 0,0 0 0 0 0,0 0 0 0 0,0 0 0 0 0,0-1 0 0 0,0 1 0 0 0,0 0 0 0 0,0 0 0 0 0,0-1 0 0 0,0 1 0 0 0,0 0-1 0 0,0 0 1 0 0,0-1 0 0 0,0 1 0 0 0,0 0 0 0 0,0 0 0 0 0,0 0 0 0 0,0-1 0 0 0,0 1 0 0 0,0 0 0 0 0,0 0 0 0 0,0-1 0 0 0,0 1 0 0 0,0 0-1 0 0,0 0 1 0 0,11-8 658 0 0,15-3-33 0 0,15 0-15 0 0,1 2 0 0 0,62-6 0 0 0,90 3 315 0 0,-164 10-820 0 0,595 21 1210 0 0,-482-10 143 0 0,-121-8-1166 0 0,0 1-1 0 0,1 0 1 0 0,-1 2 0 0 0,-1 1-1 0 0,28 9 1 0 0,-41-10-265 0 0,0-1-1 0 0,0 1 1 0 0,0 1-1 0 0,-1-1 1 0 0,0 1-1 0 0,0 1 1 0 0,0-1-1 0 0,0 1 1 0 0,-1 0-1 0 0,0 1 1 0 0,0-1-1 0 0,-1 1 1 0 0,0 1-1 0 0,0-1 1 0 0,-1 1-1 0 0,5 10 1 0 0,13 39 82 0 0,-2 1-1 0 0,13 65 1 0 0,-3-9-94 0 0,126 413 727 0 0,-120-391-541 0 0,-33-118-181 0 0,0-1 0 0 0,-2 0 0 0 0,0 0 0 0 0,0 1 0 0 0,-2-1 0 0 0,-2 19 0 0 0,2-32-22 0 0,-1 0 0 0 0,1 0 0 0 0,-1-1 0 0 0,0 1 0 0 0,0 0 0 0 0,0 0 0 0 0,0-1 0 0 0,-1 1 0 0 0,1-1-1 0 0,-1 0 1 0 0,0 0 0 0 0,0 0 0 0 0,0 0 0 0 0,0 0 0 0 0,-1-1 0 0 0,1 1 0 0 0,-1-1 0 0 0,0 0 0 0 0,-7 3 0 0 0,-7 3 96 0 0,-2-1-1 0 0,-35 8 1 0 0,42-11-112 0 0,-506 111-204 0 0,349-80-155 0 0,-488 63 26 0 0,186-34-489 0 0,-306 20 519 0 0,-5-53 161 0 0,271-21-503 0 0,-543 50 371 0 0,880-43 242 0 0,-65 5 257 0 0,88-14 67 0 0,-253 8 150 0 0,28 2-524 0 0,174-6 30 0 0,175-10 99 0 0,-14 1-166 0 0,1-2 1 0 0,0-2-1 0 0,-78-11 1 0 0,101 9 260 0 0,-105-27-364 0 0,116 6 301 0 0,4 13-88 0 0,-128-385 108 0 0,74 212 68 0 0,11 40-73 0 0,-95-203 0 0 0,125 315-112 0 0,1-1 1 0 0,2-1 0 0 0,1 0-1 0 0,2-1 1 0 0,1 0-1 0 0,-7-71 1 0 0,21 29 3 0 0,32 69-522 0 0,55-20-53 0 0,-42 12 343 0 0,50-9 1 0 0,24 8 151 0 0,133-1 0 0 0,-157 13 64 0 0,526 6-112 0 0,-544 3 142 0 0,49 2 83 0 0,165-13 0 0 0,536-78-33 0 0,-677 63-64 0 0,-70 8 0 0 0,113-3 0 0 0,-79 15-57 0 0,304 4-436 0 0,-127-4 482 0 0,-47-3 11 0 0,130-14 0 0 0,-225 6 0 0 0,91-24 485 0 0,-82 9-36 0 0,-54 9-133 0 0,-2-5-1 0 0,174-62 1 0 0,-275 83-621 0 0,23-7 907 0 0,-29 9-763 0 0,1 1 0 0 0,0 0 0 0 0,0 0 0 0 0,-1-1 0 0 0,1 1 0 0 0,0 0 1 0 0,0 0-1 0 0,-1 0 0 0 0,1-1 0 0 0,0 1 0 0 0,0 0 0 0 0,-1 0 0 0 0,1 0 0 0 0,0 1 0 0 0,0-1 0 0 0,-1 0 0 0 0,1 0 0 0 0,0 0 0 0 0,0 0 0 0 0,-1 1 0 0 0,1-1 0 0 0,0 0 0 0 0,-1 1 0 0 0,1-1 0 0 0,0 0 0 0 0,0 2 0 0 0</inkml:trace>
</inkml:ink>
</file>

<file path=ppt/ink/ink3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5:15.068"/>
    </inkml:context>
    <inkml:brush xml:id="br0">
      <inkml:brushProperty name="width" value="0.1" units="cm"/>
      <inkml:brushProperty name="height" value="0.1" units="cm"/>
      <inkml:brushProperty name="color" value="#FF0066"/>
    </inkml:brush>
  </inkml:definitions>
  <inkml:trace contextRef="#ctx0" brushRef="#br0">53 337 3225 0 0,'-2'1'214'0'0,"-1"0"0"0"0,0 0 1 0 0,0 0-1 0 0,1 0 1 0 0,-1 1-1 0 0,1-1 0 0 0,-1 1 1 0 0,1-1-1 0 0,0 1 0 0 0,0 0 1 0 0,0 0-1 0 0,0 0 1 0 0,0 0-1 0 0,0 1 0 0 0,0-1 1 0 0,1 1-1 0 0,-1-1 1 0 0,1 1-1 0 0,0-1 0 0 0,-1 1 1 0 0,1-1-1 0 0,0 1 0 0 0,-1 5 1 0 0,6-8-127 0 0,0 0 0 0 0,0 0 0 0 0,-1 0 0 0 0,1 0 0 0 0,0-1 0 0 0,-1 0 0 0 0,6-1 0 0 0,55-18 1310 0 0,103-45 0 0 0,28-10-929 0 0,-84 44-490 0 0,135-47-110 0 0,-173 49-280 0 0,110-30 0 0 0,-144 50 239 0 0,0 2-1 0 0,0 1 1 0 0,0 2-1 0 0,74 3 0 0 0,-66 3 81 0 0,60 5 118 0 0,-94-6-94 0 0,1 2-1 0 0,-1 0 1 0 0,0 0 0 0 0,0 1-1 0 0,20 9 1 0 0,-18-2-759 0 0,2 2 445 0 0,-16-13 520 0 0,17-6 7655 0 0,-16 38-7089 0 0,1 0 1 0 0,7 31 0 0 0,4 28-702 0 0,24 236-564 0 0,-5-69 101 0 0,-26-184 86 0 0,-9-72 430 0 0,0 0 0 0 0,0-1-1 0 0,0 1 1 0 0,0-1-1 0 0,-1 0 1 0 0,1 0-1 0 0,0 0 1 0 0,-1 0 0 0 0,1 0-1 0 0,0 0 1 0 0,-1 0-1 0 0,1-1 1 0 0,-1 1-1 0 0,-4-1 1 0 0,-2 2 491 0 0,-43 10-429 0 0,-7 1-51 0 0,-4 11-103 0 0,-1-3-1 0 0,-1-3 1 0 0,-1-2-1 0 0,0-4 1 0 0,-90 6-1 0 0,84-14-103 0 0,-136 1 167 0 0,170-7 80 0 0,1-1 0 0 0,-1-2 0 0 0,-55-14 0 0 0,-17-14 41 0 0,42 11-182 0 0,-121-21 0 0 0,150 40 198 0 0,1 1 0 0 0,-50 5-1 0 0,4 0-518 0 0,69-5-94 0 0,17-5 76 0 0,-1 4 340 0 0,0 1-1 0 0,0 0 0 0 0,-1-1 0 0 0,1 1 1 0 0,0 0-1 0 0,-1-1 0 0 0,0 1 0 0 0,1-6 1 0 0,-6-105 543 0 0,1 68-485 0 0,3 0 1 0 0,4-47-1 0 0,6-27-576 0 0,0-8-5236 0 0,-6 109 4245 0 0,1-2-9 0 0</inkml:trace>
</inkml:ink>
</file>

<file path=ppt/ink/ink3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6:54.787"/>
    </inkml:context>
    <inkml:brush xml:id="br0">
      <inkml:brushProperty name="width" value="0.3" units="cm"/>
      <inkml:brushProperty name="height" value="0.6" units="cm"/>
      <inkml:brushProperty name="color" value="#FF2500"/>
      <inkml:brushProperty name="tip" value="rectangle"/>
      <inkml:brushProperty name="rasterOp" value="maskPen"/>
    </inkml:brush>
  </inkml:definitions>
  <inkml:trace contextRef="#ctx0" brushRef="#br0">63 141 3225 0 0,'-2'-1'87'0'0,"1"0"0"0"0,-1 0 0 0 0,1 1 0 0 0,-1-1 0 0 0,1 0 0 0 0,-1 0 0 0 0,1 0 0 0 0,0-1 0 0 0,-1 1 1 0 0,1 0-1 0 0,0-1 0 0 0,0 1 0 0 0,0 0 0 0 0,0-1 0 0 0,0 1 0 0 0,0-1 0 0 0,0 1 0 0 0,1-1 0 0 0,-2-2 0 0 0,2 5-94 0 0,0-1 0 0 0,1 0 0 0 0,-1 0 0 0 0,0 0 0 0 0,0 0 0 0 0,0 0 0 0 0,0 0 0 0 0,0 0 0 0 0,0 0-1 0 0,0 1 1 0 0,0-1 0 0 0,0 0 0 0 0,0 0 0 0 0,0 0 0 0 0,0 0 0 0 0,0 0 0 0 0,0 0 0 0 0,0 0 0 0 0,0 0 0 0 0,-1 1-1 0 0,1-1 1 0 0,0 0 0 0 0,0 0 0 0 0,0 0 0 0 0,0 0 0 0 0,0 0 0 0 0,0 0 0 0 0,0 0 0 0 0,0 0 0 0 0,0 0 0 0 0,0 0-1 0 0,0 0 1 0 0,0 0 0 0 0,0 1 0 0 0,-1-1 0 0 0,1 0 0 0 0,0 0 0 0 0,0 0 0 0 0,0 0 0 0 0,0 0 0 0 0,0 0 0 0 0,0 0-1 0 0,0 0 1 0 0,0 0 0 0 0,-1 0 0 0 0,1 0 0 0 0,0 0 0 0 0,0 0 0 0 0,0 0 0 0 0,0 0 0 0 0,0 0 0 0 0,0 0 0 0 0,0 0 0 0 0,0 0-1 0 0,-1 0 1 0 0,1 0 0 0 0,0 0 0 0 0,0 0 0 0 0,0-1 0 0 0,4 4 98 0 0,0-1 1 0 0,0 0-1 0 0,0 0 0 0 0,0-1 1 0 0,1 1-1 0 0,-1-1 0 0 0,0 0 1 0 0,1 0-1 0 0,-1 0 0 0 0,1-1 1 0 0,-1 0-1 0 0,1 0 0 0 0,-1 0 1 0 0,1 0-1 0 0,4-1 0 0 0,18-3 1402 0 0,36-10-1 0 0,-18 4-550 0 0,308-34 1952 0 0,-117 18-1858 0 0,-171 17-986 0 0,107-12 40 0 0,-138 18-103 0 0,0 3 0 0 0,67 6 0 0 0,-99-6 27 0 0,-1 0 0 0 0,1 0-1 0 0,-1 0 1 0 0,1 0 0 0 0,-1 1-1 0 0,0-1 1 0 0,1 0 0 0 0,-1 1-1 0 0,1-1 1 0 0,-1 1 0 0 0,0 0-1 0 0,1 0 1 0 0,-1-1 0 0 0,0 1-1 0 0,0 0 1 0 0,1 0 0 0 0,-1 0-1 0 0,0 0 1 0 0,0 0 0 0 0,0 0-1 0 0,0 0 1 0 0,0 1 0 0 0,-1-1-1 0 0,1 0 1 0 0,1 2 0 0 0,-2-2 1 0 0,-1 1 0 0 0,1-1 0 0 0,0 0 0 0 0,0 0 0 0 0,-1 0 0 0 0,1 1 0 0 0,-1-1 0 0 0,1 0 0 0 0,-1 0 0 0 0,1 0 0 0 0,-1 0 0 0 0,0 0 0 0 0,1 0 0 0 0,-1 0 0 0 0,0 0 0 0 0,0-1 0 0 0,0 1 0 0 0,0 0 0 0 0,1 0 0 0 0,-1 0 0 0 0,0-1 1 0 0,-1 1-1 0 0,1-1 0 0 0,0 1 0 0 0,0-1 0 0 0,0 1 0 0 0,0-1 0 0 0,0 0 0 0 0,0 1 0 0 0,-3-1 0 0 0,-543 157-4349 0 0,486-140 3688 0 0,9-4-1 0 0,-159 47-1279 0 0,167-44 1702 0 0,0 1-1 0 0,-68 39 1 0 0,108-54 196 0 0,-90 58-873 0 0,86-53 751 0 0,-1 0 1 0 0,1 0-1 0 0,1 0 1 0 0,-1 1-1 0 0,1 0 1 0 0,1 0-1 0 0,-1 1 0 0 0,-6 12 1 0 0,13-20 123 0 0,0-1 1 0 0,-1 1 0 0 0,1 0-1 0 0,-1-1 1 0 0,1 1-1 0 0,0 0 1 0 0,0 0-1 0 0,-1 0 1 0 0,1-1-1 0 0,0 1 1 0 0,0 0-1 0 0,0 0 1 0 0,0 0 0 0 0,0 0-1 0 0,0 0 1 0 0,0-1-1 0 0,0 1 1 0 0,0 0-1 0 0,1 0 1 0 0,-1 0-1 0 0,0-1 1 0 0,0 1-1 0 0,1 0 1 0 0,-1 0 0 0 0,1-1-1 0 0,0 2 1 0 0,0-1 18 0 0,0 1 1 0 0,1-1-1 0 0,-1 0 0 0 0,1 0 1 0 0,-1-1-1 0 0,1 1 1 0 0,-1 0-1 0 0,1 0 0 0 0,0-1 1 0 0,-1 1-1 0 0,1-1 1 0 0,2 1-1 0 0,9 1 155 0 0,0-1 0 0 0,-1-1-1 0 0,14 0 1 0 0,-14-1-22 0 0,215-10 3224 0 0,-43 0-1740 0 0,-15 4-343 0 0,-15 0-264 0 0,242 20 1 0 0,-364-9-1004 0 0,38 3 0 0 0,-78-6 58 0 0,0 0 1 0 0,0 1-1 0 0,0 0 1 0 0,-12 6 0 0 0,-16 3 224 0 0,-140 20-846 0 0,89-17-428 0 0,-88 25 0 0 0,-172 78-4282 0 0,306-102 4449 0 0</inkml:trace>
</inkml:ink>
</file>

<file path=ppt/ink/ink3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6:54.930"/>
    </inkml:context>
    <inkml:brush xml:id="br0">
      <inkml:brushProperty name="width" value="0.3" units="cm"/>
      <inkml:brushProperty name="height" value="0.6" units="cm"/>
      <inkml:brushProperty name="color" value="#FF2500"/>
      <inkml:brushProperty name="tip" value="rectangle"/>
      <inkml:brushProperty name="rasterOp" value="maskPen"/>
    </inkml:brush>
  </inkml:definitions>
  <inkml:trace contextRef="#ctx0" brushRef="#br0">88 0 456 0 0,'-82'52'0'0'0,"78"-49"0"0"0,3-2 0 0 0</inkml:trace>
</inkml:ink>
</file>

<file path=ppt/ink/ink3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6:55.184"/>
    </inkml:context>
    <inkml:brush xml:id="br0">
      <inkml:brushProperty name="width" value="0.3" units="cm"/>
      <inkml:brushProperty name="height" value="0.6" units="cm"/>
      <inkml:brushProperty name="color" value="#FF2500"/>
      <inkml:brushProperty name="tip" value="rectangle"/>
      <inkml:brushProperty name="rasterOp" value="maskPen"/>
    </inkml:brush>
  </inkml:definitions>
  <inkml:trace contextRef="#ctx0" brushRef="#br0">1 151 456 0 0,'134'-6'3217'0'0,"190"-34"0"0"0,-106 10-642 0 0,708-39 3161 0 0,-878 65-5761 0 0,-30 3 84 0 0,-24 1 335 0 0,-156 7 1409 0 0,78-5-3117 0 0,-89 13-1 0 0,-286 86-6499 0 0,328-68 4632 0 0,98-25 2464 0 0</inkml:trace>
</inkml:ink>
</file>

<file path=ppt/ink/ink3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6:55.548"/>
    </inkml:context>
    <inkml:brush xml:id="br0">
      <inkml:brushProperty name="width" value="0.3" units="cm"/>
      <inkml:brushProperty name="height" value="0.6" units="cm"/>
      <inkml:brushProperty name="color" value="#FF2500"/>
      <inkml:brushProperty name="tip" value="rectangle"/>
      <inkml:brushProperty name="rasterOp" value="maskPen"/>
    </inkml:brush>
  </inkml:definitions>
  <inkml:trace contextRef="#ctx0" brushRef="#br0">110 133 456 0 0,'-47'11'623'0'0,"37"-8"-570"0"0,0 0 0 0 0,0-1 0 0 0,0 0 0 0 0,-13-3 833 0 0,31-7-275 0 0,7-4-4 0 0,-6 7-467 0 0,-1 1 0 0 0,1 0 0 0 0,0 1 0 0 0,0 0 1 0 0,0 1-1 0 0,1-1 0 0 0,18-1 0 0 0,72 1 692 0 0,-62 3-491 0 0,158-1 631 0 0,361-14 361 0 0,-260-26 76 0 0,-3 1 1957 0 0,-250 37-2863 0 0,0 2 0 0 0,0 1 0 0 0,0 3 1 0 0,73 14-1 0 0,-114-16-490 0 0,17 3 225 0 0,1 0 1 0 0,-1 2 0 0 0,0 1 0 0 0,26 12 0 0 0,-46-19-255 0 0,1 0 0 0 0,-1 1 1 0 0,1-1-1 0 0,-1 1 0 0 0,1-1 1 0 0,-1 1-1 0 0,1-1 0 0 0,-1 1 1 0 0,1-1-1 0 0,-1 1 0 0 0,0 0 1 0 0,1-1-1 0 0,-1 1 0 0 0,0 0 1 0 0,1-1-1 0 0,-1 1 0 0 0,0 0 1 0 0,0-1-1 0 0,0 1 0 0 0,0 0 1 0 0,0-1-1 0 0,1 1 0 0 0,-1 0 1 0 0,0-1-1 0 0,-1 1 0 0 0,1 0 1 0 0,0-1-1 0 0,0 1 0 0 0,0 0 1 0 0,0 0-1 0 0,0-1 0 0 0,-1 1 1 0 0,1-1-1 0 0,0 1 0 0 0,-1 0 1 0 0,1-1-1 0 0,0 1 0 0 0,-1 0 1 0 0</inkml:trace>
</inkml:ink>
</file>

<file path=ppt/ink/ink3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6:57.107"/>
    </inkml:context>
    <inkml:brush xml:id="br0">
      <inkml:brushProperty name="width" value="0.3" units="cm"/>
      <inkml:brushProperty name="height" value="0.6" units="cm"/>
      <inkml:brushProperty name="color" value="#FF2500"/>
      <inkml:brushProperty name="tip" value="rectangle"/>
      <inkml:brushProperty name="rasterOp" value="maskPen"/>
    </inkml:brush>
  </inkml:definitions>
  <inkml:trace contextRef="#ctx0" brushRef="#br0">337 342 4777 0 0,'-23'0'188'0'0,"0"1"-1"0"0,0 1 1 0 0,1 1-1 0 0,-1 0 1 0 0,-33 12-1 0 0,-14 1 428 0 0,-26 3 1295 0 0,128-24-2201 0 0,1-2-1 0 0,55-19 0 0 0,-60 15 428 0 0,330-120 3369 0 0,-134 58-2342 0 0,195-52-1588 0 0,-387 116-8 0 0,-21 6 160 0 0,0 0 0 0 0,1 0 1 0 0,-1 1-1 0 0,15 0 0 0 0,-39 14-792 0 0,-13 5 803 0 0,-148 73-51 0 0,47-26-131 0 0,49-22 152 0 0,-317 189-50 0 0,362-206 178 0 0,-60 54-1 0 0,77-62-71 0 0,0 0-1 0 0,1 1 1 0 0,0 1 0 0 0,-22 40-1 0 0,34-54 149 0 0,1 0-1 0 0,0 0 1 0 0,0 0-1 0 0,0 1 1 0 0,1-1-1 0 0,0 1 1 0 0,0-1-1 0 0,0 1 0 0 0,1-1 1 0 0,0 12-1 0 0,0-15 43 0 0,0 0 0 0 0,0 0-1 0 0,1-1 1 0 0,-1 1-1 0 0,1 0 1 0 0,0 0-1 0 0,-1 0 1 0 0,1 0 0 0 0,0-1-1 0 0,0 1 1 0 0,0 0-1 0 0,0-1 1 0 0,1 1-1 0 0,-1-1 1 0 0,0 1-1 0 0,1-1 1 0 0,-1 1 0 0 0,1-1-1 0 0,-1 0 1 0 0,1 0-1 0 0,0 0 1 0 0,-1 0-1 0 0,1 0 1 0 0,0 0 0 0 0,0 0-1 0 0,0-1 1 0 0,-1 1-1 0 0,1 0 1 0 0,0-1-1 0 0,0 0 1 0 0,0 0 0 0 0,0 1-1 0 0,4-1 1 0 0,6 0 66 0 0,-1-1-1 0 0,1 0 1 0 0,0-1 0 0 0,-1 0 0 0 0,22-7-1 0 0,59-27 1179 0 0,-36 13-366 0 0,249-85 2392 0 0,93-37-2096 0 0,-380 138-1170 0 0,-8 4 14 0 0,-1 0 1 0 0,1-1-1 0 0,-1 0 1 0 0,0-1-1 0 0,0 0 0 0 0,-1 0 1 0 0,10-8-1 0 0,-54 12 2497 0 0,-35 7-2961 0 0,-1 4 0 0 0,1 2 0 0 0,1 4 0 0 0,1 2 0 0 0,0 4 0 0 0,-66 30 0 0 0,-47 32-640 0 0,151-67 517 0 0,0 2 0 0 0,2 1 0 0 0,-44 38-1 0 0,52-38-1285 0 0</inkml:trace>
</inkml:ink>
</file>

<file path=ppt/ink/ink3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6:57.856"/>
    </inkml:context>
    <inkml:brush xml:id="br0">
      <inkml:brushProperty name="width" value="0.3" units="cm"/>
      <inkml:brushProperty name="height" value="0.6" units="cm"/>
      <inkml:brushProperty name="color" value="#FF2500"/>
      <inkml:brushProperty name="tip" value="rectangle"/>
      <inkml:brushProperty name="rasterOp" value="maskPen"/>
    </inkml:brush>
  </inkml:definitions>
  <inkml:trace contextRef="#ctx0" brushRef="#br0">217 204 1376 0 0,'907'-196'3857'0'0,"-895"193"-3664"0"0,-7 2-49 0 0,0 0 0 0 0,0 0 0 0 0,0 0 1 0 0,0 1-1 0 0,0-1 0 0 0,9 2 0 0 0,-17 2-131 0 0,0 0 1 0 0,0 0-1 0 0,0-1 1 0 0,-1 1-1 0 0,1-1 1 0 0,-9 4-1 0 0,-348 165 56 0 0,81-41-195 0 0,243-112-6 0 0,-171 89-2402 0 0,166-82 1884 0 0,0 2 0 0 0,-66 56 0 0 0,91-69 650 0 0,-23 21 0 0 0,37-33 0 0 0,0 0 0 0 0,-1 1 0 0 0,1-1 0 0 0,0 1 0 0 0,1 0 0 0 0,-1 0 0 0 0,0 0 0 0 0,1 0 0 0 0,-1 0 0 0 0,1 0 0 0 0,-1 5 0 0 0,2-7 0 0 0,0-1 0 0 0,0 0 0 0 0,0 1 0 0 0,0-1 0 0 0,0 0 0 0 0,0 1 0 0 0,0-1 0 0 0,0 0 0 0 0,0 1 0 0 0,0-1 0 0 0,0 0 0 0 0,0 1 0 0 0,1-1 0 0 0,-1 0 0 0 0,0 0 0 0 0,0 1 0 0 0,0-1 0 0 0,1 0 0 0 0,-1 0 0 0 0,0 1 0 0 0,0-1 0 0 0,1 0 0 0 0,-1 0 0 0 0,0 1 0 0 0,0-1 0 0 0,1 0 0 0 0,-1 0 0 0 0,0 0 0 0 0,1 0 0 0 0,-1 0 0 0 0,0 1 0 0 0,1-1 0 0 0,-1 0 0 0 0,18 1 0 0 0,14-6 0 0 0,132-38 363 0 0,152-31 973 0 0,216-1 4155 0 0,-408 64-4693 0 0,0 6 0 0 0,163 14 0 0 0,-275-8-743 0 0,44 6 206 0 0,-53-7-205 0 0,1 1 1 0 0,-1 0 0 0 0,0 0-1 0 0,1 0 1 0 0,-1 0-1 0 0,0 1 1 0 0,0-1-1 0 0,0 1 1 0 0,0 0-1 0 0,0 0 1 0 0,0 0-1 0 0,4 5 1 0 0,-7-7-40 0 0,0 1 1 0 0,0 0-1 0 0,0 0 0 0 0,0-1 1 0 0,0 1-1 0 0,0 0 1 0 0,0 0-1 0 0,0 0 1 0 0,0-1-1 0 0,0 1 0 0 0,-1 0 1 0 0,1 0-1 0 0,0-1 1 0 0,-1 1-1 0 0,1 0 1 0 0,0-1-1 0 0,-1 1 0 0 0,1 0 1 0 0,-1-1-1 0 0,1 1 1 0 0,-1 0-1 0 0,1-1 1 0 0,-1 1-1 0 0,0-1 0 0 0,1 1 1 0 0,-1-1-1 0 0,0 0 1 0 0,1 1-1 0 0,-1-1 1 0 0,0 0-1 0 0,0 1 0 0 0,1-1 1 0 0,-2 0-1 0 0,-27 14 304 0 0,-453 161-3461 0 0,311-118-585 0 0,133-47 2899 0 0,12-3-9 0 0,195-37-504 0 0,4-2 2130 0 0,-84 23-380 0 0,92-14-122 0 0,-156 19-287 0 0,0-2 0 0 0,-1-1 0 0 0,0-1-1 0 0,-1-2 1 0 0,27-13 0 0 0,-32 10 271 0 0,-18 13-254 0 0,0-1 1 0 0,0 1 0 0 0,0 0 0 0 0,1 0 0 0 0,-1 0 0 0 0,0 0 0 0 0,0 0 0 0 0,0-1 0 0 0,0 1 0 0 0,0 0 0 0 0,0 0 0 0 0,0 0 0 0 0,0-1 0 0 0,0 1 0 0 0,0 0-1 0 0,0 0 1 0 0,0 0 0 0 0,0 0 0 0 0,0-1 0 0 0,0 1 0 0 0,0 0 0 0 0,0 0 0 0 0,0 0 0 0 0,0-1 0 0 0,0 1 0 0 0,0 0 0 0 0,0 0 0 0 0,0 0 0 0 0,0 0 0 0 0,-1-1-1 0 0,1 1 1 0 0,0 0 80 0 0,0-1-80 0 0,-1 1 0 0 0,1 0 0 0 0,0 0 0 0 0,0 0 0 0 0,0 0 0 0 0,-1 0 0 0 0,-1-1 40 0 0,0 1 1 0 0,-1 0-1 0 0,1 0 1 0 0,-1 0-1 0 0,1 0 1 0 0,-1 0-1 0 0,1 0 1 0 0,0 1-1 0 0,-1-1 1 0 0,1 1-1 0 0,0 0 1 0 0,-5 1-1 0 0,-2 3-80 0 0,-1-1 0 0 0,1 1-1 0 0,-14 10 1 0 0,9-4 21 0 0,-21 10-1 0 0</inkml:trace>
</inkml:ink>
</file>

<file path=ppt/ink/ink3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7:02.214"/>
    </inkml:context>
    <inkml:brush xml:id="br0">
      <inkml:brushProperty name="width" value="0.3" units="cm"/>
      <inkml:brushProperty name="height" value="0.6" units="cm"/>
      <inkml:brushProperty name="color" value="#FF2500"/>
      <inkml:brushProperty name="tip" value="rectangle"/>
      <inkml:brushProperty name="rasterOp" value="maskPen"/>
    </inkml:brush>
  </inkml:definitions>
  <inkml:trace contextRef="#ctx0" brushRef="#br0">188 176 3225 0 0,'-29'-6'1419'0'0,"-1"0"0"0"0,-55-2 0 0 0,127 5-750 0 0,-1-2 1 0 0,63-15-1 0 0,-10 2-22 0 0,-4 3-274 0 0,355-74-111 0 0,-407 83-1192 0 0,-41 7 599 0 0,-1 0 0 0 0,0 0 0 0 0,1 1 0 0 0,-1-1 0 0 0,1 1 0 0 0,-7 3 0 0 0,-7 4 24 0 0,-221 78-815 0 0,62-23 1006 0 0,89-28 144 0 0,2 3-1 0 0,-110 71 1 0 0,181-102-188 0 0,7-5 60 0 0,1 0 0 0 0,0 1 0 0 0,1 0 0 0 0,-1 0 0 0 0,1 1 1 0 0,-9 8-1 0 0,13-12 89 0 0,1-1 1 0 0,-1 1-1 0 0,1 0 1 0 0,-1 0 0 0 0,1 0-1 0 0,-1 0 1 0 0,1 0-1 0 0,0 0 1 0 0,-1 0 0 0 0,1 0-1 0 0,0 0 1 0 0,0 0-1 0 0,0 0 1 0 0,0 0 0 0 0,0 0-1 0 0,0 0 1 0 0,0 0-1 0 0,0 0 1 0 0,0 0 0 0 0,1 2-1 0 0,-1-1 13 0 0,2 0-1 0 0,-1 0 0 0 0,0-1 1 0 0,0 1-1 0 0,0 0 1 0 0,1 0-1 0 0,-1-1 1 0 0,1 1-1 0 0,0-1 0 0 0,-1 1 1 0 0,1-1-1 0 0,0 1 1 0 0,2 0-1 0 0,7 4-6 0 0,1 0 0 0 0,-1-1 0 0 0,1 0 0 0 0,0-1 0 0 0,0 0 0 0 0,0-1 1 0 0,1 0-1 0 0,23 2 0 0 0,12-3 360 0 0,49-3 1 0 0,-30-1 8 0 0,508-35 1815 0 0,-145-21-1052 0 0,-395 52-1271 0 0,60-1 0 0 0,-121 10 284 0 0,0 0 0 0 0,-1 2-1 0 0,1 1 1 0 0,-35 13 0 0 0,0-1-428 0 0,-258 46-1473 0 0,64-15 673 0 0,-130 45-2981 0 0,365-88 3511 0 0,26-5 1045 0 0,36-6 1240 0 0,-29 3-1602 0 0,1104-59 3165 0 0,-1014 60-3391 0 0,-1-4 0 0 0,187-34 0 0 0,-153 7 90 0 0,66-13 1161 0 0,-175 43-1035 0 0,-19 6-194 0 0,-16 7-149 0 0,-10 2 53 0 0,0 0 1 0 0,-1-1 0 0 0,-1-1 0 0 0,0-1-1 0 0,0-1 1 0 0,-1 0 0 0 0,-41 10-1 0 0,-160 22-1164 0 0,191-37 1033 0 0,-562 32-521 0 0,457-34 932 0 0,29-4-104 0 0,-107-16 0 0 0,140 10 59 0 0,53 6 21 0 0,0 1 0 0 0,-1 0 0 0 0,-42 5 0 0 0,115 2-2775 0 0,70-12 1717 0 0,129-2 618 0 0,-14 15 476 0 0,251-1 62 0 0,-450-7-153 0 0,0-2-1 0 0,0-1 0 0 0,-1-2 1 0 0,1-2-1 0 0,-2-1 0 0 0,1-2 1 0 0,50-28 3302 0 0,-111 35-2555 0 0,-38 2-1306 0 0,58 2 691 0 0,-103-3-368 0 0,1-5 1 0 0,1-5 0 0 0,-140-34-1 0 0,176 30 254 0 0,-1 3 0 0 0,-83-4 0 0 0,148 17-96 0 0,0 1-10 0 0,0 0 1 0 0,0 0-1 0 0,0-1 0 0 0,0 0 0 0 0,0 0 0 0 0,0-1 0 0 0,0 0 1 0 0,1 0-1 0 0,-1 0 0 0 0,-6-4 0 0 0,12 6 43 0 0,0-1 0 0 0,0 1 0 0 0,1-1-1 0 0,-1 1 1 0 0,0 0 0 0 0,0-1 0 0 0,1 1 0 0 0,-1 0-1 0 0,0-1 1 0 0,0 1 0 0 0,1 0 0 0 0,-1 0 0 0 0,0-1-1 0 0,1 1 1 0 0,-1 0 0 0 0,1 0 0 0 0,-1 0 0 0 0,0-1-1 0 0,1 1 1 0 0,-1 0 0 0 0,0 0 0 0 0,1 0 0 0 0,-1 0-1 0 0,1 0 1 0 0,-1 0 0 0 0,1 0 0 0 0,-1 0 0 0 0,0 0-1 0 0,1 0 1 0 0,-1 0 0 0 0,1 0 0 0 0,18-4-620 0 0,255-48-689 0 0,-16 2 1451 0 0,-250 49-131 0 0,28-6 150 0 0,-34 7-68 0 0,0-1 1 0 0,0 1-1 0 0,-1-1 1 0 0,1 0-1 0 0,0 1 1 0 0,0-1-1 0 0,-1 0 1 0 0,1 0-1 0 0,-1 0 1 0 0,1 0-1 0 0,-1-1 1 0 0,1 1-1 0 0,-1 0 1 0 0,3-3-1 0 0,-4 2 3 0 0,0 1 0 0 0,0 0-1 0 0,0 0 1 0 0,0 0 0 0 0,0 0-1 0 0,0 0 1 0 0,0 0 0 0 0,0 0-1 0 0,0 0 1 0 0,0-1 0 0 0,-1 1-1 0 0,1 0 1 0 0,0 0 0 0 0,-1 0-1 0 0,1 0 1 0 0,-1 0 0 0 0,1 0-1 0 0,-1 0 1 0 0,0 0 0 0 0,1 1 0 0 0,-1-1-1 0 0,0 0 1 0 0,0 0 0 0 0,1 0-1 0 0,-1 1 1 0 0,0-1 0 0 0,0 0-1 0 0,0 1 1 0 0,0-1 0 0 0,0 1-1 0 0,0-1 1 0 0,0 1 0 0 0,0 0-1 0 0,-1-1 1 0 0,-38-15 1041 0 0,25 13-1309 0 0,0 1 0 0 0,0 1-1 0 0,0 0 1 0 0,-1 1 0 0 0,1 1-1 0 0,0 0 1 0 0,0 1 0 0 0,0 1-1 0 0,-19 5 1 0 0,-13 7-884 0 0,-67 32-1 0 0,104-42 1063 0 0,-15 4 13 0 0,1-2 0 0 0</inkml:trace>
</inkml:ink>
</file>

<file path=ppt/ink/ink3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8:39.124"/>
    </inkml:context>
    <inkml:brush xml:id="br0">
      <inkml:brushProperty name="width" value="0.1" units="cm"/>
      <inkml:brushProperty name="height" value="0.1" units="cm"/>
      <inkml:brushProperty name="color" value="#FF0066"/>
    </inkml:brush>
  </inkml:definitions>
  <inkml:trace contextRef="#ctx0" brushRef="#br0">393 36 4145 0 0,'1'-1'166'0'0,"-1"0"1"0"0,1 0-1 0 0,0 0 1 0 0,0 0-1 0 0,0 0 1 0 0,-1 0-1 0 0,1 0 1 0 0,-1-1-1 0 0,1 1 1 0 0,-1 0-1 0 0,1 0 1 0 0,-1-1 0 0 0,0 1-1 0 0,1 0 1 0 0,-1 0-1 0 0,0-1 1 0 0,0 1-1 0 0,0 0 1 0 0,0-1-1 0 0,0 1 1 0 0,-1-3-1 0 0,0 4-42 0 0,1-1-1 0 0,-1 0 1 0 0,0 1 0 0 0,0-1-1 0 0,1 1 1 0 0,-1-1 0 0 0,0 1-1 0 0,0 0 1 0 0,0-1 0 0 0,0 1-1 0 0,0 0 1 0 0,0-1 0 0 0,0 1-1 0 0,1 0 1 0 0,-1 0 0 0 0,0 0-1 0 0,0 0 1 0 0,0 0 0 0 0,0 0-1 0 0,0 0 1 0 0,-2 1 0 0 0,-5 0 263 0 0,0 0 0 0 0,0 1 0 0 0,0 0 0 0 0,1 1 0 0 0,-11 5 0 0 0,-1 2-23 0 0,2 2 0 0 0,-1 0 0 0 0,1 1 0 0 0,1 1 1 0 0,0 1-1 0 0,-25 30 0 0 0,21-19-186 0 0,1 0 0 0 0,1 1 1 0 0,-26 55-1 0 0,41-77-161 0 0,0 1 0 0 0,1 0 0 0 0,0 0 0 0 0,0 0 0 0 0,0 0 0 0 0,1 0 0 0 0,0 1 0 0 0,0-1 0 0 0,0 0 0 0 0,1 13 0 0 0,1-16-11 0 0,0-1 0 0 0,0 1 0 0 0,0 0 0 0 0,0-1 0 0 0,0 1 0 0 0,0-1 0 0 0,1 1 1 0 0,-1-1-1 0 0,1 1 0 0 0,0-1 0 0 0,-1 0 0 0 0,1 0 0 0 0,0 0 0 0 0,0 0 0 0 0,1 0 0 0 0,-1 0 0 0 0,0-1 0 0 0,1 1 0 0 0,-1-1 0 0 0,1 0 0 0 0,-1 1 0 0 0,1-1 0 0 0,0 0 0 0 0,-1 0 0 0 0,1-1 0 0 0,4 2 1 0 0,21 3-155 0 0,0 0 0 0 0,49 1 0 0 0,-42-4 11 0 0,41 8-1 0 0,-70-9 143 0 0,19 4-23 0 0,43 15-1 0 0,-61-18 42 0 0,-1 0-1 0 0,0 1 0 0 0,0 0 0 0 0,0 0 0 0 0,0 1 1 0 0,-1 0-1 0 0,1 0 0 0 0,-1 0 0 0 0,0 0 0 0 0,0 1 1 0 0,0 0-1 0 0,4 6 0 0 0,-8-8 37 0 0,1 0 0 0 0,-1 0 0 0 0,0 0 0 0 0,0 1 0 0 0,0-1-1 0 0,-1 0 1 0 0,1 0 0 0 0,-1 1 0 0 0,0-1 0 0 0,0 0 0 0 0,0 1 0 0 0,0-1 0 0 0,0 0-1 0 0,-1 1 1 0 0,1-1 0 0 0,-1 0 0 0 0,0 0 0 0 0,0 1 0 0 0,0-1 0 0 0,-1 0 0 0 0,1 0 0 0 0,-1 0-1 0 0,1-1 1 0 0,-1 1 0 0 0,0 0 0 0 0,-2 2 0 0 0,-7 9 264 0 0,0 0 0 0 0,-1-1 0 0 0,-20 16 0 0 0,11-10-24 0 0,-2-1 1 0 0,0-1-1 0 0,-1-1 0 0 0,-1-1 0 0 0,0-2 0 0 0,-37 15 1 0 0,42-21-443 0 0,-1 0 0 0 0,-1-1 0 0 0,1-1 1 0 0,-1-1-1 0 0,0-1 0 0 0,0-1 0 0 0,-1-1 0 0 0,-38-3 1 0 0,49 0-803 0 0,3 0-200 0 0</inkml:trace>
</inkml:ink>
</file>

<file path=ppt/ink/ink3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8:39.521"/>
    </inkml:context>
    <inkml:brush xml:id="br0">
      <inkml:brushProperty name="width" value="0.1" units="cm"/>
      <inkml:brushProperty name="height" value="0.1" units="cm"/>
      <inkml:brushProperty name="color" value="#FF0066"/>
    </inkml:brush>
  </inkml:definitions>
  <inkml:trace contextRef="#ctx0" brushRef="#br0">1 11 10138 0 0,'0'-1'94'0'0,"1"0"1"0"0,-1 1-1 0 0,0-1 0 0 0,1 0 0 0 0,-1 1 1 0 0,1-1-1 0 0,-1 1 0 0 0,1-1 0 0 0,0 1 1 0 0,-1-1-1 0 0,1 1 0 0 0,0-1 0 0 0,-1 1 1 0 0,1-1-1 0 0,0 1 0 0 0,-1 0 0 0 0,1-1 1 0 0,0 1-1 0 0,0 0 0 0 0,-1 0 0 0 0,1 0 1 0 0,0-1-1 0 0,0 1 0 0 0,-1 0 0 0 0,1 0 1 0 0,0 0-1 0 0,0 0 0 0 0,0 0 0 0 0,-1 1 1 0 0,1-1-1 0 0,0 0 0 0 0,0 0 0 0 0,-1 0 1 0 0,1 1-1 0 0,1-1 0 0 0,1 1 156 0 0,0-1 0 0 0,0 1 0 0 0,0 0-1 0 0,0 0 1 0 0,0 0 0 0 0,0 0 0 0 0,0 0 0 0 0,4 3-1 0 0,-4-1-101 0 0,-1 1-1 0 0,1-1 0 0 0,-1 1 1 0 0,1-1-1 0 0,-1 1 1 0 0,0 0-1 0 0,0 0 0 0 0,-1 0 1 0 0,1 0-1 0 0,-1 0 0 0 0,0 1 1 0 0,0-1-1 0 0,0 8 0 0 0,1 63 531 0 0,-3-49-475 0 0,-14 258 987 0 0,0-66-2011 0 0,16-73-3388 0 0,0-133 2753 0 0</inkml:trace>
</inkml:ink>
</file>

<file path=ppt/ink/ink3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8:39.938"/>
    </inkml:context>
    <inkml:brush xml:id="br0">
      <inkml:brushProperty name="width" value="0.1" units="cm"/>
      <inkml:brushProperty name="height" value="0.1" units="cm"/>
      <inkml:brushProperty name="color" value="#FF0066"/>
    </inkml:brush>
  </inkml:definitions>
  <inkml:trace contextRef="#ctx0" brushRef="#br0">0 238 4145 0 0,'1'-4'235'0'0,"-1"1"-1"0"0,0 0 1 0 0,1-1 0 0 0,-1 1-1 0 0,1 0 1 0 0,0-1 0 0 0,0 1 0 0 0,0 0-1 0 0,1 0 1 0 0,-1 0 0 0 0,1 0-1 0 0,-1 0 1 0 0,1 0 0 0 0,0 1 0 0 0,0-1-1 0 0,1 0 1 0 0,-1 1 0 0 0,0-1 0 0 0,1 1-1 0 0,0 0 1 0 0,-1 0 0 0 0,1 0-1 0 0,0 0 1 0 0,0 1 0 0 0,0-1 0 0 0,0 1-1 0 0,0 0 1 0 0,0 0 0 0 0,1 0-1 0 0,-1 0 1 0 0,5-1 0 0 0,-5 2-55 0 0,1 0-1 0 0,0 1 1 0 0,0-1 0 0 0,0 1 0 0 0,0 0 0 0 0,0 0-1 0 0,-1 0 1 0 0,1 0 0 0 0,0 0 0 0 0,-1 1 0 0 0,1 0-1 0 0,-1 0 1 0 0,0 0 0 0 0,1 0 0 0 0,-1 0 0 0 0,0 1-1 0 0,0-1 1 0 0,-1 1 0 0 0,5 5 0 0 0,6 7 254 0 0,-1 1 1 0 0,16 26 0 0 0,-23-33-235 0 0,43 75 552 0 0,-26-42-653 0 0,42 58 1 0 0,-56-89 18 0 0,1 0 0 0 0,0-1 0 0 0,0-1 1 0 0,0 0-1 0 0,2 0 0 0 0,-1 0 1 0 0,1-2-1 0 0,0 1 0 0 0,0-1 1 0 0,14 5-1 0 0,-23-10-23 0 0,0-1-1 0 0,1 0 1 0 0,-1 0 0 0 0,0-1 0 0 0,1 1-1 0 0,-1 0 1 0 0,0-1 0 0 0,1 1-1 0 0,-1-1 1 0 0,1 0 0 0 0,-1 0 0 0 0,1 0-1 0 0,-1 0 1 0 0,1 0 0 0 0,-1-1-1 0 0,0 1 1 0 0,1-1 0 0 0,-1 0 0 0 0,0 1-1 0 0,1-1 1 0 0,-1 0 0 0 0,0 0-1 0 0,0-1 1 0 0,0 1 0 0 0,3-2 0 0 0,-1-1 8 0 0,-1 0 1 0 0,0 0 0 0 0,0 0-1 0 0,0-1 1 0 0,0 1-1 0 0,-1-1 1 0 0,0 0 0 0 0,0 0-1 0 0,0 0 1 0 0,0 0 0 0 0,0-5-1 0 0,11-51 76 0 0,-4 1 0 0 0,-2-1 0 0 0,-2-107-1 0 0,-3 72-2550 0 0,3 2-3322 0 0</inkml:trace>
</inkml:ink>
</file>

<file path=ppt/ink/ink3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8:40.267"/>
    </inkml:context>
    <inkml:brush xml:id="br0">
      <inkml:brushProperty name="width" value="0.1" units="cm"/>
      <inkml:brushProperty name="height" value="0.1" units="cm"/>
      <inkml:brushProperty name="color" value="#FF0066"/>
    </inkml:brush>
  </inkml:definitions>
  <inkml:trace contextRef="#ctx0" brushRef="#br0">0 4 1376 0 0,'0'0'110'0'0,"1"0"0"0"0,-1-1-1 0 0,1 1 1 0 0,-1 0-1 0 0,1-1 1 0 0,-1 1 0 0 0,1 0-1 0 0,-1 0 1 0 0,1-1-1 0 0,-1 1 1 0 0,1 0 0 0 0,0 0-1 0 0,-1 0 1 0 0,1 0 0 0 0,-1 0-1 0 0,1-1 1 0 0,0 1-1 0 0,-1 0 1 0 0,1 1 0 0 0,-1-1-1 0 0,1 0 1 0 0,-1 0-1 0 0,1 0 1 0 0,0 0 0 0 0,-1 0-1 0 0,1 0 1 0 0,0 1 0 0 0,17 13 2626 0 0,6 23 956 0 0,-19-24-2999 0 0,-1 0-1 0 0,0 1 0 0 0,-1-1 1 0 0,-1 1-1 0 0,0 0 0 0 0,-1 18 1 0 0,-6 88 1135 0 0,2-71-1358 0 0,0 10-226 0 0,-4 37-658 0 0,13 173-1 0 0,-5-246-124 0 0,3 14-643 0 0,2-13-3621 0 0</inkml:trace>
</inkml:ink>
</file>

<file path=ppt/ink/ink3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8:40.759"/>
    </inkml:context>
    <inkml:brush xml:id="br0">
      <inkml:brushProperty name="width" value="0.1" units="cm"/>
      <inkml:brushProperty name="height" value="0.1" units="cm"/>
      <inkml:brushProperty name="color" value="#FF0066"/>
    </inkml:brush>
  </inkml:definitions>
  <inkml:trace contextRef="#ctx0" brushRef="#br0">1 121 1840 0 0,'4'-5'194'0'0,"1"0"-1"0"0,0 1 1 0 0,0 0 0 0 0,0 0-1 0 0,0 0 1 0 0,1 1-1 0 0,0 0 1 0 0,-1 0-1 0 0,1 0 1 0 0,0 1-1 0 0,8-3 1 0 0,8-4 572 0 0,6-4 561 0 0,0 2-1 0 0,0 1 1 0 0,2 1 0 0 0,47-8 0 0 0,-59 14-831 0 0,-1 1 1 0 0,1 1 0 0 0,-1 0 0 0 0,1 2 0 0 0,-1 0 0 0 0,0 1 0 0 0,1 0 0 0 0,-1 2 0 0 0,25 7 0 0 0,-37-9-428 0 0,-1-1 0 0 0,0 1 0 0 0,1 0 1 0 0,-1 0-1 0 0,0 1 0 0 0,0-1 1 0 0,0 1-1 0 0,-1 0 0 0 0,1 0 0 0 0,-1 0 1 0 0,0 0-1 0 0,1 1 0 0 0,-1-1 1 0 0,-1 1-1 0 0,1 0 0 0 0,-1 0 1 0 0,1 0-1 0 0,-1 0 0 0 0,0 1 0 0 0,0-1 1 0 0,-1 0-1 0 0,2 6 0 0 0,-2-3-31 0 0,-1-1 0 0 0,1 1 1 0 0,-1-1-1 0 0,-1 1 0 0 0,1-1 0 0 0,-1 1 0 0 0,0-1 0 0 0,-1 0 0 0 0,1 1 0 0 0,-1-1 0 0 0,-1 0 0 0 0,1 0 0 0 0,-1 0 1 0 0,0-1-1 0 0,-6 9 0 0 0,-8 10-185 0 0,-2-1 0 0 0,0-1 0 0 0,-2-1 0 0 0,-32 27 1 0 0,-15 14 694 0 0,68-61-500 0 0,-1-1 0 0 0,1 1 0 0 0,-1-1 0 0 0,1 1-1 0 0,0 0 1 0 0,0-1 0 0 0,-1 1 0 0 0,1 0 0 0 0,0 0-1 0 0,0-1 1 0 0,0 1 0 0 0,0 0 0 0 0,0 0 0 0 0,0-1 0 0 0,0 1-1 0 0,0 0 1 0 0,0-1 0 0 0,0 1 0 0 0,0 0 0 0 0,0 0-1 0 0,1-1 1 0 0,-1 1 0 0 0,0 0 0 0 0,0-1 0 0 0,1 1 0 0 0,-1 0-1 0 0,0-1 1 0 0,1 1 0 0 0,-1-1 0 0 0,1 1 0 0 0,-1 0-1 0 0,1-1 1 0 0,-1 1 0 0 0,1-1 0 0 0,-1 0 0 0 0,1 1 0 0 0,0-1-1 0 0,-1 1 1 0 0,1-1 0 0 0,0 0 0 0 0,-1 1 0 0 0,1-1-1 0 0,1 0 1 0 0,35 18 769 0 0,-32-16-674 0 0,31 12 41 0 0,1-2 0 0 0,0-1 0 0 0,1-2 0 0 0,0-2 0 0 0,0-2 0 0 0,0-1 0 0 0,60-2 0 0 0,-55-3-77 0 0,33 1-2444 0 0</inkml:trace>
</inkml:ink>
</file>

<file path=ppt/ink/ink3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8:42.046"/>
    </inkml:context>
    <inkml:brush xml:id="br0">
      <inkml:brushProperty name="width" value="0.1" units="cm"/>
      <inkml:brushProperty name="height" value="0.1" units="cm"/>
      <inkml:brushProperty name="color" value="#FF0066"/>
    </inkml:brush>
  </inkml:definitions>
  <inkml:trace contextRef="#ctx0" brushRef="#br0">176 66 10594 0 0,'0'-3'194'0'0,"0"0"0"0"0,0 0 0 0 0,0 0 0 0 0,0 0 1 0 0,1 0-1 0 0,0 0 0 0 0,1-5 0 0 0,-1 6 47 0 0,0 0 0 0 0,-1-1 1 0 0,1 1-1 0 0,-1 0 1 0 0,1 0-1 0 0,-1-1 0 0 0,0 1 1 0 0,0 0-1 0 0,0-1 0 0 0,0 1 1 0 0,0 0-1 0 0,-1-4 1 0 0,0 6-216 0 0,1 0 1 0 0,0-1-1 0 0,0 1 1 0 0,-1 0 0 0 0,1 0-1 0 0,-1-1 1 0 0,1 1-1 0 0,0 0 1 0 0,-1 0 0 0 0,1 0-1 0 0,0-1 1 0 0,-1 1-1 0 0,1 0 1 0 0,-1 0-1 0 0,1 0 1 0 0,0 0 0 0 0,-1 0-1 0 0,1 0 1 0 0,-1 0-1 0 0,1 0 1 0 0,0 0 0 0 0,-1 0-1 0 0,1 0 1 0 0,-1 0-1 0 0,1 0 1 0 0,0 0 0 0 0,-1 1-1 0 0,1-1 1 0 0,-1 0-1 0 0,1 0 1 0 0,0 0 0 0 0,-1 1-1 0 0,1-1 1 0 0,0 0-1 0 0,-1 0 1 0 0,1 1 0 0 0,-1-1-1 0 0,-14 12 158 0 0,14-12-158 0 0,0 1-24 0 0,-22 17 152 0 0,1 2 0 0 0,1 1 0 0 0,-22 26 0 0 0,37-40-90 0 0,1 1 0 0 0,0 0 0 0 0,1-1 0 0 0,-1 2 0 0 0,1-1 0 0 0,-4 13 0 0 0,7-16-28 0 0,0-1 0 0 0,0 1 1 0 0,1 0-1 0 0,-1-1 0 0 0,1 1 1 0 0,0 0-1 0 0,0 0 1 0 0,0-1-1 0 0,1 1 0 0 0,-1 0 1 0 0,1-1-1 0 0,1 1 0 0 0,1 6 1 0 0,0-5-72 0 0,0-1-1 0 0,0 1 1 0 0,0-1 0 0 0,1 0 0 0 0,0 0 0 0 0,0 0 0 0 0,0 0-1 0 0,1-1 1 0 0,-1 1 0 0 0,9 5 0 0 0,8 3-447 0 0,31 17 1 0 0,-33-20 86 0 0,31 22 1 0 0,-42-26 418 0 0,-1 0-1 0 0,0 0 1 0 0,0 0 0 0 0,-1 1 0 0 0,0 0 0 0 0,0 0-1 0 0,-1 0 1 0 0,0 1 0 0 0,8 14 0 0 0,-12-17 25 0 0,1 0 0 0 0,-1 0 0 0 0,0-1 1 0 0,0 1-1 0 0,0 0 0 0 0,-1 0 0 0 0,0 0 1 0 0,0 0-1 0 0,0 0 0 0 0,0 0 0 0 0,-1 0 1 0 0,0 0-1 0 0,0 0 0 0 0,0 0 0 0 0,-1 0 1 0 0,0-1-1 0 0,0 1 0 0 0,0-1 0 0 0,-4 8 1 0 0,-8 10 231 0 0,-1 0 0 0 0,-1-1 0 0 0,-1-1 1 0 0,-1 0-1 0 0,-29 25 0 0 0,-18 4-2315 0 0,50-39-4045 0 0</inkml:trace>
</inkml:ink>
</file>

<file path=ppt/ink/ink3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8:42.251"/>
    </inkml:context>
    <inkml:brush xml:id="br0">
      <inkml:brushProperty name="width" value="0.1" units="cm"/>
      <inkml:brushProperty name="height" value="0.1" units="cm"/>
      <inkml:brushProperty name="color" value="#FF0066"/>
    </inkml:brush>
  </inkml:definitions>
  <inkml:trace contextRef="#ctx0" brushRef="#br0">0 1 1840 0 0,'9'0'1924'0'0,"-1"1"0"0"0,1 0-1 0 0,-1 0 1 0 0,0 1-1 0 0,14 4 1 0 0,-14-3-1034 0 0,0 0 1 0 0,-1 1-1 0 0,0-1 0 0 0,0 2 1 0 0,0-1-1 0 0,6 6 0 0 0,-8-6-842 0 0,0 0 0 0 0,-1 1 0 0 0,0-1-1 0 0,0 1 1 0 0,0 0 0 0 0,-1 0 0 0 0,0 0 0 0 0,4 9-1 0 0,-5-10-580 0 0,0 1 0 0 0,0 1 0 0 0,-1-1 0 0 0,0 0-1 0 0,0 0 1 0 0,0 1 0 0 0,-1-1 0 0 0,1 0-1 0 0,-1 1 1 0 0,-1 7 0 0 0</inkml:trace>
</inkml:ink>
</file>

<file path=ppt/ink/ink3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8:42.426"/>
    </inkml:context>
    <inkml:brush xml:id="br0">
      <inkml:brushProperty name="width" value="0.1" units="cm"/>
      <inkml:brushProperty name="height" value="0.1" units="cm"/>
      <inkml:brushProperty name="color" value="#FF0066"/>
    </inkml:brush>
  </inkml:definitions>
  <inkml:trace contextRef="#ctx0" brushRef="#br0">11 2 12443 0 0,'-11'-1'1509'0'0,"16"11"-530"0"0,2 2-1148 0 0,1 6-961 0 0,2-1 1 0 0,0-1-1 0 0,1 0 1 0 0,1 0-1 0 0,0-1 0 0 0,27 25 1 0 0,-15-15 987 0 0</inkml:trace>
</inkml:ink>
</file>

<file path=ppt/ink/ink3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8:43.157"/>
    </inkml:context>
    <inkml:brush xml:id="br0">
      <inkml:brushProperty name="width" value="0.1" units="cm"/>
      <inkml:brushProperty name="height" value="0.1" units="cm"/>
      <inkml:brushProperty name="color" value="#FF0066"/>
    </inkml:brush>
  </inkml:definitions>
  <inkml:trace contextRef="#ctx0" brushRef="#br0">366 97 4145 0 0,'0'-2'116'0'0,"0"-1"1"0"0,0 1-1 0 0,0-1 1 0 0,0 1-1 0 0,-1 0 0 0 0,0-1 1 0 0,1 1-1 0 0,-1 0 1 0 0,0-1-1 0 0,0 1 1 0 0,0 0-1 0 0,0 0 0 0 0,-1 0 1 0 0,1 0-1 0 0,0 0 1 0 0,-1 0-1 0 0,1 0 1 0 0,-1 0-1 0 0,0 1 0 0 0,0-1 1 0 0,-3-2-1 0 0,-2-1 236 0 0,0-1 0 0 0,0 2 0 0 0,-1-1 0 0 0,-13-6 0 0 0,11 8-164 0 0,0-1 0 0 0,-1 2 0 0 0,1-1 0 0 0,-1 2 0 0 0,1-1 0 0 0,-1 1 1 0 0,0 1-1 0 0,0 0 0 0 0,1 0 0 0 0,-1 1 0 0 0,1 1 0 0 0,-1 0 0 0 0,-15 5 0 0 0,18-5-81 0 0,0 1 0 0 0,0 0-1 0 0,0 0 1 0 0,0 1 0 0 0,1 0-1 0 0,0 1 1 0 0,-1 0-1 0 0,2 0 1 0 0,-1 0 0 0 0,0 1-1 0 0,1 0 1 0 0,0 0 0 0 0,1 0-1 0 0,-1 1 1 0 0,1 0 0 0 0,1 0-1 0 0,-6 11 1 0 0,9-18-151 0 0,1 0 0 0 0,0 0 0 0 0,0 1 0 0 0,-1-1 0 0 0,1 0 0 0 0,0 1 0 0 0,0-1 0 0 0,0 0 0 0 0,-1 1 0 0 0,1-1 0 0 0,0 0 0 0 0,0 1 0 0 0,0-1 0 0 0,0 1 0 0 0,0-1 0 0 0,0 0 0 0 0,0 1 0 0 0,0-1 0 0 0,0 1 0 0 0,0-1 0 0 0,0 0 0 0 0,0 1 0 0 0,0-1 0 0 0,0 0 0 0 0,0 1 0 0 0,0-1 0 0 0,0 1 0 0 0,1-1 0 0 0,-1 0 1 0 0,0 1-1 0 0,0-1 0 0 0,0 0 0 0 0,1 1 0 0 0,-1-1 0 0 0,0 0 0 0 0,0 0 0 0 0,1 1 0 0 0,-1-1 0 0 0,0 0 0 0 0,1 0 0 0 0,-1 1 0 0 0,1-1 0 0 0,20-2-1251 0 0,22-17-94 0 0,-22 7 1482 0 0,2-1 277 0 0,32-13 1 0 0,-49 24-221 0 0,-1 0-1 0 0,1 0 1 0 0,-1 0 0 0 0,1 1 0 0 0,0 0 0 0 0,-1 0 0 0 0,1 0-1 0 0,0 1 1 0 0,0 0 0 0 0,0 0 0 0 0,11 2 0 0 0,-14 0-50 0 0,1-1 0 0 0,-1 1 0 0 0,0 0-1 0 0,0 0 1 0 0,1 0 0 0 0,-1 0 0 0 0,-1 1 0 0 0,1-1 0 0 0,0 1 0 0 0,-1 0 0 0 0,1 0 0 0 0,-1 0 0 0 0,0 0 0 0 0,0 0 0 0 0,0 0 0 0 0,0 0 0 0 0,0 1 0 0 0,-1-1 0 0 0,0 1 0 0 0,1 0-1 0 0,-1-1 1 0 0,-1 1 0 0 0,1 0 0 0 0,0 4 0 0 0,2 10 173 0 0,-2 0 1 0 0,0 0-1 0 0,-2 30 0 0 0,-1-12-62 0 0,-2 1 0 0 0,-1-1 0 0 0,-3 0 0 0 0,0-1 0 0 0,-2 1-1 0 0,-2-2 1 0 0,-32 66 0 0 0,44-100-207 0 0,0 0-1 0 0,0 0 1 0 0,0 0-1 0 0,0 0 1 0 0,0-1-1 0 0,0 1 1 0 0,0 0-1 0 0,0 0 1 0 0,0 0 0 0 0,0 0-1 0 0,0 0 1 0 0,0 0-1 0 0,0 0 1 0 0,0-1-1 0 0,0 1 1 0 0,0 0-1 0 0,0 0 1 0 0,0 0-1 0 0,0 0 1 0 0,0 0-1 0 0,0 0 1 0 0,0 0 0 0 0,0 0-1 0 0,0-1 1 0 0,0 1-1 0 0,0 0 1 0 0,0 0-1 0 0,0 0 1 0 0,-1 0-1 0 0,1 0 1 0 0,0 0-1 0 0,0 0 1 0 0,0 0-1 0 0,0 0 1 0 0,0 0-1 0 0,0 0 1 0 0,0 0 0 0 0,0 0-1 0 0,-1 0 1 0 0,1 0-1 0 0,0-1 1 0 0,0 1-1 0 0,0 0 1 0 0,0 0-1 0 0,0 0 1 0 0,0 0-1 0 0,0 0 1 0 0,-1 0-1 0 0,1 1 1 0 0,0-1 0 0 0,0 0-1 0 0,0 0 1 0 0,0 0-1 0 0,0 0 1 0 0,0 0-1 0 0,0 0 1 0 0,-1 0-1 0 0,1 0 1 0 0,0 0-1 0 0,0 0 1 0 0,0 0-1 0 0,0 0 1 0 0,0 0 0 0 0,0 0-1 0 0,0 1 1 0 0,-3-21-267 0 0,2-23-675 0 0,1 9 637 0 0,2 0 0 0 0,2 0 0 0 0,1 0 0 0 0,12-41 0 0 0,-12 57 332 0 0,1 0 1 0 0,0 0-1 0 0,2 1 0 0 0,0 0 1 0 0,0 1-1 0 0,2 0 1 0 0,0 0-1 0 0,1 1 1 0 0,18-20-1 0 0,-25 31 140 0 0,0 0 0 0 0,0 0 0 0 0,1 1 0 0 0,-1 0-1 0 0,1 0 1 0 0,0 0 0 0 0,0 0 0 0 0,0 1-1 0 0,0 0 1 0 0,10-4 0 0 0,-12 6-77 0 0,-1 0 1 0 0,0-1-1 0 0,0 1 1 0 0,0 0-1 0 0,1 0 1 0 0,-1 0-1 0 0,0 1 0 0 0,0-1 1 0 0,1 0-1 0 0,-1 1 1 0 0,0 0-1 0 0,0-1 1 0 0,0 1-1 0 0,0 0 1 0 0,0 0-1 0 0,0 0 0 0 0,0 0 1 0 0,0 1-1 0 0,0-1 1 0 0,-1 0-1 0 0,1 1 1 0 0,0-1-1 0 0,-1 1 0 0 0,1 0 1 0 0,-1-1-1 0 0,0 1 1 0 0,1 0-1 0 0,-1 0 1 0 0,1 3-1 0 0,3 6 26 0 0,0 0 1 0 0,-2 0-1 0 0,1 1 1 0 0,-1 0-1 0 0,-1 0 1 0 0,0 0-1 0 0,-1 0 1 0 0,0 20-1 0 0,0-17-7 0 0,0-1 0 0 0,0 1-1 0 0,1-1 1 0 0,1 1 0 0 0,6 17-1 0 0,-9-31-114 0 0,0 0-1 0 0,0-1 0 0 0,1 1 1 0 0,-1 0-1 0 0,0 0 0 0 0,0-1 1 0 0,1 1-1 0 0,-1 0 0 0 0,1 0 0 0 0,-1-1 1 0 0,0 1-1 0 0,1-1 0 0 0,0 1 1 0 0,-1 0-1 0 0,1-1 0 0 0,-1 1 1 0 0,1-1-1 0 0,0 1 0 0 0,-1-1 1 0 0,1 1-1 0 0,0-1 0 0 0,-1 0 0 0 0,1 1 1 0 0,0-1-1 0 0,0 0 0 0 0,-1 1 1 0 0,1-1-1 0 0,0 0 0 0 0,0 0 1 0 0,0 0-1 0 0,0 0 0 0 0,1 0-11 0 0,0-1 0 0 0,-1 0 0 0 0,1 0 0 0 0,0 1 1 0 0,-1-1-1 0 0,1 0 0 0 0,-1 0 0 0 0,1-1 0 0 0,-1 1 0 0 0,1 0 0 0 0,-1 0 0 0 0,0-1 0 0 0,1-1 0 0 0,7-8-96 0 0,-2 0 0 0 0,11-20-1 0 0,-17 29 107 0 0,10-18-15 0 0,0 0-1 0 0,2 1 1 0 0,25-31-1 0 0,-34 45 50 0 0,1 0-1 0 0,0 0 1 0 0,0 0-1 0 0,0 1 1 0 0,0-1-1 0 0,1 1 0 0 0,-1 1 1 0 0,1-1-1 0 0,0 1 1 0 0,0 0-1 0 0,1 0 1 0 0,-1 1-1 0 0,1 0 1 0 0,-1 0-1 0 0,1 0 0 0 0,0 1 1 0 0,7 0-1 0 0,-12 1 12 0 0,1 0 0 0 0,-1 0 0 0 0,0 1-1 0 0,0-1 1 0 0,0 1 0 0 0,0 0 0 0 0,0-1-1 0 0,-1 1 1 0 0,1 0 0 0 0,0 0 0 0 0,0 0-1 0 0,0 1 1 0 0,-1-1 0 0 0,1 0 0 0 0,-1 1-1 0 0,1-1 1 0 0,-1 1 0 0 0,1-1 0 0 0,-1 1-1 0 0,0 0 1 0 0,0-1 0 0 0,2 4 0 0 0,3 6 12 0 0,-1 1 0 0 0,7 22 0 0 0,7 11-2062 0 0,-10-31 972 0 0,1 1-10 0 0</inkml:trace>
</inkml:ink>
</file>

<file path=ppt/ink/ink3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8:43.744"/>
    </inkml:context>
    <inkml:brush xml:id="br0">
      <inkml:brushProperty name="width" value="0.1" units="cm"/>
      <inkml:brushProperty name="height" value="0.1" units="cm"/>
      <inkml:brushProperty name="color" value="#FF0066"/>
    </inkml:brush>
  </inkml:definitions>
  <inkml:trace contextRef="#ctx0" brushRef="#br0">194 455 12963 0 0,'0'-4'38'0'0,"0"3"81"0"0,0 0 0 0 0,0 1 0 0 0,1-1 0 0 0,-1 0 0 0 0,0 0 0 0 0,0 0 0 0 0,-1 0 0 0 0,1 0 0 0 0,0 1 0 0 0,0-1 0 0 0,0 0 0 0 0,-1 0 0 0 0,1 0 0 0 0,0 1-1 0 0,0-1 1 0 0,-1 0 0 0 0,0-1 0 0 0,0 2 4 0 0,-1 0 0 0 0,1 0 0 0 0,0 0-1 0 0,-1 0 1 0 0,1 0 0 0 0,0 0 0 0 0,-1 0-1 0 0,1 1 1 0 0,0-1 0 0 0,-1 0 0 0 0,1 1-1 0 0,0-1 1 0 0,0 1 0 0 0,0-1 0 0 0,-2 2-1 0 0,-10 4 8 0 0,1 1-1 0 0,0 0 1 0 0,0 1 0 0 0,1 0-1 0 0,0 1 1 0 0,0 0-1 0 0,-12 14 1 0 0,16-16-137 0 0,0 1 0 0 0,1 0 0 0 0,0 0 0 0 0,0 0 0 0 0,1 1 0 0 0,0 0 0 0 0,1 0 0 0 0,0 0 0 0 0,0 1 0 0 0,-4 17 1 0 0,7-23-42 0 0,1 0 0 0 0,-1 0 0 0 0,1-1 0 0 0,0 1 1 0 0,1 0-1 0 0,-1-1 0 0 0,0 1 0 0 0,1 0 1 0 0,0-1-1 0 0,0 1 0 0 0,0-1 0 0 0,0 1 1 0 0,4 6-1 0 0,-4-9-2 0 0,0 0-1 0 0,0 0 1 0 0,0 1 0 0 0,0-1 0 0 0,0 0 0 0 0,0 0 0 0 0,0 0 0 0 0,1 0 0 0 0,-1 0-1 0 0,0 0 1 0 0,1-1 0 0 0,-1 1 0 0 0,1 0 0 0 0,-1-1 0 0 0,0 1 0 0 0,1-1 0 0 0,-1 1-1 0 0,1-1 1 0 0,0 0 0 0 0,-1 0 0 0 0,1 0 0 0 0,-1 1 0 0 0,1-2 0 0 0,-1 1 0 0 0,1 0-1 0 0,0 0 1 0 0,-1 0 0 0 0,1-1 0 0 0,-1 1 0 0 0,1-1 0 0 0,-1 1 0 0 0,0-1 0 0 0,1 1-1 0 0,2-3 1 0 0,6-3 0 0 0,0-1 0 0 0,0-1 0 0 0,0 0 0 0 0,-1 0 0 0 0,0-1 1 0 0,-1 0-1 0 0,0 0 0 0 0,0-1 0 0 0,-1 0 0 0 0,10-18 0 0 0,-5 10 297 0 0,-12 18-221 0 0,1 0 0 0 0,-1 0 1 0 0,0 0-1 0 0,1 0 1 0 0,-1 0-1 0 0,1 0 1 0 0,-1 0-1 0 0,0 0 1 0 0,1 0-1 0 0,-1 1 1 0 0,0-1-1 0 0,1 0 0 0 0,-1 0 1 0 0,0 0-1 0 0,1 0 1 0 0,-1 1-1 0 0,0-1 1 0 0,1 0-1 0 0,-1 0 1 0 0,0 1-1 0 0,1-1 0 0 0,-1 0 1 0 0,0 1-1 0 0,0-1 1 0 0,1 0-1 0 0,-1 1 1 0 0,0-1-1 0 0,0 0 1 0 0,0 1-1 0 0,0-1 0 0 0,1 0 1 0 0,-1 1-1 0 0,0-1 1 0 0,0 0-1 0 0,0 1 1 0 0,0-1-1 0 0,0 1 1 0 0,12 26 225 0 0,-8-17-134 0 0,-2-6-240 0 0,0-1 0 0 0,0 1 0 0 0,0-1 1 0 0,0 0-1 0 0,1 1 0 0 0,-1-1 1 0 0,1 0-1 0 0,0-1 0 0 0,0 1 1 0 0,0 0-1 0 0,0-1 0 0 0,0 0 1 0 0,1 1-1 0 0,-1-1 0 0 0,1-1 0 0 0,-1 1 1 0 0,1 0-1 0 0,0-1 0 0 0,-1 0 1 0 0,1 0-1 0 0,0 0 0 0 0,0 0 1 0 0,0-1-1 0 0,0 1 0 0 0,0-1 1 0 0,0 0-1 0 0,0 0 0 0 0,0-1 0 0 0,0 1 1 0 0,0-1-1 0 0,0 0 0 0 0,0 0 1 0 0,-1 0-1 0 0,6-2 0 0 0,-2 0-235 0 0,0 0-1 0 0,0 0 0 0 0,0-1 0 0 0,-1 0 1 0 0,1 0-1 0 0,-1-1 0 0 0,0 1 1 0 0,0-2-1 0 0,-1 1 0 0 0,0 0 0 0 0,1-1 1 0 0,-2 0-1 0 0,1 0 0 0 0,-1-1 0 0 0,0 1 1 0 0,0-1-1 0 0,3-8 0 0 0,-2-6-102 0 0,0 0 0 0 0,-2-1 0 0 0,0 1 0 0 0,-2-1 0 0 0,0 1 0 0 0,-3-35-1 0 0,1-32 356 0 0,16-61 1331 0 0,-1 32 3980 0 0,-23 95 1283 0 0,8 22-6408 0 0,-1 3 265 0 0,0-1-1 0 0,0 1 1 0 0,1 0 0 0 0,-1-1 0 0 0,0 1 0 0 0,1 0-1 0 0,0 0 1 0 0,0 0 0 0 0,-2 6 0 0 0,-4 29 36 0 0,1 0 1 0 0,3 1 0 0 0,1 0-1 0 0,1 0 1 0 0,2-1 0 0 0,2 1-1 0 0,2 0 1 0 0,1-1-1 0 0,18 57 1 0 0,-7-38-903 0 0,45 98 0 0 0,46 39-5320 0 0,-89-162 4243 0 0,-3-3 996 0 0</inkml:trace>
</inkml:ink>
</file>

<file path=ppt/ink/ink3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8:44.124"/>
    </inkml:context>
    <inkml:brush xml:id="br0">
      <inkml:brushProperty name="width" value="0.1" units="cm"/>
      <inkml:brushProperty name="height" value="0.1" units="cm"/>
      <inkml:brushProperty name="color" value="#FF0066"/>
    </inkml:brush>
  </inkml:definitions>
  <inkml:trace contextRef="#ctx0" brushRef="#br0">50 45 10594 0 0,'-20'-19'586'0'0,"2"2"462"0"0,7 8 2934 0 0,16 21 82 0 0,5 20-3074 0 0,-4-12-447 0 0,16 54-59 0 0,-3 1-1 0 0,16 140 1 0 0,-21-56-7156 0 0,-11-117-456 0 0</inkml:trace>
</inkml:ink>
</file>

<file path=ppt/ink/ink3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8:44.551"/>
    </inkml:context>
    <inkml:brush xml:id="br0">
      <inkml:brushProperty name="width" value="0.1" units="cm"/>
      <inkml:brushProperty name="height" value="0.1" units="cm"/>
      <inkml:brushProperty name="color" value="#FF0066"/>
    </inkml:brush>
  </inkml:definitions>
  <inkml:trace contextRef="#ctx0" brushRef="#br0">26 158 5985 0 0,'-2'-1'-43'0'0,"-20"-6"1343"0"0,22 6-1214 0 0,-1 0 1 0 0,1 1-1 0 0,0-1 0 0 0,0 0 1 0 0,-1 1-1 0 0,1-1 0 0 0,0 0 1 0 0,0 0-1 0 0,0 1 0 0 0,0-1 1 0 0,0 0-1 0 0,0 1 0 0 0,0-1 1 0 0,0 0-1 0 0,0 0 0 0 0,1 1 1 0 0,-1-1-1 0 0,0 0 0 0 0,0 1 0 0 0,1-1 1 0 0,-1 0-1 0 0,0 1 0 0 0,1-1 1 0 0,-1 0-1 0 0,1 1 0 0 0,-1-1 1 0 0,1 1-1 0 0,-1-1 0 0 0,1 1 1 0 0,0-1-1 0 0,8-10 191 0 0,0 0 0 0 0,1 1 1 0 0,0 1-1 0 0,1 0 0 0 0,0 0 0 0 0,1 1 0 0 0,-1 0 0 0 0,1 1 0 0 0,1 1 1 0 0,0 0-1 0 0,-1 0 0 0 0,2 1 0 0 0,-1 1 0 0 0,0 0 0 0 0,17-2 0 0 0,-8 2 140 0 0,0 1-1 0 0,0 1 1 0 0,0 1-1 0 0,0 1 0 0 0,0 1 1 0 0,0 1-1 0 0,0 1 0 0 0,41 11 1 0 0,-58-13-418 0 0,1 1 0 0 0,-1 0 1 0 0,0 0-1 0 0,1 1 0 0 0,-1 0 0 0 0,0 0 0 0 0,0 0 1 0 0,-1 0-1 0 0,1 1 0 0 0,-1 0 0 0 0,6 5 1 0 0,-8-6-22 0 0,-1-1 0 0 0,1 0 0 0 0,-1 1 0 0 0,0-1 0 0 0,1 0 0 0 0,-1 1-1 0 0,0 0 1 0 0,0-1 0 0 0,-1 1 0 0 0,1 0 0 0 0,-1-1 0 0 0,1 1 0 0 0,-1 0 0 0 0,0 0 0 0 0,0-1 0 0 0,0 1 0 0 0,0 0 0 0 0,-1 0 0 0 0,1 0 0 0 0,-1-1 0 0 0,1 1 0 0 0,-1 0 0 0 0,0-1 0 0 0,0 1 0 0 0,-2 2 0 0 0,-1 4 196 0 0,0 0 0 0 0,1 0 0 0 0,0 0 0 0 0,0 1 0 0 0,1-1-1 0 0,0 1 1 0 0,1-1 0 0 0,0 1 0 0 0,1 0 0 0 0,0 10 0 0 0,0-15-129 0 0,1-1 1 0 0,0 0 0 0 0,0 0-1 0 0,0 1 1 0 0,1-1 0 0 0,-1 0-1 0 0,1 0 1 0 0,0 0 0 0 0,0 0-1 0 0,0-1 1 0 0,1 1 0 0 0,-1-1-1 0 0,1 1 1 0 0,0-1 0 0 0,0 0-1 0 0,0 0 1 0 0,1 0 0 0 0,-1 0-1 0 0,1 0 1 0 0,-1-1 0 0 0,1 0-1 0 0,0 0 1 0 0,0 0 0 0 0,6 3-1 0 0,-6-4-10 0 0,-1 0-1 0 0,0 0 0 0 0,1 0 0 0 0,-1 0 0 0 0,1 0 0 0 0,-1-1 1 0 0,1 0-1 0 0,-1 1 0 0 0,1-1 0 0 0,-1 0 0 0 0,1-1 1 0 0,-1 1-1 0 0,1-1 0 0 0,-1 1 0 0 0,0-1 0 0 0,1 0 0 0 0,-1 0 1 0 0,0-1-1 0 0,1 1 0 0 0,-1-1 0 0 0,0 0 0 0 0,0 1 0 0 0,0-1 1 0 0,-1-1-1 0 0,1 1 0 0 0,0 0 0 0 0,-1-1 0 0 0,1 1 0 0 0,-1-1 1 0 0,0 0-1 0 0,0 1 0 0 0,0-1 0 0 0,0 0 0 0 0,0-1 1 0 0,-1 1-1 0 0,1 0 0 0 0,-1 0 0 0 0,0-1 0 0 0,0 1 0 0 0,0 0 1 0 0,-1-1-1 0 0,1 1 0 0 0,-1-1 0 0 0,0 1 0 0 0,0-1 0 0 0,0 1 1 0 0,-1-5-1 0 0,0-9-25 0 0,-1 1-1 0 0,0 0 1 0 0,-2 0 0 0 0,0 0 0 0 0,0 0 0 0 0,-2 0 0 0 0,0 1 0 0 0,-1 0-1 0 0,0 0 1 0 0,-1 1 0 0 0,-1 0 0 0 0,0 0 0 0 0,-12-13 0 0 0,4 11-605 0 0</inkml:trace>
</inkml:ink>
</file>

<file path=ppt/ink/ink3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8:45.536"/>
    </inkml:context>
    <inkml:brush xml:id="br0">
      <inkml:brushProperty name="width" value="0.1" units="cm"/>
      <inkml:brushProperty name="height" value="0.1" units="cm"/>
      <inkml:brushProperty name="color" value="#FF0066"/>
    </inkml:brush>
  </inkml:definitions>
  <inkml:trace contextRef="#ctx0" brushRef="#br0">0 75 9674 0 0,'0'-2'346'0'0,"1"1"1"0"0,-1-1-1 0 0,0 0 0 0 0,1 0 0 0 0,-1 1 1 0 0,1-1-1 0 0,0 0 0 0 0,-1 0 0 0 0,1 1 1 0 0,0-1-1 0 0,0 1 0 0 0,0-1 0 0 0,0 1 1 0 0,0-1-1 0 0,0 1 0 0 0,1 0 0 0 0,-1-1 1 0 0,2-1-1 0 0,-2 3-240 0 0,-1 0 0 0 0,1-1 1 0 0,-1 1-1 0 0,1 0 0 0 0,0 0 0 0 0,-1-1 1 0 0,1 1-1 0 0,-1 0 0 0 0,1 0 0 0 0,-1 0 1 0 0,1 0-1 0 0,0 0 0 0 0,-1 0 0 0 0,1 0 1 0 0,-1 0-1 0 0,1 0 0 0 0,0 0 0 0 0,-1 0 1 0 0,1 0-1 0 0,-1 0 0 0 0,1 0 1 0 0,0 1-1 0 0,0-1-45 0 0,0 1 0 0 0,0 0 0 0 0,0 0 0 0 0,0 0 0 0 0,0-1 0 0 0,-1 1 0 0 0,1 0 0 0 0,0 0 0 0 0,-1 0 0 0 0,1 0 0 0 0,-1 0 1 0 0,1 0-1 0 0,-1 0 0 0 0,1 1 0 0 0,-1-1 0 0 0,1 2 0 0 0,6 32 395 0 0,-1 0 1 0 0,-2 1-1 0 0,-1 57 1 0 0,-3-56-427 0 0,2 1 0 0 0,2-1 1 0 0,8 41-1 0 0,-12-77-50 0 0,0 1 0 0 0,0-1 0 0 0,1 0 0 0 0,-1 0 0 0 0,0 0 0 0 0,1 1 0 0 0,-1-1 0 0 0,0 0 0 0 0,1 0 0 0 0,-1 0 0 0 0,1 0 1 0 0,0 0-1 0 0,-1 0 0 0 0,1 0 0 0 0,0 0 0 0 0,0 0 0 0 0,-1 0 0 0 0,1 0 0 0 0,0 0 0 0 0,0-1 0 0 0,0 1 0 0 0,0 0 0 0 0,2 0 0 0 0,-2-1-10 0 0,0 0 0 0 0,0 0 0 0 0,0-1 0 0 0,0 1-1 0 0,0 0 1 0 0,0-1 0 0 0,0 1 0 0 0,0-1 0 0 0,0 0 0 0 0,0 1 0 0 0,0-1 0 0 0,0 0 0 0 0,0 1-1 0 0,-1-1 1 0 0,1 0 0 0 0,0 0 0 0 0,0 0 0 0 0,-1 0 0 0 0,1 1 0 0 0,0-3 0 0 0,6-9-347 0 0,0 0 0 0 0,9-24 0 0 0,-15 33 336 0 0,35-96-1650 0 0,-18 48 994 0 0,2 1 0 0 0,38-71 0 0 0,-53 114 768 0 0,0 0 0 0 0,0 0 0 0 0,0 0 1 0 0,1 1-1 0 0,0 0 0 0 0,0 0 0 0 0,1 0 1 0 0,13-8-1 0 0,-18 12 26 0 0,0 1 0 0 0,-1 0 0 0 0,1 0 0 0 0,0 0 0 0 0,0 1 0 0 0,0-1 0 0 0,0 0 0 0 0,0 1 0 0 0,1-1 0 0 0,-1 1 0 0 0,0 0 0 0 0,0 0 0 0 0,0 0 0 0 0,0 0 0 0 0,0 0 0 0 0,0 0 0 0 0,0 0 0 0 0,1 1 0 0 0,-1-1 0 0 0,0 1 0 0 0,0-1 0 0 0,0 1 0 0 0,0 0 0 0 0,0 0 0 0 0,-1 0 0 0 0,1 0 0 0 0,0 0 0 0 0,0 0 0 0 0,-1 1 0 0 0,1-1 0 0 0,0 1 0 0 0,-1-1 0 0 0,1 1 0 0 0,-1-1 0 0 0,0 1 0 0 0,0 0 0 0 0,0 0 0 0 0,0 0 0 0 0,0 0 0 0 0,2 3 0 0 0,9 23 627 0 0,0 1-1 0 0,12 47 1 0 0,-4-9-440 0 0,-7-25-697 0 0,-1 1 1 0 0,-2 1-1 0 0,7 83 0 0 0,-16-109-7135 0 0</inkml:trace>
</inkml:ink>
</file>

<file path=ppt/ink/ink3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8:45.836"/>
    </inkml:context>
    <inkml:brush xml:id="br0">
      <inkml:brushProperty name="width" value="0.1" units="cm"/>
      <inkml:brushProperty name="height" value="0.1" units="cm"/>
      <inkml:brushProperty name="color" value="#FF0066"/>
    </inkml:brush>
  </inkml:definitions>
  <inkml:trace contextRef="#ctx0" brushRef="#br0">11 43 11979 0 0,'-10'-8'2254'0'0,"9"20"-247"0"0,1-8-1741 0 0,1 22 475 0 0,1 0 1 0 0,0 0-1 0 0,12 44 0 0 0,-12-60-635 0 0,1 0 0 0 0,0 0-1 0 0,1 0 1 0 0,0-1 0 0 0,0 1 0 0 0,1-1-1 0 0,1 0 1 0 0,-1 0 0 0 0,1 0 0 0 0,1-1-1 0 0,0 0 1 0 0,10 10 0 0 0,-14-15-82 0 0,1-1 0 0 0,-1 0-1 0 0,1 1 1 0 0,-1-1 0 0 0,1-1 0 0 0,0 1 0 0 0,0 0 0 0 0,0-1 0 0 0,0 0 0 0 0,0 0-1 0 0,0 0 1 0 0,0 0 0 0 0,0-1 0 0 0,0 0 0 0 0,0 1 0 0 0,0-1 0 0 0,1-1 0 0 0,-1 1 0 0 0,6-2-1 0 0,-7 1-27 0 0,0 0 0 0 0,0 0 0 0 0,-1-1 0 0 0,1 1 0 0 0,0-1-1 0 0,0 0 1 0 0,-1 1 0 0 0,1-1 0 0 0,-1 0 0 0 0,0-1 0 0 0,0 1-1 0 0,1 0 1 0 0,-1-1 0 0 0,-1 1 0 0 0,1-1 0 0 0,0 1 0 0 0,-1-1-1 0 0,1 0 1 0 0,-1 0 0 0 0,0 0 0 0 0,0 0 0 0 0,0 0 0 0 0,0 0 0 0 0,0 0-1 0 0,0-6 1 0 0,-1-9-40 0 0,0 0 1 0 0,-1 0-1 0 0,-1 1 0 0 0,0-1 0 0 0,-1 0 0 0 0,-1 1 1 0 0,-1-1-1 0 0,-1 1 0 0 0,0 0 0 0 0,-1 1 0 0 0,-1 0 1 0 0,-19-30-1 0 0,2 17-2869 0 0</inkml:trace>
</inkml:ink>
</file>

<file path=ppt/ink/ink3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8:46.074"/>
    </inkml:context>
    <inkml:brush xml:id="br0">
      <inkml:brushProperty name="width" value="0.1" units="cm"/>
      <inkml:brushProperty name="height" value="0.1" units="cm"/>
      <inkml:brushProperty name="color" value="#FF0066"/>
    </inkml:brush>
  </inkml:definitions>
  <inkml:trace contextRef="#ctx0" brushRef="#br0">9 1 2761 0 0,'-1'1'577'0'0,"0"1"1"0"0,0 0-1 0 0,0 0 1 0 0,0 0-1 0 0,0 0 1 0 0,1 0-1 0 0,-1 0 1 0 0,0 0-1 0 0,1 0 1 0 0,0 0-1 0 0,0 0 1 0 0,-1 0-1 0 0,1 0 1 0 0,1 0-1 0 0,-1 1 1 0 0,0-1-1 0 0,0 0 1 0 0,1 2-1 0 0,12 45 3561 0 0,-9-36-4013 0 0,2 7 265 0 0,2 0 0 0 0,19 38 0 0 0,9 2-2815 0 0,-32-55 1266 0 0</inkml:trace>
</inkml:ink>
</file>

<file path=ppt/ink/ink3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8:46.233"/>
    </inkml:context>
    <inkml:brush xml:id="br0">
      <inkml:brushProperty name="width" value="0.1" units="cm"/>
      <inkml:brushProperty name="height" value="0.1" units="cm"/>
      <inkml:brushProperty name="color" value="#FF0066"/>
    </inkml:brush>
  </inkml:definitions>
  <inkml:trace contextRef="#ctx0" brushRef="#br0">6 110 9674 0 0,'-3'-24'251'0'0,"0"-21"1665"0"0,3 41-1328 0 0,1 0 1 0 0,-1 0-1 0 0,0 0 1 0 0,1 0-1 0 0,0 0 1 0 0,0 0-1 0 0,0 0 1 0 0,2-4-1 0 0,-2 8-609 0 0,-1 0 0 0 0,1 0 1 0 0,-1 0-1 0 0,1 0 0 0 0,0 1 0 0 0,-1-1 0 0 0,1 0 0 0 0,-1 0 1 0 0,1 1-1 0 0,-1-1 0 0 0,1 0 0 0 0,-1 1 0 0 0,1-1 0 0 0,-1 0 1 0 0,1 1-1 0 0,-1-1 0 0 0,1 1 0 0 0,-1-1 0 0 0,1 1 0 0 0,-1-1 1 0 0,0 1-1 0 0,1-1 0 0 0,-1 1 0 0 0,0-1 0 0 0,0 1 1 0 0,1-1-1 0 0,-1 1 0 0 0,0 0 0 0 0,0-1 0 0 0,0 1 0 0 0,0 0 1 0 0,14 26-1492 0 0,-13-26 1652 0 0,16 29-238 0 0,-7-16 84 0 0</inkml:trace>
</inkml:ink>
</file>

<file path=ppt/ink/ink3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8:46.511"/>
    </inkml:context>
    <inkml:brush xml:id="br0">
      <inkml:brushProperty name="width" value="0.1" units="cm"/>
      <inkml:brushProperty name="height" value="0.1" units="cm"/>
      <inkml:brushProperty name="color" value="#FF0066"/>
    </inkml:brush>
  </inkml:definitions>
  <inkml:trace contextRef="#ctx0" brushRef="#br0">167 25 7834 0 0,'9'-19'1195'0'0,"-9"18"-1128"0"0,0 1 1 0 0,0 0-1 0 0,0 0 0 0 0,0 0 1 0 0,0 0-1 0 0,0-1 1 0 0,0 1-1 0 0,0 0 1 0 0,-2-3 1281 0 0,2 3-1282 0 0,0 0 1 0 0,0 0-1 0 0,-1 0 1 0 0,1-1-1 0 0,0 1 1 0 0,0 0-1 0 0,0 0 1 0 0,0 0-1 0 0,-1 0 1 0 0,1 0-1 0 0,0 0 1 0 0,0 0-1 0 0,0 0 0 0 0,-1 0 1 0 0,1 0-1 0 0,0 0 1 0 0,-3 1 251 0 0,0 0 0 0 0,0 0 0 0 0,0 1 0 0 0,0-1 0 0 0,0 1 0 0 0,0-1 0 0 0,0 1 0 0 0,1 0 0 0 0,-3 3 0 0 0,-15 11 227 0 0,1 0 0 0 0,-30 37-1 0 0,43-47-452 0 0,0 2-1 0 0,1-1 0 0 0,0 1 0 0 0,1 0 1 0 0,-1 0-1 0 0,1 0 0 0 0,1 0 1 0 0,0 1-1 0 0,0-1 0 0 0,0 1 0 0 0,-1 12 1 0 0,4-17-83 0 0,0 0-1 0 0,0 0 1 0 0,0 0 0 0 0,0 0 0 0 0,1 0 0 0 0,0 0 0 0 0,0-1 0 0 0,0 1 0 0 0,0 0 0 0 0,0 0 0 0 0,1-1 0 0 0,0 1 0 0 0,0-1 0 0 0,0 1 0 0 0,0-1 0 0 0,3 4 0 0 0,3 2-100 0 0,1 0-1 0 0,0-1 1 0 0,18 13-1 0 0,-18-15-33 0 0,-1 1 1 0 0,1 0-1 0 0,-2 0 0 0 0,1 0 0 0 0,9 13 1 0 0,-17-19 94 0 0,1-1 1 0 0,-1 1-1 0 0,1 0 0 0 0,-1 0 1 0 0,0 0-1 0 0,1-1 1 0 0,-1 1-1 0 0,0 0 1 0 0,0 0-1 0 0,0 0 0 0 0,0 0 1 0 0,0-1-1 0 0,1 1 1 0 0,-1 0-1 0 0,-1 0 1 0 0,1 0-1 0 0,0 0 0 0 0,0 0 1 0 0,0-1-1 0 0,0 1 1 0 0,-1 0-1 0 0,1 0 1 0 0,0 0-1 0 0,-1-1 0 0 0,1 1 1 0 0,0 0-1 0 0,-1 0 1 0 0,1-1-1 0 0,-2 2 1 0 0,-19 14-1823 0 0</inkml:trace>
</inkml:ink>
</file>

<file path=ppt/ink/ink3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8:46.868"/>
    </inkml:context>
    <inkml:brush xml:id="br0">
      <inkml:brushProperty name="width" value="0.1" units="cm"/>
      <inkml:brushProperty name="height" value="0.1" units="cm"/>
      <inkml:brushProperty name="color" value="#FF0066"/>
    </inkml:brush>
  </inkml:definitions>
  <inkml:trace contextRef="#ctx0" brushRef="#br0">1 348 6449 0 0,'77'-40'2876'0'0,"-49"27"-922"0"0,46-29 0 0 0,-68 38-1587 0 0,1-1-1 0 0,0 0 1 0 0,-1-1-1 0 0,0 0 0 0 0,0 0 1 0 0,-1 0-1 0 0,0 0 1 0 0,0-1-1 0 0,0 0 1 0 0,-1 0-1 0 0,4-9 0 0 0,-5 8-201 0 0,-1 1-1 0 0,0-1 0 0 0,-1 0 0 0 0,0 0 0 0 0,0 0 0 0 0,-1 0 0 0 0,0 0 0 0 0,0 0 0 0 0,-2-9 1 0 0,2 12-109 0 0,-1 1 0 0 0,0-1 1 0 0,1 0-1 0 0,-2 1 0 0 0,1-1 1 0 0,-1 1-1 0 0,1-1 0 0 0,-1 1 1 0 0,0 0-1 0 0,-1-1 1 0 0,1 1-1 0 0,-1 0 0 0 0,0 1 1 0 0,0-1-1 0 0,0 0 0 0 0,-5-4 1 0 0,6 7-56 0 0,1 0 1 0 0,0 1-1 0 0,-1-1 0 0 0,1 0 1 0 0,-1 1-1 0 0,1-1 1 0 0,-1 1-1 0 0,1-1 0 0 0,-1 1 1 0 0,1 0-1 0 0,-1-1 1 0 0,1 1-1 0 0,-1 0 1 0 0,0 0-1 0 0,1 0 0 0 0,-1 0 1 0 0,1 0-1 0 0,-1 1 1 0 0,1-1-1 0 0,-1 0 1 0 0,0 1-1 0 0,-1 0 0 0 0,0 1 20 0 0,0 0-1 0 0,0-1 0 0 0,1 1 0 0 0,-1 1 0 0 0,0-1 1 0 0,1 0-1 0 0,-1 1 0 0 0,1-1 0 0 0,-4 6 0 0 0,1 0 54 0 0,0 0 0 0 0,0 0 0 0 0,1 0-1 0 0,0 1 1 0 0,1-1 0 0 0,-5 19-1 0 0,7-18 25 0 0,-1 0 0 0 0,2 0 0 0 0,-1 0 0 0 0,1 0 0 0 0,1 0 0 0 0,0 0 0 0 0,0 1 0 0 0,1-1-1 0 0,0-1 1 0 0,0 1 0 0 0,1 0 0 0 0,0 0 0 0 0,1-1 0 0 0,0 0 0 0 0,0 0 0 0 0,1 0-1 0 0,0 0 1 0 0,0-1 0 0 0,1 1 0 0 0,11 11 0 0 0,-9-12-165 0 0,0-1 1 0 0,0 1-1 0 0,1-1 1 0 0,-1 0-1 0 0,1-1 1 0 0,0 0-1 0 0,19 7 1 0 0,-18-9-616 0 0,0 0 1 0 0,0-1 0 0 0,0 0 0 0 0,1 0 0 0 0,-1-1 0 0 0,0 0 0 0 0,1-1 0 0 0,13-2 0 0 0,2 0-6355 0 0</inkml:trace>
</inkml:ink>
</file>

<file path=ppt/ink/ink3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8:47.549"/>
    </inkml:context>
    <inkml:brush xml:id="br0">
      <inkml:brushProperty name="width" value="0.1" units="cm"/>
      <inkml:brushProperty name="height" value="0.1" units="cm"/>
      <inkml:brushProperty name="color" value="#FF0066"/>
    </inkml:brush>
  </inkml:definitions>
  <inkml:trace contextRef="#ctx0" brushRef="#br0">1 121 11979 0 0,'5'0'697'0'0,"1"1"0"0"0,0-1 0 0 0,0 1 0 0 0,-1 1 0 0 0,1-1 0 0 0,0 1 0 0 0,-1 0 1 0 0,0 0-1 0 0,9 6 0 0 0,-3-2-157 0 0,0 2 1 0 0,0-1-1 0 0,17 18 1 0 0,-7-2-290 0 0,0 1 0 0 0,31 47 0 0 0,-43-59-274 0 0,-2 1 0 0 0,0 0 0 0 0,0 1 0 0 0,-1-1 0 0 0,-1 1 0 0 0,0 0 1 0 0,-1 0-1 0 0,0 1 0 0 0,-1-1 0 0 0,-1 1 0 0 0,0 0 0 0 0,-1 23 0 0 0,-1-38 25 0 0,0 0-1 0 0,0 0 1 0 0,-1 0 0 0 0,1 0-1 0 0,0 0 1 0 0,0 0-1 0 0,0 0 1 0 0,0 0-1 0 0,0 0 1 0 0,0 0-1 0 0,0 0 1 0 0,0 0 0 0 0,0 0-1 0 0,-1 0 1 0 0,1 0-1 0 0,0 0 1 0 0,0 0-1 0 0,0 0 1 0 0,0 0-1 0 0,0 0 1 0 0,0 0 0 0 0,0 0-1 0 0,0 0 1 0 0,0 0-1 0 0,0 0 1 0 0,0 1-1 0 0,-1-1 1 0 0,1 0 0 0 0,0 0-1 0 0,0 0 1 0 0,0 0-1 0 0,0 0 1 0 0,0 0-1 0 0,0 0 1 0 0,0 0-1 0 0,0 0 1 0 0,0 0 0 0 0,0 0-1 0 0,0 1 1 0 0,0-1-1 0 0,0 0 1 0 0,0 0-1 0 0,0 0 1 0 0,0 0-1 0 0,0 0 1 0 0,0 0 0 0 0,0 0-1 0 0,0 0 1 0 0,0 0-1 0 0,0 1 1 0 0,0-1-1 0 0,0 0 1 0 0,0 0 0 0 0,0 0-1 0 0,0 0 1 0 0,0 0-1 0 0,-4-11 158 0 0,-1-18 168 0 0,1-4-288 0 0,2-1-1 0 0,1 0 0 0 0,2 0 1 0 0,1 1-1 0 0,2-1 1 0 0,1 1-1 0 0,2 0 1 0 0,1 0-1 0 0,1 0 0 0 0,25-55 1 0 0,-19 62-933 0 0,0 4-269 0 0</inkml:trace>
</inkml:ink>
</file>

<file path=ppt/ink/ink3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8:47.962"/>
    </inkml:context>
    <inkml:brush xml:id="br0">
      <inkml:brushProperty name="width" value="0.1" units="cm"/>
      <inkml:brushProperty name="height" value="0.1" units="cm"/>
      <inkml:brushProperty name="color" value="#FF0066"/>
    </inkml:brush>
  </inkml:definitions>
  <inkml:trace contextRef="#ctx0" brushRef="#br0">261 123 1376 0 0,'0'-6'574'0'0,"1"-1"0"0"0,-1 1-1 0 0,0 0 1 0 0,-1 0-1 0 0,1-1 1 0 0,-1 1 0 0 0,0 0-1 0 0,-1 0 1 0 0,0 0 0 0 0,0 0-1 0 0,0 0 1 0 0,0 1 0 0 0,-6-9-1 0 0,7 12-356 0 0,0-1 1 0 0,0 2-1 0 0,-1-1 0 0 0,1 0 1 0 0,-1 0-1 0 0,1 0 0 0 0,-1 1 1 0 0,0-1-1 0 0,0 1 0 0 0,0-1 1 0 0,1 1-1 0 0,-1 0 0 0 0,-1 0 1 0 0,1-1-1 0 0,0 2 0 0 0,0-1 1 0 0,0 0-1 0 0,0 0 0 0 0,-1 1 0 0 0,1-1 1 0 0,0 1-1 0 0,-1-1 0 0 0,1 1 1 0 0,0 0-1 0 0,-1 0 0 0 0,1 0 1 0 0,0 1-1 0 0,-1-1 0 0 0,1 0 1 0 0,0 1-1 0 0,-1 0 0 0 0,1-1 1 0 0,0 1-1 0 0,0 0 0 0 0,0 0 1 0 0,0 0-1 0 0,0 0 0 0 0,-2 2 0 0 0,-8 5 181 0 0,1 0-1 0 0,1 1 0 0 0,0 1 1 0 0,0-1-1 0 0,1 1 0 0 0,0 1 0 0 0,-8 11 1 0 0,1 3-329 0 0,0 1 0 0 0,-14 31 1 0 0,28-53-133 0 0,1 0 0 0 0,-1 1 0 0 0,1-1 0 0 0,0 0 1 0 0,0 1-1 0 0,0-1 0 0 0,0 1 0 0 0,1-1 0 0 0,0 1 1 0 0,0-1-1 0 0,0 1 0 0 0,0-1 0 0 0,1 1 0 0 0,1 6 1 0 0,-1-10-2 0 0,-1 1 1 0 0,1-1 0 0 0,0 0 0 0 0,-1 1 0 0 0,1-1-1 0 0,0 0 1 0 0,0 1 0 0 0,0-1 0 0 0,0 0 0 0 0,0 0-1 0 0,0 0 1 0 0,0 0 0 0 0,0 0 0 0 0,1 0 0 0 0,-1 0-1 0 0,0 0 1 0 0,3 1 0 0 0,-1-1-31 0 0,-1-1 0 0 0,0 1 0 0 0,1-1 0 0 0,-1 0 0 0 0,0 1 0 0 0,1-1 0 0 0,-1 0 0 0 0,1-1 0 0 0,-1 1 1 0 0,0 0-1 0 0,1-1 0 0 0,-1 1 0 0 0,1-1 0 0 0,3-1 0 0 0,7-4-34 0 0,0-1 0 0 0,0 0 0 0 0,-1 0 0 0 0,0-1 0 0 0,0-1 0 0 0,-1 0 0 0 0,0 0 0 0 0,-1-1 0 0 0,0-1 0 0 0,0 0-1 0 0,-1 0 1 0 0,13-22 0 0 0,-14 23 474 0 0,-9 19 672 0 0,0 16-357 0 0,2-12-552 0 0,1 1 1 0 0,1 0 0 0 0,0-1-1 0 0,9 24 1 0 0,-9-31-190 0 0,0 1 0 0 0,0-1 0 0 0,1 0 0 0 0,0-1 0 0 0,0 1 0 0 0,0-1 1 0 0,0 1-1 0 0,1-1 0 0 0,0-1 0 0 0,0 1 0 0 0,9 6 0 0 0,3-1-861 0 0</inkml:trace>
</inkml:ink>
</file>

<file path=ppt/ink/ink3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8:48.184"/>
    </inkml:context>
    <inkml:brush xml:id="br0">
      <inkml:brushProperty name="width" value="0.1" units="cm"/>
      <inkml:brushProperty name="height" value="0.1" units="cm"/>
      <inkml:brushProperty name="color" value="#FF0066"/>
    </inkml:brush>
  </inkml:definitions>
  <inkml:trace contextRef="#ctx0" brushRef="#br0">0 9 5985 0 0,'2'-8'6910'0'0,"11"26"-1843"0"0,-7-10-5979 0 0,10 25 1725 0 0,-1 1-1 0 0,-2 1 0 0 0,-2 1 1 0 0,-1-1-1 0 0,-1 2 0 0 0,5 57 0 0 0,-2 223-2005 0 0,-12-260 338 0 0,1-37-1316 0 0,0-3-4639 0 0</inkml:trace>
</inkml:ink>
</file>

<file path=ppt/ink/ink3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8:48.375"/>
    </inkml:context>
    <inkml:brush xml:id="br0">
      <inkml:brushProperty name="width" value="0.1" units="cm"/>
      <inkml:brushProperty name="height" value="0.1" units="cm"/>
      <inkml:brushProperty name="color" value="#FF0066"/>
    </inkml:brush>
  </inkml:definitions>
  <inkml:trace contextRef="#ctx0" brushRef="#br0">1 41 9674 0 0,'0'0'748'0'0,"24"-3"2966"0"0,32-10-1410 0 0,38-6-2368 0 0,-75 16-1114 0 0,0 2 0 0 0,0 0 0 0 0,20 1 0 0 0,-10 3-604 0 0</inkml:trace>
</inkml:ink>
</file>

<file path=ppt/ink/ink4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8:48.565"/>
    </inkml:context>
    <inkml:brush xml:id="br0">
      <inkml:brushProperty name="width" value="0.1" units="cm"/>
      <inkml:brushProperty name="height" value="0.1" units="cm"/>
      <inkml:brushProperty name="color" value="#FF0066"/>
    </inkml:brush>
  </inkml:definitions>
  <inkml:trace contextRef="#ctx0" brushRef="#br0">11 0 17972 0 0,'-1'1'44'0'0,"0"0"0"0"0,0 0 0 0 0,0 1-1 0 0,0-1 1 0 0,1 0 0 0 0,-1 0 0 0 0,0 1 0 0 0,1-1 0 0 0,-1 0 0 0 0,0 1 0 0 0,1-1 0 0 0,0 0-1 0 0,-1 1 1 0 0,1-1 0 0 0,0 1 0 0 0,0-1 0 0 0,-1 1 0 0 0,1-1 0 0 0,1 1 0 0 0,-1-1 0 0 0,0 0-1 0 0,0 1 1 0 0,0-1 0 0 0,1 1 0 0 0,-1-1 0 0 0,1 1 0 0 0,-1-1 0 0 0,1 0 0 0 0,-1 1 0 0 0,1-1-1 0 0,0 0 1 0 0,0 0 0 0 0,-1 0 0 0 0,3 2 0 0 0,4 11 3 0 0,7 19 353 0 0,-2 0-1 0 0,-1 0 1 0 0,-2 2 0 0 0,-1-1-1 0 0,-2 1 1 0 0,2 37 0 0 0,-5-50-1727 0 0</inkml:trace>
</inkml:ink>
</file>

<file path=ppt/ink/ink4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8:48.738"/>
    </inkml:context>
    <inkml:brush xml:id="br0">
      <inkml:brushProperty name="width" value="0.1" units="cm"/>
      <inkml:brushProperty name="height" value="0.1" units="cm"/>
      <inkml:brushProperty name="color" value="#FF0066"/>
    </inkml:brush>
  </inkml:definitions>
  <inkml:trace contextRef="#ctx0" brushRef="#br0">13 1 9218 0 0,'-9'4'6753'0'0,"8"1"-5920"0"0,-2 2-145 0 0,3 3-24 0 0,0 0-8 0 0,2 1-1512 0 0,0 2-296 0 0,4 0-65 0 0,-1 0-15 0 0,4-2 984 0 0,-1-2 248 0 0</inkml:trace>
</inkml:ink>
</file>

<file path=ppt/ink/ink4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8:49.055"/>
    </inkml:context>
    <inkml:brush xml:id="br0">
      <inkml:brushProperty name="width" value="0.1" units="cm"/>
      <inkml:brushProperty name="height" value="0.1" units="cm"/>
      <inkml:brushProperty name="color" value="#FF0066"/>
    </inkml:brush>
  </inkml:definitions>
  <inkml:trace contextRef="#ctx0" brushRef="#br0">111 87 9674 0 0,'0'-3'405'0'0,"-3"-25"2263"0"0,3 28-2624 0 0,0-1 1 0 0,0 1-1 0 0,0 0 0 0 0,-1-1 1 0 0,1 1-1 0 0,0 0 1 0 0,0 0-1 0 0,0-1 1 0 0,-1 1-1 0 0,1 0 0 0 0,0 0 1 0 0,0-1-1 0 0,-1 1 1 0 0,1 0-1 0 0,0 0 1 0 0,-1 0-1 0 0,1-1 1 0 0,0 1-1 0 0,-1 0 0 0 0,1 0 1 0 0,0 0-1 0 0,-1 0 1 0 0,1 0-1 0 0,0 0 1 0 0,-1 0-1 0 0,1 0 0 0 0,0 0 1 0 0,-1 0-1 0 0,-15 9 1600 0 0,7 1-1267 0 0,1-1-1 0 0,0 1 0 0 0,1 1 1 0 0,0-1-1 0 0,0 1 0 0 0,1 0 1 0 0,1 1-1 0 0,0 0 0 0 0,0 0 1 0 0,1 0-1 0 0,1 0 1 0 0,0 0-1 0 0,1 1 0 0 0,-2 25 1 0 0,4-34-344 0 0,0-1 0 0 0,1 1 0 0 0,-1 0 0 0 0,1 0 0 0 0,0-1 0 0 0,0 1 0 0 0,1 0 0 0 0,-1-1 0 0 0,1 1 0 0 0,-1-1 0 0 0,1 0 0 0 0,0 1 0 0 0,0-1 0 0 0,1 0 0 0 0,-1 0 0 0 0,1 0 0 0 0,-1-1 0 0 0,1 1 0 0 0,0-1 0 0 0,0 1 0 0 0,0-1 0 0 0,0 0 0 0 0,1 0 0 0 0,-1 0 0 0 0,0 0 0 0 0,1-1 0 0 0,0 0 0 0 0,-1 1 0 0 0,1-1 0 0 0,0-1 0 0 0,-1 1 0 0 0,1 0 0 0 0,0-1 0 0 0,0 0 0 0 0,0 0 0 0 0,-1 0 0 0 0,1 0 0 0 0,0-1 0 0 0,0 1 0 0 0,0-1 0 0 0,-1 0 0 0 0,1 0 0 0 0,-1 0 0 0 0,1-1 0 0 0,-1 1 0 0 0,1-1 0 0 0,-1 0 0 0 0,0 0 0 0 0,1 0 0 0 0,-1 0 0 0 0,0-1 0 0 0,5-5 0 0 0,-2 2 8 0 0,-1-1-1 0 0,1 0 1 0 0,-1 0 0 0 0,0-1-1 0 0,-1 1 1 0 0,0-1-1 0 0,0 0 1 0 0,-1 0 0 0 0,0-1-1 0 0,0 1 1 0 0,-1-1-1 0 0,0 1 1 0 0,0-1 0 0 0,-1 0-1 0 0,0 0 1 0 0,-1-9-1 0 0,0 7-181 0 0,0 0 0 0 0,-1 0 0 0 0,0 0 0 0 0,-1 0 0 0 0,-1 0 0 0 0,1 0 0 0 0,-2 1 0 0 0,1-1-1 0 0,-2 1 1 0 0,1 0 0 0 0,-1 1 0 0 0,-10-16 0 0 0,2 11-1217 0 0</inkml:trace>
</inkml:ink>
</file>

<file path=ppt/ink/ink4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28:49.267"/>
    </inkml:context>
    <inkml:brush xml:id="br0">
      <inkml:brushProperty name="width" value="0.1" units="cm"/>
      <inkml:brushProperty name="height" value="0.1" units="cm"/>
      <inkml:brushProperty name="color" value="#FF0066"/>
    </inkml:brush>
  </inkml:definitions>
  <inkml:trace contextRef="#ctx0" brushRef="#br0">0 0 19812 0 0,'3'7'880'0'0,"0"-3"177"0"0,1-1-841 0 0,-1-2-216 0 0,1-1 0 0 0,-2-1 0 0 0,1 0 0 0 0,1-1-72 0 0,4-2 0 0 0</inkml:trace>
</inkml:ink>
</file>

<file path=ppt/ink/ink4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1:16.175"/>
    </inkml:context>
    <inkml:brush xml:id="br0">
      <inkml:brushProperty name="width" value="0.1" units="cm"/>
      <inkml:brushProperty name="height" value="0.1" units="cm"/>
      <inkml:brushProperty name="color" value="#FF0066"/>
    </inkml:brush>
  </inkml:definitions>
  <inkml:trace contextRef="#ctx0" brushRef="#br0">0 1434 2304 0 0,'1'1'125'0'0,"-1"1"-1"0"0,1-1 1 0 0,0 0-1 0 0,-1 0 1 0 0,1 0-1 0 0,0 0 0 0 0,0 0 1 0 0,0 0-1 0 0,0 0 1 0 0,0 0-1 0 0,0 0 0 0 0,0 0 1 0 0,0-1-1 0 0,0 1 1 0 0,0 0-1 0 0,1-1 1 0 0,0 2-1 0 0,23 9 1533 0 0,-21-11-1454 0 0,0 1-1 0 0,0-1 0 0 0,0 0 0 0 0,1 0 1 0 0,-1 0-1 0 0,0-1 0 0 0,0 1 1 0 0,0-1-1 0 0,0 0 0 0 0,0 0 0 0 0,0-1 1 0 0,0 1-1 0 0,0-1 0 0 0,0 0 1 0 0,-1 0-1 0 0,1 0 0 0 0,-1 0 0 0 0,1-1 1 0 0,-1 1-1 0 0,0-1 0 0 0,0 0 1 0 0,0 0-1 0 0,0 0 0 0 0,-1 0 0 0 0,1 0 1 0 0,-1-1-1 0 0,3-5 0 0 0,0 0-66 0 0,-1-1 0 0 0,0 0-1 0 0,0 0 1 0 0,-1 0 0 0 0,0 0-1 0 0,-1 0 1 0 0,0 0 0 0 0,-1-1-1 0 0,0 1 1 0 0,0-1 0 0 0,-1 0-1 0 0,-1 1 1 0 0,0-1 0 0 0,-4-17-1 0 0,-6-22 336 0 0,2-1 1 0 0,2 0-1 0 0,-1-69 0 0 0,14-155 428 0 0,-4 231-741 0 0,0-2 75 0 0,2 0-1 0 0,2 1 0 0 0,1 0 1 0 0,15-45-1 0 0,4 20 181 0 0,38-72-1 0 0,-49 110-373 0 0,-11 24-35 0 0,1 0-1 0 0,0 0 1 0 0,0 0-1 0 0,0 0 1 0 0,1 1-1 0 0,0 0 1 0 0,12-11-1 0 0,-16 16-3 0 0,0 0-1 0 0,1 0 1 0 0,-1 0-1 0 0,1 1 1 0 0,-1-1-1 0 0,1 1 1 0 0,0-1-1 0 0,0 1 1 0 0,-1 0 0 0 0,1 0-1 0 0,0 0 1 0 0,0 1-1 0 0,0-1 1 0 0,0 1-1 0 0,0-1 1 0 0,0 1-1 0 0,0 0 1 0 0,0 0 0 0 0,0 0-1 0 0,0 1 1 0 0,0-1-1 0 0,0 1 1 0 0,0-1-1 0 0,0 1 1 0 0,0 0-1 0 0,4 3 1 0 0,4 1-92 0 0,-1 1 0 0 0,0 0 0 0 0,0 1 0 0 0,-1 0 0 0 0,1 1 0 0 0,-2 0 0 0 0,1 0 0 0 0,-1 1 0 0 0,0 0 0 0 0,-1 0 0 0 0,0 1 0 0 0,-1 0 0 0 0,0 0 0 0 0,0 0 0 0 0,4 15 0 0 0,6 16-245 0 0,-2 1 1 0 0,-3 0 0 0 0,-1 1 0 0 0,-2 0-1 0 0,5 79 1 0 0,-13-109 305 0 0,1 0 1 0 0,1 0-1 0 0,0 0 1 0 0,1-1 0 0 0,0 1-1 0 0,1-1 1 0 0,0 1-1 0 0,1-1 1 0 0,0-1-1 0 0,1 1 1 0 0,0-1-1 0 0,1 0 1 0 0,1 0-1 0 0,-1 0 1 0 0,2-1-1 0 0,-1-1 1 0 0,2 0-1 0 0,-1 0 1 0 0,1 0-1 0 0,0-1 1 0 0,13 7-1 0 0,-20-13 23 0 0,0 0 1 0 0,0-1-1 0 0,0 1 0 0 0,0-1 0 0 0,0 1 0 0 0,0-1 1 0 0,1 0-1 0 0,-1 0 0 0 0,1-1 0 0 0,-1 1 0 0 0,0-1 1 0 0,1 0-1 0 0,-1 0 0 0 0,1 0 0 0 0,-1 0 0 0 0,1 0 1 0 0,-1-1-1 0 0,1 0 0 0 0,-1 1 0 0 0,0-1 0 0 0,1 0 1 0 0,-1-1-1 0 0,0 1 0 0 0,0-1 0 0 0,0 1 0 0 0,0-1 1 0 0,0 0-1 0 0,0 0 0 0 0,0 0 0 0 0,-1-1 0 0 0,1 1 1 0 0,-1-1-1 0 0,3-3 0 0 0,6-9 287 0 0,0-1 0 0 0,-2 0 0 0 0,0 0 0 0 0,0-1 1 0 0,6-19-1 0 0,0 0-109 0 0,-7 20-2 0 0,1 0-1 0 0,1 1 0 0 0,0 0 0 0 0,16-18 1 0 0,-22 28-164 0 0,1 0 1 0 0,-1 0 0 0 0,1 0 0 0 0,0 1 0 0 0,1 0-1 0 0,-1 0 1 0 0,1 0 0 0 0,0 1 0 0 0,0-1 0 0 0,0 2-1 0 0,0-1 1 0 0,0 1 0 0 0,0-1 0 0 0,12-1 0 0 0,-15 4-4 0 0,0 0 0 0 0,-1 0 0 0 0,1 0 0 0 0,0 0 0 0 0,-1 1 0 0 0,1-1 0 0 0,0 1 0 0 0,-1 0 0 0 0,1-1 0 0 0,-1 1 0 0 0,1 0 0 0 0,-1 1 0 0 0,0-1 0 0 0,1 0 0 0 0,-1 1 0 0 0,0-1 0 0 0,0 1 0 0 0,0 0 0 0 0,0 0 0 0 0,0-1 0 0 0,0 1 0 0 0,0 1 1 0 0,-1-1-1 0 0,1 0 0 0 0,-1 0 0 0 0,1 1 0 0 0,-1-1 0 0 0,0 0 0 0 0,0 1 0 0 0,0-1 0 0 0,1 4 0 0 0,2 10-23 0 0,0 1-1 0 0,-1-1 1 0 0,-1 0 0 0 0,0 20 0 0 0,1-3-108 0 0,8 55-135 0 0,4-1 0 0 0,3-1-1 0 0,39 111 1 0 0,-55-191 251 0 0,1 0-1 0 0,-1-1 0 0 0,1 1 1 0 0,0-1-1 0 0,1 0 0 0 0,-1 0 1 0 0,1 0-1 0 0,0 0 0 0 0,0 0 1 0 0,0-1-1 0 0,1 0 0 0 0,0 0 1 0 0,0 0-1 0 0,0-1 0 0 0,0 1 1 0 0,0-1-1 0 0,1 0 0 0 0,-1-1 1 0 0,1 1-1 0 0,9 2 0 0 0,-12-5 16 0 0,3 2 18 0 0,1 0 0 0 0,0-1 0 0 0,0 1 0 0 0,12-1 0 0 0,-15-1-10 0 0,-1 0 0 0 0,0-1 0 0 0,0 0 0 0 0,0 1 0 0 0,0-1 0 0 0,0 0 1 0 0,-1-1-1 0 0,1 1 0 0 0,0 0 0 0 0,0-1 0 0 0,-1 0 0 0 0,1 1 0 0 0,4-5 0 0 0,5-4 37 0 0,0-1 0 0 0,0 0 0 0 0,-1-1-1 0 0,0 0 1 0 0,-1-1 0 0 0,-1 0 0 0 0,0-1 0 0 0,-1 0-1 0 0,0 0 1 0 0,-1 0 0 0 0,-1-1 0 0 0,0 0 0 0 0,5-23 0 0 0,-1-12 310 0 0,-2 0 1 0 0,1-69 0 0 0,-10-102 798 0 0,7-94 354 0 0,-1 270-1035 0 0,20-85 1 0 0,-25 128-477 0 0,1 0-1 0 0,-1 0 1 0 0,1 0-1 0 0,0 0 1 0 0,0 0-1 0 0,0 0 1 0 0,0 0-1 0 0,0 0 1 0 0,0 0-1 0 0,0 0 1 0 0,0 1-1 0 0,1-1 1 0 0,-1 0-1 0 0,1 1 1 0 0,-1-1-1 0 0,1 1 1 0 0,0 0-1 0 0,-1-1 1 0 0,1 1-1 0 0,0 0 1 0 0,0 0-1 0 0,0 0 1 0 0,0 0-1 0 0,0 1 1 0 0,0-1-1 0 0,0 1 1 0 0,0-1-1 0 0,0 1 1 0 0,0-1-1 0 0,1 1 1 0 0,1 0-1 0 0,0 1-40 0 0,-1-1-1 0 0,1 1 1 0 0,-1 0-1 0 0,1 0 1 0 0,-1 0-1 0 0,0 1 1 0 0,1-1-1 0 0,-1 1 1 0 0,0 0-1 0 0,0 0 1 0 0,0 0-1 0 0,0 0 1 0 0,0 0-1 0 0,-1 1 0 0 0,1-1 1 0 0,-1 1-1 0 0,0 0 1 0 0,3 4-1 0 0,20 33-386 0 0,-2 2 0 0 0,21 55 0 0 0,-38-82 319 0 0,26 70 70 0 0,-28-68 38 0 0,2 1 0 0 0,0-1 0 0 0,1-1 0 0 0,0 1 0 0 0,2-1 0 0 0,0 0 0 0 0,1-1 0 0 0,0 0 0 0 0,13 14 0 0 0,-19-25-59 0 0,1 1 0 0 0,-1-1-1 0 0,1 0 1 0 0,0-1 0 0 0,0 1 0 0 0,0-1-1 0 0,0 0 1 0 0,10 4 0 0 0,-13-6 39 0 0,0-1-1 0 0,1 1 1 0 0,-1-1 0 0 0,1 0-1 0 0,-1 0 1 0 0,1 0 0 0 0,-1 0-1 0 0,1 0 1 0 0,-1 0 0 0 0,0-1-1 0 0,1 0 1 0 0,-1 1-1 0 0,1-1 1 0 0,-1 0 0 0 0,0 0-1 0 0,0 0 1 0 0,1 0 0 0 0,-1 0-1 0 0,0-1 1 0 0,0 1 0 0 0,0-1-1 0 0,0 1 1 0 0,2-4 0 0 0,10-10 152 0 0,0 0 0 0 0,-1-1 0 0 0,11-18 0 0 0,-10 15 89 0 0,30-35 0 0 0,-36 45-238 0 0,1 1 1 0 0,1-1-1 0 0,-1 2 0 0 0,1-1 0 0 0,0 2 1 0 0,18-10-1 0 0,-25 15 15 0 0,-1 0 0 0 0,1 0 1 0 0,-1 0-1 0 0,1 0 0 0 0,-1 1 0 0 0,1-1 0 0 0,-1 1 1 0 0,1 0-1 0 0,0 0 0 0 0,-1 0 0 0 0,1 0 0 0 0,0 0 1 0 0,-1 0-1 0 0,1 1 0 0 0,0-1 0 0 0,-1 1 1 0 0,1 0-1 0 0,-1 0 0 0 0,1 0 0 0 0,-1 0 0 0 0,0 0 1 0 0,1 0-1 0 0,-1 1 0 0 0,0-1 0 0 0,0 1 0 0 0,0 0 1 0 0,0-1-1 0 0,0 1 0 0 0,0 0 0 0 0,0 0 0 0 0,-1 0 1 0 0,1 0-1 0 0,-1 1 0 0 0,0-1 0 0 0,1 0 0 0 0,-1 1 1 0 0,1 3-1 0 0,11 26-70 0 0,-1 0-1 0 0,-1 1 1 0 0,-3 1 0 0 0,9 51-1 0 0,14 57 429 0 0,-18-94-470 0 0,-8-26 359 0 0,2 1 0 0 0,16 37-1 0 0,-20-53-106 0 0,1-1 0 0 0,0 1 0 0 0,0-1 0 0 0,1 0 1 0 0,0 0-1 0 0,0 0 0 0 0,0-1 0 0 0,0 0 0 0 0,1 0 0 0 0,0 0 0 0 0,0 0 0 0 0,11 5 0 0 0,-12-7-104 0 0,0-1 0 0 0,1 1-1 0 0,-1-1 1 0 0,1 0 0 0 0,-1 0-1 0 0,1-1 1 0 0,0 0-1 0 0,0 0 1 0 0,0 0 0 0 0,-1-1-1 0 0,1 0 1 0 0,0 0 0 0 0,0 0-1 0 0,0-1 1 0 0,0 1 0 0 0,-1-2-1 0 0,10-2 1 0 0,0-2-376 0 0,-1-1 0 0 0,1 0 0 0 0,-2-1 0 0 0,1-1-1 0 0,14-13 1 0 0,-20 17-1462 0 0</inkml:trace>
</inkml:ink>
</file>

<file path=ppt/ink/ink4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1:21.477"/>
    </inkml:context>
    <inkml:brush xml:id="br0">
      <inkml:brushProperty name="width" value="0.1" units="cm"/>
      <inkml:brushProperty name="height" value="0.1" units="cm"/>
      <inkml:brushProperty name="color" value="#FF0066"/>
    </inkml:brush>
  </inkml:definitions>
  <inkml:trace contextRef="#ctx0" brushRef="#br0">66 1541 456 0 0,'-1'-1'80'0'0,"0"1"0"0"0,0 0-1 0 0,-1-1 1 0 0,1 1 0 0 0,0-1 0 0 0,0 1-1 0 0,0-1 1 0 0,0 0 0 0 0,0 1 0 0 0,0-1-1 0 0,0 0 1 0 0,0 0 0 0 0,0 0 0 0 0,0 0-1 0 0,0 0 1 0 0,1 1 0 0 0,-1-2 0 0 0,0 1-1 0 0,0 0 1 0 0,1 0 0 0 0,-1 0 0 0 0,1 0-1 0 0,-1-2 1 0 0,-7-26 3311 0 0,17-152-1257 0 0,-9 147-1684 0 0,0 14 71 0 0,0 0 1 0 0,1 0 0 0 0,2 0-1 0 0,0 0 1 0 0,6-22-1 0 0,-9 41-489 0 0,0 1 0 0 0,0-1 0 0 0,0 0 0 0 0,0 1 0 0 0,1-1 0 0 0,-1 1 0 0 0,0-1 0 0 0,0 1 0 0 0,1-1 0 0 0,-1 1 0 0 0,0-1 0 0 0,0 1 0 0 0,1-1 0 0 0,-1 1 0 0 0,0-1 0 0 0,1 1 0 0 0,-1 0 0 0 0,1-1 0 0 0,-1 1 0 0 0,1 0 0 0 0,-1-1 0 0 0,1 1 0 0 0,-1 0 0 0 0,1 0 0 0 0,-1-1 0 0 0,1 1 0 0 0,-1 0 0 0 0,1 0-1 0 0,-1 0 1 0 0,1 0 0 0 0,0-1 0 0 0,13 13 425 0 0,5 24-400 0 0,-15-23-149 0 0,-2-7-19 0 0,1 0 0 0 0,-2 0 0 0 0,1 0 0 0 0,0 0 0 0 0,-1 0 0 0 0,-1 0 0 0 0,1 0 0 0 0,-1 1 0 0 0,0-1 0 0 0,-1 13 1 0 0,-13-54 5 0 0,4 1 479 0 0,-1 0 0 0 0,-17-33 0 0 0,17 44-79 0 0,0-2-1 0 0,2 1 1 0 0,1-1 0 0 0,1-1 0 0 0,-4-32-1 0 0,58 140-982 0 0,-60-176 39 0 0,7 63 772 0 0,2-1-1 0 0,0-58 1 0 0,8 98-85 0 0,-1-1 0 0 0,1 0 0 0 0,1 0 0 0 0,6 9 0 0 0,17 28 28 0 0,-16-21-91 0 0,-6-12-191 0 0,0-1-1 0 0,-1 1 1 0 0,0 0-1 0 0,0 0 1 0 0,-1 0-1 0 0,-1 1 1 0 0,4 20 0 0 0,-9-60 321 0 0,-2-1 1 0 0,0 0 0 0 0,-12-37 0 0 0,-7-41 307 0 0,20 89-289 0 0,1 8-26 0 0,1 1 1 0 0,0-1-1 0 0,0-19 0 0 0,26 86 765 0 0,8 35-674 0 0,16 37-231 0 0,-48-129 39 0 0,-1 0 0 0 0,0 0 0 0 0,0 1 0 0 0,0-1 0 0 0,0 0 0 0 0,0 0 0 0 0,0 0 0 0 0,0 0 1 0 0,0 0-1 0 0,0 1 0 0 0,0-1 0 0 0,0 0 0 0 0,1 0 0 0 0,-1 0 0 0 0,0 0 0 0 0,0 0 0 0 0,0 0 0 0 0,0 0 0 0 0,0 0 1 0 0,0 1-1 0 0,1-1 0 0 0,-1 0 0 0 0,0 0 0 0 0,0 0 0 0 0,0 0 0 0 0,0 0 0 0 0,0 0 0 0 0,1 0 0 0 0,-1 0 0 0 0,0 0 0 0 0,0 0 1 0 0,0 0-1 0 0,0 0 0 0 0,1 0 0 0 0,-1 0 0 0 0,0 0 0 0 0,0 0 0 0 0,0 0 0 0 0,0 0 0 0 0,0 0 0 0 0,1 0 0 0 0,-1 0 1 0 0,0-1-1 0 0,0 1 0 0 0,0 0 0 0 0,0 0 0 0 0,0 0 0 0 0,1 0 0 0 0,-1 0 0 0 0,0 0 0 0 0,0 0 0 0 0,0 0 0 0 0,0-1 1 0 0,8-12-148 0 0,4-18-197 0 0,-5-18 276 0 0,-3 0 0 0 0,-1 0 0 0 0,-7-89-1 0 0,-1-15 821 0 0,5 139-588 0 0,0 7-56 0 0,0-1 1 0 0,0 1 0 0 0,0-1 0 0 0,1 1 0 0 0,0 0 0 0 0,0-1-1 0 0,1 1 1 0 0,0 0 0 0 0,0 0 0 0 0,6-11 0 0 0,-8 17-102 0 0,0 1 1 0 0,0 0 0 0 0,0 0-1 0 0,0 0 1 0 0,0 0-1 0 0,0 0 1 0 0,1 0 0 0 0,-1 0-1 0 0,0 0 1 0 0,0 0 0 0 0,0 0-1 0 0,0 0 1 0 0,0 0 0 0 0,0 0-1 0 0,1 0 1 0 0,-1-1 0 0 0,0 1-1 0 0,0 0 1 0 0,0 0-1 0 0,0 0 1 0 0,0 0 0 0 0,0 0-1 0 0,1 0 1 0 0,-1 1 0 0 0,0-1-1 0 0,0 0 1 0 0,0 0 0 0 0,0 0-1 0 0,0 0 1 0 0,0 0 0 0 0,1 0-1 0 0,-1 0 1 0 0,0 0-1 0 0,0 0 1 0 0,0 0 0 0 0,0 0-1 0 0,0 0 1 0 0,0 0 0 0 0,0 0-1 0 0,0 1 1 0 0,1-1 0 0 0,-1 0-1 0 0,0 0 1 0 0,0 0 0 0 0,0 0-1 0 0,0 0 1 0 0,0 0-1 0 0,0 0 1 0 0,0 1 0 0 0,6 10 165 0 0,1 13 24 0 0,-7-24-188 0 0,6 21-51 0 0,-2-1-1 0 0,0 0 0 0 0,0 32 1 0 0,-4-52-53 0 0,6-32-1382 0 0,2 4 1075 0 0,0 0 1 0 0,2 1-1 0 0,2 0 0 0 0,0 1 0 0 0,24-37 1 0 0,-34 59 386 0 0,0 1 1 0 0,0 0 0 0 0,0 0-1 0 0,0 0 1 0 0,1 0 0 0 0,-1 1-1 0 0,1-1 1 0 0,0 1 0 0 0,0 0 0 0 0,4-4-1 0 0,-6 6 32 0 0,0 0-1 0 0,0-1 1 0 0,1 1 0 0 0,-1 0-1 0 0,0 0 1 0 0,0 0-1 0 0,0-1 1 0 0,0 1 0 0 0,0 1-1 0 0,0-1 1 0 0,0 0-1 0 0,0 0 1 0 0,0 0 0 0 0,1 0-1 0 0,-1 1 1 0 0,0-1-1 0 0,0 1 1 0 0,0-1 0 0 0,0 1-1 0 0,0-1 1 0 0,0 1-1 0 0,-1-1 1 0 0,1 1 0 0 0,0 0-1 0 0,0-1 1 0 0,0 1-1 0 0,0 0 1 0 0,-1 0 0 0 0,1 0-1 0 0,0 0 1 0 0,-1 0-1 0 0,1 0 1 0 0,-1 0 0 0 0,1 0-1 0 0,-1 0 1 0 0,0 0-1 0 0,1 0 1 0 0,-1 1 0 0 0,6 12-29 0 0,0-1 1 0 0,-2 2-1 0 0,1-1 1 0 0,-2 0-1 0 0,0 1 1 0 0,-1-1-1 0 0,0 1 1 0 0,-1 25 0 0 0,-3 8-89 0 0,-11 61 0 0 0,33-174-128 0 0,-15 43 187 0 0,4-16-189 0 0,14-42 0 0 0,-19 70 197 0 0,0 0 0 0 0,1 0 0 0 0,0 0 0 0 0,0 0 0 0 0,1 1 0 0 0,0 0 0 0 0,0 1 0 0 0,16-17 0 0 0,-21 25 40 0 0,-1-1-1 0 0,1 1 1 0 0,-1-1-1 0 0,1 1 1 0 0,-1-1-1 0 0,1 1 1 0 0,-1 0-1 0 0,1-1 1 0 0,-1 1-1 0 0,1 0 1 0 0,0-1-1 0 0,-1 1 1 0 0,1 0-1 0 0,0 0 1 0 0,-1-1-1 0 0,1 1 1 0 0,0 0-1 0 0,-1 0 1 0 0,1 0-1 0 0,0 0 0 0 0,-1 0 1 0 0,1 0-1 0 0,0 0 1 0 0,-1 0-1 0 0,1 0 1 0 0,0 1-1 0 0,-1-1 1 0 0,1 0-1 0 0,0 0 1 0 0,0 1-1 0 0,0 0 18 0 0,1 0-1 0 0,-1 1 1 0 0,0-1-1 0 0,0 0 1 0 0,0 1-1 0 0,0-1 1 0 0,0 1-1 0 0,0-1 1 0 0,0 1-1 0 0,0-1 1 0 0,0 4-1 0 0,10 44 418 0 0,-10-30-319 0 0,0 0 0 0 0,-1 0 0 0 0,-1 0 0 0 0,0-1 0 0 0,-2 1 0 0 0,-5 21 0 0 0,35-70-1048 0 0,-18 14 508 0 0,-6 10 96 0 0,0 0 0 0 0,1 0-1 0 0,0 0 1 0 0,0 0 0 0 0,0 0 0 0 0,1 1 0 0 0,0-1 0 0 0,0 1 0 0 0,7-5 0 0 0,-12 10 316 0 0,1 0 0 0 0,-1 0 0 0 0,1 0 0 0 0,0 0 0 0 0,-1 0 0 0 0,1 0 0 0 0,-1 0 1 0 0,1 0-1 0 0,0 0 0 0 0,-1 0 0 0 0,1 1 0 0 0,-1-1 0 0 0,1 0 0 0 0,-1 0 0 0 0,1 1 0 0 0,-1-1 0 0 0,1 0 1 0 0,0 1-1 0 0,-1-1 0 0 0,0 0 0 0 0,1 1 0 0 0,-1-1 0 0 0,1 1 0 0 0,-1-1 0 0 0,1 0 0 0 0,-1 1 1 0 0,0-1-1 0 0,1 1 0 0 0,-1 0 0 0 0,0-1 0 0 0,0 1 0 0 0,1-1 0 0 0,-1 1 0 0 0,0-1 0 0 0,0 1 0 0 0,0 0 1 0 0,0-1-1 0 0,0 1 0 0 0,0-1 0 0 0,0 1 0 0 0,0 0 0 0 0,0 0 0 0 0,5 31 536 0 0,-5-30-510 0 0,1 42 564 0 0,-1-33-468 0 0,-1-1 0 0 0,2 0 1 0 0,-1 1-1 0 0,2-1 0 0 0,-1 0 0 0 0,7 18 1 0 0,-8-27-111 0 0,0-1 1 0 0,0 0-1 0 0,0 1 1 0 0,0-1-1 0 0,0 0 1 0 0,0 0-1 0 0,0 1 1 0 0,0-1-1 0 0,0 0 1 0 0,1 0-1 0 0,-1 1 1 0 0,0-1-1 0 0,0 0 0 0 0,0 0 1 0 0,1 1-1 0 0,-1-1 1 0 0,0 0-1 0 0,0 0 1 0 0,0 0-1 0 0,1 0 1 0 0,-1 1-1 0 0,0-1 1 0 0,0 0-1 0 0,1 0 1 0 0,-1 0-1 0 0,0 0 1 0 0,0 0-1 0 0,1 0 1 0 0,-1 0-1 0 0,0 0 1 0 0,1 0-1 0 0,-1 0 1 0 0,0 0-1 0 0,0 0 1 0 0,1 0-1 0 0,-1 0 1 0 0,0 0-1 0 0,1 0 1 0 0,-1 0-1 0 0,0 0 1 0 0,0 0-1 0 0,1 0 1 0 0,-1 0-1 0 0,0 0 1 0 0,0-1-1 0 0,1 1 0 0 0,-1 0 1 0 0,0 0-1 0 0,15-15 279 0 0,0 0-408 0 0,-15 15 103 0 0,1-1 0 0 0,-1 1 0 0 0,0 0 1 0 0,0 0-1 0 0,1 0 0 0 0,-1 0 0 0 0,0 0 0 0 0,1 0 0 0 0,-1 0 0 0 0,0 0 1 0 0,1 0-1 0 0,-1 0 0 0 0,0 0 0 0 0,1 0 0 0 0,-1 0 0 0 0,0 0 0 0 0,1 0 1 0 0,-1 0-1 0 0,0 0 0 0 0,0 0 0 0 0,1 0 0 0 0,-1 0 0 0 0,0 0 1 0 0,1 0-1 0 0,-1 1 0 0 0,0-1 0 0 0,0 0 0 0 0,1 0 0 0 0,-1 0 0 0 0,0 1 1 0 0,0-1-1 0 0,1 0 0 0 0,-1 0 0 0 0,0 0 0 0 0,0 1 0 0 0,0-1 0 0 0,1 0 1 0 0,-1 1-1 0 0,0-1 0 0 0,0 0 0 0 0,0 0 0 0 0,0 1 0 0 0,0-1 0 0 0,0 0 1 0 0,0 1-1 0 0,0-1 0 0 0,0 0 0 0 0,0 1 0 0 0,4 15-70 0 0,-1 1-1 0 0,-1-1 1 0 0,0 1 0 0 0,-2 0-1 0 0,0 0 1 0 0,-3 24 0 0 0,1 31-22 0 0,2-65 114 0 0,0-1-1 0 0,1 1 1 0 0,0 0-1 0 0,4 10 1 0 0,-5-16 0 0 0,0-1-1 0 0,0 1 1 0 0,0 0 0 0 0,0-1-1 0 0,1 1 1 0 0,-1-1-1 0 0,0 1 1 0 0,1-1 0 0 0,-1 1-1 0 0,0-1 1 0 0,1 0 0 0 0,-1 1-1 0 0,0-1 1 0 0,1 1-1 0 0,-1-1 1 0 0,1 0 0 0 0,-1 1-1 0 0,1-1 1 0 0,-1 0 0 0 0,1 1-1 0 0,-1-1 1 0 0,1 0 0 0 0,-1 0-1 0 0,1 0 1 0 0,0 1-1 0 0,0-2-6 0 0,1 1 0 0 0,-1 0 0 0 0,0-1 0 0 0,0 1-1 0 0,0-1 1 0 0,0 1 0 0 0,0-1 0 0 0,0 0-1 0 0,0 0 1 0 0,0 1 0 0 0,0-1 0 0 0,0 0 0 0 0,-1 0-1 0 0,1 0 1 0 0,0 0 0 0 0,0 0 0 0 0,-1 0 0 0 0,1-1-1 0 0,7-10-192 0 0,-6 9 64 0 0,0-1-1 0 0,0 1 1 0 0,1 0-1 0 0,-1 0 0 0 0,0 0 1 0 0,1 0-1 0 0,0 0 0 0 0,0 0 1 0 0,0 1-1 0 0,0-1 1 0 0,5-2-1 0 0,-8 5 125 0 0,1 0 0 0 0,-1 1 0 0 0,1-1 0 0 0,-1 0 0 0 0,1 0 0 0 0,-1 1 0 0 0,1-1 0 0 0,-1 0 1 0 0,0 1-1 0 0,1-1 0 0 0,-1 0 0 0 0,0 1 0 0 0,1-1 0 0 0,-1 1 0 0 0,0-1 0 0 0,0 1 0 0 0,1-1 0 0 0,-1 0 0 0 0,0 1 0 0 0,0-1 0 0 0,0 1 0 0 0,1-1 0 0 0,-1 1 1 0 0,0-1-1 0 0,0 1 0 0 0,0-1 0 0 0,0 2 0 0 0,4 18 53 0 0,-4-16-53 0 0,7 43 10 0 0,1 62 0 0 0,2 18 341 0 0,-10-127-292 0 0,0 1 1 0 0,0-1-1 0 0,0 1 0 0 0,0-1 0 0 0,0 0 1 0 0,0 1-1 0 0,0-1 0 0 0,0 1 0 0 0,0-1 1 0 0,0 0-1 0 0,0 1 0 0 0,0-1 0 0 0,0 0 0 0 0,0 1 1 0 0,0-1-1 0 0,1 0 0 0 0,-1 1 0 0 0,0-1 1 0 0,0 0-1 0 0,0 1 0 0 0,1-1 0 0 0,-1 0 1 0 0,0 1-1 0 0,0-1 0 0 0,1 0 0 0 0,-1 0 0 0 0,0 1 1 0 0,1-1-1 0 0,-1 0 0 0 0,0 0 0 0 0,1 0 1 0 0,-1 1-1 0 0,0-1 0 0 0,1 0 0 0 0,-1 0 1 0 0,0 0-1 0 0,1 0 0 0 0,0 0 0 0 0,11-12 621 0 0,11-33-1154 0 0,-20 39 267 0 0,2 0-569 0 0,-3 7 346 0 0,0 18 318 0 0,-6 39 980 0 0,4-48-818 0 0,-3 18 342 0 0,1 3 572 0 0,1 55-1 0 0,1-76-833 0 0,2-1 0 0 0,-1 0 0 0 0,1 1 0 0 0,0-1 0 0 0,1 0 0 0 0,0 0 0 0 0,1 0 0 0 0,0-1 0 0 0,0 1 0 0 0,6 9 0 0 0,3 2-117 0 0,-11-15 0 0 0,0-1 0 0 0,1 1 0 0 0,-1-1 0 0 0,1 0 0 0 0,0 0 0 0 0,0-1 0 0 0,0 1 0 0 0,1 0 0 0 0,-1-1 0 0 0,1 0 0 0 0,0 0 0 0 0,-1 0 0 0 0,1 0 0 0 0,8 3 0 0 0,-12-6-3 0 0,1 1-1 0 0,-1-1 1 0 0,1 0 0 0 0,-1 0-1 0 0,1 0 1 0 0,-1 0-1 0 0,1 0 1 0 0,0 0 0 0 0,-1 0-1 0 0,1 0 1 0 0,-1 0-1 0 0,1 0 1 0 0,-1 0 0 0 0,1 0-1 0 0,-1 0 1 0 0,1 0 0 0 0,-1 0-1 0 0,1-1 1 0 0,-1 1-1 0 0,1 0 1 0 0,-1 0 0 0 0,1-1-1 0 0,-1 1 1 0 0,0 0-1 0 0,1-1 1 0 0,-1 1 0 0 0,1 0-1 0 0,-1-1 1 0 0,0 1-1 0 0,1-1 1 0 0,-1 1 0 0 0,1-1-1 0 0,4-18-518 0 0,0 2 820 0 0,-4 20 165 0 0,1 0 0 0 0,-1 1 0 0 0,0 0 0 0 0,0-1 0 0 0,0 1 0 0 0,0 6 0 0 0,-1 44 771 0 0,-1-44-1270 0 0,1 0 0 0 0,0 0 0 0 0,0 0 0 0 0,1 0 0 0 0,1 0 0 0 0,2 9-1 0 0,-4-19 36 0 0,1 0-1 0 0,-1 0 0 0 0,1 0 1 0 0,-1 0-1 0 0,1 0 0 0 0,0 0 1 0 0,-1 0-1 0 0,1 0 0 0 0,-1 0 1 0 0,1-1-1 0 0,-1 1 0 0 0,1 0 1 0 0,-1-1-1 0 0,1 1 0 0 0,-1 0 1 0 0,1-1-1 0 0,-1 1 0 0 0,1 0 1 0 0,-1-1-1 0 0,0 1 0 0 0,1-1 1 0 0,-1 1-1 0 0,0-1 0 0 0,1 1 0 0 0,-1-1 1 0 0,0 1-1 0 0,1-1 0 0 0,-1 0 1 0 0,13-17-28 0 0,2-16-191 0 0,-14 30 177 0 0,1-1-1 0 0,-1 1 1 0 0,1-1 0 0 0,0 1 0 0 0,0 0-1 0 0,0 0 1 0 0,1-1 0 0 0,-1 2 0 0 0,1-1-1 0 0,0 0 1 0 0,0 0 0 0 0,0 1 0 0 0,1 0-1 0 0,-1 0 1 0 0,5-3 0 0 0,-7 6 65 0 0,0 0 0 0 0,0 0 0 0 0,0 0 0 0 0,-1 0-1 0 0,1 0 1 0 0,0 0 0 0 0,0 1 0 0 0,0-1 0 0 0,0 0 0 0 0,-1 1 0 0 0,1-1 0 0 0,0 1 0 0 0,0-1 0 0 0,-1 1-1 0 0,1-1 1 0 0,0 1 0 0 0,-1-1 0 0 0,1 1 0 0 0,-1-1 0 0 0,1 1 0 0 0,-1 0 0 0 0,1 0 0 0 0,-1-1 0 0 0,1 1-1 0 0,-1 0 1 0 0,1 0 0 0 0,-1-1 0 0 0,0 1 0 0 0,0 0 0 0 0,1 0 0 0 0,-1 0 0 0 0,0-1 0 0 0,0 1 0 0 0,0 0-1 0 0,0 2 1 0 0,6 31 829 0 0,7 31-233 0 0,-8-44-627 0 0,-3-13 18 0 0,1 1-1 0 0,0-1 0 0 0,1 0 1 0 0,7 14-1 0 0,-9-20-28 0 0,-1 1 0 0 0,1-1 0 0 0,-1 0 0 0 0,1 0 0 0 0,0 0 0 0 0,0-1-1 0 0,0 1 1 0 0,0 0 0 0 0,3 2 0 0 0,-4-4-13 0 0,0 1 0 0 0,0-1 0 0 0,0 0 0 0 0,0 1 0 0 0,0-1 0 0 0,0 0 0 0 0,0 0 0 0 0,0 0 0 0 0,0 0 0 0 0,0 0 0 0 0,0 0 0 0 0,0 0 0 0 0,0 0 0 0 0,0 0 0 0 0,0 0 0 0 0,0 0 0 0 0,0-1 0 0 0,0 1 0 0 0,0 0 0 0 0,-1-1 0 0 0,1 1 0 0 0,0 0 0 0 0,0-1 0 0 0,0 1 0 0 0,1-2 0 0 0,1-2-143 0 0,0 0 0 0 0,0 0 0 0 0,0-1 0 0 0,-1 0 0 0 0,0 1 0 0 0,0-1 0 0 0,0 0 0 0 0,0 0 0 0 0,-1 0 0 0 0,1 0 0 0 0,-1 0 0 0 0,0-10 0 0 0,5-11 185 0 0,8-24 60 0 0,-2-1 0 0 0,6-53 0 0 0,-15 76-27 0 0,-2 1 0 0 0,-1-1 0 0 0,-1 1 0 0 0,-1-1 0 0 0,-9-44-1 0 0,-59-197 2145 0 0,65 251-1940 0 0,1 0-1 0 0,0 0 1 0 0,1 0-1 0 0,1-1 1 0 0,1 1 0 0 0,0 0-1 0 0,4-27 1 0 0,12 11 50 0 0,-12 31-268 0 0,-1 0 0 0 0,0 0-1 0 0,-1-1 1 0 0,1 1 0 0 0,-1 0-1 0 0,1-1 1 0 0,-1 0 0 0 0,0 1-1 0 0,1-5 1 0 0,24-21 157 0 0,-12 6-53 0 0,-1 0 0 0 0,0-1 0 0 0,-2 0 0 0 0,11-36 0 0 0,25-106 686 0 0,-44 154-859 0 0,9-47 59 0 0,-9 40-15 0 0,0 1 0 0 0,2-1-1 0 0,0 1 1 0 0,1 0 0 0 0,0 1-1 0 0,17-31 1 0 0,-23 48-3 0 0,0 0-1 0 0,0 0 0 0 0,0 0 1 0 0,0 0-1 0 0,1 0 1 0 0,-1 0-1 0 0,0 0 0 0 0,0 0 1 0 0,0 0-1 0 0,0 0 1 0 0,0 0-1 0 0,0 0 1 0 0,0 0-1 0 0,1 0 0 0 0,-1 0 1 0 0,0 0-1 0 0,0 0 1 0 0,0 0-1 0 0,0 0 1 0 0,0 0-1 0 0,0 0 0 0 0,1 0 1 0 0,-1 0-1 0 0,0 0 1 0 0,0 0-1 0 0,0 0 0 0 0,0 0 1 0 0,0 0-1 0 0,0 0 1 0 0,0 0-1 0 0,0 1 1 0 0,1-1-1 0 0,-1 0 0 0 0,0 0 1 0 0,0 0-1 0 0,0 0 1 0 0,0 0-1 0 0,0 0 0 0 0,0 0 1 0 0,0 0-1 0 0,0 1 1 0 0,0-1-1 0 0,0 0 1 0 0,0 0-1 0 0,0 0 0 0 0,0 0 1 0 0,0 0-1 0 0,0 0 1 0 0,0 0-1 0 0,0 1 0 0 0,0-1 1 0 0,0 0-1 0 0,0 0 1 0 0,0 0-1 0 0,0 0 1 0 0,0 0-1 0 0,0 0 0 0 0,0 1 1 0 0,0-1-1 0 0,0 0 1 0 0,3 17-81 0 0,-1 19-59 0 0,-2-17 80 0 0,16 524-800 0 0,-15-531 837 0 0,0 0-1 0 0,1 0 1 0 0,1-1 0 0 0,0 1-1 0 0,0-1 1 0 0,1 0 0 0 0,10 19 0 0 0,-13-28-16 0 0,0 0 0 0 0,1 0 0 0 0,-1 0 0 0 0,0 0 0 0 0,1 0 1 0 0,0 0-1 0 0,-1 0 0 0 0,1 0 0 0 0,0-1 0 0 0,0 1 1 0 0,0-1-1 0 0,0 1 0 0 0,0-1 0 0 0,1 0 0 0 0,-1 0 1 0 0,0 1-1 0 0,0-2 0 0 0,1 1 0 0 0,-1 0 0 0 0,1 0 0 0 0,-1-1 1 0 0,1 0-1 0 0,-1 1 0 0 0,1-1 0 0 0,-1 0 0 0 0,1 0 1 0 0,-1 0-1 0 0,1-1 0 0 0,-1 1 0 0 0,1 0 0 0 0,-1-1 1 0 0,1 0-1 0 0,-1 0 0 0 0,0 1 0 0 0,1-1 0 0 0,-1-1 1 0 0,0 1-1 0 0,0 0 0 0 0,0 0 0 0 0,0-1 0 0 0,4-3 0 0 0,1-1-59 0 0,1 0 0 0 0,-1-1-1 0 0,-1 0 1 0 0,1 0-1 0 0,7-12 1 0 0,-7 10-128 0 0,-1 1 1 0 0,2 0 0 0 0,15-15-1 0 0,-23 23 211 0 0,1-1 1 0 0,-1 1-1 0 0,1-1 0 0 0,-1 1 1 0 0,1 0-1 0 0,0-1 0 0 0,-1 1 0 0 0,1 0 1 0 0,-1 0-1 0 0,1-1 0 0 0,0 1 0 0 0,-1 0 1 0 0,1 0-1 0 0,0 0 0 0 0,-1 0 0 0 0,1 0 1 0 0,0-1-1 0 0,-1 1 0 0 0,1 1 1 0 0,0-1-1 0 0,-1 0 0 0 0,1 0 0 0 0,-1 0 1 0 0,1 0-1 0 0,0 0 0 0 0,-1 0 0 0 0,1 1 1 0 0,0-1-1 0 0,0 1 0 0 0,0 0 11 0 0,0 0 0 0 0,1 0 0 0 0,-1 1 0 0 0,0-1 0 0 0,0 0-1 0 0,0 1 1 0 0,0-1 0 0 0,0 1 0 0 0,-1-1 0 0 0,1 1 0 0 0,0 1 0 0 0,11 47 259 0 0,-12-47-252 0 0,3 27 108 0 0,-1 0-1 0 0,-3 32 1 0 0,0-36-29 0 0,1 0 1 0 0,1 0-1 0 0,7 38 0 0 0,-8-62-90 0 0,0 1 0 0 0,1-1 0 0 0,-1 0 0 0 0,1 0 0 0 0,-1 1 0 0 0,1-1 0 0 0,0 0 0 0 0,0 0 0 0 0,0 0 0 0 0,0 0 0 0 0,0 0 0 0 0,1 0 0 0 0,-1 0 0 0 0,1-1 0 0 0,-1 1 0 0 0,1 0 0 0 0,0-1 0 0 0,-1 1 0 0 0,1-1 0 0 0,0 0 1 0 0,0 1-1 0 0,0-1 0 0 0,0 0 0 0 0,4 1 0 0 0,-2-1-9 0 0,-1-1 0 0 0,0 0 1 0 0,1 0-1 0 0,-1 0 1 0 0,1-1-1 0 0,-1 1 1 0 0,0-1-1 0 0,1 0 0 0 0,-1 0 1 0 0,0 0-1 0 0,1 0 1 0 0,-1-1-1 0 0,0 1 1 0 0,0-1-1 0 0,0 0 0 0 0,2-2 1 0 0,17-12-421 0 0,-19 12 318 0 0,1 1 0 0 0,0-1-1 0 0,0 1 1 0 0,0 1 0 0 0,0-1 0 0 0,0 0 0 0 0,1 1-1 0 0,-1 0 1 0 0,1 0 0 0 0,0 0 0 0 0,8-2 0 0 0,-12 5 126 0 0,1-1-1 0 0,-1 0 1 0 0,0 1 0 0 0,0-1 0 0 0,0 0 0 0 0,0 1 0 0 0,0 0-1 0 0,0-1 1 0 0,0 1 0 0 0,0-1 0 0 0,0 1 0 0 0,0 0 0 0 0,-1 0-1 0 0,1 0 1 0 0,0-1 0 0 0,0 1 0 0 0,-1 0 0 0 0,1 0 0 0 0,0 0-1 0 0,-1 0 1 0 0,1 0 0 0 0,-1 0 0 0 0,1 0 0 0 0,-1 1 0 0 0,0-1-1 0 0,1 0 1 0 0,-1 1 0 0 0,7 39 391 0 0,-6-31-279 0 0,4 23 210 0 0,-1-3-201 0 0,2 1 1 0 0,9 33-1 0 0,-12-56-59 0 0,0 1 1 0 0,0-1-1 0 0,1 0 1 0 0,0 0-1 0 0,0-1 0 0 0,1 1 1 0 0,0-1-1 0 0,1 0 1 0 0,-1 0-1 0 0,1 0 0 0 0,0-1 1 0 0,9 7-1 0 0,-12-12-180 0 0,0 1-1 0 0,1 0 0 0 0,-1-1 0 0 0,1 0 1 0 0,-1 0-1 0 0,1 0 0 0 0,0 0 0 0 0,-1-1 1 0 0,1 1-1 0 0,0-1 0 0 0,-1 0 0 0 0,1 0 1 0 0,0 0-1 0 0,7-2 0 0 0,-7 1 40 0 0,0 1-1 0 0,0-1 0 0 0,1 1 1 0 0,-1 0-1 0 0,0 0 1 0 0,1 1-1 0 0,-1-1 0 0 0,0 1 1 0 0,0 0-1 0 0,1 0 1 0 0,-1 0-1 0 0,0 1 0 0 0,4 2 1 0 0,2 3 285 0 0,-2 1 1 0 0,1 0-1 0 0,-1 0 1 0 0,0 1-1 0 0,-1 1 1 0 0,0-1-1 0 0,0 1 1 0 0,-1 0-1 0 0,-1 0 1 0 0,9 22-1 0 0,-8-20 118 0 0,0 1 0 0 0,0-1 0 0 0,1 0 1 0 0,1 0-1 0 0,0-1 0 0 0,0 0 0 0 0,16 16 0 0 0,-21-24-199 0 0,0-1 1 0 0,0 1 0 0 0,0 0 0 0 0,1-1-1 0 0,-1 1 1 0 0,0-1 0 0 0,1 0 0 0 0,0 0-1 0 0,-1 0 1 0 0,1-1 0 0 0,0 0 0 0 0,0 1-1 0 0,0-1 1 0 0,0 0 0 0 0,0-1 0 0 0,0 1-1 0 0,0-1 1 0 0,0 0 0 0 0,0 0 0 0 0,0 0-1 0 0,0 0 1 0 0,0-1 0 0 0,0 1 0 0 0,0-1-1 0 0,0 0 1 0 0,0-1 0 0 0,5-1 0 0 0,8-1-220 0 0,1 1 1 0 0,-1 1-1 0 0,27 0 1 0 0,-15 1 596 0 0,30 1 345 0 0,-55 0-908 0 0,0 1-1 0 0,-1-1 0 0 0,1 1 1 0 0,0 0-1 0 0,0 0 1 0 0,-1 0-1 0 0,1 0 0 0 0,0 1 1 0 0,-1 0-1 0 0,0 0 1 0 0,1 0-1 0 0,4 4 0 0 0</inkml:trace>
</inkml:ink>
</file>

<file path=ppt/ink/ink4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1:23.330"/>
    </inkml:context>
    <inkml:brush xml:id="br0">
      <inkml:brushProperty name="width" value="0.1" units="cm"/>
      <inkml:brushProperty name="height" value="0.1" units="cm"/>
      <inkml:brushProperty name="color" value="#FF0066"/>
    </inkml:brush>
  </inkml:definitions>
  <inkml:trace contextRef="#ctx0" brushRef="#br0">120 434 456 0 0,'-1'-13'198'0'0,"1"-1"1"0"0,0 0-1 0 0,1 1 0 0 0,0-1 0 0 0,1 1 1 0 0,0-1-1 0 0,7-19 0 0 0,-1-1 194 0 0,3-13 1510 0 0,2 1 0 0 0,2 0 0 0 0,42-87 0 0 0,-74 177 1685 0 0,-8 52-2987 0 0,7-28-381 0 0,-77 239-27 0 0,42-141-210 0 0,53-166 17 0 0,-8 27-48 0 0,0-1-1 0 0,-6 48 0 0 0,17-62-755 0 0</inkml:trace>
</inkml:ink>
</file>

<file path=ppt/ink/ink4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1:23.567"/>
    </inkml:context>
    <inkml:brush xml:id="br0">
      <inkml:brushProperty name="width" value="0.1" units="cm"/>
      <inkml:brushProperty name="height" value="0.1" units="cm"/>
      <inkml:brushProperty name="color" value="#FF0066"/>
    </inkml:brush>
  </inkml:definitions>
  <inkml:trace contextRef="#ctx0" brushRef="#br0">10 69 920 0 0,'-1'-2'154'0'0,"0"-1"1"0"0,-1 1-1 0 0,1 0 0 0 0,0-1 0 0 0,1 1 1 0 0,-1 0-1 0 0,0-1 0 0 0,1 0 0 0 0,-1 1 1 0 0,1-1-1 0 0,0 1 0 0 0,-1-1 0 0 0,1 1 1 0 0,1-1-1 0 0,-1 0 0 0 0,0 1 0 0 0,1-1 0 0 0,-1 1 1 0 0,1-1-1 0 0,0 1 0 0 0,0-1 0 0 0,0 1 1 0 0,0 0-1 0 0,0-1 0 0 0,2-1 0 0 0,-3 3-90 0 0,0 1-1 0 0,0 0 0 0 0,0 0 0 0 0,1 0 0 0 0,-1-1 0 0 0,0 1 1 0 0,0 0-1 0 0,1 0 0 0 0,-1 0 0 0 0,0 0 0 0 0,1 0 0 0 0,-1-1 1 0 0,0 1-1 0 0,0 0 0 0 0,1 0 0 0 0,-1 0 0 0 0,0 0 0 0 0,1 0 1 0 0,-1 0-1 0 0,0 0 0 0 0,0 0 0 0 0,1 0 0 0 0,-1 0 0 0 0,0 0 1 0 0,1 0-1 0 0,-1 0 0 0 0,0 0 0 0 0,1 1 0 0 0,-1-1 0 0 0,0 0 1 0 0,0 0-1 0 0,1 0 0 0 0,-1 0 0 0 0,0 0 0 0 0,1 1 0 0 0,8 11 1231 0 0,1 17 149 0 0,-4 1-504 0 0,3 45 1 0 0,-6-41-849 0 0,9 44-1 0 0,-9-68-4 0 0,-1-1 0 0 0,1 0 0 0 0,1 1 0 0 0,0-1 0 0 0,0-1 0 0 0,1 1 0 0 0,0 0 0 0 0,0-1 0 0 0,7 8 0 0 0,-10-14-33 0 0,-1 0-1 0 0,1-1 1 0 0,0 1-1 0 0,0 0 1 0 0,0-1-1 0 0,0 1 1 0 0,0-1-1 0 0,0 0 0 0 0,0 0 1 0 0,0 0-1 0 0,0 0 1 0 0,0 0-1 0 0,1 0 1 0 0,-1 0-1 0 0,1-1 1 0 0,-1 1-1 0 0,0-1 0 0 0,1 0 1 0 0,-1 0-1 0 0,1 0 1 0 0,-1 0-1 0 0,0 0 1 0 0,1 0-1 0 0,-1-1 1 0 0,1 1-1 0 0,-1-1 0 0 0,0 1 1 0 0,1-1-1 0 0,-1 0 1 0 0,0 0-1 0 0,0 0 1 0 0,0 0-1 0 0,0-1 0 0 0,0 1 1 0 0,0-1-1 0 0,3-2 1 0 0,5-4-248 0 0,-1 0 0 0 0,0-1-1 0 0,-1 0 1 0 0,0-1 0 0 0,13-19 0 0 0,-4 2-865 0 0</inkml:trace>
</inkml:ink>
</file>

<file path=ppt/ink/ink4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1:24.235"/>
    </inkml:context>
    <inkml:brush xml:id="br0">
      <inkml:brushProperty name="width" value="0.1" units="cm"/>
      <inkml:brushProperty name="height" value="0.1" units="cm"/>
      <inkml:brushProperty name="color" value="#FF0066"/>
    </inkml:brush>
  </inkml:definitions>
  <inkml:trace contextRef="#ctx0" brushRef="#br0">9 1 6913 0 0,'-1'2'269'0'0,"0"-1"-1"0"0,0 1 0 0 0,0 0 0 0 0,0 0 0 0 0,0-1 0 0 0,1 1 1 0 0,-1 0-1 0 0,1 0 0 0 0,-1 0 0 0 0,1 0 0 0 0,0 0 0 0 0,0 0 0 0 0,0 2 1 0 0,0 80 1312 0 0,17 121 1 0 0,-17-204-1574 0 0,2 13 32 0 0,0 0 0 0 0,0 0-1 0 0,1-1 1 0 0,1 1 0 0 0,0 0 0 0 0,1-1 0 0 0,7 14 0 0 0,-10-23-37 0 0,1 0 1 0 0,-1 0 0 0 0,1 0 0 0 0,0-1 0 0 0,0 1-1 0 0,0-1 1 0 0,0 0 0 0 0,1 0 0 0 0,-1 0 0 0 0,1-1-1 0 0,0 1 1 0 0,0-1 0 0 0,0 0 0 0 0,0 0 0 0 0,0 0-1 0 0,0 0 1 0 0,0-1 0 0 0,1 0 0 0 0,-1 0 0 0 0,1 0-1 0 0,-1 0 1 0 0,1-1 0 0 0,-1 1 0 0 0,1-1 0 0 0,8-1-1 0 0,-8 1-24 0 0,0-1 0 0 0,-1 1-1 0 0,1-1 1 0 0,0 0-1 0 0,0 0 1 0 0,-1-1 0 0 0,1 1-1 0 0,-1-1 1 0 0,1 0-1 0 0,-1 0 1 0 0,0 0 0 0 0,0-1-1 0 0,0 0 1 0 0,0 0-1 0 0,0 0 1 0 0,0 0-1 0 0,-1 0 1 0 0,0-1 0 0 0,1 1-1 0 0,-1-1 1 0 0,-1 0-1 0 0,1 0 1 0 0,0 0 0 0 0,-1-1-1 0 0,0 1 1 0 0,0 0-1 0 0,0-1 1 0 0,-1 0 0 0 0,0 1-1 0 0,1-1 1 0 0,-2 0-1 0 0,1 1 1 0 0,0-1 0 0 0,-1 0-1 0 0,0 0 1 0 0,0 0-1 0 0,-1 0 1 0 0,0-7 0 0 0,-1 3-8 0 0,1 0 1 0 0,-1 0-1 0 0,-1 0 1 0 0,0 0-1 0 0,0 1 1 0 0,0-1-1 0 0,-7-10 1 0 0,-3-2 172 0 0,-23-27 0 0 0,35 47-135 0 0,1 0 39 0 0,-1 0 0 0 0,0 0 0 0 0,1 0 0 0 0,-1 0 0 0 0,1 1 0 0 0,-1-1-1 0 0,1 0 1 0 0,0 0 0 0 0,-1 0 0 0 0,1 0 0 0 0,0 0 0 0 0,-1 0 0 0 0,1 0 0 0 0,0 0 0 0 0,0 0 0 0 0,0 0 0 0 0,0 0 0 0 0,0 0 0 0 0,0 0 0 0 0,0 0 0 0 0,0 0 0 0 0,1 0 0 0 0,-1 0-1 0 0,0 0 1 0 0,1 0 0 0 0,-1 0 0 0 0,0 0 0 0 0,1 0 0 0 0,0-1 0 0 0,2-1-21 0 0,-1 0 0 0 0,0 1 1 0 0,1 0-1 0 0,-1 0 0 0 0,1-1 0 0 0,0 1 0 0 0,0 1 1 0 0,0-1-1 0 0,4-2 0 0 0,5-1-15 0 0,0 1 1 0 0,0 0-1 0 0,0 0 1 0 0,17-2-1 0 0,-26 6 66 0 0,0 0-1 0 0,0-1 1 0 0,1 2-1 0 0,-1-1 1 0 0,0 0 0 0 0,0 1-1 0 0,1-1 1 0 0,-1 1-1 0 0,0 0 1 0 0,0 0-1 0 0,0 0 1 0 0,0 0-1 0 0,0 1 1 0 0,0-1 0 0 0,0 1-1 0 0,0 0 1 0 0,-1 0-1 0 0,1 0 1 0 0,-1 0-1 0 0,1 0 1 0 0,-1 0-1 0 0,0 1 1 0 0,0-1 0 0 0,0 1-1 0 0,0 0 1 0 0,0-1-1 0 0,-1 1 1 0 0,3 4-1 0 0,3 10 160 0 0,-1-1 0 0 0,-1 1 0 0 0,0 0 0 0 0,3 22 0 0 0,-1-7-42 0 0,14 59-2171 0 0,-18-81 494 0 0,-2-4 371 0 0</inkml:trace>
</inkml:ink>
</file>

<file path=ppt/ink/ink4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1:24.551"/>
    </inkml:context>
    <inkml:brush xml:id="br0">
      <inkml:brushProperty name="width" value="0.1" units="cm"/>
      <inkml:brushProperty name="height" value="0.1" units="cm"/>
      <inkml:brushProperty name="color" value="#FF0066"/>
    </inkml:brush>
  </inkml:definitions>
  <inkml:trace contextRef="#ctx0" brushRef="#br0">32 7 1840 0 0,'0'0'109'0'0,"0"0"-1"0"0,0-1 1 0 0,0 1 0 0 0,0 0-1 0 0,-1-1 1 0 0,1 1-1 0 0,0 0 1 0 0,0-1-1 0 0,0 1 1 0 0,-1 0-1 0 0,1 0 1 0 0,0-1-1 0 0,0 1 1 0 0,0 0-1 0 0,-1 0 1 0 0,1-1-1 0 0,0 1 1 0 0,-1 0-1 0 0,1 0 1 0 0,0 0 0 0 0,0 0-1 0 0,-1-1 1 0 0,1 1-1 0 0,0 0 1 0 0,-1 0-1 0 0,1 0 1 0 0,0 0-1 0 0,-1 0 1 0 0,1 0-1 0 0,-1 0 1 0 0,1 0-1 0 0,0 0 1 0 0,-1 0-1 0 0,1 0 1 0 0,-1 0 0 0 0,-9 11 2501 0 0,-1 21 242 0 0,10-23-2564 0 0,1-1 0 0 0,0 0 0 0 0,1 1 0 0 0,0-1 1 0 0,0 0-1 0 0,1 0 0 0 0,0 0 0 0 0,0 0 0 0 0,1 0 0 0 0,0 0 0 0 0,6 10 0 0 0,-7-15-281 0 0,-1 0 1 0 0,1 1-1 0 0,0-1 1 0 0,1 0-1 0 0,-1 0 1 0 0,0 0-1 0 0,1 0 1 0 0,0-1 0 0 0,-1 1-1 0 0,1-1 1 0 0,0 1-1 0 0,1-1 1 0 0,-1 0-1 0 0,0 0 1 0 0,1 0-1 0 0,-1-1 1 0 0,1 1-1 0 0,-1-1 1 0 0,1 0 0 0 0,-1 0-1 0 0,1 0 1 0 0,0-1-1 0 0,0 1 1 0 0,-1-1-1 0 0,1 0 1 0 0,0 0-1 0 0,4 0 1 0 0,-5 0-3 0 0,-1-1 0 0 0,0 1 0 0 0,0 0 0 0 0,1-1 1 0 0,-1 1-1 0 0,0-1 0 0 0,0 0 0 0 0,1 0 0 0 0,-1 0 0 0 0,0 0 0 0 0,0 0 0 0 0,0 0 1 0 0,0-1-1 0 0,-1 1 0 0 0,1-1 0 0 0,0 1 0 0 0,0-1 0 0 0,-1 0 0 0 0,1 1 1 0 0,-1-1-1 0 0,0 0 0 0 0,1 0 0 0 0,-1 0 0 0 0,0 0 0 0 0,0 0 0 0 0,0 0 0 0 0,-1-1 1 0 0,1 1-1 0 0,0 0 0 0 0,-1 0 0 0 0,1-1 0 0 0,-1 1 0 0 0,0 0 0 0 0,0-1 1 0 0,0 1-1 0 0,0 0 0 0 0,0-1 0 0 0,-1-3 0 0 0,0 1 55 0 0,0 1 0 0 0,-1 0 0 0 0,1-1 0 0 0,-1 1 0 0 0,0 0 0 0 0,0 0 0 0 0,0 0 0 0 0,0 0 0 0 0,-1 1 0 0 0,1-1 0 0 0,-1 0 0 0 0,0 1 0 0 0,0 0 0 0 0,-1 0 0 0 0,1 0 0 0 0,-1 0 0 0 0,1 0 0 0 0,-1 1 0 0 0,-5-3 0 0 0,4 3-89 0 0,-1 0 0 0 0,1 1 1 0 0,0 0-1 0 0,0 0 0 0 0,-1 0 0 0 0,1 0 0 0 0,-1 1 1 0 0,1 0-1 0 0,-1 0 0 0 0,1 1 0 0 0,0 0 0 0 0,-8 1 0 0 0,-2 2-655 0 0</inkml:trace>
</inkml:ink>
</file>

<file path=ppt/ink/ink4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1:25.123"/>
    </inkml:context>
    <inkml:brush xml:id="br0">
      <inkml:brushProperty name="width" value="0.1" units="cm"/>
      <inkml:brushProperty name="height" value="0.1" units="cm"/>
      <inkml:brushProperty name="color" value="#FF0066"/>
    </inkml:brush>
  </inkml:definitions>
  <inkml:trace contextRef="#ctx0" brushRef="#br0">68 1 656 0 0,'-15'10'10615'0'0,"10"-4"-10908"0"0,-43 31 6781 0 0,51-29-7955 0 0,2 1 1543 0 0,1 1-1 0 0,-2 0 0 0 0,1 1 0 0 0,-1-1 0 0 0,4 23 1 0 0,13 31 327 0 0,-19-60-416 0 0,1 1 0 0 0,-1 0 0 0 0,1-1 0 0 0,0 1 0 0 0,0-1 0 0 0,0 0 0 0 0,0 0 0 0 0,1 0 0 0 0,7 6 0 0 0,-10-9 12 0 0,0 0 0 0 0,0 0 1 0 0,0 0-1 0 0,0 0 1 0 0,0-1-1 0 0,0 1 1 0 0,0 0-1 0 0,0-1 1 0 0,0 1-1 0 0,0-1 0 0 0,0 1 1 0 0,1-1-1 0 0,-1 0 1 0 0,0 1-1 0 0,0-1 1 0 0,1 0-1 0 0,-1 0 0 0 0,0 0 1 0 0,0 0-1 0 0,1 0 1 0 0,-1 0-1 0 0,0 0 1 0 0,1-1-1 0 0,-1 1 1 0 0,0 0-1 0 0,0-1 0 0 0,0 1 1 0 0,1-1-1 0 0,-1 1 1 0 0,0-1-1 0 0,0 1 1 0 0,0-1-1 0 0,0 0 0 0 0,0 0 1 0 0,0 1-1 0 0,0-1 1 0 0,0 0-1 0 0,0 0 1 0 0,-1 0-1 0 0,1 0 1 0 0,0 0-1 0 0,0 0 0 0 0,-1 0 1 0 0,1-1-1 0 0,-1 1 1 0 0,1 0-1 0 0,-1 0 1 0 0,1 0-1 0 0,-1-3 0 0 0,2-2 69 0 0,0 0 0 0 0,0-1 0 0 0,-1 1-1 0 0,0-1 1 0 0,0 1 0 0 0,-1-1 0 0 0,0 1-1 0 0,-1-11 1 0 0,-1 6-43 0 0,0 0 1 0 0,-2 0-1 0 0,1 0 1 0 0,-1 0-1 0 0,-1 1 1 0 0,1-1-1 0 0,-11-14 1 0 0,12 20-203 0 0,0 0 1 0 0,-1 1 0 0 0,0-1 0 0 0,0 1-1 0 0,0 0 1 0 0,0 0 0 0 0,0 0 0 0 0,-1 0-1 0 0,0 1 1 0 0,0 0 0 0 0,0 0 0 0 0,0 0-1 0 0,0 0 1 0 0,-1 1 0 0 0,1 0 0 0 0,-10-2-1 0 0</inkml:trace>
</inkml:ink>
</file>

<file path=ppt/ink/ink4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1:25.582"/>
    </inkml:context>
    <inkml:brush xml:id="br0">
      <inkml:brushProperty name="width" value="0.1" units="cm"/>
      <inkml:brushProperty name="height" value="0.1" units="cm"/>
      <inkml:brushProperty name="color" value="#FF0066"/>
    </inkml:brush>
  </inkml:definitions>
  <inkml:trace contextRef="#ctx0" brushRef="#br0">104 318 2761 0 0,'16'-5'183'0'0,"-25"18"647"0"0,-1 0 38 0 0,-32 31 1289 0 0,34-36-1640 0 0,-1 0 0 0 0,1 1 0 0 0,1 0 0 0 0,-1 0 0 0 0,-8 17 0 0 0,16-26-485 0 0,-1 0 0 0 0,1 1 0 0 0,0-1-1 0 0,0 0 1 0 0,0 0 0 0 0,-1 1 0 0 0,1-1 0 0 0,0 1 0 0 0,0-1 0 0 0,0 0 0 0 0,0 1 0 0 0,0-1 0 0 0,0 0 0 0 0,0 1 0 0 0,0-1-1 0 0,0 0 1 0 0,0 1 0 0 0,0-1 0 0 0,0 1 0 0 0,0-1 0 0 0,0 0 0 0 0,0 1 0 0 0,0-1 0 0 0,0 0 0 0 0,1 1 0 0 0,-1-1 0 0 0,0 0-1 0 0,0 1 1 0 0,0-1 0 0 0,0 0 0 0 0,1 1 0 0 0,-1-1 0 0 0,0 0 0 0 0,0 0 0 0 0,1 1 0 0 0,-1-1 0 0 0,0 0 0 0 0,1 0 0 0 0,-1 1-1 0 0,20 1 540 0 0,20-10-303 0 0,-35 7-291 0 0,-1-1 0 0 0,1 0 0 0 0,-1 0 0 0 0,0-1 0 0 0,0 1 0 0 0,0-1 1 0 0,0 0-1 0 0,0 0 0 0 0,-1 0 0 0 0,1 0 0 0 0,-1-1 0 0 0,0 1 0 0 0,0-1 0 0 0,0 0 0 0 0,2-4 0 0 0,-1 0-93 0 0,-1 1-1 0 0,1-1 0 0 0,-2 0 0 0 0,1 0 0 0 0,-1 0 0 0 0,0 0 0 0 0,-1 0 0 0 0,1-9 1 0 0,-2-7-57 0 0,0 0 1 0 0,-2-1 0 0 0,0 2 0 0 0,-2-1 0 0 0,-7-26 0 0 0,8 38 294 0 0,-20-65 687 0 0,21 71-522 0 0,0 1 0 0 0,0-1 0 0 0,-1 1-1 0 0,0-1 1 0 0,0 1 0 0 0,-1 0 0 0 0,0 0 0 0 0,1 1-1 0 0,-2-1 1 0 0,-6-6 0 0 0,11 11-212 0 0,-1-1 0 0 0,1 1 0 0 0,0-1 0 0 0,-1 1 0 0 0,1-1 0 0 0,-1 1 0 0 0,1-1 0 0 0,0 1 0 0 0,-1 0 1 0 0,1-1-1 0 0,-1 1 0 0 0,1 0 0 0 0,-1 0 0 0 0,1-1 0 0 0,-1 1 0 0 0,0 0 0 0 0,1 0 0 0 0,-1 0 0 0 0,1-1 0 0 0,-1 1 0 0 0,1 0 0 0 0,-1 0 0 0 0,0 0 0 0 0,1 0 0 0 0,-1 0 1 0 0,1 0-1 0 0,-1 0 0 0 0,1 0 0 0 0,-1 1 0 0 0,0-1 0 0 0,1 0 0 0 0,-1 0 0 0 0,1 0 0 0 0,-1 1 0 0 0,1-1 0 0 0,-1 0 0 0 0,1 0 0 0 0,-1 1 0 0 0,1-1 0 0 0,-1 1 0 0 0,1-1 0 0 0,-1 0 1 0 0,1 1-1 0 0,0-1 0 0 0,-1 1 0 0 0,1-1 0 0 0,0 1 0 0 0,-1-1 0 0 0,1 1 0 0 0,0-1 0 0 0,0 1 0 0 0,-1-1 0 0 0,1 1 0 0 0,0 0 0 0 0,0-1 0 0 0,0 1 0 0 0,0-1 0 0 0,0 1 1 0 0,0-1-1 0 0,0 1 0 0 0,0 1 0 0 0,0 2 171 0 0,0 1 1 0 0,0-1-1 0 0,0 1 0 0 0,1-1 1 0 0,0 1-1 0 0,2 7 1 0 0,26 58 263 0 0,43 72 0 0 0,-36-72-107 0 0,-3-4-92 0 0,8 14-384 0 0,-14-28-5711 0 0,-13-26-1041 0 0</inkml:trace>
</inkml:ink>
</file>

<file path=ppt/ink/ink4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1:26.294"/>
    </inkml:context>
    <inkml:brush xml:id="br0">
      <inkml:brushProperty name="width" value="0.1" units="cm"/>
      <inkml:brushProperty name="height" value="0.1" units="cm"/>
      <inkml:brushProperty name="color" value="#FF0066"/>
    </inkml:brush>
  </inkml:definitions>
  <inkml:trace contextRef="#ctx0" brushRef="#br0">73 122 10594 0 0,'2'-36'606'0'0,"-1"28"-340"0"0,0-1-1 0 0,0 1 1 0 0,-1 0-1 0 0,-1 0 1 0 0,1 0-1 0 0,-1-1 1 0 0,-1 1-1 0 0,-2-10 1 0 0,4 18-240 0 0,0 0 0 0 0,0 0 0 0 0,0 0 0 0 0,0 0 1 0 0,0 0-1 0 0,0 0 0 0 0,0-1 0 0 0,0 1 0 0 0,0 0 1 0 0,0 0-1 0 0,0 0 0 0 0,-1 0 0 0 0,1 0 0 0 0,0 0 1 0 0,0 0-1 0 0,0 0 0 0 0,0 0 0 0 0,0 0 0 0 0,0 0 1 0 0,0 0-1 0 0,0 0 0 0 0,0 0 0 0 0,0 0 0 0 0,-1 0 1 0 0,1 0-1 0 0,0 0 0 0 0,0 0 0 0 0,0 0 0 0 0,0 0 1 0 0,0 0-1 0 0,0 0 0 0 0,0 0 0 0 0,0 0 0 0 0,0 0 1 0 0,-1 0-1 0 0,1 0 0 0 0,0 0 0 0 0,0 0 0 0 0,0 0 1 0 0,0 0-1 0 0,0 0 0 0 0,0 0 0 0 0,0 0 1 0 0,0 0-1 0 0,0 0 0 0 0,0 0 0 0 0,0 0 0 0 0,-1 1 1 0 0,1-1-1 0 0,0 0 0 0 0,0 0 0 0 0,0 0 0 0 0,0 0 1 0 0,0 0-1 0 0,0 0 0 0 0,0 0 0 0 0,0 0 0 0 0,0 0 1 0 0,0 0-1 0 0,0 1 0 0 0,0-1 0 0 0,0 0 0 0 0,0 0 1 0 0,0 0-1 0 0,0 0 0 0 0,0 0 0 0 0,0 0 0 0 0,-5 14 852 0 0,-2 14-77 0 0,-5 186 1622 0 0,4-50-1500 0 0,-23 80-3547 0 0,28-226 1584 0 0</inkml:trace>
</inkml:ink>
</file>

<file path=ppt/ink/ink4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1:26.580"/>
    </inkml:context>
    <inkml:brush xml:id="br0">
      <inkml:brushProperty name="width" value="0.1" units="cm"/>
      <inkml:brushProperty name="height" value="0.1" units="cm"/>
      <inkml:brushProperty name="color" value="#FF0066"/>
    </inkml:brush>
  </inkml:definitions>
  <inkml:trace contextRef="#ctx0" brushRef="#br0">39 0 2761 0 0,'-3'2'278'0'0,"1"-1"1"0"0,-1 0 0 0 0,0 1 0 0 0,1 0 0 0 0,0-1-1 0 0,-1 1 1 0 0,1 0 0 0 0,0 0 0 0 0,0 0 0 0 0,0 0-1 0 0,0 1 1 0 0,1-1 0 0 0,-1 1 0 0 0,0-1 0 0 0,1 1-1 0 0,0-1 1 0 0,-2 5 0 0 0,3-4-81 0 0,0-1 0 0 0,0 0 0 0 0,1 0 0 0 0,-1 1 0 0 0,1-1 0 0 0,-1 0 0 0 0,1 0 0 0 0,0 0 0 0 0,0 0 0 0 0,0 0 0 0 0,0 0 0 0 0,0 0 0 0 0,0 0 0 0 0,0 0 0 0 0,1 0 0 0 0,-1-1 0 0 0,1 1 0 0 0,-1-1 0 0 0,1 1 0 0 0,0-1 0 0 0,-1 1 0 0 0,1-1 0 0 0,4 2 0 0 0,10 10 374 0 0,1-1 1 0 0,1-1-1 0 0,0-1 0 0 0,0 0 1 0 0,1-1-1 0 0,0-1 1 0 0,1-1-1 0 0,0-1 1 0 0,0 0-1 0 0,0-2 0 0 0,1 0 1 0 0,35 1-1 0 0,-55-5-648 0 0,0 0 0 0 0,0 0-1 0 0,0 0 1 0 0,0 0 0 0 0,0 0-1 0 0,0 0 1 0 0,0 0 0 0 0,0 0-1 0 0,0-1 1 0 0,0 1 0 0 0,0 0-1 0 0,0-1 1 0 0,0 1 0 0 0,0-1-1 0 0,0 1 1 0 0,0-1 0 0 0,0 0-1 0 0,0 1 1 0 0,0-1 0 0 0,-1 0-1 0 0,1 1 1 0 0,0-1 0 0 0,-1 0-1 0 0,1 0 1 0 0,0 0-1 0 0,-1 0 1 0 0,1 0 0 0 0,0-1-1 0 0</inkml:trace>
</inkml:ink>
</file>

<file path=ppt/ink/ink4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1:27.161"/>
    </inkml:context>
    <inkml:brush xml:id="br0">
      <inkml:brushProperty name="width" value="0.1" units="cm"/>
      <inkml:brushProperty name="height" value="0.1" units="cm"/>
      <inkml:brushProperty name="color" value="#FF0066"/>
    </inkml:brush>
  </inkml:definitions>
  <inkml:trace contextRef="#ctx0" brushRef="#br0">2 163 6913 0 0,'0'-3'54'0'0,"-1"0"-1"0"0,1 0 0 0 0,0 1 1 0 0,0-1-1 0 0,0 0 0 0 0,0 0 0 0 0,1 0 1 0 0,-1 0-1 0 0,1 0 0 0 0,-1 1 0 0 0,2-5 1 0 0,-1 5 205 0 0,-1 0 0 0 0,1 1 0 0 0,-1-1 0 0 0,1 0 0 0 0,0 0 0 0 0,0 0 0 0 0,-1 1 0 0 0,1-1 0 0 0,0 0 0 0 0,1 1 0 0 0,-1-1 1 0 0,0 1-1 0 0,0-1 0 0 0,1 1 0 0 0,-1 0 0 0 0,1 0 0 0 0,1-2 0 0 0,-2 3-138 0 0,0 0 0 0 0,0 0-1 0 0,0 1 1 0 0,0-1 0 0 0,0 0 0 0 0,0 1 0 0 0,0-1-1 0 0,0 0 1 0 0,0 1 0 0 0,-1-1 0 0 0,1 1 0 0 0,0 0 0 0 0,0-1-1 0 0,0 1 1 0 0,-1 0 0 0 0,1-1 0 0 0,0 1 0 0 0,-1 0-1 0 0,1 0 1 0 0,-1 0 0 0 0,1-1 0 0 0,-1 1 0 0 0,2 2 0 0 0,11 26 835 0 0,-10-22-652 0 0,26 74 1215 0 0,-21-56-1509 0 0,18 41-1 0 0,-24-67-98 0 0,-1-1 0 0 0,1 0 0 0 0,0 0 0 0 0,-1-1 0 0 0,0 1 0 0 0,1 0 0 0 0,-1 0 0 0 0,0-1 0 0 0,0 1-1 0 0,1-5 1 0 0,20-71 220 0 0,8-23-247 0 0,-26 89 264 0 0,1 1-1 0 0,0 0 0 0 0,1 0 0 0 0,0 0 0 0 0,1 1 1 0 0,9-12-1 0 0,-14 20-65 0 0,-1 0 0 0 0,0 1 1 0 0,1-1-1 0 0,-1 1 0 0 0,1-1 0 0 0,-1 1 1 0 0,1-1-1 0 0,0 1 0 0 0,0 0 0 0 0,-1 0 1 0 0,1 0-1 0 0,0 0 0 0 0,0 0 0 0 0,0 1 1 0 0,0-1-1 0 0,0 0 0 0 0,0 1 0 0 0,0-1 0 0 0,1 1 1 0 0,-1 0-1 0 0,2 0 0 0 0,-2 1-18 0 0,0-1-1 0 0,0 1 1 0 0,0 0 0 0 0,0 0-1 0 0,0 0 1 0 0,-1 0-1 0 0,1 0 1 0 0,-1 1 0 0 0,1-1-1 0 0,-1 0 1 0 0,1 1-1 0 0,-1-1 1 0 0,1 1 0 0 0,-1-1-1 0 0,0 1 1 0 0,0 0-1 0 0,0 0 1 0 0,0-1 0 0 0,0 1-1 0 0,-1 0 1 0 0,2 4 0 0 0,10 28 116 0 0,-6-14-440 0 0,1-1 0 0 0,18 34 1 0 0,-22-49-266 0 0,-1 1 1 0 0,1-1-1 0 0,0 0 1 0 0,0 0-1 0 0,0-1 1 0 0,1 1-1 0 0,-1-1 1 0 0,1 1-1 0 0,0-1 1 0 0,0 0-1 0 0,0 0 1 0 0,0-1-1 0 0,1 1 1 0 0,-1-1-1 0 0,1 0 1 0 0,9 3-1 0 0,-3-4-1546 0 0</inkml:trace>
</inkml:ink>
</file>

<file path=ppt/ink/ink4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1:27.453"/>
    </inkml:context>
    <inkml:brush xml:id="br0">
      <inkml:brushProperty name="width" value="0.1" units="cm"/>
      <inkml:brushProperty name="height" value="0.1" units="cm"/>
      <inkml:brushProperty name="color" value="#FF0066"/>
    </inkml:brush>
  </inkml:definitions>
  <inkml:trace contextRef="#ctx0" brushRef="#br0">17 46 5065 0 0,'-16'77'3242'0'0,"16"-73"-3142"0"0,-1 1-1 0 0,1-1 1 0 0,1 0-1 0 0,-1 0 1 0 0,0 0 0 0 0,1 0-1 0 0,0 1 1 0 0,0-1-1 0 0,0 0 1 0 0,1 0 0 0 0,-1-1-1 0 0,1 1 1 0 0,0 0-1 0 0,0 0 1 0 0,0-1 0 0 0,1 1-1 0 0,-1-1 1 0 0,1 0-1 0 0,0 0 1 0 0,0 0 0 0 0,0 0-1 0 0,0 0 1 0 0,0-1-1 0 0,1 1 1 0 0,-1-1 0 0 0,1 0-1 0 0,-1 0 1 0 0,1 0-1 0 0,0 0 1 0 0,0-1 0 0 0,0 0-1 0 0,0 0 1 0 0,0 0-1 0 0,0 0 1 0 0,0 0-1 0 0,1-1 1 0 0,-1 0 0 0 0,0 0-1 0 0,0 0 1 0 0,0 0-1 0 0,0-1 1 0 0,1 1 0 0 0,-1-1-1 0 0,0 0 1 0 0,0-1-1 0 0,0 1 1 0 0,0-1 0 0 0,-1 1-1 0 0,1-1 1 0 0,0 0-1 0 0,-1 0 1 0 0,6-5 0 0 0,-5 4-40 0 0,0 0 1 0 0,-1-1 0 0 0,1 0 0 0 0,0 0 0 0 0,-1 0 0 0 0,0 0 0 0 0,0-1 0 0 0,0 1 0 0 0,-1-1 0 0 0,0 0 0 0 0,1 0 0 0 0,-2 0-1 0 0,1 0 1 0 0,0 0 0 0 0,-1 0 0 0 0,0 0 0 0 0,0 0 0 0 0,-1-1 0 0 0,0 1 0 0 0,1 0 0 0 0,-2-1 0 0 0,1 1 0 0 0,-2-10 0 0 0,1 11-17 0 0,0 0 0 0 0,0 0 0 0 0,0 0 0 0 0,0 0 0 0 0,-1 0 0 0 0,0 0 0 0 0,1 0 0 0 0,-2 0 0 0 0,1 0 0 0 0,0 1 1 0 0,-1-1-1 0 0,1 1 0 0 0,-1 0 0 0 0,0 0 0 0 0,0 0 0 0 0,0 0 0 0 0,-1 0 0 0 0,1 1 0 0 0,-1-1 0 0 0,1 1 0 0 0,-1 0 0 0 0,0 0 1 0 0,0 0-1 0 0,0 1 0 0 0,0-1 0 0 0,0 1 0 0 0,0 0 0 0 0,0 0 0 0 0,-8 0 0 0 0,-12 5-2402 0 0</inkml:trace>
</inkml:ink>
</file>

<file path=ppt/ink/ink4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1:27.640"/>
    </inkml:context>
    <inkml:brush xml:id="br0">
      <inkml:brushProperty name="width" value="0.1" units="cm"/>
      <inkml:brushProperty name="height" value="0.1" units="cm"/>
      <inkml:brushProperty name="color" value="#FF0066"/>
    </inkml:brush>
  </inkml:definitions>
  <inkml:trace contextRef="#ctx0" brushRef="#br0">1 0 9674 0 0,'8'21'2492'0'0,"21"37"0"0"0,-6-12-361 0 0,-12-22-956 0 0,3 8-391 0 0,1-1-1 0 0,26 38 1 0 0</inkml:trace>
</inkml:ink>
</file>

<file path=ppt/ink/ink4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1:27.813"/>
    </inkml:context>
    <inkml:brush xml:id="br0">
      <inkml:brushProperty name="width" value="0.1" units="cm"/>
      <inkml:brushProperty name="height" value="0.1" units="cm"/>
      <inkml:brushProperty name="color" value="#FF0066"/>
    </inkml:brush>
  </inkml:definitions>
  <inkml:trace contextRef="#ctx0" brushRef="#br0">8 1 6913 0 0,'-2'1'673'0'0,"2"1"-601"0"0,0 0-72 0 0,0 0 0 0 0,0 0 0 0 0,0 2 96 0 0,0 6 8 0 0,-1 4 0 0 0,0 6 0 0 0,-1 5 336 0 0,1-1 64 0 0,1 1 8 0 0,1-3 8 0 0,3 0-424 0 0,2-6-96 0 0,2-5 0 0 0,0-5 0 0 0</inkml:trace>
</inkml:ink>
</file>

<file path=ppt/ink/ink4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1:28.669"/>
    </inkml:context>
    <inkml:brush xml:id="br0">
      <inkml:brushProperty name="width" value="0.1" units="cm"/>
      <inkml:brushProperty name="height" value="0.1" units="cm"/>
      <inkml:brushProperty name="color" value="#FF0066"/>
    </inkml:brush>
  </inkml:definitions>
  <inkml:trace contextRef="#ctx0" brushRef="#br0">46 2 1840 0 0,'0'0'124'0'0,"0"0"0"0"0,0 0-1 0 0,1-1 1 0 0,-1 1 0 0 0,0 0-1 0 0,1 0 1 0 0,-1 0-1 0 0,0 0 1 0 0,1-1 0 0 0,-1 1-1 0 0,1 0 1 0 0,-1 0 0 0 0,0 0-1 0 0,1 0 1 0 0,-1 0-1 0 0,0 0 1 0 0,1 0 0 0 0,-1 0-1 0 0,1 0 1 0 0,-1 0 0 0 0,0 0-1 0 0,1 0 1 0 0,-1 0-1 0 0,0 1 1 0 0,1-1 0 0 0,-1 0-1 0 0,0 0 1 0 0,1 0 0 0 0,-1 0-1 0 0,0 1 1 0 0,2 0 494 0 0,-2-1-494 0 0,0 0-1 0 0,1 1 1 0 0,1 18 2932 0 0,-11 20-330 0 0,-3 2-1394 0 0,3-14-741 0 0,1 2-1 0 0,1-1 1 0 0,1 1-1 0 0,-3 49 1 0 0,9-75-599 0 0,-1-1 1 0 0,1 1 0 0 0,0-1-1 0 0,0 1 1 0 0,1 0-1 0 0,-1-1 1 0 0,0 1-1 0 0,1-1 1 0 0,0 1 0 0 0,-1-1-1 0 0,1 1 1 0 0,0-1-1 0 0,0 0 1 0 0,1 1-1 0 0,-1-1 1 0 0,0 0 0 0 0,1 0-1 0 0,-1 0 1 0 0,1 0-1 0 0,0 0 1 0 0,0 0 0 0 0,-1 0-1 0 0,1-1 1 0 0,0 1-1 0 0,1-1 1 0 0,-1 1-1 0 0,0-1 1 0 0,0 0 0 0 0,1 0-1 0 0,-1 0 1 0 0,0 0-1 0 0,1 0 1 0 0,4 1-1 0 0,6-1-243 0 0,0-1 0 0 0,0 0 0 0 0,0 0 0 0 0,0-1-1 0 0,23-6 1 0 0,-23 5 105 0 0,1 0 0 0 0,26 0 0 0 0,-37 2 119 0 0,0 0 0 0 0,0 0 1 0 0,0 1-1 0 0,-1-1 0 0 0,1 1 0 0 0,0 0 0 0 0,-1 0 0 0 0,1 0 0 0 0,0 0 1 0 0,-1 0-1 0 0,1 1 0 0 0,-1-1 0 0 0,0 1 0 0 0,1-1 0 0 0,2 4 0 0 0,-4-4 4 0 0,-1 0-1 0 0,1 0 0 0 0,0 0 0 0 0,-1 1 0 0 0,0-1 0 0 0,1 0 0 0 0,-1 0 1 0 0,0 0-1 0 0,1 1 0 0 0,-1-1 0 0 0,0 0 0 0 0,0 0 0 0 0,0 1 1 0 0,0-1-1 0 0,0 0 0 0 0,0 0 0 0 0,0 1 0 0 0,-1-1 0 0 0,1 0 1 0 0,0 0-1 0 0,-1 1 0 0 0,1-1 0 0 0,-1 0 0 0 0,1 0 0 0 0,-1 0 0 0 0,0 0 1 0 0,1 0-1 0 0,-1 0 0 0 0,0 0 0 0 0,0 0 0 0 0,0 0 0 0 0,0 0 1 0 0,0 0-1 0 0,-2 1 0 0 0,-6 7-197 0 0,-2-1 0 0 0,1 0 0 0 0,-1-1 0 0 0,0 0 1 0 0,0 0-1 0 0,-1-1 0 0 0,0-1 0 0 0,0 0 0 0 0,-15 4 0 0 0,26-9 188 0 0,1 0-1 0 0,0 0 0 0 0,0 0 0 0 0,0 0 0 0 0,0 0 1 0 0,0 0-1 0 0,0 0 0 0 0,-1 0 0 0 0,1 1 0 0 0,0-1 1 0 0,0 0-1 0 0,0 0 0 0 0,0 0 0 0 0,0 0 0 0 0,-1 0 1 0 0,1 0-1 0 0,0 0 0 0 0,0 0 0 0 0,0 0 0 0 0,0 0 1 0 0,0 0-1 0 0,0 0 0 0 0,-1 0 0 0 0,1 0 0 0 0,0 0 1 0 0,0-1-1 0 0,0 1 0 0 0,0 0 0 0 0,0 0 1 0 0,-1 0-1 0 0,1 0 0 0 0,0 0 0 0 0,0 0 0 0 0,0 0 1 0 0,0 0-1 0 0,0 0 0 0 0,0 0 0 0 0,0-1 0 0 0,0 1 1 0 0,-1 0-1 0 0,1 0 0 0 0,0 0 0 0 0,0 0 0 0 0,0 0 1 0 0,0 0-1 0 0,0-1 0 0 0,0 1 0 0 0,0 0 0 0 0,0 0 1 0 0,0 0-1 0 0,0 0 0 0 0,0 0 0 0 0,0-1 0 0 0,0 1 1 0 0,0 0-1 0 0,0 0 0 0 0,0 0 0 0 0,0 0 0 0 0,0 0 1 0 0,0-1-1 0 0,0 1 0 0 0,8-13-638 0 0,14-14 856 0 0,18-13 1595 0 0,36-48-1 0 0,-60 66-995 0 0,-1 0 0 0 0,-1 0 0 0 0,-1-2 0 0 0,15-36 0 0 0,-20 41-182 0 0,13-37 831 0 0,-20 54-1316 0 0,0-1 0 0 0,-1 0 0 0 0,1 1-1 0 0,-1-1 1 0 0,0 0 0 0 0,0 0 0 0 0,0 0-1 0 0,0 1 1 0 0,0-1 0 0 0,0 0 0 0 0,-1 0-1 0 0,1 0 1 0 0,-1 1 0 0 0,0-1 0 0 0,0 0 0 0 0,-2-4-1 0 0,4 9 405 0 0,-1-1-555 0 0,0-1 0 0 0,0 1 0 0 0,0-1 0 0 0,0 1 0 0 0,0-1 0 0 0,0 1 0 0 0,0-1 0 0 0,0 1 0 0 0,0-1 0 0 0,1 1 0 0 0,-1-1 0 0 0,0 1 0 0 0,0-1 0 0 0,0 0 0 0 0,1 1 0 0 0,-1-1-1 0 0,0 1 1 0 0,1-1 0 0 0,-1 0 0 0 0,0 1 0 0 0,1-1 0 0 0,-1 0 0 0 0,1 1 0 0 0,-1-1 0 0 0,1 0 0 0 0,-1 0 0 0 0,0 1 0 0 0,1-1 0 0 0,-1 0 0 0 0,1 0 0 0 0,-1 0 0 0 0,1 0 0 0 0,-1 0 0 0 0,1 1 0 0 0,-1-1 0 0 0,1 0 0 0 0,-1 0 0 0 0,1 0 0 0 0,-1 0 0 0 0,1-1 0 0 0,-1 1 0 0 0,1 0 0 0 0,-1 0 0 0 0,1 0 0 0 0,-1 0 0 0 0,1 0 0 0 0,-1-1 0 0 0,1 1 0 0 0,-1 0 0 0 0,0 0 0 0 0,1-1 0 0 0,-1 1 0 0 0,1 0 0 0 0,-1-1 0 0 0,0 1 0 0 0,1 0 0 0 0,0-1 0 0 0</inkml:trace>
</inkml:ink>
</file>

<file path=ppt/ink/ink4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1:29.144"/>
    </inkml:context>
    <inkml:brush xml:id="br0">
      <inkml:brushProperty name="width" value="0.1" units="cm"/>
      <inkml:brushProperty name="height" value="0.1" units="cm"/>
      <inkml:brushProperty name="color" value="#FF0066"/>
    </inkml:brush>
  </inkml:definitions>
  <inkml:trace contextRef="#ctx0" brushRef="#br0">37 129 5529 0 0,'-19'-23'5113'0'0,"18"22"-4867"0"0,0 1 0 0 0,1-1 0 0 0,-1 1 0 0 0,1 0 0 0 0,-1 0 0 0 0,0-1 0 0 0,1 1 0 0 0,-1 0 0 0 0,0 0 0 0 0,0 0 0 0 0,1 0 1 0 0,-1 0-1 0 0,0-1 0 0 0,1 2 0 0 0,-1-1 0 0 0,0 0 0 0 0,1 0 0 0 0,-1 0 0 0 0,0 0 0 0 0,1 0 0 0 0,-2 1 0 0 0,2 0-48 0 0,-1-1 0 0 0,1 1 0 0 0,0 0-1 0 0,0 0 1 0 0,0 0 0 0 0,0-1 0 0 0,0 1-1 0 0,0 0 1 0 0,0 0 0 0 0,0 0 0 0 0,0-1-1 0 0,0 1 1 0 0,1 0 0 0 0,-1 0 0 0 0,0 0-1 0 0,0-1 1 0 0,1 2 0 0 0,13 27 774 0 0,-14-28-852 0 0,11 17 277 0 0,0 1-1 0 0,1-2 1 0 0,17 21 0 0 0,-22-30-358 0 0,0-1 0 0 0,1 1-1 0 0,-1-1 1 0 0,2 0 0 0 0,-1-1 0 0 0,1 0 0 0 0,0 0 0 0 0,14 6 0 0 0,-21-11-46 0 0,1 0 0 0 0,0 0 1 0 0,0 0-1 0 0,0 0 1 0 0,0 0-1 0 0,0-1 1 0 0,0 1-1 0 0,0-1 1 0 0,0 0-1 0 0,0 0 0 0 0,0 0 1 0 0,0 0-1 0 0,0-1 1 0 0,1 1-1 0 0,-1-1 1 0 0,-1 0-1 0 0,1 0 1 0 0,0 0-1 0 0,5-2 0 0 0,-4 0-62 0 0,-1 0 0 0 0,1 1 0 0 0,-1-1-1 0 0,0 0 1 0 0,0-1 0 0 0,-1 1 0 0 0,1 0-1 0 0,-1-1 1 0 0,1 0 0 0 0,-1 1 0 0 0,0-1-1 0 0,2-6 1 0 0,1-6-191 0 0,0 0 0 0 0,-1 1 0 0 0,-1-1-1 0 0,-1-1 1 0 0,0 1 0 0 0,-1-21 0 0 0,-2-14 381 0 0,-1-8 282 0 0,4 45 1207 0 0,-2 14-1579 0 0,0 0 1 0 0,0 0 0 0 0,0 0-1 0 0,0 0 1 0 0,0 0 0 0 0,0 0-1 0 0,0 0 1 0 0,0 0 0 0 0,1 0-1 0 0,-1 0 1 0 0,0 0 0 0 0,0 0-1 0 0,0 0 1 0 0,0 0-1 0 0,0 0 1 0 0,0 0 0 0 0,0 0-1 0 0,0 0 1 0 0,0 0 0 0 0,0 0-1 0 0,1 0 96 0 0,-1 0-95 0 0,14 32 153 0 0,2 0 0 0 0,1-2 0 0 0,30 41 1 0 0,-28-44-133 0 0,-1 1 0 0 0,-1 1 1 0 0,-1 0-1 0 0,16 44 1 0 0,-24-45-40 0 0,-1 0 0 0 0,-1 0 0 0 0,-2 0 0 0 0,0 1 0 0 0,-2 0 0 0 0,-2 32 1 0 0,-3-18 19 0 0,-2-1 0 0 0,-1 1 1 0 0,-19 61-1 0 0,-11 2-248 0 0,-4-2-1 0 0,-67 123 1 0 0,69-151-34 0 0</inkml:trace>
</inkml:ink>
</file>

<file path=ppt/ink/ink4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1:37.270"/>
    </inkml:context>
    <inkml:brush xml:id="br0">
      <inkml:brushProperty name="width" value="0.1" units="cm"/>
      <inkml:brushProperty name="height" value="0.1" units="cm"/>
      <inkml:brushProperty name="color" value="#FF0066"/>
    </inkml:brush>
  </inkml:definitions>
  <inkml:trace contextRef="#ctx0" brushRef="#br0">1 122 6913 0 0,'0'-15'901'0'0,"0"2"-148"0"0,-1 0 0 0 0,2 0 1 0 0,0 0-1 0 0,0 1 0 0 0,2-1 1 0 0,4-16-1 0 0,-7 29-714 0 0,0 0 1 0 0,1 0 0 0 0,-1 0 0 0 0,0 0-1 0 0,1 0 1 0 0,-1 0 0 0 0,0 0-1 0 0,1 0 1 0 0,-1 0 0 0 0,0 0-1 0 0,1 0 1 0 0,-1 0 0 0 0,1 0-1 0 0,-1 0 1 0 0,0 0 0 0 0,1 0 0 0 0,-1 1-1 0 0,0-1 1 0 0,1 0 0 0 0,-1 0-1 0 0,0 0 1 0 0,0 1 0 0 0,1-1-1 0 0,-1 0 1 0 0,0 0 0 0 0,0 1-1 0 0,1-1 1 0 0,-1 0 0 0 0,0 1-1 0 0,0-1 1 0 0,0 0 0 0 0,1 1 0 0 0,-1-1-1 0 0,0 0 1 0 0,0 1 0 0 0,0-1-1 0 0,0 0 1 0 0,0 1 0 0 0,0-1-1 0 0,0 0 1 0 0,0 1 0 0 0,10 19 485 0 0,11 34-214 0 0,-3 2 0 0 0,-2 0 0 0 0,-2 1 0 0 0,6 69 0 0 0,-1 234-4134 0 0,-19-322 1250 0 0</inkml:trace>
</inkml:ink>
</file>

<file path=ppt/ink/ink4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1:37.478"/>
    </inkml:context>
    <inkml:brush xml:id="br0">
      <inkml:brushProperty name="width" value="0.1" units="cm"/>
      <inkml:brushProperty name="height" value="0.1" units="cm"/>
      <inkml:brushProperty name="color" value="#FF0066"/>
    </inkml:brush>
  </inkml:definitions>
  <inkml:trace contextRef="#ctx0" brushRef="#br0">48 486 3225 0 0,'-10'-25'197'0'0,"2"0"0"0"0,0-1 0 0 0,1 0 0 0 0,2-1 0 0 0,-4-40 0 0 0,9 57 67 0 0,0 1 0 0 0,0 0 1 0 0,1 0-1 0 0,0 0 0 0 0,1 0 0 0 0,-1 0 0 0 0,2 0 0 0 0,-1 1 0 0 0,1-1 0 0 0,1 1 0 0 0,0-1 0 0 0,0 1 0 0 0,0 0 0 0 0,1 0 0 0 0,0 1 0 0 0,1 0 1 0 0,0 0-1 0 0,0 0 0 0 0,13-11 0 0 0,6-3 1096 0 0,49-28 0 0 0,-63 42-1608 0 0,0 1 0 0 0,1 1 0 0 0,0 0 0 0 0,0 0 1 0 0,0 1-1 0 0,0 1 0 0 0,19-3 0 0 0,-18 5-3577 0 0</inkml:trace>
</inkml:ink>
</file>

<file path=ppt/ink/ink4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1:37.698"/>
    </inkml:context>
    <inkml:brush xml:id="br0">
      <inkml:brushProperty name="width" value="0.1" units="cm"/>
      <inkml:brushProperty name="height" value="0.1" units="cm"/>
      <inkml:brushProperty name="color" value="#FF0066"/>
    </inkml:brush>
  </inkml:definitions>
  <inkml:trace contextRef="#ctx0" brushRef="#br0">4 233 6913 0 0,'0'0'17'0'0,"0"1"-1"0"0,-1 0 1 0 0,1-1-1 0 0,-1 1 0 0 0,1 0 1 0 0,0 0-1 0 0,0 0 0 0 0,-1-1 1 0 0,1 1-1 0 0,0 0 1 0 0,0 0-1 0 0,0 0 0 0 0,0-1 1 0 0,0 1-1 0 0,0 0 1 0 0,0 0-1 0 0,0 0 0 0 0,0 0 1 0 0,0-1-1 0 0,0 1 0 0 0,1 0 1 0 0,-1 0-1 0 0,0-1 1 0 0,1 1-1 0 0,-1 0 0 0 0,0 0 1 0 0,1-1-1 0 0,-1 1 0 0 0,1 0 1 0 0,-1-1-1 0 0,1 1 1 0 0,-1 0-1 0 0,1-1 0 0 0,0 1 1 0 0,-1-1-1 0 0,1 1 0 0 0,0-1 1 0 0,-1 1-1 0 0,1-1 1 0 0,0 0-1 0 0,0 1 0 0 0,-1-1 1 0 0,1 0-1 0 0,0 0 0 0 0,0 1 1 0 0,0-1-1 0 0,1 0 1 0 0,1 0 102 0 0,0 1-1 0 0,0-1 1 0 0,0 0 0 0 0,0 1 0 0 0,0-2 0 0 0,0 1 0 0 0,0 0 0 0 0,0-1 0 0 0,0 1 0 0 0,0-1 0 0 0,0 0 0 0 0,4-2 0 0 0,16-11-866 0 0,-2-1 0 0 0,1-1 0 0 0,-2-1 0 0 0,26-27 0 0 0,12-10 909 0 0,-49 46-176 0 0,-1 0 0 0 0,0 0 0 0 0,0-1 1 0 0,-1 0-1 0 0,0-1 0 0 0,9-14 0 0 0,-4 2-73 0 0</inkml:trace>
</inkml:ink>
</file>

<file path=ppt/ink/ink4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1:37.922"/>
    </inkml:context>
    <inkml:brush xml:id="br0">
      <inkml:brushProperty name="width" value="0.1" units="cm"/>
      <inkml:brushProperty name="height" value="0.1" units="cm"/>
      <inkml:brushProperty name="color" value="#FF0066"/>
    </inkml:brush>
  </inkml:definitions>
  <inkml:trace contextRef="#ctx0" brushRef="#br0">16 1 1376 0 0,'-3'4'275'0'0,"1"0"0"0"0,0 1-1 0 0,1-1 1 0 0,-1 1 0 0 0,1 0 0 0 0,0-1-1 0 0,0 1 1 0 0,0 0 0 0 0,1 0-1 0 0,0 9 1 0 0,-1-3 387 0 0,0 18 375 0 0,2 1 1 0 0,1-1 0 0 0,2 1 0 0 0,0-1-1 0 0,2 0 1 0 0,12 33 0 0 0,9 52-38 0 0,-19-59-1146 0 0,2 9-1801 0 0,-1-22-2925 0 0,-12-57 1554 0 0,-6 6 3318 0 0</inkml:trace>
</inkml:ink>
</file>

<file path=ppt/ink/ink4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1:38.064"/>
    </inkml:context>
    <inkml:brush xml:id="br0">
      <inkml:brushProperty name="width" value="0.1" units="cm"/>
      <inkml:brushProperty name="height" value="0.1" units="cm"/>
      <inkml:brushProperty name="color" value="#FF0066"/>
    </inkml:brush>
  </inkml:definitions>
  <inkml:trace contextRef="#ctx0" brushRef="#br0">0 298 6913 0 0,'0'-17'254'0'0,"1"1"0"0"0,1-1 0 0 0,1 1 0 0 0,0 0 0 0 0,1 0 0 0 0,0 0 0 0 0,2 0-1 0 0,0 1 1 0 0,0 0 0 0 0,18-28 0 0 0,-16 29 511 0 0,2 0 0 0 0,18-23 0 0 0,-26 35-781 0 0,0 0 0 0 0,0-1 1 0 0,0 1-1 0 0,0 0 0 0 0,0 0 1 0 0,0 0-1 0 0,1 0 0 0 0,-1 1 1 0 0,1-1-1 0 0,0 0 0 0 0,-1 1 1 0 0,1 0-1 0 0,0 0 1 0 0,0 0-1 0 0,0 0 0 0 0,0 0 1 0 0,0 1-1 0 0,0-1 0 0 0,0 1 1 0 0,0 0-1 0 0,0 0 0 0 0,0 0 1 0 0,4 0-1 0 0,-5 1-207 0 0,-1-1 0 0 0,1 1-1 0 0,-1 0 1 0 0,0 0 0 0 0,1-1-1 0 0,-1 1 1 0 0,0 0 0 0 0,0 0-1 0 0,0 0 1 0 0,0 0 0 0 0,1 0 0 0 0,-1 1-1 0 0,0-1 1 0 0,-1 0 0 0 0,2 2-1 0 0,3 7-2875 0 0</inkml:trace>
</inkml:ink>
</file>

<file path=ppt/ink/ink4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1:38.224"/>
    </inkml:context>
    <inkml:brush xml:id="br0">
      <inkml:brushProperty name="width" value="0.1" units="cm"/>
      <inkml:brushProperty name="height" value="0.1" units="cm"/>
      <inkml:brushProperty name="color" value="#FF0066"/>
    </inkml:brush>
  </inkml:definitions>
  <inkml:trace contextRef="#ctx0" brushRef="#br0">9 159 1584 0 0,'-8'20'-1'0'0,"8"-20"27"0"0,0 1 0 0 0,0-1 0 0 0,0 1 0 0 0,0-1 0 0 0,0 0 0 0 0,0 1-1 0 0,0-1 1 0 0,0 1 0 0 0,0-1 0 0 0,0 0 0 0 0,0 1 0 0 0,0-1 0 0 0,0 0 0 0 0,1 1 0 0 0,-1-1 0 0 0,0 0 0 0 0,0 1 0 0 0,1-1 0 0 0,-1 0-1 0 0,0 0 1 0 0,0 1 0 0 0,1-1 0 0 0,-1 0 0 0 0,0 0 0 0 0,1 1 0 0 0,-1-1 0 0 0,0 0 0 0 0,1 0 0 0 0,1 1 98 0 0,0-1-1 0 0,1 0 1 0 0,-1 0 0 0 0,0 0 0 0 0,0 0 0 0 0,0 0-1 0 0,1 0 1 0 0,-1-1 0 0 0,0 1 0 0 0,0-1-1 0 0,0 0 1 0 0,0 1 0 0 0,0-1 0 0 0,2-1 0 0 0,15-7 570 0 0,0-1 0 0 0,-1-1 1 0 0,-1-1-1 0 0,23-18 1 0 0,59-63-269 0 0,-81 76-826 0 0</inkml:trace>
</inkml:ink>
</file>

<file path=ppt/ink/ink4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1:38.510"/>
    </inkml:context>
    <inkml:brush xml:id="br0">
      <inkml:brushProperty name="width" value="0.1" units="cm"/>
      <inkml:brushProperty name="height" value="0.1" units="cm"/>
      <inkml:brushProperty name="color" value="#FF0066"/>
    </inkml:brush>
  </inkml:definitions>
  <inkml:trace contextRef="#ctx0" brushRef="#br0">1 185 7834 0 0,'2'-5'286'0'0,"0"1"1"0"0,1 0-1 0 0,0 0 1 0 0,-1 0-1 0 0,1 1 0 0 0,1-1 1 0 0,-1 1-1 0 0,0-1 1 0 0,1 1-1 0 0,0 0 1 0 0,7-4-1 0 0,-2 0 199 0 0,14-11 291 0 0,0 0 0 0 0,2 2-1 0 0,41-21 1 0 0,-44 27-2667 0 0,0 1 0 0 0,35-10 0 0 0,-45 16-2078 0 0</inkml:trace>
</inkml:ink>
</file>

<file path=ppt/ink/ink4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1:38.781"/>
    </inkml:context>
    <inkml:brush xml:id="br0">
      <inkml:brushProperty name="width" value="0.1" units="cm"/>
      <inkml:brushProperty name="height" value="0.1" units="cm"/>
      <inkml:brushProperty name="color" value="#FF0066"/>
    </inkml:brush>
  </inkml:definitions>
  <inkml:trace contextRef="#ctx0" brushRef="#br0">0 1 3681 0 0,'2'12'1980'0'0,"-1"0"-1"0"0,7 24 1 0 0,-1-2 297 0 0,18 117-229 0 0,0-1-5107 0 0,-23-136 2083 0 0,1 1-1 0 0,1-1 1 0 0,1 0-1 0 0,8 20 1 0 0,-1-12 381 0 0</inkml:trace>
</inkml:ink>
</file>

<file path=ppt/ink/ink4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1:39.686"/>
    </inkml:context>
    <inkml:brush xml:id="br0">
      <inkml:brushProperty name="width" value="0.1" units="cm"/>
      <inkml:brushProperty name="height" value="0.1" units="cm"/>
      <inkml:brushProperty name="color" value="#FF0066"/>
    </inkml:brush>
  </inkml:definitions>
  <inkml:trace contextRef="#ctx0" brushRef="#br0">261 139 456 0 0,'-2'-3'103'0'0,"0"0"0"0"0,0 0 0 0 0,-1 0 0 0 0,1 1 0 0 0,-1-1 0 0 0,0 1 0 0 0,1 0 0 0 0,-1 0 0 0 0,0 0 0 0 0,-1 0 0 0 0,1 0 0 0 0,-5-1 0 0 0,5 1 212 0 0,0 1 0 0 0,-1-1 0 0 0,1 0 0 0 0,0 1 0 0 0,0-2 0 0 0,0 1 0 0 0,0 0 0 0 0,1-1-1 0 0,-1 1 1 0 0,0-1 0 0 0,1 0 0 0 0,-3-4 0 0 0,-1 31 4985 0 0,-13 34-5910 0 0,17-52 893 0 0,-6 21-357 0 0,-37 95-81 0 0,39-110 197 0 0,0 0 1 0 0,0 0-1 0 0,-1 0 0 0 0,-1-1 0 0 0,0 0 0 0 0,-1 0 0 0 0,-12 11 0 0 0,20-20-30 0 0,0-1 0 0 0,-1 0-1 0 0,1 0 1 0 0,-1 1-1 0 0,1-1 1 0 0,-1 0-1 0 0,0 0 1 0 0,1-1 0 0 0,-1 1-1 0 0,0 0 1 0 0,0-1-1 0 0,-3 2 1 0 0,0-7-54 0 0,7-12 172 0 0,15-23 159 0 0,2 1 0 0 0,1 0-1 0 0,50-69 1 0 0,-54 83-69 0 0,-4 5 248 0 0,1 1 0 0 0,1 0 0 0 0,1 1 0 0 0,0 1 0 0 0,1 0-1 0 0,22-18 1 0 0,-36 34-360 0 0,0 0-1 0 0,0 0 0 0 0,0 0 1 0 0,1 0-1 0 0,-1 0 1 0 0,0 0-1 0 0,0 0 0 0 0,1 1 1 0 0,-1-1-1 0 0,0 1 0 0 0,1 0 1 0 0,-1-1-1 0 0,0 1 0 0 0,1 0 1 0 0,-1 1-1 0 0,1-1 0 0 0,-1 0 1 0 0,0 1-1 0 0,1-1 1 0 0,-1 1-1 0 0,0 0 0 0 0,0-1 1 0 0,1 1-1 0 0,-1 0 0 0 0,0 1 1 0 0,0-1-1 0 0,2 2 0 0 0,7 5 4 0 0,-2 0 0 0 0,1 1-1 0 0,-1 0 1 0 0,9 12-1 0 0,11 10-585 0 0,0-7-1110 0 0,4-2-4699 0 0</inkml:trace>
</inkml:ink>
</file>

<file path=ppt/ink/ink4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1:34.189"/>
    </inkml:context>
    <inkml:brush xml:id="br0">
      <inkml:brushProperty name="width" value="0.1" units="cm"/>
      <inkml:brushProperty name="height" value="0.1" units="cm"/>
      <inkml:brushProperty name="color" value="#FF0066"/>
    </inkml:brush>
  </inkml:definitions>
  <inkml:trace contextRef="#ctx0" brushRef="#br0">1 1 920 0 0,'20'14'373'0'0,"-19"-14"-331"0"0,-1 0 1 0 0,1 1-1 0 0,-1-1 1 0 0,1 1-1 0 0,-1-1 1 0 0,1 0-1 0 0,0 0 1 0 0,-1 1-1 0 0,1-1 1 0 0,-1 0-1 0 0,1 0 1 0 0,0 0-1 0 0,-1 0 1 0 0,1 0-1 0 0,0 1 1 0 0,-1-1-1 0 0,1 0 1 0 0,-1-1-1 0 0,1 1 1 0 0,0 0-1 0 0,-1 0 1 0 0,1 0-1 0 0,0 0 1 0 0,-1 0-1 0 0,1-1 1 0 0,-1 1-1 0 0,1 0 1 0 0,0 0-1 0 0,-1-1 1 0 0,1 1-1 0 0,-1 0 1 0 0,1-2-1 0 0,-1 2-49 0 0,0-1 0 0 0,-1 0 0 0 0,1 0 0 0 0,-1 0 0 0 0,1 0 0 0 0,-1 1 0 0 0,0-1 0 0 0,1 0 0 0 0,-1 1 0 0 0,0-1 0 0 0,1 0 0 0 0,-1 1 1 0 0,0-1-1 0 0,0 1 0 0 0,0-1 0 0 0,1 1 0 0 0,-1-1 0 0 0,0 1 0 0 0,0 0 0 0 0,0 0 0 0 0,0-1 0 0 0,-1 1 0 0 0,-17-1 8048 0 0,38 86-7273 0 0,-4 2 0 0 0,6 131 1 0 0,-7-55-589 0 0,21 190-69 0 0,8 85 243 0 0,-25-283 234 0 0,-7 1 1 0 0,-13 198-1 0 0,-6-246-546 0 0,0-29-23 0 0,4 84 0 0 0,5-136-268 0 0,0 1-1015 0 0,7 45-1 0 0</inkml:trace>
</inkml:ink>
</file>

<file path=ppt/ink/ink4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1:34.808"/>
    </inkml:context>
    <inkml:brush xml:id="br0">
      <inkml:brushProperty name="width" value="0.1" units="cm"/>
      <inkml:brushProperty name="height" value="0.1" units="cm"/>
      <inkml:brushProperty name="color" value="#FF0066"/>
    </inkml:brush>
  </inkml:definitions>
  <inkml:trace contextRef="#ctx0" brushRef="#br0">129 55 4145 0 0,'-22'6'3961'0'0,"-40"5"-1"0"0,18-3-664 0 0,73-11-2976 0 0,0 2 0 0 0,0 1-1 0 0,36 4 1 0 0,27 1 139 0 0,25-10-908 0 0,156-28 1 0 0,-9 0-74 0 0,192 19 284 0 0,478 23 378 0 0,-495-12 524 0 0,-350 2-530 0 0,0 4-1 0 0,1 3 0 0 0,118 25 0 0 0,-126-7-127 0 0,-64-18-498 0 0,0 0 1 0 0,0-1 0 0 0,0-1 0 0 0,0 0-1 0 0,1-2 1 0 0,0 0 0 0 0,-1-1-1 0 0,36-3 1 0 0,70-27-4281 0 0,-110 25 1957 0 0</inkml:trace>
</inkml:ink>
</file>

<file path=ppt/ink/ink4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1:35.320"/>
    </inkml:context>
    <inkml:brush xml:id="br0">
      <inkml:brushProperty name="width" value="0.1" units="cm"/>
      <inkml:brushProperty name="height" value="0.1" units="cm"/>
      <inkml:brushProperty name="color" value="#FF0066"/>
    </inkml:brush>
  </inkml:definitions>
  <inkml:trace contextRef="#ctx0" brushRef="#br0">175 93 1840 0 0,'-31'-35'2694'0'0,"24"27"-1519"0"0,-1 0 0 0 0,1-1 0 0 0,0 0 0 0 0,-9-15 0 0 0,25 37 4337 0 0,12 11-4254 0 0,8 9-1665 0 0,-8-2 344 0 0,1 0 0 0 0,1-2 1 0 0,2-1-1 0 0,1-1 0 0 0,30 25 1 0 0,-42-42 53 0 0,0 1 0 0 0,-1 0 1 0 0,-1 1-1 0 0,0 1 0 0 0,12 15 1 0 0,-22-24 23 0 0,1 0-1 0 0,-1 0 1 0 0,0 0 0 0 0,0 0 0 0 0,0 0 0 0 0,-1 1 0 0 0,1-1 0 0 0,-1 0 0 0 0,0 1 0 0 0,-1-1 0 0 0,1 1 0 0 0,-1 0 0 0 0,1-1 0 0 0,-2 1 0 0 0,1-1 0 0 0,0 1 0 0 0,-1-1 0 0 0,0 1 0 0 0,0-1 0 0 0,0 1 0 0 0,0-1 0 0 0,-1 0 0 0 0,0 1 0 0 0,-3 5 0 0 0,-3 3 234 0 0,0 0-1 0 0,-2 0 0 0 0,1-1 1 0 0,-2 0-1 0 0,1-1 0 0 0,-2 0 1 0 0,1 0-1 0 0,-2-1 0 0 0,1-1 1 0 0,-1 0-1 0 0,-1-1 0 0 0,-13 6 1 0 0,-7 3-383 0 0,-36 11 0 0 0,-35 8-3997 0 0,84-30 2579 0 0,-16 6-4458 0 0</inkml:trace>
</inkml:ink>
</file>

<file path=ppt/ink/ink4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1:50.692"/>
    </inkml:context>
    <inkml:brush xml:id="br0">
      <inkml:brushProperty name="width" value="0.1" units="cm"/>
      <inkml:brushProperty name="height" value="0.1" units="cm"/>
      <inkml:brushProperty name="color" value="#FF0066"/>
    </inkml:brush>
  </inkml:definitions>
  <inkml:trace contextRef="#ctx0" brushRef="#br0">85 9 3801 0 0,'-5'8'50'0'0,"0"-1"0"0"0,-1 0 0 0 0,0 0 0 0 0,0 0 0 0 0,-1-1 0 0 0,1 0 0 0 0,-16 10 0 0 0,22-16-38 0 0,0 0 0 0 0,-1 1 0 0 0,1-1 1 0 0,0 0-1 0 0,-1 0 0 0 0,1 0 0 0 0,0 0 0 0 0,-1 0 1 0 0,1 0-1 0 0,0 0 0 0 0,-1 0 0 0 0,1 0 0 0 0,0 0 1 0 0,-1 0-1 0 0,1 0 0 0 0,-1 0 0 0 0,1 0 0 0 0,0 0 0 0 0,-1-1 1 0 0,1 1-1 0 0,0 0 0 0 0,0 0 0 0 0,-1 0 0 0 0,1 0 1 0 0,0-1-1 0 0,-1 1 0 0 0,1 0 0 0 0,0 0 0 0 0,0-1 1 0 0,-1 1-1 0 0,1 0 0 0 0,0 0 0 0 0,0-1 0 0 0,0 1 1 0 0,-1 0-1 0 0,1-1 0 0 0,0 1 0 0 0,-8-21 1032 0 0,5-26 3723 0 0,4 47-4711 0 0,5 7 761 0 0,5 10-748 0 0,1 15-492 0 0,-2 1 0 0 0,-2 1 0 0 0,-1 0 0 0 0,-1 0 0 0 0,1 59 0 0 0,-7-91 298 0 0,1 1 0 0 0,-1-1 1 0 0,0 0-1 0 0,1 1 0 0 0,-1-1 0 0 0,1 0 0 0 0,0 1 0 0 0,-1-1 0 0 0,1 0 0 0 0,0 0 1 0 0,1 0-1 0 0,-1 0 0 0 0,3 3 0 0 0</inkml:trace>
</inkml:ink>
</file>

<file path=ppt/ink/ink4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1:51.668"/>
    </inkml:context>
    <inkml:brush xml:id="br0">
      <inkml:brushProperty name="width" value="0.1" units="cm"/>
      <inkml:brushProperty name="height" value="0.1" units="cm"/>
      <inkml:brushProperty name="color" value="#FF0066"/>
    </inkml:brush>
  </inkml:definitions>
  <inkml:trace contextRef="#ctx0" brushRef="#br0">18 0 5529 0 0,'-1'1'160'0'0,"0"-1"1"0"0,0 0-1 0 0,0 1 0 0 0,0-1 0 0 0,0 1 0 0 0,0 0 1 0 0,1-1-1 0 0,-1 1 0 0 0,0 0 0 0 0,0-1 1 0 0,0 1-1 0 0,1 0 0 0 0,-1 0 0 0 0,0 0 0 0 0,1 0 1 0 0,-1 0-1 0 0,1 0 0 0 0,-1 0 0 0 0,1 0 0 0 0,-1 0 1 0 0,1 0-1 0 0,0 0 0 0 0,-1 0 0 0 0,1 0 1 0 0,0 0-1 0 0,0 0 0 0 0,0 0 0 0 0,0 0 0 0 0,0 0 1 0 0,0 0-1 0 0,0 2 0 0 0,2 43 572 0 0,-2-41-462 0 0,29 249 289 0 0,-24-226-1214 0 0</inkml:trace>
</inkml:ink>
</file>

<file path=ppt/ink/ink4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1:52.778"/>
    </inkml:context>
    <inkml:brush xml:id="br0">
      <inkml:brushProperty name="width" value="0.1" units="cm"/>
      <inkml:brushProperty name="height" value="0.1" units="cm"/>
      <inkml:brushProperty name="color" value="#FF0066"/>
    </inkml:brush>
  </inkml:definitions>
  <inkml:trace contextRef="#ctx0" brushRef="#br0">85 87 4145 0 0,'-2'-2'362'0'0,"-1"0"0"0"0,1 1 0 0 0,-1-1-1 0 0,0 0 1 0 0,0 1 0 0 0,0 0 0 0 0,0 0 0 0 0,0 0 0 0 0,0 0 0 0 0,0 0 0 0 0,0 1-1 0 0,0-1 1 0 0,-4 1 0 0 0,5 0-252 0 0,0 1 0 0 0,0-1 0 0 0,1 1-1 0 0,-1 0 1 0 0,1-1 0 0 0,-1 1 0 0 0,0 0 0 0 0,1 0 0 0 0,-1 0-1 0 0,1 0 1 0 0,0 1 0 0 0,-1-1 0 0 0,1 0 0 0 0,0 1 0 0 0,0-1-1 0 0,0 0 1 0 0,0 1 0 0 0,0-1 0 0 0,0 1 0 0 0,0 0-1 0 0,1-1 1 0 0,-1 1 0 0 0,0 0 0 0 0,1-1 0 0 0,-1 4 0 0 0,-2 7-134 0 0,1 1 1 0 0,0 0 0 0 0,1 0-1 0 0,0-1 1 0 0,1 1 0 0 0,1 0-1 0 0,0 0 1 0 0,0 0 0 0 0,2-1-1 0 0,-1 1 1 0 0,2-1 0 0 0,-1 1-1 0 0,2-1 1 0 0,0 0 0 0 0,0-1-1 0 0,1 1 1 0 0,10 13-1 0 0,-14-21-19 0 0,1-1 0 0 0,-1 0 0 0 0,1-1 0 0 0,0 1 0 0 0,0 0 0 0 0,0-1 0 0 0,0 0 0 0 0,0 0 0 0 0,1 1 0 0 0,-1-2 0 0 0,1 1-1 0 0,-1 0 1 0 0,1-1 0 0 0,7 2 0 0 0,-9-3-39 0 0,0 1-1 0 0,0-1 0 0 0,0 0 1 0 0,0 0-1 0 0,0 0 1 0 0,0 0-1 0 0,0-1 1 0 0,0 1-1 0 0,0 0 0 0 0,0-1 1 0 0,0 0-1 0 0,0 1 1 0 0,0-1-1 0 0,0 0 1 0 0,-1 0-1 0 0,1 0 1 0 0,0 0-1 0 0,-1 0 0 0 0,1-1 1 0 0,0 1-1 0 0,-1 0 1 0 0,1-1-1 0 0,-1 1 1 0 0,0-1-1 0 0,1 1 0 0 0,-1-1 1 0 0,0 0-1 0 0,0 0 1 0 0,1-3-1 0 0,1-1 121 0 0,1-1-1 0 0,-2 1 1 0 0,1-1 0 0 0,-1 0-1 0 0,0 0 1 0 0,0 0 0 0 0,-1-1-1 0 0,0 1 1 0 0,0 0 0 0 0,-1 0-1 0 0,0-1 1 0 0,0 1 0 0 0,-1 0-1 0 0,0-1 1 0 0,-2-8-1 0 0,0 9 139 0 0,1 0-1 0 0,-1 0 1 0 0,0 1-1 0 0,-1-1 1 0 0,1 1-1 0 0,-1 0 0 0 0,-1 0 1 0 0,1 0-1 0 0,-10-9 1 0 0,13 14-85 0 0,0 0 0 0 0,0-1 0 0 0,0 1 1 0 0,0-1-1 0 0,0 1 0 0 0,0-1 0 0 0,1 1 1 0 0,-1-1-1 0 0,0 1 0 0 0,1-1 0 0 0,-1 1 1 0 0,1-1-1 0 0,0 0 0 0 0,-1 1 1 0 0,1-1-1 0 0,0 0 0 0 0,0 0 0 0 0,0 1 1 0 0,0-1-1 0 0,1-2 0 0 0,0-1-60 0 0,0 1 0 0 0,1-1 0 0 0,-1 1 0 0 0,1-1 0 0 0,0 1 0 0 0,0 0 1 0 0,5-6-1 0 0,-3 3-86 0 0,2 0 1 0 0,-1 0-1 0 0,1 1 1 0 0,0 0-1 0 0,0 0 1 0 0,0 0 0 0 0,1 1-1 0 0,10-7 1 0 0,-15 11 33 0 0,0 1 0 0 0,-1-1 0 0 0,1 0 0 0 0,0 1 0 0 0,0-1 1 0 0,-1 1-1 0 0,1-1 0 0 0,0 1 0 0 0,0 0 0 0 0,0 0 0 0 0,0 0 1 0 0,0 0-1 0 0,0 0 0 0 0,-1 0 0 0 0,1 0 0 0 0,0 1 0 0 0,0-1 1 0 0,0 1-1 0 0,-1-1 0 0 0,1 1 0 0 0,0 0 0 0 0,0 0 0 0 0,-1-1 1 0 0,1 1-1 0 0,-1 1 0 0 0,1-1 0 0 0,-1 0 0 0 0,1 0 0 0 0,-1 0 1 0 0,0 1-1 0 0,1-1 0 0 0,-1 1 0 0 0,0-1 0 0 0,0 1 0 0 0,0-1 1 0 0,0 1-1 0 0,0 0 0 0 0,-1-1 0 0 0,2 5 0 0 0,3 7-335 0 0,0 0-1 0 0,-1 1 1 0 0,0 0 0 0 0,1 16-1 0 0,-2-15 220 0 0,1 10-232 0 0,8 37-331 0 0,-11-60 738 0 0,0 1 1 0 0,0 0-1 0 0,0 0 1 0 0,0-1 0 0 0,1 1-1 0 0,-1-1 1 0 0,1 1-1 0 0,-1-1 1 0 0,1 0 0 0 0,0 1-1 0 0,0-1 1 0 0,0 0-1 0 0,0 0 1 0 0,0 0 0 0 0,0-1-1 0 0,1 1 1 0 0,2 1-1 0 0,-4-2-14 0 0,0-1-1 0 0,0 0 0 0 0,0 1 0 0 0,0-1 0 0 0,0 0 0 0 0,0 0 1 0 0,0 0-1 0 0,0 0 0 0 0,0 0 0 0 0,0 0 0 0 0,0 0 1 0 0,0 0-1 0 0,0 0 0 0 0,0 0 0 0 0,0-1 0 0 0,-1 1 0 0 0,1 0 1 0 0,0-1-1 0 0,0 1 0 0 0,0-1 0 0 0,0 1 0 0 0,0-1 1 0 0,1 0-1 0 0,16-22 23 0 0,3-31 696 0 0,-21 53-715 0 0,8-20 461 0 0,-2-1-1 0 0,-1 1 0 0 0,-1-1 0 0 0,0 0 1 0 0,0-39-1 0 0,-4 60-494 0 0,0 0 1 0 0,-1 0-1 0 0,1-1 0 0 0,-1 1 1 0 0,1 0-1 0 0,-1 0 0 0 0,1 0 1 0 0,-1 0-1 0 0,0 0 0 0 0,0 1 1 0 0,1-1-1 0 0,-1 0 0 0 0,0 0 1 0 0,0 0-1 0 0,0 1 0 0 0,0-1 1 0 0,0 0-1 0 0,0 1 0 0 0,0-1 1 0 0,0 1-1 0 0,0-1 0 0 0,0 1 1 0 0,0 0-1 0 0,0-1 0 0 0,0 1 1 0 0,-1 0-1 0 0,1 0 1 0 0,0 0-1 0 0,0 0 0 0 0,0 0 1 0 0,0 0-1 0 0,0 0 0 0 0,-1 0 1 0 0,1 0-1 0 0,0 0 0 0 0,0 1 1 0 0,-2-1-1 0 0,-49 14-933 0 0,46-13 755 0 0,1 1-126 0 0,1-1 0 0 0,-1 1 0 0 0,0 0 0 0 0,1 0 0 0 0,0 0 0 0 0,-1 0 0 0 0,1 1 0 0 0,-4 3 0 0 0</inkml:trace>
</inkml:ink>
</file>

<file path=ppt/ink/ink4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1:53.187"/>
    </inkml:context>
    <inkml:brush xml:id="br0">
      <inkml:brushProperty name="width" value="0.1" units="cm"/>
      <inkml:brushProperty name="height" value="0.1" units="cm"/>
      <inkml:brushProperty name="color" value="#FF0066"/>
    </inkml:brush>
  </inkml:definitions>
  <inkml:trace contextRef="#ctx0" brushRef="#br0">15 1 5985 0 0,'-1'4'481'0'0,"-1"0"-1"0"0,1 0 0 0 0,0 0 1 0 0,0 1-1 0 0,0-1 0 0 0,0 0 1 0 0,0 9-1 0 0,1-8-263 0 0,-3 26 157 0 0,1 1 0 0 0,2 0 0 0 0,1-1 0 0 0,8 53-1 0 0,3-22-2202 0 0,27 82 0 0 0,-35-133 1818 0 0,0 1 0 0 0,1-1 0 0 0,10 17 0 0 0,-8-16-55 0 0</inkml:trace>
</inkml:ink>
</file>

<file path=ppt/ink/ink4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1:53.427"/>
    </inkml:context>
    <inkml:brush xml:id="br0">
      <inkml:brushProperty name="width" value="0.1" units="cm"/>
      <inkml:brushProperty name="height" value="0.1" units="cm"/>
      <inkml:brushProperty name="color" value="#FF0066"/>
    </inkml:brush>
  </inkml:definitions>
  <inkml:trace contextRef="#ctx0" brushRef="#br0">0 1 4609 0 0,'1'0'407'0'0,"1"0"-193"0"0,0 1-1 0 0,1-1 1 0 0,-1 1 0 0 0,0 0 0 0 0,0 0 0 0 0,1 0 0 0 0,-1 0-1 0 0,0 0 1 0 0,0 0 0 0 0,0 1 0 0 0,0-1 0 0 0,0 1 0 0 0,-1-1-1 0 0,1 1 1 0 0,0 0 0 0 0,-1-1 0 0 0,1 1 0 0 0,-1 0-1 0 0,2 3 1 0 0,21 40 1259 0 0,-18-25-1129 0 0,0 1-1 0 0,-1 0 1 0 0,3 35 0 0 0,-4-28-1872 0 0,9 35-1 0 0,-10-54-1873 0 0</inkml:trace>
</inkml:ink>
</file>

<file path=ppt/ink/ink4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1:53.646"/>
    </inkml:context>
    <inkml:brush xml:id="br0">
      <inkml:brushProperty name="width" value="0.1" units="cm"/>
      <inkml:brushProperty name="height" value="0.1" units="cm"/>
      <inkml:brushProperty name="color" value="#FF0066"/>
    </inkml:brush>
  </inkml:definitions>
  <inkml:trace contextRef="#ctx0" brushRef="#br0">0 92 5065 0 0,'5'-7'10266'0'0,"9"-14"-7133"0"0,27-42-10877 0 0</inkml:trace>
</inkml:ink>
</file>

<file path=ppt/ink/ink4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1:54.044"/>
    </inkml:context>
    <inkml:brush xml:id="br0">
      <inkml:brushProperty name="width" value="0.1" units="cm"/>
      <inkml:brushProperty name="height" value="0.1" units="cm"/>
      <inkml:brushProperty name="color" value="#FF0066"/>
    </inkml:brush>
  </inkml:definitions>
  <inkml:trace contextRef="#ctx0" brushRef="#br0">7 53 3225 0 0,'-1'-1'124'0'0,"0"0"-1"0"0,1 0 1 0 0,-1-1 0 0 0,0 1 0 0 0,1 0 0 0 0,-1-1 0 0 0,1 1-1 0 0,-1 0 1 0 0,1 0 0 0 0,0-1 0 0 0,-1 1 0 0 0,1-1 0 0 0,0 1-1 0 0,0 0 1 0 0,0-1 0 0 0,0 1 0 0 0,0-1 0 0 0,0 1 0 0 0,1 0-1 0 0,-1-1 1 0 0,0 1 0 0 0,1 0 0 0 0,-1-1 0 0 0,1 1 0 0 0,-1 0-1 0 0,1-1 1 0 0,0 1 0 0 0,-1 0 0 0 0,1 0 0 0 0,0 0 0 0 0,1-2-1 0 0,-1 3-96 0 0,-1-1 0 0 0,1 0 1 0 0,0 0-1 0 0,0 0 0 0 0,0 1 0 0 0,-1-1 0 0 0,1 0 0 0 0,0 1 0 0 0,0-1 0 0 0,0 1 0 0 0,0-1 0 0 0,0 1 0 0 0,0 0 0 0 0,0-1 0 0 0,0 1 0 0 0,0 0 0 0 0,0-1 0 0 0,0 1 0 0 0,0 0 0 0 0,0 0 1 0 0,0 0-1 0 0,0 0 0 0 0,1 0 0 0 0,-1 0 0 0 0,0 1 0 0 0,0-1 0 0 0,0 0 0 0 0,0 0 0 0 0,0 1 0 0 0,0-1 0 0 0,0 1 0 0 0,0-1 0 0 0,0 1 0 0 0,0-1 0 0 0,-1 1 0 0 0,1-1 0 0 0,0 1 0 0 0,0 0 1 0 0,0 0-1 0 0,-1-1 0 0 0,1 1 0 0 0,0 0 0 0 0,0 1 0 0 0,4 5 16 0 0,0-1 0 0 0,-1 1 0 0 0,0 0 0 0 0,-1 0 0 0 0,0 1 0 0 0,0-1 0 0 0,0 0 0 0 0,2 12 0 0 0,5 63 786 0 0,-9-69-726 0 0,0 0-1 0 0,0 0 1 0 0,1 0-1 0 0,0-1 0 0 0,1 1 1 0 0,1-1-1 0 0,0 1 0 0 0,1-1 1 0 0,7 14-1 0 0,-12-25-104 0 0,1 0-1 0 0,0 0 1 0 0,-1 0-1 0 0,1 0 1 0 0,0 0-1 0 0,-1 0 0 0 0,1 0 1 0 0,0-1-1 0 0,0 1 1 0 0,0 0-1 0 0,0-1 1 0 0,0 1-1 0 0,0 0 1 0 0,0-1-1 0 0,0 1 0 0 0,0-1 1 0 0,0 0-1 0 0,0 1 1 0 0,0-1-1 0 0,1 0 1 0 0,-1 1-1 0 0,0-1 1 0 0,0 0-1 0 0,2 0 1 0 0,-1-1-12 0 0,1 1 0 0 0,-1-1 0 0 0,1 0 0 0 0,-1 0 1 0 0,0 0-1 0 0,0 0 0 0 0,1 0 0 0 0,-1 0 0 0 0,0 0 1 0 0,0-1-1 0 0,2-1 0 0 0,6-7-107 0 0,0 0 1 0 0,-1 0-1 0 0,11-16 1 0 0,-15 19 26 0 0,39-48-2705 0 0,-32 39 2162 0 0</inkml:trace>
</inkml:ink>
</file>

<file path=ppt/ink/ink4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1:54.263"/>
    </inkml:context>
    <inkml:brush xml:id="br0">
      <inkml:brushProperty name="width" value="0.1" units="cm"/>
      <inkml:brushProperty name="height" value="0.1" units="cm"/>
      <inkml:brushProperty name="color" value="#FF0066"/>
    </inkml:brush>
  </inkml:definitions>
  <inkml:trace contextRef="#ctx0" brushRef="#br0">10 215 8754 0 0,'-1'0'64'0'0,"1"0"1"0"0,0 0 0 0 0,-1 0-1 0 0,1 0 1 0 0,0 0-1 0 0,-1 0 1 0 0,1 0-1 0 0,0-1 1 0 0,-1 1 0 0 0,1 0-1 0 0,-1 0 1 0 0,1 0-1 0 0,0 0 1 0 0,-1-1 0 0 0,1 1-1 0 0,0 0 1 0 0,0 0-1 0 0,-1 0 1 0 0,1-1-1 0 0,0 1 1 0 0,0 0 0 0 0,-1-1-1 0 0,1 1 1 0 0,0 0-1 0 0,0-1 1 0 0,-1 1-1 0 0,1 0 1 0 0,0-1 0 0 0,0 1-1 0 0,0 0 1 0 0,0-1-1 0 0,0 1 1 0 0,0 0-1 0 0,0-1 1 0 0,0 1 0 0 0,0 0-1 0 0,0-1 1 0 0,0 1-1 0 0,0-1 1 0 0,6-23 1599 0 0,17-20 122 0 0,25-25-1962 0 0,-39 59-1009 0 0,0 0 0 0 0,1 0 1 0 0,0 1-1 0 0,12-9 0 0 0,-7 7-853 0 0</inkml:trace>
</inkml:ink>
</file>

<file path=ppt/ink/ink4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2:00.221"/>
    </inkml:context>
    <inkml:brush xml:id="br0">
      <inkml:brushProperty name="width" value="0.1" units="cm"/>
      <inkml:brushProperty name="height" value="0.1" units="cm"/>
      <inkml:brushProperty name="color" value="#FF0066"/>
    </inkml:brush>
  </inkml:definitions>
  <inkml:trace contextRef="#ctx0" brushRef="#br0">163 4058 6393 0 0,'1'-14'209'0'0,"0"1"-1"0"0,0 0 0 0 0,1 0 0 0 0,1 0 1 0 0,0 1-1 0 0,8-20 0 0 0,-8 22-286 0 0,0-1 0 0 0,0 1 0 0 0,-1-1 1 0 0,-1 0-1 0 0,0 1 0 0 0,-1-1 0 0 0,0-14 0 0 0,-13-78 1590 0 0,5 51-738 0 0,-64-387 2769 0 0,1 39-2364 0 0,59 298-552 0 0,2-104 0 0 0,3 38-58 0 0,3 73-89 0 0,12-155 1 0 0,24 22 15 0 0,-26 185-326 0 0,-2 1 0 0 0,-2-1 0 0 0,-1 0 0 0 0,-8-61 1 0 0,-2-19 666 0 0,9 118-850 0 0,0 0 0 0 0,0 0 0 0 0,1 0 0 0 0,0 0 0 0 0,0 0 0 0 0,0 0 0 0 0,1 0 0 0 0,0 0 0 0 0,0 0 0 0 0,0 1 0 0 0,4-7 0 0 0,-5 9 4 0 0,1 0 0 0 0,0-1 0 0 0,0 1 0 0 0,0 0 1 0 0,0 0-1 0 0,0 1 0 0 0,0-1 0 0 0,0 0 0 0 0,1 1 0 0 0,-1-1 0 0 0,0 1 0 0 0,1 0 0 0 0,0-1 0 0 0,-1 1 0 0 0,1 1 1 0 0,0-1-1 0 0,-1 0 0 0 0,1 1 0 0 0,0-1 0 0 0,0 1 0 0 0,3 0 0 0 0,-5 0-3 0 0,1 0 0 0 0,-1 1 0 0 0,1-1 0 0 0,-1 1-1 0 0,1-1 1 0 0,-1 1 0 0 0,0 0 0 0 0,1-1 0 0 0,-1 1 0 0 0,0 0 0 0 0,0 0 0 0 0,1 0-1 0 0,-1 0 1 0 0,0 0 0 0 0,0 0 0 0 0,0 0 0 0 0,0 1 0 0 0,0-1 0 0 0,-1 0 0 0 0,1 1-1 0 0,0-1 1 0 0,0 0 0 0 0,-1 1 0 0 0,1-1 0 0 0,0 3 0 0 0,11 44-379 0 0,-10-36 353 0 0,23 86-208 0 0,-16-69 99 0 0,-1 1 0 0 0,-2 0 0 0 0,-1 0 1 0 0,-1 0-1 0 0,-1 1 0 0 0,-2 37 0 0 0,-2-54 144 0 0,-6 55-28 0 0,3 0 1 0 0,11 129 0 0 0,0-95 30 0 0,-6-64 0 0 0,11 63 0 0 0,0-23-80 0 0,-10-53 35 0 0,2-1 0 0 0,1 0 0 0 0,1 1 0 0 0,10 26 1 0 0,13 38-131 0 0,60 193-115 0 0,-62-191 183 0 0,33 100-218 0 0,-52-174 239 0 0,1 1-1 0 0,1-2 1 0 0,16 23 0 0 0,5 9-73 0 0,46 105-500 0 0,-69-138 566 0 0,0 0 0 0 0,1-1-1 0 0,20 25 1 0 0,-25-34 94 0 0,0 0 0 0 0,-1 1-1 0 0,1-1 1 0 0,2 10 0 0 0,-4-11-9 0 0,0-1-1 0 0,0 1 1 0 0,0-1 0 0 0,0 1-1 0 0,1-1 1 0 0,0 0 0 0 0,0 0-1 0 0,0 0 1 0 0,0 0 0 0 0,1 0-1 0 0,4 3 1 0 0,7 3-504 0 0,0-1 1 0 0,21 8-1 0 0,7 5-85 0 0,-36-18 631 0 0,-2-1-122 0 0,0 0 0 0 0,0 0 0 0 0,0-1 0 0 0,0 0 0 0 0,11 3 0 0 0,-15-5 90 0 0,0 1 0 0 0,0-1 0 0 0,0 0 0 0 0,1 0 0 0 0,-1 0 0 0 0,0 0 0 0 0,0 0 0 0 0,0-1-1 0 0,0 1 1 0 0,1 0 0 0 0,-1 0 0 0 0,0-1 0 0 0,0 1 0 0 0,0-1 0 0 0,0 1 0 0 0,0-1 0 0 0,0 0 0 0 0,0 1 0 0 0,0-1 0 0 0,0 0-1 0 0,0 0 1 0 0,0 1 0 0 0,0-1 0 0 0,0 0 0 0 0,-1 0 0 0 0,1 0 0 0 0,0 0 0 0 0,-1 0 0 0 0,1 0 0 0 0,-1 0 0 0 0,1 0 0 0 0,-1-1-1 0 0,1-1 1 0 0,5-19 98 0 0,0 0-1 0 0,-2 0 0 0 0,0-1 1 0 0,0-28-1 0 0,0-1-18 0 0,10-174 155 0 0,-11 135 868 0 0,19-115 0 0 0,5-38 112 0 0,-8 49-1341 0 0,17 13 113 0 0,-1 2 0 0 0,-32 143 327 0 0,-2 1-1 0 0,-2-1 0 0 0,-8-63 1 0 0,-1-4 186 0 0,7-499 605 0 0,30 402-648 0 0,-5 57-161 0 0,-19 103-206 0 0,-4-56 0 0 0,-1 63-53 0 0,2 0 0 0 0,7-62 0 0 0,41-222-20 0 0,-45 299 102 0 0,1 1-1 0 0,12-35 0 0 0,-3 13-18 0 0,-6-1-204 0 0,-7 33 79 0 0,1 0 0 0 0,1 0 0 0 0,-1 0 0 0 0,2 1-1 0 0,3-12 1 0 0,28-69 360 0 0,-31 82-275 0 0,-1 0-1 0 0,0-1 0 0 0,0 1 1 0 0,0-1-1 0 0,-1 1 1 0 0,1-8-1 0 0,-2 13 15 0 0,8 21-270 0 0,22 56-528 0 0,-19-52 702 0 0,-2 0 0 0 0,-1 0 0 0 0,8 36 0 0 0,2 76-107 0 0,10 49 32 0 0,-13-101 17 0 0,5 119-1 0 0,-14-124 36 0 0,-1-44-20 0 0,17 63 0 0 0,1 4 64 0 0,24 116-19 0 0,-24-119 60 0 0,-5 14-32 0 0,0 5-21 0 0,34 161 12 0 0,-12-55 0 0 0,-21-123 0 0 0,16 70 0 0 0,5 23 25 0 0,-27-117-5 0 0,33 106-1 0 0,-9-81 31 0 0,-17-49 3 0 0,-2 1 0 0 0,12 59-1 0 0,-25-96-18 0 0,0 0 1 0 0,1-1-1 0 0,1 0 0 0 0,0 0 0 0 0,10 15 1 0 0,17 37-73 0 0,-13-20 99 0 0,3-1 0 0 0,1-1 0 0 0,3-1-1 0 0,57 72 1 0 0,-54-82 108 0 0,1-1 0 0 0,73 59 0 0 0,-96-86-103 0 0,2 0 1 0 0,-1 0-1 0 0,1-1 1 0 0,0-1-1 0 0,0 0 1 0 0,1 0-1 0 0,0-1 0 0 0,-1 0 1 0 0,1-1-1 0 0,20 2 1 0 0,25 9-28 0 0,-44-10-30 0 0,-1 0 0 0 0,1-1 0 0 0,23 2-1 0 0,217 8 321 0 0,-149-9-292 0 0,-49-3 8 0 0,74 11 1 0 0,-113-11-92 0 0,0-1 1 0 0,0 0-1 0 0,0-1 1 0 0,0-1-1 0 0,-1 0 1 0 0,1-1-1 0 0,21-7 1 0 0,-12 3-57 0 0,43-5-1 0 0,-1 2-3077 0 0</inkml:trace>
</inkml:ink>
</file>

<file path=ppt/ink/ink4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28.872"/>
    </inkml:context>
    <inkml:brush xml:id="br0">
      <inkml:brushProperty name="width" value="0.1" units="cm"/>
      <inkml:brushProperty name="height" value="0.1" units="cm"/>
      <inkml:brushProperty name="color" value="#FF0066"/>
    </inkml:brush>
  </inkml:definitions>
  <inkml:trace contextRef="#ctx0" brushRef="#br0">48 1 7834 0 0,'0'9'4589'0'0,"4"38"-3238"0"0,0 43-650 0 0,-5 1 1 0 0,-15 126 0 0 0,-1-9-626 0 0,16 535 506 0 0,36 1 813 0 0,2 33 877 0 0,-24-476-1390 0 0,2 207 259 0 0,-22-346-868 0 0,5-139-249 0 0,-2 1 1 0 0,0-1-1 0 0,-2 0 1 0 0,-14 39-1 0 0,20-60-93 0 0,-1 0 0 0 0,0 0 0 0 0,0 0 0 0 0,0 0 0 0 0,0 0-1 0 0,0 0 1 0 0,0-1 0 0 0,-1 1 0 0 0,1 0 0 0 0,-1 0 0 0 0,1-1 0 0 0,-1 1 0 0 0,1-1-1 0 0,-1 0 1 0 0,0 1 0 0 0,-3 1 0 0 0,4-3-48 0 0,-1 0-1 0 0,1 0 1 0 0,0 0 0 0 0,0-1-1 0 0,-1 1 1 0 0,1 0 0 0 0,0 0 0 0 0,0-1-1 0 0,0 1 1 0 0,-1-1 0 0 0,1 1-1 0 0,0-1 1 0 0,0 1 0 0 0,0-1-1 0 0,0 0 1 0 0,0 0 0 0 0,0 1 0 0 0,0-1-1 0 0,0 0 1 0 0,0 0 0 0 0,1 0-1 0 0,-1 0 1 0 0,0 0 0 0 0,0 0-1 0 0,1 0 1 0 0,-1 0 0 0 0,1-1-1 0 0,-1 1 1 0 0,0-2 0 0 0,-10-20-201 0 0,-1-10 288 0 0</inkml:trace>
</inkml:ink>
</file>

<file path=ppt/ink/ink4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29.370"/>
    </inkml:context>
    <inkml:brush xml:id="br0">
      <inkml:brushProperty name="width" value="0.1" units="cm"/>
      <inkml:brushProperty name="height" value="0.1" units="cm"/>
      <inkml:brushProperty name="color" value="#FF0066"/>
    </inkml:brush>
  </inkml:definitions>
  <inkml:trace contextRef="#ctx0" brushRef="#br0">15 0 13363 0 0,'0'0'48'0'0,"-1"1"1"0"0,0-1 0 0 0,0 0-1 0 0,1 1 1 0 0,-1-1-1 0 0,0 0 1 0 0,0 1-1 0 0,1-1 1 0 0,-1 1 0 0 0,0-1-1 0 0,1 1 1 0 0,-1-1-1 0 0,1 1 1 0 0,-1-1-1 0 0,1 1 1 0 0,-1 0 0 0 0,1-1-1 0 0,-1 1 1 0 0,1 0-1 0 0,-1-1 1 0 0,1 1-1 0 0,0 0 1 0 0,0 0 0 0 0,-1-1-1 0 0,1 1 1 0 0,0 0-1 0 0,0 0 1 0 0,0 1-1 0 0,17 15-316 0 0,-9-12 239 0 0,10 8-221 0 0,1-2 0 0 0,1 0 0 0 0,0-1 0 0 0,0-1 0 0 0,1-1 0 0 0,0 0 0 0 0,0-2 0 0 0,0-1 0 0 0,1 0 0 0 0,25 1 0 0 0,30 0-449 0 0,124-8-1 0 0,-88-1 477 0 0,529-18 771 0 0,-487 17-207 0 0,212 3 382 0 0,-146 5-557 0 0,67 3-179 0 0,-1-5 53 0 0,-59-1-66 0 0,-184 0-221 0 0</inkml:trace>
</inkml:ink>
</file>

<file path=ppt/ink/ink4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30.093"/>
    </inkml:context>
    <inkml:brush xml:id="br0">
      <inkml:brushProperty name="width" value="0.1" units="cm"/>
      <inkml:brushProperty name="height" value="0.1" units="cm"/>
      <inkml:brushProperty name="color" value="#FF0066"/>
    </inkml:brush>
  </inkml:definitions>
  <inkml:trace contextRef="#ctx0" brushRef="#br0">3036 1 13363 0 0,'13'192'1994'0'0,"-1"-51"-1716"0"0,-11 329 655 0 0,-2-72-205 0 0,17 89-323 0 0,6 383 515 0 0,-10-236-748 0 0,-6-418-45 0 0,-19 417 2830 0 0,14-629-2918 0 0,-2-1 0 0 0,1 0 0 0 0,0 0 0 0 0,0 1 0 0 0,-1-1 0 0 0,0 0 0 0 0,0 0 0 0 0,0 0 0 0 0,0 0 0 0 0,0 0 0 0 0,0 0-1 0 0,-1 0 1 0 0,-3 5 0 0 0,3-7-31 0 0,1 1 0 0 0,-1-1 0 0 0,0 0 0 0 0,1-1 0 0 0,-1 1 0 0 0,0 0 0 0 0,0 0 0 0 0,0-1 0 0 0,0 1 0 0 0,0-1 0 0 0,0 0 0 0 0,1 1 0 0 0,-1-1 0 0 0,0 0-1 0 0,0 0 1 0 0,0 0 0 0 0,0-1 0 0 0,0 1 0 0 0,0 0 0 0 0,0-1 0 0 0,0 1 0 0 0,0-1 0 0 0,0 0 0 0 0,-1 0 0 0 0,-45-17-22 0 0,-67-34 0 0 0,16 6-116 0 0,55 27-1 0 0,-2 2-1 0 0,1 2 0 0 0,-2 2 0 0 0,0 2 0 0 0,0 3 0 0 0,-93-6 1 0 0,-530 55-2597 0 0,341-10 2959 0 0,-342 9 3124 0 0,47 41-3861 0 0,575-74-615 0 0,28-4 273 0 0</inkml:trace>
</inkml:ink>
</file>

<file path=ppt/ink/ink4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30.816"/>
    </inkml:context>
    <inkml:brush xml:id="br0">
      <inkml:brushProperty name="width" value="0.1" units="cm"/>
      <inkml:brushProperty name="height" value="0.1" units="cm"/>
      <inkml:brushProperty name="color" value="#FF0066"/>
    </inkml:brush>
  </inkml:definitions>
  <inkml:trace contextRef="#ctx0" brushRef="#br0">22 208 6561 0 0,'11'-14'340'0'0,"-1"0"-1"0"0,0-1 0 0 0,-1-1 1 0 0,0 1-1 0 0,-2-1 0 0 0,1-1 1 0 0,-2 1-1 0 0,7-29 0 0 0,-18 18 1568 0 0,-11 15 4548 0 0,15 13-6341 0 0,0 2 115 0 0,0 0 0 0 0,-1 0 0 0 0,1 0 1 0 0,1 1-1 0 0,-1-1 0 0 0,0 0 0 0 0,1 1 1 0 0,0-1-1 0 0,-1 1 0 0 0,2-1 0 0 0,-1 0 1 0 0,1 7-1 0 0,0 5-39 0 0,-45 581-941 0 0,35-552-108 0 0,9-41 599 0 0,-1-1-1 0 0,0 0 1 0 0,0 1 0 0 0,0-1-1 0 0,-1 0 1 0 0,1 1 0 0 0,0-1-1 0 0,-1 0 1 0 0,0 0 0 0 0,1 0-1 0 0,-1 0 1 0 0,0 0 0 0 0,0-1-1 0 0,-4 3 1 0 0</inkml:trace>
</inkml:ink>
</file>

<file path=ppt/ink/ink4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31.053"/>
    </inkml:context>
    <inkml:brush xml:id="br0">
      <inkml:brushProperty name="width" value="0.1" units="cm"/>
      <inkml:brushProperty name="height" value="0.1" units="cm"/>
      <inkml:brushProperty name="color" value="#FF0066"/>
    </inkml:brush>
  </inkml:definitions>
  <inkml:trace contextRef="#ctx0" brushRef="#br0">0 93 3225 0 0,'13'-33'-167'0'0,"-10"27"904"0"0,0 1 0 0 0,0-1-1 0 0,1 0 1 0 0,-1 1 0 0 0,1 0 0 0 0,5-6-1 0 0,-7 10-515 0 0,-1-1 1 0 0,1 1-1 0 0,0 0 0 0 0,-1-1 0 0 0,1 1 0 0 0,0 0 0 0 0,0 0 1 0 0,0 0-1 0 0,0 0 0 0 0,0 0 0 0 0,0 1 0 0 0,0-1 0 0 0,0 0 1 0 0,0 1-1 0 0,1 0 0 0 0,-1 0 0 0 0,0-1 0 0 0,0 1 0 0 0,0 0 1 0 0,1 1-1 0 0,-1-1 0 0 0,0 0 0 0 0,0 1 0 0 0,0-1 0 0 0,0 1 1 0 0,0 0-1 0 0,0-1 0 0 0,0 1 0 0 0,0 0 0 0 0,0 0 0 0 0,0 0 1 0 0,0 1-1 0 0,0-1 0 0 0,-1 0 0 0 0,1 1 0 0 0,0-1 0 0 0,1 3 1 0 0,8 6 162 0 0,-1 1 1 0 0,0 0-1 0 0,0 1 1 0 0,-1 1 0 0 0,0-1-1 0 0,-1 1 1 0 0,8 19 0 0 0,38 104 226 0 0,-39-93-525 0 0,14 45-177 0 0,16 38-509 0 0,-36-104-970 0 0,21 35-1 0 0,-16-36-4509 0 0</inkml:trace>
</inkml:ink>
</file>

<file path=ppt/ink/ink4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31.259"/>
    </inkml:context>
    <inkml:brush xml:id="br0">
      <inkml:brushProperty name="width" value="0.1" units="cm"/>
      <inkml:brushProperty name="height" value="0.1" units="cm"/>
      <inkml:brushProperty name="color" value="#FF0066"/>
    </inkml:brush>
  </inkml:definitions>
  <inkml:trace contextRef="#ctx0" brushRef="#br0">22 105 7370 0 0,'-1'0'81'0'0,"0"0"0"0"0,0 1 0 0 0,-1-2 0 0 0,1 1 0 0 0,0 0 0 0 0,0 0 0 0 0,-1 0 0 0 0,1 0 0 0 0,0-1 0 0 0,0 1 0 0 0,0-1 0 0 0,-1 1 0 0 0,1-1 0 0 0,-1 0 0 0 0,1 0 27 0 0,1 1-1 0 0,0 0 0 0 0,0-1 1 0 0,-1 1-1 0 0,1 0 1 0 0,0-1-1 0 0,0 1 1 0 0,0-1-1 0 0,0 1 1 0 0,0 0-1 0 0,0-1 0 0 0,0 1 1 0 0,0-1-1 0 0,0 1 1 0 0,0 0-1 0 0,0-1 1 0 0,0 1-1 0 0,0-1 1 0 0,0 1-1 0 0,0 0 1 0 0,0-1-1 0 0,0 1 0 0 0,0 0 1 0 0,0-1-1 0 0,1 1 1 0 0,-1 0-1 0 0,0-1 1 0 0,0 1-1 0 0,1-1 1 0 0,2-3 421 0 0,0 0 0 0 0,0 0 0 0 0,1 1 0 0 0,-1-1 0 0 0,9-5 0 0 0,6-3-864 0 0,0 0 0 0 0,29-14 0 0 0,-24 15-4729 0 0</inkml:trace>
</inkml:ink>
</file>

<file path=ppt/ink/ink4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31.593"/>
    </inkml:context>
    <inkml:brush xml:id="br0">
      <inkml:brushProperty name="width" value="0.1" units="cm"/>
      <inkml:brushProperty name="height" value="0.1" units="cm"/>
      <inkml:brushProperty name="color" value="#FF0066"/>
    </inkml:brush>
  </inkml:definitions>
  <inkml:trace contextRef="#ctx0" brushRef="#br0">1 242 8754 0 0,'2'-1'270'0'0,"0"0"0"0"0,0 0-1 0 0,0 1 1 0 0,0-1 0 0 0,0 1 0 0 0,0-1 0 0 0,0 1 0 0 0,0 0-1 0 0,0 0 1 0 0,0 0 0 0 0,1 0 0 0 0,-1 0 0 0 0,0 0 0 0 0,0 0 0 0 0,0 1-1 0 0,0-1 1 0 0,3 2 0 0 0,45 14 888 0 0,-42-14-756 0 0,2 3-248 0 0,0 0 0 0 0,0 0 0 0 0,0 1 0 0 0,17 13-1 0 0,-18-12-151 0 0,0 0 0 0 0,1-1 0 0 0,19 9-1 0 0,-34-17 290 0 0,1 0-1 0 0,-1 0 1 0 0,0-1-1 0 0,1 0 0 0 0,0 1 1 0 0,-1-2-1 0 0,1 1 1 0 0,1 0-1 0 0,-1-1 0 0 0,0 0 1 0 0,1 0-1 0 0,0 0 1 0 0,0 0-1 0 0,0 0 0 0 0,-3-6 1 0 0,3 3-238 0 0,1 0 1 0 0,-1 1-1 0 0,1-1 1 0 0,1 0-1 0 0,-1-1 1 0 0,1 1-1 0 0,0 0 1 0 0,1 0-1 0 0,0-1 1 0 0,1-6 0 0 0,0 0-672 0 0,1-1 1 0 0,1 1 0 0 0,0 1 0 0 0,1-1 0 0 0,1 1 0 0 0,0-1 0 0 0,1 1 0 0 0,0 0 0 0 0,1 1 0 0 0,1 0 0 0 0,8-11 0 0 0,0 3-4575 0 0</inkml:trace>
</inkml:ink>
</file>

<file path=ppt/ink/ink4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32.097"/>
    </inkml:context>
    <inkml:brush xml:id="br0">
      <inkml:brushProperty name="width" value="0.1" units="cm"/>
      <inkml:brushProperty name="height" value="0.1" units="cm"/>
      <inkml:brushProperty name="color" value="#FF0066"/>
    </inkml:brush>
  </inkml:definitions>
  <inkml:trace contextRef="#ctx0" brushRef="#br0">313 498 5985 0 0,'-6'-5'363'0'0,"-1"0"0"0"0,1 0 0 0 0,-1 0 0 0 0,0 1 0 0 0,0 0 0 0 0,0 1 0 0 0,0-1 0 0 0,-1 1 0 0 0,1 1 0 0 0,-1-1 0 0 0,0 1 0 0 0,0 1 0 0 0,1-1 0 0 0,-1 1 0 0 0,0 1 0 0 0,0 0 0 0 0,0 0 0 0 0,-1 0 0 0 0,1 1 0 0 0,1 0 0 0 0,-10 3 0 0 0,10-3-187 0 0,-1 1 0 0 0,1 1 1 0 0,0-1-1 0 0,0 1 0 0 0,0 0 0 0 0,1 1 1 0 0,-1-1-1 0 0,1 1 0 0 0,0 1 1 0 0,0-1-1 0 0,0 1 0 0 0,1 0 0 0 0,-1 0 1 0 0,1 1-1 0 0,0-1 0 0 0,1 1 1 0 0,0 1-1 0 0,-1-1 0 0 0,2 0 0 0 0,-1 1 1 0 0,1 0-1 0 0,-4 11 0 0 0,5-9-268 0 0,0 1 0 0 0,0-1 0 0 0,1 0-1 0 0,0 1 1 0 0,1-1 0 0 0,0 1 0 0 0,1 0 0 0 0,-1-1 0 0 0,5 18-1 0 0,-4-24-8 0 0,0 0 0 0 0,0-1 1 0 0,0 1-1 0 0,0 0 0 0 0,0-1 0 0 0,0 1 0 0 0,1-1 0 0 0,-1 0 0 0 0,1 1 0 0 0,-1-1 0 0 0,1 0 0 0 0,0 0 0 0 0,0 0 0 0 0,0 0 0 0 0,0-1 0 0 0,1 1 0 0 0,-1 0 0 0 0,0-1 0 0 0,1 1 0 0 0,-1-1 0 0 0,1 0 0 0 0,-1 0 0 0 0,1 0 0 0 0,-1 0 0 0 0,1 0 0 0 0,0-1 0 0 0,0 1 0 0 0,-1-1 1 0 0,1 0-1 0 0,0 0 0 0 0,0 0 0 0 0,0 0 0 0 0,-1 0 0 0 0,1-1 0 0 0,0 1 0 0 0,-1-1 0 0 0,5-1 0 0 0,0 0-116 0 0,0 0 0 0 0,-1 0 1 0 0,0-1-1 0 0,1 1 0 0 0,-1-2 0 0 0,0 1 0 0 0,0-1 1 0 0,-1 0-1 0 0,1 0 0 0 0,-1 0 0 0 0,8-9 1 0 0,-6 5 50 0 0,0-1 1 0 0,0 0-1 0 0,-1-1 1 0 0,0 0-1 0 0,-1 0 1 0 0,6-15-1 0 0,-1-3 143 0 0,-1-1 0 0 0,-2-1 0 0 0,-1 1 0 0 0,3-42-1 0 0,-8 46 242 0 0,-1 1-1 0 0,0 0 1 0 0,-2-1-1 0 0,-1 1 1 0 0,-1 0-1 0 0,-8-29 1 0 0,1 18 1030 0 0,-1 1 0 0 0,-1 0 0 0 0,-28-49 0 0 0,40 81-1035 0 0,-1-1-1 0 0,1 1 1 0 0,-1-1-1 0 0,0 1 1 0 0,0-1-1 0 0,0 1 0 0 0,0 0 1 0 0,0 0-1 0 0,0 0 1 0 0,0 0-1 0 0,-5-2 1 0 0,7 4-147 0 0,-1-1 0 0 0,1 1-1 0 0,-1 0 1 0 0,1 0 0 0 0,-1 0 0 0 0,1 0 0 0 0,-1 0-1 0 0,1 0 1 0 0,-1 0 0 0 0,0 0 0 0 0,1 0 0 0 0,-1 0 0 0 0,1 0-1 0 0,-1 0 1 0 0,1 0 0 0 0,-1 0 0 0 0,1 0 0 0 0,-1 1-1 0 0,0-1 1 0 0,1 0 0 0 0,-1 0 0 0 0,1 1 0 0 0,-1 0 0 0 0,-1 0 2 0 0,1 0 1 0 0,0 1-1 0 0,0-1 1 0 0,0 1 0 0 0,0-1-1 0 0,0 1 1 0 0,0-1 0 0 0,1 1-1 0 0,-1 0 1 0 0,0-1 0 0 0,0 4-1 0 0,-2 7 66 0 0,1 0 0 0 0,0 1 0 0 0,1-1 0 0 0,1 1 0 0 0,0-1 0 0 0,0 1 0 0 0,4 21 0 0 0,24 87-135 0 0,-27-116 14 0 0,82 242 115 0 0,-4-15-166 0 0,-78-230 69 0 0,11 41-1196 0 0,0-1-3844 0 0,0 1-1823 0 0</inkml:trace>
</inkml:ink>
</file>

<file path=ppt/ink/ink4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35.443"/>
    </inkml:context>
    <inkml:brush xml:id="br0">
      <inkml:brushProperty name="width" value="0.1" units="cm"/>
      <inkml:brushProperty name="height" value="0.1" units="cm"/>
      <inkml:brushProperty name="color" value="#FF0066"/>
    </inkml:brush>
  </inkml:definitions>
  <inkml:trace contextRef="#ctx0" brushRef="#br0">1 1 14283 0 0,'1'16'604'0'0,"1"0"-1"0"0,7 30 1 0 0,0-3-540 0 0,32 379-662 0 0,-19-134-615 0 0,-18-253 464 0 0,2 1 1 0 0,12 43-1 0 0,-10-55-3654 0 0</inkml:trace>
</inkml:ink>
</file>

<file path=ppt/ink/ink4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36.155"/>
    </inkml:context>
    <inkml:brush xml:id="br0">
      <inkml:brushProperty name="width" value="0.1" units="cm"/>
      <inkml:brushProperty name="height" value="0.1" units="cm"/>
      <inkml:brushProperty name="color" value="#FF0066"/>
    </inkml:brush>
  </inkml:definitions>
  <inkml:trace contextRef="#ctx0" brushRef="#br0">1 518 6913 0 0,'45'-8'821'0'0,"1"1"-1"0"0,0 3 0 0 0,71 3 0 0 0,-47 0-508 0 0,522 4 111 0 0,-68-3 2115 0 0,-26 19-1314 0 0,79-9-296 0 0,-132-22-148 0 0,-350 9-647 0 0,140-5-101 0 0,341-17-32 0 0,-75-5 0 0 0,-292 16 0 0 0,111-9 0 0 0,3-7 0 0 0,432-43 0 0 0,2283-197-54 0 0,-2115 230-97 0 0,-46 42-68 0 0,-414 3 88 0 0,107 7 114 0 0,-5 0 20 0 0,125-4 122 0 0,291 1 86 0 0,-791-10-204 0 0,468-9 191 0 0,-190-12-537 0 0,-364 13-840 0 0,-59 3 556 0 0</inkml:trace>
</inkml:ink>
</file>

<file path=ppt/ink/ink4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36.600"/>
    </inkml:context>
    <inkml:brush xml:id="br0">
      <inkml:brushProperty name="width" value="0.1" units="cm"/>
      <inkml:brushProperty name="height" value="0.1" units="cm"/>
      <inkml:brushProperty name="color" value="#FF0066"/>
    </inkml:brush>
  </inkml:definitions>
  <inkml:trace contextRef="#ctx0" brushRef="#br0">152 2 10970 0 0,'-1'0'39'0'0,"1"0"0"0"0,-1-1 1 0 0,0 1-1 0 0,0 0 0 0 0,1 0 0 0 0,-1 0 0 0 0,0 0 0 0 0,0 0 0 0 0,0 0 0 0 0,1 0 0 0 0,-1 0 0 0 0,0 0 0 0 0,0 0 0 0 0,1 1 0 0 0,-1-1 0 0 0,0 0 0 0 0,1 0 0 0 0,-1 1 1 0 0,0-1-1 0 0,0 0 0 0 0,1 1 0 0 0,-1-1 0 0 0,1 1 0 0 0,-1-1 0 0 0,0 1 0 0 0,0 0 0 0 0,-6 21 159 0 0,6-11-232 0 0,-59 336 4170 0 0,26-132-3635 0 0,22-132-1730 0 0,-4 121-1 0 0,14-134-4015 0 0</inkml:trace>
</inkml:ink>
</file>

<file path=ppt/ink/ink4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37.377"/>
    </inkml:context>
    <inkml:brush xml:id="br0">
      <inkml:brushProperty name="width" value="0.1" units="cm"/>
      <inkml:brushProperty name="height" value="0.1" units="cm"/>
      <inkml:brushProperty name="color" value="#FF0066"/>
    </inkml:brush>
  </inkml:definitions>
  <inkml:trace contextRef="#ctx0" brushRef="#br0">42 188 4609 0 0,'-5'2'278'0'0,"3"-2"-183"0"0,-1 0 1 0 0,1 0 0 0 0,0 1 0 0 0,0-1 0 0 0,1 1 0 0 0,-1-1 0 0 0,0 1 0 0 0,0 0 0 0 0,0 0 0 0 0,0 0 0 0 0,0 0 0 0 0,1 0 0 0 0,-1 0 0 0 0,0 0 0 0 0,1 1 0 0 0,-1-1 0 0 0,1 1-1 0 0,-3 2 1 0 0,4-4-52 0 0,1 1 0 0 0,-1-1 0 0 0,0 0 0 0 0,0 0-1 0 0,0 1 1 0 0,0-1 0 0 0,0 0 0 0 0,0 1 0 0 0,1-1 0 0 0,-1 0-1 0 0,0 0 1 0 0,0 1 0 0 0,0-1 0 0 0,1 0 0 0 0,-1 0-1 0 0,0 0 1 0 0,0 1 0 0 0,1-1 0 0 0,-1 0 0 0 0,0 0-1 0 0,0 0 1 0 0,1 0 0 0 0,-1 1 0 0 0,0-1 0 0 0,1 0-1 0 0,-1 0 1 0 0,0 0 0 0 0,1 0 0 0 0,-1 0 0 0 0,0 0-1 0 0,0 0 1 0 0,1 0 0 0 0,-1 0 0 0 0,0 0 0 0 0,1 0-1 0 0,-1 0 1 0 0,0 0 0 0 0,1 0 0 0 0,-1 0 0 0 0,0-1 0 0 0,1 1-1 0 0,-1 0 1 0 0,17-1 765 0 0,311-76 7151 0 0,-103 22-6263 0 0,-105 21-1408 0 0,8-1-217 0 0,-108 31-301 0 0,0 0 0 0 0,0 2 0 0 0,1 0 0 0 0,28 2 0 0 0,-31 3-1414 0 0,-3 1-4403 0 0</inkml:trace>
</inkml:ink>
</file>

<file path=ppt/ink/ink4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37.649"/>
    </inkml:context>
    <inkml:brush xml:id="br0">
      <inkml:brushProperty name="width" value="0.1" units="cm"/>
      <inkml:brushProperty name="height" value="0.1" units="cm"/>
      <inkml:brushProperty name="color" value="#FF0066"/>
    </inkml:brush>
  </inkml:definitions>
  <inkml:trace contextRef="#ctx0" brushRef="#br0">0 0 4609 0 0,'34'24'5587'0'0,"-24"-13"-4833"0"0,-1 2 1 0 0,-1-1 0 0 0,0 1-1 0 0,0 0 1 0 0,-2 1 0 0 0,1 0-1 0 0,4 17 1 0 0,26 106 1176 0 0,-33-121-1831 0 0,17 85 125 0 0,14 54-610 0 0,-26-126-2763 0 0,18 41 0 0 0,-16-47-1947 0 0</inkml:trace>
</inkml:ink>
</file>

<file path=ppt/ink/ink4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37.936"/>
    </inkml:context>
    <inkml:brush xml:id="br0">
      <inkml:brushProperty name="width" value="0.1" units="cm"/>
      <inkml:brushProperty name="height" value="0.1" units="cm"/>
      <inkml:brushProperty name="color" value="#FF0066"/>
    </inkml:brush>
  </inkml:definitions>
  <inkml:trace contextRef="#ctx0" brushRef="#br0">26 24 4609 0 0,'-6'-5'31'0'0,"-13"-10"1834"0"0,19 11-395 0 0,14 6 32 0 0,42 12 1663 0 0,65 28 1 0 0,-91-30-2518 0 0,-1 2 1 0 0,0 1 0 0 0,47 34 0 0 0,-46-27-598 0 0,49 37 117 0 0,-29-16-2845 0 0,-36-29-3146 0 0</inkml:trace>
</inkml:ink>
</file>

<file path=ppt/ink/ink4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38.200"/>
    </inkml:context>
    <inkml:brush xml:id="br0">
      <inkml:brushProperty name="width" value="0.1" units="cm"/>
      <inkml:brushProperty name="height" value="0.1" units="cm"/>
      <inkml:brushProperty name="color" value="#FF0066"/>
    </inkml:brush>
  </inkml:definitions>
  <inkml:trace contextRef="#ctx0" brushRef="#br0">394 80 6449 0 0,'-5'-8'320'0'0,"-1"0"0"0"0,0 0-1 0 0,0 1 1 0 0,-1 0 0 0 0,0 1-1 0 0,0-1 1 0 0,-9-5 0 0 0,13 10-51 0 0,0 0 0 0 0,1 0-1 0 0,-1 0 1 0 0,0 1 0 0 0,0 0 0 0 0,0-1 0 0 0,0 1 0 0 0,0 0 0 0 0,-1 0 0 0 0,1 1-1 0 0,0-1 1 0 0,0 1 0 0 0,0-1 0 0 0,-1 1 0 0 0,1 0 0 0 0,0 0 0 0 0,-1 1 0 0 0,1-1-1 0 0,0 1 1 0 0,0-1 0 0 0,0 1 0 0 0,-1 0 0 0 0,1 0 0 0 0,-4 3 0 0 0,3-2-86 0 0,0 1 1 0 0,1 0-1 0 0,0 0 0 0 0,-1 1 1 0 0,1-1-1 0 0,1 1 1 0 0,-1-1-1 0 0,0 1 0 0 0,1 0 1 0 0,-3 6-1 0 0,-19 48 415 0 0,18-41-430 0 0,-167 511 632 0 0,172-525-875 0 0,-10 43 193 0 0,11-43-365 0 0,-1 0-1 0 0,1 1 1 0 0,0-1 0 0 0,0 0-1 0 0,0 0 1 0 0,1 0 0 0 0,-1 1-1 0 0,0-1 1 0 0,1 0 0 0 0,0 0-1 0 0,0 0 1 0 0,1 3-1 0 0</inkml:trace>
</inkml:ink>
</file>

<file path=ppt/ink/ink4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39.321"/>
    </inkml:context>
    <inkml:brush xml:id="br0">
      <inkml:brushProperty name="width" value="0.1" units="cm"/>
      <inkml:brushProperty name="height" value="0.1" units="cm"/>
      <inkml:brushProperty name="color" value="#FF0066"/>
    </inkml:brush>
  </inkml:definitions>
  <inkml:trace contextRef="#ctx0" brushRef="#br0">0 1 1840 0 0</inkml:trace>
</inkml:ink>
</file>

<file path=ppt/ink/ink4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39.537"/>
    </inkml:context>
    <inkml:brush xml:id="br0">
      <inkml:brushProperty name="width" value="0.1" units="cm"/>
      <inkml:brushProperty name="height" value="0.1" units="cm"/>
      <inkml:brushProperty name="color" value="#FF0066"/>
    </inkml:brush>
  </inkml:definitions>
  <inkml:trace contextRef="#ctx0" brushRef="#br0">1 298 6009 0 0,'2'-17'-3'0'0,"0"0"0"0"0,-2 0 0 0 0,0 1 0 0 0,-2-19-1 0 0,-1-26 271 0 0,5-74 8560 0 0,5 152-7274 0 0,3 5-957 0 0,-2 8-297 0 0,0 0 1 0 0,-3 0-1 0 0,5 61 1 0 0,-11 94-21 0 0,-2-132-250 0 0,2 0 0 0 0,3 0 0 0 0,1 0 0 0 0,13 55-1 0 0,-3-60 57 0 0,-1-7-4153 0 0</inkml:trace>
</inkml:ink>
</file>

<file path=ppt/ink/ink4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39.919"/>
    </inkml:context>
    <inkml:brush xml:id="br0">
      <inkml:brushProperty name="width" value="0.1" units="cm"/>
      <inkml:brushProperty name="height" value="0.1" units="cm"/>
      <inkml:brushProperty name="color" value="#FF0066"/>
    </inkml:brush>
  </inkml:definitions>
  <inkml:trace contextRef="#ctx0" brushRef="#br0">0 196 5985 0 0,'0'-5'141'0'0,"0"-1"0"0"0,0 1-1 0 0,1 0 1 0 0,-1-1 0 0 0,1 1-1 0 0,0 0 1 0 0,1 0 0 0 0,-1-1 0 0 0,1 1-1 0 0,0 0 1 0 0,0 1 0 0 0,1-1-1 0 0,-1 0 1 0 0,1 1 0 0 0,0-1 0 0 0,1 1-1 0 0,-1 0 1 0 0,6-5 0 0 0,1-3 304 0 0,2 1 0 0 0,-1 1 0 0 0,1 0 0 0 0,1 1 0 0 0,16-10 0 0 0,-21 14-72 0 0,1 1 0 0 0,-1 1-1 0 0,1 0 1 0 0,-1 0 0 0 0,1 1-1 0 0,0 0 1 0 0,0 0 0 0 0,17 0 0 0 0,-20 1-203 0 0,0 1 0 0 0,-1 1 0 0 0,1-1 0 0 0,0 1 0 0 0,-1 0 0 0 0,1 0 0 0 0,-1 0 0 0 0,1 1 0 0 0,-1 0 1 0 0,0 0-1 0 0,1 0 0 0 0,-1 1 0 0 0,0 0 0 0 0,-1 0 0 0 0,8 6 0 0 0,-10-8-171 0 0,-1 1 0 0 0,0 0 0 0 0,1 0 0 0 0,-1 0 0 0 0,0-1 0 0 0,0 1 0 0 0,0 0 0 0 0,-1 0 0 0 0,1 1 0 0 0,0-1 0 0 0,-1 0-1 0 0,1 0 1 0 0,-1 0 0 0 0,0 0 0 0 0,0 0 0 0 0,0 1 0 0 0,0-1 0 0 0,0 0 0 0 0,0 0 0 0 0,0 0 0 0 0,-1 0 0 0 0,1 1 0 0 0,-1-1 0 0 0,0 0 0 0 0,1 0 0 0 0,-1 0 0 0 0,0 0 0 0 0,0 0 0 0 0,-1 0 0 0 0,-1 2-1 0 0,-5 8-67 0 0,0 0 0 0 0,-1-1 0 0 0,-14 15 0 0 0,20-23 77 0 0,-27 27-57 0 0,-45 33 1 0 0,42-37 166 0 0,-40 41 1 0 0,72-65-90 0 0,-1-1 0 0 0,1 1 0 0 0,0 0 0 0 0,-1 0 0 0 0,1-1 0 0 0,0 1 1 0 0,0 0-1 0 0,0 0 0 0 0,0 0 0 0 0,1 0 0 0 0,-1 1 0 0 0,0-1 0 0 0,1 0 0 0 0,-1 0 1 0 0,1 0-1 0 0,0 0 0 0 0,0 1 0 0 0,0 3 0 0 0,1-2 40 0 0,0-1-1 0 0,0 1 0 0 0,0-1 1 0 0,0 1-1 0 0,1-1 1 0 0,0 0-1 0 0,-1 1 0 0 0,1-1 1 0 0,0 0-1 0 0,4 4 1 0 0,7 6 235 0 0,0 0 1 0 0,0-2 0 0 0,29 20-1 0 0,-26-19-220 0 0,7 4-240 0 0,1 0-1 0 0,0-2 0 0 0,1-1 0 0 0,44 17 1 0 0,-51-24-568 0 0,1 0 0 0 0,0-1 0 0 0,0-2 1 0 0,27 3-1 0 0,-15-5-4940 0 0</inkml:trace>
</inkml:ink>
</file>

<file path=ppt/ink/ink4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40.187"/>
    </inkml:context>
    <inkml:brush xml:id="br0">
      <inkml:brushProperty name="width" value="0.1" units="cm"/>
      <inkml:brushProperty name="height" value="0.1" units="cm"/>
      <inkml:brushProperty name="color" value="#FF0066"/>
    </inkml:brush>
  </inkml:definitions>
  <inkml:trace contextRef="#ctx0" brushRef="#br0">1 7 4609 0 0,'0'-1'24'0'0,"0"1"0"0"0,0 0 1 0 0,0 0-1 0 0,0 0 0 0 0,0 0 0 0 0,0 0 1 0 0,0-1-1 0 0,0 1 0 0 0,0 0 0 0 0,0 0 0 0 0,0 0 1 0 0,0 0-1 0 0,0-1 0 0 0,0 1 0 0 0,0 0 1 0 0,0 0-1 0 0,0 0 0 0 0,0 0 0 0 0,0 0 0 0 0,0-1 1 0 0,0 1-1 0 0,0 0 0 0 0,0 0 0 0 0,0 0 1 0 0,0 0-1 0 0,0 0 0 0 0,0-1 0 0 0,0 1 0 0 0,0 0 1 0 0,1 0-1 0 0,-1 0 0 0 0,0 0 0 0 0,0 0 1 0 0,0 0-1 0 0,0 0 0 0 0,0-1 0 0 0,0 1 0 0 0,1 0 1 0 0,-1 0-1 0 0,0 0 0 0 0,0 0 0 0 0,0 0 1 0 0,0 0-1 0 0,0 0 0 0 0,1 0 0 0 0,-1 0 0 0 0,0 0 1 0 0,13 0 1495 0 0,11 4 943 0 0,7 11-919 0 0,-2 2 0 0 0,0 0 0 0 0,0 2 0 0 0,28 25 0 0 0,-26-20-1112 0 0,1-1 1 0 0,50 27-1 0 0,-73-45-547 0 0,1-1 0 0 0,0 0 0 0 0,0-1-1 0 0,18 4 1 0 0,-24-7-347 0 0,1 1 1 0 0,0-1-1 0 0,0 0 0 0 0,0 0 0 0 0,0 0 0 0 0,0 0 1 0 0,6-2-1 0 0</inkml:trace>
</inkml:ink>
</file>

<file path=ppt/ink/ink4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40.360"/>
    </inkml:context>
    <inkml:brush xml:id="br0">
      <inkml:brushProperty name="width" value="0.1" units="cm"/>
      <inkml:brushProperty name="height" value="0.1" units="cm"/>
      <inkml:brushProperty name="color" value="#FF0066"/>
    </inkml:brush>
  </inkml:definitions>
  <inkml:trace contextRef="#ctx0" brushRef="#br0">244 54 1840 0 0,'-5'-13'578'0'0,"-15"-28"7031"0"0,20 41-7484 0 0,-1 0-1 0 0,1 0 1 0 0,-1 0-1 0 0,1 0 0 0 0,-1 0 1 0 0,1 0-1 0 0,0 1 0 0 0,-1-1 1 0 0,1 0-1 0 0,-1 0 1 0 0,1 0-1 0 0,0 0 0 0 0,-1 1 1 0 0,1-1-1 0 0,0 0 1 0 0,-1 0-1 0 0,1 1 0 0 0,0-1 1 0 0,-1 0-1 0 0,1 0 0 0 0,0 1 1 0 0,0-1-1 0 0,-1 1 1 0 0,1-1-1 0 0,0 0 0 0 0,0 1 1 0 0,-1-1-1 0 0,1 0 0 0 0,0 1 1 0 0,0-1-1 0 0,0 1 1 0 0,0-1-1 0 0,0 0 0 0 0,0 2 1 0 0,-11 19 802 0 0,10-18-505 0 0,-83 167 2571 0 0,-15 33-3764 0 0,86-173-5627 0 0</inkml:trace>
</inkml:ink>
</file>

<file path=ppt/ink/ink4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41.537"/>
    </inkml:context>
    <inkml:brush xml:id="br0">
      <inkml:brushProperty name="width" value="0.1" units="cm"/>
      <inkml:brushProperty name="height" value="0.1" units="cm"/>
      <inkml:brushProperty name="color" value="#FF0066"/>
    </inkml:brush>
  </inkml:definitions>
  <inkml:trace contextRef="#ctx0" brushRef="#br0">276 65 6913 0 0,'-25'-9'86'0'0,"0"0"1"0"0,0 2-1 0 0,-1 0 0 0 0,0 2 0 0 0,0 1 0 0 0,0 1 0 0 0,-49 1 0 0 0,53 1 337 0 0,33-2 267 0 0,40-4 410 0 0,-45 7-1070 0 0,356-8 1290 0 0,-214 10-1433 0 0,1111 54 1056 0 0,765 76 1454 0 0,124-108-846 0 0,-1065-30-1049 0 0,1124-31 809 0 0,426-47-1310 0 0,-661 162 1977 0 0,-1856-65-1992 0 0,197 12-543 0 0,-298-26 167 0 0</inkml:trace>
</inkml:ink>
</file>

<file path=ppt/ink/ink4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42.266"/>
    </inkml:context>
    <inkml:brush xml:id="br0">
      <inkml:brushProperty name="width" value="0.1" units="cm"/>
      <inkml:brushProperty name="height" value="0.1" units="cm"/>
      <inkml:brushProperty name="color" value="#FF0066"/>
    </inkml:brush>
  </inkml:definitions>
  <inkml:trace contextRef="#ctx0" brushRef="#br0">5 63 3681 0 0,'-1'-2'541'0'0,"0"2"-360"0"0,1 0-1 0 0,0-1 1 0 0,0 1-1 0 0,0-1 1 0 0,-1 1-1 0 0,1-1 1 0 0,0 1-1 0 0,0-1 1 0 0,0 1-1 0 0,0-1 1 0 0,0 1-1 0 0,0-1 1 0 0,0 1-1 0 0,0-1 1 0 0,0 1-1 0 0,0 0 1 0 0,0-1-1 0 0,0 1 1 0 0,3-5 1985 0 0,-2 4-1986 0 0,11-22 1569 0 0,-9 17-1186 0 0,9-11 3232 0 0,-10 28-1701 0 0,-2 41-1648 0 0,-3 1 1 0 0,-12 73 0 0 0,7-77-398 0 0,3 0 1 0 0,1 0-1 0 0,5 70 0 0 0,8-46-769 0 0,1-25-4330 0 0,-1-14-962 0 0</inkml:trace>
</inkml:ink>
</file>

<file path=ppt/ink/ink4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43.041"/>
    </inkml:context>
    <inkml:brush xml:id="br0">
      <inkml:brushProperty name="width" value="0.1" units="cm"/>
      <inkml:brushProperty name="height" value="0.1" units="cm"/>
      <inkml:brushProperty name="color" value="#FF0066"/>
    </inkml:brush>
  </inkml:definitions>
  <inkml:trace contextRef="#ctx0" brushRef="#br0">1 1 3225 0 0,'5'36'10018'0'0,"-4"55"-8630"0"0,-2-63-168 0 0,10 172 447 0 0,-4-165-2215 0 0,0 0 0 0 0,3 0 0 0 0,19 56 0 0 0,-11-50-599 0 0,0 1-5 0 0</inkml:trace>
</inkml:ink>
</file>

<file path=ppt/ink/ink4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44.584"/>
    </inkml:context>
    <inkml:brush xml:id="br0">
      <inkml:brushProperty name="width" value="0.1" units="cm"/>
      <inkml:brushProperty name="height" value="0.1" units="cm"/>
      <inkml:brushProperty name="color" value="#FF0066"/>
    </inkml:brush>
  </inkml:definitions>
  <inkml:trace contextRef="#ctx0" brushRef="#br0">199 1 10594 0 0,'-26'24'2449'0'0,"8"0"-2050"0"0,2 1 1 0 0,1 1 0 0 0,1 0-1 0 0,1 1 1 0 0,2 0 0 0 0,-15 49-1 0 0,9-8-34 0 0,-15 118 0 0 0,27-133-186 0 0,1 0 0 0 0,3 0 0 0 0,2 0 0 0 0,2 0 0 0 0,20 98 0 0 0,-17-124-337 0 0,1-1 1 0 0,1 1-1 0 0,2-1 1 0 0,0-1 0 0 0,2 0-1 0 0,0 0 1 0 0,2-1 0 0 0,1-1-1 0 0,1-1 1 0 0,0 0 0 0 0,2 0-1 0 0,1-2 1 0 0,21 19 0 0 0,1-8-5418 0 0</inkml:trace>
</inkml:ink>
</file>

<file path=ppt/ink/ink4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44.822"/>
    </inkml:context>
    <inkml:brush xml:id="br0">
      <inkml:brushProperty name="width" value="0.1" units="cm"/>
      <inkml:brushProperty name="height" value="0.1" units="cm"/>
      <inkml:brushProperty name="color" value="#FF0066"/>
    </inkml:brush>
  </inkml:definitions>
  <inkml:trace contextRef="#ctx0" brushRef="#br0">0 199 6913 0 0,'27'-17'-46'0'0,"215"-92"6298"0"0,-75 48-9644 0 0,-133 50-782 0 0</inkml:trace>
</inkml:ink>
</file>

<file path=ppt/ink/ink4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45.028"/>
    </inkml:context>
    <inkml:brush xml:id="br0">
      <inkml:brushProperty name="width" value="0.1" units="cm"/>
      <inkml:brushProperty name="height" value="0.1" units="cm"/>
      <inkml:brushProperty name="color" value="#FF0066"/>
    </inkml:brush>
  </inkml:definitions>
  <inkml:trace contextRef="#ctx0" brushRef="#br0">1 0 10594 0 0,'4'8'176'0'0,"0"0"1"0"0,0 0-1 0 0,0 0 0 0 0,-1 0 0 0 0,-1 0 0 0 0,1 1 1 0 0,1 12-1 0 0,4 66 948 0 0,-4-34 263 0 0,2-1-589 0 0,24 91-1 0 0,-20-112-1465 0 0,0 0-1 0 0,17 31 0 0 0,-12-33-4449 0 0</inkml:trace>
</inkml:ink>
</file>

<file path=ppt/ink/ink4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45.329"/>
    </inkml:context>
    <inkml:brush xml:id="br0">
      <inkml:brushProperty name="width" value="0.1" units="cm"/>
      <inkml:brushProperty name="height" value="0.1" units="cm"/>
      <inkml:brushProperty name="color" value="#FF0066"/>
    </inkml:brush>
  </inkml:definitions>
  <inkml:trace contextRef="#ctx0" brushRef="#br0">0 160 6449 0 0,'0'-1'34'0'0,"1"0"1"0"0,-1 1-1 0 0,1-1 0 0 0,-1 0 0 0 0,1 0 0 0 0,-1 1 0 0 0,1-1 0 0 0,-1 0 0 0 0,1 0 0 0 0,0 1 0 0 0,0-1 0 0 0,-1 1 0 0 0,1-1 0 0 0,0 1 1 0 0,0-1-1 0 0,-1 1 0 0 0,1-1 0 0 0,0 1 0 0 0,0 0 0 0 0,0-1 0 0 0,0 1 0 0 0,0 0 0 0 0,0 0 0 0 0,-1 0 0 0 0,1 0 0 0 0,0 0 0 0 0,0 0 0 0 0,0 0 1 0 0,0 0-1 0 0,0 0 0 0 0,0 0 0 0 0,0 0 0 0 0,0 0 0 0 0,1 1 0 0 0,34 6 1213 0 0,-27-3-818 0 0,0 0 0 0 0,-1 0 0 0 0,0 1 0 0 0,0 0 0 0 0,0 1 0 0 0,-1 0 0 0 0,0 0 0 0 0,10 10 0 0 0,49 64 433 0 0,-42-50-95 0 0,-57-59 3699 0 0,29 22-4272 0 0,0-1 0 0 0,0 0-1 0 0,1 0 1 0 0,0 0 0 0 0,1 0-1 0 0,-1 0 1 0 0,2-1-1 0 0,-1 1 1 0 0,1-1 0 0 0,0 0-1 0 0,1 1 1 0 0,0-1 0 0 0,2-16-1 0 0,-1 13-322 0 0,1 0 0 0 0,1 1-1 0 0,-1-1 1 0 0,2 1 0 0 0,0 0-1 0 0,0-1 1 0 0,1 2 0 0 0,0-1-1 0 0,11-16 1 0 0,-1 10-959 0 0,1 3-259 0 0</inkml:trace>
</inkml:ink>
</file>

<file path=ppt/ink/ink4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45.678"/>
    </inkml:context>
    <inkml:brush xml:id="br0">
      <inkml:brushProperty name="width" value="0.1" units="cm"/>
      <inkml:brushProperty name="height" value="0.1" units="cm"/>
      <inkml:brushProperty name="color" value="#FF0066"/>
    </inkml:brush>
  </inkml:definitions>
  <inkml:trace contextRef="#ctx0" brushRef="#br0">141 1 456 0 0,'1'2'133'0'0,"-1"0"-1"0"0,1 0 1 0 0,0 1-1 0 0,-1-1 1 0 0,1 0-1 0 0,-1 0 1 0 0,0 1-1 0 0,0-1 1 0 0,0 0-1 0 0,0 0 1 0 0,0 1-1 0 0,-1-1 1 0 0,1 0-1 0 0,0 0 1 0 0,-1 1-1 0 0,0-1 1 0 0,0 0-1 0 0,1 0 1 0 0,-3 4-1 0 0,-27 43 3133 0 0,19-33-2576 0 0,6-8-398 0 0,-12 18 514 0 0,1 1 0 0 0,2 1 1 0 0,0 0-1 0 0,-14 45 0 0 0,27-70-768 0 0,1-1-1 0 0,-1 1 1 0 0,1 0-1 0 0,-1-1 1 0 0,1 1-1 0 0,0 0 1 0 0,0-1-1 0 0,0 1 1 0 0,0 0-1 0 0,1-1 1 0 0,-1 1-1 0 0,1 0 1 0 0,0-1-1 0 0,0 1 1 0 0,0-1-1 0 0,0 1 1 0 0,0-1-1 0 0,0 0 1 0 0,3 4-1 0 0,-4-5-39 0 0,1-1-1 0 0,-1 1 1 0 0,1-1-1 0 0,0 1 1 0 0,-1-1-1 0 0,1 1 1 0 0,0-1-1 0 0,0 1 1 0 0,-1-1-1 0 0,1 0 1 0 0,0 1-1 0 0,0-1 1 0 0,-1 0-1 0 0,1 0 1 0 0,0 0-1 0 0,0 1 0 0 0,0-1 1 0 0,0 0-1 0 0,-1 0 1 0 0,1 0-1 0 0,0 0 1 0 0,0-1-1 0 0,1 1 1 0 0,0-1-84 0 0,0 1-1 0 0,0-1 1 0 0,-1 0 0 0 0,1 0 0 0 0,0 0 0 0 0,0-1 0 0 0,-1 1-1 0 0,1 0 1 0 0,0-1 0 0 0,-1 1 0 0 0,0-1 0 0 0,1 1-1 0 0,1-4 1 0 0,1-1-102 0 0,0-1-1 0 0,0 0 0 0 0,-1 0 1 0 0,4-11-1 0 0,-6 13 324 0 0,1 0 0 0 0,-1 0 0 0 0,1 0 0 0 0,1 0-1 0 0,-1 1 1 0 0,1-1 0 0 0,-1 1 0 0 0,1 0 0 0 0,1 0 0 0 0,-1 0 0 0 0,0 0 0 0 0,6-4-1 0 0,-8 7-98 0 0,-1 1 0 0 0,1 0-1 0 0,-1-1 1 0 0,1 1 0 0 0,0 0-1 0 0,0-1 1 0 0,-1 1 0 0 0,1 0-1 0 0,0 0 1 0 0,-1 0-1 0 0,1-1 1 0 0,0 1 0 0 0,0 0-1 0 0,-1 0 1 0 0,1 0 0 0 0,0 0-1 0 0,0 0 1 0 0,-1 1-1 0 0,1-1 1 0 0,0 0 0 0 0,0 0-1 0 0,-1 0 1 0 0,1 1 0 0 0,0-1-1 0 0,-1 0 1 0 0,2 1 0 0 0,14 19 882 0 0,3 28 1344 0 0,-19-47-2151 0 0,6 22 700 0 0,-3-9-229 0 0,2 0-1 0 0,7 20 0 0 0,-10-31-587 0 0,-1 0 0 0 0,1 1 0 0 0,0-1 0 0 0,0 0 0 0 0,0 0 0 0 0,1 0 0 0 0,-1 0 1 0 0,1-1-1 0 0,0 1 0 0 0,-1-1 0 0 0,1 1 0 0 0,0-1 0 0 0,0 0 0 0 0,6 3 0 0 0,6 0-702 0 0</inkml:trace>
</inkml:ink>
</file>

<file path=ppt/ink/ink4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46.881"/>
    </inkml:context>
    <inkml:brush xml:id="br0">
      <inkml:brushProperty name="width" value="0.1" units="cm"/>
      <inkml:brushProperty name="height" value="0.1" units="cm"/>
      <inkml:brushProperty name="color" value="#FF0066"/>
    </inkml:brush>
  </inkml:definitions>
  <inkml:trace contextRef="#ctx0" brushRef="#br0">2 21 6913 0 0,'-1'-16'989'0'0,"8"11"1186"0"0,-6 6-2048 0 0,0-1 1 0 0,0 0-1 0 0,1 1 1 0 0,-1-1-1 0 0,0 1 0 0 0,0-1 1 0 0,0 1-1 0 0,0 0 1 0 0,0-1-1 0 0,0 1 1 0 0,0 0-1 0 0,0 0 1 0 0,0 0-1 0 0,0 0 1 0 0,0 0-1 0 0,0 0 1 0 0,0 0-1 0 0,0 2 1 0 0,6 11 418 0 0,-1 0 1 0 0,0 1-1 0 0,7 30 1 0 0,-9-30-463 0 0,0 0 1 0 0,0-1-1 0 0,2 1 1 0 0,10 18-1 0 0,-16-32-113 0 0,0 0-1 0 0,1-1 0 0 0,-1 1 1 0 0,0 0-1 0 0,1-1 0 0 0,-1 1 1 0 0,1-1-1 0 0,-1 1 0 0 0,1-1 1 0 0,-1 1-1 0 0,1-1 0 0 0,-1 1 1 0 0,1-1-1 0 0,-1 1 0 0 0,1-1 1 0 0,0 0-1 0 0,-1 1 0 0 0,1-1 1 0 0,0 0-1 0 0,-1 1 0 0 0,1-1 1 0 0,0 0-1 0 0,-1 0 0 0 0,1 0 1 0 0,0 0-1 0 0,-1 0 0 0 0,1 0 1 0 0,0 0-1 0 0,0 0 0 0 0,-1 0 1 0 0,1 0-1 0 0,0 0 0 0 0,1 0 1 0 0,0-2-27 0 0,0 1 0 0 0,0 0 0 0 0,0-1 0 0 0,0 1 1 0 0,0-1-1 0 0,-1 1 0 0 0,1-1 0 0 0,0 0 0 0 0,-1 0 0 0 0,2-3 1 0 0,5-7-141 0 0,-1 0 1 0 0,8-20 0 0 0,-3 2 114 0 0,-9 20 425 0 0,0 0-1 0 0,1 0 1 0 0,1 1-1 0 0,-1 0 1 0 0,2-1-1 0 0,-1 2 1 0 0,11-13-1 0 0,-16 20-308 0 0,0 1 0 0 0,1-1-1 0 0,-1 1 1 0 0,1-1 0 0 0,-1 1 0 0 0,1-1-1 0 0,-1 1 1 0 0,1 0 0 0 0,-1-1 0 0 0,1 1 0 0 0,-1 0-1 0 0,1-1 1 0 0,0 1 0 0 0,-1 0 0 0 0,1 0-1 0 0,-1 0 1 0 0,1 0 0 0 0,0-1 0 0 0,-1 1-1 0 0,1 0 1 0 0,0 0 0 0 0,-1 0 0 0 0,1 0 0 0 0,0 0-1 0 0,-1 0 1 0 0,1 1 0 0 0,0-1 0 0 0,-1 0-1 0 0,1 0 1 0 0,-1 0 0 0 0,1 1 0 0 0,0-1 0 0 0,-1 0-1 0 0,1 0 1 0 0,-1 1 0 0 0,1-1 0 0 0,-1 1-1 0 0,1-1 1 0 0,-1 0 0 0 0,1 1 0 0 0,-1-1 0 0 0,1 1-1 0 0,-1-1 1 0 0,0 1 0 0 0,1 0 0 0 0,-1-1-1 0 0,0 1 1 0 0,1-1 0 0 0,-1 1 0 0 0,0-1-1 0 0,0 1 1 0 0,1 1 0 0 0,11 39 708 0 0,-10-33-595 0 0,2 8-547 0 0,1 0 1 0 0,10 24 0 0 0,11 3-3810 0 0,-16-32 2721 0 0</inkml:trace>
</inkml:ink>
</file>

<file path=ppt/ink/ink4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47.170"/>
    </inkml:context>
    <inkml:brush xml:id="br0">
      <inkml:brushProperty name="width" value="0.1" units="cm"/>
      <inkml:brushProperty name="height" value="0.1" units="cm"/>
      <inkml:brushProperty name="color" value="#FF0066"/>
    </inkml:brush>
  </inkml:definitions>
  <inkml:trace contextRef="#ctx0" brushRef="#br0">169 14 6449 0 0,'0'-1'81'0'0,"-1"0"1"0"0,1 1-1 0 0,-1-1 0 0 0,1 0 0 0 0,-1 0 0 0 0,1 0 0 0 0,-1 1 0 0 0,0-1 0 0 0,1 0 0 0 0,-1 1 0 0 0,0-1 0 0 0,1 0 0 0 0,-1 1 0 0 0,0-1 1 0 0,0 1-1 0 0,0-1 0 0 0,0 1 0 0 0,0 0 0 0 0,1-1 0 0 0,-1 1 0 0 0,0 0 0 0 0,0 0 0 0 0,0 0 0 0 0,0-1 0 0 0,0 1 0 0 0,-2 0 0 0 0,1 1 90 0 0,-1-1-1 0 0,0 1 0 0 0,1 0 0 0 0,-1-1 0 0 0,1 1 0 0 0,-1 1 1 0 0,1-1-1 0 0,-1 0 0 0 0,-3 3 0 0 0,-4 3 370 0 0,1 1-1 0 0,-1 0 1 0 0,-9 12 0 0 0,9-9-242 0 0,1 1 0 0 0,1 0 0 0 0,0 0 0 0 0,-8 15 0 0 0,13-21-254 0 0,0-1 0 0 0,1 1 0 0 0,0 0 0 0 0,0 0 1 0 0,0 0-1 0 0,1 0 0 0 0,0 0 0 0 0,0 0 0 0 0,0 0 1 0 0,1 1-1 0 0,0-1 0 0 0,0 7 0 0 0,1-11-42 0 0,0 0 0 0 0,-1-1 1 0 0,1 1-1 0 0,0-1 0 0 0,0 1 0 0 0,0-1 0 0 0,0 1 1 0 0,1-1-1 0 0,-1 1 0 0 0,0-1 0 0 0,0 0 0 0 0,1 0 1 0 0,-1 0-1 0 0,1 1 0 0 0,-1-2 0 0 0,1 1 0 0 0,0 0 1 0 0,-1 0-1 0 0,1 0 0 0 0,0-1 0 0 0,-1 1 0 0 0,1-1 0 0 0,0 1 1 0 0,0-1-1 0 0,0 0 0 0 0,-1 0 0 0 0,1 0 0 0 0,0 0 1 0 0,2 0-1 0 0,9 0 25 0 0,1 0 1 0 0,23-4 0 0 0,-28 3-25 0 0,24-5-3 0 0,-25 4 0 0 0,-1 0 0 0 0,1 0 0 0 0,0 1 0 0 0,-1 0 0 0 0,1 1 0 0 0,0 0 0 0 0,0 0 0 0 0,-1 0 0 0 0,1 1 0 0 0,9 3 0 0 0,-16-4 0 0 0,0 0-1 0 0,0 1 1 0 0,-1-1-1 0 0,1 0 1 0 0,0 1 0 0 0,-1-1-1 0 0,1 1 1 0 0,0-1-1 0 0,-1 1 1 0 0,1-1-1 0 0,-1 1 1 0 0,1 0 0 0 0,-1-1-1 0 0,1 1 1 0 0,-1 0-1 0 0,1-1 1 0 0,-1 1 0 0 0,0 0-1 0 0,1 0 1 0 0,-1-1-1 0 0,0 1 1 0 0,0 0-1 0 0,1 0 1 0 0,-1 0 0 0 0,0 0-1 0 0,-5 26-33 0 0,-22 23-108 0 0,26-48 125 0 0,-28 37-1331 0 0,15-21-3397 0 0</inkml:trace>
</inkml:ink>
</file>

<file path=ppt/ink/ink4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47.947"/>
    </inkml:context>
    <inkml:brush xml:id="br0">
      <inkml:brushProperty name="width" value="0.1" units="cm"/>
      <inkml:brushProperty name="height" value="0.1" units="cm"/>
      <inkml:brushProperty name="color" value="#FF0066"/>
    </inkml:brush>
  </inkml:definitions>
  <inkml:trace contextRef="#ctx0" brushRef="#br0">13 12 6913 0 0,'-9'-12'2698'0'0,"7"30"90"0"0,2-14-2992 0 0,-1 20 270 0 0,0-1-1 0 0,2 1 1 0 0,0 0 0 0 0,2-1 0 0 0,1 1 0 0 0,12 42 0 0 0,-16-65-167 0 0,0 0-1 0 0,1 0 1 0 0,-1 0 0 0 0,0 0 0 0 0,0-1-1 0 0,1 1 1 0 0,-1 0 0 0 0,1 0 0 0 0,-1 0-1 0 0,1-1 1 0 0,-1 1 0 0 0,1 0-1 0 0,-1 0 1 0 0,1-1 0 0 0,0 1 0 0 0,-1 0-1 0 0,1-1 1 0 0,0 1 0 0 0,0-1 0 0 0,-1 1-1 0 0,1-1 1 0 0,0 1 0 0 0,0-1-1 0 0,0 0 1 0 0,0 1 0 0 0,1-1 0 0 0,-1 0 58 0 0,0-1 0 0 0,0 1 1 0 0,0-1-1 0 0,0 1 1 0 0,0-1-1 0 0,0 1 0 0 0,-1-1 1 0 0,1 0-1 0 0,0 0 0 0 0,0 1 1 0 0,0-1-1 0 0,-1 0 1 0 0,1 0-1 0 0,0 0 0 0 0,-1 0 1 0 0,1 0-1 0 0,-1 0 0 0 0,1-1 1 0 0,5-10 254 0 0,-1 0-1 0 0,6-22 1 0 0,-9 28-197 0 0,0 2-20 0 0,23-60 1030 0 0,-24 61-923 0 0,0 0 1 0 0,1 0 0 0 0,-1 0-1 0 0,1 0 1 0 0,0 1-1 0 0,0-1 1 0 0,0 1-1 0 0,0-1 1 0 0,1 1 0 0 0,-1 0-1 0 0,1 0 1 0 0,-1 0-1 0 0,1 0 1 0 0,0 0-1 0 0,-1 0 1 0 0,1 1 0 0 0,0 0-1 0 0,4-2 1 0 0,-6 3-69 0 0,0 0 0 0 0,1 0-1 0 0,-1 0 1 0 0,1 1 0 0 0,-1-1 0 0 0,0 0 0 0 0,1 1 0 0 0,-1-1 0 0 0,0 1 0 0 0,0-1 0 0 0,1 1 0 0 0,-1-1 0 0 0,0 1 0 0 0,0 0 0 0 0,0 0-1 0 0,0 0 1 0 0,0-1 0 0 0,0 1 0 0 0,0 0 0 0 0,0 0 0 0 0,0 1 0 0 0,0-1 0 0 0,-1 0 0 0 0,1 0 0 0 0,0 0 0 0 0,-1 0 0 0 0,1 1 0 0 0,-1-1-1 0 0,1 0 1 0 0,-1 0 0 0 0,1 3 0 0 0,11 54 1453 0 0,-9-39-1067 0 0,-2-18-416 0 0,15 50 305 0 0,-15-48-375 0 0,0-1 1 0 0,0 0 0 0 0,0 0-1 0 0,1 0 1 0 0,-1 0-1 0 0,1 0 1 0 0,-1 0-1 0 0,1-1 1 0 0,2 3-1 0 0,-4-4-13 0 0,1 1-1 0 0,0-1 0 0 0,0 0 1 0 0,0 1-1 0 0,-1-1 0 0 0,1 1 1 0 0,0-1-1 0 0,0 0 0 0 0,0 0 1 0 0,0 0-1 0 0,0 1 0 0 0,-1-1 1 0 0,1 0-1 0 0,0 0 0 0 0,0 0 1 0 0,0 0-1 0 0,0-1 0 0 0,0 1 1 0 0,0 0-1 0 0,-1 0 0 0 0,1 0 1 0 0,0-1-1 0 0,0 1 0 0 0,1-1 1 0 0,1-1-72 0 0,-1 0 1 0 0,1 0 0 0 0,-1 0 0 0 0,0 0 0 0 0,0-1 0 0 0,0 1 0 0 0,0 0 0 0 0,0-1-1 0 0,0 0 1 0 0,0 0 0 0 0,1-3 0 0 0,14-35 79 0 0,-16 38 72 0 0,3-7 76 0 0,0-1 0 0 0,0 1 0 0 0,1 0 0 0 0,9-13 0 0 0,-14 22-42 0 0,1 0 0 0 0,0-1 1 0 0,0 1-1 0 0,0 0 0 0 0,0 0 1 0 0,0-1-1 0 0,0 1 0 0 0,0 0 1 0 0,0 0-1 0 0,0 0 0 0 0,0 0 1 0 0,1 0-1 0 0,-1 1 0 0 0,0-1 1 0 0,1 0-1 0 0,-1 1 0 0 0,1-1 1 0 0,-1 1-1 0 0,1-1 0 0 0,-1 1 1 0 0,1-1-1 0 0,-1 1 0 0 0,1 0 1 0 0,-1 0-1 0 0,1 0 0 0 0,-1 0 1 0 0,1 0-1 0 0,0 0 0 0 0,-1 1 1 0 0,1-1-1 0 0,-1 0 1 0 0,1 1-1 0 0,-1-1 0 0 0,0 1 1 0 0,1-1-1 0 0,-1 1 0 0 0,1 0 1 0 0,-1 0-1 0 0,0 0 0 0 0,0-1 1 0 0,3 3-1 0 0,19 22 2192 0 0,-21-21-2095 0 0,1 0-1 0 0,0 0 1 0 0,0-1-1 0 0,1 0 1 0 0,-1 0-1 0 0,1 0 1 0 0,-1 0-1 0 0,1 0 0 0 0,7 3 1 0 0,7 3 12 0 0,43 18-1543 0 0,-58-25 1004 0 0,0-1 0 0 0,0 0 0 0 0,0-1 0 0 0,0 1 0 0 0,0 0 0 0 0,1-1 0 0 0,-1 0 0 0 0,0 0 0 0 0,0 0 0 0 0,0 0-1 0 0,1 0 1 0 0,-1-1 0 0 0,0 1 0 0 0,0-1 0 0 0,0 0 0 0 0,4-1 0 0 0,-1-2-561 0 0,-1-1 68 0 0</inkml:trace>
</inkml:ink>
</file>

<file path=ppt/ink/ink4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48.296"/>
    </inkml:context>
    <inkml:brush xml:id="br0">
      <inkml:brushProperty name="width" value="0.1" units="cm"/>
      <inkml:brushProperty name="height" value="0.1" units="cm"/>
      <inkml:brushProperty name="color" value="#FF0066"/>
    </inkml:brush>
  </inkml:definitions>
  <inkml:trace contextRef="#ctx0" brushRef="#br0">5 0 5529 0 0,'-2'83'6311'0'0,"0"-37"-3567"0"0,7 81 0 0 0,3-73-3818 0 0,-4-26-4722 0 0</inkml:trace>
</inkml:ink>
</file>

<file path=ppt/ink/ink4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48.485"/>
    </inkml:context>
    <inkml:brush xml:id="br0">
      <inkml:brushProperty name="width" value="0.1" units="cm"/>
      <inkml:brushProperty name="height" value="0.1" units="cm"/>
      <inkml:brushProperty name="color" value="#FF0066"/>
    </inkml:brush>
  </inkml:definitions>
  <inkml:trace contextRef="#ctx0" brushRef="#br0">1 3 8754 0 0,'0'-1'776'0'0,"1"0"-616"0"0,1 1-160 0 0,-2 1 408 0 0,1 0 48 0 0,0 1 16 0 0,1 0 0 0 0,-1 4-199 0 0,0 1-41 0 0,1 1-8 0 0,1 0 0 0 0,1 2-800 0 0,1-1-161 0 0,2 2-31 0 0,0 0 0 0 0,1-1 656 0 0,-1 1 112 0 0</inkml:trace>
</inkml:ink>
</file>

<file path=ppt/ink/ink4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48.691"/>
    </inkml:context>
    <inkml:brush xml:id="br0">
      <inkml:brushProperty name="width" value="0.1" units="cm"/>
      <inkml:brushProperty name="height" value="0.1" units="cm"/>
      <inkml:brushProperty name="color" value="#FF0066"/>
    </inkml:brush>
  </inkml:definitions>
  <inkml:trace contextRef="#ctx0" brushRef="#br0">9 0 14283 0 0,'1'2'99'0'0,"-1"0"-1"0"0,0 0 1 0 0,1-1 0 0 0,-1 1 0 0 0,0 0-1 0 0,0 0 1 0 0,1 0 0 0 0,-1 0-1 0 0,-1 0 1 0 0,1 0 0 0 0,0 0-1 0 0,0-1 1 0 0,-1 1 0 0 0,-1 3 0 0 0,0 8-113 0 0,-2 51 821 0 0,3 0 0 0 0,6 66 0 0 0,0-90-975 0 0,1-1 0 0 0,2 1 0 0 0,2-2 0 0 0,21 57-1 0 0,-14-55-5999 0 0</inkml:trace>
</inkml:ink>
</file>

<file path=ppt/ink/ink4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48.882"/>
    </inkml:context>
    <inkml:brush xml:id="br0">
      <inkml:brushProperty name="width" value="0.1" units="cm"/>
      <inkml:brushProperty name="height" value="0.1" units="cm"/>
      <inkml:brushProperty name="color" value="#FF0066"/>
    </inkml:brush>
  </inkml:definitions>
  <inkml:trace contextRef="#ctx0" brushRef="#br0">0 68 5985 0 0,'2'1'536'0'0,"-1"-1"-432"0"0,2 1-104 0 0,-2-1 0 0 0,2 0 208 0 0,1 0 17 0 0,2 2 7 0 0,5-1 0 0 0,4 1 144 0 0,4-4 24 0 0,3-1 8 0 0,-1-1 0 0 0,4-1-488 0 0,0-2-96 0 0,2-3-16 0 0,0-2-8 0 0,1-1 200 0 0,-1-5-80 0 0</inkml:trace>
</inkml:ink>
</file>

<file path=ppt/ink/ink4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49.073"/>
    </inkml:context>
    <inkml:brush xml:id="br0">
      <inkml:brushProperty name="width" value="0.1" units="cm"/>
      <inkml:brushProperty name="height" value="0.1" units="cm"/>
      <inkml:brushProperty name="color" value="#FF0066"/>
    </inkml:brush>
  </inkml:definitions>
  <inkml:trace contextRef="#ctx0" brushRef="#br0">0 0 10594 0 0,'19'70'1537'0'0,"29"62"986"0"0,23 69 1375 0 0,-60-160-3391 0 0,-1 1 0 0 0,9 84 1 0 0,-14 13-1328 0 0,-7-96-1271 0 0,-7 52 1 0 0,-1-45 244 0 0</inkml:trace>
</inkml:ink>
</file>

<file path=ppt/ink/ink4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49.867"/>
    </inkml:context>
    <inkml:brush xml:id="br0">
      <inkml:brushProperty name="width" value="0.1" units="cm"/>
      <inkml:brushProperty name="height" value="0.1" units="cm"/>
      <inkml:brushProperty name="color" value="#FF0066"/>
    </inkml:brush>
  </inkml:definitions>
  <inkml:trace contextRef="#ctx0" brushRef="#br0">280 7 10594 0 0,'-3'-1'48'0'0,"0"0"0"0"0,0 0-1 0 0,0 0 1 0 0,0 0 0 0 0,-1 1 0 0 0,1-1-1 0 0,0 1 1 0 0,0 0 0 0 0,0 0-1 0 0,0 0 1 0 0,0 0 0 0 0,-1 1 0 0 0,1-1-1 0 0,0 1 1 0 0,0 0 0 0 0,0 0-1 0 0,0 0 1 0 0,0 0 0 0 0,-2 2 0 0 0,-2 1 101 0 0,1 0 1 0 0,0 1-1 0 0,0 0 1 0 0,0 0 0 0 0,1 0-1 0 0,-9 12 1 0 0,-6 9 180 0 0,2 1 0 0 0,0 1 0 0 0,2 0 0 0 0,2 1 0 0 0,0 1 0 0 0,2 0-1 0 0,1 1 1 0 0,-11 53 0 0 0,15-48-98 0 0,1 1 0 0 0,2-1 0 0 0,1 1 0 0 0,3 0-1 0 0,0-1 1 0 0,3 1 0 0 0,9 53 0 0 0,-7-69-227 0 0,1 1 0 0 0,0-1 1 0 0,1-1-1 0 0,2 1 0 0 0,0-1 0 0 0,1-1 1 0 0,0 1-1 0 0,15 17 0 0 0,-14-23-412 0 0,1 0 0 0 0,1 0-1 0 0,0-1 1 0 0,1-1 0 0 0,0 0 0 0 0,1-1 0 0 0,0-1-1 0 0,1 0 1 0 0,31 14 0 0 0,-16-11-1218 0 0,63 18-1 0 0,-70-25 1578 0 0,0-2-1 0 0,1 0 0 0 0,-1-1 1 0 0,1-2-1 0 0,-1 0 0 0 0,27-4 0 0 0,1-4 64 0 0</inkml:trace>
</inkml:ink>
</file>

<file path=ppt/ink/ink4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50.248"/>
    </inkml:context>
    <inkml:brush xml:id="br0">
      <inkml:brushProperty name="width" value="0.1" units="cm"/>
      <inkml:brushProperty name="height" value="0.1" units="cm"/>
      <inkml:brushProperty name="color" value="#FF0066"/>
    </inkml:brush>
  </inkml:definitions>
  <inkml:trace contextRef="#ctx0" brushRef="#br0">11 55 8290 0 0,'-3'-8'236'0'0,"2"6"-23"0"0,0 1 1 0 0,0-1-1 0 0,0 0 1 0 0,0 0-1 0 0,1 0 0 0 0,-1 0 1 0 0,0 1-1 0 0,1-1 0 0 0,0 0 1 0 0,-1 0-1 0 0,1 0 0 0 0,0 0 1 0 0,0 0-1 0 0,0 0 1 0 0,1 0-1 0 0,-1 0 0 0 0,0 0 1 0 0,1 0-1 0 0,-1 0 0 0 0,1 0 1 0 0,1-3-1 0 0,-2 5-146 0 0,0 0-1 0 0,1 0 1 0 0,-1-1-1 0 0,0 1 1 0 0,0 0-1 0 0,0 0 1 0 0,1 0-1 0 0,-1 0 1 0 0,0 0-1 0 0,0 0 1 0 0,0 0-1 0 0,1 0 1 0 0,-1 0-1 0 0,0 0 1 0 0,0 0-1 0 0,1 0 1 0 0,-1 0-1 0 0,0 0 1 0 0,0 0-1 0 0,1 0 1 0 0,-1 0-1 0 0,0 0 1 0 0,0 0-1 0 0,0 0 1 0 0,1 0-1 0 0,-1 0 1 0 0,0 0-1 0 0,0 0 1 0 0,0 0-1 0 0,1 1 1 0 0,-1-1-1 0 0,0 0 1 0 0,0 0-1 0 0,0 0 1 0 0,1 0-1 0 0,-1 1 1 0 0,0-1-1 0 0,0 0 1 0 0,9 13 1066 0 0,1 14-246 0 0,2 24-339 0 0,-3 2-1 0 0,-3-1 1 0 0,0 103-1 0 0,3 20-2773 0 0,-6-142 848 0 0</inkml:trace>
</inkml:ink>
</file>

<file path=ppt/ink/ink4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50.536"/>
    </inkml:context>
    <inkml:brush xml:id="br0">
      <inkml:brushProperty name="width" value="0.1" units="cm"/>
      <inkml:brushProperty name="height" value="0.1" units="cm"/>
      <inkml:brushProperty name="color" value="#FF0066"/>
    </inkml:brush>
  </inkml:definitions>
  <inkml:trace contextRef="#ctx0" brushRef="#br0">0 94 7370 0 0,'1'-4'189'0'0,"-1"0"0"0"0,1 0-1 0 0,0 0 1 0 0,0 0 0 0 0,0 0 0 0 0,1 0 0 0 0,0 0 0 0 0,-1 0 0 0 0,1 0 0 0 0,0 1 0 0 0,1-1 0 0 0,-1 1 0 0 0,1 0 0 0 0,-1-1 0 0 0,1 1 0 0 0,0 0 0 0 0,0 1 0 0 0,1-1 0 0 0,-1 0 0 0 0,0 1 0 0 0,1 0 0 0 0,5-3 0 0 0,-6 3-60 0 0,-1 1 1 0 0,1-1-1 0 0,0 1 1 0 0,0-1-1 0 0,0 1 1 0 0,0 0-1 0 0,-1 0 1 0 0,1 1 0 0 0,0-1-1 0 0,0 1 1 0 0,1-1-1 0 0,-1 1 1 0 0,0 0-1 0 0,5 0 1 0 0,-6 1-96 0 0,-1 0 1 0 0,1-1 0 0 0,-1 1-1 0 0,0 0 1 0 0,1 0 0 0 0,-1-1-1 0 0,0 1 1 0 0,1 0 0 0 0,-1 1-1 0 0,0-1 1 0 0,0 0 0 0 0,0 0 0 0 0,0 0-1 0 0,0 1 1 0 0,0-1 0 0 0,0 0-1 0 0,-1 1 1 0 0,1-1 0 0 0,0 1-1 0 0,-1-1 1 0 0,1 1 0 0 0,-1-1-1 0 0,1 1 1 0 0,-1-1 0 0 0,0 1-1 0 0,0 0 1 0 0,0-1 0 0 0,0 1-1 0 0,0 2 1 0 0,-1 20-21 0 0,-1-1 0 0 0,-1 0 0 0 0,-1 0 1 0 0,-1 0-1 0 0,-1 0 0 0 0,-9 23 0 0 0,6-20 174 0 0,1 0 0 0 0,2 0 0 0 0,-7 54 0 0 0,13-79-155 0 0,-1 1 0 0 0,1-1 0 0 0,0 1 0 0 0,0 0 0 0 0,0-1-1 0 0,0 1 1 0 0,0 0 0 0 0,0-1 0 0 0,0 1 0 0 0,0-1 0 0 0,1 1 0 0 0,-1 0 0 0 0,1-1 0 0 0,-1 1 0 0 0,1-1 0 0 0,0 1-1 0 0,0-1 1 0 0,-1 1 0 0 0,1-1 0 0 0,0 0 0 0 0,0 1 0 0 0,0-1 0 0 0,1 0 0 0 0,-1 0 0 0 0,0 0 0 0 0,0 0 0 0 0,1 0-1 0 0,-1 0 1 0 0,0 0 0 0 0,1 0 0 0 0,-1 0 0 0 0,1-1 0 0 0,-1 1 0 0 0,1-1 0 0 0,-1 1 0 0 0,1-1 0 0 0,0 1 0 0 0,-1-1-1 0 0,1 0 1 0 0,0 0 0 0 0,-1 0 0 0 0,1 0 0 0 0,1 0 0 0 0,36-8-1046 0 0,-3-5-3584 0 0,-12 2-310 0 0</inkml:trace>
</inkml:ink>
</file>

<file path=ppt/ink/ink4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50.853"/>
    </inkml:context>
    <inkml:brush xml:id="br0">
      <inkml:brushProperty name="width" value="0.1" units="cm"/>
      <inkml:brushProperty name="height" value="0.1" units="cm"/>
      <inkml:brushProperty name="color" value="#FF0066"/>
    </inkml:brush>
  </inkml:definitions>
  <inkml:trace contextRef="#ctx0" brushRef="#br0">0 217 3225 0 0,'3'2'194'0'0,"0"0"0"0"0,0 0 0 0 0,0-1 1 0 0,0 1-1 0 0,1-1 0 0 0,-1 0 0 0 0,0 0 1 0 0,1 0-1 0 0,-1 0 0 0 0,0 0 0 0 0,1-1 1 0 0,-1 0-1 0 0,7 0 0 0 0,48-3 1695 0 0,-56 3-1783 0 0,14-2 25 0 0,0-2 0 0 0,0 1-1 0 0,0-2 1 0 0,-1 0 0 0 0,0-1 0 0 0,24-12-1 0 0,-32 14-83 0 0,1 0-1 0 0,-1-1 0 0 0,0 1 0 0 0,0-1 0 0 0,-1-1 1 0 0,1 1-1 0 0,-1-1 0 0 0,-1 0 0 0 0,1-1 0 0 0,-1 1 1 0 0,0-1-1 0 0,0 0 0 0 0,-1-1 0 0 0,5-9 0 0 0,-8 15 32 0 0,0-1 0 0 0,0 1 0 0 0,0-1 0 0 0,-1 1-1 0 0,1-1 1 0 0,-1 1 0 0 0,1-1 0 0 0,-1 1 0 0 0,0-1 0 0 0,0 1-1 0 0,0-1 1 0 0,0 1 0 0 0,-1-1 0 0 0,1 1 0 0 0,-1-1-1 0 0,1 1 1 0 0,-1-1 0 0 0,0 1 0 0 0,0-1 0 0 0,0 1 0 0 0,0 0-1 0 0,0 0 1 0 0,-1-1 0 0 0,1 1 0 0 0,-1 0 0 0 0,1 0-1 0 0,-1 0 1 0 0,0 1 0 0 0,0-1 0 0 0,0 0 0 0 0,0 1 0 0 0,0-1-1 0 0,0 1 1 0 0,0 0 0 0 0,-1-1 0 0 0,1 1 0 0 0,0 0-1 0 0,-4-1 1 0 0,1 1 53 0 0,0 0 1 0 0,0-1-1 0 0,0 2 0 0 0,0-1 0 0 0,0 1 0 0 0,-1-1 0 0 0,1 2 0 0 0,0-1 1 0 0,0 0-1 0 0,0 1 0 0 0,0 0 0 0 0,0 0 0 0 0,0 1 0 0 0,0-1 0 0 0,0 1 0 0 0,0 0 1 0 0,0 0-1 0 0,-6 5 0 0 0,5-2-96 0 0,-1 1 1 0 0,0-1 0 0 0,1 1-1 0 0,0 1 1 0 0,1-1-1 0 0,0 1 1 0 0,0 0-1 0 0,0 1 1 0 0,1-1-1 0 0,0 1 1 0 0,0 0 0 0 0,0 0-1 0 0,2 0 1 0 0,-4 12-1 0 0,5-15-113 0 0,0-1-1 0 0,0 0 0 0 0,1 1 1 0 0,-1-1-1 0 0,1 0 1 0 0,0 1-1 0 0,1-1 0 0 0,-1 0 1 0 0,1 1-1 0 0,0-1 1 0 0,0 0-1 0 0,0 0 1 0 0,0 0-1 0 0,1 1 0 0 0,0-1 1 0 0,0-1-1 0 0,0 1 1 0 0,0 0-1 0 0,0 0 0 0 0,1-1 1 0 0,0 1-1 0 0,-1-1 1 0 0,1 0-1 0 0,1 0 0 0 0,-1 0 1 0 0,0 0-1 0 0,1-1 1 0 0,-1 1-1 0 0,8 2 1 0 0,-1 0-288 0 0,0-1 0 0 0,1 0 0 0 0,-1-1 0 0 0,1 0 0 0 0,0-1 0 0 0,14 2 0 0 0,4-1-3537 0 0</inkml:trace>
</inkml:ink>
</file>

<file path=ppt/ink/ink4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51.087"/>
    </inkml:context>
    <inkml:brush xml:id="br0">
      <inkml:brushProperty name="width" value="0.1" units="cm"/>
      <inkml:brushProperty name="height" value="0.1" units="cm"/>
      <inkml:brushProperty name="color" value="#FF0066"/>
    </inkml:brush>
  </inkml:definitions>
  <inkml:trace contextRef="#ctx0" brushRef="#br0">388 17 4977 0 0,'-1'-1'53'0'0,"1"0"1"0"0,0 0-1 0 0,0 1 0 0 0,-1-1 0 0 0,1 0 0 0 0,-1 0 1 0 0,1 0-1 0 0,-1 1 0 0 0,1-1 0 0 0,-1 0 1 0 0,1 1-1 0 0,-1-1 0 0 0,1 0 0 0 0,-1 1 0 0 0,0-1 1 0 0,0 1-1 0 0,1-1 0 0 0,-1 1 0 0 0,0-1 1 0 0,0 1-1 0 0,1 0 0 0 0,-1-1 0 0 0,0 1 0 0 0,0 0 1 0 0,0-1-1 0 0,0 1 0 0 0,0 0 0 0 0,0 0 1 0 0,1 0-1 0 0,-1 0 0 0 0,0 0 0 0 0,0 0 0 0 0,0 0 1 0 0,-1 0-1 0 0,-36 4 2588 0 0,33-4-2425 0 0,-12 4 371 0 0,0 0 0 0 0,-1 0 0 0 0,1 2 0 0 0,1 0 0 0 0,-1 1 0 0 0,1 1 1 0 0,0 0-1 0 0,-21 16 0 0 0,20-12-269 0 0,0 2 1 0 0,1-1-1 0 0,0 2 1 0 0,1 0-1 0 0,1 1 1 0 0,-22 30-1 0 0,34-42-313 0 0,0 0-1 0 0,0-1 1 0 0,0 1-1 0 0,0 0 1 0 0,0 0-1 0 0,1 0 0 0 0,0 0 1 0 0,0 1-1 0 0,0-1 1 0 0,0 0-1 0 0,1 0 1 0 0,-1 1-1 0 0,1-1 1 0 0,0 0-1 0 0,0 1 1 0 0,1-1-1 0 0,0 0 0 0 0,1 8 1 0 0,-1-9-109 0 0,1 0-1 0 0,-1 0 1 0 0,1 0 0 0 0,-1-1 0 0 0,1 1-1 0 0,0 0 1 0 0,0-1 0 0 0,0 1 0 0 0,0-1-1 0 0,1 0 1 0 0,-1 1 0 0 0,1-1 0 0 0,-1 0-1 0 0,1-1 1 0 0,0 1 0 0 0,0 0 0 0 0,0-1-1 0 0,0 0 1 0 0,0 1 0 0 0,0-1 0 0 0,0 0-1 0 0,0-1 1 0 0,0 1 0 0 0,0-1 0 0 0,4 1-1 0 0,34-1-2771 0 0,-19-4-1526 0 0</inkml:trace>
</inkml:ink>
</file>

<file path=ppt/ink/ink4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51.578"/>
    </inkml:context>
    <inkml:brush xml:id="br0">
      <inkml:brushProperty name="width" value="0.1" units="cm"/>
      <inkml:brushProperty name="height" value="0.1" units="cm"/>
      <inkml:brushProperty name="color" value="#FF0066"/>
    </inkml:brush>
  </inkml:definitions>
  <inkml:trace contextRef="#ctx0" brushRef="#br0">12 256 5985 0 0,'-1'0'82'0'0,"0"1"0"0"0,0-1-1 0 0,0 1 1 0 0,1 0 0 0 0,-1-1 0 0 0,0 1-1 0 0,1 0 1 0 0,-1-1 0 0 0,1 1-1 0 0,-1 0 1 0 0,1 0 0 0 0,-1-1 0 0 0,1 1-1 0 0,-1 0 1 0 0,1 0 0 0 0,0 0-1 0 0,-1 0 1 0 0,1 0 0 0 0,0-1-1 0 0,0 1 1 0 0,0 0 0 0 0,-1 0 0 0 0,1 0-1 0 0,0 0 1 0 0,0 0 0 0 0,0 0-1 0 0,1 0 1 0 0,-1 0 0 0 0,0 0 0 0 0,1 1-1 0 0,0-2 62 0 0,0 1-1 0 0,0 0 1 0 0,0-1-1 0 0,0 0 1 0 0,1 1-1 0 0,-1-1 1 0 0,0 0-1 0 0,0 1 1 0 0,1-1-1 0 0,-1 0 1 0 0,0 0-1 0 0,1 0 1 0 0,-1 0-1 0 0,0 0 1 0 0,0-1-1 0 0,1 1 1 0 0,-1 0-1 0 0,0 0 1 0 0,0-1 0 0 0,1 1-1 0 0,-1-1 1 0 0,0 1-1 0 0,1-2 1 0 0,9-3 103 0 0,0-1 1 0 0,-1 0-1 0 0,0 0 1 0 0,0-1-1 0 0,0-1 1 0 0,-1 1 0 0 0,-1-2-1 0 0,1 1 1 0 0,-1-1-1 0 0,0 0 1 0 0,10-18 0 0 0,-10 15-43 0 0,-1-1 0 0 0,0 0 1 0 0,0 0-1 0 0,-1-1 0 0 0,-1 1 1 0 0,-1-1-1 0 0,0-1 0 0 0,0 1 1 0 0,1-18-1 0 0,-5 11 659 0 0,-4 35 113 0 0,2 0-728 0 0,-1 3-209 0 0,0 0 0 0 0,1-1 0 0 0,1 1 0 0 0,1 0 0 0 0,2 22 0 0 0,-1-35-201 0 0,0 0 1 0 0,0 0 0 0 0,0 0 0 0 0,0 0 0 0 0,0-1-1 0 0,1 1 1 0 0,0 0 0 0 0,0-1 0 0 0,0 1-1 0 0,0-1 1 0 0,0 1 0 0 0,1-1 0 0 0,0 0-1 0 0,-1 0 1 0 0,1 0 0 0 0,0 0 0 0 0,1-1-1 0 0,-1 1 1 0 0,0-1 0 0 0,1 0 0 0 0,-1 0 0 0 0,1 0-1 0 0,0 0 1 0 0,-1-1 0 0 0,1 1 0 0 0,0-1-1 0 0,7 1 1 0 0,-4 0-234 0 0,0-1 0 0 0,0-1 0 0 0,0 1 0 0 0,1-1 0 0 0,-1 0 1 0 0,12-2-1 0 0,2-2-426 0 0</inkml:trace>
</inkml:ink>
</file>

<file path=ppt/ink/ink4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51.720"/>
    </inkml:context>
    <inkml:brush xml:id="br0">
      <inkml:brushProperty name="width" value="0.1" units="cm"/>
      <inkml:brushProperty name="height" value="0.1" units="cm"/>
      <inkml:brushProperty name="color" value="#FF0066"/>
    </inkml:brush>
  </inkml:definitions>
  <inkml:trace contextRef="#ctx0" brushRef="#br0">0 61 3625 0 0,'13'-15'211'0'0,"14"-16"60"0"0,-9 17 4057 0 0,-17 14-4195 0 0,-1 0 0 0 0,6 3 2394 0 0,-6-2-2394 0 0,0-1 0 0 0,1 0 0 0 0,-1 1 0 0 0,0-1 0 0 0,0 0 0 0 0,0 1 0 0 0,0-1 0 0 0,0 0 0 0 0,0 1 0 0 0,0-1 0 0 0,1 0 0 0 0,-1 1 0 0 0,0-1 0 0 0,0 0 0 0 0,0 1 0 0 0,-1-1 0 0 0,1 1 0 0 0,0-1 0 0 0,0 0 0 0 0,0 1 0 0 0,0-1 0 0 0,0 24 1740 0 0,0-21-1496 0 0,0 29 796 0 0,6 51 0 0 0,-4-70-2671 0 0,1 1 0 0 0,1-1-1 0 0,8 21 1 0 0</inkml:trace>
</inkml:ink>
</file>

<file path=ppt/ink/ink4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51.911"/>
    </inkml:context>
    <inkml:brush xml:id="br0">
      <inkml:brushProperty name="width" value="0.1" units="cm"/>
      <inkml:brushProperty name="height" value="0.1" units="cm"/>
      <inkml:brushProperty name="color" value="#FF0066"/>
    </inkml:brush>
  </inkml:definitions>
  <inkml:trace contextRef="#ctx0" brushRef="#br0">13 2 11058 0 0,'-1'0'30'0'0,"1"0"-1"0"0,0 0 0 0 0,0 0 0 0 0,-1-1 0 0 0,1 1 0 0 0,0 0 0 0 0,0 0 1 0 0,-1 0-1 0 0,1 0 0 0 0,0 0 0 0 0,-1 0 0 0 0,1 0 0 0 0,0-1 1 0 0,-1 1-1 0 0,1 0 0 0 0,0 0 0 0 0,-1 0 0 0 0,1 0 0 0 0,0 0 1 0 0,-1 0-1 0 0,1 1 0 0 0,0-1 0 0 0,0 0 0 0 0,-1 0 0 0 0,1 0 1 0 0,0 0-1 0 0,-1 0 0 0 0,1 0 0 0 0,0 0 0 0 0,0 1 0 0 0,-1-1 0 0 0,1 0 1 0 0,0 0-1 0 0,0 0 0 0 0,-1 1 0 0 0,1-1 0 0 0,0 0 0 0 0,0 0 1 0 0,0 1-1 0 0,-1-1 0 0 0,1 0 0 0 0,0 0 0 0 0,0 1 0 0 0,0-1 1 0 0,0 0-1 0 0,0 1 0 0 0,-1-1 0 0 0,1 0 0 0 0,0 1 0 0 0,0-1 1 0 0,0 0-1 0 0,0 1 0 0 0,0-1 0 0 0,0 0 0 0 0,0 0 0 0 0,0 1 0 0 0,1-1 1 0 0,10 30 438 0 0,28 30-4197 0 0,-17-38 2251 0 0,-10-12 1437 0 0</inkml:trace>
</inkml:ink>
</file>

<file path=ppt/ink/ink4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52.148"/>
    </inkml:context>
    <inkml:brush xml:id="br0">
      <inkml:brushProperty name="width" value="0.1" units="cm"/>
      <inkml:brushProperty name="height" value="0.1" units="cm"/>
      <inkml:brushProperty name="color" value="#FF0066"/>
    </inkml:brush>
  </inkml:definitions>
  <inkml:trace contextRef="#ctx0" brushRef="#br0">1 1 4145 0 0,'8'23'792'0'0,"1"38"1502"0"0,-5-29-938 0 0,1 0 0 0 0,18 59 0 0 0,-21-83-1227 0 0,1-1 1 0 0,0 1-1 0 0,1-1 1 0 0,-1 0-1 0 0,1 0 0 0 0,1 0 1 0 0,0-1-1 0 0,0 1 1 0 0,0-1-1 0 0,0 0 0 0 0,1 0 1 0 0,0-1-1 0 0,0 0 1 0 0,1 0-1 0 0,-1 0 0 0 0,13 6 1 0 0,-17-10-100 0 0,1 0 1 0 0,-1 0-1 0 0,0 0 1 0 0,0 0-1 0 0,0-1 1 0 0,1 1-1 0 0,-1-1 1 0 0,0 1-1 0 0,1-1 1 0 0,-1 0-1 0 0,0 1 1 0 0,1-1-1 0 0,-1-1 0 0 0,0 1 1 0 0,1 0-1 0 0,-1 0 1 0 0,0-1-1 0 0,1 0 1 0 0,-1 1-1 0 0,0-1 1 0 0,0 0-1 0 0,0 0 1 0 0,1 0-1 0 0,-1 0 1 0 0,0 0-1 0 0,0-1 1 0 0,-1 1-1 0 0,1-1 1 0 0,0 1-1 0 0,0-1 0 0 0,-1 0 1 0 0,1 0-1 0 0,-1 1 1 0 0,1-1-1 0 0,-1 0 1 0 0,0 0-1 0 0,0 0 1 0 0,0-1-1 0 0,1-2 1 0 0,4-10-56 0 0,-1 0 1 0 0,-1 0 0 0 0,0-1-1 0 0,2-27 1 0 0,-3 23-188 0 0,1-1 92 0 0,0 0 0 0 0,2 0 0 0 0,11-29 0 0 0,-8 32 187 0 0</inkml:trace>
</inkml:ink>
</file>

<file path=ppt/ink/ink4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52.385"/>
    </inkml:context>
    <inkml:brush xml:id="br0">
      <inkml:brushProperty name="width" value="0.1" units="cm"/>
      <inkml:brushProperty name="height" value="0.1" units="cm"/>
      <inkml:brushProperty name="color" value="#FF0066"/>
    </inkml:brush>
  </inkml:definitions>
  <inkml:trace contextRef="#ctx0" brushRef="#br0">1 109 1840 0 0,'0'9'621'0'0,"1"-1"-1"0"0,0 1 0 0 0,0 0 0 0 0,4 12 0 0 0,-4-18-313 0 0,0-1-1 0 0,0 1 1 0 0,1-1-1 0 0,-1 1 1 0 0,0-1 0 0 0,1 1-1 0 0,-1-1 1 0 0,4 4-1 0 0,-5-6-264 0 0,1 1 0 0 0,0 0-1 0 0,0-1 1 0 0,0 1-1 0 0,-1-1 1 0 0,1 1-1 0 0,0-1 1 0 0,0 1-1 0 0,0-1 1 0 0,0 1 0 0 0,0-1-1 0 0,0 0 1 0 0,0 0-1 0 0,0 1 1 0 0,0-1-1 0 0,0 0 1 0 0,0 0-1 0 0,0 0 1 0 0,0 0 0 0 0,0 0-1 0 0,0 0 1 0 0,0-1-1 0 0,1 1 1 0 0,2-2 164 0 0,-1 1 1 0 0,1-1-1 0 0,-1 0 0 0 0,0-1 1 0 0,1 1-1 0 0,-1 0 0 0 0,0-1 1 0 0,-1 0-1 0 0,1 0 0 0 0,0 1 1 0 0,-1-2-1 0 0,4-4 0 0 0,24-43 1922 0 0,-28 48-1985 0 0,0 0-43 0 0,3-5-42 0 0,-1 0 0 0 0,0 0 0 0 0,0-1-1 0 0,-1 1 1 0 0,0-1 0 0 0,0 0 0 0 0,-1 0-1 0 0,2-14 1 0 0,-4 23-133 0 0,0-1 0 0 0,0 1 0 0 0,0-1 0 0 0,0 1 0 0 0,0 0 0 0 0,0-1 0 0 0,0 1 0 0 0,0-1 0 0 0,0 1 0 0 0,0-1 0 0 0,0 1 0 0 0,0 0 0 0 0,-1-1 0 0 0,1 1 0 0 0,0-1 0 0 0,0 1 0 0 0,0 0 0 0 0,-1-1 0 0 0,1 1 0 0 0,0 0 0 0 0,-1-1 0 0 0,1 1 0 0 0,0 0 0 0 0,-1 0 0 0 0,1-1 0 0 0,0 1 0 0 0,-1 0 0 0 0,1 0 0 0 0,0-1 1 0 0,-1 1-1 0 0,1 0 0 0 0,-1 0 0 0 0,1 0-4 0 0,-1 0 0 0 0,1 0 1 0 0,0 0-1 0 0,0 0 0 0 0,-1 0 1 0 0,1 0-1 0 0,0 1 0 0 0,0-1 1 0 0,-1 0-1 0 0,1 0 0 0 0,0 0 1 0 0,0 0-1 0 0,0 0 1 0 0,-1 1-1 0 0,1-1 0 0 0,0 0 1 0 0,0 0-1 0 0,0 0 0 0 0,0 1 1 0 0,-1-1-1 0 0,1 0 0 0 0,0 0 1 0 0,0 1-1 0 0,0-1 0 0 0,0 0 1 0 0,0 0-1 0 0,0 1 1 0 0,0-1-1 0 0,0 0 0 0 0,0 0 1 0 0,0 1-1 0 0,0-1 0 0 0,0 0 1 0 0,0 1-1 0 0,0-1 0 0 0,0 0 1 0 0,0 0-1 0 0,0 1 1 0 0,0-1-1 0 0,0 0 0 0 0,0 0 1 0 0,0 1-1 0 0,0-1 0 0 0,0 0 1 0 0,1 0-1 0 0,-1 1 0 0 0,0-1 1 0 0</inkml:trace>
</inkml:ink>
</file>

<file path=ppt/ink/ink4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52.938"/>
    </inkml:context>
    <inkml:brush xml:id="br0">
      <inkml:brushProperty name="width" value="0.1" units="cm"/>
      <inkml:brushProperty name="height" value="0.1" units="cm"/>
      <inkml:brushProperty name="color" value="#FF0066"/>
    </inkml:brush>
  </inkml:definitions>
  <inkml:trace contextRef="#ctx0" brushRef="#br0">1 1 10594 0 0,'-1'2'173'0'0,"1"1"0"0"0,0-1 0 0 0,0 0-1 0 0,0 1 1 0 0,0-1 0 0 0,1 1-1 0 0,-1-1 1 0 0,1 1 0 0 0,-1-1 0 0 0,1 1-1 0 0,0-1 1 0 0,0 0 0 0 0,0 0 0 0 0,0 1-1 0 0,0-1 1 0 0,3 3 0 0 0,3 11 279 0 0,20 53 1470 0 0,47 140 2127 0 0,-62-167-3554 0 0,-1 1-1 0 0,-3 1 0 0 0,3 46 0 0 0,-7-50-625 0 0,-3 0 1 0 0,-1 0-1 0 0,-2-1 0 0 0,-2 1 0 0 0,-1 0 0 0 0,-2-1 0 0 0,-2 0 0 0 0,-2-1 0 0 0,-1 0 0 0 0,-2 0 0 0 0,-24 44 0 0 0,12-36 111 0 0</inkml:trace>
</inkml:ink>
</file>

<file path=ppt/ink/ink4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55.369"/>
    </inkml:context>
    <inkml:brush xml:id="br0">
      <inkml:brushProperty name="width" value="0.1" units="cm"/>
      <inkml:brushProperty name="height" value="0.1" units="cm"/>
      <inkml:brushProperty name="color" value="#FF0066"/>
    </inkml:brush>
  </inkml:definitions>
  <inkml:trace contextRef="#ctx0" brushRef="#br0">123 88 8290 0 0,'-9'-29'2362'0'0,"8"23"-1796"0"0,0 0 0 0 0,-1 1 0 0 0,0-1 0 0 0,0 0 0 0 0,-1 1 0 0 0,1-1 0 0 0,-1 1 0 0 0,-6-8 0 0 0,0 62 1707 0 0,-20 141-1456 0 0,6-49-677 0 0,-5 154 0 0 0,52 430-14 0 0,52-4-126 0 0,-75-716-1 0 0,81 956 603 0 0,-83-865-501 0 0,0-8-1799 0 0,8-31-2426 0 0,-7-53 3918 0 0,1-1 0 0 0,0 1 0 0 0,0 0 0 0 0,0 0 0 0 0,1-1 1 0 0,-1 1-1 0 0,1-1 0 0 0,0 1 0 0 0,0-1 0 0 0,5 6 0 0 0</inkml:trace>
</inkml:ink>
</file>

<file path=ppt/ink/ink4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55.951"/>
    </inkml:context>
    <inkml:brush xml:id="br0">
      <inkml:brushProperty name="width" value="0.1" units="cm"/>
      <inkml:brushProperty name="height" value="0.1" units="cm"/>
      <inkml:brushProperty name="color" value="#FF0066"/>
    </inkml:brush>
  </inkml:definitions>
  <inkml:trace contextRef="#ctx0" brushRef="#br0">0 312 4145 0 0,'22'-2'944'0'0,"34"-9"6"0"0,-1-2 0 0 0,63-25 0 0 0,3-1 241 0 0,419-92 177 0 0,-359 98-820 0 0,187-8 0 0 0,372 37-241 0 0,-2 60-16 0 0,-469-22-771 0 0,-249-32 194 0 0</inkml:trace>
</inkml:ink>
</file>

<file path=ppt/ink/ink4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56.904"/>
    </inkml:context>
    <inkml:brush xml:id="br0">
      <inkml:brushProperty name="width" value="0.1" units="cm"/>
      <inkml:brushProperty name="height" value="0.1" units="cm"/>
      <inkml:brushProperty name="color" value="#FF0066"/>
    </inkml:brush>
  </inkml:definitions>
  <inkml:trace contextRef="#ctx0" brushRef="#br0">2833 1 7370 0 0,'21'37'3170'0'0,"-5"-11"-2655"0"0,0 0 1 0 0,-2 2-1 0 0,-1-1 1 0 0,-1 2-1 0 0,-1-1 1 0 0,-1 2-1 0 0,-2-1 1 0 0,5 35-1 0 0,18 86 1684 0 0,24 139-1045 0 0,-22 197-1026 0 0,-12-99-85 0 0,16 20 317 0 0,24 236 477 0 0,-46-473-374 0 0,-10 206 1 0 0,-39 170 635 0 0,26-334-813 0 0,10-175-229 0 0,1 0-1 0 0,1 0 0 0 0,17 61 0 0 0,-21-96-59 0 0,1 1-1 0 0,0-1 1 0 0,1 1 0 0 0,-1-1 0 0 0,0 0 0 0 0,1 1 0 0 0,-1-1 0 0 0,1 0-1 0 0,0 0 1 0 0,-1 0 0 0 0,1 0 0 0 0,0 0 0 0 0,0-1 0 0 0,1 1 0 0 0,-1 0-1 0 0,0-1 1 0 0,0 0 0 0 0,1 1 0 0 0,-1-1 0 0 0,1 0 0 0 0,4 1-1 0 0,2 0-13 0 0,1 0 0 0 0,-1 0 0 0 0,1-1 0 0 0,17-1 0 0 0,-26 0-26 0 0,-1-1 22 0 0,0 1-10 0 0,-18-7 154 0 0,6 4-111 0 0,0 1-1 0 0,0 0 1 0 0,0 1-1 0 0,0 1 1 0 0,0 0-1 0 0,-19 2 1 0 0,-9 0 2 0 0,-320 8-472 0 0,-40 1-140 0 0,-712 9 279 0 0,993-10 845 0 0,-138 29 0 0 0,-113 46-87 0 0,361-83-436 0 0,-204 48 169 0 0,163-41-145 0 0,0-3 1 0 0,-67 2-1 0 0,106-8-97 0 0,-1-1-1 0 0,0 0 1 0 0,-19-4 0 0 0,27 4-227 0 0,1 0 0 0 0,-1 0 0 0 0,0-1 0 0 0,1 1 0 0 0,-1-1 0 0 0,1 0 0 0 0,0 0 0 0 0,0 0 0 0 0,-4-3 0 0 0</inkml:trace>
</inkml:ink>
</file>

<file path=ppt/ink/ink4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57.695"/>
    </inkml:context>
    <inkml:brush xml:id="br0">
      <inkml:brushProperty name="width" value="0.1" units="cm"/>
      <inkml:brushProperty name="height" value="0.1" units="cm"/>
      <inkml:brushProperty name="color" value="#FF0066"/>
    </inkml:brush>
  </inkml:definitions>
  <inkml:trace contextRef="#ctx0" brushRef="#br0">152 11 6913 0 0,'0'-10'7407'0'0,"3"27"-5896"0"0,-7 50-98 0 0,-21 105 0 0 0,-28 62-653 0 0,30-142-557 0 0,10-42-188 0 0,3-12-175 0 0,1 0 0 0 0,2 0 0 0 0,-3 60 0 0 0,10-96-53 0 0,0 0 0 0 0,0-1 1 0 0,0 1-1 0 0,0 0 1 0 0,0-1-1 0 0,1 1 0 0 0,-1 0 1 0 0,0 0-1 0 0,1-1 1 0 0,-1 1-1 0 0,1 0 0 0 0,0-1 1 0 0,0 1-1 0 0,-1-1 0 0 0,3 2 1 0 0,15-18-7137 0 0,-14 6 6096 0 0,-1 0-1 0 0,1 0 1 0 0,2-18-1 0 0,-1 5 1089 0 0</inkml:trace>
</inkml:ink>
</file>

<file path=ppt/ink/ink4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57.919"/>
    </inkml:context>
    <inkml:brush xml:id="br0">
      <inkml:brushProperty name="width" value="0.1" units="cm"/>
      <inkml:brushProperty name="height" value="0.1" units="cm"/>
      <inkml:brushProperty name="color" value="#FF0066"/>
    </inkml:brush>
  </inkml:definitions>
  <inkml:trace contextRef="#ctx0" brushRef="#br0">0 0 3681 0 0,'0'0'284'0'0,"18"14"3310"0"0,6 11-1833 0 0,-2 1-1 0 0,-1 2 1 0 0,18 29 0 0 0,48 94 208 0 0,-36-57-816 0 0,106 151-1901 0 0,-151-236 577 0 0,9 16-897 0 0,-2-3-250 0 0</inkml:trace>
</inkml:ink>
</file>

<file path=ppt/ink/ink4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58.172"/>
    </inkml:context>
    <inkml:brush xml:id="br0">
      <inkml:brushProperty name="width" value="0.1" units="cm"/>
      <inkml:brushProperty name="height" value="0.1" units="cm"/>
      <inkml:brushProperty name="color" value="#FF0066"/>
    </inkml:brush>
  </inkml:definitions>
  <inkml:trace contextRef="#ctx0" brushRef="#br0">10 202 9218 0 0,'0'0'63'0'0,"0"0"1"0"0,-1 0-1 0 0,1 0 0 0 0,-1 0 0 0 0,1 0 1 0 0,0 0-1 0 0,-1 0 0 0 0,1 0 0 0 0,-1 0 1 0 0,1-1-1 0 0,0 1 0 0 0,-1 0 0 0 0,1 0 1 0 0,0 0-1 0 0,-1 0 0 0 0,1-1 1 0 0,0 1-1 0 0,-1 0 0 0 0,1 0 0 0 0,0-1 1 0 0,-1 1-1 0 0,1 0 0 0 0,0 0 0 0 0,0-1 1 0 0,-1 1-1 0 0,1 0 0 0 0,0-1 0 0 0,0 1 1 0 0,0-1-1 0 0,0 1 0 0 0,-1-1 1 0 0,9-13 2005 0 0,-6 11-1957 0 0,4-5 180 0 0,1 0 0 0 0,0 0-1 0 0,0 1 1 0 0,1 0 0 0 0,0 0 0 0 0,15-8-1 0 0,57-31-226 0 0,-55 35-891 0 0,0 0 1 0 0,45-12-1 0 0,-35 15-1376 0 0,-1 1-1 0 0,1 2 1 0 0,53-1 0 0 0,-57 6 2030 0 0</inkml:trace>
</inkml:ink>
</file>

<file path=ppt/ink/ink4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58.516"/>
    </inkml:context>
    <inkml:brush xml:id="br0">
      <inkml:brushProperty name="width" value="0.1" units="cm"/>
      <inkml:brushProperty name="height" value="0.1" units="cm"/>
      <inkml:brushProperty name="color" value="#FF0066"/>
    </inkml:brush>
  </inkml:definitions>
  <inkml:trace contextRef="#ctx0" brushRef="#br0">0 195 4145 0 0,'4'-4'346'0'0,"-1"1"0"0"0,1 0-1 0 0,0 0 1 0 0,0 1 0 0 0,0-1 0 0 0,0 1 0 0 0,1 0-1 0 0,-1 0 1 0 0,1 0 0 0 0,-1 0 0 0 0,1 1 0 0 0,-1 0-1 0 0,1 0 1 0 0,0 0 0 0 0,0 1 0 0 0,0-1 0 0 0,-1 1 0 0 0,1 0-1 0 0,0 1 1 0 0,0-1 0 0 0,0 1 0 0 0,-1 0 0 0 0,1 0-1 0 0,5 2 1 0 0,0 0-57 0 0,-1 1 0 0 0,0 0 0 0 0,0 1 0 0 0,-1 0 0 0 0,1 0 0 0 0,-1 1 0 0 0,0 0 0 0 0,0 1 0 0 0,-1 0 0 0 0,11 12 0 0 0,-12-12-237 0 0,1 0 21 0 0,-1 0 0 0 0,0 0 0 0 0,0 1 0 0 0,-1 0-1 0 0,0 1 1 0 0,0-1 0 0 0,-1 1 0 0 0,6 16 0 0 0,-10-24-39 0 0,0-1 1 0 0,0 0-1 0 0,0 0 0 0 0,0 0 0 0 0,0 0 1 0 0,0 1-1 0 0,0-1 0 0 0,0 0 1 0 0,0 0-1 0 0,0 0 0 0 0,0 1 1 0 0,0-1-1 0 0,0 0 0 0 0,0 0 0 0 0,0 0 1 0 0,0 1-1 0 0,0-1 0 0 0,0 0 1 0 0,0 0-1 0 0,0 0 0 0 0,0 0 1 0 0,0 1-1 0 0,0-1 0 0 0,-1 0 0 0 0,1 0 1 0 0,0 0-1 0 0,0 0 0 0 0,0 0 1 0 0,0 1-1 0 0,0-1 0 0 0,-1 0 1 0 0,1 0-1 0 0,0 0 0 0 0,0 0 1 0 0,0 0-1 0 0,0 0 0 0 0,-1 0 0 0 0,1 0 1 0 0,0 0-1 0 0,0 0 0 0 0,-1 0 1 0 0,-9-2 1183 0 0,-10-10 65 0 0,16 7-1217 0 0,-1-1 0 0 0,1 0 0 0 0,0 1 0 0 0,1-2 0 0 0,-1 1 0 0 0,1 0 0 0 0,1 0-1 0 0,-1-1 1 0 0,1 0 0 0 0,0 1 0 0 0,0-1 0 0 0,1 0 0 0 0,0 0 0 0 0,0 0 0 0 0,1 0 0 0 0,0 0 0 0 0,0 0 0 0 0,1 0 0 0 0,-1 0 0 0 0,2 0-1 0 0,1-7 1 0 0,1-4-888 0 0,1 0 0 0 0,1 0 0 0 0,1 1 0 0 0,1 0-1 0 0,0 0 1 0 0,18-27 0 0 0,-7 18-5306 0 0</inkml:trace>
</inkml:ink>
</file>

<file path=ppt/ink/ink4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59.025"/>
    </inkml:context>
    <inkml:brush xml:id="br0">
      <inkml:brushProperty name="width" value="0.1" units="cm"/>
      <inkml:brushProperty name="height" value="0.1" units="cm"/>
      <inkml:brushProperty name="color" value="#FF0066"/>
    </inkml:brush>
  </inkml:definitions>
  <inkml:trace contextRef="#ctx0" brushRef="#br0">254 499 3225 0 0,'-5'-4'449'0'0,"-1"0"0"0"0,-1 0 1 0 0,1 0-1 0 0,0 1 0 0 0,-1 0 1 0 0,1 0-1 0 0,-1 1 0 0 0,0 0 1 0 0,0 0-1 0 0,0 0 0 0 0,0 1 1 0 0,-1 0-1 0 0,1 0 0 0 0,0 1 1 0 0,0 0-1 0 0,-14 2 0 0 0,15-2-222 0 0,0 0 0 0 0,0 1 0 0 0,0 0 1 0 0,1 0-1 0 0,-1 1 0 0 0,0 0 0 0 0,0 0 0 0 0,1 0 0 0 0,0 0 0 0 0,-1 1 0 0 0,1 0 0 0 0,0 0 0 0 0,0 0 0 0 0,0 1 0 0 0,1 0 0 0 0,-1 0 0 0 0,1 0 0 0 0,0 0 0 0 0,0 1 0 0 0,1-1 0 0 0,-4 7 0 0 0,5-8-238 0 0,0 1-1 0 0,1-1 1 0 0,-1 1-1 0 0,1-1 1 0 0,0 1-1 0 0,0 0 1 0 0,1-1-1 0 0,-1 1 1 0 0,1 0 0 0 0,0 0-1 0 0,0 0 1 0 0,0-1-1 0 0,0 1 1 0 0,1 0-1 0 0,-1 0 1 0 0,1 0-1 0 0,0-1 1 0 0,0 1 0 0 0,0-1-1 0 0,1 1 1 0 0,-1-1-1 0 0,1 1 1 0 0,0-1-1 0 0,0 0 1 0 0,0 1-1 0 0,1-1 1 0 0,-1-1-1 0 0,1 1 1 0 0,-1 0 0 0 0,1 0-1 0 0,0-1 1 0 0,0 0-1 0 0,0 1 1 0 0,0-1-1 0 0,1 0 1 0 0,-1-1-1 0 0,1 1 1 0 0,-1-1 0 0 0,1 1-1 0 0,-1-1 1 0 0,1 0-1 0 0,0 0 1 0 0,-1-1-1 0 0,1 1 1 0 0,0-1-1 0 0,0 0 1 0 0,0 0 0 0 0,-1 0-1 0 0,1 0 1 0 0,0 0-1 0 0,0-1 1 0 0,4-1-1 0 0,3-1-163 0 0,0 0 0 0 0,0-1 0 0 0,-1-1 0 0 0,1 1 0 0 0,-1-2 0 0 0,0 1 0 0 0,0-2 0 0 0,-1 1 0 0 0,0-1 0 0 0,0 0 0 0 0,-1-1 0 0 0,1 0 1 0 0,-2-1-1 0 0,1 1 0 0 0,-1-2 0 0 0,0 1 0 0 0,6-13 0 0 0,-8 12 264 0 0,0 0 0 0 0,-1 0 0 0 0,0-1 0 0 0,-1 1 0 0 0,0-1 0 0 0,0 0 0 0 0,-1 0 0 0 0,-1 0 1 0 0,0-1-1 0 0,0 1 0 0 0,-2-13 0 0 0,-2-9 572 0 0,-2 1 0 0 0,-1-1 0 0 0,-2 1 0 0 0,-1 0 0 0 0,-1 1-1 0 0,-2 0 1 0 0,-1 0 0 0 0,-2 1 0 0 0,-35-53 0 0 0,36 68 260 0 0,14 27-171 0 0,16 30-332 0 0,17 32-343 0 0,88 228 426 0 0,-62-103-3597 0 0,-48-159-3946 0 0</inkml:trace>
</inkml:ink>
</file>

<file path=ppt/ink/ink4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5:35.907"/>
    </inkml:context>
    <inkml:brush xml:id="br0">
      <inkml:brushProperty name="width" value="0.1" units="cm"/>
      <inkml:brushProperty name="height" value="0.1" units="cm"/>
      <inkml:brushProperty name="color" value="#FF0066"/>
    </inkml:brush>
  </inkml:definitions>
  <inkml:trace contextRef="#ctx0" brushRef="#br0">90 99 5529 0 0,'-5'-38'649'0'0,"2"-22"8215"0"0,1 68-5649 0 0,-9 38-1572 0 0,1 19-1546 0 0,-15 96 455 0 0,-7 217 0 0 0,31-311-731 0 0,4 165-2292 0 0,0-204 1968 0 0,0 0 1 0 0,2 0-1 0 0,1-1 1 0 0,1 1 0 0 0,2-2-1 0 0,11 29 1 0 0,-9-34-5030 0 0</inkml:trace>
</inkml:ink>
</file>

<file path=ppt/ink/ink4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5:36.194"/>
    </inkml:context>
    <inkml:brush xml:id="br0">
      <inkml:brushProperty name="width" value="0.1" units="cm"/>
      <inkml:brushProperty name="height" value="0.1" units="cm"/>
      <inkml:brushProperty name="color" value="#FF0066"/>
    </inkml:brush>
  </inkml:definitions>
  <inkml:trace contextRef="#ctx0" brushRef="#br0">17 98 7370 0 0,'-1'1'87'0'0,"0"-1"1"0"0,0 0-1 0 0,0 1 1 0 0,0-1-1 0 0,0 1 0 0 0,0-1 1 0 0,1 1-1 0 0,-1-1 1 0 0,0 1-1 0 0,0 0 1 0 0,1-1-1 0 0,-1 1 1 0 0,0 0-1 0 0,1 0 1 0 0,-1-1-1 0 0,1 1 1 0 0,-1 0-1 0 0,1 0 1 0 0,-1 0-1 0 0,1 0 1 0 0,0 0-1 0 0,-1-1 1 0 0,1 1-1 0 0,0 0 1 0 0,0 0-1 0 0,0 0 1 0 0,-1 0-1 0 0,1 0 1 0 0,0 0-1 0 0,0 0 1 0 0,0 0-1 0 0,1 0 1 0 0,-1 0-1 0 0,0 0 1 0 0,0 0-1 0 0,0 0 1 0 0,1 0-1 0 0,-1 0 1 0 0,1 0-1 0 0,-1-1 1 0 0,0 1-1 0 0,1 0 0 0 0,0 0 1 0 0,0 0-1 0 0,1 3 57 0 0,-1 0 1 0 0,2-1-1 0 0,-1 1 0 0 0,0-1 0 0 0,1 0 0 0 0,-1 0 0 0 0,1 0 0 0 0,0 0 0 0 0,0-1 0 0 0,6 5 0 0 0,14 5 709 0 0,0-2 1 0 0,1-1-1 0 0,46 11 0 0 0,76 9 1792 0 0,-130-26-2408 0 0,0-1 0 0 0,1 0 0 0 0,-1-1-1 0 0,1-1 1 0 0,-1-1 0 0 0,18-2 0 0 0,-28 2-187 0 0,-1 0 1 0 0,0-1 0 0 0,0 1 0 0 0,0-1 0 0 0,0 0 0 0 0,0-1 0 0 0,-1 1 0 0 0,1-1-1 0 0,0 0 1 0 0,-1 0 0 0 0,0 0 0 0 0,0-1 0 0 0,0 1 0 0 0,0-1 0 0 0,-1 0 0 0 0,1 0-1 0 0,-1 0 1 0 0,0-1 0 0 0,0 1 0 0 0,-1-1 0 0 0,1 0 0 0 0,2-8 0 0 0,0-1-47 0 0,-1 0-1 0 0,0 0 1 0 0,-1 0 0 0 0,2-23 0 0 0,-7-26-3003 0 0,-1 43-3859 0 0</inkml:trace>
</inkml:ink>
</file>

<file path=ppt/ink/ink4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5:37.336"/>
    </inkml:context>
    <inkml:brush xml:id="br0">
      <inkml:brushProperty name="width" value="0.1" units="cm"/>
      <inkml:brushProperty name="height" value="0.1" units="cm"/>
      <inkml:brushProperty name="color" value="#FF0066"/>
    </inkml:brush>
  </inkml:definitions>
  <inkml:trace contextRef="#ctx0" brushRef="#br0">40 31 6913 0 0,'-5'-9'5090'0'0,"-2"-12"3537"0"0,7 21-8531 0 0,0 0 1 0 0,0 0-1 0 0,0 0 0 0 0,0 1 1 0 0,0-1-1 0 0,0 0 0 0 0,0 0 1 0 0,0 1-1 0 0,0-1 0 0 0,0 0 1 0 0,0 1-1 0 0,-9 37 140 0 0,2 0 1 0 0,-3 74-1 0 0,9 84-3371 0 0,2-152-3886 0 0</inkml:trace>
</inkml:ink>
</file>

<file path=ppt/ink/ink4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5:38.491"/>
    </inkml:context>
    <inkml:brush xml:id="br0">
      <inkml:brushProperty name="width" value="0.1" units="cm"/>
      <inkml:brushProperty name="height" value="0.1" units="cm"/>
      <inkml:brushProperty name="color" value="#FF0066"/>
    </inkml:brush>
  </inkml:definitions>
  <inkml:trace contextRef="#ctx0" brushRef="#br0">212 1 5065 0 0,'-6'2'342'0'0,"1"0"-1"0"0,0 0 1 0 0,0 1 0 0 0,0 0-1 0 0,0 0 1 0 0,0 0-1 0 0,0 1 1 0 0,1 0 0 0 0,0-1-1 0 0,-5 6 1 0 0,3-3 128 0 0,-16 13 159 0 0,2 0 0 0 0,0 1 0 0 0,1 2 0 0 0,2 0 0 0 0,-24 37 0 0 0,40-58-624 0 0,0 0 0 0 0,0 1-1 0 0,0-1 1 0 0,1 1 0 0 0,-1-1 0 0 0,0 1 0 0 0,1-1 0 0 0,-1 1-1 0 0,1 0 1 0 0,-1-1 0 0 0,1 1 0 0 0,0 0 0 0 0,0-1 0 0 0,0 1 0 0 0,0 0-1 0 0,0 0 1 0 0,0-1 0 0 0,0 1 0 0 0,1 0 0 0 0,-1-1 0 0 0,1 1 0 0 0,-1 0-1 0 0,1-1 1 0 0,-1 1 0 0 0,1-1 0 0 0,0 1 0 0 0,0-1 0 0 0,0 1 0 0 0,0-1-1 0 0,0 0 1 0 0,0 1 0 0 0,0-1 0 0 0,0 0 0 0 0,0 0 0 0 0,1 0 0 0 0,-1 0-1 0 0,1 0 1 0 0,-1 0 0 0 0,1 0 0 0 0,-1 0 0 0 0,1-1 0 0 0,-1 1 0 0 0,1 0-1 0 0,-1-1 1 0 0,3 1 0 0 0,9 3-339 0 0,1-1 1 0 0,-1-1-1 0 0,1 0 0 0 0,21 0 0 0 0,-15-1-494 0 0,-15 0 724 0 0,0-1 1 0 0,-1 1-1 0 0,1 0 0 0 0,0 0 1 0 0,-1 1-1 0 0,1-1 0 0 0,-1 1 1 0 0,0 0-1 0 0,1 0 0 0 0,4 4 1 0 0,-8-6 158 0 0,0 1 1 0 0,0 0 0 0 0,0 0-1 0 0,0 0 1 0 0,0 1-1 0 0,-1-1 1 0 0,1 0-1 0 0,0 0 1 0 0,0 0-1 0 0,-1 1 1 0 0,1-1 0 0 0,-1 0-1 0 0,1 0 1 0 0,-1 1-1 0 0,0-1 1 0 0,1 0-1 0 0,-1 1 1 0 0,0-1 0 0 0,0 1-1 0 0,0-1 1 0 0,0 0-1 0 0,0 1 1 0 0,0-1-1 0 0,-1 0 1 0 0,1 1 0 0 0,0-1-1 0 0,-1 0 1 0 0,1 1-1 0 0,-1-1 1 0 0,1 0-1 0 0,-1 1 1 0 0,0-1-1 0 0,1 0 1 0 0,-1 0 0 0 0,0 0-1 0 0,0 0 1 0 0,0 0-1 0 0,-2 2 1 0 0,-39 43 765 0 0,24-27-1139 0 0</inkml:trace>
</inkml:ink>
</file>

<file path=ppt/ink/ink5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5:39.347"/>
    </inkml:context>
    <inkml:brush xml:id="br0">
      <inkml:brushProperty name="width" value="0.1" units="cm"/>
      <inkml:brushProperty name="height" value="0.1" units="cm"/>
      <inkml:brushProperty name="color" value="#FF0066"/>
    </inkml:brush>
  </inkml:definitions>
  <inkml:trace contextRef="#ctx0" brushRef="#br0">227 2 11522 0 0,'-2'-1'228'0'0,"0"1"0"0"0,0 0 0 0 0,0 0 0 0 0,-1-1 0 0 0,1 1 0 0 0,0 1 0 0 0,0-1 0 0 0,0 0 0 0 0,0 0 0 0 0,-1 1 0 0 0,1 0 0 0 0,0-1 0 0 0,0 1 0 0 0,0 0 0 0 0,-2 1 0 0 0,-32 17 859 0 0,35-19-1022 0 0,-9 6 148 0 0,1 1 0 0 0,-1 0 0 0 0,1 0 0 0 0,1 1-1 0 0,-1 0 1 0 0,1 1 0 0 0,1 0 0 0 0,0 0 0 0 0,-10 17 0 0 0,8-11-167 0 0,1 1 0 0 0,1 1 0 0 0,0-1 0 0 0,2 1 0 0 0,-8 33 0 0 0,9-23-193 0 0,1-1-1 0 0,1 1 0 0 0,1 0 0 0 0,1 0 0 0 0,1 0 1 0 0,2-1-1 0 0,1 1 0 0 0,10 35 0 0 0,-12-55 24 0 0,0 0-1 0 0,0-1 1 0 0,1 0-1 0 0,0 0 1 0 0,1 0 0 0 0,-1 0-1 0 0,1 0 1 0 0,0 0-1 0 0,1-1 1 0 0,-1 0-1 0 0,1 0 1 0 0,0 0 0 0 0,0-1-1 0 0,7 5 1 0 0,-8-6 9 0 0,0-1 1 0 0,0 0-1 0 0,0 0 1 0 0,1 0-1 0 0,-1 0 0 0 0,0-1 1 0 0,1 0-1 0 0,0 0 1 0 0,-1 0-1 0 0,1 0 1 0 0,-1-1-1 0 0,1 0 1 0 0,0 0-1 0 0,0 0 1 0 0,-1 0-1 0 0,1-1 0 0 0,-1 0 1 0 0,1 0-1 0 0,0 0 1 0 0,-1 0-1 0 0,8-4 1 0 0,0-1 46 0 0,-1-1-1 0 0,-1 0 1 0 0,1 0 0 0 0,-1-1 0 0 0,0 0 0 0 0,-1-1-1 0 0,0 0 1 0 0,-1 0 0 0 0,1-1 0 0 0,-2 0 0 0 0,1-1-1 0 0,-2 1 1 0 0,1-1 0 0 0,5-15 0 0 0,-3 5 250 0 0,-1 0 1 0 0,-1 0 0 0 0,-1-1 0 0 0,-1 0-1 0 0,-1 0 1 0 0,0-1 0 0 0,-1-29 0 0 0,-3 37 94 0 0,-1 0 0 0 0,-1 1 0 0 0,0-1 0 0 0,-1 0 0 0 0,-1 1 0 0 0,0-1 0 0 0,-1 1 0 0 0,-12-23 0 0 0,13 28-120 0 0,-1 0-1 0 0,0 0 1 0 0,0 1 0 0 0,-1 0-1 0 0,0 0 1 0 0,0 1 0 0 0,-1 0-1 0 0,0 0 1 0 0,0 0 0 0 0,-1 1-1 0 0,0 0 1 0 0,0 0 0 0 0,0 1 0 0 0,-12-6-1 0 0,19 11-205 0 0,-1-1 0 0 0,1 1 0 0 0,0-1-1 0 0,-1 1 1 0 0,1-1 0 0 0,0 1 0 0 0,-1 0-1 0 0,1-1 1 0 0,0 1 0 0 0,-1 0 0 0 0,1 0 0 0 0,0 0-1 0 0,-1 0 1 0 0,1 0 0 0 0,-1 1 0 0 0,1-1-1 0 0,0 0 1 0 0,-1 1 0 0 0,1-1 0 0 0,0 1 0 0 0,0-1-1 0 0,-1 1 1 0 0,1-1 0 0 0,0 1 0 0 0,0 0-1 0 0,0 0 1 0 0,0-1 0 0 0,0 1 0 0 0,0 0 0 0 0,0 0-1 0 0,0 0 1 0 0,-2 2 0 0 0,-9 15-5946 0 0</inkml:trace>
</inkml:ink>
</file>

<file path=ppt/ink/ink5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5:39.713"/>
    </inkml:context>
    <inkml:brush xml:id="br0">
      <inkml:brushProperty name="width" value="0.1" units="cm"/>
      <inkml:brushProperty name="height" value="0.1" units="cm"/>
      <inkml:brushProperty name="color" value="#FF0066"/>
    </inkml:brush>
  </inkml:definitions>
  <inkml:trace contextRef="#ctx0" brushRef="#br0">98 1 3225 0 0,'-8'4'792'0'0,"1"1"1"0"0,-1 0 0 0 0,1 1 0 0 0,0-1-1 0 0,0 1 1 0 0,1 1 0 0 0,-1-1 0 0 0,2 1-1 0 0,-11 15 1 0 0,13-17-578 0 0,0 1 0 0 0,1-1-1 0 0,0 1 1 0 0,0 0 0 0 0,0-1 0 0 0,1 1 0 0 0,-1 0-1 0 0,1 0 1 0 0,1 0 0 0 0,-1 0 0 0 0,1 0-1 0 0,0 1 1 0 0,0-1 0 0 0,1 0 0 0 0,2 11-1 0 0,0-9 89 0 0,0 0 0 0 0,0 0-1 0 0,1-1 1 0 0,0 1 0 0 0,0-1-1 0 0,1 0 1 0 0,0 0 0 0 0,0-1-1 0 0,1 1 1 0 0,7 6 0 0 0,-8-8-130 0 0,0 0 0 0 0,0 0 0 0 0,0 1-1 0 0,0 0 1 0 0,-1 0 0 0 0,0 0 0 0 0,0 0 0 0 0,-1 1 0 0 0,0-1 0 0 0,0 1 0 0 0,0 0 0 0 0,-1 0 0 0 0,3 14 0 0 0,-5-6-185 0 0,0 0 0 0 0,-1-1 0 0 0,-1 1 0 0 0,0 0-1 0 0,-1 0 1 0 0,0-1 0 0 0,-1 0 0 0 0,-1 0 0 0 0,0 0 0 0 0,-1 0 0 0 0,-1-1 0 0 0,-14 23 0 0 0,6-13-7183 0 0</inkml:trace>
</inkml:ink>
</file>

<file path=ppt/ink/ink5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5:41.494"/>
    </inkml:context>
    <inkml:brush xml:id="br0">
      <inkml:brushProperty name="width" value="0.1" units="cm"/>
      <inkml:brushProperty name="height" value="0.1" units="cm"/>
      <inkml:brushProperty name="color" value="#FF0066"/>
    </inkml:brush>
  </inkml:definitions>
  <inkml:trace contextRef="#ctx0" brushRef="#br0">358 0 3225 0 0,'-15'4'1110'0'0,"0"-1"0"0"0,-1-1 1 0 0,-28 2-1 0 0,26-4 284 0 0,1 2 0 0 0,-1 0 0 0 0,-17 5 0 0 0,30-5-1021 0 0,0-1 1 0 0,0 1-1 0 0,1 0 0 0 0,-1 0 1 0 0,1 1-1 0 0,-1-1 1 0 0,1 1-1 0 0,0 0 0 0 0,0 0 1 0 0,0 0-1 0 0,0 1 1 0 0,0-1-1 0 0,1 1 0 0 0,-6 8 1 0 0,-3 8 99 0 0,1 0 0 0 0,1 1 0 0 0,1 1 0 0 0,1 0 0 0 0,-6 24 0 0 0,-17 115 41 0 0,24-114-426 0 0,2 1 0 0 0,2-1-1 0 0,3 1 1 0 0,1 0-1 0 0,16 90 1 0 0,-15-128-65 0 0,0 0 0 0 0,1 0-1 0 0,1 0 1 0 0,0-1 0 0 0,0 1 0 0 0,1-1 0 0 0,0 0 0 0 0,0 0 0 0 0,1-1-1 0 0,0 1 1 0 0,1-1 0 0 0,0-1 0 0 0,0 1 0 0 0,0-1 0 0 0,1 0 0 0 0,11 7-1 0 0,-9-9-222 0 0,0 1-1 0 0,1-1 0 0 0,-1-1 0 0 0,1 0 0 0 0,0 0 1 0 0,0-1-1 0 0,1-1 0 0 0,-1 0 0 0 0,1 0 1 0 0,-1-1-1 0 0,1 0 0 0 0,-1-1 0 0 0,1-1 0 0 0,14-2 1 0 0,11-3-7095 0 0</inkml:trace>
</inkml:ink>
</file>

<file path=ppt/ink/ink5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5:41.748"/>
    </inkml:context>
    <inkml:brush xml:id="br0">
      <inkml:brushProperty name="width" value="0.1" units="cm"/>
      <inkml:brushProperty name="height" value="0.1" units="cm"/>
      <inkml:brushProperty name="color" value="#FF0066"/>
    </inkml:brush>
  </inkml:definitions>
  <inkml:trace contextRef="#ctx0" brushRef="#br0">1 1 10594 0 0,'0'0'1105'0'0,"14"24"4125"0"0,-11-20-4611 0 0,3 8-37 0 0,1 1 1 0 0,-2 0-1 0 0,0 0 0 0 0,0 0 1 0 0,-1 1-1 0 0,4 24 1 0 0,4 87-10 0 0,-11-115-526 0 0,3 72-39 0 0,2 26-420 0 0,1-37-3369 0 0</inkml:trace>
</inkml:ink>
</file>

<file path=ppt/ink/ink5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5:41.993"/>
    </inkml:context>
    <inkml:brush xml:id="br0">
      <inkml:brushProperty name="width" value="0.1" units="cm"/>
      <inkml:brushProperty name="height" value="0.1" units="cm"/>
      <inkml:brushProperty name="color" value="#FF0066"/>
    </inkml:brush>
  </inkml:definitions>
  <inkml:trace contextRef="#ctx0" brushRef="#br0">1 23 7834 0 0,'4'-3'271'0'0,"0"0"0"0"0,1 1 0 0 0,-1-1 1 0 0,1 1-1 0 0,0 0 0 0 0,0 1 0 0 0,-1-1 1 0 0,1 1-1 0 0,0 0 0 0 0,0 0 0 0 0,0 0 0 0 0,1 1 1 0 0,-1 0-1 0 0,0 0 0 0 0,0 0 0 0 0,0 1 1 0 0,0-1-1 0 0,0 1 0 0 0,0 1 0 0 0,0-1 1 0 0,0 0-1 0 0,0 1 0 0 0,-1 0 0 0 0,10 5 0 0 0,-5-2-80 0 0,0 0 0 0 0,0 1 0 0 0,-1 0 0 0 0,0 0 0 0 0,0 0 0 0 0,0 1 0 0 0,-1 1 0 0 0,0-1 0 0 0,0 1 0 0 0,-1 0 0 0 0,10 16 0 0 0,-10-10-135 0 0,-1 0 0 0 0,0 0 0 0 0,-1 0 0 0 0,0 1 0 0 0,-2 0 0 0 0,1 0-1 0 0,-2 0 1 0 0,0 0 0 0 0,0 0 0 0 0,-3 19 0 0 0,0-16-67 0 0,0 0-1 0 0,-1 0 1 0 0,-1-1 0 0 0,-1 1 0 0 0,0-1-1 0 0,-1 0 1 0 0,-1 0 0 0 0,-12 20 0 0 0,13-28-1352 0 0</inkml:trace>
</inkml:ink>
</file>

<file path=ppt/ink/ink5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5:42.225"/>
    </inkml:context>
    <inkml:brush xml:id="br0">
      <inkml:brushProperty name="width" value="0.1" units="cm"/>
      <inkml:brushProperty name="height" value="0.1" units="cm"/>
      <inkml:brushProperty name="color" value="#FF0066"/>
    </inkml:brush>
  </inkml:definitions>
  <inkml:trace contextRef="#ctx0" brushRef="#br0">0 1 10594 0 0,'2'55'3783'0'0,"11"82"0"0"0,-6-97-3498 0 0,1 1 0 0 0,2-1 0 0 0,2-1 0 0 0,2 0 0 0 0,19 38 0 0 0,-14-45-3573 0 0</inkml:trace>
</inkml:ink>
</file>

<file path=ppt/ink/ink5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5:42.381"/>
    </inkml:context>
    <inkml:brush xml:id="br0">
      <inkml:brushProperty name="width" value="0.1" units="cm"/>
      <inkml:brushProperty name="height" value="0.1" units="cm"/>
      <inkml:brushProperty name="color" value="#FF0066"/>
    </inkml:brush>
  </inkml:definitions>
  <inkml:trace contextRef="#ctx0" brushRef="#br0">7 4 4609 0 0,'-5'-4'12363'0'0,"4"15"-10348"0"0,5 22-6963 0 0,0-19 2816 0 0</inkml:trace>
</inkml:ink>
</file>

<file path=ppt/ink/ink5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5:42.951"/>
    </inkml:context>
    <inkml:brush xml:id="br0">
      <inkml:brushProperty name="width" value="0.1" units="cm"/>
      <inkml:brushProperty name="height" value="0.1" units="cm"/>
      <inkml:brushProperty name="color" value="#FF0066"/>
    </inkml:brush>
  </inkml:definitions>
  <inkml:trace contextRef="#ctx0" brushRef="#br0">189 18 656 0 0,'-29'-7'1415'0'0,"21"4"121"0"0,0 1 0 0 0,0 0 0 0 0,0 1 0 0 0,0 0 1 0 0,-16 0-1 0 0,21 1-1245 0 0,0 1 0 0 0,0-1 0 0 0,0 1 0 0 0,1 0 0 0 0,-1 0 0 0 0,0 0 0 0 0,1 0 1 0 0,-1 0-1 0 0,1 1 0 0 0,-1-1 0 0 0,1 1 0 0 0,0 0 0 0 0,0-1 0 0 0,-1 1 0 0 0,1 0 0 0 0,0 0 0 0 0,1 1 0 0 0,-1-1 1 0 0,0 0-1 0 0,1 1 0 0 0,-3 4 0 0 0,-3 7 104 0 0,0 0 1 0 0,1 1 0 0 0,1 0-1 0 0,-6 25 1 0 0,9-31-440 0 0,1 0 1 0 0,-1 0-1 0 0,1 0 1 0 0,1 0-1 0 0,0 0 1 0 0,0 0-1 0 0,1 0 1 0 0,0 0-1 0 0,3 13 1 0 0,-3-20 11 0 0,0 0 1 0 0,-1 0-1 0 0,1 0 1 0 0,0 1-1 0 0,0-1 1 0 0,0 0-1 0 0,1 0 1 0 0,-1-1-1 0 0,0 1 1 0 0,1 0-1 0 0,-1 0 1 0 0,1-1-1 0 0,0 1 1 0 0,-1-1-1 0 0,1 1 1 0 0,3 1-1 0 0,-3-2-26 0 0,0 0 1 0 0,-1-1-1 0 0,1 0 0 0 0,0 1 1 0 0,-1-1-1 0 0,1 0 0 0 0,0 0 1 0 0,0 0-1 0 0,-1 0 0 0 0,1 0 0 0 0,0 0 1 0 0,0 0-1 0 0,-1-1 0 0 0,1 1 1 0 0,0 0-1 0 0,0-1 0 0 0,1 0 1 0 0,3-2-100 0 0,-1 0 1 0 0,0-1 0 0 0,1 1-1 0 0,-1-1 1 0 0,0 0-1 0 0,-1 0 1 0 0,1-1 0 0 0,-1 1-1 0 0,0-1 1 0 0,5-8 0 0 0,10-22 211 0 0,-13 22 50 0 0,1 1 0 0 0,15-23 1 0 0,-21 33-96 0 0,1 0-1 0 0,0 0 1 0 0,0 0 0 0 0,-1 0-1 0 0,1 0 1 0 0,0 1 0 0 0,1-1-1 0 0,-1 0 1 0 0,0 1 0 0 0,0 0 0 0 0,1-1-1 0 0,-1 1 1 0 0,0 0 0 0 0,1 0-1 0 0,-1 0 1 0 0,1 1 0 0 0,0-1-1 0 0,-1 1 1 0 0,1-1 0 0 0,5 1 0 0 0,-5 1 8 0 0,-1 0 1 0 0,1 0 0 0 0,0 0 0 0 0,0 0 0 0 0,0 0 0 0 0,-1 1 0 0 0,1-1 0 0 0,-1 1 0 0 0,1 0-1 0 0,-1 0 1 0 0,0-1 0 0 0,1 2 0 0 0,-1-1 0 0 0,0 0 0 0 0,-1 0 0 0 0,1 1 0 0 0,0-1 0 0 0,-1 1 0 0 0,1 0-1 0 0,-1-1 1 0 0,0 1 0 0 0,1 0 0 0 0,-1 0 0 0 0,-1 0 0 0 0,1-1 0 0 0,0 4 0 0 0,2 7 103 0 0,0-1 0 0 0,-1 1 0 0 0,-1-1 0 0 0,1 24 0 0 0,-3-21 98 0 0,0 1 0 0 0,-1-1-1 0 0,-1 0 1 0 0,0 0 0 0 0,-1 0 0 0 0,-11 27 0 0 0,12-36-123 0 0,1-1-1 0 0,-1 1 1 0 0,0-1 0 0 0,-1 0-1 0 0,1 0 1 0 0,-1 0 0 0 0,0 0-1 0 0,0 0 1 0 0,-1-1 0 0 0,1 0-1 0 0,-1 0 1 0 0,0 0 0 0 0,0-1-1 0 0,0 1 1 0 0,-1-1 0 0 0,1-1-1 0 0,-1 1 1 0 0,1-1 0 0 0,-12 4 0 0 0,15-6-195 0 0,1 0 1 0 0,-1 0 0 0 0,1 1-1 0 0,-1-1 1 0 0,1 0 0 0 0,-1 0-1 0 0,1-1 1 0 0,-1 1 0 0 0,1 0 0 0 0,-1 0-1 0 0,1-1 1 0 0,-1 1 0 0 0,1-1-1 0 0,-1 1 1 0 0,1-1 0 0 0,-1 0 0 0 0,1 1-1 0 0,0-1 1 0 0,-1 0 0 0 0,1 0-1 0 0,-2-2 1 0 0</inkml:trace>
</inkml:ink>
</file>

<file path=ppt/ink/ink5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5:43.190"/>
    </inkml:context>
    <inkml:brush xml:id="br0">
      <inkml:brushProperty name="width" value="0.1" units="cm"/>
      <inkml:brushProperty name="height" value="0.1" units="cm"/>
      <inkml:brushProperty name="color" value="#FF0066"/>
    </inkml:brush>
  </inkml:definitions>
  <inkml:trace contextRef="#ctx0" brushRef="#br0">2 0 11979 0 0,'1'4'521'0'0,"0"0"0"0"0,0 0 0 0 0,0 0 0 0 0,-1 0 0 0 0,0 1 0 0 0,1-1 0 0 0,-1 0 0 0 0,-1 0 0 0 0,1 0 0 0 0,-2 8 0 0 0,1 1 96 0 0,-1 26 452 0 0,1 89 602 0 0,3-111-2773 0 0,0-1 1 0 0,1 0 0 0 0,5 19 0 0 0</inkml:trace>
</inkml:ink>
</file>

<file path=ppt/ink/ink5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5:43.348"/>
    </inkml:context>
    <inkml:brush xml:id="br0">
      <inkml:brushProperty name="width" value="0.1" units="cm"/>
      <inkml:brushProperty name="height" value="0.1" units="cm"/>
      <inkml:brushProperty name="color" value="#FF0066"/>
    </inkml:brush>
  </inkml:definitions>
  <inkml:trace contextRef="#ctx0" brushRef="#br0">1 33 6449 0 0,'1'-5'577'0'0,"-1"1"-465"0"0,1-2 1720 0 0,1 2-816 0 0,-2-1 8 0 0,3-4 1497 0 0,-3 12-1697 0 0,0 3-1960 0 0,0 3-393 0 0,0 5-71 0 0,-2-2-24 0 0,1 2 1304 0 0,-1-1 320 0 0</inkml:trace>
</inkml:ink>
</file>

<file path=ppt/ink/ink5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5:43.621"/>
    </inkml:context>
    <inkml:brush xml:id="br0">
      <inkml:brushProperty name="width" value="0.1" units="cm"/>
      <inkml:brushProperty name="height" value="0.1" units="cm"/>
      <inkml:brushProperty name="color" value="#FF0066"/>
    </inkml:brush>
  </inkml:definitions>
  <inkml:trace contextRef="#ctx0" brushRef="#br0">1 21 3225 0 0,'1'-20'15639'0'0,"2"30"-15176"0"0,101 340 1898 0 0,-45-150-5541 0 0,-52-177-3549 0 0</inkml:trace>
</inkml:ink>
</file>

<file path=ppt/ink/ink5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5:43.824"/>
    </inkml:context>
    <inkml:brush xml:id="br0">
      <inkml:brushProperty name="width" value="0.1" units="cm"/>
      <inkml:brushProperty name="height" value="0.1" units="cm"/>
      <inkml:brushProperty name="color" value="#FF0066"/>
    </inkml:brush>
  </inkml:definitions>
  <inkml:trace contextRef="#ctx0" brushRef="#br0">0 106 6913 0 0,'1'-8'5778'0'0,"8"-4"-3568"0"0,11-4-583 0 0,-9 8-1635 0 0,1 2 1 0 0,0 0 0 0 0,1 0-1 0 0,-1 1 1 0 0,1 0 0 0 0,0 1-1 0 0,16-2 1 0 0,97-10-1394 0 0,-84 13 1652 0 0,-8-1-311 0 0</inkml:trace>
</inkml:ink>
</file>

<file path=ppt/ink/ink5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5:44.137"/>
    </inkml:context>
    <inkml:brush xml:id="br0">
      <inkml:brushProperty name="width" value="0.1" units="cm"/>
      <inkml:brushProperty name="height" value="0.1" units="cm"/>
      <inkml:brushProperty name="color" value="#FF0066"/>
    </inkml:brush>
  </inkml:definitions>
  <inkml:trace contextRef="#ctx0" brushRef="#br0">188 0 2304 0 0,'-7'1'150'0'0,"1"0"0"0"0,0 0-1 0 0,0 0 1 0 0,0 1 0 0 0,1-1-1 0 0,-1 2 1 0 0,0-1 0 0 0,1 1-1 0 0,-1-1 1 0 0,1 1 0 0 0,-7 6-1 0 0,-2 1 1104 0 0,1 0-1 0 0,-22 25 1 0 0,26-26 49 0 0,1 0 1 0 0,-13 20-1 0 0,20-27-1191 0 0,-1 1 0 0 0,1-1 0 0 0,0 0 0 0 0,0 1 0 0 0,0-1 0 0 0,0 1 0 0 0,0 0 0 0 0,0-1 0 0 0,0 1 0 0 0,1 0 0 0 0,0-1 0 0 0,-1 1 1 0 0,1 0-1 0 0,0 0 0 0 0,0-1 0 0 0,1 1 0 0 0,-1 0 0 0 0,1-1 0 0 0,0 5 0 0 0,0-5-183 0 0,0-1 1 0 0,0 0 0 0 0,0 0 0 0 0,0 0-1 0 0,0 0 1 0 0,1 0 0 0 0,-1 0 0 0 0,0 0-1 0 0,0 0 1 0 0,1 0 0 0 0,-1 0-1 0 0,1-1 1 0 0,-1 1 0 0 0,0-1 0 0 0,1 1-1 0 0,-1-1 1 0 0,1 1 0 0 0,0-1 0 0 0,-1 0-1 0 0,1 0 1 0 0,-1 0 0 0 0,1 0 0 0 0,-1 0-1 0 0,1 0 1 0 0,-1 0 0 0 0,1 0-1 0 0,0 0 1 0 0,-1-1 0 0 0,1 1 0 0 0,1-2-1 0 0,46-16-2205 0 0,-9-6 1363 0 0,-31 18 1076 0 0,0 0 1 0 0,0 1 0 0 0,1 0 0 0 0,11-4-1 0 0,-17 8 40 0 0,0 0-1 0 0,-1 0 1 0 0,1 1-1 0 0,0-1 1 0 0,0 1-1 0 0,0 0 1 0 0,0 0 0 0 0,0 0-1 0 0,0 1 1 0 0,-1-1-1 0 0,1 1 1 0 0,0 0-1 0 0,0 0 1 0 0,-1 0-1 0 0,6 3 1 0 0,8 5 1 0 0,-1 0 1 0 0,0 2-1 0 0,-1-1 1 0 0,15 15-1 0 0,-28-23-352 0 0,14 12-4660 0 0</inkml:trace>
</inkml:ink>
</file>

<file path=ppt/ink/ink5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5:44.444"/>
    </inkml:context>
    <inkml:brush xml:id="br0">
      <inkml:brushProperty name="width" value="0.1" units="cm"/>
      <inkml:brushProperty name="height" value="0.1" units="cm"/>
      <inkml:brushProperty name="color" value="#FF0066"/>
    </inkml:brush>
  </inkml:definitions>
  <inkml:trace contextRef="#ctx0" brushRef="#br0">3 1 4145 0 0,'-2'24'6135'0'0,"2"-18"-5108"0"0,-1 0 1 0 0,1 0-1 0 0,0 0 1 0 0,1 0 0 0 0,0 0-1 0 0,2 11 1 0 0,44 163 3353 0 0,-30-102-4324 0 0,8 117 1 0 0,-22-147-197 0 0,-1-4-402 0 0,2 0-1 0 0,13 57 1 0 0,-12-81-6702 0 0</inkml:trace>
</inkml:ink>
</file>

<file path=ppt/ink/ink5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5:44.754"/>
    </inkml:context>
    <inkml:brush xml:id="br0">
      <inkml:brushProperty name="width" value="0.1" units="cm"/>
      <inkml:brushProperty name="height" value="0.1" units="cm"/>
      <inkml:brushProperty name="color" value="#FF0066"/>
    </inkml:brush>
  </inkml:definitions>
  <inkml:trace contextRef="#ctx0" brushRef="#br0">10 3 1376 0 0,'-9'-2'12938'0'0,"13"5"-11561"0"0,52 46-322 0 0,-3 1-1 0 0,-1 3 0 0 0,60 81 0 0 0,-97-113-640 0 0,-2 2 0 0 0,0-1 0 0 0,-1 2 0 0 0,-1 0 0 0 0,11 37 1 0 0,-17-42-293 0 0,-1-1 0 0 0,-1 1 0 0 0,0 0 1 0 0,-1 1-1 0 0,-2-1 0 0 0,0 0 0 0 0,0 0 1 0 0,-6 29-1 0 0,-5-4-135 0 0,-1-1-1 0 0,-2 0 1 0 0,-2-1 0 0 0,-42 76-1 0 0,27-60 1 0 0</inkml:trace>
</inkml:ink>
</file>

<file path=ppt/ink/ink5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6:07.527"/>
    </inkml:context>
    <inkml:brush xml:id="br0">
      <inkml:brushProperty name="width" value="0.1" units="cm"/>
      <inkml:brushProperty name="height" value="0.1" units="cm"/>
      <inkml:brushProperty name="color" value="#FF0066"/>
    </inkml:brush>
  </inkml:definitions>
  <inkml:trace contextRef="#ctx0" brushRef="#br0">0 163 10538 0 0,'23'-162'5239'0'0,"-21"174"-4227"0"0,0 1 1 0 0,1-1 0 0 0,5 16-1 0 0,-1-3-667 0 0,-2-8 113 0 0,0 4 60 0 0,1 0-1 0 0,14 33 0 0 0,-20-54-497 0 0,0 0 0 0 0,0 1 0 0 0,1-1-1 0 0,-1 0 1 0 0,0 0 0 0 0,0 1 0 0 0,0-1 0 0 0,0 0 0 0 0,1 0 0 0 0,-1 0-1 0 0,0 1 1 0 0,0-1 0 0 0,1 0 0 0 0,-1 0 0 0 0,0 0 0 0 0,0 1 0 0 0,1-1-1 0 0,-1 0 1 0 0,0 0 0 0 0,1 0 0 0 0,-1 0 0 0 0,0 0 0 0 0,0 0 0 0 0,1 0-1 0 0,-1 0 1 0 0,0 0 0 0 0,1 0 0 0 0,-1 0 0 0 0,0 0 0 0 0,1 0 0 0 0,-1 0-1 0 0,0 0 1 0 0,1 0 0 0 0,-1 0 0 0 0,0 0 0 0 0,0 0 0 0 0,1 0-1 0 0,-1-1 1 0 0,0 1 0 0 0,0 0 0 0 0,1 0 0 0 0,-1 0 0 0 0,1-1 0 0 0,-3-1-36 0 0,-11-12 226 0 0,8 15-44 0 0,1 14-81 0 0,1 37-45 0 0,2 1-1 0 0,2-1 1 0 0,11 63 0 0 0,-5-39-23 0 0,25 475-320 0 0,-23-361 206 0 0,-6-147-1326 0 0,11 59 0 0 0,-8-72-5965 0 0</inkml:trace>
</inkml:ink>
</file>

<file path=ppt/ink/ink5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6:07.965"/>
    </inkml:context>
    <inkml:brush xml:id="br0">
      <inkml:brushProperty name="width" value="0.1" units="cm"/>
      <inkml:brushProperty name="height" value="0.1" units="cm"/>
      <inkml:brushProperty name="color" value="#FF0066"/>
    </inkml:brush>
  </inkml:definitions>
  <inkml:trace contextRef="#ctx0" brushRef="#br0">211 175 6449 0 0,'-81'29'1134'0'0,"43"-15"-44"0"0,-54 13-1 0 0,149-56 2929 0 0,1 6-2796 0 0,1 4-1 0 0,109-22 1 0 0,128-2 717 0 0,-170 27-1208 0 0,-97 12-687 0 0,538-63 1458 0 0,-562 66-1517 0 0,38 0-874 0 0,-42 1 750 0 0,1 0 1 0 0,0 0-1 0 0,0 0 0 0 0,-1 0 0 0 0,1 1 0 0 0,0-1 0 0 0,-1 0 0 0 0,1 1 0 0 0,0-1 1 0 0,-1 1-1 0 0,1 0 0 0 0,-1 0 0 0 0,1-1 0 0 0,-1 1 0 0 0,1 0 0 0 0,-1 0 0 0 0,1 0 1 0 0,-1 1-1 0 0,2 1 0 0 0</inkml:trace>
</inkml:ink>
</file>

<file path=ppt/ink/ink5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6:08.289"/>
    </inkml:context>
    <inkml:brush xml:id="br0">
      <inkml:brushProperty name="width" value="0.1" units="cm"/>
      <inkml:brushProperty name="height" value="0.1" units="cm"/>
      <inkml:brushProperty name="color" value="#FF0066"/>
    </inkml:brush>
  </inkml:definitions>
  <inkml:trace contextRef="#ctx0" brushRef="#br0">17 0 9618 0 0,'-15'9'486'0'0,"15"-9"-448"0"0,0 1 0 0 0,0-1 0 0 0,-1 0 1 0 0,1 0-1 0 0,0 1 0 0 0,0-1 0 0 0,0 0 0 0 0,0 0 0 0 0,0 1 0 0 0,0-1 0 0 0,0 0 0 0 0,0 1 1 0 0,0-1-1 0 0,0 0 0 0 0,0 0 0 0 0,0 1 0 0 0,0-1 0 0 0,0 0 0 0 0,0 0 0 0 0,0 1 0 0 0,0-1 0 0 0,0 0 1 0 0,0 1-1 0 0,0-1 0 0 0,0 0 0 0 0,0 0 0 0 0,1 1 0 0 0,-1-1 0 0 0,0 0 0 0 0,0 0 0 0 0,1 1 0 0 0,29 17 2521 0 0,-21-13-1939 0 0,102 49 4272 0 0,-68-31-3645 0 0,72 51-1 0 0,-64-31-939 0 0,-1 2-1 0 0,57 68 0 0 0,-59-60-487 0 0,96 83-1 0 0,-114-113-210 0 0,30 25-1134 0 0,-20-16-2680 0 0,-25-20-1919 0 0</inkml:trace>
</inkml:ink>
</file>

<file path=ppt/ink/ink5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6:08.590"/>
    </inkml:context>
    <inkml:brush xml:id="br0">
      <inkml:brushProperty name="width" value="0.1" units="cm"/>
      <inkml:brushProperty name="height" value="0.1" units="cm"/>
      <inkml:brushProperty name="color" value="#FF0066"/>
    </inkml:brush>
  </inkml:definitions>
  <inkml:trace contextRef="#ctx0" brushRef="#br0">326 240 4145 0 0,'44'-118'1874'0'0,"-3"-3"7910"0"0,-42 121-9726 0 0,-10 7 1549 0 0,-12 11-535 0 0,-5 10-629 0 0,1 1-1 0 0,2 2 1 0 0,-30 46-1 0 0,-56 110 614 0 0,78-129-869 0 0,24-41-322 0 0,-49 95 498 0 0,52-100-638 0 0,1 0 0 0 0,1 1 0 0 0,0 0 0 0 0,1 0 0 0 0,0 0 0 0 0,1 0 0 0 0,0 17 1 0 0</inkml:trace>
</inkml:ink>
</file>

<file path=ppt/ink/ink5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6:10.030"/>
    </inkml:context>
    <inkml:brush xml:id="br0">
      <inkml:brushProperty name="width" value="0.1" units="cm"/>
      <inkml:brushProperty name="height" value="0.1" units="cm"/>
      <inkml:brushProperty name="color" value="#FF0066"/>
    </inkml:brush>
  </inkml:definitions>
  <inkml:trace contextRef="#ctx0" brushRef="#br0">120 275 6449 0 0,'-11'2'394'0'0,"2"-1"-91"0"0,1 0 0 0 0,-1 0 1 0 0,0 0-1 0 0,0-1 0 0 0,0 0 0 0 0,1-1 1 0 0,-1 0-1 0 0,0 0 0 0 0,-13-5 0 0 0,22 6-241 0 0,-1 0-1 0 0,1 0 1 0 0,-1 0-1 0 0,1-1 1 0 0,0 1-1 0 0,-1 0 1 0 0,1 0-1 0 0,-1 0 1 0 0,1-1-1 0 0,0 1 0 0 0,-1 0 1 0 0,1 0-1 0 0,0-1 1 0 0,0 1-1 0 0,-1 0 1 0 0,1-1-1 0 0,0 1 1 0 0,0 0-1 0 0,-1-1 1 0 0,1 1-1 0 0,0 0 1 0 0,0-1-1 0 0,0 1 0 0 0,0-1 1 0 0,-1 1-1 0 0,1 0 1 0 0,0-1-1 0 0,0 1 1 0 0,0-1-1 0 0,0 1 1 0 0,0 0-1 0 0,0-1 1 0 0,0 1-1 0 0,0-1 0 0 0,12-12 1124 0 0,19-5 42 0 0,21 0-108 0 0,0 1 1 0 0,63-10 0 0 0,-32 8-496 0 0,467-75 389 0 0,-537 92-1011 0 0,259-19-103 0 0,22-4-2867 0 0,-250 19 1516 0 0</inkml:trace>
</inkml:ink>
</file>

<file path=ppt/ink/ink5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6:10.444"/>
    </inkml:context>
    <inkml:brush xml:id="br0">
      <inkml:brushProperty name="width" value="0.1" units="cm"/>
      <inkml:brushProperty name="height" value="0.1" units="cm"/>
      <inkml:brushProperty name="color" value="#FF0066"/>
    </inkml:brush>
  </inkml:definitions>
  <inkml:trace contextRef="#ctx0" brushRef="#br0">18 0 14283 0 0,'-1'1'57'0'0,"-1"1"0"0"0,1-1 0 0 0,0 0 0 0 0,0 0 0 0 0,-1 1-1 0 0,1-1 1 0 0,0 0 0 0 0,0 1 0 0 0,1-1 0 0 0,-1 1 0 0 0,0 0 0 0 0,0-1 0 0 0,1 1 0 0 0,-1 0 0 0 0,1-1 0 0 0,-1 1-1 0 0,1 0 1 0 0,0-1 0 0 0,0 4 0 0 0,-1 42-424 0 0,1-30 931 0 0,29 561 4617 0 0,-6-250-4397 0 0,-19-244-712 0 0,54 620-105 0 0,-47-590-2124 0 0,-3-15-2945 0 0,-5-86 3566 0 0</inkml:trace>
</inkml:ink>
</file>

<file path=ppt/ink/ink5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6:10.902"/>
    </inkml:context>
    <inkml:brush xml:id="br0">
      <inkml:brushProperty name="width" value="0.1" units="cm"/>
      <inkml:brushProperty name="height" value="0.1" units="cm"/>
      <inkml:brushProperty name="color" value="#FF0066"/>
    </inkml:brush>
  </inkml:definitions>
  <inkml:trace contextRef="#ctx0" brushRef="#br0">364 1 14283 0 0,'1'0'39'0'0,"-1"0"0"0"0,1 0 0 0 0,0 1 0 0 0,-1-1 0 0 0,1 1 0 0 0,-1-1 0 0 0,1 0 0 0 0,-1 1 0 0 0,1-1 1 0 0,-1 1-1 0 0,0-1 0 0 0,1 1 0 0 0,-1-1 0 0 0,1 1 0 0 0,-1 0 0 0 0,0-1 0 0 0,0 1 0 0 0,1-1 0 0 0,-1 1 0 0 0,0 0 0 0 0,0-1 0 0 0,0 1 0 0 0,0 0 0 0 0,1-1 0 0 0,-1 1 0 0 0,0 0 0 0 0,0-1 0 0 0,0 1 0 0 0,-1 0 0 0 0,1-1 0 0 0,0 1 1 0 0,0 0-1 0 0,0-1 0 0 0,0 1 0 0 0,-1-1 0 0 0,1 1 0 0 0,0 0 0 0 0,-8 30 883 0 0,-8 8-191 0 0,-1 0 0 0 0,-1-1 0 0 0,-30 45 0 0 0,-80 101 48 0 0,94-138-523 0 0,-64 88-540 0 0,94-129-612 0 0,7-18-4669 0 0,3 3 4193 0 0</inkml:trace>
</inkml:ink>
</file>

<file path=ppt/ink/ink5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6:11.235"/>
    </inkml:context>
    <inkml:brush xml:id="br0">
      <inkml:brushProperty name="width" value="0.1" units="cm"/>
      <inkml:brushProperty name="height" value="0.1" units="cm"/>
      <inkml:brushProperty name="color" value="#FF0066"/>
    </inkml:brush>
  </inkml:definitions>
  <inkml:trace contextRef="#ctx0" brushRef="#br0">343 22 456 0 0,'-9'1'828'0'0,"0"1"0"0"0,-1 1-1 0 0,1 0 1 0 0,0 0 0 0 0,0 0-1 0 0,0 1 1 0 0,-10 7 0 0 0,-7 1 40 0 0,-45 19 1977 0 0,-92 54 0 0 0,234-123-977 0 0,135-53 0 0 0,-162 71-1710 0 0,-33 13-785 0 0,1 2 0 0 0,0 0 0 0 0,0 0 0 0 0,14-2 0 0 0,-16 5-645 0 0</inkml:trace>
</inkml:ink>
</file>

<file path=ppt/ink/ink5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6:11.952"/>
    </inkml:context>
    <inkml:brush xml:id="br0">
      <inkml:brushProperty name="width" value="0.1" units="cm"/>
      <inkml:brushProperty name="height" value="0.1" units="cm"/>
      <inkml:brushProperty name="color" value="#FF0066"/>
    </inkml:brush>
  </inkml:definitions>
  <inkml:trace contextRef="#ctx0" brushRef="#br0">87 34 1376 0 0,'-3'-1'69'0'0,"0"0"0"0"0,0 0 0 0 0,0 0 0 0 0,0 0 0 0 0,1 0 0 0 0,-1-1 0 0 0,0 1-1 0 0,-2-3 1 0 0,-19-8-81 0 0,-10 4 8653 0 0,38 8-7375 0 0,-3 0-1182 0 0,0 0 1 0 0,0 0 0 0 0,0 0 0 0 0,0 1 0 0 0,0-1-1 0 0,0 0 1 0 0,0 1 0 0 0,0-1 0 0 0,0 0 0 0 0,0 1-1 0 0,0-1 1 0 0,0 1 0 0 0,-1-1 0 0 0,1 1 0 0 0,0 0-1 0 0,0-1 1 0 0,0 1 0 0 0,-1 0 0 0 0,1 0 0 0 0,0 0-1 0 0,-1-1 1 0 0,1 1 0 0 0,0 2 0 0 0,8 29 1544 0 0,-8-26-1517 0 0,20 141 2502 0 0,5 27-5396 0 0,-21-150 1190 0 0,-2-2-8 0 0</inkml:trace>
</inkml:ink>
</file>

<file path=ppt/ink/ink5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6:12.313"/>
    </inkml:context>
    <inkml:brush xml:id="br0">
      <inkml:brushProperty name="width" value="0.1" units="cm"/>
      <inkml:brushProperty name="height" value="0.1" units="cm"/>
      <inkml:brushProperty name="color" value="#FF0066"/>
    </inkml:brush>
  </inkml:definitions>
  <inkml:trace contextRef="#ctx0" brushRef="#br0">423 4 8290 0 0,'5'-4'1323'0'0,"-6"7"-271"0"0,-12 19 434 0 0,-26 29 347 0 0,-69 71-111 0 0,50-59-1070 0 0,-78 109-1 0 0,118-146-865 0 0,7-11 167 0 0,0 1 0 0 0,-8 17 1 0 0,17-27-456 0 0,-1-1 1 0 0,1 1 0 0 0,0-1-1 0 0,1 1 1 0 0,0-1 0 0 0,-1 9-1 0 0</inkml:trace>
</inkml:ink>
</file>

<file path=ppt/ink/ink5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6:12.758"/>
    </inkml:context>
    <inkml:brush xml:id="br0">
      <inkml:brushProperty name="width" value="0.1" units="cm"/>
      <inkml:brushProperty name="height" value="0.1" units="cm"/>
      <inkml:brushProperty name="color" value="#FF0066"/>
    </inkml:brush>
  </inkml:definitions>
  <inkml:trace contextRef="#ctx0" brushRef="#br0">262 103 3913 0 0,'-5'-2'414'0'0,"-1"1"0"0"0,0 1 1 0 0,0-1-1 0 0,0 1 0 0 0,0 0 0 0 0,0 1 0 0 0,0-1 1 0 0,0 1-1 0 0,0 0 0 0 0,0 0 0 0 0,-8 4 1 0 0,-62 26 2188 0 0,74-30-2520 0 0,-28 11 806 0 0,21-9-393 0 0,0 0 0 0 0,0 1 0 0 0,0 0 0 0 0,1 1 0 0 0,-1 0 0 0 0,-13 10 182 0 0,53-36 461 0 0,189-131-267 0 0,-217 150-865 0 0,0 0 1 0 0,0 0-1 0 0,0 0 1 0 0,0 1-1 0 0,0-1 1 0 0,0 1-1 0 0,0 0 1 0 0,0 0-1 0 0,1 0 1 0 0,-1 0-1 0 0,1 0 1 0 0,-1 1-1 0 0,1-1 1 0 0,-1 1-1 0 0,5 0 1 0 0,-5 1 37 0 0,0 0 0 0 0,-1 0 0 0 0,1 0 0 0 0,0 1 0 0 0,-1-1 1 0 0,0 1-1 0 0,1-1 0 0 0,-1 1 0 0 0,0 0 0 0 0,0 0 0 0 0,0 0 0 0 0,0 0 1 0 0,0 0-1 0 0,0 0 0 0 0,0 1 0 0 0,-1-1 0 0 0,1 1 0 0 0,1 3 0 0 0,23 47 749 0 0,-3 1 0 0 0,27 91 1 0 0,19 47-2341 0 0,-61-172-5597 0 0</inkml:trace>
</inkml:ink>
</file>

<file path=ppt/ink/ink5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6:40.073"/>
    </inkml:context>
    <inkml:brush xml:id="br0">
      <inkml:brushProperty name="width" value="0.1" units="cm"/>
      <inkml:brushProperty name="height" value="0.1" units="cm"/>
      <inkml:brushProperty name="color" value="#FF0066"/>
    </inkml:brush>
  </inkml:definitions>
  <inkml:trace contextRef="#ctx0" brushRef="#br0">104 178 2304 0 0,'-38'17'2333'0'0,"33"-13"-1626"0"0,-2-1 0 0 0,1 0 0 0 0,0 0 0 0 0,-1 0 0 0 0,1-1 1 0 0,-1 0-1 0 0,0 0 0 0 0,-8 0 0 0 0,35-5 3852 0 0,16-11-3590 0 0,4 0-717 0 0,81-19 675 0 0,66-14-330 0 0,-58 21-584 0 0,-54 10-14 0 0,87-8 0 0 0,-79 17-5 0 0,301-9-52 0 0,-85 48 13 0 0,-85-6 18 0 0,-119-17 27 0 0,313 20 0 0 0,-75-11-25 0 0,111 1-14 0 0,-406-19 39 0 0,598 19 0 0 0,172-12 0 0 0,-232 12 0 0 0,-230-17 0 0 0,-165-5 0 0 0,93-6 39 0 0,-93 2-3 0 0,-86 2 493 0 0,1-4 1 0 0,147-33 0 0 0,-215 35-436 0 0,55-11 48 0 0,-74 17-152 0 0,-1 0 1 0 0,1 0-1 0 0,-1 1 1 0 0,1 0 0 0 0,-1 0-1 0 0,1 1 1 0 0,10 3-1 0 0,-6-1-3 0 0,-6 0 46 0 0,1-1-1 0 0,0 0 0 0 0,1 0 1 0 0,-1-1-1 0 0,9 0 1 0 0,-10 1 26 0 0,-10 0 1165 0 0,0 0-1124 0 0,-2-1-121 0 0,-30 8 412 0 0,34-8-409 0 0,0-1 0 0 0,-1 0 0 0 0,1 0 0 0 0,-1 0 0 0 0,1 0 0 0 0,0 0 0 0 0,-1 0 0 0 0,1 0 1 0 0,-1-1-1 0 0,1 1 0 0 0,0 0 0 0 0,-1-1 0 0 0,1 1 0 0 0,0-1 0 0 0,-1 0 0 0 0,1 1 0 0 0,0-1 0 0 0,0 0 0 0 0,0 0 0 0 0,0 0 0 0 0,0 0 0 0 0,-1 0 1 0 0,0-2-1 0 0,-2-1-304 0 0,0 0 0 0 0,0 1 0 0 0,0-1 0 0 0,-1 1 0 0 0,1 0 0 0 0,-1 0 0 0 0,0 0 1 0 0,0 0-1 0 0,0 1 0 0 0,-7-3 0 0 0,5 2-92 0 0,0 0 0 0 0,-1-1 1 0 0,1 1-1 0 0,-8-8 0 0 0,-6-2 1318 0 0,20 13-807 0 0,0 0 0 0 0,1 0 0 0 0,-1 0 0 0 0,1 0 1 0 0,-1 0-1 0 0,0 0 0 0 0,1 0 0 0 0,-1 0 0 0 0,1 0 0 0 0,-1 0 0 0 0,0 0 0 0 0,1 0 0 0 0,-1 0 1 0 0,1 0-1 0 0,-1 1 0 0 0,1-1 0 0 0,-1 0 0 0 0,1 0 0 0 0,-1 1 0 0 0,1-1 0 0 0,-1 0 0 0 0,0 2 1 0 0,-1 1 82 0 0,0 0 1 0 0,0 0 0 0 0,1 0 0 0 0,-1 0 0 0 0,1 1 0 0 0,0-1-1 0 0,0 1 1 0 0,0-1 0 0 0,1 1 0 0 0,-1 5 0 0 0,5 19 278 0 0,-4-27-436 0 0,0 0-1 0 0,0 0 0 0 0,0-1 1 0 0,1 1-1 0 0,-1 0 0 0 0,0-1 1 0 0,0 1-1 0 0,1 0 0 0 0,-1-1 1 0 0,1 1-1 0 0,-1 0 0 0 0,1-1 1 0 0,-1 1-1 0 0,1-1 0 0 0,-1 1 0 0 0,1-1 1 0 0,-1 1-1 0 0,1-1 0 0 0,0 1 1 0 0,-1-1-1 0 0,1 1 0 0 0,0-1 1 0 0,-1 0-1 0 0,1 0 0 0 0,0 1 1 0 0,-1-1-1 0 0,1 0 0 0 0,0 0 1 0 0,0 0-1 0 0,-1 0 0 0 0,1 1 1 0 0,0-1-1 0 0,0 0 0 0 0,-1-1 0 0 0,2 1 1 0 0,-1-1-12 0 0,0 1 0 0 0,0-1-1 0 0,-1 0 1 0 0,1 0 0 0 0,0 0 0 0 0,-1 0 0 0 0,1 0 0 0 0,-1 0 0 0 0,1 0 0 0 0,-1 0 0 0 0,1 0-1 0 0,-1 0 1 0 0,0-1 0 0 0,0 1 0 0 0,1 0 0 0 0,-1 0 0 0 0,0 0 0 0 0,0 0 0 0 0,0 0 0 0 0,0-1 0 0 0,-1 1-1 0 0,1 0 1 0 0,0 0 0 0 0,0 0 0 0 0,-1 0 0 0 0,1 0 0 0 0,-1-2 0 0 0,-9-31 256 0 0,6 24-543 0 0,0 1 1 0 0,-1 0 0 0 0,0 0-1 0 0,0 0 1 0 0,-12-13 0 0 0</inkml:trace>
</inkml:ink>
</file>

<file path=ppt/ink/ink5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6:44.717"/>
    </inkml:context>
    <inkml:brush xml:id="br0">
      <inkml:brushProperty name="width" value="0.1" units="cm"/>
      <inkml:brushProperty name="height" value="0.1" units="cm"/>
      <inkml:brushProperty name="color" value="#004F8B"/>
    </inkml:brush>
  </inkml:definitions>
  <inkml:trace contextRef="#ctx0" brushRef="#br0">207 42 920 0 0,'3'-7'267'0'0,"-2"5"181"0"0,0 1 0 0 0,-1-1 0 0 0,1 0 1 0 0,0 1-1 0 0,-1-1 0 0 0,1 0 0 0 0,-1 1 0 0 0,1-1 0 0 0,-1 0 0 0 0,0 0 0 0 0,1 1 0 0 0,-1-1 0 0 0,0 0 0 0 0,0 0 0 0 0,-1 1 0 0 0,1-1 1 0 0,-1-3-1 0 0,-1 6-187 0 0,0 0 1 0 0,0 0-1 0 0,1 0 1 0 0,-1 0-1 0 0,0 0 1 0 0,1 1-1 0 0,-1-1 1 0 0,0 0-1 0 0,1 1 0 0 0,0-1 1 0 0,-1 1-1 0 0,1 0 1 0 0,-2 2-1 0 0,-29 45 416 0 0,2 2-1 0 0,3 1 1 0 0,-24 60-1 0 0,41-87-624 0 0,1 0 1 0 0,1 1-1 0 0,1 0 0 0 0,-6 47 0 0 0,11-60-49 0 0,1 0 0 0 0,0 1 0 0 0,1-1 0 0 0,1 0 0 0 0,0 1 0 0 0,1-1 0 0 0,0 0 0 0 0,1 0 0 0 0,1 0 0 0 0,0-1-1 0 0,9 20 1 0 0,-11-27 43 0 0,1 0-1 0 0,0 0 0 0 0,0 0 0 0 0,1 0 0 0 0,0-1 0 0 0,-1 1 0 0 0,2-1 0 0 0,-1 0 1 0 0,0 0-1 0 0,1-1 0 0 0,0 1 0 0 0,0-1 0 0 0,0 0 0 0 0,0 0 0 0 0,0-1 0 0 0,0 1 1 0 0,1-1-1 0 0,-1 0 0 0 0,1-1 0 0 0,0 1 0 0 0,0-1 0 0 0,6 0 0 0 0,-6-1-11 0 0,1 0 0 0 0,0-1 1 0 0,0 1-1 0 0,0-2 0 0 0,-1 1 0 0 0,1-1 0 0 0,-1 0 0 0 0,1 0 0 0 0,-1-1 0 0 0,0 0 0 0 0,0 0 0 0 0,0 0 1 0 0,0-1-1 0 0,0 0 0 0 0,-1 0 0 0 0,0 0 0 0 0,0-1 0 0 0,7-7 0 0 0,-4 3 4 0 0,0 0-1 0 0,-1-1 1 0 0,0 1-1 0 0,0-1 1 0 0,-1-1-1 0 0,-1 1 0 0 0,0-1 1 0 0,0 0-1 0 0,-1-1 1 0 0,0 1-1 0 0,3-18 1 0 0,-6 20-43 0 0,-1 0 1 0 0,0-1-1 0 0,0 1 1 0 0,0-1-1 0 0,-1 1 1 0 0,-1 0-1 0 0,1-1 0 0 0,-2 1 1 0 0,1 0-1 0 0,-1 0 1 0 0,-1 0-1 0 0,1 1 1 0 0,-2-1-1 0 0,-9-15 1 0 0,2 7 75 0 0,9 13-68 0 0,0 0 0 0 0,0 0 0 0 0,0 0 0 0 0,1 0 0 0 0,-1 0 0 0 0,1-1 0 0 0,-2-5 0 0 0,4 8-3 0 0,0 1 0 0 0,0-1 0 0 0,0 1 0 0 0,0-1 0 0 0,0 1 0 0 0,0 0 0 0 0,1-1 0 0 0,-1 1 0 0 0,0-1 0 0 0,1 1 0 0 0,-1-1 0 0 0,1 1 0 0 0,-1 0 0 0 0,1-1 0 0 0,0 1 0 0 0,0 0-1 0 0,0 0 1 0 0,-1-1 0 0 0,1 1 0 0 0,0 0 0 0 0,0 0 0 0 0,0 0 0 0 0,1 0 0 0 0,-1 0 0 0 0,0 0 0 0 0,0 1 0 0 0,1-1 0 0 0,1-1 0 0 0,4-2-8 0 0,-1 0 0 0 0,1 0 0 0 0,0 1 0 0 0,0 0 0 0 0,1 0 0 0 0,-1 1 0 0 0,0 0 0 0 0,1 0 0 0 0,-1 1 0 0 0,1 0 0 0 0,14 0 0 0 0,-17 1 5 0 0,0 1 1 0 0,0 0 0 0 0,1 0-1 0 0,-1 1 1 0 0,0-1 0 0 0,0 1 0 0 0,0 0-1 0 0,-1 0 1 0 0,1 1 0 0 0,0 0 0 0 0,-1-1-1 0 0,1 1 1 0 0,-1 1 0 0 0,0-1 0 0 0,0 1-1 0 0,0 0 1 0 0,5 7 0 0 0,2 3 59 0 0,-2 0-1 0 0,0 1 1 0 0,-1-1 0 0 0,0 2 0 0 0,-1-1-1 0 0,0 1 1 0 0,6 26 0 0 0,-2 10 121 0 0,6 58 1 0 0,-5-29-294 0 0,-10-70-627 0 0,0-4-228 0 0</inkml:trace>
</inkml:ink>
</file>

<file path=ppt/ink/ink5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6:44.985"/>
    </inkml:context>
    <inkml:brush xml:id="br0">
      <inkml:brushProperty name="width" value="0.1" units="cm"/>
      <inkml:brushProperty name="height" value="0.1" units="cm"/>
      <inkml:brushProperty name="color" value="#004F8B"/>
    </inkml:brush>
  </inkml:definitions>
  <inkml:trace contextRef="#ctx0" brushRef="#br0">10 0 10138 0 0,'0'0'98'0'0,"0"0"0"0"0,-1 0 0 0 0,1 0 0 0 0,0 1 0 0 0,-1-1 0 0 0,1 0 0 0 0,0 0 0 0 0,-1 0 0 0 0,1 0 0 0 0,0 0 0 0 0,-1 0 0 0 0,1 1 0 0 0,0-1 0 0 0,-1 0 0 0 0,1 0 0 0 0,0 0 0 0 0,0 1 0 0 0,-1-1 0 0 0,1 0 0 0 0,0 0 0 0 0,0 1 0 0 0,0-1 0 0 0,-1 0 0 0 0,1 1 0 0 0,0-1 0 0 0,0 0 0 0 0,0 1 0 0 0,0-1 0 0 0,0 0 0 0 0,0 1 0 0 0,0-1 0 0 0,-1 0 0 0 0,1 1 0 0 0,0-1 0 0 0,0 1 0 0 0,-2 23 2058 0 0,5 29 389 0 0,-2-50-2245 0 0,40 242 2311 0 0,-1-5-3133 0 0,-42-214-1572 0 0,-2-13-434 0 0,4-12 2481 0 0,0-1 1 0 0,0 0-1 0 0,0 0 0 0 0,0 0 1 0 0,0 0-1 0 0,0 1 0 0 0,0-1 1 0 0,-1 0-1 0 0,1 0 0 0 0,0 0 1 0 0,0 0-1 0 0,0 0 0 0 0,0 0 1 0 0,0 1-1 0 0,-1-1 1 0 0,1 0-1 0 0,0 0 0 0 0,0 0 1 0 0,0 0-1 0 0,-1 0 0 0 0,1 0 1 0 0,0 0-1 0 0,0 0 0 0 0,0 0 1 0 0,0 0-1 0 0,-1 0 1 0 0,1 0-1 0 0,0 0 0 0 0,0 0 1 0 0,0 0-1 0 0,-1 0 0 0 0,1 0 1 0 0,0 0-1 0 0,0 0 0 0 0,0 0 1 0 0,-1 0-1 0 0,1 0 0 0 0,0 0 1 0 0,0 0-1 0 0,0 0 1 0 0,0-1-1 0 0,0 1 0 0 0,-1 0 1 0 0,1 0-1 0 0,-3-4 47 0 0</inkml:trace>
</inkml:ink>
</file>

<file path=ppt/ink/ink5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6:45.252"/>
    </inkml:context>
    <inkml:brush xml:id="br0">
      <inkml:brushProperty name="width" value="0.1" units="cm"/>
      <inkml:brushProperty name="height" value="0.1" units="cm"/>
      <inkml:brushProperty name="color" value="#004F8B"/>
    </inkml:brush>
  </inkml:definitions>
  <inkml:trace contextRef="#ctx0" brushRef="#br0">0 56 7834 0 0,'0'-2'121'0'0,"1"1"1"0"0,-1-1-1 0 0,0 1 1 0 0,0-1-1 0 0,1 1 1 0 0,-1-1 0 0 0,1 1-1 0 0,-1 0 1 0 0,1-1-1 0 0,-1 1 1 0 0,1 0-1 0 0,0-1 1 0 0,0 1 0 0 0,0 0-1 0 0,0 0 1 0 0,0 0-1 0 0,0 0 1 0 0,0 0-1 0 0,0 0 1 0 0,0 0-1 0 0,0 0 1 0 0,0 0 0 0 0,1 1-1 0 0,-1-1 1 0 0,0 0-1 0 0,1 1 1 0 0,-1-1-1 0 0,0 1 1 0 0,3-1 0 0 0,44-16 1992 0 0,-38 15-1588 0 0,0 1-1 0 0,1 0 1 0 0,-1 0-1 0 0,1 1 1 0 0,-1 0 0 0 0,1 1-1 0 0,11 2 1 0 0,-16-2-385 0 0,0 0 0 0 0,0 0 0 0 0,-1 1 0 0 0,1 0-1 0 0,0 0 1 0 0,-1 1 0 0 0,0-1 0 0 0,1 1 0 0 0,-1 0 0 0 0,0 1 0 0 0,-1-1 0 0 0,1 1 0 0 0,-1 0 0 0 0,5 5 0 0 0,-7-7-126 0 0,-1 0 0 0 0,0 0 0 0 0,0 0 0 0 0,0 0 0 0 0,0 0 0 0 0,0 0 0 0 0,0 0 1 0 0,0 1-1 0 0,-1-1 0 0 0,1 0 0 0 0,-1 0 0 0 0,1 1 0 0 0,-1-1 0 0 0,0 0 0 0 0,0 1 1 0 0,0-1-1 0 0,0 0 0 0 0,-1 3 0 0 0,0 1 15 0 0,-1-1-1 0 0,1 0 1 0 0,-1 0 0 0 0,-1 0 0 0 0,1 0-1 0 0,-1 0 1 0 0,-4 7 0 0 0,-5 4 65 0 0,-1-1-1 0 0,0 0 1 0 0,-18 14 0 0 0,31-28-94 0 0,-17 14-106 0 0,0 0 0 0 0,-1-1 0 0 0,0-1 0 0 0,-23 12 0 0 0,40-25-76 0 0,-11 2-2796 0 0</inkml:trace>
</inkml:ink>
</file>

<file path=ppt/ink/ink5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6:45.554"/>
    </inkml:context>
    <inkml:brush xml:id="br0">
      <inkml:brushProperty name="width" value="0.1" units="cm"/>
      <inkml:brushProperty name="height" value="0.1" units="cm"/>
      <inkml:brushProperty name="color" value="#004F8B"/>
    </inkml:brush>
  </inkml:definitions>
  <inkml:trace contextRef="#ctx0" brushRef="#br0">1 24 5985 0 0,'27'-23'8923'0'0,"-26"23"-8733"0"0,-1 1 0 0 0,1-1 0 0 0,-1 0-1 0 0,1 1 1 0 0,0-1 0 0 0,-1 1 0 0 0,1 0 0 0 0,-1-1 0 0 0,1 1-1 0 0,-1-1 1 0 0,0 1 0 0 0,1 0 0 0 0,-1-1 0 0 0,0 1 0 0 0,1 0-1 0 0,-1-1 1 0 0,0 1 0 0 0,0 0 0 0 0,1 0 0 0 0,-1-1 0 0 0,0 1-1 0 0,0 0 1 0 0,0 0 0 0 0,0-1 0 0 0,0 1 0 0 0,0 0 0 0 0,0 0-1 0 0,0-1 1 0 0,-1 2 0 0 0,2 46 976 0 0,-6 52 0 0 0,0 39-1248 0 0,6-110 21 0 0,0 6-369 0 0,1 0 0 0 0,2 0 0 0 0,12 50 1 0 0,-12-72-744 0 0</inkml:trace>
</inkml:ink>
</file>

<file path=ppt/ink/ink5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6:45.776"/>
    </inkml:context>
    <inkml:brush xml:id="br0">
      <inkml:brushProperty name="width" value="0.1" units="cm"/>
      <inkml:brushProperty name="height" value="0.1" units="cm"/>
      <inkml:brushProperty name="color" value="#004F8B"/>
    </inkml:brush>
  </inkml:definitions>
  <inkml:trace contextRef="#ctx0" brushRef="#br0">18 89 5529 0 0,'-17'-15'5746'0'0,"38"-7"939"0"0,-18 19-7001 0 0,6-4 858 0 0,1-1 1 0 0,0 1 0 0 0,13-7 0 0 0,-19 11-715 0 0,0 2 1 0 0,1-1 0 0 0,-1 0 0 0 0,0 1 0 0 0,0 0 0 0 0,1 0-1 0 0,5-1 1 0 0,3 2-1238 0 0</inkml:trace>
</inkml:ink>
</file>

<file path=ppt/ink/ink5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6:45.998"/>
    </inkml:context>
    <inkml:brush xml:id="br0">
      <inkml:brushProperty name="width" value="0.1" units="cm"/>
      <inkml:brushProperty name="height" value="0.1" units="cm"/>
      <inkml:brushProperty name="color" value="#004F8B"/>
    </inkml:brush>
  </inkml:definitions>
  <inkml:trace contextRef="#ctx0" brushRef="#br0">0 241 10594 0 0,'65'-59'6015'0'0,"38"-23"-4380"0"0,-86 69-1547 0 0,21-14-764 0 0,18-17-4884 0 0,-38 28 3458 0 0</inkml:trace>
</inkml:ink>
</file>

<file path=ppt/ink/ink5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6:46.402"/>
    </inkml:context>
    <inkml:brush xml:id="br0">
      <inkml:brushProperty name="width" value="0.1" units="cm"/>
      <inkml:brushProperty name="height" value="0.1" units="cm"/>
      <inkml:brushProperty name="color" value="#004F8B"/>
    </inkml:brush>
  </inkml:definitions>
  <inkml:trace contextRef="#ctx0" brushRef="#br0">127 110 8754 0 0,'-2'-2'190'0'0,"0"0"1"0"0,0 0 0 0 0,-1 0-1 0 0,1 1 1 0 0,0-1 0 0 0,-1 1-1 0 0,1-1 1 0 0,-1 1-1 0 0,0 0 1 0 0,1 0 0 0 0,-1 0-1 0 0,0 0 1 0 0,0 1-1 0 0,-3-1 1 0 0,4 1 30 0 0,0 1 0 0 0,0-1 1 0 0,-1 1-1 0 0,1-1 0 0 0,0 1 0 0 0,0 0 0 0 0,0 0 1 0 0,0 0-1 0 0,0 0 0 0 0,1 0 0 0 0,-1 1 0 0 0,0-1 0 0 0,0 1 1 0 0,1-1-1 0 0,-1 1 0 0 0,1-1 0 0 0,-1 1 0 0 0,1 0 1 0 0,-2 3-1 0 0,-4 6 30 0 0,1 1-1 0 0,0 0 1 0 0,1 0 0 0 0,0 0 0 0 0,0 1 0 0 0,2-1-1 0 0,0 1 1 0 0,0 0 0 0 0,1 0 0 0 0,0 0-1 0 0,2 1 1 0 0,-1-1 0 0 0,2 0 0 0 0,-1 0 0 0 0,2 1-1 0 0,0-1 1 0 0,0 0 0 0 0,5 13 0 0 0,-4-19-242 0 0,0 0 1 0 0,0 0-1 0 0,1-1 1 0 0,0 1-1 0 0,0-1 1 0 0,0 0-1 0 0,1 0 1 0 0,0-1-1 0 0,0 1 0 0 0,0-1 1 0 0,1 0-1 0 0,0 0 1 0 0,0-1-1 0 0,7 5 1 0 0,-4-4 53 0 0,1 0 1 0 0,0-1-1 0 0,0 0 1 0 0,0-1-1 0 0,0 0 1 0 0,1 0 0 0 0,-1-1-1 0 0,1-1 1 0 0,15 1-1 0 0,-14-1 11 0 0,0-2 0 0 0,0 0 0 0 0,0 0 0 0 0,-1-1 0 0 0,1 0 0 0 0,-1-1 0 0 0,1-1 0 0 0,16-6 0 0 0,-21 6-57 0 0,1 0 1 0 0,-1 0 0 0 0,0 0 0 0 0,0-1 0 0 0,0 0 0 0 0,-1-1 0 0 0,1 0-1 0 0,-1 1 1 0 0,-1-2 0 0 0,1 1 0 0 0,-1-1 0 0 0,5-9 0 0 0,-4 5 19 0 0,0-1 0 0 0,-1-1 1 0 0,-1 1-1 0 0,0-1 1 0 0,-1 0-1 0 0,-1 0 0 0 0,0 0 1 0 0,0 0-1 0 0,-1 0 0 0 0,-1 0 1 0 0,0 0-1 0 0,-1-1 0 0 0,0 1 1 0 0,-1 0-1 0 0,-1 0 0 0 0,0 1 1 0 0,0-1-1 0 0,-2 0 0 0 0,1 1 1 0 0,-2 0-1 0 0,1 0 0 0 0,-2 0 1 0 0,0 1-1 0 0,0 0 0 0 0,-1 0 1 0 0,-17-17-1 0 0,21 24-15 0 0,-1 0 0 0 0,1 0 0 0 0,-1 1-1 0 0,0-1 1 0 0,-1 1 0 0 0,1 1 0 0 0,0-1 0 0 0,-1 1 0 0 0,1 0 0 0 0,-1 0-1 0 0,0 0 1 0 0,-10-1 0 0 0,4 2-325 0 0,0 0 0 0 0,0 1 0 0 0,0 0 0 0 0,0 1 0 0 0,-16 3 0 0 0,-9 3-7549 0 0</inkml:trace>
</inkml:ink>
</file>

<file path=ppt/ink/ink5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6:59.176"/>
    </inkml:context>
    <inkml:brush xml:id="br0">
      <inkml:brushProperty name="width" value="0.1" units="cm"/>
      <inkml:brushProperty name="height" value="0.1" units="cm"/>
      <inkml:brushProperty name="color" value="#004F8B"/>
    </inkml:brush>
  </inkml:definitions>
  <inkml:trace contextRef="#ctx0" brushRef="#br0">169 155 3225 0 0,'2'-41'1680'0'0,"-1"30"-964"0"0,0 1 1 0 0,0 0-1 0 0,-1 0 0 0 0,-1 0 0 0 0,0-1 0 0 0,0 1 0 0 0,-1 0 0 0 0,-3-12 0 0 0,4 21-644 0 0,1 1 0 0 0,0-1-1 0 0,0 1 1 0 0,-1-1-1 0 0,1 1 1 0 0,0-1-1 0 0,0 1 1 0 0,-1-1 0 0 0,1 1-1 0 0,-1 0 1 0 0,1-1-1 0 0,0 1 1 0 0,-1-1 0 0 0,1 1-1 0 0,-1 0 1 0 0,1-1-1 0 0,-1 1 1 0 0,1 0-1 0 0,-1 0 1 0 0,1 0 0 0 0,-1-1-1 0 0,1 1 1 0 0,-1 0-1 0 0,1 0 1 0 0,-1 0 0 0 0,1 0-1 0 0,-1 0 1 0 0,1 0-1 0 0,-1 0 1 0 0,1 0-1 0 0,-1 0 1 0 0,0 0 0 0 0,1 0-1 0 0,-1 0 1 0 0,1 0-1 0 0,-1 0 1 0 0,1 1-1 0 0,-1-1 1 0 0,1 0 0 0 0,-1 0-1 0 0,1 1 1 0 0,-1-1-1 0 0,1 0 1 0 0,-1 1 0 0 0,1-1-1 0 0,0 0 1 0 0,-1 1-1 0 0,1-1 1 0 0,0 1-1 0 0,-1-1 1 0 0,1 1 0 0 0,0-1-1 0 0,-1 0 1 0 0,1 1-1 0 0,0 0 1 0 0,-20 27 1174 0 0,3 5-932 0 0,1 1 1 0 0,2 0-1 0 0,2 0 0 0 0,1 1 0 0 0,-12 65 1 0 0,12-22-115 0 0,-4 129 1 0 0,15-169-85 0 0,1-1-1 0 0,1 1 1 0 0,3-1-1 0 0,1 0 1 0 0,15 54-1 0 0,-14-71-35 0 0,0 0-1 0 0,2 0 1 0 0,0-1-1 0 0,1-1 1 0 0,0 1-1 0 0,2-1 1 0 0,0-1-1 0 0,2 0 1 0 0,-1-1-1 0 0,2-1 1 0 0,18 16-1 0 0,-18-18-76 0 0,1-1-1 0 0,1 0 1 0 0,0-2 0 0 0,0 0-1 0 0,1-1 1 0 0,0 0-1 0 0,1-2 1 0 0,24 7 0 0 0,-28-10-965 0 0,0-1-1 0 0,0-1 1 0 0,27 1 0 0 0,-21-3-381 0 0</inkml:trace>
</inkml:ink>
</file>

<file path=ppt/ink/ink5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6:59.874"/>
    </inkml:context>
    <inkml:brush xml:id="br0">
      <inkml:brushProperty name="width" value="0.1" units="cm"/>
      <inkml:brushProperty name="height" value="0.1" units="cm"/>
      <inkml:brushProperty name="color" value="#004F8B"/>
    </inkml:brush>
  </inkml:definitions>
  <inkml:trace contextRef="#ctx0" brushRef="#br0">18 107 6913 0 0,'-1'0'31'0'0,"0"0"-1"0"0,0 0 1 0 0,1 0-1 0 0,-1 0 1 0 0,0 0-1 0 0,0 0 0 0 0,1-1 1 0 0,-1 1-1 0 0,0 0 1 0 0,1-1-1 0 0,-1 1 0 0 0,0 0 1 0 0,1-1-1 0 0,-1 1 1 0 0,0-1-1 0 0,1 1 1 0 0,-1-1-1 0 0,1 1 0 0 0,-1-1 1 0 0,1 0-1 0 0,-1 1 1 0 0,1-1-1 0 0,0 0 0 0 0,-1 1 1 0 0,1-1-1 0 0,0 0 1 0 0,-1 1-1 0 0,1-1 1 0 0,0 0-1 0 0,0 1 0 0 0,0-3 1 0 0,0 1 173 0 0,0 0 0 0 0,0 0 0 0 0,1 0 0 0 0,0-1 0 0 0,-1 1 0 0 0,1 0 1 0 0,0 0-1 0 0,0 0 0 0 0,0 0 0 0 0,0 0 0 0 0,2-2 0 0 0,1-2 521 0 0,1 0 0 0 0,0 0 0 0 0,0 0 0 0 0,1 0 0 0 0,11-8 0 0 0,-13 11-490 0 0,0 1 1 0 0,0 0-1 0 0,0 0 1 0 0,0 0-1 0 0,1 0 1 0 0,-1 1-1 0 0,1-1 1 0 0,-1 1-1 0 0,1 0 1 0 0,-1 1-1 0 0,1-1 1 0 0,0 1-1 0 0,-1 0 1 0 0,1 0-1 0 0,0 0 1 0 0,4 1-1 0 0,-6 0-165 0 0,0 0-1 0 0,0 0 0 0 0,-1 1 0 0 0,1-1 1 0 0,0 1-1 0 0,-1-1 0 0 0,1 1 1 0 0,-1 0-1 0 0,0 0 0 0 0,0 0 1 0 0,1 0-1 0 0,-1 0 0 0 0,0 0 0 0 0,-1 0 1 0 0,1 1-1 0 0,0-1 0 0 0,-1 1 1 0 0,1 0-1 0 0,-1-1 0 0 0,0 1 1 0 0,0 0-1 0 0,0 0 0 0 0,0 0 0 0 0,-1-1 1 0 0,2 7-1 0 0,-1 3-44 0 0,1 1 0 0 0,-2-1 1 0 0,0 0-1 0 0,0 1 0 0 0,-1-1 0 0 0,-3 15 0 0 0,-22 73 252 0 0,18-76-216 0 0,1 1 0 0 0,1-1 0 0 0,-5 50 1 0 0,11-71-69 0 0,0-1 0 0 0,0 1 0 0 0,-1-1 0 0 0,1 1 1 0 0,1-1-1 0 0,-1 1 0 0 0,0-1 0 0 0,1 1 0 0 0,-1-1 0 0 0,1 1 1 0 0,0-1-1 0 0,0 1 0 0 0,0-1 0 0 0,0 0 0 0 0,0 0 1 0 0,0 1-1 0 0,1-1 0 0 0,-1 0 0 0 0,1 0 0 0 0,-1 0 1 0 0,4 2-1 0 0,-2-2-10 0 0,0-1 0 0 0,0 0 1 0 0,0 0-1 0 0,0 0 0 0 0,1 0 1 0 0,-1-1-1 0 0,0 0 0 0 0,0 1 1 0 0,0-1-1 0 0,1 0 0 0 0,-1 0 1 0 0,0-1-1 0 0,0 1 0 0 0,0-1 0 0 0,1 1 1 0 0,2-3-1 0 0,7 0-153 0 0,-1 0-1 0 0,1 1 1 0 0,-1 1 0 0 0,1 0-1 0 0,0 0 1 0 0,22 2 0 0 0,-31 0 159 0 0,1 0-1 0 0,-1 0 1 0 0,0 0 0 0 0,0 1 0 0 0,0-1 0 0 0,0 1 0 0 0,0 0-1 0 0,0 0 1 0 0,-1 0 0 0 0,1 1 0 0 0,-1-1 0 0 0,1 1 0 0 0,-1 0-1 0 0,0 0 1 0 0,0 0 0 0 0,0 0 0 0 0,0 1 0 0 0,-1-1 0 0 0,1 1-1 0 0,-1-1 1 0 0,0 1 0 0 0,0 0 0 0 0,2 7 0 0 0,-1-2 19 0 0,0 1-1 0 0,-1-1 1 0 0,-1 0 0 0 0,0 1 0 0 0,0 0-1 0 0,0-1 1 0 0,-1 1 0 0 0,-1-1-1 0 0,0 1 1 0 0,0-1 0 0 0,-1 1 0 0 0,0-1-1 0 0,0 0 1 0 0,-7 15 0 0 0,-6 10-261 0 0,-1 1-1 0 0,-30 44 1 0 0,13-22-1160 0 0,21-37 314 0 0</inkml:trace>
</inkml:ink>
</file>

<file path=ppt/ink/ink5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00.082"/>
    </inkml:context>
    <inkml:brush xml:id="br0">
      <inkml:brushProperty name="width" value="0.1" units="cm"/>
      <inkml:brushProperty name="height" value="0.1" units="cm"/>
      <inkml:brushProperty name="color" value="#004F8B"/>
    </inkml:brush>
  </inkml:definitions>
  <inkml:trace contextRef="#ctx0" brushRef="#br0">26 0 7834 0 0,'-3'13'8296'0'0,"-5"4"-3809"0"0,-3 7-4001 0 0,7 1-5960 0 0</inkml:trace>
</inkml:ink>
</file>

<file path=ppt/ink/ink5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00.611"/>
    </inkml:context>
    <inkml:brush xml:id="br0">
      <inkml:brushProperty name="width" value="0.1" units="cm"/>
      <inkml:brushProperty name="height" value="0.1" units="cm"/>
      <inkml:brushProperty name="color" value="#004F8B"/>
    </inkml:brush>
  </inkml:definitions>
  <inkml:trace contextRef="#ctx0" brushRef="#br0">29 64 456 0 0,'0'-1'195'0'0,"0"0"0"0"0,0 0 0 0 0,0 0 0 0 0,0-1 0 0 0,0 1 0 0 0,-1 0 0 0 0,1 0 0 0 0,0 0 1 0 0,-1 0-1 0 0,1 0 0 0 0,0 0 0 0 0,-1 0 0 0 0,0 0 0 0 0,1 0 0 0 0,-1 0 0 0 0,1 0 0 0 0,-1 1 0 0 0,0-1 0 0 0,0 0 0 0 0,0 0 0 0 0,1 0 0 0 0,-1 1 0 0 0,0-1 0 0 0,-2 0 0 0 0,2 0 97 0 0,0 0 1 0 0,0 1-1 0 0,0-1 0 0 0,0 0 0 0 0,0 0 1 0 0,0 0-1 0 0,1 0 0 0 0,-1 0 0 0 0,0 0 1 0 0,0 0-1 0 0,1 0 0 0 0,-1 0 0 0 0,0 0 0 0 0,1 0 1 0 0,-1 0-1 0 0,1 0 0 0 0,0-1 0 0 0,-1 1 1 0 0,1 0-1 0 0,0-3 0 0 0,0 3-146 0 0,0 0-1 0 0,1 1 1 0 0,-1-1-1 0 0,1 0 1 0 0,-1 0-1 0 0,1 0 1 0 0,0 0 0 0 0,-1 0-1 0 0,1 1 1 0 0,0-1-1 0 0,0 0 1 0 0,-1 1-1 0 0,1-1 1 0 0,0 0-1 0 0,0 1 1 0 0,0-1-1 0 0,0 1 1 0 0,0-1 0 0 0,0 1-1 0 0,0 0 1 0 0,0-1-1 0 0,0 1 1 0 0,0 0-1 0 0,0 0 1 0 0,0-1-1 0 0,0 1 1 0 0,0 0-1 0 0,0 0 1 0 0,0 0 0 0 0,0 0-1 0 0,0 1 1 0 0,0-1-1 0 0,0 0 1 0 0,0 0-1 0 0,0 1 1 0 0,1-1-1 0 0,0 1-28 0 0,0 0 0 0 0,0-1 0 0 0,0 1 0 0 0,0 0 0 0 0,-1 0-1 0 0,1 0 1 0 0,0 0 0 0 0,0 0 0 0 0,-1 1 0 0 0,1-1 0 0 0,-1 0-1 0 0,1 1 1 0 0,-1-1 0 0 0,1 1 0 0 0,-1 0 0 0 0,0-1 0 0 0,1 3-1 0 0,1 7-30 0 0,-1 0-1 0 0,0 0 1 0 0,-1 1-1 0 0,0-1 1 0 0,-1 0-1 0 0,0 0 1 0 0,-1 1-1 0 0,0-1 1 0 0,0 0-1 0 0,-5 14 1 0 0,3-11-141 0 0,1 1 1 0 0,0-1 0 0 0,1 1 0 0 0,0 0-1 0 0,2 19 1 0 0,0-31 42 0 0,-1-1 0 0 0,1 1 0 0 0,0-1 0 0 0,0 1 0 0 0,0-1 0 0 0,0 1 0 0 0,1-1 0 0 0,-1 1 0 0 0,1-1 0 0 0,-1 0 0 0 0,1 0 0 0 0,0 0 0 0 0,-1 0 0 0 0,1 0 0 0 0,0 0 0 0 0,1 0 0 0 0,-1-1 0 0 0,0 1 0 0 0,0-1 0 0 0,1 1 0 0 0,-1-1 0 0 0,4 1 0 0 0,6 3 24 0 0,1-1-1 0 0,-1-1 1 0 0,22 4-1 0 0,12 3 0 0 0,-41-9 0 0 0,-1 1-1 0 0,0-1 0 0 0,0 1 0 0 0,0 0 0 0 0,0 0 0 0 0,0 1 0 0 0,0-1 0 0 0,0 1 0 0 0,-1 0 0 0 0,1 0 0 0 0,-1 0 0 0 0,0 0 1 0 0,0 0-1 0 0,0 1 0 0 0,2 3 0 0 0,-3-3-2 0 0,-1 0 0 0 0,0-1 0 0 0,0 1 0 0 0,0 0 0 0 0,0 0 0 0 0,0-1 0 0 0,-1 1 0 0 0,0 0 1 0 0,0 0-1 0 0,0 0 0 0 0,0 0 0 0 0,0 0 0 0 0,-1-1 0 0 0,0 1 0 0 0,1 0 0 0 0,-2 0 0 0 0,-1 6 0 0 0,-5 6-819 0 0,0 1-1 0 0,-1-1 0 0 0,0-1 1 0 0,-1 0-1 0 0,-1 0 1 0 0,-17 17-1 0 0,15-18-5197 0 0</inkml:trace>
</inkml:ink>
</file>

<file path=ppt/ink/ink5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01.051"/>
    </inkml:context>
    <inkml:brush xml:id="br0">
      <inkml:brushProperty name="width" value="0.1" units="cm"/>
      <inkml:brushProperty name="height" value="0.1" units="cm"/>
      <inkml:brushProperty name="color" value="#004F8B"/>
    </inkml:brush>
  </inkml:definitions>
  <inkml:trace contextRef="#ctx0" brushRef="#br0">0 304 5065 0 0,'1'-2'447'0'0,"0"-3"956"0"0,1 1 0 0 0,0-1 0 0 0,-1 1 1 0 0,2-1-1 0 0,-1 1 0 0 0,0-1 0 0 0,4-3 0 0 0,-5 7-1260 0 0,0 0 0 0 0,0 1-1 0 0,0-1 1 0 0,0 1 0 0 0,0-1-1 0 0,0 0 1 0 0,0 1 0 0 0,0 0 0 0 0,0-1-1 0 0,0 1 1 0 0,0 0 0 0 0,0-1-1 0 0,0 1 1 0 0,0 0 0 0 0,0 0-1 0 0,0 0 1 0 0,0 0 0 0 0,1 0-1 0 0,-1 0 1 0 0,0 0 0 0 0,0 0-1 0 0,0 1 1 0 0,0-1 0 0 0,0 0-1 0 0,0 1 1 0 0,0-1 0 0 0,0 1 0 0 0,0-1-1 0 0,0 1 1 0 0,0-1 0 0 0,0 1-1 0 0,0 0 1 0 0,0-1 0 0 0,-1 1-1 0 0,1 0 1 0 0,0 0 0 0 0,0 0-1 0 0,0 0 1 0 0,12 12-21 0 0,-1 1-1 0 0,-1 0 1 0 0,0 0 0 0 0,16 29-1 0 0,3 4-30 0 0,-27-43-89 0 0,9 13 21 0 0,0 0 0 0 0,2-1 0 0 0,24 23 0 0 0,-34-35-17 0 0,0-1-1 0 0,1 0 0 0 0,-1 0 1 0 0,1 0-1 0 0,0 0 1 0 0,0-1-1 0 0,0 0 0 0 0,7 3 1 0 0,-9-5-5 0 0,0 1 0 0 0,0-1 1 0 0,0 1-1 0 0,0-1 0 0 0,0 0 0 0 0,0 0 1 0 0,0 0-1 0 0,0-1 0 0 0,0 1 0 0 0,0-1 0 0 0,-1 0 1 0 0,1 1-1 0 0,0-1 0 0 0,0 0 0 0 0,-1-1 1 0 0,5-1-1 0 0,-4 1 16 0 0,0-1 0 0 0,0 1 1 0 0,-1 0-1 0 0,1-1 0 0 0,-1 0 0 0 0,0 1 0 0 0,0-1 1 0 0,0 0-1 0 0,0 0 0 0 0,0 0 0 0 0,-1 0 1 0 0,1-1-1 0 0,-1 1 0 0 0,0 0 0 0 0,0-1 0 0 0,1-4 1 0 0,1-9 141 0 0,-1 1 1 0 0,0-22-1 0 0,0 10-42 0 0,-1 19-63 0 0,18-158 371 0 0,-13 133-450 0 0,1 0 0 0 0,22-61 0 0 0,-12 63-2549 0 0</inkml:trace>
</inkml:ink>
</file>

<file path=ppt/ink/ink5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01.685"/>
    </inkml:context>
    <inkml:brush xml:id="br0">
      <inkml:brushProperty name="width" value="0.1" units="cm"/>
      <inkml:brushProperty name="height" value="0.1" units="cm"/>
      <inkml:brushProperty name="color" value="#004F8B"/>
    </inkml:brush>
  </inkml:definitions>
  <inkml:trace contextRef="#ctx0" brushRef="#br0">181 127 6913 0 0,'7'-10'595'0'0,"-1"0"-1"0"0,0 0 0 0 0,-1 0 0 0 0,0-1 0 0 0,0 0 0 0 0,-1 0 0 0 0,-1 0 0 0 0,3-15 0 0 0,-5 26-526 0 0,-1-1 0 0 0,0 1 0 0 0,0-1 0 0 0,0 1 0 0 0,0-1 0 0 0,0 1 0 0 0,0-1 0 0 0,0 0 0 0 0,0 1 0 0 0,0-1 0 0 0,0 1 0 0 0,0-1 0 0 0,-1 1 0 0 0,1-1 0 0 0,0 1 0 0 0,0-1 0 0 0,0 1 0 0 0,-1-1 0 0 0,1 1 0 0 0,0-1 0 0 0,-1 1 0 0 0,1-1 0 0 0,0 1 0 0 0,-1 0 0 0 0,1-1-1 0 0,-1 1 1 0 0,1-1 0 0 0,0 1 0 0 0,-1 0 0 0 0,1 0 0 0 0,-1-1 0 0 0,1 1 0 0 0,-1 0 0 0 0,1 0 0 0 0,-1-1 0 0 0,1 1 0 0 0,-1 0 0 0 0,1 0 0 0 0,-1 0 0 0 0,0 0 0 0 0,1 0 0 0 0,-1 0 0 0 0,1 0 0 0 0,-1 0 0 0 0,1 0 0 0 0,-1 0 0 0 0,1 0 0 0 0,-1 0 0 0 0,1 0 0 0 0,-1 1 0 0 0,0-1 0 0 0,1 0 0 0 0,-1 0 0 0 0,1 1 0 0 0,0-1 0 0 0,-1 0 0 0 0,1 0 0 0 0,-1 1 0 0 0,-30 16 1497 0 0,19-7-1327 0 0,0 1 1 0 0,0 0-1 0 0,2 0 1 0 0,-1 1 0 0 0,2 1-1 0 0,0-1 1 0 0,0 2-1 0 0,1-1 1 0 0,0 1-1 0 0,-9 26 1 0 0,4-4-186 0 0,2 1 0 0 0,1-1 0 0 0,-6 52 0 0 0,11-61-49 0 0,3-1 0 0 0,0 1-1 0 0,1 0 1 0 0,2 0-1 0 0,1-1 1 0 0,1 1-1 0 0,11 46 1 0 0,-10-59-15 0 0,1 0-1 0 0,0-1 1 0 0,1 0 0 0 0,0 0-1 0 0,1 0 1 0 0,1-1 0 0 0,0 0-1 0 0,1 0 1 0 0,0-1 0 0 0,0 0-1 0 0,1-1 1 0 0,1 0 0 0 0,0 0-1 0 0,0-1 1 0 0,1-1 0 0 0,13 8-1 0 0,-9-7-289 0 0,1 0 0 0 0,0-2 0 0 0,1 0 0 0 0,35 9 0 0 0,-25-10-778 0 0</inkml:trace>
</inkml:ink>
</file>

<file path=ppt/ink/ink5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02.112"/>
    </inkml:context>
    <inkml:brush xml:id="br0">
      <inkml:brushProperty name="width" value="0.1" units="cm"/>
      <inkml:brushProperty name="height" value="0.1" units="cm"/>
      <inkml:brushProperty name="color" value="#004F8B"/>
    </inkml:brush>
  </inkml:definitions>
  <inkml:trace contextRef="#ctx0" brushRef="#br0">50 136 14283 0 0,'-1'0'42'0'0,"0"-1"-1"0"0,0 0 1 0 0,0 0-1 0 0,0 0 1 0 0,0 1-1 0 0,0-1 0 0 0,0 0 1 0 0,0 1-1 0 0,0-1 1 0 0,0 1-1 0 0,0-1 1 0 0,0 1-1 0 0,-1 0 1 0 0,1-1-1 0 0,0 1 1 0 0,0 0-1 0 0,0 0 1 0 0,-1 0-1 0 0,1 0 1 0 0,0 0-1 0 0,0 0 1 0 0,0 0-1 0 0,-1 0 1 0 0,1 0-1 0 0,0 1 1 0 0,0-1-1 0 0,-2 1 1 0 0,1 1 92 0 0,1-1 0 0 0,0 1 0 0 0,-1-1 0 0 0,1 1 0 0 0,0-1 0 0 0,0 1 0 0 0,0 0 0 0 0,0 0 0 0 0,1 0 0 0 0,-1-1 0 0 0,0 1 1 0 0,1 0-1 0 0,0 0 0 0 0,-1 0 0 0 0,1 2 0 0 0,-1 8 464 0 0,0 0 0 0 0,1-1 0 0 0,0 1 0 0 0,4 18 0 0 0,-2-18-593 0 0,2 0 0 0 0,-1-1-1 0 0,1 1 1 0 0,1-1-1 0 0,0 0 1 0 0,1-1-1 0 0,0 1 1 0 0,1-1 0 0 0,0 0-1 0 0,0-1 1 0 0,1 0-1 0 0,0 0 1 0 0,1 0-1 0 0,-1-1 1 0 0,2-1 0 0 0,10 8-1 0 0,-13-10 3 0 0,0-1 0 0 0,1 0 0 0 0,0 0 1 0 0,0 0-1 0 0,0-1 0 0 0,0 0 0 0 0,1-1 0 0 0,-1 0 0 0 0,1 0 0 0 0,0-1 0 0 0,-1 0 0 0 0,1 0 1 0 0,0-1-1 0 0,0 0 0 0 0,-1-1 0 0 0,1 0 0 0 0,0 0 0 0 0,-1-1 0 0 0,1 0 0 0 0,-1 0 1 0 0,0-1-1 0 0,16-7 0 0 0,-18 6 69 0 0,1 0 0 0 0,-1 0 0 0 0,0 0 0 0 0,0-1 1 0 0,-1 0-1 0 0,1 0 0 0 0,-1 0 0 0 0,0-1 0 0 0,-1 1 0 0 0,1-1 0 0 0,-1-1 1 0 0,0 1-1 0 0,6-14 0 0 0,-6 11-3 0 0,-1-1-1 0 0,0 0 1 0 0,-1-1 0 0 0,0 1 0 0 0,0 0-1 0 0,-1-1 1 0 0,0 1 0 0 0,-1 0 0 0 0,-2-16-1 0 0,1 15-49 0 0,0-1 0 0 0,-1 1-1 0 0,-1 0 1 0 0,0-1-1 0 0,0 1 1 0 0,-1 0 0 0 0,-1 1-1 0 0,0-1 1 0 0,0 1 0 0 0,-1 0-1 0 0,0 0 1 0 0,-1 0-1 0 0,0 1 1 0 0,0 0 0 0 0,-1 1-1 0 0,-1 0 1 0 0,1 0-1 0 0,-16-11 1 0 0,17 16-55 0 0,1-1 0 0 0,-1 2 0 0 0,0-1 0 0 0,1 1 0 0 0,-1 0 1 0 0,-1 0-1 0 0,1 1 0 0 0,0 0 0 0 0,-8-1 0 0 0,-38 5-3079 0 0,33-1-4045 0 0</inkml:trace>
</inkml:ink>
</file>

<file path=ppt/ink/ink5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02.629"/>
    </inkml:context>
    <inkml:brush xml:id="br0">
      <inkml:brushProperty name="width" value="0.1" units="cm"/>
      <inkml:brushProperty name="height" value="0.1" units="cm"/>
      <inkml:brushProperty name="color" value="#004F8B"/>
    </inkml:brush>
  </inkml:definitions>
  <inkml:trace contextRef="#ctx0" brushRef="#br0">22 230 10594 0 0,'-21'-17'5647'0'0,"27"31"-2972"0"0,6 4-2428 0 0,0-1-1 0 0,0 0 1 0 0,21 21-1 0 0,-24-29-135 0 0,0 0-1 0 0,1-1 1 0 0,-1 0 0 0 0,1 0-1 0 0,1-1 1 0 0,22 10-1 0 0,-33-16-101 0 0,1-1-1 0 0,0 1 1 0 0,0-1-1 0 0,0 0 1 0 0,0 0-1 0 0,-1 1 1 0 0,1-1-1 0 0,0 0 1 0 0,0 0 0 0 0,0 0-1 0 0,0 0 1 0 0,0 0-1 0 0,0 0 1 0 0,0 0-1 0 0,-1 0 1 0 0,1-1-1 0 0,0 1 1 0 0,0 0-1 0 0,0 0 1 0 0,0-1-1 0 0,0 1 1 0 0,-1 0-1 0 0,1-1 1 0 0,0 1-1 0 0,0-1 1 0 0,0 0-1 0 0,1-1 40 0 0,-1 0 0 0 0,0 1 1 0 0,0-1-1 0 0,1 0 0 0 0,-1 0 0 0 0,0 0 0 0 0,-1 0 0 0 0,1 0 0 0 0,0 0 0 0 0,0-4 1 0 0,1-6 200 0 0,0 0 1 0 0,-1 0-1 0 0,-1-13 1 0 0,0 20-199 0 0,-6-98 483 0 0,3 70-997 0 0,1 0-1 0 0,2 0 0 0 0,4-37 1 0 0,-1 52-1026 0 0</inkml:trace>
</inkml:ink>
</file>

<file path=ppt/ink/ink5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03.336"/>
    </inkml:context>
    <inkml:brush xml:id="br0">
      <inkml:brushProperty name="width" value="0.1" units="cm"/>
      <inkml:brushProperty name="height" value="0.1" units="cm"/>
      <inkml:brushProperty name="color" value="#004F8B"/>
    </inkml:brush>
  </inkml:definitions>
  <inkml:trace contextRef="#ctx0" brushRef="#br0">37 69 4609 0 0,'-25'-28'2455'0'0,"24"26"-2149"0"0,0 0 0 0 0,-1 0 1 0 0,1 0-1 0 0,0 0 0 0 0,0 0 1 0 0,0 0-1 0 0,0 0 0 0 0,1 0 1 0 0,-1 0-1 0 0,1 0 0 0 0,-1 0 1 0 0,1-1-1 0 0,0 1 0 0 0,-1-4 0 0 0,2 6-222 0 0,-1 0 0 0 0,0-1-1 0 0,0 1 1 0 0,1 0 0 0 0,-1-1-1 0 0,0 1 1 0 0,1 0-1 0 0,-1-1 1 0 0,0 1 0 0 0,1 0-1 0 0,-1-1 1 0 0,0 1-1 0 0,1 0 1 0 0,-1 0 0 0 0,0-1-1 0 0,1 1 1 0 0,-1 0-1 0 0,1 0 1 0 0,-1 0 0 0 0,1 0-1 0 0,-1 0 1 0 0,0 0-1 0 0,1 0 1 0 0,-1 0 0 0 0,1 0-1 0 0,-1 0 1 0 0,1 0-1 0 0,-1 0 1 0 0,1 0 0 0 0,-1 0-1 0 0,1 0 1 0 0,-1 0 0 0 0,0 0-1 0 0,1 0 1 0 0,-1 1-1 0 0,1-1 1 0 0,-1 0 0 0 0,0 0-1 0 0,1 1 1 0 0,-1-1-1 0 0,0 0 1 0 0,1 1 0 0 0,20 10 1139 0 0,-6 1-878 0 0,0 0 1 0 0,-1 1-1 0 0,0 0 1 0 0,-1 1 0 0 0,-1 1-1 0 0,0 0 1 0 0,-1 1-1 0 0,0 0 1 0 0,15 34-1 0 0,-7-8-183 0 0,-2 1 0 0 0,-2 0 0 0 0,9 47 0 0 0,-11-26-190 0 0,-3 0-1 0 0,-3 0 1 0 0,-1 65-1 0 0,-8 9-6159 0 0,1-98 48 0 0</inkml:trace>
</inkml:ink>
</file>

<file path=ppt/ink/ink5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03.792"/>
    </inkml:context>
    <inkml:brush xml:id="br0">
      <inkml:brushProperty name="width" value="0.1" units="cm"/>
      <inkml:brushProperty name="height" value="0.1" units="cm"/>
      <inkml:brushProperty name="color" value="#004F8B"/>
    </inkml:brush>
  </inkml:definitions>
  <inkml:trace contextRef="#ctx0" brushRef="#br0">0 19 8754 0 0,'0'-1'175'0'0,"0"1"0"0"0,0-1 0 0 0,0 0 0 0 0,0 1 0 0 0,0-1 0 0 0,0 0 0 0 0,0 1 0 0 0,0-1 0 0 0,0 0 0 0 0,1 0 0 0 0,-1 1 0 0 0,0-1 0 0 0,0 1 0 0 0,1-1 0 0 0,-1 0 1 0 0,0 1-1 0 0,1-1 0 0 0,-1 1 0 0 0,0-1 0 0 0,1 0 0 0 0,-1 1 0 0 0,1-1 0 0 0,-1 1 0 0 0,1 0 0 0 0,-1-1 0 0 0,1 1 0 0 0,-1-1 0 0 0,1 1 0 0 0,1-1 0 0 0,-1 1 19 0 0,1 0 0 0 0,-1 0 0 0 0,0 0 0 0 0,1 0 1 0 0,-1 0-1 0 0,1 0 0 0 0,-1 1 0 0 0,0-1 0 0 0,1 0 0 0 0,-1 1 0 0 0,1-1 0 0 0,-1 1 0 0 0,2 0 0 0 0,3 3 205 0 0,0 0-1 0 0,0 0 0 0 0,0 0 0 0 0,8 8 0 0 0,5 9-1 0 0,-2 1-1 0 0,0 0 1 0 0,-2 1-1 0 0,0 1 1 0 0,-2 1 0 0 0,0 0-1 0 0,15 46 1 0 0,-14-27-223 0 0,-2 0 0 0 0,-2 0 0 0 0,-2 1 1 0 0,2 47-1 0 0,-8-52-116 0 0,-2 0 1 0 0,-2 0 0 0 0,-2 1-1 0 0,-1-1 1 0 0,-12 43 0 0 0,-1-17-620 0 0,-3-1 0 0 0,-35 74 0 0 0,31-83-7094 0 0</inkml:trace>
</inkml:ink>
</file>

<file path=ppt/ink/ink5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05.382"/>
    </inkml:context>
    <inkml:brush xml:id="br0">
      <inkml:brushProperty name="width" value="0.1" units="cm"/>
      <inkml:brushProperty name="height" value="0.1" units="cm"/>
      <inkml:brushProperty name="color" value="#004F8B"/>
    </inkml:brush>
  </inkml:definitions>
  <inkml:trace contextRef="#ctx0" brushRef="#br0">49 49 7834 0 0,'-11'5'8386'0'0,"11"-4"-8204"0"0,-9 25 2252 0 0,-4 31-1744 0 0,7-17-496 0 0,-3 55 0 0 0,8-80-161 0 0,1 0 1 0 0,1-1-1 0 0,0 1 0 0 0,1 0 0 0 0,1 0 1 0 0,0-1-1 0 0,6 16 0 0 0,-8-27-20 0 0,0 1 0 0 0,1-1 0 0 0,-1 0 0 0 0,1 0 1 0 0,-1-1-1 0 0,1 1 0 0 0,0 0 0 0 0,0-1 0 0 0,0 1 0 0 0,1-1 0 0 0,-1 1 0 0 0,0-1 0 0 0,1 0 0 0 0,0 0 0 0 0,-1 0 0 0 0,1 0 0 0 0,0-1 0 0 0,0 1 0 0 0,0-1 0 0 0,0 0 0 0 0,0 1 0 0 0,0-1 0 0 0,1-1 0 0 0,-1 1 0 0 0,0 0 0 0 0,0-1 0 0 0,1 0 0 0 0,-1 0 1 0 0,0 0-1 0 0,1 0 0 0 0,-1 0 0 0 0,0-1 0 0 0,0 1 0 0 0,1-1 0 0 0,-1 0 0 0 0,0 0 0 0 0,4-2 0 0 0,12-4 113 0 0,0-2-1 0 0,-1 0 1 0 0,0-1 0 0 0,29-22 0 0 0,-30 20-98 0 0,-11 7 6 0 0,1 0 1 0 0,-1-1 0 0 0,0 0 0 0 0,0 0 0 0 0,0-1 0 0 0,-1 0 0 0 0,0 0 0 0 0,-1 0-1 0 0,1 0 1 0 0,-2-1 0 0 0,1 0 0 0 0,-1 1 0 0 0,0-2 0 0 0,0 1 0 0 0,-1 0 0 0 0,0 0 0 0 0,0-1-1 0 0,-1 1 1 0 0,-1-1 0 0 0,1 1 0 0 0,-1-1 0 0 0,-1 1 0 0 0,1-1 0 0 0,-1 1 0 0 0,-1-1-1 0 0,0 1 1 0 0,0 0 0 0 0,0-1 0 0 0,-1 1 0 0 0,-1 1 0 0 0,1-1 0 0 0,-1 0 0 0 0,0 1-1 0 0,-1 0 1 0 0,0 0 0 0 0,0 0 0 0 0,-1 0 0 0 0,-8-8 0 0 0,1 4 20 0 0,-1 1 0 0 0,0 0 0 0 0,-23-11 0 0 0,31 18-73 0 0,1 0 0 0 0,-1 0-1 0 0,0 1 1 0 0,0 0 0 0 0,0 0 0 0 0,0 1 0 0 0,-1 0 0 0 0,1 0-1 0 0,0 0 1 0 0,0 1 0 0 0,-1 0 0 0 0,-11 1 0 0 0,16-1-95 0 0,0 1 0 0 0,-1 0 0 0 0,1-1 0 0 0,0 1 0 0 0,0 0 1 0 0,0 0-1 0 0,0 0 0 0 0,0 1 0 0 0,0-1 0 0 0,0 0 0 0 0,0 1 0 0 0,0-1 1 0 0,1 1-1 0 0,-1 0 0 0 0,1 0 0 0 0,-1-1 0 0 0,1 1 0 0 0,-1 0 0 0 0,1 0 0 0 0,0 0 1 0 0,-2 5-1 0 0,2-2-84 0 0,-1 0 1 0 0,1 0-1 0 0,0 0 1 0 0,1 0-1 0 0,-1 0 1 0 0,1 1-1 0 0,0-1 1 0 0,1 9-1 0 0,0-2 144 0 0</inkml:trace>
</inkml:ink>
</file>

<file path=ppt/ink/ink5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05.666"/>
    </inkml:context>
    <inkml:brush xml:id="br0">
      <inkml:brushProperty name="width" value="0.1" units="cm"/>
      <inkml:brushProperty name="height" value="0.1" units="cm"/>
      <inkml:brushProperty name="color" value="#004F8B"/>
    </inkml:brush>
  </inkml:definitions>
  <inkml:trace contextRef="#ctx0" brushRef="#br0">54 34 6913 0 0,'4'-8'731'0'0,"21"-17"10198"0"0,-34 51-9410 0 0,-8 21-907 0 0,2 1 0 0 0,-11 59 0 0 0,20-75-1120 0 0,1 1 0 0 0,2 0-1 0 0,2-1 1 0 0,3 47 0 0 0,-2-74 45 0 0,3 13-1341 0 0</inkml:trace>
</inkml:ink>
</file>

<file path=ppt/ink/ink5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05.950"/>
    </inkml:context>
    <inkml:brush xml:id="br0">
      <inkml:brushProperty name="width" value="0.1" units="cm"/>
      <inkml:brushProperty name="height" value="0.1" units="cm"/>
      <inkml:brushProperty name="color" value="#004F8B"/>
    </inkml:brush>
  </inkml:definitions>
  <inkml:trace contextRef="#ctx0" brushRef="#br0">23 328 3225 0 0,'-9'-41'124'0'0,"-2"-15"1749"0"0,10 49-959 0 0,0 1 0 0 0,1-1 1 0 0,0 1-1 0 0,0-1 0 0 0,2-12 1 0 0,-2 18-859 0 0,0 1 1 0 0,0-1-1 0 0,0 1 1 0 0,0-1-1 0 0,1 1 1 0 0,-1 0 0 0 0,0-1-1 0 0,0 1 1 0 0,0-1-1 0 0,1 1 1 0 0,-1-1-1 0 0,0 1 1 0 0,0 0 0 0 0,1-1-1 0 0,-1 1 1 0 0,0 0-1 0 0,1-1 1 0 0,-1 1-1 0 0,0 0 1 0 0,1-1 0 0 0,-1 1-1 0 0,1 0 1 0 0,-1 0-1 0 0,0 0 1 0 0,1-1-1 0 0,-1 1 1 0 0,1 0 0 0 0,-1 0-1 0 0,1 0 1 0 0,-1 0-1 0 0,1 0 1 0 0,-1 0-1 0 0,1 0 1 0 0,-1 0 0 0 0,1 0-1 0 0,-1 0 1 0 0,1 0-1 0 0,-1 0 1 0 0,0 0-1 0 0,1 0 1 0 0,-1 0 0 0 0,1 0-1 0 0,-1 1 1 0 0,1-1-1 0 0,-1 0 1 0 0,1 0-1 0 0,-1 1 1 0 0,0-1-1 0 0,1 0 1 0 0,-1 0 0 0 0,0 1-1 0 0,1-1 1 0 0,-1 0-1 0 0,0 1 1 0 0,1-1-1 0 0,-1 1 1 0 0,0-1 0 0 0,24 25 1271 0 0,-22-23-1122 0 0,16 19 632 0 0,13 16 541 0 0,50 46 0 0 0,-71-74-1183 0 0,1 0-1 0 0,0-1 1 0 0,0 0 0 0 0,1-1-1 0 0,0 0 1 0 0,0-1-1 0 0,1 0 1 0 0,0-1 0 0 0,23 6-1 0 0,-34-11-151 0 0,0 1 0 0 0,1-1-1 0 0,-1 0 1 0 0,0 0 0 0 0,1-1-1 0 0,-1 1 1 0 0,1 0 0 0 0,-1-1-1 0 0,0 1 1 0 0,0-1 0 0 0,1 0 0 0 0,-1 0-1 0 0,0 0 1 0 0,0 0 0 0 0,0 0-1 0 0,0 0 1 0 0,0-1 0 0 0,0 1-1 0 0,0-1 1 0 0,0 1 0 0 0,-1-1-1 0 0,1 0 1 0 0,0 0 0 0 0,-1 1 0 0 0,1-1-1 0 0,-1 0 1 0 0,0 0 0 0 0,0-1-1 0 0,0 1 1 0 0,0 0 0 0 0,0 0-1 0 0,1-4 1 0 0,3-11 137 0 0,0 1 1 0 0,-1-1-1 0 0,3-26 0 0 0,-4 25-194 0 0,4-43-510 0 0,-2-113 0 0 0,-5 145-956 0 0</inkml:trace>
</inkml:ink>
</file>

<file path=ppt/ink/ink5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06.541"/>
    </inkml:context>
    <inkml:brush xml:id="br0">
      <inkml:brushProperty name="width" value="0.1" units="cm"/>
      <inkml:brushProperty name="height" value="0.1" units="cm"/>
      <inkml:brushProperty name="color" value="#004F8B"/>
    </inkml:brush>
  </inkml:definitions>
  <inkml:trace contextRef="#ctx0" brushRef="#br0">149 24 6913 0 0,'-1'-2'190'0'0,"-1"0"0"0"0,0 0 0 0 0,0 1 0 0 0,0-1 0 0 0,0 0 0 0 0,0 1 0 0 0,0-1-1 0 0,0 1 1 0 0,0-1 0 0 0,0 1 0 0 0,-1 0 0 0 0,1 0 0 0 0,-1 0 0 0 0,1 1 0 0 0,-1-1-1 0 0,1 0 1 0 0,-1 1 0 0 0,1 0 0 0 0,-1 0 0 0 0,0-1 0 0 0,1 1 0 0 0,-1 1 0 0 0,1-1-1 0 0,-1 0 1 0 0,1 1 0 0 0,-1-1 0 0 0,1 1 0 0 0,-1 0 0 0 0,1 0 0 0 0,-1 0-1 0 0,1 0 1 0 0,0 0 0 0 0,-1 0 0 0 0,1 1 0 0 0,0-1 0 0 0,0 1 0 0 0,0-1 0 0 0,-2 3-1 0 0,-1 2 88 0 0,-1 0-1 0 0,1 1 0 0 0,1 0 1 0 0,-1-1-1 0 0,1 2 0 0 0,0-1 1 0 0,1 0-1 0 0,-1 1 0 0 0,1-1 1 0 0,1 1-1 0 0,-2 10 0 0 0,0 1-248 0 0,2 1 0 0 0,0-1 0 0 0,1 1 0 0 0,1 0 0 0 0,1-1 0 0 0,6 37 0 0 0,-5-45-21 0 0,1-1-1 0 0,0 0 1 0 0,1-1 0 0 0,-1 1-1 0 0,2 0 1 0 0,7 12 0 0 0,-8-17-6 0 0,-1 0 0 0 0,1 0 0 0 0,0-1 0 0 0,0 1 1 0 0,0-1-1 0 0,1 0 0 0 0,-1-1 0 0 0,1 1 0 0 0,0-1 0 0 0,0 0 0 0 0,1 0 1 0 0,5 3-1 0 0,-5-5 33 0 0,0 1 0 0 0,0-1 1 0 0,0 0-1 0 0,0-1 0 0 0,0 0 0 0 0,0 0 1 0 0,0 0-1 0 0,0 0 0 0 0,0-1 0 0 0,0 0 1 0 0,0-1-1 0 0,0 1 0 0 0,0-1 0 0 0,0 0 1 0 0,-1 0-1 0 0,1-1 0 0 0,-1 0 0 0 0,1 0 1 0 0,-1 0-1 0 0,0-1 0 0 0,0 1 0 0 0,-1-1 1 0 0,1 0-1 0 0,3-5 0 0 0,-3 4 7 0 0,0 1 1 0 0,-1-1-1 0 0,1 0 1 0 0,-1 0-1 0 0,-1 0 0 0 0,1-1 1 0 0,-1 1-1 0 0,0-1 1 0 0,0 0-1 0 0,0 0 0 0 0,-1 0 1 0 0,0 0-1 0 0,0 0 1 0 0,-1-1-1 0 0,1 1 0 0 0,-2-1 1 0 0,1 1-1 0 0,0-1 1 0 0,-1 1-1 0 0,-1-1 0 0 0,1 1 1 0 0,-2-10-1 0 0,-3 5 118 0 0,1 0 1 0 0,-1 0-1 0 0,-1 0 0 0 0,0 0 0 0 0,-1 1 0 0 0,0 0 0 0 0,0 1 1 0 0,-1 0-1 0 0,0 0 0 0 0,-10-9 0 0 0,6 8-367 0 0,0 1 0 0 0,0 0 0 0 0,-1 0-1 0 0,0 1 1 0 0,-1 1 0 0 0,0 0 0 0 0,-22-7 0 0 0,20 9-1190 0 0</inkml:trace>
</inkml:ink>
</file>

<file path=ppt/ink/ink5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06.855"/>
    </inkml:context>
    <inkml:brush xml:id="br0">
      <inkml:brushProperty name="width" value="0.1" units="cm"/>
      <inkml:brushProperty name="height" value="0.1" units="cm"/>
      <inkml:brushProperty name="color" value="#004F8B"/>
    </inkml:brush>
  </inkml:definitions>
  <inkml:trace contextRef="#ctx0" brushRef="#br0">13 18 6913 0 0,'-12'-18'12188'0'0,"14"29"-10183"0"0,-1-7-2184 0 0,49 359 2094 0 0,-37-243-2659 0 0,-7-80-2055 0 0</inkml:trace>
</inkml:ink>
</file>

<file path=ppt/ink/ink5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07.045"/>
    </inkml:context>
    <inkml:brush xml:id="br0">
      <inkml:brushProperty name="width" value="0.1" units="cm"/>
      <inkml:brushProperty name="height" value="0.1" units="cm"/>
      <inkml:brushProperty name="color" value="#004F8B"/>
    </inkml:brush>
  </inkml:definitions>
  <inkml:trace contextRef="#ctx0" brushRef="#br0">1 250 2304 0 0,'0'-6'390'0'0,"0"-1"-1"0"0,1 0 0 0 0,0 0 0 0 0,0 1 0 0 0,0-1 0 0 0,1 1 0 0 0,0-1 0 0 0,0 1 0 0 0,1 0 0 0 0,0 0 0 0 0,0 0 0 0 0,6-8 0 0 0,5-8 2058 0 0,31-35 0 0 0,-37 48-1814 0 0,1 0 0 0 0,-1 0 0 0 0,1 1-1 0 0,1 0 1 0 0,17-11 0 0 0,-22 16-685 0 0,0 1 0 0 0,0-1-1 0 0,0 1 1 0 0,0 1-1 0 0,0-1 1 0 0,0 1 0 0 0,1-1-1 0 0,-1 2 1 0 0,0-1 0 0 0,1 0-1 0 0,-1 1 1 0 0,1 0-1 0 0,-1 1 1 0 0,0-1 0 0 0,8 2-1 0 0,3 2-5424 0 0</inkml:trace>
</inkml:ink>
</file>

<file path=ppt/ink/ink5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07.266"/>
    </inkml:context>
    <inkml:brush xml:id="br0">
      <inkml:brushProperty name="width" value="0.1" units="cm"/>
      <inkml:brushProperty name="height" value="0.1" units="cm"/>
      <inkml:brushProperty name="color" value="#004F8B"/>
    </inkml:brush>
  </inkml:definitions>
  <inkml:trace contextRef="#ctx0" brushRef="#br0">1 306 4609 0 0,'4'-5'359'0'0,"0"0"-1"0"0,1 1 1 0 0,0-1-1 0 0,0 1 1 0 0,6-4-1 0 0,9-7 584 0 0,53-53 3009 0 0,31-27-2513 0 0,-75 72-3205 0 0,56-37 0 0 0,-63 47 1740 0 0</inkml:trace>
</inkml:ink>
</file>

<file path=ppt/ink/ink5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07.472"/>
    </inkml:context>
    <inkml:brush xml:id="br0">
      <inkml:brushProperty name="width" value="0.1" units="cm"/>
      <inkml:brushProperty name="height" value="0.1" units="cm"/>
      <inkml:brushProperty name="color" value="#004F8B"/>
    </inkml:brush>
  </inkml:definitions>
  <inkml:trace contextRef="#ctx0" brushRef="#br0">13 0 10138 0 0,'-1'2'113'0'0,"0"-1"0"0"0,-1 1-1 0 0,1 0 1 0 0,0 0 0 0 0,0 0-1 0 0,0-1 1 0 0,0 1 0 0 0,0 0 0 0 0,1 0-1 0 0,-1 0 1 0 0,1 0 0 0 0,-1 0-1 0 0,1 0 1 0 0,0 0 0 0 0,-1 1 0 0 0,1 2-1 0 0,1 43 773 0 0,-1-33-400 0 0,0-10-464 0 0,0 47 1059 0 0,8 69 1 0 0,-5-104-890 0 0,0-1 1 0 0,1 1 0 0 0,0-1 0 0 0,1 0 0 0 0,1-1-1 0 0,1 1 1 0 0,0-1 0 0 0,13 19 0 0 0,-4-8-2411 0 0</inkml:trace>
</inkml:ink>
</file>

<file path=ppt/ink/ink5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07.679"/>
    </inkml:context>
    <inkml:brush xml:id="br0">
      <inkml:brushProperty name="width" value="0.1" units="cm"/>
      <inkml:brushProperty name="height" value="0.1" units="cm"/>
      <inkml:brushProperty name="color" value="#004F8B"/>
    </inkml:brush>
  </inkml:definitions>
  <inkml:trace contextRef="#ctx0" brushRef="#br0">1 175 6913 0 0,'3'-8'442'0'0,"1"0"-1"0"0,0 0 0 0 0,0 1 0 0 0,1 0 0 0 0,0 0 0 0 0,11-12 1 0 0,39-34 2420 0 0,-51 49-2667 0 0,42-34 1135 0 0,-43 36-1257 0 0,0 1 0 0 0,-1-1 0 0 0,1 0 0 0 0,0 1 0 0 0,0-1-1 0 0,0 1 1 0 0,1 0 0 0 0,-1 0 0 0 0,0 0 0 0 0,0 0 0 0 0,1 1-1 0 0,-1-1 1 0 0,0 1 0 0 0,6 0 0 0 0,-8 0-138 0 0,0 1 0 0 0,0-1 0 0 0,0 1 0 0 0,0-1 0 0 0,0 1 0 0 0,1-1 0 0 0,-1 1 0 0 0,0 0 1 0 0,-1-1-1 0 0,1 1 0 0 0,0 0 0 0 0,0 0 0 0 0,0 0 0 0 0,0 0 0 0 0,-1 0 0 0 0,1 0 0 0 0,0 0 0 0 0,-1 0 0 0 0,1 0 0 0 0,-1 0 0 0 0,1 0 0 0 0,-1 0 0 0 0,1 0 0 0 0,-1 0 1 0 0,0 2-1 0 0</inkml:trace>
</inkml:ink>
</file>

<file path=ppt/ink/ink5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07.852"/>
    </inkml:context>
    <inkml:brush xml:id="br0">
      <inkml:brushProperty name="width" value="0.1" units="cm"/>
      <inkml:brushProperty name="height" value="0.1" units="cm"/>
      <inkml:brushProperty name="color" value="#004F8B"/>
    </inkml:brush>
  </inkml:definitions>
  <inkml:trace contextRef="#ctx0" brushRef="#br0">1 179 1376 0 0,'23'-19'2445'0'0,"1"1"1"0"0,0 1-1 0 0,49-25 0 0 0,67-19-2448 0 0,-115 51-574 0 0,6-2-30 0 0</inkml:trace>
</inkml:ink>
</file>

<file path=ppt/ink/ink5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49.387"/>
    </inkml:context>
    <inkml:brush xml:id="br0">
      <inkml:brushProperty name="width" value="0.1" units="cm"/>
      <inkml:brushProperty name="height" value="0.1" units="cm"/>
      <inkml:brushProperty name="color" value="#004F8B"/>
    </inkml:brush>
  </inkml:definitions>
  <inkml:trace contextRef="#ctx0" brushRef="#br0">35 80 3225 0 0,'-34'5'8332'0'0,"49"-12"-7694"0"0,12-4-34 0 0,12-5 347 0 0,0 1 1 0 0,56-13 0 0 0,-82 25-866 0 0,-1 1 0 0 0,1 1 0 0 0,-1 0 0 0 0,1 0 0 0 0,-1 1 0 0 0,1 1 0 0 0,-1 0 0 0 0,0 1 0 0 0,1 0 0 0 0,-1 1 0 0 0,0 1 0 0 0,16 6 0 0 0,-27-10-71 0 0,1 1 0 0 0,-1-1 0 0 0,1 1 0 0 0,-1 0 0 0 0,0-1 0 0 0,1 1 0 0 0,-1 0 0 0 0,0 0 0 0 0,1 0 0 0 0,-1 0 1 0 0,0 0-1 0 0,0 1 0 0 0,0-1 0 0 0,0 0 0 0 0,0 0 0 0 0,0 1 0 0 0,0-1 0 0 0,-1 1 0 0 0,1-1 0 0 0,0 1 0 0 0,-1-1 0 0 0,1 3 1 0 0,-1-2 33 0 0,0 0 0 0 0,0 0 0 0 0,0 1 0 0 0,-1-1 0 0 0,1 0 0 0 0,-1 0 0 0 0,1 0 0 0 0,-1 1 0 0 0,0-1 0 0 0,0 0 0 0 0,0 0 0 0 0,0 0 0 0 0,0 0 0 0 0,-2 2 0 0 0,-6 8 273 0 0,-1-1 0 0 0,-1 0-1 0 0,-22 19 1 0 0,19-17-296 0 0,-15 13 213 0 0,-34 33 2 0 0,57-53-244 0 0,1 0 1 0 0,1 0 0 0 0,-1 0-1 0 0,1 1 1 0 0,0-1 0 0 0,1 1-1 0 0,-1 0 1 0 0,-3 12 0 0 0,7-17-3 0 0,0 0 0 0 0,0 1 0 0 0,0-1 0 0 0,0 0 1 0 0,0 0-1 0 0,0 1 0 0 0,1-1 0 0 0,-1 0 0 0 0,1 0 0 0 0,-1 0 1 0 0,1 0-1 0 0,0 0 0 0 0,0 0 0 0 0,0 0 0 0 0,0 0 1 0 0,0 0-1 0 0,0 0 0 0 0,1 0 0 0 0,-1 0 0 0 0,1-1 1 0 0,-1 1-1 0 0,1-1 0 0 0,0 1 0 0 0,-1-1 0 0 0,1 0 1 0 0,3 2-1 0 0,7 5-35 0 0,0-1-1 0 0,27 12 1 0 0,-28-14 17 0 0,60 20-139 0 0,-57-21 118 0 0,1 0 0 0 0,-1 1-1 0 0,-1 1 1 0 0,1 0 0 0 0,-1 1 0 0 0,0 0-1 0 0,14 11 1 0 0,-27-17 44 0 0,1 0 0 0 0,0 0 0 0 0,0 0 0 0 0,-1 0 0 0 0,1 0 0 0 0,-1 1 0 0 0,1-1 0 0 0,-1 0 0 0 0,0 0 0 0 0,1 0 0 0 0,-1 1 0 0 0,0-1 0 0 0,0 0 0 0 0,0 0 0 0 0,0 1 0 0 0,0-1 0 0 0,0 0 0 0 0,0 1 0 0 0,0-1 0 0 0,0 0 0 0 0,-1 0 0 0 0,1 1 0 0 0,-1-1 0 0 0,1 0 0 0 0,-1 0 0 0 0,1 0 0 0 0,-1 0 0 0 0,1 0 0 0 0,-1 0 0 0 0,-2 2 0 0 0,-28 37 0 0 0,24-32 0 0 0,-20 21 11 0 0,20-23-7 0 0,0 0 1 0 0,0 1 0 0 0,1 0 0 0 0,0 0 0 0 0,1 1 0 0 0,-1-1 0 0 0,1 1-1 0 0,1 1 1 0 0,-1-1 0 0 0,-5 17 0 0 0,10-23-2 0 0,1-1-1 0 0,-1 1 0 0 0,0 0 1 0 0,1 0-1 0 0,-1 0 1 0 0,1-1-1 0 0,-1 1 1 0 0,1 0-1 0 0,0-1 1 0 0,0 1-1 0 0,0-1 1 0 0,0 1-1 0 0,0-1 1 0 0,0 1-1 0 0,0-1 1 0 0,0 1-1 0 0,1-1 1 0 0,-1 0-1 0 0,0 0 1 0 0,1 0-1 0 0,-1 0 1 0 0,1 0-1 0 0,-1 0 1 0 0,1 0-1 0 0,0 0 1 0 0,-1-1-1 0 0,1 1 1 0 0,0 0-1 0 0,2-1 1 0 0,9 5 34 0 0,1-1 0 0 0,20 3 0 0 0,-30-6-31 0 0,35 3 93 0 0,-22-3-1 0 0,1 1 1 0 0,20 5 0 0 0,-34-6-89 0 0,-1 0-1 0 0,0 0 1 0 0,0 0-1 0 0,1 0 1 0 0,-1 1 0 0 0,0-1-1 0 0,0 1 1 0 0,0 0 0 0 0,-1 0-1 0 0,1 0 1 0 0,0 0-1 0 0,-1 0 1 0 0,1 0 0 0 0,-1 1-1 0 0,0 0 1 0 0,0-1 0 0 0,3 5-1 0 0,-4-4-9 0 0,0 0 0 0 0,0 1 0 0 0,0-1 0 0 0,-1 1 0 0 0,1-1 0 0 0,-1 1 0 0 0,0-1 0 0 0,0 0 0 0 0,0 1 0 0 0,-1-1 0 0 0,1 1 0 0 0,-1-1 0 0 0,1 1 0 0 0,-1-1 0 0 0,0 0 0 0 0,-1 1 0 0 0,1-1 0 0 0,-2 3 0 0 0,-6 10 0 0 0,1 0 0 0 0,-15 18 0 0 0,13-20 0 0 0,-26 35 30 0 0,25-36-18 0 0,1 0-1 0 0,0 1 1 0 0,1 0 0 0 0,1 0 0 0 0,-12 28-1 0 0,19-39-462 0 0,0 1 1 0 0,1-1-1 0 0,0 1 0 0 0,-1 0 0 0 0,2-1 1 0 0,-1 1-1 0 0,1 6 0 0 0,0-2-828 0 0</inkml:trace>
</inkml:ink>
</file>

<file path=ppt/ink/ink5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49.912"/>
    </inkml:context>
    <inkml:brush xml:id="br0">
      <inkml:brushProperty name="width" value="0.1" units="cm"/>
      <inkml:brushProperty name="height" value="0.1" units="cm"/>
      <inkml:brushProperty name="color" value="#004F8B"/>
    </inkml:brush>
  </inkml:definitions>
  <inkml:trace contextRef="#ctx0" brushRef="#br0">2 5 3617 0 0,'-2'-4'12847'0'0,"20"66"-7014"0"0,1 2-4558 0 0,9 116-485 0 0,-13-79-860 0 0,39 142-1 0 0,-42-204 17 0 0,-1 0-1 0 0,-2 0 1 0 0,-2 1 0 0 0,4 60-1 0 0,-16-60-1615 0 0,3-34 732 0 0</inkml:trace>
</inkml:ink>
</file>

<file path=ppt/ink/ink5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50.625"/>
    </inkml:context>
    <inkml:brush xml:id="br0">
      <inkml:brushProperty name="width" value="0.1" units="cm"/>
      <inkml:brushProperty name="height" value="0.1" units="cm"/>
      <inkml:brushProperty name="color" value="#004F8B"/>
    </inkml:brush>
  </inkml:definitions>
  <inkml:trace contextRef="#ctx0" brushRef="#br0">56 40 5065 0 0,'-19'10'378'0'0,"-18"14"8337"0"0,46-25-7552 0 0,8-2-64 0 0,204-41 4759 0 0,-121 31-5477 0 0,137 1 0 0 0,-202 12-354 0 0,42 7 1 0 0,-63-6-113 0 0,0 2 1 0 0,0 0 0 0 0,-1 1-1 0 0,1 0 1 0 0,22 12 0 0 0,-15-2-1113 0 0,-14 0-2673 0 0</inkml:trace>
</inkml:ink>
</file>

<file path=ppt/ink/ink5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50.940"/>
    </inkml:context>
    <inkml:brush xml:id="br0">
      <inkml:brushProperty name="width" value="0.1" units="cm"/>
      <inkml:brushProperty name="height" value="0.1" units="cm"/>
      <inkml:brushProperty name="color" value="#004F8B"/>
    </inkml:brush>
  </inkml:definitions>
  <inkml:trace contextRef="#ctx0" brushRef="#br0">7 15 5065 0 0,'-7'-14'9369'0'0,"31"20"-2473"0"0,-10 1-8004 0 0,8 6 1624 0 0,0 1 0 0 0,-1 1 0 0 0,-1 1 0 0 0,-1 1 1 0 0,0 0-1 0 0,31 39 0 0 0,-12-4-856 0 0,51 88 1 0 0,-85-133-33 0 0,1 0 1 0 0,0 0 0 0 0,0 0 0 0 0,10 10 0 0 0,8-2-2809 0 0,-20-14 2513 0 0,-1 0 0 0 0,1-1 0 0 0,-1 1-1 0 0,1-1 1 0 0,-1 1 0 0 0,1-1 0 0 0,-1 0-1 0 0,1 0 1 0 0,3-1 0 0 0,4-1-1939 0 0</inkml:trace>
</inkml:ink>
</file>

<file path=ppt/ink/ink5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51.194"/>
    </inkml:context>
    <inkml:brush xml:id="br0">
      <inkml:brushProperty name="width" value="0.1" units="cm"/>
      <inkml:brushProperty name="height" value="0.1" units="cm"/>
      <inkml:brushProperty name="color" value="#004F8B"/>
    </inkml:brush>
  </inkml:definitions>
  <inkml:trace contextRef="#ctx0" brushRef="#br0">305 51 6913 0 0,'15'-50'14068'0'0,"-40"72"-12839"0"0,-13 29-1044 0 0,3 1 0 0 0,-49 94 0 0 0,-6 12-89 0 0,43-85-1959 0 0</inkml:trace>
</inkml:ink>
</file>

<file path=ppt/ink/ink5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52.520"/>
    </inkml:context>
    <inkml:brush xml:id="br0">
      <inkml:brushProperty name="width" value="0.1" units="cm"/>
      <inkml:brushProperty name="height" value="0.1" units="cm"/>
      <inkml:brushProperty name="color" value="#004F8B"/>
    </inkml:brush>
  </inkml:definitions>
  <inkml:trace contextRef="#ctx0" brushRef="#br0">55 265 10138 0 0,'-6'2'763'0'0,"0"0"1"0"0,1 1-1 0 0,0 0 0 0 0,-1 0 1 0 0,1 1-1 0 0,0-1 0 0 0,1 1 0 0 0,-7 6 1 0 0,11-10-706 0 0,0 0 0 0 0,0 0 1 0 0,0 0-1 0 0,-1 1 0 0 0,1-1 1 0 0,0 0-1 0 0,0 0 0 0 0,0 0 1 0 0,0 1-1 0 0,0-1 0 0 0,0 0 1 0 0,0 0-1 0 0,0 0 0 0 0,-1 1 1 0 0,1-1-1 0 0,0 0 0 0 0,0 0 1 0 0,0 0-1 0 0,0 1 0 0 0,0-1 1 0 0,0 0-1 0 0,0 0 0 0 0,0 0 1 0 0,0 1-1 0 0,0-1 0 0 0,0 0 1 0 0,1 0-1 0 0,-1 0 0 0 0,0 1 1 0 0,0-1-1 0 0,0 0 0 0 0,0 0 1 0 0,0 0-1 0 0,0 1 0 0 0,0-1 1 0 0,0 0-1 0 0,1 0 0 0 0,-1 0 1 0 0,0 0-1 0 0,0 0 0 0 0,0 1 1 0 0,0-1-1 0 0,1 0 0 0 0,12 3 884 0 0,16-4-335 0 0,46-13 59 0 0,-1-3 1 0 0,116-43-1 0 0,82-20-702 0 0,-99 35 99 0 0,-147 36-1168 0 0,0-2 1 0 0,-1 0-1 0 0,-1-1 0 0 0,36-25 0 0 0,-44 25-5422 0 0</inkml:trace>
</inkml:ink>
</file>

<file path=ppt/ink/ink5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52.886"/>
    </inkml:context>
    <inkml:brush xml:id="br0">
      <inkml:brushProperty name="width" value="0.1" units="cm"/>
      <inkml:brushProperty name="height" value="0.1" units="cm"/>
      <inkml:brushProperty name="color" value="#004F8B"/>
    </inkml:brush>
  </inkml:definitions>
  <inkml:trace contextRef="#ctx0" brushRef="#br0">76 0 8754 0 0,'-5'2'63'0'0,"-36"9"1389"0"0,39-10-1154 0 0,0-1-1 0 0,0 1 1 0 0,0 0 0 0 0,0-1 0 0 0,1 1-1 0 0,-1 0 1 0 0,0 0 0 0 0,1 0 0 0 0,-1 1-1 0 0,0-1 1 0 0,1 0 0 0 0,0 1 0 0 0,-1-1 0 0 0,1 1-1 0 0,0-1 1 0 0,0 1 0 0 0,-2 2 0 0 0,3-3-173 0 0,0 0 0 0 0,0 0 0 0 0,0-1 0 0 0,1 1 0 0 0,-1 0 0 0 0,0 0 0 0 0,0 0 0 0 0,1 0 0 0 0,-1 0 0 0 0,1 0 0 0 0,-1-1 0 0 0,0 1-1 0 0,1 0 1 0 0,0 0 0 0 0,-1 0 0 0 0,1-1 0 0 0,-1 1 0 0 0,1 0 0 0 0,0-1 0 0 0,-1 1 0 0 0,1-1 0 0 0,0 1 0 0 0,0-1 0 0 0,0 1 0 0 0,-1-1 0 0 0,1 1 0 0 0,0-1 0 0 0,0 0 0 0 0,0 0 0 0 0,0 1 0 0 0,1-1 0 0 0,31 10 825 0 0,-30-10-777 0 0,152 20 1615 0 0,-20-4-1623 0 0,-115-12-108 0 0,0 1 0 0 0,0 1 0 0 0,-1 0 0 0 0,29 14 0 0 0,-45-19-49 0 0,-1 0 0 0 0,1 1 0 0 0,-1-1 0 0 0,1 1-1 0 0,-1-1 1 0 0,0 1 0 0 0,1 0 0 0 0,-1 0 0 0 0,0 0 0 0 0,0 0 0 0 0,-1 0 0 0 0,1 0 0 0 0,0 1 0 0 0,-1-1-1 0 0,1 0 1 0 0,-1 1 0 0 0,0 0 0 0 0,0-1 0 0 0,1 4 0 0 0,-1-2 5 0 0,-1 0 0 0 0,0-1 0 0 0,0 1 0 0 0,0-1 0 0 0,0 1 0 0 0,-1-1 0 0 0,1 1 0 0 0,-1-1 0 0 0,0 1 0 0 0,0-1 0 0 0,-1 0 0 0 0,1 1 1 0 0,-3 4-1 0 0,-7 8 64 0 0,0 0 0 0 0,-1 0 0 0 0,0-1 0 0 0,-24 21 0 0 0,23-22-7 0 0,-27 26-133 0 0,20-22-291 0 0,0 2 1 0 0,2 0 0 0 0,0 0 0 0 0,2 2-1 0 0,-27 44 1 0 0</inkml:trace>
</inkml:ink>
</file>

<file path=ppt/ink/ink5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53.408"/>
    </inkml:context>
    <inkml:brush xml:id="br0">
      <inkml:brushProperty name="width" value="0.1" units="cm"/>
      <inkml:brushProperty name="height" value="0.1" units="cm"/>
      <inkml:brushProperty name="color" value="#004F8B"/>
    </inkml:brush>
  </inkml:definitions>
  <inkml:trace contextRef="#ctx0" brushRef="#br0">4 3 7834 0 0,'-4'-2'11986'0'0,"7"4"-11884"0"0,0 0 0 0 0,-1 0 0 0 0,1 1 0 0 0,-1-1 0 0 0,0 1 1 0 0,1 0-1 0 0,-1 0 0 0 0,0 0 0 0 0,-1 0 0 0 0,1 0 0 0 0,-1 0 0 0 0,1 0 0 0 0,-1 0 0 0 0,1 4 0 0 0,12 58 305 0 0,-7-29-280 0 0,3 6-20 0 0,2 0 0 0 0,20 45 0 0 0,-23-67-104 0 0,1 0 1 0 0,0 0 0 0 0,2-1 0 0 0,0-1 0 0 0,1 0 0 0 0,17 18 0 0 0,-27-33 19 0 0,0 0 0 0 0,0 0 0 0 0,1 0-1 0 0,-1 0 1 0 0,1 0 0 0 0,0-1 0 0 0,-1 1 0 0 0,1-1 0 0 0,0 0 0 0 0,0 0 0 0 0,1-1 0 0 0,-1 1 0 0 0,0-1 0 0 0,1 0 0 0 0,-1 0-1 0 0,6 0 1 0 0,-6-1 8 0 0,0-1 0 0 0,0 1 0 0 0,0-1 0 0 0,1 0 0 0 0,-1 0 0 0 0,0 0 0 0 0,-1-1 0 0 0,1 1 0 0 0,0-1 0 0 0,0 0 0 0 0,0 0 0 0 0,-1 0 0 0 0,0-1 0 0 0,1 1 0 0 0,-1-1 0 0 0,0 0 0 0 0,4-4 0 0 0,17-22 142 0 0,0-1 0 0 0,36-63 0 0 0,16-20-3141 0 0,-62 96-4536 0 0</inkml:trace>
</inkml:ink>
</file>

<file path=ppt/ink/ink5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53.582"/>
    </inkml:context>
    <inkml:brush xml:id="br0">
      <inkml:brushProperty name="width" value="0.1" units="cm"/>
      <inkml:brushProperty name="height" value="0.1" units="cm"/>
      <inkml:brushProperty name="color" value="#004F8B"/>
    </inkml:brush>
  </inkml:definitions>
  <inkml:trace contextRef="#ctx0" brushRef="#br0">0 1 9218 0 0,'2'32'4635'0'0,"8"56"0"0"0,14 31-1050 0 0,-21-109-3437 0 0,-2-4-164 0 0,-1-3-172 0 0,1 1 0 0 0,0-1 0 0 0,-1 0 1 0 0,1 0-1 0 0,0 1 0 0 0,1-1 0 0 0,-1 0 0 0 0,1 0 0 0 0,-1 0 1 0 0,1 0-1 0 0,2 2 0 0 0</inkml:trace>
</inkml:ink>
</file>

<file path=ppt/ink/ink5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53.761"/>
    </inkml:context>
    <inkml:brush xml:id="br0">
      <inkml:brushProperty name="width" value="0.1" units="cm"/>
      <inkml:brushProperty name="height" value="0.1" units="cm"/>
      <inkml:brushProperty name="color" value="#004F8B"/>
    </inkml:brush>
  </inkml:definitions>
  <inkml:trace contextRef="#ctx0" brushRef="#br0">33 1 14283 0 0,'-10'3'632'0'0,"5"-2"136"0"0,1 0-616 0 0,1 1-152 0 0,2-1 0 0 0,-1 0 0 0 0,2 1 96 0 0,-1 0-16 0 0,-2 1 0 0 0,2 3 0 0 0,-2-2-80 0 0,3 1-72 0 0,2-2 72 0 0,2 0-104 0 0,1-2 104 0 0,3 0 0 0 0</inkml:trace>
</inkml:ink>
</file>

<file path=ppt/ink/ink5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54.328"/>
    </inkml:context>
    <inkml:brush xml:id="br0">
      <inkml:brushProperty name="width" value="0.1" units="cm"/>
      <inkml:brushProperty name="height" value="0.1" units="cm"/>
      <inkml:brushProperty name="color" value="#004F8B"/>
    </inkml:brush>
  </inkml:definitions>
  <inkml:trace contextRef="#ctx0" brushRef="#br0">0 53 5985 0 0,'9'31'3420'0'0,"-2"1"0"0"0,6 45-1 0 0,-7-30-2725 0 0,-5-45-725 0 0,-1 0 0 0 0,0 1 0 0 0,1-1-1 0 0,-1 0 1 0 0,1 0 0 0 0,0 0 0 0 0,0 1-1 0 0,0-1 1 0 0,0 0 0 0 0,0 0 0 0 0,0 0-1 0 0,0 0 1 0 0,1-1 0 0 0,-1 1 0 0 0,1 0-1 0 0,1 1 1 0 0,-2-2-90 0 0,0 0-1 0 0,0-1 1 0 0,1 1-1 0 0,-1-1 1 0 0,0 1 0 0 0,0-1-1 0 0,0 0 1 0 0,1 1-1 0 0,-1-1 1 0 0,0 0-1 0 0,1 0 1 0 0,-1 0 0 0 0,0 0-1 0 0,0 0 1 0 0,1 0-1 0 0,-1 0 1 0 0,0-1-1 0 0,0 1 1 0 0,1 0-1 0 0,-1-1 1 0 0,1 0 0 0 0,2 0-87 0 0,-1-1 1 0 0,1 0-1 0 0,-1 0 1 0 0,0-1-1 0 0,0 1 1 0 0,0-1-1 0 0,0 1 1 0 0,0-1-1 0 0,-1 0 1 0 0,1 0-1 0 0,-1 0 1 0 0,0 0-1 0 0,0-1 1 0 0,0 1-1 0 0,0-1 1 0 0,0 1-1 0 0,1-5 1 0 0,10-48 363 0 0,-10 38-10 0 0,1 1 0 0 0,13-34 0 0 0,-15 46-134 0 0,1 0-1 0 0,-1 0 1 0 0,1 1-1 0 0,0-1 0 0 0,0 1 1 0 0,1-1-1 0 0,-1 1 1 0 0,1 0-1 0 0,0 1 0 0 0,0-1 1 0 0,0 1-1 0 0,0-1 1 0 0,1 1-1 0 0,5-3 0 0 0,-9 6 36 0 0,0-1 0 0 0,0 1 0 0 0,0-1 0 0 0,0 1 0 0 0,0 0 1 0 0,0-1-1 0 0,0 1 0 0 0,0 0 0 0 0,0 0 0 0 0,0 0 0 0 0,0 0 0 0 0,0 0 0 0 0,-1 0 0 0 0,1 0 0 0 0,0 0 0 0 0,0 0 0 0 0,0 0 0 0 0,0 1 0 0 0,0-1 0 0 0,0 0 0 0 0,0 1 0 0 0,0-1 0 0 0,0 1 0 0 0,1 0 0 0 0,0 0 69 0 0,-1 1 0 0 0,1 0 0 0 0,-1-1 0 0 0,1 1 0 0 0,-1 0-1 0 0,1 0 1 0 0,-1 0 0 0 0,0 0 0 0 0,0 0 0 0 0,1 3 0 0 0,2 8 428 0 0,0 0 1 0 0,-1-1 0 0 0,2 15-1 0 0,-3-15-178 0 0,1 0-430 0 0,-1 2 293 0 0,1 1 1 0 0,1-1-1 0 0,0-1 1 0 0,6 16-1 0 0,-8-27-352 0 0,-1 1 0 0 0,1 0 0 0 0,0 0 0 0 0,0-1 1 0 0,-1 1-1 0 0,2-1 0 0 0,-1 1 0 0 0,0-1 0 0 0,0 0 0 0 0,5 3 0 0 0,-6-4-135 0 0,1 0 0 0 0,0 0 0 0 0,0-1 0 0 0,0 1 0 0 0,0 0 0 0 0,-1-1 0 0 0,1 1 0 0 0,0-1 0 0 0,0 0 0 0 0,0 0 0 0 0,0 0 0 0 0,0 0 0 0 0,0 0 0 0 0,0 0 0 0 0,0 0 0 0 0,0-1 0 0 0,0 1 0 0 0,2-1 0 0 0,-2 0 63 0 0,0 0 0 0 0,-1 0 0 0 0,1 0 0 0 0,-1 0 0 0 0,1 0 0 0 0,-1 0 0 0 0,1 0 0 0 0,-1 0 0 0 0,0-1 0 0 0,1 1 0 0 0,-1 0 0 0 0,0-1 0 0 0,0 1 0 0 0,0-1 0 0 0,0 1 0 0 0,0-1 0 0 0,-1 0 0 0 0,1 1 0 0 0,0-5 0 0 0,9-39-305 0 0,-7 25 73 0 0,0 7 160 0 0,0-1 1 0 0,2 1-1 0 0,-1-1 1 0 0,2 2-1 0 0,9-20 1 0 0,-12 28 216 0 0,-1 0 1 0 0,1 0-1 0 0,-1 0 0 0 0,1 1 1 0 0,0-1-1 0 0,1 1 0 0 0,-1 0 0 0 0,0 0 1 0 0,1 0-1 0 0,0 0 0 0 0,0 0 1 0 0,0 1-1 0 0,0 0 0 0 0,0-1 1 0 0,0 2-1 0 0,0-1 0 0 0,1 0 1 0 0,-1 1-1 0 0,1 0 0 0 0,5-1 1 0 0,-8 2 200 0 0,-1 0 1 0 0,1 1 0 0 0,-1-1 0 0 0,1 0 0 0 0,-1 1-1 0 0,1-1 1 0 0,-1 0 0 0 0,0 1 0 0 0,1 0 0 0 0,-1-1-1 0 0,0 1 1 0 0,1 0 0 0 0,-1 0 0 0 0,0 0-1 0 0,0 0 1 0 0,1 0 0 0 0,-1 0 0 0 0,0 0 0 0 0,0 0-1 0 0,0 1 1 0 0,-1-1 0 0 0,1 0 0 0 0,0 0-1 0 0,1 3 1 0 0,16 40 2795 0 0,-11-25-2208 0 0,3 3-643 0 0,2 0 1 0 0,18 26-1 0 0,-21-35-3977 0 0</inkml:trace>
</inkml:ink>
</file>

<file path=ppt/ink/ink5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54.565"/>
    </inkml:context>
    <inkml:brush xml:id="br0">
      <inkml:brushProperty name="width" value="0.1" units="cm"/>
      <inkml:brushProperty name="height" value="0.1" units="cm"/>
      <inkml:brushProperty name="color" value="#004F8B"/>
    </inkml:brush>
  </inkml:definitions>
  <inkml:trace contextRef="#ctx0" brushRef="#br0">4 1 14283 0 0,'-2'21'890'0'0,"1"1"0"0"0,0-1-1 0 0,2 0 1 0 0,5 30 0 0 0,21 84 2043 0 0,-27-133-2905 0 0,12 39-4136 0 0,-9-35 2558 0 0</inkml:trace>
</inkml:ink>
</file>

<file path=ppt/ink/ink5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54.755"/>
    </inkml:context>
    <inkml:brush xml:id="br0">
      <inkml:brushProperty name="width" value="0.1" units="cm"/>
      <inkml:brushProperty name="height" value="0.1" units="cm"/>
      <inkml:brushProperty name="color" value="#004F8B"/>
    </inkml:brush>
  </inkml:definitions>
  <inkml:trace contextRef="#ctx0" brushRef="#br0">36 0 9674 0 0,'-5'2'-392'0'0,"-23"13"11681"0"0,25-12-10605 0 0,25 2-2376 0 0,-10-2 813 0 0</inkml:trace>
</inkml:ink>
</file>

<file path=ppt/ink/ink5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54.988"/>
    </inkml:context>
    <inkml:brush xml:id="br0">
      <inkml:brushProperty name="width" value="0.1" units="cm"/>
      <inkml:brushProperty name="height" value="0.1" units="cm"/>
      <inkml:brushProperty name="color" value="#004F8B"/>
    </inkml:brush>
  </inkml:definitions>
  <inkml:trace contextRef="#ctx0" brushRef="#br0">1 0 14747 0 0,'0'0'1574'0'0,"-1"20"3113"0"0,3 38-2630 0 0,7-10-2176 0 0,2-1 1 0 0,2 0-1 0 0,2 0 0 0 0,2-1 0 0 0,2-1 1 0 0,45 75-1 0 0,-49-95-998 0 0</inkml:trace>
</inkml:ink>
</file>

<file path=ppt/ink/ink5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55.184"/>
    </inkml:context>
    <inkml:brush xml:id="br0">
      <inkml:brushProperty name="width" value="0.1" units="cm"/>
      <inkml:brushProperty name="height" value="0.1" units="cm"/>
      <inkml:brushProperty name="color" value="#004F8B"/>
    </inkml:brush>
  </inkml:definitions>
  <inkml:trace contextRef="#ctx0" brushRef="#br0">2 171 15667 0 0,'0'0'53'0'0,"0"0"-1"0"0,0-1 1 0 0,-1 1-1 0 0,1-1 0 0 0,0 1 1 0 0,0 0-1 0 0,0-1 1 0 0,0 1-1 0 0,0-1 0 0 0,0 1 1 0 0,0-1-1 0 0,0 1 1 0 0,0 0-1 0 0,0-1 1 0 0,0 1-1 0 0,0-1 0 0 0,0 1 1 0 0,0-1-1 0 0,0 1 1 0 0,0 0-1 0 0,0-1 0 0 0,1 1 1 0 0,-1-1-1 0 0,0 1 1 0 0,0 0-1 0 0,0-1 0 0 0,1 1 1 0 0,-1 0-1 0 0,0-1 1 0 0,0 1-1 0 0,1 0 0 0 0,-1-1 1 0 0,0 1-1 0 0,1 0 1 0 0,-1 0-1 0 0,1-1 1 0 0,-1 1-1 0 0,0 0 0 0 0,1 0 1 0 0,-1 0-1 0 0,1-1 1 0 0,-1 1-1 0 0,0 0 0 0 0,1 0 1 0 0,0 0-1 0 0,28-12 1232 0 0,-19 7-843 0 0,158-84 2093 0 0,-114 58-4764 0 0,-20 16-276 0 0,-18 12 2029 0 0</inkml:trace>
</inkml:ink>
</file>

<file path=ppt/ink/ink5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55.692"/>
    </inkml:context>
    <inkml:brush xml:id="br0">
      <inkml:brushProperty name="width" value="0.1" units="cm"/>
      <inkml:brushProperty name="height" value="0.1" units="cm"/>
      <inkml:brushProperty name="color" value="#004F8B"/>
    </inkml:brush>
  </inkml:definitions>
  <inkml:trace contextRef="#ctx0" brushRef="#br0">165 4 12443 0 0,'-1'0'242'0'0,"-1"-1"1"0"0,0 0 0 0 0,1 1-1 0 0,-1-1 1 0 0,0 1 0 0 0,0 0-1 0 0,1-1 1 0 0,-1 1 0 0 0,0 0-1 0 0,0 0 1 0 0,1 0 0 0 0,-1 1-1 0 0,0-1 1 0 0,0 0 0 0 0,1 1-1 0 0,-1-1 1 0 0,0 1 0 0 0,1-1-1 0 0,-1 1 1 0 0,0 0 0 0 0,1-1-1 0 0,-1 1 1 0 0,1 0 0 0 0,-1 0-1 0 0,1 0 1 0 0,0 0 0 0 0,-1 1-1 0 0,1-1 1 0 0,-1 2 0 0 0,-5 3 44 0 0,1 1 0 0 0,-1 0 0 0 0,2 1 0 0 0,-7 9 0 0 0,-2 5-164 0 0,2 1 0 0 0,0 1 0 0 0,-15 44 0 0 0,24-59-97 0 0,0 1 0 0 0,1 0 0 0 0,0 0 0 0 0,0 0 0 0 0,1 0 0 0 0,0 0 1 0 0,1 0-1 0 0,0 0 0 0 0,1 0 0 0 0,0 0 0 0 0,0 0 0 0 0,6 18 0 0 0,-5-23-50 0 0,0-1-1 0 0,0 0 1 0 0,0 0 0 0 0,0 0 0 0 0,1 0 0 0 0,0 0 0 0 0,-1 0 0 0 0,1-1 0 0 0,1 1 0 0 0,-1-1-1 0 0,0 0 1 0 0,1 0 0 0 0,0 0 0 0 0,0-1 0 0 0,0 1 0 0 0,0-1 0 0 0,0 0 0 0 0,0 0-1 0 0,0 0 1 0 0,1-1 0 0 0,-1 0 0 0 0,1 1 0 0 0,-1-1 0 0 0,1-1 0 0 0,-1 1 0 0 0,7-1 0 0 0,1 0-261 0 0,-1 0 0 0 0,1-1 0 0 0,-1-1 0 0 0,1 0 0 0 0,-1 0 0 0 0,1-1 0 0 0,-1-1 0 0 0,0 0 0 0 0,14-8 0 0 0,2-2-6488 0 0</inkml:trace>
</inkml:ink>
</file>

<file path=ppt/ink/ink5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55.969"/>
    </inkml:context>
    <inkml:brush xml:id="br0">
      <inkml:brushProperty name="width" value="0.1" units="cm"/>
      <inkml:brushProperty name="height" value="0.1" units="cm"/>
      <inkml:brushProperty name="color" value="#004F8B"/>
    </inkml:brush>
  </inkml:definitions>
  <inkml:trace contextRef="#ctx0" brushRef="#br0">53 0 5529 0 0,'-4'2'580'0'0,"1"0"0"0"0,0 0 1 0 0,0 0-1 0 0,1 0 0 0 0,-1 1 0 0 0,0-1 0 0 0,1 1 0 0 0,0-1 1 0 0,-1 1-1 0 0,1 0 0 0 0,0 0 0 0 0,0 0 0 0 0,-2 6 0 0 0,1-1 34 0 0,1-1-1 0 0,-1 0 0 0 0,2 1 0 0 0,-1-1 0 0 0,1 1 0 0 0,-1 9 1 0 0,2-3-162 0 0,0 1-1 0 0,1-1 1 0 0,0 0 0 0 0,2 0 0 0 0,-1 0 0 0 0,9 23 0 0 0,-8-29-344 0 0,0 0-1 0 0,1 0 1 0 0,1-1 0 0 0,-1 1-1 0 0,1-1 1 0 0,0 0-1 0 0,1-1 1 0 0,0 1 0 0 0,0-1-1 0 0,0 0 1 0 0,1-1-1 0 0,-1 0 1 0 0,1 0-1 0 0,8 5 1 0 0,-11-8-127 0 0,0 0 0 0 0,0 0 0 0 0,0-1 0 0 0,0 1 0 0 0,0-1 0 0 0,1 0 0 0 0,-1 0 0 0 0,0 0 0 0 0,1-1 0 0 0,-1 1 0 0 0,0-1 0 0 0,1 0 0 0 0,-1 0 0 0 0,1-1 0 0 0,-1 1 0 0 0,0-1-1 0 0,1 0 1 0 0,-1 0 0 0 0,0 0 0 0 0,0-1 0 0 0,0 0 0 0 0,0 0 0 0 0,0 0 0 0 0,0 0 0 0 0,0 0 0 0 0,-1-1 0 0 0,1 1 0 0 0,-1-1 0 0 0,4-4 0 0 0,4-5-644 0 0,0 0 0 0 0,-1-1 1 0 0,11-18-1 0 0,-3-2-5485 0 0,-10 17 383 0 0</inkml:trace>
</inkml:ink>
</file>

<file path=ppt/ink/ink5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56.373"/>
    </inkml:context>
    <inkml:brush xml:id="br0">
      <inkml:brushProperty name="width" value="0.1" units="cm"/>
      <inkml:brushProperty name="height" value="0.1" units="cm"/>
      <inkml:brushProperty name="color" value="#004F8B"/>
    </inkml:brush>
  </inkml:definitions>
  <inkml:trace contextRef="#ctx0" brushRef="#br0">22 1 12899 0 0,'-1'0'179'0'0,"0"0"0"0"0,0 0 0 0 0,0 0 1 0 0,1 0-1 0 0,-1 0 0 0 0,0 0 0 0 0,0 0 1 0 0,1 0-1 0 0,-1 0 0 0 0,0 1 0 0 0,0-1 0 0 0,0 0 1 0 0,1 1-1 0 0,-1-1 0 0 0,0 0 0 0 0,1 1 1 0 0,-1-1-1 0 0,0 1 0 0 0,1-1 0 0 0,-1 1 0 0 0,1 0 1 0 0,-1-1-1 0 0,1 1 0 0 0,-1-1 0 0 0,1 1 1 0 0,-1 1-1 0 0,0-1 40 0 0,1 1 0 0 0,-1 0 1 0 0,1 0-1 0 0,0-1 1 0 0,0 1-1 0 0,0 0 0 0 0,0 0 1 0 0,0-1-1 0 0,0 1 0 0 0,0 0 1 0 0,1 0-1 0 0,-1 1 1 0 0,4 9 435 0 0,0 0 1 0 0,12 22-1 0 0,-9-20-495 0 0,11 33 43 0 0,25 48 191 0 0,-36-83-1487 0 0,0 0 1 0 0,18 22-1 0 0,-16-25-10 0 0</inkml:trace>
</inkml:ink>
</file>

<file path=ppt/ink/ink5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56.690"/>
    </inkml:context>
    <inkml:brush xml:id="br0">
      <inkml:brushProperty name="width" value="0.1" units="cm"/>
      <inkml:brushProperty name="height" value="0.1" units="cm"/>
      <inkml:brushProperty name="color" value="#004F8B"/>
    </inkml:brush>
  </inkml:definitions>
  <inkml:trace contextRef="#ctx0" brushRef="#br0">2 0 6913 0 0,'0'0'146'0'0,"0"1"-1"0"0,0-1 0 0 0,0 1 0 0 0,-1-1 1 0 0,1 0-1 0 0,0 1 0 0 0,0-1 0 0 0,0 1 1 0 0,0-1-1 0 0,0 1 0 0 0,0-1 0 0 0,0 1 0 0 0,0-1 1 0 0,0 0-1 0 0,0 1 0 0 0,0-1 0 0 0,0 1 1 0 0,0-1-1 0 0,0 1 0 0 0,1-1 0 0 0,-1 0 1 0 0,0 1-1 0 0,0-1 0 0 0,0 1 0 0 0,1-1 1 0 0,0 2 725 0 0,0-2-726 0 0,-1 0 0 0 0,0 1 1 0 0,1-1-1 0 0,0 1 0 0 0,20 20 2447 0 0,-10-10-1276 0 0,12 15-742 0 0,-2 1-1 0 0,-1 1 1 0 0,-1 1-1 0 0,25 54 1 0 0,-48-97-85 0 0,0 0 0 0 0,1 0 1 0 0,-3-25-1 0 0,4 21-1022 0 0,1 0 1 0 0,1 0-1 0 0,3-35 0 0 0,2 28-736 0 0</inkml:trace>
</inkml:ink>
</file>

<file path=ppt/ink/ink5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57.087"/>
    </inkml:context>
    <inkml:brush xml:id="br0">
      <inkml:brushProperty name="width" value="0.1" units="cm"/>
      <inkml:brushProperty name="height" value="0.1" units="cm"/>
      <inkml:brushProperty name="color" value="#004F8B"/>
    </inkml:brush>
  </inkml:definitions>
  <inkml:trace contextRef="#ctx0" brushRef="#br0">5 74 3681 0 0,'-4'15'9977'0'0,"4"-14"-9633"0"0,16 12 4926 0 0,34 8-2656 0 0,-35-16-1911 0 0,-6-1-685 0 0,0 0 0 0 0,0 1 0 0 0,0 0 0 0 0,0 1-1 0 0,-1 0 1 0 0,0 0 0 0 0,0 1 0 0 0,0 0 0 0 0,-1 1 0 0 0,0-1 0 0 0,-1 1 0 0 0,0 0 0 0 0,0 1 0 0 0,0 0 0 0 0,-1 0 0 0 0,-1 0 0 0 0,0 0-1 0 0,0 1 1 0 0,0-1 0 0 0,-1 1 0 0 0,-1 0 0 0 0,0 0 0 0 0,0 0 0 0 0,0 13 0 0 0,-2-21 8 0 0,0 0-1 0 0,0 1 1 0 0,0-1 0 0 0,-1 1 0 0 0,1-1-1 0 0,0 0 1 0 0,-1 1 0 0 0,0-1-1 0 0,0 0 1 0 0,0 1 0 0 0,0-1 0 0 0,-1 2-1 0 0,2-4-18 0 0,0 1 0 0 0,0-1 0 0 0,-1 0 0 0 0,1 0 0 0 0,0 1 0 0 0,0-1 0 0 0,0 0 0 0 0,-1 0 0 0 0,1 0 0 0 0,0 1 0 0 0,0-1 0 0 0,-1 0 0 0 0,1 0 0 0 0,0 0 0 0 0,0 0 0 0 0,-1 0 0 0 0,1 0 0 0 0,0 1 0 0 0,-1-1 0 0 0,1 0 0 0 0,0 0 0 0 0,0 0 0 0 0,-1 0 0 0 0,1 0 0 0 0,0 0 0 0 0,-1 0 0 0 0,1 0 0 0 0,0 0 0 0 0,0 0 0 0 0,-1 0 0 0 0,1 0 0 0 0,0-1 0 0 0,-1 1 0 0 0,-9-16 116 0 0,9 9-138 0 0,-1 0-1 0 0,2-1 1 0 0,-1 1 0 0 0,1 0 0 0 0,0 0-1 0 0,0 0 1 0 0,1-1 0 0 0,0 1 0 0 0,0 0 0 0 0,4-12-1 0 0,4-9-133 0 0,14-32 0 0 0,-15 42-88 0 0,1 1-1 0 0,1 0 0 0 0,23-32 0 0 0,-20 34-986 0 0,0 0-1 0 0,15-13 0 0 0,-9 11-5613 0 0</inkml:trace>
</inkml:ink>
</file>

<file path=ppt/ink/ink5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57.739"/>
    </inkml:context>
    <inkml:brush xml:id="br0">
      <inkml:brushProperty name="width" value="0.1" units="cm"/>
      <inkml:brushProperty name="height" value="0.1" units="cm"/>
      <inkml:brushProperty name="color" value="#004F8B"/>
    </inkml:brush>
  </inkml:definitions>
  <inkml:trace contextRef="#ctx0" brushRef="#br0">9 258 6017 0 0,'-9'33'598'0'0,"11"-20"1417"0"0,-2-12-1853 0 0,1-1 1 0 0,-1 0-1 0 0,1 0 1 0 0,0 0-1 0 0,-1 0 1 0 0,1 0-1 0 0,-1 0 1 0 0,1 0-1 0 0,-1 0 1 0 0,1 0-1 0 0,-1 0 1 0 0,1 0 0 0 0,-1 0-1 0 0,1 0 1 0 0,-1 0-1 0 0,1-1 1 0 0,-1 1-1 0 0,1 0 1 0 0,-1 0-1 0 0,1-1 1 0 0,-1 1-1 0 0,1 0 1 0 0,-1-1-1 0 0,0 1 1 0 0,1 0-1 0 0,-1-1 1 0 0,1 1-1 0 0,-1-1 1 0 0,9-7 694 0 0,0 0 0 0 0,-1-1 0 0 0,0 0 0 0 0,0 0 1 0 0,-1-1-1 0 0,10-19 0 0 0,31-70-815 0 0,-34 66-124 0 0,-21 48-540 0 0,1-1 0 0 0,0 1-1 0 0,0 0 1 0 0,2 1 0 0 0,-4 22 0 0 0,8-32 722 0 0,1 1 0 0 0,0-1 0 0 0,0 1 0 0 0,0-1 0 0 0,1 0 0 0 0,0 0 0 0 0,1 0 0 0 0,-1 0 1 0 0,1 0-1 0 0,0 0 0 0 0,1-1 0 0 0,-1 1 0 0 0,1-1 0 0 0,0 0 0 0 0,0 0 0 0 0,1 0 0 0 0,0-1 0 0 0,-1 0 0 0 0,1 0 0 0 0,1 0 0 0 0,-1 0 0 0 0,1-1 0 0 0,7 4 0 0 0,-6-3 40 0 0,1 0 0 0 0,0 0-1 0 0,0-1 1 0 0,0 0 0 0 0,0-1-1 0 0,0 1 1 0 0,1-2 0 0 0,-1 1 0 0 0,1-1-1 0 0,-1 0 1 0 0,1-1 0 0 0,0 0-1 0 0,-1-1 1 0 0,1 1 0 0 0,-1-2-1 0 0,1 1 1 0 0,9-4 0 0 0,-13 3-238 0 0,-1 0 1 0 0,0-1-1 0 0,0 1 1 0 0,0-1-1 0 0,0 0 1 0 0,0 0 0 0 0,-1 0-1 0 0,0-1 1 0 0,1 1-1 0 0,4-8 1 0 0,25-46-786 0 0,-6 10 1615 0 0,-26 46-646 0 0,0 0 0 0 0,0 0 0 0 0,0 0 0 0 0,0 0 0 0 0,0 1 0 0 0,0-1 0 0 0,0 0 0 0 0,0 1 0 0 0,0-1 0 0 0,0 1 1 0 0,1-1-1 0 0,-1 1 0 0 0,0 0 0 0 0,0-1 0 0 0,0 1 0 0 0,1 0 0 0 0,-1 0 0 0 0,0 0 0 0 0,0 0 0 0 0,0 0 0 0 0,1 0 0 0 0,-1 0 0 0 0,0 0 0 0 0,0 0 1 0 0,1 1-1 0 0,-1-1 0 0 0,0 1 0 0 0,0-1 0 0 0,0 1 0 0 0,0-1 0 0 0,0 1 0 0 0,0-1 0 0 0,0 1 0 0 0,0 0 0 0 0,0 0 0 0 0,0-1 0 0 0,0 1 0 0 0,1 2 0 0 0,8 5-59 0 0,0 1 0 0 0,15 19 0 0 0,-15-17 174 0 0,-3-2-164 0 0,0 0-1 0 0,-1 0 1 0 0,0 1-1 0 0,0 0 1 0 0,-1 0 0 0 0,4 12-1 0 0,11 20-164 0 0,-20-42 66 0 0,1 1-1 0 0,-1-1 1 0 0,0 1-1 0 0,0-1 1 0 0,0 0 0 0 0,0 1-1 0 0,1-1 1 0 0,-1 1 0 0 0,0-1-1 0 0,0 0 1 0 0,1 1-1 0 0,-1-1 1 0 0,0 0 0 0 0,1 1-1 0 0,-1-1 1 0 0,0 0 0 0 0,1 1-1 0 0,-1-1 1 0 0,0 0-1 0 0,1 0 1 0 0,-1 1 0 0 0,1-1-1 0 0,-1 0 1 0 0,1 0-1 0 0,-1 0 1 0 0,0 0 0 0 0,1 0-1 0 0,-1 0 1 0 0,1 0 0 0 0,-1 0-1 0 0,1 0 1 0 0,-1 0-1 0 0,1 0 1 0 0,-1 0 0 0 0,1 0-1 0 0,-1 0 1 0 0,0 0 0 0 0,1 0-1 0 0,0 0 1 0 0,12-19-2383 0 0,2-27-1410 0 0,0-45-1199 0 0,-12 59 4355 0 0,2 0 0 0 0,2 0 1 0 0,1 0-1 0 0,21-52 1 0 0,-29 82 831 0 0,1 1 0 0 0,-1 0 1 0 0,0 0-1 0 0,1-1 0 0 0,0 1 1 0 0,-1 0-1 0 0,1 0 0 0 0,0 0 1 0 0,-1 0-1 0 0,1 0 0 0 0,0 0 1 0 0,0 0-1 0 0,0 0 0 0 0,0 0 1 0 0,0 1-1 0 0,0-1 0 0 0,0 0 1 0 0,0 0-1 0 0,0 1 0 0 0,2-1 1 0 0,-2 1 44 0 0,0 1 1 0 0,0-1-1 0 0,-1 1 1 0 0,1-1 0 0 0,0 1-1 0 0,0-1 1 0 0,0 1 0 0 0,0 0-1 0 0,-1 0 1 0 0,1-1-1 0 0,0 1 1 0 0,-1 0 0 0 0,1 0-1 0 0,0 0 1 0 0,-1 0-1 0 0,1 0 1 0 0,-1 0 0 0 0,0 0-1 0 0,1 0 1 0 0,-1 0-1 0 0,0 0 1 0 0,1 1 0 0 0,0 2 9 0 0,1 0 1 0 0,-1-1 0 0 0,1 1 0 0 0,0-1 0 0 0,0 1-1 0 0,0-1 1 0 0,0 0 0 0 0,1 0 0 0 0,-1 0 0 0 0,1 0-1 0 0,0 0 1 0 0,0 0 0 0 0,0-1 0 0 0,0 0 0 0 0,5 4-1 0 0,2-3-440 0 0</inkml:trace>
</inkml:ink>
</file>

<file path=ppt/ink/ink5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58.185"/>
    </inkml:context>
    <inkml:brush xml:id="br0">
      <inkml:brushProperty name="width" value="0.1" units="cm"/>
      <inkml:brushProperty name="height" value="0.1" units="cm"/>
      <inkml:brushProperty name="color" value="#004F8B"/>
    </inkml:brush>
  </inkml:definitions>
  <inkml:trace contextRef="#ctx0" brushRef="#br0">25 1 9218 0 0,'-10'7'4295'0'0,"10"-6"-3988"0"0,-1-1 0 0 0,1 1 0 0 0,-1 0 0 0 0,1 0-1 0 0,0-1 1 0 0,-1 1 0 0 0,1 0 0 0 0,0 0 0 0 0,-1 1-1 0 0,-7 22 2301 0 0,7-13-2191 0 0,0-1-1 0 0,0 1 1 0 0,1 0-1 0 0,1 0 0 0 0,0 0 1 0 0,0 0-1 0 0,1-1 1 0 0,3 12-1 0 0,33 85 201 0 0,-16-49-202 0 0,-7-12-349 0 0,33 84 806 0 0,-39-110-1415 0 0,0-1-1 0 0,2 0 0 0 0,0 0 1 0 0,18 21-1 0 0</inkml:trace>
</inkml:ink>
</file>

<file path=ppt/ink/ink5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58.373"/>
    </inkml:context>
    <inkml:brush xml:id="br0">
      <inkml:brushProperty name="width" value="0.1" units="cm"/>
      <inkml:brushProperty name="height" value="0.1" units="cm"/>
      <inkml:brushProperty name="color" value="#004F8B"/>
    </inkml:brush>
  </inkml:definitions>
  <inkml:trace contextRef="#ctx0" brushRef="#br0">6 196 9674 0 0,'0'0'160'0'0,"-1"1"-1"0"0,1-1 1 0 0,-1 1 0 0 0,1-1-1 0 0,0 1 1 0 0,-1-1 0 0 0,1 1-1 0 0,0-1 1 0 0,-1 1-1 0 0,1 0 1 0 0,0-1 0 0 0,0 1-1 0 0,-1-1 1 0 0,1 1 0 0 0,0 0-1 0 0,0-1 1 0 0,0 1 0 0 0,0 0-1 0 0,0-1 1 0 0,0 1-1 0 0,0-1 1 0 0,0 1 0 0 0,0 0-1 0 0,0-1 1 0 0,0 1 0 0 0,0 0-1 0 0,1-1 1 0 0,-1 1 0 0 0,0-1-1 0 0,0 1 1 0 0,1 0 0 0 0,-1-1-1 0 0,0 1 1 0 0,1-1-1 0 0,0 1 1 0 0,0 0 99 0 0,1 0 0 0 0,0 0 0 0 0,0 0 0 0 0,0-1 0 0 0,-1 1 0 0 0,1-1 0 0 0,0 0 0 0 0,0 1 0 0 0,0-1 0 0 0,0 0 0 0 0,0 0 0 0 0,2 0 0 0 0,7-1 338 0 0,1 0 0 0 0,-1-1 0 0 0,16-4 1 0 0,-8-1-416 0 0,0 0 0 0 0,0-2 0 0 0,-1 0 0 0 0,0-1 0 0 0,20-15 0 0 0,-2-2-838 0 0,43-42 1 0 0,-28 20-235 0 0</inkml:trace>
</inkml:ink>
</file>

<file path=ppt/ink/ink5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34.157"/>
    </inkml:context>
    <inkml:brush xml:id="br0">
      <inkml:brushProperty name="width" value="0.1" units="cm"/>
      <inkml:brushProperty name="height" value="0.1" units="cm"/>
      <inkml:brushProperty name="color" value="#004F8B"/>
    </inkml:brush>
  </inkml:definitions>
  <inkml:trace contextRef="#ctx0" brushRef="#br0">115 6 11522 0 0,'-2'-1'256'0'0,"-1"0"0"0"0,1 0 0 0 0,0 1 0 0 0,-1-1 0 0 0,1 1 0 0 0,-1-1 0 0 0,1 1 0 0 0,-1 0 0 0 0,1 0 0 0 0,-1 0 0 0 0,1 0 0 0 0,-1 0 0 0 0,1 1 0 0 0,-1-1 0 0 0,1 1 0 0 0,-1 0 0 0 0,1 0 0 0 0,0 0 0 0 0,-1 0 0 0 0,1 0 0 0 0,0 0 0 0 0,0 0-1 0 0,0 1 1 0 0,0-1 0 0 0,0 1 0 0 0,0-1 0 0 0,0 1 0 0 0,0 0 0 0 0,-1 2 0 0 0,-1 1-33 0 0,0 0-1 0 0,0 1 1 0 0,0-1-1 0 0,1 1 1 0 0,-1-1-1 0 0,1 1 1 0 0,1 0-1 0 0,-1 1 1 0 0,1-1-1 0 0,-1 7 1 0 0,-1 11-126 0 0,1 0 1 0 0,2 0-1 0 0,0 0 1 0 0,2 0-1 0 0,1 0 1 0 0,0 0 0 0 0,2 0-1 0 0,1 0 1 0 0,0-1-1 0 0,15 37 1 0 0,-8-31-512 0 0,1 0-1 0 0,2-1 1 0 0,1-1 0 0 0,0 0 0 0 0,2-1 0 0 0,2-1-1 0 0,34 36 1 0 0,-41-49-993 0 0,-3-2-239 0 0</inkml:trace>
</inkml:ink>
</file>

<file path=ppt/ink/ink5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34.328"/>
    </inkml:context>
    <inkml:brush xml:id="br0">
      <inkml:brushProperty name="width" value="0.1" units="cm"/>
      <inkml:brushProperty name="height" value="0.1" units="cm"/>
      <inkml:brushProperty name="color" value="#004F8B"/>
    </inkml:brush>
  </inkml:definitions>
  <inkml:trace contextRef="#ctx0" brushRef="#br0">16 167 10594 0 0,'-1'0'61'0'0,"1"0"-1"0"0,-1 0 1 0 0,1 1-1 0 0,-1-1 1 0 0,1 0-1 0 0,-1 0 1 0 0,1 0-1 0 0,-1 0 1 0 0,1-1-1 0 0,-1 1 1 0 0,1 0-1 0 0,-1 0 1 0 0,1 0-1 0 0,-1 0 1 0 0,1 0-1 0 0,-1-1 1 0 0,1 1-1 0 0,-1 0 1 0 0,1 0-1 0 0,0-1 1 0 0,-1 1-1 0 0,1 0 1 0 0,-1-1-1 0 0,1 1 1 0 0,0 0-1 0 0,-1-1 1 0 0,1 1-1 0 0,0-1 1 0 0,-1 1-1 0 0,1-1 1 0 0,0 1-1 0 0,0 0 1 0 0,0-1-1 0 0,-1 1 1 0 0,1-1-1 0 0,0 1 1 0 0,0-1-1 0 0,0 1 1 0 0,0-1-1 0 0,0 0 1 0 0,1-1 109 0 0,0 0 0 0 0,0 1 1 0 0,0-1-1 0 0,0 1 0 0 0,0-1 1 0 0,1 1-1 0 0,-1-1 0 0 0,0 1 0 0 0,1 0 1 0 0,-1 0-1 0 0,3-2 0 0 0,47-27 2226 0 0,-51 30-2386 0 0,60-33 1400 0 0,-27 14-2508 0 0,65-27-1 0 0,-72 37 125 0 0</inkml:trace>
</inkml:ink>
</file>

<file path=ppt/ink/ink5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34.679"/>
    </inkml:context>
    <inkml:brush xml:id="br0">
      <inkml:brushProperty name="width" value="0.1" units="cm"/>
      <inkml:brushProperty name="height" value="0.1" units="cm"/>
      <inkml:brushProperty name="color" value="#004F8B"/>
    </inkml:brush>
  </inkml:definitions>
  <inkml:trace contextRef="#ctx0" brushRef="#br0">164 0 11979 0 0,'-3'1'272'0'0,"-1"0"-1"0"0,0-1 1 0 0,1 1 0 0 0,-1 1 0 0 0,1-1 0 0 0,-1 1 0 0 0,1-1 0 0 0,0 1 0 0 0,0 0 0 0 0,0 0 0 0 0,0 0 0 0 0,0 1 0 0 0,0-1 0 0 0,0 1 0 0 0,1-1 0 0 0,-4 5 0 0 0,-37 51 362 0 0,41-54-525 0 0,-39 65-159 0 0,38-62 3 0 0,0 0-1 0 0,0 0 1 0 0,0 1-1 0 0,1-1 1 0 0,0 1-1 0 0,1 0 1 0 0,-1-1-1 0 0,1 9 1 0 0,1-15 19 0 0,0 0 1 0 0,-1 0-1 0 0,1 0 1 0 0,0 0 0 0 0,0 0-1 0 0,0 0 1 0 0,0 0 0 0 0,1 0-1 0 0,-1 1 1 0 0,0-1-1 0 0,0 0 1 0 0,1-1 0 0 0,-1 1-1 0 0,0 0 1 0 0,1 0 0 0 0,-1 0-1 0 0,1 0 1 0 0,0 0-1 0 0,-1 0 1 0 0,1 0 0 0 0,-1-1-1 0 0,1 1 1 0 0,0 0-1 0 0,0 0 1 0 0,-1-1 0 0 0,1 1-1 0 0,0-1 1 0 0,0 1 0 0 0,0-1-1 0 0,0 1 1 0 0,0-1-1 0 0,0 1 1 0 0,0-1 0 0 0,0 0-1 0 0,0 1 1 0 0,0-1-1 0 0,0 0 1 0 0,0 0 0 0 0,0 0-1 0 0,0 0 1 0 0,0 0 0 0 0,0 0-1 0 0,0 0 1 0 0,0 0-1 0 0,0 0 1 0 0,0-1 0 0 0,0 1-1 0 0,0 0 1 0 0,0-1-1 0 0,0 1 1 0 0,0 0 0 0 0,1-2-1 0 0,5-1-553 0 0,-1 0-1 0 0,1 0 0 0 0,-1-1 1 0 0,0 1-1 0 0,11-10 1 0 0,10-20-624 0 0,-25 29 1378 0 0,0-1 0 0 0,1 1 1 0 0,0 0-1 0 0,0 1 1 0 0,0-1-1 0 0,0 0 1 0 0,1 1-1 0 0,-1 0 0 0 0,1 0 1 0 0,0 0-1 0 0,0 0 1 0 0,0 0-1 0 0,8-3 0 0 0,-10 6-16 0 0,-1 0-1 0 0,1 0 1 0 0,-1 0-1 0 0,0 1 1 0 0,1-1-1 0 0,-1 0 1 0 0,1 1-1 0 0,-1-1 1 0 0,0 1-1 0 0,1 0 1 0 0,-1-1-1 0 0,0 1 1 0 0,0 0-1 0 0,1 0 1 0 0,-1 0-1 0 0,0 0 1 0 0,0 0-1 0 0,0 0 1 0 0,0 0-1 0 0,0 0 1 0 0,0 0-1 0 0,0 0 1 0 0,-1 1-1 0 0,1-1 1 0 0,0 0-1 0 0,-1 0 1 0 0,1 3-1 0 0,17 42 1739 0 0,-16-39-1619 0 0,10 32 464 0 0,-4-8-117 0 0,16 34 1 0 0,-21-58-1014 0 0,0-1-1 0 0,0 1 1 0 0,1-1 0 0 0,0 1 0 0 0,0-1-1 0 0,1 0 1 0 0,0-1 0 0 0,0 1-1 0 0,0-1 1 0 0,10 8 0 0 0,0-4-1083 0 0</inkml:trace>
</inkml:ink>
</file>

<file path=ppt/ink/ink5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34.980"/>
    </inkml:context>
    <inkml:brush xml:id="br0">
      <inkml:brushProperty name="width" value="0.1" units="cm"/>
      <inkml:brushProperty name="height" value="0.1" units="cm"/>
      <inkml:brushProperty name="color" value="#004F8B"/>
    </inkml:brush>
  </inkml:definitions>
  <inkml:trace contextRef="#ctx0" brushRef="#br0">140 4 456 0 0,'-20'-1'6740'0'0,"18"0"-6344"0"0,-1 1-1 0 0,1-1 1 0 0,0 1-1 0 0,0 0 1 0 0,-1-1 0 0 0,1 1-1 0 0,0 1 1 0 0,0-1 0 0 0,-1 0-1 0 0,1 0 1 0 0,0 1 0 0 0,0-1-1 0 0,0 1 1 0 0,-1 0-1 0 0,1 0 1 0 0,0 0 0 0 0,0 0-1 0 0,0 0 1 0 0,0 0 0 0 0,1 0-1 0 0,-1 1 1 0 0,-3 2-1 0 0,-3 6-10 0 0,1-1 0 0 0,-1 2 0 0 0,2-1 0 0 0,0 1 0 0 0,0 0 0 0 0,1 1 0 0 0,0-1 0 0 0,1 1 0 0 0,1 0 0 0 0,-1 0 0 0 0,-1 18 0 0 0,5-28-372 0 0,0 0 0 0 0,0 0 0 0 0,0 1 0 0 0,0-1 0 0 0,0 0 0 0 0,0 0-1 0 0,1 1 1 0 0,-1-1 0 0 0,1 0 0 0 0,-1 0 0 0 0,1 0 0 0 0,0 0 0 0 0,0 1 0 0 0,0-1 0 0 0,0 0 0 0 0,0-1 0 0 0,1 1-1 0 0,-1 0 1 0 0,1 0 0 0 0,-1-1 0 0 0,1 1 0 0 0,-1 0 0 0 0,1-1 0 0 0,0 0 0 0 0,0 1 0 0 0,0-1 0 0 0,0 0-1 0 0,0 0 1 0 0,0 0 0 0 0,0 0 0 0 0,0 0 0 0 0,0-1 0 0 0,0 1 0 0 0,1-1 0 0 0,-1 1 0 0 0,3-1 0 0 0,9 1-22 0 0,1 0 0 0 0,-1-1 0 0 0,0-1 0 0 0,26-5 0 0 0,-2 2-54 0 0,-36 3-33 0 0,1 1 0 0 0,-1 0 0 0 0,1 0 0 0 0,-1 0 1 0 0,1 0-1 0 0,-1 1 0 0 0,0-1 0 0 0,1 1 1 0 0,-1-1-1 0 0,0 1 0 0 0,1 0 0 0 0,-1 0 0 0 0,0 0 1 0 0,0 0-1 0 0,1 1 0 0 0,-1-1 0 0 0,0 0 1 0 0,0 1-1 0 0,-1 0 0 0 0,1-1 0 0 0,3 4 0 0 0,-4-2 88 0 0,1 0 0 0 0,-1 0-1 0 0,1 0 1 0 0,-1 0 0 0 0,0 0-1 0 0,0 1 1 0 0,-1-1 0 0 0,1 0-1 0 0,0 1 1 0 0,-1-1 0 0 0,0 0-1 0 0,0 0 1 0 0,0 1 0 0 0,-1 4-1 0 0,0-1-39 0 0,0 0 0 0 0,-1 0 0 0 0,0 0 0 0 0,0 0 0 0 0,0 0 0 0 0,-1 0 0 0 0,0-1-1 0 0,0 1 1 0 0,-1-1 0 0 0,0 0 0 0 0,0 0 0 0 0,0 0 0 0 0,-1 0 0 0 0,-7 6 0 0 0</inkml:trace>
</inkml:ink>
</file>

<file path=ppt/ink/ink5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35.204"/>
    </inkml:context>
    <inkml:brush xml:id="br0">
      <inkml:brushProperty name="width" value="0.1" units="cm"/>
      <inkml:brushProperty name="height" value="0.1" units="cm"/>
      <inkml:brushProperty name="color" value="#004F8B"/>
    </inkml:brush>
  </inkml:definitions>
  <inkml:trace contextRef="#ctx0" brushRef="#br0">1 0 3225 0 0,'11'5'11386'0'0,"-3"13"-6207"0"0,1 30-3816 0 0,-6-31-490 0 0,6 25-784 0 0,2 0 0 0 0,2-1 0 0 0,1 0 0 0 0,2-1 0 0 0,2-1 0 0 0,2-1 0 0 0,1 0 0 0 0,50 64 1 0 0,-59-85-1968 0 0</inkml:trace>
</inkml:ink>
</file>

<file path=ppt/ink/ink5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35.348"/>
    </inkml:context>
    <inkml:brush xml:id="br0">
      <inkml:brushProperty name="width" value="0.1" units="cm"/>
      <inkml:brushProperty name="height" value="0.1" units="cm"/>
      <inkml:brushProperty name="color" value="#004F8B"/>
    </inkml:brush>
  </inkml:definitions>
  <inkml:trace contextRef="#ctx0" brushRef="#br0">7 223 4609 0 0,'-1'-3'379'0'0,"0"0"0"0"0,0-1 1 0 0,0 1-1 0 0,0 0 0 0 0,1-1 0 0 0,-1 1 0 0 0,1-1 0 0 0,0 1 1 0 0,0-1-1 0 0,0 1 0 0 0,0 0 0 0 0,1-1 0 0 0,-1 1 0 0 0,1-1 1 0 0,0 1-1 0 0,0 0 0 0 0,0 0 0 0 0,1-1 0 0 0,-1 1 1 0 0,1 0-1 0 0,0 0 0 0 0,0 0 0 0 0,0 1 0 0 0,0-1 0 0 0,0 0 1 0 0,0 1-1 0 0,1-1 0 0 0,3-2 0 0 0,5-5 281 0 0,0 1 1 0 0,1 0-1 0 0,0 1 0 0 0,1 0 1 0 0,17-8-1 0 0,95-36-2027 0 0,-110 47 840 0 0,15-7-478 0 0</inkml:trace>
</inkml:ink>
</file>

<file path=ppt/ink/ink5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35.890"/>
    </inkml:context>
    <inkml:brush xml:id="br0">
      <inkml:brushProperty name="width" value="0.1" units="cm"/>
      <inkml:brushProperty name="height" value="0.1" units="cm"/>
      <inkml:brushProperty name="color" value="#004F8B"/>
    </inkml:brush>
  </inkml:definitions>
  <inkml:trace contextRef="#ctx0" brushRef="#br0">172 13 11522 0 0,'0'0'887'0'0,"-29"-7"4913"0"0,3 1-4077 0 0,23 6-1679 0 0,-1 0 0 0 0,1 0 0 0 0,-1 1 0 0 0,1-1 0 0 0,-1 1-1 0 0,1 0 1 0 0,0 0 0 0 0,-1 0 0 0 0,1 0 0 0 0,0 0 0 0 0,-1 1-1 0 0,1-1 1 0 0,0 1 0 0 0,0 0 0 0 0,0 0 0 0 0,-3 3 0 0 0,2-1 69 0 0,0 1 1 0 0,-1 0-1 0 0,2 0 0 0 0,-1 0 1 0 0,0 0-1 0 0,1 0 1 0 0,0 1-1 0 0,-3 9 1 0 0,1-2 47 0 0,1 0 0 0 0,0 1 0 0 0,1 0 1 0 0,0 0-1 0 0,2 0 0 0 0,-1 0 1 0 0,2 22-1 0 0,1-28-229 0 0,-1 0 0 0 0,2 0 0 0 0,-1 0 0 0 0,1 0 0 0 0,0 0 0 0 0,1-1 0 0 0,3 10-1 0 0,-4-14-3 0 0,0 1-1 0 0,0-1 0 0 0,1 1 0 0 0,-1-1 0 0 0,1 0 0 0 0,-1 0 0 0 0,1 0 1 0 0,0 0-1 0 0,0 0 0 0 0,0-1 0 0 0,1 1 0 0 0,-1-1 0 0 0,1 0 0 0 0,-1 0 1 0 0,1 0-1 0 0,4 1 0 0 0,11 3-1393 0 0</inkml:trace>
</inkml:ink>
</file>

<file path=ppt/ink/ink5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36.461"/>
    </inkml:context>
    <inkml:brush xml:id="br0">
      <inkml:brushProperty name="width" value="0.1" units="cm"/>
      <inkml:brushProperty name="height" value="0.1" units="cm"/>
      <inkml:brushProperty name="color" value="#004F8B"/>
    </inkml:brush>
  </inkml:definitions>
  <inkml:trace contextRef="#ctx0" brushRef="#br0">141 34 3225 0 0,'-1'-2'532'0'0,"-1"1"0"0"0,1-1 0 0 0,-1 0 0 0 0,0 1 0 0 0,1 0 0 0 0,-1-1 1 0 0,0 1-1 0 0,0 0 0 0 0,0 0 0 0 0,0 0 0 0 0,0 0 0 0 0,0 1 0 0 0,0-1 1 0 0,-1 0-1 0 0,1 1 0 0 0,0 0 0 0 0,0-1 0 0 0,0 1 0 0 0,-1 0 0 0 0,1 0 0 0 0,-3 0 1 0 0,2 1-194 0 0,0 0 0 0 0,0 0 1 0 0,0 1-1 0 0,0-1 1 0 0,1 1-1 0 0,-1-1 1 0 0,1 1-1 0 0,-1 0 1 0 0,1 0-1 0 0,-1 0 1 0 0,1 0-1 0 0,0 0 1 0 0,-3 4-1 0 0,-2 3-193 0 0,1 1-1 0 0,1-1 1 0 0,-1 1-1 0 0,1 0 1 0 0,1 0-1 0 0,0 1 1 0 0,-3 13-1 0 0,3-8-274 0 0,1 0-1 0 0,1 0 0 0 0,0 18 1 0 0,1-30-10 0 0,1 0 1 0 0,0 0 0 0 0,0 0-1 0 0,1 0 1 0 0,-1 0-1 0 0,1 0 1 0 0,0 0-1 0 0,0-1 1 0 0,0 1 0 0 0,0 0-1 0 0,1-1 1 0 0,0 1-1 0 0,0-1 1 0 0,-1 1-1 0 0,2-1 1 0 0,-1 0 0 0 0,0 0-1 0 0,6 6 1 0 0,-7-9 6 0 0,0 1-1 0 0,0 0 1 0 0,0 0 0 0 0,0-1-1 0 0,0 1 1 0 0,0-1 0 0 0,0 1 0 0 0,0-1-1 0 0,0 0 1 0 0,0 1 0 0 0,0-1 0 0 0,1 0-1 0 0,-1 0 1 0 0,0 0 0 0 0,0 1 0 0 0,0-1-1 0 0,1-1 1 0 0,-1 1 0 0 0,0 0 0 0 0,0 0-1 0 0,0 0 1 0 0,0-1 0 0 0,2 0-1 0 0,0 0 22 0 0,-1 0 0 0 0,0-1 0 0 0,0 1 0 0 0,0-1 0 0 0,0 0-1 0 0,0 0 1 0 0,0 1 0 0 0,0-1 0 0 0,-1 0 0 0 0,3-4 0 0 0,3-5 111 0 0,-1 0 0 0 0,-1-1 1 0 0,7-17-1 0 0,-11 25-13 0 0,15-52 446 0 0,-13 43-73 0 0,1-1 0 0 0,0 1 0 0 0,0 0 0 0 0,2 0 0 0 0,-1 1 0 0 0,12-18-1 0 0,-17 29-284 0 0,0 1-1 0 0,1 0 0 0 0,-1-1 0 0 0,0 1 0 0 0,0 0 0 0 0,1-1 0 0 0,-1 1 0 0 0,0 0 0 0 0,1-1 0 0 0,-1 1 0 0 0,0 0 0 0 0,1 0 0 0 0,-1 0 0 0 0,0-1 0 0 0,1 1 0 0 0,-1 0 0 0 0,0 0 0 0 0,1 0 0 0 0,-1 0 0 0 0,0 0 0 0 0,1 0 0 0 0,-1 0 0 0 0,1 0 0 0 0,-1 0 0 0 0,0 0 0 0 0,1 0 1 0 0,-1 0-1 0 0,1 0 0 0 0,-1 0 0 0 0,0 0 0 0 0,1 0 0 0 0,-1 0 0 0 0,1 0 0 0 0,11 13 1214 0 0,7 26-431 0 0,-17-33-606 0 0,3 4-214 0 0,0 0 1 0 0,1-1 0 0 0,0 1 0 0 0,0-1 0 0 0,1-1 0 0 0,0 1-1 0 0,15 13 1 0 0,-19-20-112 0 0,0 1 1 0 0,0-1-1 0 0,0 0 0 0 0,0 0 0 0 0,0 0 0 0 0,0 0 0 0 0,1 0 1 0 0,-1-1-1 0 0,1 1 0 0 0,-1-1 0 0 0,1 0 0 0 0,-1 0 0 0 0,1 0 0 0 0,0-1 1 0 0,-1 1-1 0 0,1-1 0 0 0,0 0 0 0 0,-1 0 0 0 0,1 0 0 0 0,0-1 1 0 0,0 1-1 0 0,-1-1 0 0 0,1 0 0 0 0,-1 0 0 0 0,1 0 0 0 0,6-3 0 0 0,-5 0 13 0 0,-1 0-1 0 0,1-1 0 0 0,-1 1 0 0 0,0-1 1 0 0,0 0-1 0 0,0 0 0 0 0,0 0 0 0 0,-1 0 1 0 0,0-1-1 0 0,0 0 0 0 0,-1 1 0 0 0,0-1 1 0 0,0 0-1 0 0,2-7 0 0 0,-1 4 123 0 0,0 0 1 0 0,1 0-1 0 0,0 0 0 0 0,11-17 0 0 0,-10 20-66 0 0,0 0 0 0 0,1 0-1 0 0,-1 1 1 0 0,1-1 0 0 0,0 1-1 0 0,10-6 1 0 0,-15 10 15 0 0,1 0 1 0 0,0 0-1 0 0,-1 1 1 0 0,1-1 0 0 0,0 0-1 0 0,-1 0 1 0 0,1 1-1 0 0,0-1 1 0 0,0 1-1 0 0,0 0 1 0 0,-1-1-1 0 0,1 1 1 0 0,0 0 0 0 0,0 0-1 0 0,0 0 1 0 0,0 1-1 0 0,0-1 1 0 0,-1 0-1 0 0,1 1 1 0 0,0-1 0 0 0,0 1-1 0 0,-1-1 1 0 0,1 1-1 0 0,0 0 1 0 0,-1 0-1 0 0,1 0 1 0 0,0 0-1 0 0,-1 0 1 0 0,1 0 0 0 0,-1 0-1 0 0,0 0 1 0 0,1 0-1 0 0,0 2 1 0 0,1 1-285 0 0,1-1 0 0 0,-1 1 0 0 0,1-1 0 0 0,0 0 0 0 0,0 0 0 0 0,6 3 0 0 0,-1-2-852 0 0</inkml:trace>
</inkml:ink>
</file>

<file path=ppt/ink/ink5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37"/>
    </inkml:context>
    <inkml:brush xml:id="br0">
      <inkml:brushProperty name="width" value="0.1" units="cm"/>
      <inkml:brushProperty name="height" value="0.1" units="cm"/>
      <inkml:brushProperty name="color" value="#004F8B"/>
    </inkml:brush>
  </inkml:definitions>
  <inkml:trace contextRef="#ctx0" brushRef="#br0">21 91 2761 0 0,'-9'-22'6497'0'0,"-1"-3"-1283"0"0,10 24-4997 0 0,-1 0-1 0 0,1 1 0 0 0,0-1 1 0 0,0 0-1 0 0,0 1 0 0 0,0-1 1 0 0,-1 0-1 0 0,1 1 0 0 0,0-1 1 0 0,0 0-1 0 0,0 1 1 0 0,0-1-1 0 0,0 0 0 0 0,1 1 1 0 0,-1-1-1 0 0,0 0 0 0 0,0 1 1 0 0,0-1-1 0 0,1 0 0 0 0,-1 1 1 0 0,0-1-1 0 0,1 0 1 0 0,-1 1-1 0 0,0-1 0 0 0,1 0 1 0 0,0 1-128 0 0,0 0 0 0 0,0-1 0 0 0,0 1 1 0 0,0 0-1 0 0,0 0 0 0 0,0 0 0 0 0,0 0 0 0 0,0 0 1 0 0,0 0-1 0 0,0 0 0 0 0,0 1 0 0 0,0-1 0 0 0,0 0 1 0 0,0 1-1 0 0,0-1 0 0 0,0 0 0 0 0,0 1 1 0 0,0-1-1 0 0,0 1 0 0 0,-1-1 0 0 0,1 1 0 0 0,0 0 1 0 0,0-1-1 0 0,-1 1 0 0 0,1 0 0 0 0,0 0 1 0 0,-1-1-1 0 0,1 1 0 0 0,0 0 0 0 0,-1 0 0 0 0,1 0 1 0 0,0 1-1 0 0,18 30 203 0 0,-19-32-269 0 0,13 28 185 0 0,-2-1 0 0 0,9 33 0 0 0,-12-34-371 0 0,1 0 1 0 0,20 42-1 0 0,-29-68 137 0 0,0 0-1 0 0,1 1 1 0 0,-1-1 0 0 0,0 0 0 0 0,0 1-1 0 0,0-1 1 0 0,1 0 0 0 0,-1 1 0 0 0,0-1-1 0 0,0 0 1 0 0,1 0 0 0 0,-1 1-1 0 0,0-1 1 0 0,1 0 0 0 0,-1 0 0 0 0,0 1-1 0 0,1-1 1 0 0,-1 0 0 0 0,0 0-1 0 0,1 0 1 0 0,-1 0 0 0 0,0 0 0 0 0,1 1-1 0 0,-1-1 1 0 0,1 0 0 0 0,-1 0-1 0 0,0 0 1 0 0,1 0 0 0 0,-1 0 0 0 0,0 0-1 0 0,1 0 1 0 0,-1 0 0 0 0,1-1-1 0 0,-1 1 1 0 0,0 0 0 0 0,1 0 0 0 0,-1 0-1 0 0,0 0 1 0 0,1 0 0 0 0,-1-1 0 0 0,0 1-1 0 0,1 0 1 0 0,-1 0 0 0 0,0 0-1 0 0,1-1 1 0 0,-1 1 0 0 0,0 0 0 0 0,0-1-1 0 0,1 1 1 0 0,-1 0 0 0 0,0 0-1 0 0,0-1 1 0 0,1 1 0 0 0,-1 0 0 0 0,0-1-1 0 0,0 1 1 0 0,0-1 0 0 0,0 1-1 0 0,0 0 1 0 0,0-1 0 0 0,0 1 0 0 0,0 0-1 0 0,0-2 1 0 0,13-31-999 0 0,-11 26 863 0 0,16-52-715 0 0,-14 41 1071 0 0,1 1 0 0 0,1 0 0 0 0,0 0 0 0 0,1 1 0 0 0,1-1 0 0 0,0 2 0 0 0,1-1 0 0 0,20-25 0 0 0,-27 39-144 0 0,1-1 1 0 0,0 0 0 0 0,0 1 0 0 0,0 0 0 0 0,0-1-1 0 0,0 1 1 0 0,0 1 0 0 0,0-1 0 0 0,1 0-1 0 0,-1 1 1 0 0,1-1 0 0 0,-1 1 0 0 0,1 0 0 0 0,-1 0-1 0 0,1 1 1 0 0,0-1 0 0 0,0 1 0 0 0,-1 0 0 0 0,1 0-1 0 0,0 0 1 0 0,0 0 0 0 0,-1 1 0 0 0,1-1-1 0 0,7 3 1 0 0,-6-1-4 0 0,0 0 0 0 0,-1 0 0 0 0,1 1 0 0 0,0-1 1 0 0,-1 1-1 0 0,1 0 0 0 0,-1 1 0 0 0,0-1 0 0 0,0 1 0 0 0,0 0 0 0 0,-1 0 0 0 0,1 0 0 0 0,-1 0 0 0 0,0 0 0 0 0,0 1 0 0 0,3 8 0 0 0,12 31-221 0 0,-13-29-660 0 0,1 0 0 0 0,15 27 0 0 0</inkml:trace>
</inkml:ink>
</file>

<file path=ppt/ink/ink5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39.287"/>
    </inkml:context>
    <inkml:brush xml:id="br0">
      <inkml:brushProperty name="width" value="0.1" units="cm"/>
      <inkml:brushProperty name="height" value="0.1" units="cm"/>
      <inkml:brushProperty name="color" value="#004F8B"/>
    </inkml:brush>
  </inkml:definitions>
  <inkml:trace contextRef="#ctx0" brushRef="#br0">11 1 12443 0 0,'-8'1'8223'0'0,"8"0"-8007"0"0,-3 13 2362 0 0,6 23-3299 0 0,-2-32 1336 0 0,12 179-291 0 0,9 71-659 0 0,-14-204-1672 0 0,18 63-1 0 0,-15-81-5085 0 0</inkml:trace>
</inkml:ink>
</file>

<file path=ppt/ink/ink5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39.498"/>
    </inkml:context>
    <inkml:brush xml:id="br0">
      <inkml:brushProperty name="width" value="0.1" units="cm"/>
      <inkml:brushProperty name="height" value="0.1" units="cm"/>
      <inkml:brushProperty name="color" value="#004F8B"/>
    </inkml:brush>
  </inkml:definitions>
  <inkml:trace contextRef="#ctx0" brushRef="#br0">0 57 10138 0 0,'18'-16'3960'0'0,"14"-6"-36"0"0,-1 7-3683 0 0,-26 14-563 0 0,-1 0 1 0 0,0 1-1 0 0,1-1 1 0 0,-1 1-1 0 0,0 0 1 0 0,1 0-1 0 0,-1 0 1 0 0,1 1-1 0 0,-1-1 1 0 0,0 1-1 0 0,1 0 1 0 0,-1 1-1 0 0,0-1 1 0 0,7 4-1 0 0,3 1 285 0 0</inkml:trace>
</inkml:ink>
</file>

<file path=ppt/ink/ink5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39.794"/>
    </inkml:context>
    <inkml:brush xml:id="br0">
      <inkml:brushProperty name="width" value="0.1" units="cm"/>
      <inkml:brushProperty name="height" value="0.1" units="cm"/>
      <inkml:brushProperty name="color" value="#004F8B"/>
    </inkml:brush>
  </inkml:definitions>
  <inkml:trace contextRef="#ctx0" brushRef="#br0">0 178 7834 0 0,'39'17'5576'0'0,"-22"-9"-4849"0"0,-1 2 0 0 0,0-1 0 0 0,-1 2 0 0 0,0 0 1 0 0,0 1-1 0 0,16 18 0 0 0,-37-48 2518 0 0,-2-56-2387 0 0,9 64-1088 0 0,0-1 0 0 0,1 1 0 0 0,0 0 0 0 0,0 0 0 0 0,2 0 0 0 0,-1 0 0 0 0,1 0 0 0 0,0 0 0 0 0,1 1 0 0 0,0 0 0 0 0,1 0 0 0 0,0 0 0 0 0,0 1 0 0 0,1 0 0 0 0,0 0 0 0 0,0 1 0 0 0,1 0 0 0 0,9-8 0 0 0,-1 2 193 0 0</inkml:trace>
</inkml:ink>
</file>

<file path=ppt/ink/ink5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40.096"/>
    </inkml:context>
    <inkml:brush xml:id="br0">
      <inkml:brushProperty name="width" value="0.1" units="cm"/>
      <inkml:brushProperty name="height" value="0.1" units="cm"/>
      <inkml:brushProperty name="color" value="#004F8B"/>
    </inkml:brush>
  </inkml:definitions>
  <inkml:trace contextRef="#ctx0" brushRef="#br0">21 0 6913 0 0,'-6'2'7835'0'0,"6"-2"-7692"0"0,-3 15-416 0 0,-6 9-4203 0 0,6-21 4416 0 0</inkml:trace>
</inkml:ink>
</file>

<file path=ppt/ink/ink5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40.652"/>
    </inkml:context>
    <inkml:brush xml:id="br0">
      <inkml:brushProperty name="width" value="0.1" units="cm"/>
      <inkml:brushProperty name="height" value="0.1" units="cm"/>
      <inkml:brushProperty name="color" value="#004F8B"/>
    </inkml:brush>
  </inkml:definitions>
  <inkml:trace contextRef="#ctx0" brushRef="#br0">2 6 10594 0 0,'0'-6'10225'0'0,"-1"26"-10112"0"0,1-1-1 0 0,1 1 0 0 0,1-1 1 0 0,0 0-1 0 0,2 0 1 0 0,0 0-1 0 0,1 0 0 0 0,1-1 1 0 0,1 0-1 0 0,0 0 1 0 0,1 0-1 0 0,1-1 0 0 0,19 27 1 0 0,-23-37-207 0 0,0-2-1 0 0,0 1 1 0 0,1-1 0 0 0,-1 1-1 0 0,1-1 1 0 0,0-1 0 0 0,1 1 0 0 0,-1-1-1 0 0,1-1 1 0 0,10 6 0 0 0,-14-8 43 0 0,0 0 0 0 0,-1 0 0 0 0,1 0 0 0 0,0 0 0 0 0,0-1 0 0 0,0 1 0 0 0,0-1 0 0 0,0 0 1 0 0,0 0-1 0 0,0 0 0 0 0,0 0 0 0 0,0-1 0 0 0,0 1 0 0 0,0-1 0 0 0,0 1 0 0 0,-1-1 0 0 0,1 0 0 0 0,0 0 0 0 0,0 0 0 0 0,-1-1 1 0 0,1 1-1 0 0,0-1 0 0 0,-1 1 0 0 0,0-1 0 0 0,1 0 0 0 0,-1 0 0 0 0,0 0 0 0 0,0 0 0 0 0,3-4 0 0 0,2-5 141 0 0,1-1 0 0 0,-2-1 0 0 0,1 1 0 0 0,-2-1 0 0 0,0 0 0 0 0,0 0 0 0 0,-1 0 0 0 0,-1-1 0 0 0,0 0 0 0 0,1-18 0 0 0,4-16 673 0 0,-8 48-780 0 0,0-1 1 0 0,0 1 0 0 0,0-1-1 0 0,0 1 1 0 0,0-1-1 0 0,0 1 1 0 0,0-1 0 0 0,1 1-1 0 0,-1-1 1 0 0,0 1 0 0 0,0 0-1 0 0,0-1 1 0 0,0 1 0 0 0,1-1-1 0 0,-1 1 1 0 0,0 0-1 0 0,0-1 1 0 0,1 1 0 0 0,-1 0-1 0 0,0-1 1 0 0,1 1 0 0 0,-1 0-1 0 0,0-1 1 0 0,1 1-1 0 0,-1 0 1 0 0,0 0 0 0 0,1-1-1 0 0,-1 1 1 0 0,1 0 0 0 0,-1 0-1 0 0,0 0 1 0 0,1 0 0 0 0,-1-1-1 0 0,1 1 1 0 0,-1 0-1 0 0,1 0 1 0 0,15 12-77 0 0,13 33 550 0 0,-25-38-371 0 0,39 74 170 0 0,-34-60-546 0 0,1-1-1 0 0,1 0 1 0 0,1-1-1 0 0,27 35 0 0 0,-14-32-2313 0 0</inkml:trace>
</inkml:ink>
</file>

<file path=ppt/ink/ink5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41.045"/>
    </inkml:context>
    <inkml:brush xml:id="br0">
      <inkml:brushProperty name="width" value="0.1" units="cm"/>
      <inkml:brushProperty name="height" value="0.1" units="cm"/>
      <inkml:brushProperty name="color" value="#004F8B"/>
    </inkml:brush>
  </inkml:definitions>
  <inkml:trace contextRef="#ctx0" brushRef="#br0">1 41 8754 0 0,'2'-2'296'0'0,"1"1"1"0"0,-1 0-1 0 0,1 0 0 0 0,-1 0 1 0 0,1 0-1 0 0,-1 1 0 0 0,1-1 1 0 0,0 1-1 0 0,-1 0 1 0 0,1-1-1 0 0,0 1 0 0 0,-1 0 1 0 0,1 1-1 0 0,0-1 0 0 0,-1 0 1 0 0,1 1-1 0 0,0 0 0 0 0,-1-1 1 0 0,1 1-1 0 0,2 1 1 0 0,-1 1-3 0 0,0-1 0 0 0,0 1 1 0 0,0 0-1 0 0,-1 0 0 0 0,1 0 1 0 0,-1 1-1 0 0,0-1 1 0 0,0 1-1 0 0,0 0 0 0 0,4 7 1 0 0,0 2 30 0 0,-1 1 1 0 0,0-1 0 0 0,0 1-1 0 0,-2 1 1 0 0,0-1-1 0 0,3 20 1 0 0,-5-26-226 0 0,-2-6-54 0 0,1 1-1 0 0,0 0 0 0 0,-1 0 0 0 0,1 0 0 0 0,-1 0 1 0 0,0 0-1 0 0,0 0 0 0 0,0 0 0 0 0,-1-1 0 0 0,0 7 0 0 0,1-9-25 0 0,-1 0-1 0 0,1 0 0 0 0,-1 0 0 0 0,1 0 0 0 0,0 0 0 0 0,-1 0 0 0 0,1 0 0 0 0,0 0 0 0 0,-1 0 0 0 0,1 0 0 0 0,-1 0 0 0 0,1 0 0 0 0,0-1 0 0 0,-1 1 0 0 0,1 0 0 0 0,-1 0 0 0 0,1 0 0 0 0,0 0 0 0 0,-1-1 0 0 0,1 1 0 0 0,0 0 0 0 0,0 0 0 0 0,-1-1 0 0 0,1 1 0 0 0,0 0 0 0 0,-1 0 0 0 0,1-1 1 0 0,0 1-1 0 0,0 0 0 0 0,0-1 0 0 0,-1 1 0 0 0,1 0 0 0 0,0-1 0 0 0,0 1 0 0 0,0-1 0 0 0,0 1 0 0 0,0 0 0 0 0,0-1 0 0 0,-1 0 0 0 0,-7-15 280 0 0,5 8-308 0 0,1-1 0 0 0,0 1 1 0 0,0-1-1 0 0,1 1 0 0 0,0-1 1 0 0,0 1-1 0 0,1-1 0 0 0,0 1 1 0 0,2-12-1 0 0,8-28-1686 0 0,5 2-4114 0 0,-5 19-471 0 0</inkml:trace>
</inkml:ink>
</file>

<file path=ppt/ink/ink5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41.919"/>
    </inkml:context>
    <inkml:brush xml:id="br0">
      <inkml:brushProperty name="width" value="0.1" units="cm"/>
      <inkml:brushProperty name="height" value="0.1" units="cm"/>
      <inkml:brushProperty name="color" value="#004F8B"/>
    </inkml:brush>
  </inkml:definitions>
  <inkml:trace contextRef="#ctx0" brushRef="#br0">1 38 5529 0 0,'0'-3'1655'0'0,"3"-32"9205"0"0,-1 37-10601 0 0,1 0 0 0 0,-1 1 0 0 0,1-1-1 0 0,-1 1 1 0 0,0 0 0 0 0,0 0 0 0 0,0-1 0 0 0,0 1 0 0 0,-1 0 0 0 0,3 7 0 0 0,0-4-78 0 0,7 13-173 0 0,-1 1 1 0 0,0-1 0 0 0,-1 2 0 0 0,-2-1 0 0 0,0 1 0 0 0,5 26 0 0 0,-11-40-348 0 0,-2-16 127 0 0,-1-19 79 0 0,4 10 195 0 0,0 0-1 0 0,8-22 1 0 0,-9 36 24 0 0,0 0 0 0 0,0 0 0 0 0,0 1 0 0 0,1-1 0 0 0,-1 0 0 0 0,1 1 1 0 0,0-1-1 0 0,0 1 0 0 0,1 0 0 0 0,-1-1 0 0 0,1 1 0 0 0,0 0 0 0 0,-1 1 0 0 0,1-1 0 0 0,0 0 0 0 0,7-3 0 0 0,-8 5-45 0 0,0 1-1 0 0,0 0 0 0 0,1 0 0 0 0,-1-1 0 0 0,0 1 0 0 0,0 1 0 0 0,1-1 0 0 0,-1 0 1 0 0,0 1-1 0 0,0-1 0 0 0,1 1 0 0 0,-1-1 0 0 0,0 1 0 0 0,0 0 0 0 0,0 0 0 0 0,0 0 1 0 0,0 0-1 0 0,0 1 0 0 0,0-1 0 0 0,0 0 0 0 0,2 3 0 0 0,34 34 408 0 0,-29-26-384 0 0,0 0 0 0 0,-1 1 0 0 0,-1 0-1 0 0,0 1 1 0 0,5 15 0 0 0,4 14-5443 0 0,-14-38 3986 0 0,6 16-5926 0 0</inkml:trace>
</inkml:ink>
</file>

<file path=ppt/ink/ink5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42.426"/>
    </inkml:context>
    <inkml:brush xml:id="br0">
      <inkml:brushProperty name="width" value="0.1" units="cm"/>
      <inkml:brushProperty name="height" value="0.1" units="cm"/>
      <inkml:brushProperty name="color" value="#004F8B"/>
    </inkml:brush>
  </inkml:definitions>
  <inkml:trace contextRef="#ctx0" brushRef="#br0">93 99 10138 0 0,'2'-3'258'0'0,"-1"0"0"0"0,1 0 0 0 0,-1 0 0 0 0,1 0 0 0 0,-1-1 0 0 0,0 1 0 0 0,0 0 0 0 0,-1 0 0 0 0,1-1 0 0 0,0-5 0 0 0,-1 8-67 0 0,0-1-1 0 0,0 1 1 0 0,0 0 0 0 0,0-1 0 0 0,0 1 0 0 0,0-1-1 0 0,0 1 1 0 0,0 0 0 0 0,-1-1 0 0 0,1 1 0 0 0,0 0-1 0 0,-1-1 1 0 0,1 1 0 0 0,-1 0 0 0 0,0 0 0 0 0,1 0-1 0 0,-1-1 1 0 0,0 1 0 0 0,0 0 0 0 0,1 0 0 0 0,-1 0 0 0 0,0 0-1 0 0,0 0 1 0 0,0 0 0 0 0,-1 0 0 0 0,1 1 0 0 0,0-1-1 0 0,0 0 1 0 0,-2 0 0 0 0,1 1-74 0 0,1 0 1 0 0,-1 0-1 0 0,1 0 0 0 0,-1 0 0 0 0,0 1 1 0 0,1-1-1 0 0,-1 1 0 0 0,1-1 0 0 0,-1 1 1 0 0,1-1-1 0 0,-1 1 0 0 0,1 0 0 0 0,0 0 1 0 0,-1 0-1 0 0,1 0 0 0 0,0 0 0 0 0,0 0 1 0 0,-1 0-1 0 0,1 0 0 0 0,0 0 0 0 0,0 0 1 0 0,0 1-1 0 0,0-1 0 0 0,0 2 0 0 0,-22 36 442 0 0,17-26-511 0 0,1 0-1 0 0,1 1 1 0 0,0 0-1 0 0,1 0 1 0 0,0 0-1 0 0,1 1 1 0 0,1-1-1 0 0,0 1 1 0 0,1-1 0 0 0,1 17-1 0 0,0-24-66 0 0,0 0 0 0 0,1 0 1 0 0,0 0-1 0 0,0 0 0 0 0,0-1 0 0 0,0 1 0 0 0,1-1 1 0 0,1 1-1 0 0,-1-1 0 0 0,5 6 0 0 0,-5-8 1 0 0,0 0 0 0 0,1-1-1 0 0,-1 0 1 0 0,1 0 0 0 0,-1 0 0 0 0,1 0 0 0 0,0 0-1 0 0,0-1 1 0 0,1 1 0 0 0,-1-1 0 0 0,0 0 0 0 0,1-1 0 0 0,-1 1-1 0 0,1-1 1 0 0,-1 0 0 0 0,7 1 0 0 0,-7-2 16 0 0,-1 1 0 0 0,1-1 0 0 0,-1 0 0 0 0,1 0 0 0 0,0 0 0 0 0,-1-1 0 0 0,1 1 0 0 0,-1-1 0 0 0,1 0 0 0 0,-1 0 1 0 0,0 0-1 0 0,1 0 0 0 0,-1-1 0 0 0,0 1 0 0 0,0-1 0 0 0,5-4 0 0 0,-3 3-23 0 0,-1-1 1 0 0,0 0-1 0 0,-1 0 0 0 0,1 0 1 0 0,-1-1-1 0 0,1 0 0 0 0,-1 1 1 0 0,-1-1-1 0 0,5-10 0 0 0,-3 5-12 0 0,-1 1-1 0 0,0-1 0 0 0,-1 0 0 0 0,0 0 0 0 0,0-1 0 0 0,-1 1 1 0 0,0 0-1 0 0,-1-1 0 0 0,0 1 0 0 0,-1 0 0 0 0,-2-11 0 0 0,-1 3 56 0 0,-1 1 0 0 0,-1 0-1 0 0,-13-28 1 0 0,16 39-66 0 0,0 0 1 0 0,-1 0-1 0 0,1 1 0 0 0,-1 0 0 0 0,0 0 1 0 0,0 0-1 0 0,0 0 0 0 0,-1 0 0 0 0,0 1 1 0 0,0 0-1 0 0,0 0 0 0 0,0 0 1 0 0,-10-4-1 0 0,4 4-678 0 0</inkml:trace>
</inkml:ink>
</file>

<file path=ppt/ink/ink5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42.887"/>
    </inkml:context>
    <inkml:brush xml:id="br0">
      <inkml:brushProperty name="width" value="0.1" units="cm"/>
      <inkml:brushProperty name="height" value="0.1" units="cm"/>
      <inkml:brushProperty name="color" value="#004F8B"/>
    </inkml:brush>
  </inkml:definitions>
  <inkml:trace contextRef="#ctx0" brushRef="#br0">40 22 8754 0 0,'0'-2'501'0'0,"-1"0"0"0"0,0 1 1 0 0,0-1-1 0 0,-1 0 0 0 0,1 1 0 0 0,0-1 0 0 0,0 1 1 0 0,-1-1-1 0 0,1 1 0 0 0,-1 0 0 0 0,1 0 0 0 0,-4-2 1 0 0,4 3-423 0 0,1-1 0 0 0,-1 1 0 0 0,0 0 1 0 0,1 0-1 0 0,-1 0 0 0 0,1 0 1 0 0,-1 0-1 0 0,1 0 0 0 0,-1 0 0 0 0,1 0 1 0 0,-1 1-1 0 0,0-1 0 0 0,1 0 0 0 0,-1 0 1 0 0,1 0-1 0 0,-1 1 0 0 0,1-1 1 0 0,-1 0-1 0 0,1 0 0 0 0,-1 1 0 0 0,1-1 1 0 0,0 0-1 0 0,-1 1 0 0 0,1-1 0 0 0,-1 1 1 0 0,1-1-1 0 0,0 1 0 0 0,-1-1 1 0 0,1 0-1 0 0,0 1 0 0 0,0-1 0 0 0,-1 1 1 0 0,1-1-1 0 0,0 1 0 0 0,0 0 0 0 0,0-1 1 0 0,0 1-1 0 0,-1-1 0 0 0,1 1 1 0 0,0-1-1 0 0,0 1 0 0 0,0-1 0 0 0,0 1 1 0 0,0 0-1 0 0,0-1 0 0 0,1 1 0 0 0,-1 0 1 0 0,-3 28 769 0 0,1 37 1 0 0,3-54-1033 0 0,-1 0-1 0 0,2 0 1 0 0,0-1-1 0 0,0 1 1 0 0,1-1-1 0 0,4 13 0 0 0,4-7-2592 0 0,-11-17 2666 0 0,1 0 0 0 0,-1 0 0 0 0,0 1 0 0 0,1-1 1 0 0,-1 0-1 0 0,0 0 0 0 0,1 0 0 0 0,-1 0 1 0 0,0 0-1 0 0,1 0 0 0 0,-1 0 0 0 0,0 0 0 0 0,1 0 1 0 0,-1 0-1 0 0,0 0 0 0 0,1 0 0 0 0,-1 0 1 0 0,0 0-1 0 0,1 0 0 0 0,-1 0 0 0 0,0 0 0 0 0,1-1 1 0 0,-1 1-1 0 0,0 0 0 0 0,1 0 0 0 0,-1 0 1 0 0,0 0-1 0 0,1-1 0 0 0,-1 1 0 0 0,0 0 0 0 0,0 0 1 0 0,1-1-1 0 0,-1 1 0 0 0,0 0 0 0 0,0 0 1 0 0,0-1-1 0 0,1 1 0 0 0,-1 0 0 0 0,0-1 0 0 0,0 1 1 0 0,0 0-1 0 0,0-1 0 0 0,0 1 0 0 0,0 0 1 0 0,0-1-1 0 0,0 1 0 0 0,1 0 0 0 0,-1-1 1 0 0,-1 0-1 0 0,4-6-1088 0 0</inkml:trace>
</inkml:ink>
</file>

<file path=ppt/ink/ink5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43.102"/>
    </inkml:context>
    <inkml:brush xml:id="br0">
      <inkml:brushProperty name="width" value="0.1" units="cm"/>
      <inkml:brushProperty name="height" value="0.1" units="cm"/>
      <inkml:brushProperty name="color" value="#004F8B"/>
    </inkml:brush>
  </inkml:definitions>
  <inkml:trace contextRef="#ctx0" brushRef="#br0">1 189 6449 0 0,'0'-10'394'0'0,"-1"0"1"0"0,2 0-1 0 0,-1 0 0 0 0,1 0 0 0 0,4-14 0 0 0,-4 19-21 0 0,0 1-1 0 0,0 0 1 0 0,1 0-1 0 0,0 0 1 0 0,0 0 0 0 0,0 0-1 0 0,0 0 1 0 0,0 0-1 0 0,1 1 1 0 0,0-1 0 0 0,0 1-1 0 0,0 0 1 0 0,0 0-1 0 0,6-5 1 0 0,-7 7-235 0 0,-1 1 1 0 0,0-1-1 0 0,0 1 0 0 0,1 0 1 0 0,-1-1-1 0 0,0 1 0 0 0,1 0 1 0 0,-1 0-1 0 0,0 0 0 0 0,1 0 1 0 0,-1 0-1 0 0,0 0 0 0 0,1 0 1 0 0,-1 1-1 0 0,0-1 0 0 0,0 0 1 0 0,1 1-1 0 0,-1-1 0 0 0,0 1 1 0 0,0-1-1 0 0,1 1 0 0 0,-1 0 1 0 0,0-1-1 0 0,0 1 0 0 0,0 0 1 0 0,0 0-1 0 0,0 0 0 0 0,1 1 1 0 0,31 34 1450 0 0,-25-25-1061 0 0,-2-5-337 0 0,0 0-1 0 0,0-1 0 0 0,1 1 0 0 0,0-1 1 0 0,0-1-1 0 0,0 1 0 0 0,0-1 0 0 0,15 6 1 0 0,-20-9-177 0 0,0-1 0 0 0,-1 1 0 0 0,1 0 0 0 0,0-1 0 0 0,0 1 0 0 0,0-1 0 0 0,0 0 0 0 0,0 0 0 0 0,0 0 0 0 0,0 0 0 0 0,0 0 0 0 0,0 0 0 0 0,0 0 0 0 0,0 0 0 0 0,-1-1 0 0 0,1 1 0 0 0,0-1 0 0 0,0 0 0 0 0,0 1 0 0 0,0-1 0 0 0,-1 0 0 0 0,1 0 0 0 0,0 0 0 0 0,-1 0 0 0 0,1 0 0 0 0,-1-1 0 0 0,1 1 0 0 0,-1 0 0 0 0,0-1 0 0 0,1 1 0 0 0,-1-1 0 0 0,0 1 0 0 0,0-1 0 0 0,0 0 0 0 0,0 1 0 0 0,0-1 0 0 0,-1 0 0 0 0,1 0 0 0 0,0 0 0 0 0,-1 0 0 0 0,1 0 0 0 0,-1 1 0 0 0,0-4 0 0 0,1-2-79 0 0,0 0 0 0 0,-1 0 0 0 0,0 0-1 0 0,0 0 1 0 0,-1 0 0 0 0,0 0 0 0 0,0 0 0 0 0,-4-12 0 0 0,-11-28-4129 0 0</inkml:trace>
</inkml:ink>
</file>

<file path=ppt/ink/ink5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43.409"/>
    </inkml:context>
    <inkml:brush xml:id="br0">
      <inkml:brushProperty name="width" value="0.1" units="cm"/>
      <inkml:brushProperty name="height" value="0.1" units="cm"/>
      <inkml:brushProperty name="color" value="#004F8B"/>
    </inkml:brush>
  </inkml:definitions>
  <inkml:trace contextRef="#ctx0" brushRef="#br0">163 77 6913 0 0,'1'-3'-136'0'0,"2"-36"6642"0"0,-3 37-5957 0 0,0 0 1 0 0,0 0-1 0 0,-1 0 0 0 0,1 0 1 0 0,0 0-1 0 0,-1-1 0 0 0,0 1 1 0 0,1 0-1 0 0,-1 0 0 0 0,0 0 1 0 0,0 0-1 0 0,0 0 1 0 0,0 1-1 0 0,0-1 0 0 0,-2-2 1 0 0,2 4-510 0 0,1 0 1 0 0,-1 0-1 0 0,1 0 1 0 0,-1-1-1 0 0,1 1 1 0 0,-1 0-1 0 0,1 0 0 0 0,-1 0 1 0 0,1 0-1 0 0,-1 0 1 0 0,1 0-1 0 0,-1 0 1 0 0,1 0-1 0 0,-1 1 1 0 0,1-1-1 0 0,-1 0 1 0 0,1 0-1 0 0,-1 0 1 0 0,1 0-1 0 0,-1 1 1 0 0,1-1-1 0 0,0 0 1 0 0,-1 0-1 0 0,1 1 1 0 0,-1-1-1 0 0,1 0 0 0 0,0 1 1 0 0,-1-1-1 0 0,1 1 1 0 0,0-1-1 0 0,-1 0 1 0 0,1 1-1 0 0,0-1 1 0 0,-1 1-1 0 0,1-1 1 0 0,0 1-1 0 0,0-1 1 0 0,0 1-1 0 0,-1-1 1 0 0,1 1-1 0 0,0-1 1 0 0,0 1-1 0 0,-11 24 263 0 0,-29 109 1 0 0,-25 144-1 0 0,62-261-277 0 0,-4 16-850 0 0,2 0 0 0 0,-1 57 0 0 0,7-60-7210 0 0</inkml:trace>
</inkml:ink>
</file>

<file path=ppt/ink/ink5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43.726"/>
    </inkml:context>
    <inkml:brush xml:id="br0">
      <inkml:brushProperty name="width" value="0.1" units="cm"/>
      <inkml:brushProperty name="height" value="0.1" units="cm"/>
      <inkml:brushProperty name="color" value="#004F8B"/>
    </inkml:brush>
  </inkml:definitions>
  <inkml:trace contextRef="#ctx0" brushRef="#br0">49 40 9218 0 0,'-2'0'224'0'0,"0"0"0"0"0,0 1 0 0 0,0-1 0 0 0,-1 1 0 0 0,1 0 0 0 0,0 0 0 0 0,0 0 0 0 0,0 0 0 0 0,0 0 0 0 0,0 0 0 0 0,0 0 1 0 0,1 1-1 0 0,-1-1 0 0 0,0 1 0 0 0,1-1 0 0 0,-1 1 0 0 0,1 0 0 0 0,-1-1 0 0 0,1 1 0 0 0,0 0 0 0 0,0 0 0 0 0,0 0 0 0 0,0 0 0 0 0,0 0 0 0 0,0 0 0 0 0,0 1 0 0 0,1-1 0 0 0,-1 0 0 0 0,1 0 0 0 0,-1 3 0 0 0,0 2 37 0 0,0 0-1 0 0,1 0 1 0 0,-1 0-1 0 0,1 0 1 0 0,1 0-1 0 0,-1 0 1 0 0,1 0-1 0 0,1 0 1 0 0,-1 0-1 0 0,1 0 1 0 0,0 0-1 0 0,1-1 1 0 0,0 1-1 0 0,0-1 1 0 0,0 1-1 0 0,1-1 1 0 0,-1 0-1 0 0,1-1 1 0 0,6 7-1 0 0,-8-9-268 0 0,1-1-1 0 0,-1 1 0 0 0,1 0 0 0 0,0-1 0 0 0,0 0 0 0 0,1 1 0 0 0,-1-1 0 0 0,0-1 0 0 0,1 1 0 0 0,-1 0 0 0 0,1-1 0 0 0,-1 0 0 0 0,1 1 0 0 0,0-1 0 0 0,-1-1 0 0 0,1 1 0 0 0,0-1 0 0 0,0 1 0 0 0,0-1 0 0 0,-1 0 0 0 0,1 0 0 0 0,0-1 0 0 0,0 1 0 0 0,0-1 0 0 0,-1 0 0 0 0,1 0 0 0 0,0 0 1 0 0,-1-1-1 0 0,1 1 0 0 0,-1-1 0 0 0,1 1 0 0 0,-1-1 0 0 0,0-1 0 0 0,0 1 0 0 0,0 0 0 0 0,3-4 0 0 0,-1 3 14 0 0,-1-1 0 0 0,0 1-1 0 0,0-1 1 0 0,0 0 0 0 0,0-1 0 0 0,-1 1 0 0 0,0-1 0 0 0,0 1 0 0 0,0-1 0 0 0,0 0 0 0 0,-1 0-1 0 0,1 0 1 0 0,-2-1 0 0 0,1 1 0 0 0,0 0 0 0 0,-1-1 0 0 0,0 1 0 0 0,0-1 0 0 0,0-6 0 0 0,-2 6-6 0 0,0 0 0 0 0,0 0 0 0 0,0 1 0 0 0,0-1 0 0 0,-1 0 0 0 0,0 1 1 0 0,0 0-1 0 0,-1-1 0 0 0,1 1 0 0 0,-1 0 0 0 0,0 0 0 0 0,-1 0 0 0 0,1 1 0 0 0,-1-1 1 0 0,0 1-1 0 0,0 0 0 0 0,0 0 0 0 0,-8-5 0 0 0,-20-12-1886 0 0,15 11-5042 0 0</inkml:trace>
</inkml:ink>
</file>

<file path=ppt/ink/ink5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44.123"/>
    </inkml:context>
    <inkml:brush xml:id="br0">
      <inkml:brushProperty name="width" value="0.1" units="cm"/>
      <inkml:brushProperty name="height" value="0.1" units="cm"/>
      <inkml:brushProperty name="color" value="#004F8B"/>
    </inkml:brush>
  </inkml:definitions>
  <inkml:trace contextRef="#ctx0" brushRef="#br0">9 0 10594 0 0,'-5'3'8727'0'0,"2"5"-6221"0"0,2 10-3692 0 0,1-15 2178 0 0,0 33-535 0 0,1 1 1 0 0,7 37-1 0 0,-6-56-545 0 0,2-1 1 0 0,0 1-1 0 0,1-1 0 0 0,0 0 0 0 0,2-1 0 0 0,9 19 0 0 0,11 1-2643 0 0,-19-28 1700 0 0</inkml:trace>
</inkml:ink>
</file>

<file path=ppt/ink/ink5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44.314"/>
    </inkml:context>
    <inkml:brush xml:id="br0">
      <inkml:brushProperty name="width" value="0.1" units="cm"/>
      <inkml:brushProperty name="height" value="0.1" units="cm"/>
      <inkml:brushProperty name="color" value="#004F8B"/>
    </inkml:brush>
  </inkml:definitions>
  <inkml:trace contextRef="#ctx0" brushRef="#br0">10 78 4609 0 0,'-1'0'308'0'0,"0"-1"0"0"0,1 0 0 0 0,-1 0 0 0 0,0 0 0 0 0,1 1 0 0 0,-1-1 0 0 0,0 0 0 0 0,1 0 0 0 0,-1 0 0 0 0,1 0 0 0 0,-1 0 0 0 0,1 0 0 0 0,0 0 0 0 0,-1 0 0 0 0,1-1 0 0 0,0 1 0 0 0,0 0 0 0 0,0 0 0 0 0,0 0 0 0 0,0 0 0 0 0,0 0 0 0 0,0 0 0 0 0,1-2 1 0 0,-1 1 23 0 0,1 0 1 0 0,0 0 0 0 0,0 0-1 0 0,0 0 1 0 0,0 0 0 0 0,1 1 0 0 0,-1-1-1 0 0,0 1 1 0 0,1-1 0 0 0,-1 1-1 0 0,4-3 1 0 0,0 0 37 0 0,0 0 0 0 0,1 1 0 0 0,-1 0 0 0 0,1 0 0 0 0,0 1 0 0 0,0-1-1 0 0,9-2 1 0 0,-8 4-600 0 0,0 0 0 0 0,0 1 0 0 0,0-1 0 0 0,-1 1 0 0 0,1 1 0 0 0,8 0-1 0 0</inkml:trace>
</inkml:ink>
</file>

<file path=ppt/ink/ink6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44.473"/>
    </inkml:context>
    <inkml:brush xml:id="br0">
      <inkml:brushProperty name="width" value="0.1" units="cm"/>
      <inkml:brushProperty name="height" value="0.1" units="cm"/>
      <inkml:brushProperty name="color" value="#004F8B"/>
    </inkml:brush>
  </inkml:definitions>
  <inkml:trace contextRef="#ctx0" brushRef="#br0">0 86 8754 0 0,'16'-4'6084'0'0,"25"-18"-2790"0"0,-16 6-4120 0 0,12-12-5562 0 0,-20 12 2447 0 0</inkml:trace>
</inkml:ink>
</file>

<file path=ppt/ink/ink6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44.663"/>
    </inkml:context>
    <inkml:brush xml:id="br0">
      <inkml:brushProperty name="width" value="0.1" units="cm"/>
      <inkml:brushProperty name="height" value="0.1" units="cm"/>
      <inkml:brushProperty name="color" value="#004F8B"/>
    </inkml:brush>
  </inkml:definitions>
  <inkml:trace contextRef="#ctx0" brushRef="#br0">9 0 5529 0 0,'-3'10'509'0'0,"1"-1"1"0"0,1 1-1 0 0,0-1 0 0 0,0 1 0 0 0,1-1 0 0 0,0 1 0 0 0,0-1 1 0 0,1 1-1 0 0,4 17 0 0 0,5 10 1224 0 0,15 40 1 0 0,-15-46-499 0 0,-4-15-964 0 0,7 23 1174 0 0,-3-15-5995 0 0</inkml:trace>
</inkml:ink>
</file>

<file path=ppt/ink/ink6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44.838"/>
    </inkml:context>
    <inkml:brush xml:id="br0">
      <inkml:brushProperty name="width" value="0.1" units="cm"/>
      <inkml:brushProperty name="height" value="0.1" units="cm"/>
      <inkml:brushProperty name="color" value="#004F8B"/>
    </inkml:brush>
  </inkml:definitions>
  <inkml:trace contextRef="#ctx0" brushRef="#br0">3 123 6449 0 0,'-1'-5'453'0'0,"0"0"0"0"0,1 0 0 0 0,0-1 0 0 0,0 1 0 0 0,0 0 0 0 0,1 0-1 0 0,-1 0 1 0 0,1 0 0 0 0,0 0 0 0 0,1 0 0 0 0,-1 0 0 0 0,1 0 0 0 0,0 0 0 0 0,0 1-1 0 0,1-1 1 0 0,-1 1 0 0 0,5-5 0 0 0,-5 6-314 0 0,0 1 0 0 0,0-1-1 0 0,0 1 1 0 0,0 0 0 0 0,1 0 0 0 0,-1 0-1 0 0,1 0 1 0 0,0 0 0 0 0,-1 1 0 0 0,1-1-1 0 0,0 1 1 0 0,4-2 0 0 0,-4 2-422 0 0,0 1-1 0 0,-1-1 1 0 0,1 1 0 0 0,-1 0 0 0 0,1 0-1 0 0,-1 0 1 0 0,1 0 0 0 0,0 0 0 0 0,-1 0-1 0 0,1 1 1 0 0,-1 0 0 0 0,1-1 0 0 0,-1 1-1 0 0,1 0 1 0 0,-1 0 0 0 0,1 0 0 0 0,1 2-1 0 0,6 3-1540 0 0</inkml:trace>
</inkml:ink>
</file>

<file path=ppt/ink/ink6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44.979"/>
    </inkml:context>
    <inkml:brush xml:id="br0">
      <inkml:brushProperty name="width" value="0.1" units="cm"/>
      <inkml:brushProperty name="height" value="0.1" units="cm"/>
      <inkml:brushProperty name="color" value="#004F8B"/>
    </inkml:brush>
  </inkml:definitions>
  <inkml:trace contextRef="#ctx0" brushRef="#br0">0 50 656 0 0,'6'11'8962'0'0,"2"-17"-5841"0"0,2-2 23 0 0,2-1-2471 0 0,0-2-505 0 0,3-2-96 0 0,-1 0-72 0 0</inkml:trace>
</inkml:ink>
</file>

<file path=ppt/ink/ink6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31.658"/>
    </inkml:context>
    <inkml:brush xml:id="br0">
      <inkml:brushProperty name="width" value="0.1" units="cm"/>
      <inkml:brushProperty name="height" value="0.1" units="cm"/>
      <inkml:brushProperty name="color" value="#004F8B"/>
    </inkml:brush>
  </inkml:definitions>
  <inkml:trace contextRef="#ctx0" brushRef="#br0">26 29 9218 0 0,'-17'-28'11696'0'0,"12"42"-10115"0"0,2 25-1373 0 0,2 0-1 0 0,2-1 0 0 0,11 77 0 0 0,-2-17-46 0 0,-5-23-752 0 0,17 137-6221 0 0,-14-177-108 0 0</inkml:trace>
</inkml:ink>
</file>

<file path=ppt/ink/ink6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31.896"/>
    </inkml:context>
    <inkml:brush xml:id="br0">
      <inkml:brushProperty name="width" value="0.1" units="cm"/>
      <inkml:brushProperty name="height" value="0.1" units="cm"/>
      <inkml:brushProperty name="color" value="#004F8B"/>
    </inkml:brush>
  </inkml:definitions>
  <inkml:trace contextRef="#ctx0" brushRef="#br0">0 2 4145 0 0,'15'-1'11108'0'0,"-13"5"-10040"0"0,130 427 3253 0 0,-73-229-3150 0 0,-54-185-1608 0 0,0 0 1 0 0,1-1 0 0 0,0 0 0 0 0,2 0-1 0 0,0 0 1 0 0,10 15 0 0 0</inkml:trace>
</inkml:ink>
</file>

<file path=ppt/ink/ink6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32.102"/>
    </inkml:context>
    <inkml:brush xml:id="br0">
      <inkml:brushProperty name="width" value="0.1" units="cm"/>
      <inkml:brushProperty name="height" value="0.1" units="cm"/>
      <inkml:brushProperty name="color" value="#004F8B"/>
    </inkml:brush>
  </inkml:definitions>
  <inkml:trace contextRef="#ctx0" brushRef="#br0">18 89 9218 0 0,'-17'4'4201'0'0,"26"-5"-2141"0"0,3-2-1434 0 0,0 0-1 0 0,-1 0 0 0 0,1-2 1 0 0,-1 1-1 0 0,0-1 1 0 0,0-1-1 0 0,15-10 0 0 0,17-8-391 0 0,-19 12-1613 0 0,0 2-5515 0 0</inkml:trace>
</inkml:ink>
</file>

<file path=ppt/ink/ink6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32.483"/>
    </inkml:context>
    <inkml:brush xml:id="br0">
      <inkml:brushProperty name="width" value="0.1" units="cm"/>
      <inkml:brushProperty name="height" value="0.1" units="cm"/>
      <inkml:brushProperty name="color" value="#004F8B"/>
    </inkml:brush>
  </inkml:definitions>
  <inkml:trace contextRef="#ctx0" brushRef="#br0">72 81 6913 0 0,'-5'8'1095'0'0,"-7"10"650"0"0,0 0 0 0 0,1 0 1 0 0,-8 22-1 0 0,17-33-1655 0 0,-1-1-1 0 0,1 1 1 0 0,1 0-1 0 0,-1 1 1 0 0,1-1-1 0 0,0 0 1 0 0,1 0-1 0 0,0 0 1 0 0,0 1-1 0 0,0-1 1 0 0,1 0-1 0 0,0 0 1 0 0,3 8-1 0 0,-3-10-81 0 0,1 0 0 0 0,0 1 0 0 0,1-1 0 0 0,-1 0 0 0 0,1 0 0 0 0,0 0 0 0 0,1-1 0 0 0,-1 1 0 0 0,1-1 0 0 0,0 0 0 0 0,0 0 0 0 0,7 6 0 0 0,-10-9-23 0 0,1 0-1 0 0,-1 0 1 0 0,1 0-1 0 0,-1 0 1 0 0,1 0-1 0 0,0-1 1 0 0,-1 1-1 0 0,1 0 1 0 0,0-1 0 0 0,0 1-1 0 0,-1-1 1 0 0,1 0-1 0 0,0 0 1 0 0,0 0-1 0 0,0 0 1 0 0,-1 0 0 0 0,1 0-1 0 0,0 0 1 0 0,0 0-1 0 0,-1-1 1 0 0,1 1-1 0 0,0-1 1 0 0,0 1-1 0 0,-1-1 1 0 0,1 0 0 0 0,0 1-1 0 0,-1-1 1 0 0,1 0-1 0 0,-1 0 1 0 0,1 0-1 0 0,-1-1 1 0 0,0 1-1 0 0,1 0 1 0 0,-1 0 0 0 0,0-1-1 0 0,0 1 1 0 0,0-1-1 0 0,0 1 1 0 0,0-1-1 0 0,0 1 1 0 0,0-1-1 0 0,0-3 1 0 0,5-5 84 0 0,-2-2 0 0 0,0 1 0 0 0,0 0 0 0 0,-1-1 0 0 0,0 0 0 0 0,-1 0 0 0 0,0 0 0 0 0,-1 0 0 0 0,0 0 0 0 0,-1 0 0 0 0,-2-14 0 0 0,0 9 383 0 0,0 1 0 0 0,-1-1 0 0 0,-1 1 0 0 0,0 0 0 0 0,-1 0 0 0 0,-1 0 0 0 0,-12-22 0 0 0,17 36-405 0 0,-1-1 1 0 0,1 1 0 0 0,-1 0 0 0 0,0-1-1 0 0,1 1 1 0 0,-1 0 0 0 0,0 0 0 0 0,0 0 0 0 0,-1 0-1 0 0,-4-3 1 0 0,6 5-59 0 0,0-1 0 0 0,-1 1-1 0 0,1-1 1 0 0,0 1 0 0 0,-1 0 0 0 0,1-1-1 0 0,0 1 1 0 0,-1 0 0 0 0,1 0 0 0 0,0 0-1 0 0,-1 0 1 0 0,1 0 0 0 0,-1 0 0 0 0,1 0-1 0 0,0 1 1 0 0,-1-1 0 0 0,1 0-1 0 0,0 1 1 0 0,-1-1 0 0 0,1 1 0 0 0,0 0-1 0 0,0-1 1 0 0,-1 1 0 0 0,0 1 0 0 0,-5 3-563 0 0</inkml:trace>
</inkml:ink>
</file>

<file path=ppt/ink/ink6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32.935"/>
    </inkml:context>
    <inkml:brush xml:id="br0">
      <inkml:brushProperty name="width" value="0.1" units="cm"/>
      <inkml:brushProperty name="height" value="0.1" units="cm"/>
      <inkml:brushProperty name="color" value="#004F8B"/>
    </inkml:brush>
  </inkml:definitions>
  <inkml:trace contextRef="#ctx0" brushRef="#br0">5 0 5065 0 0,'-1'2'162'0'0,"0"0"0"0"0,1 0-1 0 0,-1 0 1 0 0,1 0 0 0 0,-1 0-1 0 0,1 1 1 0 0,0-1 0 0 0,-1 0 0 0 0,1 0-1 0 0,0 0 1 0 0,0 0 0 0 0,1 0-1 0 0,-1 1 1 0 0,0-1 0 0 0,1 0 0 0 0,0 2-1 0 0,16 39 2599 0 0,-7-20-1451 0 0,-2 1 163 0 0,24 58 989 0 0,-29-75-2379 0 0,1 0-1 0 0,0 0 0 0 0,1 0 0 0 0,0 0 1 0 0,0-1-1 0 0,0 1 0 0 0,1-1 0 0 0,8 6 1 0 0,-12-10-104 0 0,0 0 0 0 0,0 0 0 0 0,1-1 0 0 0,-1 1 0 0 0,0-1 0 0 0,1 0 1 0 0,-1 0-1 0 0,0 0 0 0 0,1 0 0 0 0,0 0 0 0 0,-1 0 0 0 0,1-1 1 0 0,-1 1-1 0 0,1-1 0 0 0,0 0 0 0 0,-1 0 0 0 0,1 0 0 0 0,0 0 0 0 0,-1 0 1 0 0,1 0-1 0 0,0-1 0 0 0,-1 1 0 0 0,1-1 0 0 0,-1 0 0 0 0,1 0 1 0 0,-1 0-1 0 0,1 0 0 0 0,-1 0 0 0 0,1-1 0 0 0,-1 1 0 0 0,0-1 0 0 0,0 1 1 0 0,0-1-1 0 0,0 0 0 0 0,0 0 0 0 0,2-2 0 0 0,1-2-92 0 0,-1 0 0 0 0,1 0 0 0 0,-1-1 0 0 0,0 1 0 0 0,-1-1-1 0 0,0 0 1 0 0,0 0 0 0 0,0 0 0 0 0,-1 0 0 0 0,0-1 0 0 0,1-10 0 0 0,0-18 312 0 0,-3 28 223 0 0,0 0 1 0 0,0 0-1 0 0,1 0 1 0 0,0 0-1 0 0,1 0 1 0 0,0 0-1 0 0,5-12 1 0 0,-7 20-370 0 0,0 0 0 0 0,0-1 0 0 0,0 1 0 0 0,0 0 0 0 0,0 0 0 0 0,0 0 0 0 0,0-1 0 0 0,0 1 1 0 0,0 0-1 0 0,1 0 0 0 0,-1 0 0 0 0,0 0 0 0 0,0-1 0 0 0,0 1 0 0 0,0 0 0 0 0,1 0 0 0 0,-1 0 0 0 0,0 0 0 0 0,0 0 0 0 0,0 0 1 0 0,0 0-1 0 0,1-1 0 0 0,-1 1 0 0 0,0 0 0 0 0,0 0 0 0 0,1 0 0 0 0,-1 0 0 0 0,0 0 0 0 0,0 0 0 0 0,0 0 0 0 0,1 0 0 0 0,-1 0 1 0 0,0 0-1 0 0,0 0 0 0 0,0 0 0 0 0,1 0 0 0 0,-1 0 0 0 0,0 0 0 0 0,0 1 0 0 0,1-1 0 0 0,-1 0 0 0 0,0 0 0 0 0,0 0 0 0 0,9 11 905 0 0,3 14-386 0 0,-10-22-777 0 0,-1 1-1 0 0,1 0 0 0 0,-1 0 0 0 0,1-1 1 0 0,0 1-1 0 0,3 3 0 0 0</inkml:trace>
</inkml:ink>
</file>

<file path=ppt/ink/ink6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33.778"/>
    </inkml:context>
    <inkml:brush xml:id="br0">
      <inkml:brushProperty name="width" value="0.1" units="cm"/>
      <inkml:brushProperty name="height" value="0.1" units="cm"/>
      <inkml:brushProperty name="color" value="#004F8B"/>
    </inkml:brush>
  </inkml:definitions>
  <inkml:trace contextRef="#ctx0" brushRef="#br0">6 149 9218 0 0,'-6'7'9927'0'0,"7"-6"-9759"0"0,14 18 3052 0 0,40 28-4542 0 0,-39-34 2424 0 0,0 0-995 0 0,1 0 0 0 0,0-1-1 0 0,22 11 1 0 0,-32-19-92 0 0,-1-1 0 0 0,1 0 0 0 0,0 0 0 0 0,0 0 0 0 0,1-1 0 0 0,-1 0 0 0 0,0-1 0 0 0,1 0 1 0 0,-1 0-1 0 0,1 0 0 0 0,-1-1 0 0 0,12-1 0 0 0,-17 0-8 0 0,1 1 1 0 0,0-1-1 0 0,0 0 1 0 0,0 0-1 0 0,-1 0 1 0 0,1 0-1 0 0,0-1 1 0 0,-1 1-1 0 0,1-1 1 0 0,-1 1-1 0 0,0-1 1 0 0,0 0-1 0 0,1 0 1 0 0,-1 0-1 0 0,0 0 1 0 0,3-5 0 0 0,-2 2 19 0 0,0 0-1 0 0,-1 0 1 0 0,1-1 0 0 0,-1 1 0 0 0,0 0 0 0 0,-1-1 0 0 0,1 0 0 0 0,0-6 0 0 0,0-5 51 0 0,-1 0-1 0 0,-1 0 0 0 0,-1 0 1 0 0,-4-32-1 0 0,1 27-374 0 0,0 1 0 0 0,-1-1 0 0 0,-13-31 0 0 0</inkml:trace>
</inkml:ink>
</file>

<file path=ppt/ink/ink6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38.064"/>
    </inkml:context>
    <inkml:brush xml:id="br0">
      <inkml:brushProperty name="width" value="0.1" units="cm"/>
      <inkml:brushProperty name="height" value="0.1" units="cm"/>
      <inkml:brushProperty name="color" value="#004F8B"/>
    </inkml:brush>
  </inkml:definitions>
  <inkml:trace contextRef="#ctx0" brushRef="#br0">0 60 4577 0 0,'3'0'73'0'0,"-1"0"0"0"0,0 0 1 0 0,0 0-1 0 0,0 0 0 0 0,1-1 0 0 0,-1 1 0 0 0,0-1 1 0 0,0 0-1 0 0,25-40 17115 0 0,-24 52-18529 0 0,5 8 1402 0 0,-2 1-66 0 0,2-1 0 0 0,1-1 0 0 0,13 24 0 0 0,-20-38-53 0 0,1-1-1 0 0,-1 1 1 0 0,1-1 0 0 0,0 1 0 0 0,0-1 0 0 0,0 0-1 0 0,0 0 1 0 0,1 0 0 0 0,-1-1 0 0 0,1 1-1 0 0,-1-1 1 0 0,1 0 0 0 0,0 0 0 0 0,0 0 0 0 0,0 0-1 0 0,0-1 1 0 0,1 1 0 0 0,-1-1 0 0 0,0 0-1 0 0,0-1 1 0 0,6 1 0 0 0,-7-1 6 0 0,0 0 0 0 0,0 0 0 0 0,0 0 1 0 0,0-1-1 0 0,0 1 0 0 0,-1-1 0 0 0,1 0 0 0 0,0 0 0 0 0,-1 0 1 0 0,1 0-1 0 0,0-1 0 0 0,-1 1 0 0 0,1-1 0 0 0,-1 1 0 0 0,0-1 1 0 0,0 0-1 0 0,1 0 0 0 0,-1 0 0 0 0,0 0 0 0 0,0 0 0 0 0,-1 0 1 0 0,1-1-1 0 0,0 1 0 0 0,-1-1 0 0 0,0 1 0 0 0,1-1 0 0 0,0-2 1 0 0,2-9 88 0 0,0 0 0 0 0,0-1 0 0 0,-1 1 0 0 0,1-21 0 0 0,6-24 1422 0 0,-6 65-1084 0 0,-1 1-1 0 0,0 0 1 0 0,0 0-1 0 0,2 11 1 0 0,10 46 0 0 0,-3 2 0 0 0,5 102 0 0 0,-16-138-768 0 0,-2 1-1 0 0,-1-1 1 0 0,-2 0-1 0 0,0-1 1 0 0,-2 1 0 0 0,-2-1-1 0 0,0 0 1 0 0,-13 28-1 0 0</inkml:trace>
</inkml:ink>
</file>

<file path=ppt/ink/ink6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38.367"/>
    </inkml:context>
    <inkml:brush xml:id="br0">
      <inkml:brushProperty name="width" value="0.1" units="cm"/>
      <inkml:brushProperty name="height" value="0.1" units="cm"/>
      <inkml:brushProperty name="color" value="#004F8B"/>
    </inkml:brush>
  </inkml:definitions>
  <inkml:trace contextRef="#ctx0" brushRef="#br0">37 115 6913 0 0,'0'0'172'0'0,"0"-1"-1"0"0,-1 0 0 0 0,1 1 0 0 0,0-1 0 0 0,0 0 0 0 0,0 1 0 0 0,-1-1 0 0 0,1 1 0 0 0,0-1 0 0 0,-1 1 1 0 0,1-1-1 0 0,0 1 0 0 0,-1-1 0 0 0,1 1 0 0 0,-1-1 0 0 0,1 1 0 0 0,-1-1 0 0 0,1 1 0 0 0,-1 0 0 0 0,1-1 0 0 0,-1 1 1 0 0,0 0-1 0 0,1-1 0 0 0,-1 1 0 0 0,1 0 0 0 0,-1 0 0 0 0,0-1 0 0 0,1 1 0 0 0,-1 0 0 0 0,0 0 0 0 0,1 0 0 0 0,-1 0 1 0 0,0 0-1 0 0,1 0 0 0 0,-1 0 0 0 0,0 0 0 0 0,1 0 0 0 0,-1 1 0 0 0,1-1 0 0 0,-1 0 0 0 0,0 0 0 0 0,1 0 1 0 0,-1 1-1 0 0,1-1 0 0 0,-1 0 0 0 0,0 1 0 0 0,1-1 0 0 0,-1 1 0 0 0,1-1 0 0 0,-1 0 0 0 0,1 1 0 0 0,0-1 0 0 0,-1 1 1 0 0,1-1-1 0 0,-1 1 0 0 0,1 0 0 0 0,-1 0 0 0 0,-1 9-179 0 0,0 1 0 0 0,0 0 1 0 0,1 0-1 0 0,1 0 0 0 0,0-1 1 0 0,0 1-1 0 0,1 0 0 0 0,0 0 0 0 0,1 0 1 0 0,0 0-1 0 0,1-1 0 0 0,0 1 0 0 0,0-1 1 0 0,2 0-1 0 0,-1 0 0 0 0,1 0 0 0 0,0-1 1 0 0,1 0-1 0 0,10 14 0 0 0,-14-21-18 0 0,-1 0 0 0 0,1-1 0 0 0,0 1 0 0 0,0 0 0 0 0,0 0 0 0 0,0-1 0 0 0,0 1 0 0 0,0-1 0 0 0,0 0 0 0 0,0 0 0 0 0,0 0 0 0 0,1 0 0 0 0,-1 0 0 0 0,1 0 0 0 0,-1 0 0 0 0,0-1 0 0 0,1 1 0 0 0,-1-1 0 0 0,1 0 0 0 0,-1 0 0 0 0,1 0 0 0 0,-1 0 0 0 0,1 0 0 0 0,-1 0 0 0 0,1-1 0 0 0,-1 1 0 0 0,1-1 0 0 0,-1 0 0 0 0,1 1 0 0 0,-1-1 0 0 0,0 0 0 0 0,0-1 0 0 0,1 1 0 0 0,-1 0 0 0 0,0-1 0 0 0,0 1 0 0 0,0-1 0 0 0,-1 1 0 0 0,3-3 0 0 0,2-2 80 0 0,0-1 0 0 0,-1 1 0 0 0,0-1 0 0 0,0 0 0 0 0,0 0 0 0 0,-1 0 0 0 0,0-1 0 0 0,0 0 1 0 0,-1 0-1 0 0,3-11 0 0 0,-4 9 132 0 0,-1 0 1 0 0,0-1-1 0 0,-1 1 1 0 0,0 0-1 0 0,-1 0 1 0 0,0-1-1 0 0,0 1 1 0 0,-1 0-1 0 0,0 0 1 0 0,-1 0-1 0 0,0 1 1 0 0,-1-1-1 0 0,0 1 1 0 0,-1-1-1 0 0,1 1 1 0 0,-2 0-1 0 0,1 1 1 0 0,-1 0-1 0 0,-1 0 0 0 0,1 0 1 0 0,-1 0-1 0 0,-1 1 1 0 0,-9-8-1 0 0,15 14-201 0 0,-1-1 0 0 0,1 0-1 0 0,-1 1 1 0 0,1-1-1 0 0,-1 1 1 0 0,1 0-1 0 0,-1 0 1 0 0,0 0-1 0 0,0 0 1 0 0,1 0-1 0 0,-1 1 1 0 0,0-1-1 0 0,0 1 1 0 0,0 0 0 0 0,0 0-1 0 0,0 0 1 0 0,0 0-1 0 0,0 0 1 0 0,0 1-1 0 0,0-1 1 0 0,-3 2-1 0 0,-9 5-568 0 0</inkml:trace>
</inkml:ink>
</file>

<file path=ppt/ink/ink6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38.778"/>
    </inkml:context>
    <inkml:brush xml:id="br0">
      <inkml:brushProperty name="width" value="0.1" units="cm"/>
      <inkml:brushProperty name="height" value="0.1" units="cm"/>
      <inkml:brushProperty name="color" value="#004F8B"/>
    </inkml:brush>
  </inkml:definitions>
  <inkml:trace contextRef="#ctx0" brushRef="#br0">1 62 9674 0 0,'3'0'367'0'0,"0"0"-1"0"0,0-1 1 0 0,0 2-1 0 0,0-1 1 0 0,0 0 0 0 0,1 1-1 0 0,-1-1 1 0 0,0 1 0 0 0,0 0-1 0 0,0 0 1 0 0,0 0-1 0 0,-1 0 1 0 0,6 3 0 0 0,41 27 1989 0 0,-25-14-1507 0 0,10 5-778 0 0,-27-16-60 0 0,1 0 0 0 0,1 0 0 0 0,-1-1 1 0 0,1 0-1 0 0,0-1 0 0 0,0 0 0 0 0,18 6 0 0 0,-25-10-33 0 0,-1-1-1 0 0,0 1 1 0 0,1 0-1 0 0,-1 0 1 0 0,1-1 0 0 0,-1 1-1 0 0,0 0 1 0 0,1-1-1 0 0,-1 0 1 0 0,0 1 0 0 0,0-1-1 0 0,0 0 1 0 0,1 1 0 0 0,-1-1-1 0 0,0 0 1 0 0,0 0-1 0 0,0 0 1 0 0,0 0 0 0 0,0 0-1 0 0,0 0 1 0 0,-1 0-1 0 0,1-1 1 0 0,0 1 0 0 0,-1 0-1 0 0,1 0 1 0 0,0-1 0 0 0,0-1-1 0 0,15-44-739 0 0,-14 36 763 0 0,4-13 667 0 0,-5 18-312 0 0,0 0-1 0 0,0 0 1 0 0,1 0 0 0 0,0 0-1 0 0,0 1 1 0 0,0-1 0 0 0,0 1-1 0 0,1-1 1 0 0,0 1-1 0 0,0 0 1 0 0,1 0 0 0 0,3-5-1 0 0,-6 9-337 0 0,1 1-1 0 0,-1-1 1 0 0,0 1-1 0 0,0-1 1 0 0,1 1-1 0 0,-1-1 1 0 0,0 1-1 0 0,1 0 1 0 0,-1-1-1 0 0,0 1 1 0 0,1 0-1 0 0,-1 0 1 0 0,0 0-1 0 0,1 0 1 0 0,-1 0-1 0 0,0 0 1 0 0,1 1-1 0 0,-1-1 1 0 0,0 0-1 0 0,1 1 1 0 0,-1-1-1 0 0,0 1 0 0 0,1-1 1 0 0,-1 1-1 0 0,0 0 1 0 0,0-1-1 0 0,0 1 1 0 0,0 0-1 0 0,0 0 1 0 0,0 0-1 0 0,0 0 1 0 0,1 1-1 0 0,5 5-62 0 0,0 1 0 0 0,-1 0 0 0 0,8 12 0 0 0,-6-9-256 0 0,-2-3-20 0 0,8 10-5734 0 0</inkml:trace>
</inkml:ink>
</file>

<file path=ppt/ink/ink6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9:07.975"/>
    </inkml:context>
    <inkml:brush xml:id="br0">
      <inkml:brushProperty name="width" value="0.1" units="cm"/>
      <inkml:brushProperty name="height" value="0.1" units="cm"/>
      <inkml:brushProperty name="color" value="#004F8B"/>
    </inkml:brush>
  </inkml:definitions>
  <inkml:trace contextRef="#ctx0" brushRef="#br0">26 1 1840 0 0,'-25'10'6179'0'0,"42"4"677"0"0,61 43-6023 0 0,-53-37-1271 0 0,0-2-1 0 0,2 0 0 0 0,45 22 1 0 0,-37-26 434 0 0,1-2 1 0 0,0-1 0 0 0,1-2 0 0 0,0-1-1 0 0,0-2 1 0 0,56 1 0 0 0,2-6 1180 0 0,130-15 1 0 0,399-63-268 0 0,-198 28-668 0 0,197-19 544 0 0,5 52-318 0 0,205 57-468 0 0,-365-4 182 0 0,89 5 107 0 0,51-20 56 0 0,-249-1-589 0 0,-23 0 237 0 0,-206-23 783 0 0,228-34 0 0 0,-78 5-340 0 0,-205 26-572 0 0,133 9 1 0 0,-43 14-1277 0 0,186 46-1 0 0,-258-48 1008 0 0,162 9-1 0 0,-74-11-5416 0 0,-163-13 1492 0 0</inkml:trace>
</inkml:ink>
</file>

<file path=ppt/ink/ink6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9:08.380"/>
    </inkml:context>
    <inkml:brush xml:id="br0">
      <inkml:brushProperty name="width" value="0.1" units="cm"/>
      <inkml:brushProperty name="height" value="0.1" units="cm"/>
      <inkml:brushProperty name="color" value="#004F8B"/>
    </inkml:brush>
  </inkml:definitions>
  <inkml:trace contextRef="#ctx0" brushRef="#br0">86 0 5065 0 0,'-2'1'287'0'0,"0"-1"-1"0"0,0 0 1 0 0,0 0-1 0 0,0 1 1 0 0,0-1-1 0 0,0 1 1 0 0,0 0-1 0 0,0-1 1 0 0,0 1-1 0 0,0 0 1 0 0,0 0-1 0 0,0 0 1 0 0,0 1-1 0 0,1-1 1 0 0,-1 0-1 0 0,1 1 1 0 0,-1-1-1 0 0,1 1 0 0 0,-1-1 1 0 0,1 1-1 0 0,0 0 1 0 0,0-1-1 0 0,0 1 1 0 0,0 0-1 0 0,0 0 1 0 0,0 0-1 0 0,0 0 1 0 0,0 3-1 0 0,-3 7 428 0 0,2-1 0 0 0,0 1 0 0 0,-1 23-1 0 0,1-15-185 0 0,-25 607 2582 0 0,52 1-3100 0 0,49 238 1527 0 0,23-338-274 0 0,-90-490-1198 0 0,7 51 181 0 0,-10-55-726 0 0,1-1 0 0 0,13 45 0 0 0,-18-76 347 0 0,-8-4 116 0 0</inkml:trace>
</inkml:ink>
</file>

<file path=ppt/ink/ink6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9:09.194"/>
    </inkml:context>
    <inkml:brush xml:id="br0">
      <inkml:brushProperty name="width" value="0.1" units="cm"/>
      <inkml:brushProperty name="height" value="0.1" units="cm"/>
      <inkml:brushProperty name="color" value="#004F8B"/>
    </inkml:brush>
  </inkml:definitions>
  <inkml:trace contextRef="#ctx0" brushRef="#br0">14 15 12443 0 0,'-14'-14'8646'0'0,"14"14"-8600"0"0,4 35 1290 0 0,-2-24-1384 0 0,25 216 462 0 0,8 57-1828 0 0,-31-263 218 0 0,0-2-299 0 0</inkml:trace>
</inkml:ink>
</file>

<file path=ppt/ink/ink6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9:09.432"/>
    </inkml:context>
    <inkml:brush xml:id="br0">
      <inkml:brushProperty name="width" value="0.1" units="cm"/>
      <inkml:brushProperty name="height" value="0.1" units="cm"/>
      <inkml:brushProperty name="color" value="#004F8B"/>
    </inkml:brush>
  </inkml:definitions>
  <inkml:trace contextRef="#ctx0" brushRef="#br0">1 1 14515 0 0,'3'0'246'0'0,"0"1"-1"0"0,0-1 0 0 0,0 1 1 0 0,0 0-1 0 0,0 0 1 0 0,0 0-1 0 0,0 1 0 0 0,-1-1 1 0 0,1 1-1 0 0,0-1 1 0 0,-1 1-1 0 0,1 0 1 0 0,-1 0-1 0 0,3 3 0 0 0,32 35 1559 0 0,-31-32-1565 0 0,25 33 192 0 0,-3 2-1 0 0,-1 1 1 0 0,32 73 0 0 0,12 20-634 0 0,-55-107-1675 0 0,-11-16-3871 0 0</inkml:trace>
</inkml:ink>
</file>

<file path=ppt/ink/ink6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9:09.637"/>
    </inkml:context>
    <inkml:brush xml:id="br0">
      <inkml:brushProperty name="width" value="0.1" units="cm"/>
      <inkml:brushProperty name="height" value="0.1" units="cm"/>
      <inkml:brushProperty name="color" value="#004F8B"/>
    </inkml:brush>
  </inkml:definitions>
  <inkml:trace contextRef="#ctx0" brushRef="#br0">0 96 12443 0 0,'38'-22'6635'0'0,"5"-3"-4793"0"0,-23 15-2375 0 0,0 0 0 0 0,41-12-1 0 0,-37 15-6439 0 0</inkml:trace>
</inkml:ink>
</file>

<file path=ppt/ink/ink6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9:10.068"/>
    </inkml:context>
    <inkml:brush xml:id="br0">
      <inkml:brushProperty name="width" value="0.1" units="cm"/>
      <inkml:brushProperty name="height" value="0.1" units="cm"/>
      <inkml:brushProperty name="color" value="#004F8B"/>
    </inkml:brush>
  </inkml:definitions>
  <inkml:trace contextRef="#ctx0" brushRef="#br0">209 1 2761 0 0,'-5'0'1527'0'0,"-1"1"0"0"0,1-1 1 0 0,-1 1-1 0 0,1 1 0 0 0,-1-1 1 0 0,-7 4-1 0 0,-33 20 2519 0 0,36-18-3543 0 0,-1 1 0 0 0,2 0 0 0 0,-1 1-1 0 0,1 0 1 0 0,-14 19 0 0 0,16-18-388 0 0,2 0 1 0 0,-1 1-1 0 0,1-1 0 0 0,1 1 0 0 0,0 0 1 0 0,1 0-1 0 0,0 0 0 0 0,0 1 1 0 0,1-1-1 0 0,1 1 0 0 0,0 0 0 0 0,0-1 1 0 0,2 1-1 0 0,-1 0 0 0 0,4 17 0 0 0,-4-28-172 0 0,0 0 0 0 0,0 0-1 0 0,1 1 1 0 0,-1-1 0 0 0,0 0-1 0 0,1 0 1 0 0,-1 0-1 0 0,1 0 1 0 0,-1 0 0 0 0,1 0-1 0 0,0 0 1 0 0,-1 0-1 0 0,1 0 1 0 0,0 0 0 0 0,0-1-1 0 0,-1 1 1 0 0,1 0 0 0 0,0 0-1 0 0,0-1 1 0 0,0 1-1 0 0,0 0 1 0 0,0-1 0 0 0,0 1-1 0 0,0-1 1 0 0,0 1-1 0 0,0-1 1 0 0,2 1 0 0 0,-1-1-24 0 0,0-1 0 0 0,0 1 0 0 0,0 0 0 0 0,0-1-1 0 0,0 1 1 0 0,0-1 0 0 0,-1 0 0 0 0,1 0 0 0 0,0 0 0 0 0,0 0 0 0 0,-1 0 0 0 0,1 0 0 0 0,0 0 0 0 0,1-2 0 0 0,6-5-63 0 0,-1 0 1 0 0,0 0-1 0 0,0-1 0 0 0,7-11 1 0 0,0-11 2 0 0,-14 27 168 0 0,1-1 0 0 0,0 1-1 0 0,0 0 1 0 0,0 0 0 0 0,0 0 0 0 0,1 0-1 0 0,-1 0 1 0 0,1 0 0 0 0,0 1-1 0 0,6-6 1 0 0,-8 9 61 0 0,0-1-1 0 0,0 1 1 0 0,0 0 0 0 0,-1 0-1 0 0,1 0 1 0 0,0 1 0 0 0,0-1-1 0 0,0 0 1 0 0,0 0-1 0 0,0 0 1 0 0,-1 1 0 0 0,1-1-1 0 0,0 0 1 0 0,0 1 0 0 0,0-1-1 0 0,-1 0 1 0 0,1 1 0 0 0,0-1-1 0 0,0 1 1 0 0,-1 0 0 0 0,1-1-1 0 0,-1 1 1 0 0,1-1-1 0 0,0 1 1 0 0,0 1 0 0 0,19 23 564 0 0,-17-21-504 0 0,26 37 151 0 0,-16-22-1029 0 0,1-1 0 0 0,1 1 1 0 0,26 24-1 0 0</inkml:trace>
</inkml:ink>
</file>

<file path=ppt/ink/ink6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9:10.340"/>
    </inkml:context>
    <inkml:brush xml:id="br0">
      <inkml:brushProperty name="width" value="0.1" units="cm"/>
      <inkml:brushProperty name="height" value="0.1" units="cm"/>
      <inkml:brushProperty name="color" value="#004F8B"/>
    </inkml:brush>
  </inkml:definitions>
  <inkml:trace contextRef="#ctx0" brushRef="#br0">10 114 8290 0 0,'-10'5'4231'0'0,"27"-5"-678"0"0,-8 0-4205 0 0,-1 2 791 0 0,0 0-1 0 0,0 0 1 0 0,-1 0-1 0 0,1 1 1 0 0,-1 0 0 0 0,0 1-1 0 0,0 0 1 0 0,0 0 0 0 0,0 0-1 0 0,-1 1 1 0 0,1 0 0 0 0,-1 0-1 0 0,-1 1 1 0 0,1-1-1 0 0,-1 1 1 0 0,0 1 0 0 0,0-1-1 0 0,0 1 1 0 0,3 7 0 0 0,-5 2 1461 0 0,-9-12 394 0 0,4-5-1897 0 0,1 1-1 0 0,-1-1 0 0 0,1 0 1 0 0,-1 1-1 0 0,1-1 1 0 0,0 0-1 0 0,-1 0 0 0 0,1 0 1 0 0,0 0-1 0 0,0 0 0 0 0,0 0 1 0 0,0 0-1 0 0,0 0 1 0 0,0 0-1 0 0,0-1 0 0 0,-1-1 1 0 0,-2-5-44 0 0,-1 0-1 0 0,2 0 1 0 0,-1-1 0 0 0,1 0 0 0 0,0 0 0 0 0,1 0 0 0 0,0 0-1 0 0,1 0 1 0 0,0 0 0 0 0,0-14 0 0 0,1 18-165 0 0,0 0-1 0 0,0 1 1 0 0,1-1-1 0 0,-1 0 1 0 0,1 0 0 0 0,1 0-1 0 0,-1 0 1 0 0,1 1 0 0 0,0-1-1 0 0,0 1 1 0 0,0-1-1 0 0,0 1 1 0 0,1 0 0 0 0,0 0-1 0 0,0 0 1 0 0,0 0-1 0 0,0 0 1 0 0,0 1 0 0 0,1 0-1 0 0,0-1 1 0 0,4-2 0 0 0,9-4-1205 0 0</inkml:trace>
</inkml:ink>
</file>

<file path=ppt/ink/ink6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9:11.034"/>
    </inkml:context>
    <inkml:brush xml:id="br0">
      <inkml:brushProperty name="width" value="0.1" units="cm"/>
      <inkml:brushProperty name="height" value="0.1" units="cm"/>
      <inkml:brushProperty name="color" value="#004F8B"/>
    </inkml:brush>
  </inkml:definitions>
  <inkml:trace contextRef="#ctx0" brushRef="#br0">200 412 5985 0 0,'-3'-3'347'0'0,"0"1"-1"0"0,0-1 1 0 0,0 1 0 0 0,0-1-1 0 0,0 1 1 0 0,-1 0-1 0 0,1 0 1 0 0,-1 1 0 0 0,1-1-1 0 0,-1 1 1 0 0,0 0-1 0 0,1 0 1 0 0,-1 0 0 0 0,0 0-1 0 0,0 0 1 0 0,0 1-1 0 0,0 0 1 0 0,1 0-1 0 0,-1 0 1 0 0,0 0 0 0 0,0 1-1 0 0,0-1 1 0 0,0 1-1 0 0,1 0 1 0 0,-1 0 0 0 0,0 1-1 0 0,1-1 1 0 0,-1 1-1 0 0,1-1 1 0 0,-1 1 0 0 0,-2 3-1 0 0,-1-1-119 0 0,1 0-1 0 0,0 1 1 0 0,0 0 0 0 0,1 0-1 0 0,-1 1 1 0 0,1 0-1 0 0,1 0 1 0 0,-1 0-1 0 0,1 0 1 0 0,0 1 0 0 0,0-1-1 0 0,1 1 1 0 0,0 0-1 0 0,-5 14 1 0 0,6-11-163 0 0,0 1 0 0 0,1 0 1 0 0,0-1-1 0 0,1 1 0 0 0,0 0 0 0 0,1 0 0 0 0,0-1 1 0 0,0 1-1 0 0,5 15 0 0 0,-4-20-108 0 0,-1-1 0 0 0,1 1 1 0 0,0 0-1 0 0,1-1 0 0 0,0 0 0 0 0,-1 0 0 0 0,2 0 0 0 0,-1 0 1 0 0,0 0-1 0 0,1 0 0 0 0,0-1 0 0 0,0 0 0 0 0,1 0 0 0 0,-1 0 1 0 0,1 0-1 0 0,0-1 0 0 0,0 1 0 0 0,9 3 0 0 0,-13-6-35 0 0,1 0 0 0 0,0 0 0 0 0,0-1 0 0 0,0 1 0 0 0,0-1 0 0 0,0 1 0 0 0,0-1 0 0 0,0 0 0 0 0,0 0 0 0 0,0 0 0 0 0,0 0 0 0 0,1 0 0 0 0,-1 0-1 0 0,0 0 1 0 0,0-1 0 0 0,0 1 0 0 0,0-1 0 0 0,0 0 0 0 0,-1 1 0 0 0,3-2 0 0 0,-1 0-107 0 0,0 0 0 0 0,-1 0 0 0 0,1 0 0 0 0,-1-1 0 0 0,0 1 0 0 0,0-1 0 0 0,0 1 0 0 0,0-1 0 0 0,0 0 0 0 0,0 1 0 0 0,1-6 0 0 0,2-4-583 0 0,0-1-1 0 0,-1 0 0 0 0,0-1 0 0 0,2-25 0 0 0,0-10-543 0 0,-3-1 0 0 0,-2 1 0 0 0,-2-1 0 0 0,-2 0 0 0 0,-13-67 0 0 0,-14-1 4820 0 0,-12 11 10441 0 0,43 159-12855 0 0,38 225-350 0 0,-27-222-901 0 0,3-1 1 0 0,42 105 0 0 0,-50-145-222 0 0,0 0 1 0 0,16 21 0 0 0,-2-7-654 0 0</inkml:trace>
</inkml:ink>
</file>

<file path=ppt/ink/ink6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9:11.601"/>
    </inkml:context>
    <inkml:brush xml:id="br0">
      <inkml:brushProperty name="width" value="0.1" units="cm"/>
      <inkml:brushProperty name="height" value="0.1" units="cm"/>
      <inkml:brushProperty name="color" value="#004F8B"/>
    </inkml:brush>
  </inkml:definitions>
  <inkml:trace contextRef="#ctx0" brushRef="#br0">51 16 3681 0 0,'-47'20'15032'0'0,"46"-17"-14412"0"0,-1 18-106 0 0,3-6-267 0 0,1 0 0 0 0,1-1 0 0 0,0 1 0 0 0,10 27 0 0 0,-11-37-321 0 0,-1 0-1 0 0,1 0 1 0 0,0-1-1 0 0,1 1 0 0 0,-1-1 1 0 0,1 1-1 0 0,0-1 1 0 0,0 0-1 0 0,1 0 1 0 0,-1 0-1 0 0,1-1 1 0 0,-1 1-1 0 0,1-1 0 0 0,1 0 1 0 0,-1 0-1 0 0,0 0 1 0 0,9 4-1 0 0,-10-7-13 0 0,0 1-1 0 0,0-1 1 0 0,0 1 0 0 0,0-1-1 0 0,0 0 1 0 0,0 0-1 0 0,0 0 1 0 0,0 0 0 0 0,0-1-1 0 0,0 1 1 0 0,0-1-1 0 0,0 0 1 0 0,0 1 0 0 0,0-2-1 0 0,0 1 1 0 0,0 0-1 0 0,-1 0 1 0 0,1-1 0 0 0,0 0-1 0 0,-1 1 1 0 0,0-1 0 0 0,1 0-1 0 0,-1 0 1 0 0,0 0-1 0 0,0-1 1 0 0,0 1 0 0 0,0-1-1 0 0,0 1 1 0 0,-1-1-1 0 0,1 1 1 0 0,-1-1 0 0 0,2-3-1 0 0,1-2 82 0 0,0-1 0 0 0,-1 1 0 0 0,0 0 0 0 0,-1-1 0 0 0,0 1 0 0 0,0-1 0 0 0,-1 0 0 0 0,0 0 0 0 0,0 0 0 0 0,-1-8 0 0 0,-17-61 3225 0 0,24 109-661 0 0,-1-17-2508 0 0,0 0 0 0 0,1 0 0 0 0,13 17 0 0 0,-18-26-50 0 0,1-2 1 0 0,0 1 0 0 0,1 0-1 0 0,-1 0 1 0 0,0-1 0 0 0,1 0-1 0 0,0 0 1 0 0,0 0-1 0 0,0 0 1 0 0,0 0 0 0 0,0-1-1 0 0,1 0 1 0 0,-1 0 0 0 0,1 0-1 0 0,-1-1 1 0 0,1 1-1 0 0,0-1 1 0 0,0 0 0 0 0,0 0-1 0 0,-1-1 1 0 0,1 1-1 0 0,7-1 1 0 0,-8-1-145 0 0,1 0 1 0 0,-1 0-1 0 0,0 0 1 0 0,0 0-1 0 0,0 0 0 0 0,0-1 1 0 0,-1 0-1 0 0,1 0 0 0 0,0 0 1 0 0,-1 0-1 0 0,1 0 0 0 0,-1-1 1 0 0,0 0-1 0 0,1 1 0 0 0,-1-1 1 0 0,-1 0-1 0 0,1-1 0 0 0,0 1 1 0 0,-1 0-1 0 0,0-1 1 0 0,0 0-1 0 0,0 1 0 0 0,0-1 1 0 0,0 0-1 0 0,-1 0 0 0 0,2-5 1 0 0,3-22-2618 0 0,-6 26 2432 0 0,0 0 1 0 0,1 1-1 0 0,0-1 0 0 0,0 0 0 0 0,0 1 0 0 0,0-1 0 0 0,1 1 0 0 0,0 0 0 0 0,0-1 0 0 0,0 1 0 0 0,4-6 1 0 0,-2 7 329 0 0</inkml:trace>
</inkml:ink>
</file>

<file path=ppt/ink/ink6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9:12.065"/>
    </inkml:context>
    <inkml:brush xml:id="br0">
      <inkml:brushProperty name="width" value="0.1" units="cm"/>
      <inkml:brushProperty name="height" value="0.1" units="cm"/>
      <inkml:brushProperty name="color" value="#004F8B"/>
    </inkml:brush>
  </inkml:definitions>
  <inkml:trace contextRef="#ctx0" brushRef="#br0">81 7 5985 0 0,'-4'-3'6923'0'0,"-6"-1"-3213"0"0,7 5-3388 0 0,1 0 1 0 0,0 0-1 0 0,-1 0 0 0 0,1 0 0 0 0,0 0 0 0 0,-1 1 0 0 0,1-1 1 0 0,0 1-1 0 0,0-1 0 0 0,0 1 0 0 0,0 0 0 0 0,0 0 1 0 0,1 0-1 0 0,-3 3 0 0 0,1 0-118 0 0,0 0-1 0 0,0 0 1 0 0,0 1-1 0 0,1-1 1 0 0,-4 12 0 0 0,2 2-210 0 0,1 1 1 0 0,-3 33 0 0 0,6-49-28 0 0,1 53 169 0 0,-1-56-184 0 0,0 1 0 0 0,0 0 0 0 0,0-1 0 0 0,0 1 0 0 0,0-1 0 0 0,0 1 0 0 0,1-1-1 0 0,-1 1 1 0 0,0-1 0 0 0,1 1 0 0 0,0-1 0 0 0,-1 0 0 0 0,1 1 0 0 0,0-1 0 0 0,0 0-1 0 0,-1 1 1 0 0,1-1 0 0 0,0 0 0 0 0,0 0 0 0 0,1 0 0 0 0,-1 0 0 0 0,0 0 0 0 0,0 0 0 0 0,0 0-1 0 0,1 0 1 0 0,-1 0 0 0 0,0-1 0 0 0,1 1 0 0 0,-1-1 0 0 0,1 1 0 0 0,1 0 0 0 0,0-2-123 0 0,0 1 1 0 0,0-1-1 0 0,-1 0 1 0 0,1 0-1 0 0,-1 0 1 0 0,1 0 0 0 0,-1 0-1 0 0,1-1 1 0 0,-1 1-1 0 0,0-1 1 0 0,0 0 0 0 0,0 1-1 0 0,0-1 1 0 0,0 0-1 0 0,0 0 1 0 0,0 0-1 0 0,2-4 1 0 0,25-40-1530 0 0,22-61 1166 0 0,-51 106 623 0 0,1 1-1 0 0,-1 0 0 0 0,1-1 1 0 0,-1 1-1 0 0,1 0 1 0 0,-1 0-1 0 0,1-1 0 0 0,0 1 1 0 0,-1 0-1 0 0,1 0 0 0 0,-1 0 1 0 0,1 0-1 0 0,0 0 0 0 0,-1 0 1 0 0,1-1-1 0 0,-1 1 0 0 0,1 1 1 0 0,-1-1-1 0 0,1 0 0 0 0,0 0 1 0 0,-1 0-1 0 0,1 0 1 0 0,-1 0-1 0 0,1 0 0 0 0,0 1 1 0 0,-1-1-1 0 0,1 0 0 0 0,-1 1 1 0 0,1-1-1 0 0,-1 0 0 0 0,1 1 1 0 0,-1-1-1 0 0,0 0 0 0 0,1 1 1 0 0,-1-1-1 0 0,1 1 1 0 0,-1-1-1 0 0,0 1 0 0 0,1-1 1 0 0,-1 1-1 0 0,1 0 0 0 0,20 23 890 0 0,-19-22-830 0 0,12 15 206 0 0,33 36 60 0 0,-44-50-581 0 0,1 1 0 0 0,-1-1 0 0 0,1 0 0 0 0,0 0 1 0 0,0-1-1 0 0,1 1 0 0 0,-1-1 0 0 0,1 0 0 0 0,-1 0 0 0 0,1 0 0 0 0,6 1 1 0 0,2-1-1056 0 0</inkml:trace>
</inkml:ink>
</file>

<file path=ppt/ink/ink6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9:12.348"/>
    </inkml:context>
    <inkml:brush xml:id="br0">
      <inkml:brushProperty name="width" value="0.1" units="cm"/>
      <inkml:brushProperty name="height" value="0.1" units="cm"/>
      <inkml:brushProperty name="color" value="#004F8B"/>
    </inkml:brush>
  </inkml:definitions>
  <inkml:trace contextRef="#ctx0" brushRef="#br0">1 79 3225 0 0,'1'3'345'0'0,"1"0"1"0"0,0 1 0 0 0,0-1-1 0 0,0 0 1 0 0,0 0-1 0 0,1 0 1 0 0,-1 0 0 0 0,1 0-1 0 0,-1 0 1 0 0,1-1 0 0 0,6 5-1 0 0,-2-1 397 0 0,5 6 32 0 0,49 46 1195 0 0,-22-17 9550 0 0,-61-77-10657 0 0,19 29-830 0 0,1 0-1 0 0,0 0 1 0 0,1 0-1 0 0,0-1 0 0 0,0 1 1 0 0,0 0-1 0 0,1-1 1 0 0,0 1-1 0 0,0-1 1 0 0,1 1-1 0 0,0 0 0 0 0,0-1 1 0 0,1 1-1 0 0,0 0 1 0 0,0 0-1 0 0,5-10 1 0 0,-3 11-452 0 0,-1 0 0 0 0,1 0 1 0 0,0 0-1 0 0,1 0 1 0 0,-1 1-1 0 0,1 0 1 0 0,0 0-1 0 0,1 0 1 0 0,-1 0-1 0 0,12-6 0 0 0</inkml:trace>
</inkml:ink>
</file>

<file path=ppt/ink/ink6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9:12.881"/>
    </inkml:context>
    <inkml:brush xml:id="br0">
      <inkml:brushProperty name="width" value="0.1" units="cm"/>
      <inkml:brushProperty name="height" value="0.1" units="cm"/>
      <inkml:brushProperty name="color" value="#004F8B"/>
    </inkml:brush>
  </inkml:definitions>
  <inkml:trace contextRef="#ctx0" brushRef="#br0">1 152 2761 0 0,'1'10'8037'0'0,"0"-10"-7883"0"0,22 10 3623 0 0,31 2-194 0 0,-51-11-3469 0 0,-1 0 0 0 0,1-1 1 0 0,-1 0-1 0 0,1 1 0 0 0,-1-1 1 0 0,1 0-1 0 0,-1 0 0 0 0,1-1 0 0 0,-1 1 1 0 0,1 0-1 0 0,-1-1 0 0 0,1 1 1 0 0,-1-1-1 0 0,0 0 0 0 0,1 0 0 0 0,-1 0 1 0 0,0 0-1 0 0,1 0 0 0 0,-1-1 1 0 0,0 1-1 0 0,0-1 0 0 0,0 1 0 0 0,0-1 1 0 0,-1 0-1 0 0,1 0 0 0 0,2-2 0 0 0,-3 1-104 0 0,0 0 0 0 0,0 0 0 0 0,0 0 0 0 0,-1 0 0 0 0,1 0 0 0 0,-1 0 0 0 0,1 0 0 0 0,-1 0 0 0 0,0 0-1 0 0,0 0 1 0 0,-1 0 0 0 0,1 0 0 0 0,-1 0 0 0 0,1 0 0 0 0,-1 0 0 0 0,0 0 0 0 0,0 0 0 0 0,0 0 0 0 0,-1 0-1 0 0,1 1 1 0 0,-3-5 0 0 0,-1-1-79 0 0,0-1 0 0 0,0 0-1 0 0,-1 1 1 0 0,-1 0 0 0 0,1 1-1 0 0,-1-1 1 0 0,0 1-1 0 0,-1 1 1 0 0,0-1 0 0 0,-12-7-1 0 0,20 14 89 0 0,-1 0 0 0 0,1-1 0 0 0,-1 1 0 0 0,1 0 0 0 0,-1 0 0 0 0,1 0 0 0 0,0-1 0 0 0,-1 1 0 0 0,1 0 0 0 0,-1 0 0 0 0,1 0 0 0 0,-1 0 1 0 0,0 0-1 0 0,1 0 0 0 0,-1 0 0 0 0,1 0 0 0 0,-1 0 0 0 0,1 0 0 0 0,-1 0 0 0 0,1 0 0 0 0,-1 1 0 0 0,1-1 0 0 0,0 0 0 0 0,-1 0 0 0 0,1 0 0 0 0,-1 1 0 0 0,1-1 0 0 0,-1 0 0 0 0,1 1 0 0 0,0-1 0 0 0,-1 0 0 0 0,1 1 0 0 0,-1-1 0 0 0,1 0 0 0 0,-1 2 0 0 0,-2 21 649 0 0,12 25 84 0 0,-6-41-777 0 0,0 0-1 0 0,0 0 1 0 0,1 0-1 0 0,0-1 1 0 0,0 0 0 0 0,1 0-1 0 0,-1 0 1 0 0,1 0-1 0 0,0-1 1 0 0,1 1 0 0 0,-1-1-1 0 0,1-1 1 0 0,0 1-1 0 0,1-1 1 0 0,-1 0 0 0 0,1 0-1 0 0,-1-1 1 0 0,1 0 0 0 0,0 0-1 0 0,0-1 1 0 0,0 0-1 0 0,1 0 1 0 0,-1 0 0 0 0,1-1-1 0 0,-1 0 1 0 0,10-1-1 0 0,6-1-824 0 0</inkml:trace>
</inkml:ink>
</file>

<file path=ppt/ink/ink6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9:13.577"/>
    </inkml:context>
    <inkml:brush xml:id="br0">
      <inkml:brushProperty name="width" value="0.1" units="cm"/>
      <inkml:brushProperty name="height" value="0.1" units="cm"/>
      <inkml:brushProperty name="color" value="#004F8B"/>
    </inkml:brush>
  </inkml:definitions>
  <inkml:trace contextRef="#ctx0" brushRef="#br0">149 1 1376 0 0,'-6'0'2055'0'0,"0"0"0"0"0,0 0 0 0 0,0 1-1 0 0,0-1 1 0 0,1 1 0 0 0,-1 1 0 0 0,-10 2-1 0 0,13-2-1754 0 0,1 0 0 0 0,-1-1-1 0 0,0 1 1 0 0,0 1 0 0 0,1-1-1 0 0,-1 0 1 0 0,1 1-1 0 0,0-1 1 0 0,0 1 0 0 0,0-1-1 0 0,0 1 1 0 0,0 0-1 0 0,0 0 1 0 0,-1 5 0 0 0,-8 18-174 0 0,1 0 0 0 0,2 1 0 0 0,1 0 0 0 0,0 0 0 0 0,3 0 0 0 0,-4 54 0 0 0,7-46-131 0 0,2 0 1 0 0,1 0-1 0 0,2-1 1 0 0,1 1-1 0 0,12 38 1 0 0,-14-62-42 0 0,0 0 0 0 0,2 1 0 0 0,-1-1 0 0 0,1-1 0 0 0,1 1 0 0 0,0-1 0 0 0,1 0 0 0 0,-1 0 0 0 0,16 15 0 0 0,-17-20-7 0 0,0-1 0 0 0,0 0 0 0 0,0 0 1 0 0,0 0-1 0 0,1-1 0 0 0,0 0 0 0 0,-1 0 1 0 0,1 0-1 0 0,0-1 0 0 0,0 0 0 0 0,1 0 1 0 0,-1 0-1 0 0,0-1 0 0 0,1 0 0 0 0,-1 0 1 0 0,1-1-1 0 0,-1 0 0 0 0,1 0 0 0 0,10-2 1 0 0,-15 2 72 0 0,1 0 0 0 0,0 0-1 0 0,-1-1 1 0 0,1 1 0 0 0,-1-1 0 0 0,1 0 0 0 0,-1 0 0 0 0,1 0 0 0 0,-1 0 0 0 0,1 0 0 0 0,-1-1 0 0 0,0 1 0 0 0,0 0 0 0 0,1-1 0 0 0,-1 0 0 0 0,0 0 0 0 0,-1 0 0 0 0,1 1 0 0 0,0-2-1 0 0,0 1 1 0 0,-1 0 0 0 0,0 0 0 0 0,1 0 0 0 0,-1-1 0 0 0,0 1 0 0 0,0-1 0 0 0,0 1 0 0 0,0-1 0 0 0,0 1 0 0 0,-1-1 0 0 0,1 1 0 0 0,-1-1 0 0 0,0 0 0 0 0,0 1 0 0 0,0-1 0 0 0,0 0 0 0 0,0 1-1 0 0,-1-5 1 0 0,0 2 35 0 0,0 0 0 0 0,0 1 0 0 0,-1-1 0 0 0,0 0 0 0 0,1 1 0 0 0,-1-1 0 0 0,-1 1 0 0 0,1 0 0 0 0,-1 0 0 0 0,0 0 0 0 0,0 0 0 0 0,0 0 0 0 0,0 0 0 0 0,-1 1 0 0 0,1 0 0 0 0,-1-1 0 0 0,0 1 0 0 0,0 1 0 0 0,0-1 0 0 0,-6-3 0 0 0,4 4-3 0 0,-1 0 0 0 0,1 1 1 0 0,0 0-1 0 0,-1 0 0 0 0,1 0 0 0 0,-1 0 0 0 0,1 1 1 0 0,-1 0-1 0 0,1 1 0 0 0,0-1 0 0 0,-1 1 0 0 0,1 1 1 0 0,0-1-1 0 0,-11 4 0 0 0,10-2-212 0 0,-1 0 1 0 0,1 1-1 0 0,-1 0 0 0 0,1 0 0 0 0,1 0 1 0 0,-1 1-1 0 0,1 0 0 0 0,-1 0 1 0 0,2 1-1 0 0,-1 0 0 0 0,-6 8 0 0 0</inkml:trace>
</inkml:ink>
</file>

<file path=ppt/ink/ink6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9:13.958"/>
    </inkml:context>
    <inkml:brush xml:id="br0">
      <inkml:brushProperty name="width" value="0.1" units="cm"/>
      <inkml:brushProperty name="height" value="0.1" units="cm"/>
      <inkml:brushProperty name="color" value="#004F8B"/>
    </inkml:brush>
  </inkml:definitions>
  <inkml:trace contextRef="#ctx0" brushRef="#br0">24 9 7834 0 0,'-24'-9'10203'0'0,"26"22"-6709"0"0,9 28-2833 0 0,7 62-1 0 0,-15-75-607 0 0,1 0 1 0 0,2-1-1 0 0,0 1 1 0 0,2-1-1 0 0,20 44 1 0 0,-27-68-46 0 0,0 0 1 0 0,1-1-1 0 0,-1 1 0 0 0,1-1 1 0 0,0 1-1 0 0,-1-1 0 0 0,1 0 1 0 0,1 0-1 0 0,-1 0 0 0 0,0 0 1 0 0,0 0-1 0 0,1 0 1 0 0,-1-1-1 0 0,1 1 0 0 0,-1-1 1 0 0,1 1-1 0 0,0-1 0 0 0,-1 0 1 0 0,1 0-1 0 0,0 0 0 0 0,0-1 1 0 0,0 1-1 0 0,0-1 0 0 0,0 0 1 0 0,0 1-1 0 0,0-1 0 0 0,0 0 1 0 0,0-1-1 0 0,0 1 0 0 0,0 0 1 0 0,-1-1-1 0 0,1 0 0 0 0,0 0 1 0 0,5-2-1 0 0,8-4-420 0 0,-1 0-1 0 0,0-2 1 0 0,0 0 0 0 0,25-20 0 0 0,-19 13-1000 0 0,-4 4-839 0 0,1 0-4320 0 0</inkml:trace>
</inkml:ink>
</file>

<file path=ppt/ink/ink6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9:14.179"/>
    </inkml:context>
    <inkml:brush xml:id="br0">
      <inkml:brushProperty name="width" value="0.1" units="cm"/>
      <inkml:brushProperty name="height" value="0.1" units="cm"/>
      <inkml:brushProperty name="color" value="#004F8B"/>
    </inkml:brush>
  </inkml:definitions>
  <inkml:trace contextRef="#ctx0" brushRef="#br0">66 1 3225 0 0,'-3'1'814'0'0,"0"1"-1"0"0,0-1 1 0 0,1 1 0 0 0,-1 0 0 0 0,0 0 0 0 0,1 0 0 0 0,0 0 0 0 0,-1 0 0 0 0,1 1 0 0 0,0-1-1 0 0,-3 6 1 0 0,1-3 121 0 0,2 1 0 0 0,-1 0 0 0 0,0-1 0 0 0,1 1-1 0 0,-2 11 1 0 0,0 5 293 0 0,1 0 0 0 0,0 36 0 0 0,3-34-959 0 0,-1-16-256 0 0,-2 34-289 0 0,2-1 1 0 0,2 1 0 0 0,1 0 0 0 0,15 71 0 0 0,-11-89-7336 0 0</inkml:trace>
</inkml:ink>
</file>

<file path=ppt/ink/ink6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9:14.576"/>
    </inkml:context>
    <inkml:brush xml:id="br0">
      <inkml:brushProperty name="width" value="0.1" units="cm"/>
      <inkml:brushProperty name="height" value="0.1" units="cm"/>
      <inkml:brushProperty name="color" value="#004F8B"/>
    </inkml:brush>
  </inkml:definitions>
  <inkml:trace contextRef="#ctx0" brushRef="#br0">77 30 9674 0 0,'-18'-13'1323'0'0,"-7"-3"4697"0"0,24 16-5919 0 0,0 0-1 0 0,1 0 1 0 0,-1 0 0 0 0,0 0-1 0 0,0 0 1 0 0,1 0 0 0 0,-1 0-1 0 0,0 0 1 0 0,0 1 0 0 0,1-1-1 0 0,-1 0 1 0 0,0 0-1 0 0,1 1 1 0 0,-1-1 0 0 0,0 0-1 0 0,1 1 1 0 0,-1-1 0 0 0,0 1-1 0 0,1-1 1 0 0,-1 1 0 0 0,1-1-1 0 0,-1 1 1 0 0,1 0 0 0 0,-1-1-1 0 0,1 1 1 0 0,0-1 0 0 0,-1 1-1 0 0,1 0 1 0 0,0-1 0 0 0,-1 1-1 0 0,1 0 1 0 0,0 0 0 0 0,0-1-1 0 0,-1 1 1 0 0,1 0 0 0 0,0 0-1 0 0,0 0 1 0 0,-5 23 149 0 0,2 0-1 0 0,0 1 1 0 0,1-1 0 0 0,2 1 0 0 0,0-1 0 0 0,6 35-1 0 0,-3-16-154 0 0,5 31 438 0 0,3-37-1613 0 0,7-6-5193 0 0</inkml:trace>
</inkml:ink>
</file>

<file path=ppt/ink/ink6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9:14.941"/>
    </inkml:context>
    <inkml:brush xml:id="br0">
      <inkml:brushProperty name="width" value="0.1" units="cm"/>
      <inkml:brushProperty name="height" value="0.1" units="cm"/>
      <inkml:brushProperty name="color" value="#004F8B"/>
    </inkml:brush>
  </inkml:definitions>
  <inkml:trace contextRef="#ctx0" brushRef="#br0">40 125 456 0 0,'-6'-14'-1075'0'0,"-17"-17"10593"0"0,22 31-9355 0 0,1 0 0 0 0,0 0 1 0 0,-1 0-1 0 0,-4 4 2123 0 0,4-4-2123 0 0,1 1 0 0 0,0-1 0 0 0,0 1 1 0 0,0-1-1 0 0,-1 1 0 0 0,1-1 0 0 0,0 0 1 0 0,0 1-1 0 0,0-1 0 0 0,0 1 0 0 0,0-1 1 0 0,0 1-1 0 0,0-1 0 0 0,0 1 0 0 0,0 0 1 0 0,-1 7 147 0 0,0-1 1 0 0,1 1-1 0 0,0-1 1 0 0,1 1-1 0 0,-1-1 0 0 0,1 1 1 0 0,1-1-1 0 0,0 1 1 0 0,0-1-1 0 0,5 13 1 0 0,1-2-23 0 0,0 0 0 0 0,21 33 0 0 0,-25-46-269 0 0,0 1 1 0 0,0-1-1 0 0,0 0 1 0 0,1 0 0 0 0,0-1-1 0 0,0 1 1 0 0,0-1-1 0 0,8 5 1 0 0,-12-8-9 0 0,0-1 0 0 0,1 1 1 0 0,-1 0-1 0 0,1-1 0 0 0,-1 1 1 0 0,1-1-1 0 0,-1 1 0 0 0,1-1 1 0 0,-1 0-1 0 0,1 1 0 0 0,-1-1 1 0 0,1 0-1 0 0,-1 0 0 0 0,1 0 0 0 0,0 0 1 0 0,-1-1-1 0 0,1 1 0 0 0,-1 0 1 0 0,1-1-1 0 0,-1 1 0 0 0,1-1 1 0 0,-1 1-1 0 0,1-1 0 0 0,-1 0 1 0 0,0 1-1 0 0,1-1 0 0 0,-1 0 0 0 0,0 0 1 0 0,1 0-1 0 0,-1 0 0 0 0,0 0 1 0 0,0-1-1 0 0,0 1 0 0 0,0 0 1 0 0,0 0-1 0 0,0-1 0 0 0,-1 1 1 0 0,1 0-1 0 0,1-3 0 0 0,8-18 214 0 0,-1-1 0 0 0,0 0-1 0 0,-2-1 1 0 0,-1 0 0 0 0,0 0 0 0 0,3-43-1 0 0,3-11 564 0 0,-12 78-761 0 0,0-1 0 0 0,-1 0 0 0 0,1 1 0 0 0,0-1 0 0 0,0 0 0 0 0,1 1 1 0 0,-1-1-1 0 0,0 0 0 0 0,0 1 0 0 0,0-1 0 0 0,0 0 0 0 0,1 1 0 0 0,-1-1 0 0 0,0 0 1 0 0,0 1-1 0 0,1-1 0 0 0,-1 1 0 0 0,1-1 0 0 0,-1 0 0 0 0,0 1 0 0 0,1-1 1 0 0,-1 1-1 0 0,1-1 0 0 0,-1 1 0 0 0,1 0 0 0 0,-1-1 0 0 0,1 1 0 0 0,0 0 0 0 0,-1-1 1 0 0,1 1-1 0 0,-1 0 0 0 0,1-1 0 0 0,0 1 0 0 0,1 0 0 0 0,-1 1 4 0 0,1-1-1 0 0,-1 1 1 0 0,0 0-1 0 0,1 0 0 0 0,-1 0 1 0 0,0 0-1 0 0,0 0 1 0 0,1 1-1 0 0,-1-1 1 0 0,0 0-1 0 0,0 0 1 0 0,0 1-1 0 0,1 1 0 0 0,26 53 274 0 0,-11-13-362 0 0,-4-10-300 0 0,0 0 0 0 0,2-1 1 0 0,1-1-1 0 0,2-1 0 0 0,36 47 1 0 0</inkml:trace>
</inkml:ink>
</file>

<file path=ppt/ink/ink6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9:15.339"/>
    </inkml:context>
    <inkml:brush xml:id="br0">
      <inkml:brushProperty name="width" value="0.1" units="cm"/>
      <inkml:brushProperty name="height" value="0.1" units="cm"/>
      <inkml:brushProperty name="color" value="#004F8B"/>
    </inkml:brush>
  </inkml:definitions>
  <inkml:trace contextRef="#ctx0" brushRef="#br0">0 75 7834 0 0,'2'-15'658'0'0,"15"-44"12449"0"0,-3 92-12309 0 0,1 23-260 0 0,-3 0 0 0 0,7 80 0 0 0,-12-73-629 0 0,26 104 0 0 0,-29-154-426 0 0,1 0-1 0 0,0-1 1 0 0,0 0-1 0 0,11 15 1 0 0,-3-8-7154 0 0</inkml:trace>
</inkml:ink>
</file>

<file path=ppt/ink/ink6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9:15.593"/>
    </inkml:context>
    <inkml:brush xml:id="br0">
      <inkml:brushProperty name="width" value="0.1" units="cm"/>
      <inkml:brushProperty name="height" value="0.1" units="cm"/>
      <inkml:brushProperty name="color" value="#004F8B"/>
    </inkml:brush>
  </inkml:definitions>
  <inkml:trace contextRef="#ctx0" brushRef="#br0">6 1 8754 0 0,'-3'29'2423'0'0,"1"0"0"0"0,2 30 1 0 0,12 62 1518 0 0,39 112-2339 0 0,-47-217-1805 0 0,1 1 0 0 0,1-1-1 0 0,0 0 1 0 0,1 0 0 0 0,13 21 0 0 0,-11-24-782 0 0</inkml:trace>
</inkml:ink>
</file>

<file path=ppt/ink/ink6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9:15.831"/>
    </inkml:context>
    <inkml:brush xml:id="br0">
      <inkml:brushProperty name="width" value="0.1" units="cm"/>
      <inkml:brushProperty name="height" value="0.1" units="cm"/>
      <inkml:brushProperty name="color" value="#004F8B"/>
    </inkml:brush>
  </inkml:definitions>
  <inkml:trace contextRef="#ctx0" brushRef="#br0">0 168 8754 0 0,'4'-1'579'0'0,"1"0"0"0"0,-1-1 0 0 0,0 1 1 0 0,0-1-1 0 0,0 0 0 0 0,0 0 0 0 0,0 0 0 0 0,7-5 0 0 0,5-3 488 0 0,61-33 2939 0 0,-54 28-4079 0 0,1 2 1 0 0,0 0-1 0 0,1 2 1 0 0,0 0 0 0 0,1 2-1 0 0,38-9 1 0 0,-46 14 72 0 0</inkml:trace>
</inkml:ink>
</file>

<file path=ppt/ink/ink6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9:16.245"/>
    </inkml:context>
    <inkml:brush xml:id="br0">
      <inkml:brushProperty name="width" value="0.1" units="cm"/>
      <inkml:brushProperty name="height" value="0.1" units="cm"/>
      <inkml:brushProperty name="color" value="#004F8B"/>
    </inkml:brush>
  </inkml:definitions>
  <inkml:trace contextRef="#ctx0" brushRef="#br0">69 31 4609 0 0,'-17'-3'2618'0'0,"13"3"-1712"0"0,1 0 0 0 0,-1-1-1 0 0,0 1 1 0 0,1-1 0 0 0,-1 0 0 0 0,0 0 0 0 0,1 0 0 0 0,-1-1 0 0 0,1 1 0 0 0,0-1 0 0 0,-1 0 0 0 0,-5-4 0 0 0,9 6-798 0 0,1-1-1 0 0,-1 1 0 0 0,0-1 1 0 0,0 1-1 0 0,0-1 1 0 0,1 1-1 0 0,-1-1 1 0 0,0 1-1 0 0,1 0 1 0 0,-1-1-1 0 0,0 1 0 0 0,1 0 1 0 0,-1-1-1 0 0,0 1 1 0 0,1 0-1 0 0,-1-1 1 0 0,1 1-1 0 0,-1 0 1 0 0,0 0-1 0 0,1-1 0 0 0,-1 1 1 0 0,1 0-1 0 0,-1 0 1 0 0,1 0-1 0 0,-1 0 1 0 0,1-1-1 0 0,-1 1 1 0 0,1 0-1 0 0,-1 0 0 0 0,1 0 1 0 0,-1 0-1 0 0,1 0 1 0 0,-1 0-1 0 0,1 1 1 0 0,-1-1-1 0 0,2 0 1 0 0,20-1 372 0 0,-17 1-434 0 0,-1 1 1 0 0,0 0-1 0 0,1 0 1 0 0,-1 1 0 0 0,0-1-1 0 0,0 1 1 0 0,0 0-1 0 0,0 0 1 0 0,0 0-1 0 0,0 1 1 0 0,0-1 0 0 0,-1 1-1 0 0,1 0 1 0 0,-1 0-1 0 0,0 0 1 0 0,0 0-1 0 0,0 1 1 0 0,0-1 0 0 0,4 9-1 0 0,0 3-96 0 0,0 0 1 0 0,-1 1-1 0 0,-1 0 0 0 0,5 19 1 0 0,-8-23-84 0 0,1 0 1 0 0,0 0-1 0 0,1-1 1 0 0,0 0-1 0 0,1 0 1 0 0,1 0-1 0 0,-1 0 1 0 0,11 12-1 0 0,-14-20 65 0 0,0-1 1 0 0,1-1-1 0 0,-1 1 0 0 0,1 0 0 0 0,0-1 0 0 0,-1 1 0 0 0,1-1 1 0 0,0 0-1 0 0,0 0 0 0 0,0 0 0 0 0,0 0 0 0 0,0 0 0 0 0,0-1 0 0 0,0 1 1 0 0,0-1-1 0 0,0 0 0 0 0,0 0 0 0 0,1 0 0 0 0,-1 0 0 0 0,5-2 1 0 0,-2 1-289 0 0,-1 0 0 0 0,0 0 0 0 0,0-1 0 0 0,0 0 0 0 0,0 0 1 0 0,0 0-1 0 0,0-1 0 0 0,0 1 0 0 0,-1-1 0 0 0,1 0 1 0 0,5-6-1 0 0,1-8-5940 0 0</inkml:trace>
</inkml:ink>
</file>

<file path=ppt/ink/ink6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9:16.467"/>
    </inkml:context>
    <inkml:brush xml:id="br0">
      <inkml:brushProperty name="width" value="0.1" units="cm"/>
      <inkml:brushProperty name="height" value="0.1" units="cm"/>
      <inkml:brushProperty name="color" value="#004F8B"/>
    </inkml:brush>
  </inkml:definitions>
  <inkml:trace contextRef="#ctx0" brushRef="#br0">71 125 4609 0 0,'-26'9'185'0'0,"-18"14"14822"0"0,57-22-13213 0 0,13 0-931 0 0,-14-3-578 0 0,0 0-1 0 0,0-1 1 0 0,0 0 0 0 0,0-1-1 0 0,-1-1 1 0 0,0 0 0 0 0,0 0 0 0 0,18-12-1 0 0,-9 2-844 0 0,0 0 0 0 0,-1-2 0 0 0,22-24 0 0 0,-19 17-7641 0 0</inkml:trace>
</inkml:ink>
</file>

<file path=ppt/ink/ink6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9:52.416"/>
    </inkml:context>
    <inkml:brush xml:id="br0">
      <inkml:brushProperty name="width" value="0.1" units="cm"/>
      <inkml:brushProperty name="height" value="0.1" units="cm"/>
      <inkml:brushProperty name="color" value="#008C3A"/>
    </inkml:brush>
  </inkml:definitions>
  <inkml:trace contextRef="#ctx0" brushRef="#br0">0 35 10594 0 0,'0'-2'145'0'0,"0"1"-1"0"0,1-1 0 0 0,-1 1 1 0 0,0-1-1 0 0,0 1 0 0 0,1-1 1 0 0,-1 1-1 0 0,1-1 0 0 0,-1 1 0 0 0,1 0 1 0 0,0-1-1 0 0,0 1 0 0 0,-1 0 1 0 0,1 0-1 0 0,0-1 0 0 0,0 1 1 0 0,0 0-1 0 0,0 0 0 0 0,1 0 1 0 0,-1 0-1 0 0,2-1 0 0 0,-3 2-55 0 0,1-1 1 0 0,0 1-1 0 0,0-1 0 0 0,-1 1 0 0 0,1-1 0 0 0,0 1 0 0 0,0 0 0 0 0,-1-1 0 0 0,1 1 1 0 0,0 0-1 0 0,0 0 0 0 0,0 0 0 0 0,0 0 0 0 0,0 0 0 0 0,0 0 0 0 0,-1 0 0 0 0,1 0 0 0 0,0 0 1 0 0,0 0-1 0 0,0 0 0 0 0,0 0 0 0 0,0 0 0 0 0,-1 1 0 0 0,1-1 0 0 0,0 0 0 0 0,0 1 0 0 0,-1-1 1 0 0,1 1-1 0 0,0-1 0 0 0,0 1 0 0 0,-1-1 0 0 0,1 1 0 0 0,0-1 0 0 0,-1 1 0 0 0,1 0 1 0 0,-1-1-1 0 0,1 1 0 0 0,-1 0 0 0 0,1 0 0 0 0,-1-1 0 0 0,1 1 0 0 0,-1 0 0 0 0,1 1 0 0 0,15 38 1060 0 0,-1 0-1 0 0,17 77 0 0 0,-28-102-1030 0 0,6 34-85 0 0,-2 1 0 0 0,-2 0 1 0 0,-2 0-1 0 0,-3 1 0 0 0,-7 85 1 0 0,3-74-1213 0 0,4-20-5469 0 0,2-25 768 0 0</inkml:trace>
</inkml:ink>
</file>

<file path=ppt/ink/ink6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9:53.353"/>
    </inkml:context>
    <inkml:brush xml:id="br0">
      <inkml:brushProperty name="width" value="0.1" units="cm"/>
      <inkml:brushProperty name="height" value="0.1" units="cm"/>
      <inkml:brushProperty name="color" value="#008C3A"/>
    </inkml:brush>
  </inkml:definitions>
  <inkml:trace contextRef="#ctx0" brushRef="#br0">233 17 10594 0 0,'-6'0'166'0'0,"-1"1"1"0"0,1 0-1 0 0,0 1 0 0 0,0 0 0 0 0,0 0 0 0 0,0 0 1 0 0,0 0-1 0 0,0 1 0 0 0,-9 6 0 0 0,-46 35 1822 0 0,52-36-1819 0 0,0 1-1 0 0,0 0 1 0 0,1 0-1 0 0,0 1 1 0 0,1 0-1 0 0,0 0 1 0 0,1 1-1 0 0,0-1 0 0 0,1 1 1 0 0,0 1-1 0 0,0-1 1 0 0,1 1-1 0 0,1 0 1 0 0,0 0-1 0 0,-2 19 1 0 0,3-17-97 0 0,1 0 0 0 0,1 0 0 0 0,0 0 0 0 0,1 0 0 0 0,1 0 0 0 0,0-1 0 0 0,0 1 0 0 0,2-1 0 0 0,-1 1 0 0 0,2-1 0 0 0,0 0 0 0 0,0 0 0 0 0,13 20 0 0 0,-14-27-70 0 0,-1-1 0 0 0,1 0 1 0 0,0 0-1 0 0,0 0 0 0 0,1-1 1 0 0,-1 1-1 0 0,1-1 0 0 0,0 0 1 0 0,0-1-1 0 0,0 1 0 0 0,1-1 1 0 0,-1 0-1 0 0,1 0 0 0 0,0-1 1 0 0,0 0-1 0 0,0 0 0 0 0,0 0 1 0 0,0 0-1 0 0,0-1 0 0 0,0 0 0 0 0,1-1 1 0 0,9 1-1 0 0,-8-2 14 0 0,0 0 0 0 0,0-1-1 0 0,0 1 1 0 0,0-1 0 0 0,-1-1-1 0 0,1 0 1 0 0,-1 0 0 0 0,0 0 0 0 0,0-1-1 0 0,0 0 1 0 0,0 0 0 0 0,0-1-1 0 0,-1 0 1 0 0,0 0 0 0 0,0 0-1 0 0,0-1 1 0 0,6-9 0 0 0,-2 2 85 0 0,-2 1 0 0 0,1-2 0 0 0,-2 1 0 0 0,0-1 0 0 0,0-1 0 0 0,-2 1 0 0 0,0-1 0 0 0,0 0 0 0 0,-1 0 0 0 0,-1 0 0 0 0,-1-1 0 0 0,0 1 0 0 0,-1-1 0 0 0,0 1 0 0 0,-2-1 0 0 0,1 0 0 0 0,-2 1 0 0 0,0-1 0 0 0,-1 1 0 0 0,-1 0 0 0 0,0 0 0 0 0,-1 0 0 0 0,-1 1 0 0 0,0-1 0 0 0,-1 1 0 0 0,0 0 0 0 0,-1 1 0 0 0,-12-16 0 0 0,16 24-257 0 0,-1 1 1 0 0,1-1 0 0 0,-1 1-1 0 0,0 0 1 0 0,0 0 0 0 0,-6-4-1 0 0,-9 0-5287 0 0</inkml:trace>
</inkml:ink>
</file>

<file path=ppt/ink/ink6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9:53.765"/>
    </inkml:context>
    <inkml:brush xml:id="br0">
      <inkml:brushProperty name="width" value="0.1" units="cm"/>
      <inkml:brushProperty name="height" value="0.1" units="cm"/>
      <inkml:brushProperty name="color" value="#008C3A"/>
    </inkml:brush>
  </inkml:definitions>
  <inkml:trace contextRef="#ctx0" brushRef="#br0">1 1 11522 0 0,'2'46'7990'0'0,"5"9"-5531"0"0,4 58-1929 0 0,-16 137 563 0 0,1-155-2525 0 0,3 0-4113 0 0,2-51-1606 0 0</inkml:trace>
</inkml:ink>
</file>

<file path=ppt/ink/ink6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9:57.926"/>
    </inkml:context>
    <inkml:brush xml:id="br0">
      <inkml:brushProperty name="width" value="0.1" units="cm"/>
      <inkml:brushProperty name="height" value="0.1" units="cm"/>
      <inkml:brushProperty name="color" value="#008C3A"/>
    </inkml:brush>
  </inkml:definitions>
  <inkml:trace contextRef="#ctx0" brushRef="#br0">108 55 6913 0 0,'1'-3'393'0'0,"0"-1"-1"0"0,0 0 1 0 0,-1 0-1 0 0,0 0 1 0 0,0 0-1 0 0,0 0 1 0 0,0 1-1 0 0,0-1 1 0 0,-1 0-1 0 0,0 0 1 0 0,1 0-1 0 0,-3-4 1 0 0,-10 34 1850 0 0,-8 47-1088 0 0,-29 111 350 0 0,43-151-1363 0 0,1 1 0 0 0,2-1 1 0 0,0 53-1 0 0,4-79-165 0 0,0 0 0 0 0,1 0 0 0 0,0 0 1 0 0,0 0-1 0 0,1 0 0 0 0,0-1 0 0 0,0 1 1 0 0,0-1-1 0 0,1 1 0 0 0,0-1 0 0 0,1 0 0 0 0,-1 0 1 0 0,8 10-1 0 0,-8-14-75 0 0,-1 0 0 0 0,1 1 0 0 0,-1-1 0 0 0,1 0 0 0 0,0 0 0 0 0,0-1 0 0 0,0 1 0 0 0,0 0 0 0 0,0-1 0 0 0,0 0 0 0 0,0 0 0 0 0,0 0 0 0 0,1 0 0 0 0,-1 0 0 0 0,0-1 0 0 0,1 1 0 0 0,-1-1 0 0 0,0 0 0 0 0,1 0 0 0 0,-1 0 0 0 0,1-1-1 0 0,-1 1 1 0 0,0-1 0 0 0,1 0 0 0 0,-1 0 0 0 0,0 0 0 0 0,0 0 0 0 0,0 0 0 0 0,5-4 0 0 0,-1 2-27 0 0,0-1 0 0 0,0 0 0 0 0,0 0 0 0 0,-1-1 0 0 0,1 0 0 0 0,-1 0 0 0 0,0 0 0 0 0,-1-1-1 0 0,1 0 1 0 0,-1 0 0 0 0,-1 0 0 0 0,1-1 0 0 0,5-10 0 0 0,-8 12-10 0 0,1-1 0 0 0,-1 1 0 0 0,-1-1 0 0 0,1 0 1 0 0,-1 0-1 0 0,0 1 0 0 0,0-1 0 0 0,-1 0 0 0 0,0 0 0 0 0,0 0 0 0 0,0 0 0 0 0,-1 0 0 0 0,0 0 1 0 0,0 0-1 0 0,0 1 0 0 0,-1-1 0 0 0,0 0 0 0 0,-3-7 0 0 0,1 4 248 0 0,-1 1 0 0 0,1 0-1 0 0,-1 0 1 0 0,-1 0 0 0 0,1 1 0 0 0,-10-9 0 0 0,15 15-60 0 0,0 1 1 0 0,0-1 0 0 0,0 1 0 0 0,0-1 0 0 0,0 1-1 0 0,0-1 1 0 0,0 1 0 0 0,0-1 0 0 0,0 0 0 0 0,0 1-1 0 0,0-1 1 0 0,1 1 0 0 0,-1-1 0 0 0,0 1 0 0 0,0-1 0 0 0,0 1-1 0 0,1 0 1 0 0,-1-1 0 0 0,0 1 0 0 0,0-1 0 0 0,1 1-1 0 0,-1-1 1 0 0,1 1 0 0 0,-1 0 0 0 0,0-1 0 0 0,1 1-1 0 0,-1 0 1 0 0,1-1 0 0 0,-1 1 0 0 0,0 0 0 0 0,1 0-1 0 0,-1 0 1 0 0,1-1 0 0 0,-1 1 0 0 0,1 0 0 0 0,-1 0-1 0 0,2 0 1 0 0,20-10 249 0 0,-9 5-32 0 0,0 1 1 0 0,0 1 0 0 0,0 0-1 0 0,0 1 1 0 0,0 0 0 0 0,0 1-1 0 0,0 1 1 0 0,1 0 0 0 0,-1 1-1 0 0,17 2 1 0 0,-24-1-167 0 0,0-1 0 0 0,0 1 0 0 0,0 0 0 0 0,-1 0 1 0 0,1 0-1 0 0,-1 1 0 0 0,0 0 0 0 0,0 0 0 0 0,0 0 0 0 0,0 1 0 0 0,0-1 0 0 0,-1 1 0 0 0,1 0 1 0 0,-1 1-1 0 0,0-1 0 0 0,-1 1 0 0 0,1 0 0 0 0,-1 0 0 0 0,0 0 0 0 0,0 0 0 0 0,0 0 1 0 0,-1 1-1 0 0,1-1 0 0 0,-1 1 0 0 0,1 7 0 0 0,-1 1 25 0 0,0 0 0 0 0,-1 0 0 0 0,0 0-1 0 0,-1 0 1 0 0,-1 0 0 0 0,-2 19 0 0 0,-2 32-3581 0 0,5-60 1345 0 0</inkml:trace>
</inkml:ink>
</file>

<file path=ppt/ink/ink6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9:58.417"/>
    </inkml:context>
    <inkml:brush xml:id="br0">
      <inkml:brushProperty name="width" value="0.1" units="cm"/>
      <inkml:brushProperty name="height" value="0.1" units="cm"/>
      <inkml:brushProperty name="color" value="#008C3A"/>
    </inkml:brush>
  </inkml:definitions>
  <inkml:trace contextRef="#ctx0" brushRef="#br0">1 94 6449 0 0,'0'-6'543'0'0,"1"0"-1"0"0,0 1 0 0 0,1 0 0 0 0,-1-1 1 0 0,1 1-1 0 0,0 0 0 0 0,0 0 0 0 0,1 0 1 0 0,0 0-1 0 0,0 0 0 0 0,0 0 1 0 0,0 1-1 0 0,1 0 0 0 0,-1-1 0 0 0,1 1 1 0 0,0 1-1 0 0,6-5 0 0 0,-9 7-480 0 0,-1 1 0 0 0,1 0 0 0 0,-1-1 0 0 0,1 1 0 0 0,0 0 0 0 0,-1 0 0 0 0,1 0 0 0 0,-1 0 0 0 0,1-1 0 0 0,0 1 0 0 0,-1 0 0 0 0,1 0 0 0 0,0 0 0 0 0,-1 0 0 0 0,1 1 0 0 0,0-1 0 0 0,-1 0 0 0 0,1 0 0 0 0,0 0 0 0 0,-1 0 0 0 0,1 1 0 0 0,-1-1 0 0 0,1 0 0 0 0,0 0 0 0 0,-1 1 0 0 0,1-1 0 0 0,-1 1 0 0 0,1-1 0 0 0,-1 0 0 0 0,1 1 0 0 0,-1-1 0 0 0,1 1 0 0 0,-1-1 0 0 0,0 1 0 0 0,1-1 0 0 0,-1 1 0 0 0,0 0 0 0 0,1-1 0 0 0,-1 1 0 0 0,0-1 0 0 0,0 1 0 0 0,0 0 0 0 0,1-1 0 0 0,-1 2 0 0 0,10 31 468 0 0,-10-31-440 0 0,6 42 416 0 0,-1-1 0 0 0,-2 69 0 0 0,-3-59-1318 0 0,8 60 1 0 0,-6-101-704 0 0,-1-1 1 0 0,0 0-1 0 0,-1 13 0 0 0,-1-16-419 0 0</inkml:trace>
</inkml:ink>
</file>

<file path=ppt/ink/ink6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9:58.639"/>
    </inkml:context>
    <inkml:brush xml:id="br0">
      <inkml:brushProperty name="width" value="0.1" units="cm"/>
      <inkml:brushProperty name="height" value="0.1" units="cm"/>
      <inkml:brushProperty name="color" value="#008C3A"/>
    </inkml:brush>
  </inkml:definitions>
  <inkml:trace contextRef="#ctx0" brushRef="#br0">0 52 4609 0 0,'4'-5'195'0'0,"-1"1"1"0"0,1 0-1 0 0,0 0 0 0 0,0 1 0 0 0,0-1 1 0 0,1 1-1 0 0,-1 0 0 0 0,1 0 1 0 0,0 0-1 0 0,-1 1 0 0 0,1-1 0 0 0,0 1 1 0 0,1 1-1 0 0,-1-1 0 0 0,0 1 0 0 0,0 0 1 0 0,1 0-1 0 0,-1 0 0 0 0,1 1 1 0 0,6-1-1 0 0,8 1 977 0 0,0 0 0 0 0,-1 1 0 0 0,33 6 1 0 0,-44-6-847 0 0,0 0 0 0 0,-1 1 1 0 0,1 1-1 0 0,-1-1 1 0 0,0 1-1 0 0,0 1 1 0 0,0-1-1 0 0,0 1 1 0 0,0 0-1 0 0,-1 0 1 0 0,0 1-1 0 0,8 7 0 0 0,-13-11-289 0 0,-1 0-1 0 0,1 0 0 0 0,0-1 0 0 0,-1 1 1 0 0,1 0-1 0 0,-1 0 0 0 0,1 0 0 0 0,-1 0 0 0 0,1 0 1 0 0,-1 0-1 0 0,0 0 0 0 0,0 0 0 0 0,1 0 1 0 0,-1 1-1 0 0,0-1 0 0 0,0 0 0 0 0,0 0 1 0 0,0 0-1 0 0,0 0 0 0 0,0 0 0 0 0,0 0 0 0 0,-1 0 1 0 0,1 2-1 0 0,-1 0 14 0 0,-1-1 0 0 0,1 1 0 0 0,0-1 0 0 0,-1 0 0 0 0,1 1 0 0 0,-1-1 0 0 0,0 0 0 0 0,0 0 0 0 0,-2 2 0 0 0,-4 3 55 0 0,-1-1 0 0 0,1 0 0 0 0,-1 0 0 0 0,-9 4 1 0 0,11-6-433 0 0,-1-1 1 0 0,1 0 0 0 0,-1-1 0 0 0,1 1 0 0 0,-12 1 0 0 0,0-2-6021 0 0</inkml:trace>
</inkml:ink>
</file>

<file path=ppt/ink/ink6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9:59.320"/>
    </inkml:context>
    <inkml:brush xml:id="br0">
      <inkml:brushProperty name="width" value="0.1" units="cm"/>
      <inkml:brushProperty name="height" value="0.1" units="cm"/>
      <inkml:brushProperty name="color" value="#008C3A"/>
    </inkml:brush>
  </inkml:definitions>
  <inkml:trace contextRef="#ctx0" brushRef="#br0">1 4 8754 0 0,'1'0'191'0'0,"0"-1"1"0"0,0 1-1 0 0,0-1 1 0 0,0 1-1 0 0,0-1 1 0 0,1 1 0 0 0,-1 0-1 0 0,0 0 1 0 0,0-1-1 0 0,0 1 1 0 0,0 0-1 0 0,1 0 1 0 0,-1 0-1 0 0,0 0 1 0 0,0 1-1 0 0,0-1 1 0 0,0 0-1 0 0,0 0 1 0 0,1 1-1 0 0,-1-1 1 0 0,0 1-1 0 0,0-1 1 0 0,0 1-1 0 0,1 0 1 0 0,0 1 70 0 0,0 0-1 0 0,0 0 1 0 0,0 0-1 0 0,0 0 1 0 0,-1 0-1 0 0,1 0 1 0 0,-1 0 0 0 0,0 1-1 0 0,1-1 1 0 0,0 4-1 0 0,2 4 214 0 0,-1 1 0 0 0,0 0 0 0 0,-1-1 0 0 0,1 14-1 0 0,0 50 362 0 0,-7 92-1 0 0,0-55-3682 0 0,3-76-3584 0 0</inkml:trace>
</inkml:ink>
</file>

<file path=ppt/ink/ink6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9:59.543"/>
    </inkml:context>
    <inkml:brush xml:id="br0">
      <inkml:brushProperty name="width" value="0.1" units="cm"/>
      <inkml:brushProperty name="height" value="0.1" units="cm"/>
      <inkml:brushProperty name="color" value="#008C3A"/>
    </inkml:brush>
  </inkml:definitions>
  <inkml:trace contextRef="#ctx0" brushRef="#br0">1 173 10594 0 0,'0'-1'76'0'0,"0"0"0"0"0,0 0 0 0 0,0-1 0 0 0,0 1 0 0 0,1 0 0 0 0,-1 0 0 0 0,0 0 0 0 0,1 0 0 0 0,-1-1 0 0 0,1 1-1 0 0,-1 0 1 0 0,1 0 0 0 0,0 0 0 0 0,-1 0 0 0 0,1 0 0 0 0,0 0 0 0 0,0 1 0 0 0,2-3 0 0 0,20-20 237 0 0,-18 19 38 0 0,13-13 170 0 0,2 0-1 0 0,0 2 1 0 0,37-22-1 0 0,-44 30-1428 0 0,1 0-1 0 0,-1 1 1 0 0,1 1-1 0 0,20-5 1 0 0,0 7-821 0 0,-18 5 1619 0 0</inkml:trace>
</inkml:ink>
</file>

<file path=ppt/ink/ink6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9:59.712"/>
    </inkml:context>
    <inkml:brush xml:id="br0">
      <inkml:brushProperty name="width" value="0.1" units="cm"/>
      <inkml:brushProperty name="height" value="0.1" units="cm"/>
      <inkml:brushProperty name="color" value="#008C3A"/>
    </inkml:brush>
  </inkml:definitions>
  <inkml:trace contextRef="#ctx0" brushRef="#br0">0 77 5529 0 0,'11'-3'240'0'0,"-2"0"56"0"0,0 1-232 0 0,-2-2-64 0 0,-2 1 0 0 0,0 1 0 0 0,1-2 0 0 0,5-1 96 0 0,6-5-32 0 0,5-2 0 0 0,4-3-64 0 0,-2 1 0 0 0</inkml:trace>
</inkml:ink>
</file>

<file path=ppt/ink/ink6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9:59.998"/>
    </inkml:context>
    <inkml:brush xml:id="br0">
      <inkml:brushProperty name="width" value="0.1" units="cm"/>
      <inkml:brushProperty name="height" value="0.1" units="cm"/>
      <inkml:brushProperty name="color" value="#008C3A"/>
    </inkml:brush>
  </inkml:definitions>
  <inkml:trace contextRef="#ctx0" brushRef="#br0">102 47 5529 0 0,'-5'3'174'0'0,"0"1"0"0"0,0-1 0 0 0,1 1 0 0 0,-1 0 0 0 0,1 0 0 0 0,0 0 0 0 0,0 1 0 0 0,1 0 0 0 0,-4 5 0 0 0,-26 47 1665 0 0,30-52-1646 0 0,0 0 44 0 0,1 1 0 0 0,-1-1 1 0 0,1 0-1 0 0,0 1 0 0 0,0 0 1 0 0,0-1-1 0 0,1 1 0 0 0,0 0 1 0 0,0 0-1 0 0,1 0 1 0 0,0 0-1 0 0,0 0 0 0 0,0 0 1 0 0,0 0-1 0 0,3 10 0 0 0,-1-11-38 0 0,0 0 0 0 0,0-1-1 0 0,1 1 1 0 0,-1-1 0 0 0,1 0-1 0 0,0 0 1 0 0,0 0 0 0 0,0 0-1 0 0,1 0 1 0 0,-1-1 0 0 0,1 1-1 0 0,0-1 1 0 0,0 0 0 0 0,0 0-1 0 0,1 0 1 0 0,-1-1 0 0 0,1 0-1 0 0,8 4 1 0 0,-3-3-150 0 0,0 1 1 0 0,0-2-1 0 0,0 1 1 0 0,0-2-1 0 0,0 1 0 0 0,1-1 1 0 0,-1-1-1 0 0,0 0 1 0 0,1 0-1 0 0,-1-1 0 0 0,0 0 1 0 0,0-1-1 0 0,0 0 1 0 0,0-1-1 0 0,0 0 0 0 0,0-1 1 0 0,0 1-1 0 0,12-9 1 0 0,-15 9-52 0 0,-1-2 1 0 0,1 1-1 0 0,-1-1 1 0 0,0 0 0 0 0,0 0-1 0 0,0 0 1 0 0,-1-1 0 0 0,0 0-1 0 0,0 0 1 0 0,0 0-1 0 0,-1-1 1 0 0,0 1 0 0 0,0-1-1 0 0,-1 0 1 0 0,0 0 0 0 0,0-1-1 0 0,-1 1 1 0 0,1-1-1 0 0,-2 1 1 0 0,1-1 0 0 0,-1 0-1 0 0,0 1 1 0 0,-1-1 0 0 0,0 0-1 0 0,0-8 1 0 0,-1 8 87 0 0,-1 0 1 0 0,1 0 0 0 0,-1 0-1 0 0,-1 0 1 0 0,0 0-1 0 0,0 1 1 0 0,0-1-1 0 0,-1 1 1 0 0,0 0 0 0 0,-9-14-1 0 0,9 17-957 0 0,-1-1-1 0 0,1 0 1 0 0,-1 1-1 0 0,1 0 0 0 0,-7-4 1 0 0,-6-2-4922 0 0</inkml:trace>
</inkml:ink>
</file>

<file path=ppt/ink/ink6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00.393"/>
    </inkml:context>
    <inkml:brush xml:id="br0">
      <inkml:brushProperty name="width" value="0.1" units="cm"/>
      <inkml:brushProperty name="height" value="0.1" units="cm"/>
      <inkml:brushProperty name="color" value="#008C3A"/>
    </inkml:brush>
  </inkml:definitions>
  <inkml:trace contextRef="#ctx0" brushRef="#br0">1 20 7370 0 0,'0'-1'130'0'0,"1"-1"1"0"0,-1 1 0 0 0,1 0 0 0 0,-1 0-1 0 0,1 0 1 0 0,-1 0 0 0 0,1 0 0 0 0,0 0-1 0 0,0 0 1 0 0,-1 1 0 0 0,1-1 0 0 0,0 0-1 0 0,0 0 1 0 0,0 1 0 0 0,0-1 0 0 0,0 0-1 0 0,0 1 1 0 0,0-1 0 0 0,0 1 0 0 0,0-1-1 0 0,0 1 1 0 0,0 0 0 0 0,2-1 0 0 0,-2 1 78 0 0,1 1 0 0 0,-1-1 0 0 0,0 0 1 0 0,0 1-1 0 0,0 0 0 0 0,0-1 0 0 0,1 1 0 0 0,-1 0 1 0 0,0-1-1 0 0,0 1 0 0 0,0 0 0 0 0,0 0 0 0 0,0 0 0 0 0,-1 0 1 0 0,1 0-1 0 0,0 0 0 0 0,0 0 0 0 0,-1 0 0 0 0,1 0 1 0 0,0 0-1 0 0,-1 0 0 0 0,1 2 0 0 0,2 5 159 0 0,0 0-1 0 0,0-1 0 0 0,-1 1 1 0 0,0 0-1 0 0,-1 0 0 0 0,0 0 1 0 0,0 0-1 0 0,-1 0 0 0 0,0 11 1 0 0,-3 13 137 0 0,-6 33 1 0 0,3-27-130 0 0,-4 26-637 0 0,-12 115 1091 0 0,17-60-6964 0 0,6-86-239 0 0</inkml:trace>
</inkml:ink>
</file>

<file path=ppt/ink/ink6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00.625"/>
    </inkml:context>
    <inkml:brush xml:id="br0">
      <inkml:brushProperty name="width" value="0.1" units="cm"/>
      <inkml:brushProperty name="height" value="0.1" units="cm"/>
      <inkml:brushProperty name="color" value="#008C3A"/>
    </inkml:brush>
  </inkml:definitions>
  <inkml:trace contextRef="#ctx0" brushRef="#br0">0 0 11058 0 0,'4'1'329'0'0,"-1"-1"-1"0"0,0 0 0 0 0,1 1 1 0 0,-1 0-1 0 0,0-1 0 0 0,0 1 0 0 0,1 0 1 0 0,-1 1-1 0 0,0-1 0 0 0,0 1 1 0 0,0-1-1 0 0,-1 1 0 0 0,1 0 1 0 0,0 0-1 0 0,3 4 0 0 0,0 0 106 0 0,-1 0-1 0 0,0 0 1 0 0,0 0-1 0 0,-1 1 0 0 0,1 0 1 0 0,3 9-1 0 0,3 10 26 0 0,-1 1 0 0 0,11 46 0 0 0,-21-72-465 0 0,33 134-3768 0 0,-28-111-2470 0 0</inkml:trace>
</inkml:ink>
</file>

<file path=ppt/ink/ink6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00.815"/>
    </inkml:context>
    <inkml:brush xml:id="br0">
      <inkml:brushProperty name="width" value="0.1" units="cm"/>
      <inkml:brushProperty name="height" value="0.1" units="cm"/>
      <inkml:brushProperty name="color" value="#008C3A"/>
    </inkml:brush>
  </inkml:definitions>
  <inkml:trace contextRef="#ctx0" brushRef="#br0">24 161 9674 0 0,'-9'-3'126'0'0,"-5"-4"491"0"0,13 6-586 0 0,1 1 1 0 0,0-1-1 0 0,0 1 0 0 0,0 0 1 0 0,0-1-1 0 0,0 1 1 0 0,0-1-1 0 0,0 1 1 0 0,0-1-1 0 0,0 1 0 0 0,0 0 1 0 0,1-1-1 0 0,-1 1 1 0 0,0-1-1 0 0,0 1 0 0 0,0-1 1 0 0,0 1-1 0 0,1 0 1 0 0,-1-1-1 0 0,0 1 0 0 0,0 0 1 0 0,1-1-1 0 0,-1 1 1 0 0,0 0-1 0 0,0-1 1 0 0,1 1-1 0 0,-1 0 0 0 0,1 0 1 0 0,-1-1-1 0 0,0 1 1 0 0,1 0-1 0 0,-1 0 0 0 0,0 0 1 0 0,1-1-1 0 0,-1 1 1 0 0,1 0-1 0 0,-1 0 0 0 0,14-8 231 0 0,1 1-1 0 0,-1 1 0 0 0,31-10 0 0 0,-5 2-505 0 0,-24 8-321 0 0,31-12-2613 0 0,51-27-1 0 0,-66 27 3035 0 0</inkml:trace>
</inkml:ink>
</file>

<file path=ppt/ink/ink6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00.974"/>
    </inkml:context>
    <inkml:brush xml:id="br0">
      <inkml:brushProperty name="width" value="0.1" units="cm"/>
      <inkml:brushProperty name="height" value="0.1" units="cm"/>
      <inkml:brushProperty name="color" value="#008C3A"/>
    </inkml:brush>
  </inkml:definitions>
  <inkml:trace contextRef="#ctx0" brushRef="#br0">42 13 3225 0 0,'13'-13'3726'0'0,"-15"23"247"0"0,-10 23-1820 0 0,1 1 1 0 0,2 1-1 0 0,-9 69 1 0 0,15-77-2245 0 0,3 53 1 0 0,2-59-1306 0 0,1 0 0 0 0,1-1 0 0 0,6 22 1 0 0</inkml:trace>
</inkml:ink>
</file>

<file path=ppt/ink/ink6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01.521"/>
    </inkml:context>
    <inkml:brush xml:id="br0">
      <inkml:brushProperty name="width" value="0.1" units="cm"/>
      <inkml:brushProperty name="height" value="0.1" units="cm"/>
      <inkml:brushProperty name="color" value="#008C3A"/>
    </inkml:brush>
  </inkml:definitions>
  <inkml:trace contextRef="#ctx0" brushRef="#br0">77 148 3225 0 0,'10'-12'300'0'0,"32"-44"607"0"0,-40 53-463 0 0,0 0-1 0 0,0-1 1 0 0,0 1-1 0 0,-1 0 1 0 0,1-1-1 0 0,-1 0 0 0 0,0 1 1 0 0,0-1-1 0 0,0 0 1 0 0,0 1-1 0 0,-1-1 0 0 0,1 0 1 0 0,-1 0-1 0 0,-1-4 1 0 0,1 7-219 0 0,0 0 1 0 0,0 0-1 0 0,0 0 1 0 0,0 0-1 0 0,0 0 1 0 0,-1 0-1 0 0,1 0 1 0 0,-1 0-1 0 0,1 0 1 0 0,0 0-1 0 0,-1 0 1 0 0,1 1-1 0 0,-1-1 1 0 0,0 0-1 0 0,1 0 1 0 0,-1 1-1 0 0,0-1 1 0 0,1 0-1 0 0,-1 1 1 0 0,0-1-1 0 0,0 0 1 0 0,1 1 0 0 0,-1-1-1 0 0,0 1 1 0 0,0 0-1 0 0,-1-1 1 0 0,0 1-50 0 0,1 0 1 0 0,-1 0-1 0 0,1 0 1 0 0,-1 0-1 0 0,0 0 0 0 0,1 1 1 0 0,-1-1-1 0 0,1 0 1 0 0,-1 1-1 0 0,1-1 1 0 0,-1 1-1 0 0,1 0 1 0 0,-1-1-1 0 0,-1 2 1 0 0,-2 2 5 0 0,-1 0 0 0 0,1 1 0 0 0,0-1 1 0 0,0 1-1 0 0,0 0 0 0 0,-6 7 0 0 0,3 2-134 0 0,-1 0 0 0 0,2 0 0 0 0,0 0 0 0 0,1 1 0 0 0,0 0 1 0 0,1 1-1 0 0,1-1 0 0 0,0 1 0 0 0,1-1 0 0 0,1 1 0 0 0,1 0 0 0 0,0 29 0 0 0,2-36-201 0 0,-1 0 0 0 0,2 0-1 0 0,-1 0 1 0 0,1 0 0 0 0,1 0 0 0 0,0 0 0 0 0,0-1 0 0 0,0 1-1 0 0,1-1 1 0 0,1 0 0 0 0,-1 0 0 0 0,1-1 0 0 0,0 1 0 0 0,1-1-1 0 0,0 0 1 0 0,0 0 0 0 0,1-1 0 0 0,-1 0 0 0 0,1 0 0 0 0,1-1-1 0 0,-1 1 1 0 0,1-2 0 0 0,16 9 0 0 0,-22-12 82 0 0,-1 0 0 0 0,1 0 0 0 0,0-1 1 0 0,0 1-1 0 0,-1 0 0 0 0,1-1 0 0 0,0 1 0 0 0,0-1 0 0 0,0 1 1 0 0,0-1-1 0 0,0 0 0 0 0,0 0 0 0 0,0 0 0 0 0,0 0 1 0 0,0 0-1 0 0,0 0 0 0 0,0-1 0 0 0,-1 1 0 0 0,1 0 0 0 0,0-1 1 0 0,0 0-1 0 0,0 1 0 0 0,0-1 0 0 0,1-1 0 0 0,-1 0-58 0 0,-1 0 0 0 0,0 0 0 0 0,0 0 0 0 0,0 0 0 0 0,0 0 0 0 0,0 0-1 0 0,0 0 1 0 0,0 0 0 0 0,-1 0 0 0 0,1 0 0 0 0,-1 0 0 0 0,0-1 0 0 0,1 1 0 0 0,-1 0-1 0 0,0 0 1 0 0,0-1 0 0 0,-1 1 0 0 0,1 0 0 0 0,0 0 0 0 0,-2-4 0 0 0,0-9-710 0 0,-1 2 663 0 0,1 1 0 0 0,1-1 1 0 0,0 0-1 0 0,1 0 1 0 0,1-13-1 0 0,-1 22 303 0 0,1 1 0 0 0,0-1 0 0 0,0 1 0 0 0,0 0-1 0 0,0-1 1 0 0,0 1 0 0 0,1 0 0 0 0,0 0 0 0 0,-1 0 0 0 0,1 0 0 0 0,0 0 0 0 0,0 0 0 0 0,1 1 0 0 0,-1-1 0 0 0,1 0 0 0 0,-1 1 0 0 0,1 0 0 0 0,0 0-1 0 0,0 0 1 0 0,0 0 0 0 0,0 0 0 0 0,0 1 0 0 0,5-3 0 0 0,3 0 119 0 0,0 1 0 0 0,1 0 0 0 0,-1 1 0 0 0,1 0 0 0 0,0 1 0 0 0,0 0 0 0 0,0 1 0 0 0,-1 0 0 0 0,1 1 0 0 0,0 0 0 0 0,0 1 0 0 0,-1 0 0 0 0,1 1 0 0 0,13 5 0 0 0,-22-6-156 0 0,0 0 0 0 0,0 1 0 0 0,0-1 0 0 0,0 1 0 0 0,0 0-1 0 0,-1 0 1 0 0,1 0 0 0 0,-1 0 0 0 0,0 0 0 0 0,0 0 0 0 0,0 1-1 0 0,0-1 1 0 0,0 1 0 0 0,-1 0 0 0 0,1-1 0 0 0,-1 1 0 0 0,0 0 0 0 0,-1 0-1 0 0,1 0 1 0 0,0 0 0 0 0,-1-1 0 0 0,0 1 0 0 0,-1 7 0 0 0,1 10-266 0 0,-2 0-1 0 0,-1 0 1 0 0,-5 22 0 0 0,6-35-39 0 0,-6 29-2410 0 0,5-22-3614 0 0</inkml:trace>
</inkml:ink>
</file>

<file path=ppt/ink/ink6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02.075"/>
    </inkml:context>
    <inkml:brush xml:id="br0">
      <inkml:brushProperty name="width" value="0.1" units="cm"/>
      <inkml:brushProperty name="height" value="0.1" units="cm"/>
      <inkml:brushProperty name="color" value="#008C3A"/>
    </inkml:brush>
  </inkml:definitions>
  <inkml:trace contextRef="#ctx0" brushRef="#br0">30 4 6913 0 0,'-3'-3'2909'0'0,"2"3"-2861"0"0,-7 7 1271 0 0,-6 12 53 0 0,13-11-807 0 0,0-1 0 0 0,0 1 0 0 0,1 0 0 0 0,0 0-1 0 0,0 0 1 0 0,1 0 0 0 0,0 0 0 0 0,0-1 0 0 0,5 14 0 0 0,-1 6 169 0 0,6 35 125 0 0,24 76 0 0 0,-23-99-2092 0 0,26 50 0 0 0,-29-69-5345 0 0</inkml:trace>
</inkml:ink>
</file>

<file path=ppt/ink/ink6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02.297"/>
    </inkml:context>
    <inkml:brush xml:id="br0">
      <inkml:brushProperty name="width" value="0.1" units="cm"/>
      <inkml:brushProperty name="height" value="0.1" units="cm"/>
      <inkml:brushProperty name="color" value="#008C3A"/>
    </inkml:brush>
  </inkml:definitions>
  <inkml:trace contextRef="#ctx0" brushRef="#br0">1 15 9674 0 0,'0'0'89'0'0,"1"-1"1"0"0,-1 0-1 0 0,1 0 0 0 0,-1 0 0 0 0,1 0 1 0 0,-1 0-1 0 0,1 1 0 0 0,0-1 0 0 0,-1 0 1 0 0,1 1-1 0 0,0-1 0 0 0,0 0 1 0 0,-1 1-1 0 0,1-1 0 0 0,0 1 0 0 0,0-1 1 0 0,0 1-1 0 0,0 0 0 0 0,0-1 0 0 0,0 1 1 0 0,0 0-1 0 0,0-1 0 0 0,-1 1 1 0 0,1 0-1 0 0,0 0 0 0 0,0 0 0 0 0,2 0 1 0 0,-1 1 130 0 0,-1 0 0 0 0,0 0 1 0 0,1 0-1 0 0,-1 0 1 0 0,0 0-1 0 0,0 0 0 0 0,0 0 1 0 0,0 0-1 0 0,0 0 1 0 0,0 1-1 0 0,0-1 0 0 0,0 1 1 0 0,0-1-1 0 0,0 0 1 0 0,-1 1-1 0 0,1-1 0 0 0,0 4 1 0 0,7 23 744 0 0,-1 0 0 0 0,-1 0 1 0 0,-2 1-1 0 0,-1 0 0 0 0,0 30 1 0 0,2 19-486 0 0,6 9-691 0 0,1-31-3070 0 0,-8-38-3637 0 0</inkml:trace>
</inkml:ink>
</file>

<file path=ppt/ink/ink6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02.491"/>
    </inkml:context>
    <inkml:brush xml:id="br0">
      <inkml:brushProperty name="width" value="0.1" units="cm"/>
      <inkml:brushProperty name="height" value="0.1" units="cm"/>
      <inkml:brushProperty name="color" value="#008C3A"/>
    </inkml:brush>
  </inkml:definitions>
  <inkml:trace contextRef="#ctx0" brushRef="#br0">0 121 8290 0 0,'81'-12'4019'0'0,"104"-41"-1544"0"0,-66 9-6066 0 0,-95 33 2312 0 0</inkml:trace>
</inkml:ink>
</file>

<file path=ppt/ink/ink6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03.263"/>
    </inkml:context>
    <inkml:brush xml:id="br0">
      <inkml:brushProperty name="width" value="0.1" units="cm"/>
      <inkml:brushProperty name="height" value="0.1" units="cm"/>
      <inkml:brushProperty name="color" value="#008C3A"/>
    </inkml:brush>
  </inkml:definitions>
  <inkml:trace contextRef="#ctx0" brushRef="#br0">143 0 3225 0 0,'-7'3'439'0'0,"1"-1"1"0"0,0 1-1 0 0,-1 0 0 0 0,1 1 1 0 0,0 0-1 0 0,1 0 1 0 0,-8 6-1 0 0,10-8-230 0 0,-4 4 343 0 0,0 0 0 0 0,1 1 0 0 0,-1 0 0 0 0,1 1-1 0 0,1 0 1 0 0,-1-1 0 0 0,1 2 0 0 0,1-1 0 0 0,-1 1-1 0 0,2-1 1 0 0,-7 18 0 0 0,7-15-399 0 0,1-1-1 0 0,-1 1 1 0 0,1-1 0 0 0,1 1 0 0 0,0 0-1 0 0,1 0 1 0 0,0-1 0 0 0,0 1 0 0 0,1 0 0 0 0,4 14-1 0 0,-5-23-166 0 0,1 1-1 0 0,-1-1 1 0 0,1 0-1 0 0,-1 0 1 0 0,1 0-1 0 0,0 0 1 0 0,0 0-1 0 0,0 0 1 0 0,1 0-1 0 0,-1 0 0 0 0,0 0 1 0 0,1 0-1 0 0,-1-1 1 0 0,1 1-1 0 0,-1-1 1 0 0,1 1-1 0 0,0-1 1 0 0,0 1-1 0 0,1 0 1 0 0,-1-2-65 0 0,0 1 0 0 0,0-1 0 0 0,0 1 1 0 0,0-1-1 0 0,0 0 0 0 0,0 0 0 0 0,0 0 1 0 0,0 0-1 0 0,0 0 0 0 0,0 0 0 0 0,0 0 0 0 0,0-1 1 0 0,0 1-1 0 0,0-1 0 0 0,0 0 0 0 0,-1 1 1 0 0,3-2-1 0 0,4-2-287 0 0,-1-1 0 0 0,1 0-1 0 0,-1 0 1 0 0,-1-1 0 0 0,1 1 0 0 0,-1-1 0 0 0,0-1 0 0 0,6-8 0 0 0,0-1-789 0 0,-1-2-192 0 0</inkml:trace>
</inkml:ink>
</file>

<file path=ppt/ink/ink6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03.437"/>
    </inkml:context>
    <inkml:brush xml:id="br0">
      <inkml:brushProperty name="width" value="0.1" units="cm"/>
      <inkml:brushProperty name="height" value="0.1" units="cm"/>
      <inkml:brushProperty name="color" value="#008C3A"/>
    </inkml:brush>
  </inkml:definitions>
  <inkml:trace contextRef="#ctx0" brushRef="#br0">30 225 1896 0 0,'1'-19'914'0'0,"-2"-14"457"0"0,0 1 660 0 0,-6-42 1 0 0,5 63-520 0 0,-1 1 0 0 0,1 0-1 0 0,-2-1 1 0 0,-6-14 0 0 0,13 42 3006 0 0,-1 23-3626 0 0,-2-14-360 0 0,2 9-318 0 0,12 117 803 0 0,-11-132-1233 0 0,1 0-1 0 0,1-1 1 0 0,1 0 0 0 0,1 0-1 0 0,14 29 1 0 0,-12-28-906 0 0</inkml:trace>
</inkml:ink>
</file>

<file path=ppt/ink/ink6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03.771"/>
    </inkml:context>
    <inkml:brush xml:id="br0">
      <inkml:brushProperty name="width" value="0.1" units="cm"/>
      <inkml:brushProperty name="height" value="0.1" units="cm"/>
      <inkml:brushProperty name="color" value="#008C3A"/>
    </inkml:brush>
  </inkml:definitions>
  <inkml:trace contextRef="#ctx0" brushRef="#br0">1 354 5529 0 0,'6'-3'529'0'0,"-1"-1"-1"0"0,1 0 1 0 0,-1-1 0 0 0,1 1-1 0 0,-1-1 1 0 0,-1 0-1 0 0,1-1 1 0 0,5-7 0 0 0,28-50 3643 0 0,6-40-565 0 0,-39 89-3325 0 0,0-1 0 0 0,-2 1-1 0 0,1-1 1 0 0,-2 1 0 0 0,1-24-1 0 0,-2 37-276 0 0,-1 0 0 0 0,0 0 0 0 0,0 0 0 0 0,0 0 0 0 0,0-1 0 0 0,0 1 0 0 0,-1 0 0 0 0,1 0 0 0 0,0 0 0 0 0,0 0 0 0 0,-1-1 0 0 0,1 1 0 0 0,-1 0 0 0 0,1 0 0 0 0,-1 0 0 0 0,1 0 0 0 0,-1 0 0 0 0,0 0 0 0 0,1 0 0 0 0,-1 0 0 0 0,0 0 0 0 0,0 1 0 0 0,0-1 0 0 0,-2-1 0 0 0,2 1 1 0 0,-1 1 1 0 0,1 0-1 0 0,-1-1 1 0 0,1 1-1 0 0,-1 0 1 0 0,1 0-1 0 0,-1 0 0 0 0,0 0 1 0 0,1 0-1 0 0,-1 1 1 0 0,1-1-1 0 0,-1 0 1 0 0,1 1-1 0 0,-1-1 1 0 0,1 1-1 0 0,-2 0 1 0 0,-3 2-65 0 0,0 0 1 0 0,0 1 0 0 0,0-1-1 0 0,1 1 1 0 0,0 0 0 0 0,0 0-1 0 0,-9 10 1 0 0,8-6 9 0 0,1 1-1 0 0,1 0 0 0 0,-1 0 1 0 0,1 0-1 0 0,1 0 1 0 0,-1 0-1 0 0,2 1 0 0 0,-1 0 1 0 0,1-1-1 0 0,1 1 1 0 0,0 0-1 0 0,0 0 0 0 0,1 0 1 0 0,0 0-1 0 0,1 0 1 0 0,3 19-1 0 0,-2-20 18 0 0,-1-1 0 0 0,2 1 1 0 0,-1-1-1 0 0,1 0 0 0 0,0 0 0 0 0,1 0 1 0 0,0 0-1 0 0,0-1 0 0 0,1 0 0 0 0,0 1 1 0 0,0-1-1 0 0,1-1 0 0 0,-1 1 0 0 0,1-1 0 0 0,1 0 1 0 0,-1-1-1 0 0,1 1 0 0 0,0-1 0 0 0,15 8 1 0 0,14-4-1415 0 0,-12-9-2980 0 0,-3-2-843 0 0</inkml:trace>
</inkml:ink>
</file>

<file path=ppt/ink/ink6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04.072"/>
    </inkml:context>
    <inkml:brush xml:id="br0">
      <inkml:brushProperty name="width" value="0.1" units="cm"/>
      <inkml:brushProperty name="height" value="0.1" units="cm"/>
      <inkml:brushProperty name="color" value="#008C3A"/>
    </inkml:brush>
  </inkml:definitions>
  <inkml:trace contextRef="#ctx0" brushRef="#br0">43 54 6913 0 0,'-4'-7'592'0'0,"-35"-39"12979"0"0,44 67-12771 0 0,-2-7-342 0 0,16 50 95 0 0,35 81-1 0 0,8-9-4067 0 0,-50-112-3726 0 0</inkml:trace>
</inkml:ink>
</file>

<file path=ppt/ink/ink6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04.972"/>
    </inkml:context>
    <inkml:brush xml:id="br0">
      <inkml:brushProperty name="width" value="0.1" units="cm"/>
      <inkml:brushProperty name="height" value="0.1" units="cm"/>
      <inkml:brushProperty name="color" value="#008C3A"/>
    </inkml:brush>
  </inkml:definitions>
  <inkml:trace contextRef="#ctx0" brushRef="#br0">121 85 8290 0 0,'0'0'105'0'0,"1"0"0"0"0,-1-1 0 0 0,1 1 0 0 0,-1 0 0 0 0,0-1 0 0 0,1 1 0 0 0,-1 0 0 0 0,1-1 1 0 0,-1 1-1 0 0,0 0 0 0 0,1-1 0 0 0,-1 1 0 0 0,0-1 0 0 0,0 1 0 0 0,1-1 0 0 0,-1 1 0 0 0,0-1 0 0 0,0 1 0 0 0,0-1 0 0 0,1 1 1 0 0,-1-1-1 0 0,0 1 0 0 0,0-1 0 0 0,0 1 0 0 0,0-1 0 0 0,0 1 0 0 0,0-1 0 0 0,0 1 0 0 0,0-1 0 0 0,0 1 0 0 0,0-1 0 0 0,-1 1 1 0 0,1-1-1 0 0,0 1 0 0 0,0-1 0 0 0,0 1 0 0 0,-1-1 0 0 0,1 1 0 0 0,0-1 0 0 0,0 1 0 0 0,-1-1 0 0 0,1 1 0 0 0,0 0 0 0 0,-1-1 1 0 0,1 1-1 0 0,-1 0 0 0 0,1-1 0 0 0,0 1 0 0 0,-1 0 0 0 0,1-1 0 0 0,-1 1 0 0 0,1 0 0 0 0,-1 0 0 0 0,0-1 0 0 0,-1 1 99 0 0,1-1 1 0 0,-1 1-1 0 0,1 0 0 0 0,-1 0 0 0 0,1-1 0 0 0,-1 1 0 0 0,1 0 0 0 0,-1 0 0 0 0,1 0 0 0 0,0 1 0 0 0,-1-1 0 0 0,1 0 0 0 0,-1 1 0 0 0,1-1 0 0 0,-1 1 0 0 0,1-1 0 0 0,0 1 0 0 0,-1-1 0 0 0,-1 2 1 0 0,-6 7-20 0 0,0 1 1 0 0,1 0 0 0 0,0 0 0 0 0,1 0 0 0 0,0 1-1 0 0,0 0 1 0 0,1 0 0 0 0,1 1 0 0 0,0 0 0 0 0,0 0 0 0 0,-5 23-1 0 0,10-33-220 0 0,-1 0 0 0 0,1 0 0 0 0,0 0 0 0 0,0 0 0 0 0,-1 0 0 0 0,1 0 0 0 0,1 0 0 0 0,-1 0 0 0 0,0 0 0 0 0,0 0 0 0 0,1 0 0 0 0,-1 0 0 0 0,1 0 0 0 0,-1 0 0 0 0,1 0 0 0 0,0 0 0 0 0,2 3 0 0 0,-2-4-37 0 0,0 0 1 0 0,0 0-1 0 0,0-1 0 0 0,0 1 0 0 0,1 0 0 0 0,-1 0 1 0 0,0-1-1 0 0,0 1 0 0 0,1 0 0 0 0,-1-1 0 0 0,0 0 0 0 0,1 1 1 0 0,-1-1-1 0 0,1 0 0 0 0,-1 1 0 0 0,0-1 0 0 0,1 0 1 0 0,-1 0-1 0 0,3-1 0 0 0,2 1-185 0 0,1-2 1 0 0,-1 1-1 0 0,1-1 0 0 0,-1 0 1 0 0,1 0-1 0 0,-1-1 0 0 0,0 0 1 0 0,0 0-1 0 0,6-4 0 0 0,4-4-1403 0 0,0-1-1 0 0,23-22 0 0 0,-33 28 1476 0 0,-1 0 0 0 0,0 0 0 0 0,0-1 0 0 0,0 1 0 0 0,-1-1 0 0 0,0 0 0 0 0,0 0 0 0 0,0-1 0 0 0,6-10 3424 0 0,-4 26-1502 0 0,7 20-916 0 0,-7-15-340 0 0,-4-9-461 0 0,0 0 1 0 0,0 0-1 0 0,1-1 0 0 0,-1 1 1 0 0,1-1-1 0 0,0 1 0 0 0,0-1 1 0 0,0 0-1 0 0,0 0 0 0 0,0 0 1 0 0,1-1-1 0 0,-1 1 0 0 0,1-1 1 0 0,0 0-1 0 0,-1 0 0 0 0,1 0 1 0 0,0 0-1 0 0,0-1 0 0 0,1 0 1 0 0,-1 0-1 0 0,0 0 1 0 0,5 1-1 0 0,-3-2-91 0 0,1-1-1 0 0,-1 1 1 0 0,1-1 0 0 0,-1 0 0 0 0,1-1-1 0 0,-1 1 1 0 0,0-1 0 0 0,1-1 0 0 0,-1 1-1 0 0,0-1 1 0 0,-1 0 0 0 0,1 0 0 0 0,10-8 0 0 0,-8 5-350 0 0,0-1 1 0 0,0 1 0 0 0,0-2-1 0 0,-1 1 1 0 0,0-1 0 0 0,0 0-1 0 0,-1 0 1 0 0,0-1 0 0 0,8-16-1 0 0,-8 11 895 0 0,0 0-1 0 0,-1-1 0 0 0,4-20 1 0 0,-5 23 2208 0 0,-2 23 796 0 0,-2-5-3013 0 0,0 3-318 0 0,0 0-1 0 0,1 0 1 0 0,0 1 0 0 0,1-1 0 0 0,0 0-1 0 0,0 0 1 0 0,1 0 0 0 0,0-1-1 0 0,0 1 1 0 0,1-1 0 0 0,0 1-1 0 0,1-1 1 0 0,0-1 0 0 0,0 1 0 0 0,1-1-1 0 0,0 1 1 0 0,11 9 0 0 0,6-1 897 0 0,-19-15-1032 0 0,-1 2 1 0 0,1-1-1 0 0,-1 0 1 0 0,1 1-1 0 0,-1-1 1 0 0,0 1-1 0 0,5 5 1 0 0,-3 2-42 0 0,-1 0 0 0 0,0 0-1 0 0,0 0 1 0 0,-1 0 0 0 0,4 19 0 0 0,-7-26 28 0 0,2 5-30 0 0,-1 1-1 0 0,0-1 1 0 0,-1 0 0 0 0,1 0-1 0 0,-2 1 1 0 0,1-1 0 0 0,-1 0 0 0 0,0 0-1 0 0,-1 1 1 0 0,0-1 0 0 0,0 0-1 0 0,-1-1 1 0 0,0 1 0 0 0,-1 0-1 0 0,1-1 1 0 0,-1 1 0 0 0,-1-1 0 0 0,1-1-1 0 0,-1 1 1 0 0,0 0 0 0 0,-1-1-1 0 0,0 0 1 0 0,0 0 0 0 0,0-1 0 0 0,-1 0-1 0 0,1 0 1 0 0,-1 0 0 0 0,0-1-1 0 0,-1 0 1 0 0,1 0 0 0 0,-1-1 0 0 0,1 0-1 0 0,-1-1 1 0 0,0 1 0 0 0,0-1-1 0 0,-1-1 1 0 0,1 0 0 0 0,0 0-1 0 0,0 0 1 0 0,-17-2 0 0 0,22 1-71 0 0,-1 0-1 0 0,1 0 1 0 0,0-1 0 0 0,-1 1 0 0 0,1-1-1 0 0,0 0 1 0 0,0 0 0 0 0,0 0-1 0 0,-1 0 1 0 0,1 0 0 0 0,1-1 0 0 0,-1 1-1 0 0,0-1 1 0 0,0 0 0 0 0,0 0 0 0 0,1 0-1 0 0,-1 0 1 0 0,1-1 0 0 0,0 1 0 0 0,0-1-1 0 0,0 1 1 0 0,0-1 0 0 0,0 0-1 0 0,0 0 1 0 0,1 0 0 0 0,-1 0 0 0 0,1 0-1 0 0,0 0 1 0 0,0 0 0 0 0,0 0 0 0 0,0 0-1 0 0,0-1 1 0 0,1 1 0 0 0,-1-4-1 0 0,4-19-6405 0 0</inkml:trace>
</inkml:ink>
</file>

<file path=ppt/ink/ink6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05.916"/>
    </inkml:context>
    <inkml:brush xml:id="br0">
      <inkml:brushProperty name="width" value="0.1" units="cm"/>
      <inkml:brushProperty name="height" value="0.1" units="cm"/>
      <inkml:brushProperty name="color" value="#008C3A"/>
    </inkml:brush>
  </inkml:definitions>
  <inkml:trace contextRef="#ctx0" brushRef="#br0">40 1 5985 0 0,'-12'27'7280'0'0,"-1"25"-5392"0"0,7-23-1653 0 0,-3 52-1 0 0,10-59-219 0 0,1 0 1 0 0,1 0-1 0 0,0 0 1 0 0,2 0-1 0 0,1 0 1 0 0,0-1-1 0 0,2 0 0 0 0,0 0 1 0 0,2-1-1 0 0,0 0 1 0 0,1-1-1 0 0,1 0 1 0 0,19 24-1 0 0,-25-37-70 0 0,0 0 0 0 0,0-1 0 0 0,1 1-1 0 0,-1-1 1 0 0,1 0 0 0 0,0-1 0 0 0,1 1 0 0 0,-1-2-1 0 0,1 1 1 0 0,0-1 0 0 0,8 2 0 0 0,-13-3 0 0 0,-1-2 1 0 0,1 1-1 0 0,0 0 0 0 0,-1 0 0 0 0,1-1 1 0 0,0 0-1 0 0,0 1 0 0 0,0-1 1 0 0,-1 0-1 0 0,1 0 0 0 0,0-1 1 0 0,0 1-1 0 0,0-1 0 0 0,-1 1 0 0 0,1-1 1 0 0,0 0-1 0 0,-1 0 0 0 0,1 0 1 0 0,0 0-1 0 0,-1-1 0 0 0,1 1 1 0 0,-1-1-1 0 0,0 1 0 0 0,0-1 1 0 0,1 0-1 0 0,-1 0 0 0 0,0 0 0 0 0,-1 0 1 0 0,1 0-1 0 0,0 0 0 0 0,0-1 1 0 0,-1 1-1 0 0,0 0 0 0 0,1-1 1 0 0,1-5-1 0 0,-2 3 43 0 0,0-1 1 0 0,0 0 0 0 0,0 0-1 0 0,-1 1 1 0 0,0-1 0 0 0,0 0-1 0 0,0 0 1 0 0,-1 0 0 0 0,0 1-1 0 0,0-1 1 0 0,-3-9 0 0 0,-27-65 685 0 0,24 63-280 0 0,-3-4-48 0 0,6 14-130 0 0,1-1 0 0 0,-1 0 0 0 0,1 0 1 0 0,1 0-1 0 0,-3-11 0 0 0,5 17-171 0 0,0 0 1 0 0,0 0-1 0 0,0 0 0 0 0,0 0 0 0 0,0-1 1 0 0,0 1-1 0 0,0 0 0 0 0,1 0 1 0 0,-1 0-1 0 0,1 0 0 0 0,0 0 1 0 0,0 0-1 0 0,0 0 0 0 0,0 0 0 0 0,0 0 1 0 0,0 1-1 0 0,0-1 0 0 0,0 0 1 0 0,1 0-1 0 0,-1 1 0 0 0,1-1 0 0 0,-1 1 1 0 0,1 0-1 0 0,-1-1 0 0 0,5-1 1 0 0,-3 0 19 0 0,0 1 0 0 0,1 0 1 0 0,0 0-1 0 0,-1 0 0 0 0,1 0 1 0 0,0 1-1 0 0,0-1 0 0 0,0 1 0 0 0,0 0 1 0 0,0 0-1 0 0,0 1 0 0 0,0-1 1 0 0,0 1-1 0 0,0 0 0 0 0,1 0 1 0 0,-1 0-1 0 0,0 1 0 0 0,0-1 1 0 0,7 3-1 0 0,-7-1-4 0 0,0 0-1 0 0,0 0 1 0 0,-1 1 0 0 0,1-1-1 0 0,-1 1 1 0 0,0 0 0 0 0,0 0 0 0 0,0 0-1 0 0,0 0 1 0 0,-1 0 0 0 0,1 1-1 0 0,-1-1 1 0 0,0 1 0 0 0,1 0 0 0 0,-2 0-1 0 0,1-1 1 0 0,0 1 0 0 0,-1 0-1 0 0,1 6 1 0 0,3 14-79 0 0,-1-1-1 0 0,-1 1 1 0 0,-1 0 0 0 0,-1 30-1 0 0,0 2-3271 0 0,-1-41-2630 0 0</inkml:trace>
</inkml:ink>
</file>

<file path=ppt/ink/ink6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06.427"/>
    </inkml:context>
    <inkml:brush xml:id="br0">
      <inkml:brushProperty name="width" value="0.1" units="cm"/>
      <inkml:brushProperty name="height" value="0.1" units="cm"/>
      <inkml:brushProperty name="color" value="#008C3A"/>
    </inkml:brush>
  </inkml:definitions>
  <inkml:trace contextRef="#ctx0" brushRef="#br0">1 29 10138 0 0,'0'-1'101'0'0,"0"0"-1"0"0,1 1 1 0 0,-1-1-1 0 0,0 1 1 0 0,1-1-1 0 0,-1 0 1 0 0,1 1-1 0 0,-1-1 1 0 0,1 1-1 0 0,-1-1 1 0 0,1 1-1 0 0,-1 0 1 0 0,1-1-1 0 0,-1 1 1 0 0,1-1-1 0 0,0 1 1 0 0,-1 0-1 0 0,1-1 1 0 0,-1 1-1 0 0,1 0 1 0 0,0 0-1 0 0,-1 0 1 0 0,1 0-1 0 0,0-1 1 0 0,0 1-1 0 0,-1 0 1 0 0,1 0-1 0 0,0 0 1 0 0,-1 0-1 0 0,1 1 1 0 0,0-1-1 0 0,1 1 83 0 0,-1 0 1 0 0,0 0-1 0 0,0 0 0 0 0,0 0 0 0 0,0 0 0 0 0,-1 0 0 0 0,1 0 0 0 0,0 0 0 0 0,0 1 0 0 0,-1-1 0 0 0,1 0 0 0 0,-1 1 0 0 0,1-1 1 0 0,0 2-1 0 0,9 61 2967 0 0,-9-55-3021 0 0,3 26 485 0 0,-2-16-474 0 0,0-1 0 0 0,1 1 0 0 0,1-1 0 0 0,8 25 0 0 0,-10-38-147 0 0,0 0-1 0 0,0-1 0 0 0,1 1 0 0 0,0-1 0 0 0,-1 1 0 0 0,1-1 0 0 0,0 0 0 0 0,1 0 0 0 0,-1-1 0 0 0,1 1 0 0 0,0-1 0 0 0,0 0 1 0 0,0 1-1 0 0,0-2 0 0 0,0 1 0 0 0,1 0 0 0 0,0-1 0 0 0,-1 0 0 0 0,1 0 0 0 0,0-1 0 0 0,6 2 0 0 0,-8-2-18 0 0,0-1 0 0 0,0 0-1 0 0,0 1 1 0 0,0-1-1 0 0,0-1 1 0 0,0 1-1 0 0,0 0 1 0 0,0-1 0 0 0,0 0-1 0 0,0 1 1 0 0,0-1-1 0 0,0 0 1 0 0,0-1 0 0 0,-1 1-1 0 0,1 0 1 0 0,0-1-1 0 0,-1 0 1 0 0,1 1-1 0 0,-1-1 1 0 0,0 0 0 0 0,1 0-1 0 0,-1-1 1 0 0,0 1-1 0 0,0 0 1 0 0,0-1 0 0 0,-1 1-1 0 0,1-1 1 0 0,0 0-1 0 0,-1 1 1 0 0,1-4-1 0 0,6-10-187 0 0,-1-1 1 0 0,-1 1-1 0 0,7-33 0 0 0,-11 42 204 0 0,-1-1 61 0 0,0 1 0 0 0,-1 0 1 0 0,0 0-1 0 0,-1-1 0 0 0,1 1 0 0 0,-1 0 1 0 0,-1 0-1 0 0,1 0 0 0 0,-1 0 0 0 0,-1 0 0 0 0,1 0 1 0 0,-1 0-1 0 0,0 1 0 0 0,-7-11 0 0 0,8 12-12 0 0,-1 0 0 0 0,-1 0-1 0 0,1 0 1 0 0,-1 0 0 0 0,0 1 0 0 0,0-1-1 0 0,0 1 1 0 0,-1 0 0 0 0,1 0 0 0 0,-1 0-1 0 0,0 1 1 0 0,0 0 0 0 0,-1 0 0 0 0,1 0-1 0 0,0 1 1 0 0,-1-1 0 0 0,0 1 0 0 0,-8-2-1 0 0,10 4-107 0 0,1 1-1 0 0,-1-1 0 0 0,0 0 1 0 0,0 1-1 0 0,1 0 1 0 0,-1 0-1 0 0,0 0 0 0 0,1 0 1 0 0,-1 1-1 0 0,1-1 0 0 0,-1 1 1 0 0,1 0-1 0 0,-5 4 0 0 0,-12 8-5336 0 0</inkml:trace>
</inkml:ink>
</file>

<file path=ppt/ink/ink6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06.804"/>
    </inkml:context>
    <inkml:brush xml:id="br0">
      <inkml:brushProperty name="width" value="0.1" units="cm"/>
      <inkml:brushProperty name="height" value="0.1" units="cm"/>
      <inkml:brushProperty name="color" value="#008C3A"/>
    </inkml:brush>
  </inkml:definitions>
  <inkml:trace contextRef="#ctx0" brushRef="#br0">67 22 9674 0 0,'-3'-1'91'0'0,"-3"-3"304"0"0,0 1 0 0 0,0-1 0 0 0,-1 2 1 0 0,-9-4-1 0 0,15 6-308 0 0,0-1-1 0 0,1 1 1 0 0,-1 0 0 0 0,0 0-1 0 0,1 0 1 0 0,-1 0 0 0 0,0 0-1 0 0,0 0 1 0 0,1 0-1 0 0,-1 0 1 0 0,0 0 0 0 0,1 0-1 0 0,-1 0 1 0 0,0 0 0 0 0,1 1-1 0 0,-1-1 1 0 0,0 0 0 0 0,1 0-1 0 0,-1 1 1 0 0,0-1 0 0 0,1 0-1 0 0,-1 1 1 0 0,1-1-1 0 0,-1 1 1 0 0,1-1 0 0 0,-1 1-1 0 0,1-1 1 0 0,-1 1 0 0 0,1-1-1 0 0,-1 1 1 0 0,1 0 0 0 0,-1-1-1 0 0,1 1 1 0 0,0-1-1 0 0,0 1 1 0 0,-1 0 0 0 0,1-1-1 0 0,0 1 1 0 0,0 0 0 0 0,0-1-1 0 0,0 1 1 0 0,-1 0 0 0 0,1 0-1 0 0,0-1 1 0 0,0 1 0 0 0,1 0-1 0 0,-1-1 1 0 0,0 1-1 0 0,0 0 1 0 0,0 0 0 0 0,0-1-1 0 0,1 1 1 0 0,-1 0 0 0 0,0-1-1 0 0,1 2 1 0 0,25 116 3154 0 0,3 23-1880 0 0,-21-76-1014 0 0,-3-14-943 0 0,2-1 1 0 0,21 77-1 0 0,-25-116-1019 0 0</inkml:trace>
</inkml:ink>
</file>

<file path=ppt/ink/ink6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07.453"/>
    </inkml:context>
    <inkml:brush xml:id="br0">
      <inkml:brushProperty name="width" value="0.1" units="cm"/>
      <inkml:brushProperty name="height" value="0.1" units="cm"/>
      <inkml:brushProperty name="color" value="#008C3A"/>
    </inkml:brush>
  </inkml:definitions>
  <inkml:trace contextRef="#ctx0" brushRef="#br0">1 8 8754 0 0,'7'-7'5810'0'0,"-6"7"-5689"0"0,6 15 3112 0 0,4 25-1032 0 0,9 137 123 0 0,-10-75-4640 0 0,-8-74-4944 0 0</inkml:trace>
</inkml:ink>
</file>

<file path=ppt/ink/ink6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07.675"/>
    </inkml:context>
    <inkml:brush xml:id="br0">
      <inkml:brushProperty name="width" value="0.1" units="cm"/>
      <inkml:brushProperty name="height" value="0.1" units="cm"/>
      <inkml:brushProperty name="color" value="#008C3A"/>
    </inkml:brush>
  </inkml:definitions>
  <inkml:trace contextRef="#ctx0" brushRef="#br0">1 1 10594 0 0,'0'1'119'0'0,"0"0"0"0"0,0 0-1 0 0,0 0 1 0 0,0 0 0 0 0,0 0-1 0 0,0 0 1 0 0,1 0 0 0 0,-1 0 0 0 0,0-1-1 0 0,0 1 1 0 0,1 0 0 0 0,-1 0-1 0 0,1 0 1 0 0,-1 0 0 0 0,1 0-1 0 0,-1-1 1 0 0,1 1 0 0 0,0 0 0 0 0,-1 0-1 0 0,1-1 1 0 0,0 1 0 0 0,0 0-1 0 0,-1-1 1 0 0,1 1 0 0 0,0-1-1 0 0,0 1 1 0 0,0-1 0 0 0,1 1 0 0 0,28 14 1415 0 0,-21-13-1616 0 0,0-1 0 0 0,0 1 0 0 0,0-1 0 0 0,1-1 0 0 0,9 0 0 0 0,24 1-4357 0 0,-25 2 2094 0 0,-1-1-21 0 0</inkml:trace>
</inkml:ink>
</file>

<file path=ppt/ink/ink6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07.836"/>
    </inkml:context>
    <inkml:brush xml:id="br0">
      <inkml:brushProperty name="width" value="0.1" units="cm"/>
      <inkml:brushProperty name="height" value="0.1" units="cm"/>
      <inkml:brushProperty name="color" value="#008C3A"/>
    </inkml:brush>
  </inkml:definitions>
  <inkml:trace contextRef="#ctx0" brushRef="#br0">1 71 6913 0 0,'5'0'305'0'0,"-1"-1"63"0"0,2 0-296 0 0,-2-1-72 0 0,-1 1 0 0 0,-1-1 0 0 0,4 0-360 0 0,2-5-89 0 0,6-3-23 0 0,4-3 0 0 0,3-2 408 0 0,1-2 64 0 0</inkml:trace>
</inkml:ink>
</file>

<file path=ppt/ink/ink6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08.094"/>
    </inkml:context>
    <inkml:brush xml:id="br0">
      <inkml:brushProperty name="width" value="0.1" units="cm"/>
      <inkml:brushProperty name="height" value="0.1" units="cm"/>
      <inkml:brushProperty name="color" value="#008C3A"/>
    </inkml:brush>
  </inkml:definitions>
  <inkml:trace contextRef="#ctx0" brushRef="#br0">129 1 6913 0 0,'-5'1'159'0'0,"0"1"-1"0"0,1 0 0 0 0,-1 0 0 0 0,1 0 1 0 0,-1 0-1 0 0,1 1 0 0 0,0-1 0 0 0,0 1 0 0 0,0 0 1 0 0,1 1-1 0 0,-1-1 0 0 0,1 1 0 0 0,0-1 0 0 0,0 1 1 0 0,0 0-1 0 0,0 0 0 0 0,-3 6 0 0 0,-4 9 726 0 0,0 0-1 0 0,-11 32 1 0 0,17-42-617 0 0,2-1 1 0 0,-1 1-1 0 0,1-1 1 0 0,0 1-1 0 0,1 0 0 0 0,0 0 1 0 0,1 0-1 0 0,-1 0 1 0 0,2-1-1 0 0,1 18 1 0 0,0-21-152 0 0,-1 0 0 0 0,1 1 1 0 0,0-1-1 0 0,0-1 1 0 0,0 1-1 0 0,1 0 1 0 0,0-1-1 0 0,0 1 1 0 0,0-1-1 0 0,0 0 0 0 0,1 0 1 0 0,-1 0-1 0 0,1 0 1 0 0,0-1-1 0 0,0 1 1 0 0,1-1-1 0 0,-1 0 1 0 0,1 0-1 0 0,6 2 0 0 0,-6-2-70 0 0,0-1 0 0 0,1 0 0 0 0,0 0 0 0 0,-1 0 0 0 0,1-1 0 0 0,0 0 0 0 0,0 0 0 0 0,0 0 0 0 0,0-1 0 0 0,0 0 0 0 0,0 0 0 0 0,0 0 0 0 0,0-1 0 0 0,-1 0 0 0 0,1 0 0 0 0,8-3 0 0 0,-6 1-28 0 0,0-1 0 0 0,-1 1 0 0 0,0-1 0 0 0,0 0 0 0 0,0-1 0 0 0,-1 1 0 0 0,1-2 0 0 0,-1 1 0 0 0,0 0 0 0 0,-1-1 0 0 0,8-9 0 0 0,-9 9-107 0 0,1 1-1 0 0,-1-1 0 0 0,0 0 0 0 0,-1 0 0 0 0,0 0 0 0 0,0-1 1 0 0,0 1-1 0 0,0-1 0 0 0,-1 0 0 0 0,0 1 0 0 0,-1-1 1 0 0,0 0-1 0 0,0 0 0 0 0,0 0 0 0 0,-1 0 0 0 0,0 0 1 0 0,0 0-1 0 0,-1 0 0 0 0,0 0 0 0 0,0 0 0 0 0,0 0 1 0 0,-1 0-1 0 0,0 0 0 0 0,-1 0 0 0 0,1 1 0 0 0,-1 0 0 0 0,-1-1 1 0 0,1 1-1 0 0,-6-7 0 0 0,6 10-746 0 0,-1-1-1 0 0,1 1 1 0 0,-1-1-1 0 0,0 1 1 0 0,-9-5 0 0 0,-3 0-3899 0 0</inkml:trace>
</inkml:ink>
</file>

<file path=ppt/ink/ink6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09.095"/>
    </inkml:context>
    <inkml:brush xml:id="br0">
      <inkml:brushProperty name="width" value="0.1" units="cm"/>
      <inkml:brushProperty name="height" value="0.1" units="cm"/>
      <inkml:brushProperty name="color" value="#008C3A"/>
    </inkml:brush>
  </inkml:definitions>
  <inkml:trace contextRef="#ctx0" brushRef="#br0">26 37 8290 0 0,'-2'-2'308'0'0,"-1"0"-1"0"0,1-1 1 0 0,0 1 0 0 0,0 0 0 0 0,0-1-1 0 0,-11-19 8950 0 0,18 36-8938 0 0,-1 0 0 0 0,-1 1 0 0 0,0 0 0 0 0,-1-1 0 0 0,0 21-1 0 0,4 22-139 0 0,-3-36-160 0 0,1-1 0 0 0,1 0 1 0 0,1-1-1 0 0,0 1 0 0 0,12 22 1 0 0,-16-37-17 0 0,1 0 0 0 0,0 0 0 0 0,0-1 1 0 0,0 0-1 0 0,0 1 0 0 0,0-1 0 0 0,1 0 0 0 0,0-1 1 0 0,0 1-1 0 0,0-1 0 0 0,0 1 0 0 0,1-1 1 0 0,-1-1-1 0 0,1 1 0 0 0,0-1 0 0 0,0 1 1 0 0,0-1-1 0 0,0-1 0 0 0,0 1 0 0 0,0-1 0 0 0,0 0 1 0 0,1 0-1 0 0,-1 0 0 0 0,0-1 0 0 0,6 0 1 0 0,3-1-88 0 0,-1 0 1 0 0,-1-1 0 0 0,1-1 0 0 0,0 0-1 0 0,-1-1 1 0 0,1-1 0 0 0,21-10 0 0 0,78-53-2160 0 0,-79 46 1140 0 0,-10 8-5440 0 0</inkml:trace>
</inkml:ink>
</file>

<file path=ppt/ink/ink6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09.413"/>
    </inkml:context>
    <inkml:brush xml:id="br0">
      <inkml:brushProperty name="width" value="0.1" units="cm"/>
      <inkml:brushProperty name="height" value="0.1" units="cm"/>
      <inkml:brushProperty name="color" value="#008C3A"/>
    </inkml:brush>
  </inkml:definitions>
  <inkml:trace contextRef="#ctx0" brushRef="#br0">173 23 4145 0 0,'-2'-2'463'0'0,"0"0"1"0"0,0 1-1 0 0,0-1 1 0 0,0 0-1 0 0,0 1 1 0 0,0-1-1 0 0,-1 1 1 0 0,1 0-1 0 0,0 0 1 0 0,-1 0 0 0 0,1 0-1 0 0,-1 0 1 0 0,1 1-1 0 0,-1-1 1 0 0,0 1-1 0 0,1-1 1 0 0,-1 1-1 0 0,0 0 1 0 0,-5 0-1 0 0,4 1-185 0 0,0 0 0 0 0,0 0 0 0 0,0 1 0 0 0,0-1 0 0 0,0 1 0 0 0,0 0 0 0 0,1 0 0 0 0,-1 0 0 0 0,0 1 0 0 0,1-1 0 0 0,-5 6 0 0 0,1-1-141 0 0,0 0-1 0 0,0 0 1 0 0,1 1 0 0 0,0 0 0 0 0,1 1 0 0 0,0-1 0 0 0,0 1-1 0 0,1 0 1 0 0,0 0 0 0 0,-4 11 0 0 0,7-14-111 0 0,0 0 0 0 0,-1 1 0 0 0,2-1 0 0 0,-1 0 0 0 0,1 1 0 0 0,0-1 0 0 0,0 0 1 0 0,1 0-1 0 0,0 1 0 0 0,0-1 0 0 0,0 0 0 0 0,1 0 0 0 0,0 0 0 0 0,3 7 0 0 0,-3-10-28 0 0,0 1 1 0 0,0-1-1 0 0,1 0 0 0 0,-1 1 1 0 0,1-1-1 0 0,0 0 0 0 0,-1-1 1 0 0,2 1-1 0 0,-1 0 0 0 0,0-1 0 0 0,0 0 1 0 0,1 0-1 0 0,-1 0 0 0 0,1 0 1 0 0,0 0-1 0 0,-1-1 0 0 0,1 1 1 0 0,0-1-1 0 0,0 0 0 0 0,0 0 0 0 0,0-1 1 0 0,7 1-1 0 0,2-1-34 0 0,0 0 1 0 0,-1 0-1 0 0,1-2 1 0 0,0 0-1 0 0,-1 0 1 0 0,0-1-1 0 0,1 0 1 0 0,-1-1-1 0 0,-1-1 1 0 0,1 0-1 0 0,-1 0 1 0 0,1-2-1 0 0,-2 1 0 0 0,1-1 1 0 0,-1 0-1 0 0,11-11 1 0 0,-19 16 35 0 0,0 0 0 0 0,0 0 0 0 0,0 0 0 0 0,-1-1 0 0 0,1 1 0 0 0,-1-1 0 0 0,0 1 1 0 0,0-1-1 0 0,0 1 0 0 0,0-1 0 0 0,0 0 0 0 0,0 1 0 0 0,-1-1 0 0 0,1 0 0 0 0,-1 0 0 0 0,0 1 0 0 0,0-1 0 0 0,0 0 1 0 0,0-4-1 0 0,-1 2 49 0 0,-1 1 0 0 0,1-1 0 0 0,-1 0 0 0 0,0 1 1 0 0,0 0-1 0 0,0-1 0 0 0,-1 1 0 0 0,1 0 0 0 0,-1 0 0 0 0,-5-5 1 0 0,-3-2 35 0 0,0 0 1 0 0,-1 1-1 0 0,0 1 1 0 0,-1 0-1 0 0,0 0 1 0 0,-16-7-1 0 0,-14-1-2057 0 0,23 12-4247 0 0</inkml:trace>
</inkml:ink>
</file>

<file path=ppt/ink/ink6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09.891"/>
    </inkml:context>
    <inkml:brush xml:id="br0">
      <inkml:brushProperty name="width" value="0.1" units="cm"/>
      <inkml:brushProperty name="height" value="0.1" units="cm"/>
      <inkml:brushProperty name="color" value="#008C3A"/>
    </inkml:brush>
  </inkml:definitions>
  <inkml:trace contextRef="#ctx0" brushRef="#br0">0 13 10594 0 0,'5'-13'6944'0'0,"4"35"-6759"0"0,-1-1 0 0 0,-1 1 0 0 0,5 30-1 0 0,-7-27 93 0 0,1-1-1 0 0,1 0 1 0 0,16 35-1 0 0,-20-52-243 0 0,1 0 1 0 0,0-1-1 0 0,0 0 0 0 0,0 0 0 0 0,1 0 1 0 0,0-1-1 0 0,0 1 0 0 0,0-1 0 0 0,1 0 1 0 0,-1 0-1 0 0,1-1 0 0 0,1 0 0 0 0,-1 0 1 0 0,0-1-1 0 0,1 1 0 0 0,10 2 0 0 0,-13-4 0 0 0,0-1-1 0 0,0 1 1 0 0,1-1-1 0 0,-1 0 1 0 0,0-1 0 0 0,1 1-1 0 0,-1-1 1 0 0,1 0-1 0 0,-1 0 1 0 0,0 0-1 0 0,1-1 1 0 0,-1 1-1 0 0,9-4 1 0 0,-11 3-11 0 0,0 0 0 0 0,1 0 0 0 0,-1-1 1 0 0,0 1-1 0 0,0-1 0 0 0,0 1 0 0 0,0-1 0 0 0,0 0 0 0 0,0 0 1 0 0,-1 0-1 0 0,1 0 0 0 0,0 0 0 0 0,-1-1 0 0 0,0 1 0 0 0,0 0 0 0 0,1-1 1 0 0,-1 1-1 0 0,-1-1 0 0 0,1 1 0 0 0,0-1 0 0 0,-1 1 0 0 0,1-1 1 0 0,-1 1-1 0 0,0-6 0 0 0,2-7-47 0 0,-2 0 1 0 0,0-1-1 0 0,0 1 1 0 0,-2 0 0 0 0,0 0-1 0 0,-1 0 1 0 0,0 0-1 0 0,-10-26 1 0 0</inkml:trace>
</inkml:ink>
</file>

<file path=ppt/ink/ink6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10.192"/>
    </inkml:context>
    <inkml:brush xml:id="br0">
      <inkml:brushProperty name="width" value="0.1" units="cm"/>
      <inkml:brushProperty name="height" value="0.1" units="cm"/>
      <inkml:brushProperty name="color" value="#008C3A"/>
    </inkml:brush>
  </inkml:definitions>
  <inkml:trace contextRef="#ctx0" brushRef="#br0">14 16 5065 0 0,'-7'-12'209'0'0,"9"9"-969"0"0,0 5 25 0 0,-9 5 1021 0 0,4-5-286 0 0</inkml:trace>
</inkml:ink>
</file>

<file path=ppt/ink/ink6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10.527"/>
    </inkml:context>
    <inkml:brush xml:id="br0">
      <inkml:brushProperty name="width" value="0.1" units="cm"/>
      <inkml:brushProperty name="height" value="0.1" units="cm"/>
      <inkml:brushProperty name="color" value="#008C3A"/>
    </inkml:brush>
  </inkml:definitions>
  <inkml:trace contextRef="#ctx0" brushRef="#br0">17 211 6913 0 0,'-16'-19'8478'0'0,"20"32"-5484"0"0,-3-8-3094 0 0,3 7 434 0 0,1-1-1 0 0,0 1 0 0 0,0-1 1 0 0,1-1-1 0 0,0 1 1 0 0,1-1-1 0 0,0 0 1 0 0,1 0-1 0 0,17 17 0 0 0,-20-23-279 0 0,0 0 0 0 0,0 0 0 0 0,1-1-1 0 0,-1 1 1 0 0,1-1 0 0 0,0 0-1 0 0,0-1 1 0 0,0 1 0 0 0,0-1 0 0 0,0-1-1 0 0,1 1 1 0 0,-1-1 0 0 0,0 0-1 0 0,1 0 1 0 0,-1-1 0 0 0,1 0 0 0 0,-1 0-1 0 0,1 0 1 0 0,-1-1 0 0 0,12-3 0 0 0,-14 3-31 0 0,0 0 0 0 0,0 0 1 0 0,0-1-1 0 0,-1 0 1 0 0,1 0-1 0 0,0 0 1 0 0,-1 0-1 0 0,1 0 0 0 0,-1-1 1 0 0,0 0-1 0 0,0 1 1 0 0,0-1-1 0 0,0 0 1 0 0,0-1-1 0 0,-1 1 1 0 0,0 0-1 0 0,1-1 0 0 0,-1 1 1 0 0,0-1-1 0 0,-1 0 1 0 0,1 0-1 0 0,-1 0 1 0 0,1 0-1 0 0,-1 0 0 0 0,1-6 1 0 0,0-10-24 0 0,1-1-1 0 0,-2 1 1 0 0,-1-1 0 0 0,-2-21 0 0 0,0-2-178 0 0,4-27-764 0 0,3 24-2538 0 0</inkml:trace>
</inkml:ink>
</file>

<file path=ppt/ink/ink6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12.127"/>
    </inkml:context>
    <inkml:brush xml:id="br0">
      <inkml:brushProperty name="width" value="0.1" units="cm"/>
      <inkml:brushProperty name="height" value="0.1" units="cm"/>
      <inkml:brushProperty name="color" value="#008C3A"/>
    </inkml:brush>
  </inkml:definitions>
  <inkml:trace contextRef="#ctx0" brushRef="#br0">130 15 7370 0 0,'-25'-5'1245'0'0,"-24"-4"1363"0"0,45 9-2475 0 0,1-1-1 0 0,0 1 0 0 0,0 0 0 0 0,-1 1 0 0 0,1-1 0 0 0,0 0 0 0 0,0 1 0 0 0,-1 0 0 0 0,1 0 0 0 0,0 0 0 0 0,0 0 0 0 0,-3 2 0 0 0,5-2-3 0 0,0 0 0 0 0,0 0-1 0 0,0 0 1 0 0,0 0 0 0 0,1 0-1 0 0,-1 0 1 0 0,0 1 0 0 0,1-1 0 0 0,-1 0-1 0 0,1 1 1 0 0,-1-1 0 0 0,1 0-1 0 0,0 1 1 0 0,-1-1 0 0 0,1 0 0 0 0,0 1-1 0 0,0-1 1 0 0,0 1 0 0 0,0-1-1 0 0,0 0 1 0 0,0 1 0 0 0,1-1 0 0 0,-1 3-1 0 0,11 37 631 0 0,-9-33-570 0 0,-1-3-290 0 0,1 0 1 0 0,0 0-1 0 0,0 0 1 0 0,1 0-1 0 0,-1 0 0 0 0,1 0 1 0 0,0-1-1 0 0,0 1 1 0 0,1-1-1 0 0,-1 0 1 0 0,9 7-1 0 0,-11-9-60 0 0,1-1 0 0 0,0 0 0 0 0,0 0 1 0 0,0 0-1 0 0,0 0 0 0 0,0 0 0 0 0,0 0 0 0 0,0-1 0 0 0,0 1 1 0 0,0-1-1 0 0,0 1 0 0 0,0-1 0 0 0,0 0 0 0 0,1 0 0 0 0,-1 0 1 0 0,0 0-1 0 0,0 0 0 0 0,0 0 0 0 0,0-1 0 0 0,0 1 0 0 0,1-1 0 0 0,-1 1 1 0 0,0-1-1 0 0,0 0 0 0 0,0 0 0 0 0,0 0 0 0 0,-1 0 0 0 0,1 0 1 0 0,0 0-1 0 0,0-1 0 0 0,-1 1 0 0 0,4-3 0 0 0,26-32-2159 0 0,-20 22-701 0 0</inkml:trace>
</inkml:ink>
</file>

<file path=ppt/ink/ink6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12.286"/>
    </inkml:context>
    <inkml:brush xml:id="br0">
      <inkml:brushProperty name="width" value="0.1" units="cm"/>
      <inkml:brushProperty name="height" value="0.1" units="cm"/>
      <inkml:brushProperty name="color" value="#008C3A"/>
    </inkml:brush>
  </inkml:definitions>
  <inkml:trace contextRef="#ctx0" brushRef="#br0">69 173 2761 0 0,'1'-15'508'0'0,"0"1"0"0"0,-1-1 1 0 0,-2-26-1 0 0,1 34 64 0 0,0 0-1 0 0,-1 1 0 0 0,0-1 1 0 0,0 0-1 0 0,0 1 0 0 0,-1-1 1 0 0,0 1-1 0 0,0-1 0 0 0,-8-10 1 0 0,10 16-436 0 0,1 1 1 0 0,0-1-1 0 0,-1 0 1 0 0,1 1-1 0 0,-1-1 1 0 0,1 0-1 0 0,-1 1 1 0 0,1-1-1 0 0,-1 1 0 0 0,1-1 1 0 0,-1 1-1 0 0,1 0 1 0 0,-1-1-1 0 0,0 1 1 0 0,1-1-1 0 0,-1 1 1 0 0,0 0-1 0 0,1 0 1 0 0,-1-1-1 0 0,0 1 1 0 0,0 0-1 0 0,1 0 1 0 0,-1 0-1 0 0,0 0 1 0 0,0 0-1 0 0,1 0 1 0 0,-1 0-1 0 0,-1 0 1 0 0,1 1 3 0 0,0-1 1 0 0,0 1-1 0 0,0 0 1 0 0,0 0-1 0 0,0 0 0 0 0,1 0 1 0 0,-1-1-1 0 0,0 1 1 0 0,1 0-1 0 0,-1 0 1 0 0,0 1-1 0 0,1-1 1 0 0,-1 0-1 0 0,1 0 0 0 0,-1 2 1 0 0,-1 3 142 0 0,1 0 0 0 0,-1 1 0 0 0,1-1 0 0 0,0 0 0 0 0,1 11 0 0 0,1-6-37 0 0,1-1 0 0 0,0 1 1 0 0,1-1-1 0 0,0 1 1 0 0,1-1-1 0 0,8 16 1 0 0,38 57 536 0 0,-4-5-3718 0 0,-36-57-3623 0 0</inkml:trace>
</inkml:ink>
</file>

<file path=ppt/ink/ink6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12.861"/>
    </inkml:context>
    <inkml:brush xml:id="br0">
      <inkml:brushProperty name="width" value="0.1" units="cm"/>
      <inkml:brushProperty name="height" value="0.1" units="cm"/>
      <inkml:brushProperty name="color" value="#008C3A"/>
    </inkml:brush>
  </inkml:definitions>
  <inkml:trace contextRef="#ctx0" brushRef="#br0">0 422 6449 0 0,'2'0'139'0'0,"0"0"0"0"0,-1 1 0 0 0,1-1 0 0 0,0 0 0 0 0,0 0 0 0 0,0 0 0 0 0,0 0 0 0 0,0 0 0 0 0,-1-1 0 0 0,1 1 0 0 0,0 0 0 0 0,0-1 0 0 0,-1 1 0 0 0,1-1 0 0 0,0 0 0 0 0,0 0 0 0 0,-1 1 0 0 0,4-3 0 0 0,32-23 2299 0 0,-29 19-1751 0 0,0 1-324 0 0,-1 0 0 0 0,-1-1 0 0 0,1 1 0 0 0,-1-1-1 0 0,0-1 1 0 0,0 1 0 0 0,-1-1 0 0 0,0 0 0 0 0,-1-1 0 0 0,4-9 0 0 0,-5 13-221 0 0,-1-1-1 0 0,0 0 0 0 0,0 0 1 0 0,-1 0-1 0 0,0 0 1 0 0,0 0-1 0 0,0 0 0 0 0,-1 0 1 0 0,0 0-1 0 0,0 0 0 0 0,0-1 1 0 0,-1 1-1 0 0,0 0 1 0 0,0 0-1 0 0,-1 0 0 0 0,-3-9 1 0 0,5 14-122 0 0,0 0 1 0 0,0 1-1 0 0,-1-1 1 0 0,1 0 0 0 0,0 0-1 0 0,-1 0 1 0 0,1 1 0 0 0,-1-1-1 0 0,1 0 1 0 0,-1 0-1 0 0,0 1 1 0 0,1-1 0 0 0,-1 0-1 0 0,0 1 1 0 0,1-1-1 0 0,-1 1 1 0 0,0-1 0 0 0,1 1-1 0 0,-1-1 1 0 0,0 1-1 0 0,0-1 1 0 0,0 1 0 0 0,0 0-1 0 0,0 0 1 0 0,1-1-1 0 0,-1 1 1 0 0,0 0 0 0 0,-1 0-1 0 0,0 0 23 0 0,0 1 0 0 0,1-1 0 0 0,-1 1 0 0 0,1 0 0 0 0,0 0 0 0 0,-1-1-1 0 0,1 1 1 0 0,0 0 0 0 0,-1 0 0 0 0,1 0 0 0 0,0 0 0 0 0,0 1 0 0 0,0-1 0 0 0,-2 2-1 0 0,-1 3 62 0 0,0 0 0 0 0,0 1 0 0 0,0-1-1 0 0,1 1 1 0 0,-5 13 0 0 0,7-17-125 0 0,0 1 0 0 0,1-1 1 0 0,-1 1-1 0 0,1-1 0 0 0,0 1 0 0 0,-1 0 1 0 0,2-1-1 0 0,-1 1 0 0 0,0-1 1 0 0,1 1-1 0 0,-1-1 0 0 0,1 1 1 0 0,0-1-1 0 0,1 1 0 0 0,-1-1 0 0 0,0 1 1 0 0,1-1-1 0 0,0 0 0 0 0,0 0 1 0 0,0 0-1 0 0,0 0 0 0 0,0 0 1 0 0,0-1-1 0 0,1 1 0 0 0,-1 0 0 0 0,1-1 1 0 0,0 0-1 0 0,0 0 0 0 0,0 0 1 0 0,4 2-1 0 0,-1-1-466 0 0,1 0 0 0 0,-1 0 0 0 0,1-1 1 0 0,-1 0-1 0 0,1 0 0 0 0,0-1 0 0 0,0 0 0 0 0,0 0 0 0 0,0 0 1 0 0,0-1-1 0 0,0 0 0 0 0,0-1 0 0 0,0 1 0 0 0,12-4 0 0 0,-7 0-478 0 0,0 0 0 0 0,0 0-1 0 0,0-2 1 0 0,-1 1-1 0 0,0-2 1 0 0,14-9 0 0 0,-14 8 734 0 0,0-1 0 0 0,-1 0 0 0 0,0-1 1 0 0,0 0-1 0 0,-1 0 0 0 0,8-13 0 0 0,-13 18 364 0 0,0-2-1 0 0,0 1 1 0 0,0 0-1 0 0,-1-1 0 0 0,1 1 1 0 0,-2-1-1 0 0,1 0 1 0 0,-1 0-1 0 0,0 0 0 0 0,-1-1 1 0 0,1 1-1 0 0,-1 0 0 0 0,-1 0 1 0 0,1-1-1 0 0,-1 1 1 0 0,-1-1-1 0 0,1 1 0 0 0,-1 0 1 0 0,-1-1-1 0 0,1 1 1 0 0,-1 0-1 0 0,-1 0 0 0 0,1 0 1 0 0,-1 0-1 0 0,0 1 1 0 0,-8-13-1 0 0,10 18 186 0 0,1-1 0 0 0,-1 1 1 0 0,0 0-1 0 0,0 0 0 0 0,0-1 0 0 0,0 1 0 0 0,0 0 0 0 0,0 0 1 0 0,0 0-1 0 0,0 0 0 0 0,0 0 0 0 0,0 1 0 0 0,-1-1 0 0 0,1 0 1 0 0,0 0-1 0 0,-1 1 0 0 0,1-1 0 0 0,0 1 0 0 0,-1-1 0 0 0,1 1 1 0 0,-1 0-1 0 0,1-1 0 0 0,-2 1 0 0 0,2 0-77 0 0,0 1 0 0 0,0-1 0 0 0,1 0 0 0 0,-1 1 0 0 0,0-1 0 0 0,1 0 1 0 0,-1 1-1 0 0,0-1 0 0 0,1 1 0 0 0,-1-1 0 0 0,1 1 0 0 0,-1-1 0 0 0,0 1 0 0 0,1 0 0 0 0,0-1 0 0 0,-1 1 0 0 0,1 0 0 0 0,-1-1 0 0 0,1 1 0 0 0,-1 1 0 0 0,-3 16 146 0 0,1 13-3 0 0,2 0 0 0 0,3 41-1 0 0,0-56-413 0 0,0 1 0 0 0,1-1-1 0 0,0 1 1 0 0,2-1 0 0 0,0 0 0 0 0,7 15-1 0 0,-10-27-61 0 0,0 1-1 0 0,1-1 0 0 0,0 1 0 0 0,-1-1 0 0 0,1 0 1 0 0,1 0-1 0 0,-1-1 0 0 0,1 1 0 0 0,-1-1 0 0 0,1 1 1 0 0,0-1-1 0 0,0 0 0 0 0,0-1 0 0 0,1 1 0 0 0,-1-1 1 0 0,1 0-1 0 0,5 2 0 0 0,-6-3-167 0 0,-1 0-1 0 0,0-1 1 0 0,0 1 0 0 0,1-1-1 0 0,-1 0 1 0 0,0 0 0 0 0,0 0-1 0 0,1 0 1 0 0,-1-1 0 0 0,0 1 0 0 0,5-2-1 0 0,-4 0-337 0 0,-1 1-1 0 0,1-1 1 0 0,0 0-1 0 0,-1 0 1 0 0,0 0-1 0 0,1 0 1 0 0,-1-1 0 0 0,0 0-1 0 0,0 1 1 0 0,4-6-1 0 0,2-3-3890 0 0</inkml:trace>
</inkml:ink>
</file>

<file path=ppt/ink/ink6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13.844"/>
    </inkml:context>
    <inkml:brush xml:id="br0">
      <inkml:brushProperty name="width" value="0.1" units="cm"/>
      <inkml:brushProperty name="height" value="0.1" units="cm"/>
      <inkml:brushProperty name="color" value="#008C3A"/>
    </inkml:brush>
  </inkml:definitions>
  <inkml:trace contextRef="#ctx0" brushRef="#br0">95 31 5529 0 0,'0'-1'241'0'0,"1"0"0"0"0,-1 0 0 0 0,0 0 0 0 0,0-1 0 0 0,0 1 0 0 0,0 0 0 0 0,0 0 0 0 0,-1 0 0 0 0,1 0-1 0 0,0 0 1 0 0,0 0 0 0 0,-1 0 0 0 0,1 0 0 0 0,0 0 0 0 0,-1 0 0 0 0,1 0 0 0 0,-1 0 0 0 0,0 0 0 0 0,1 0 0 0 0,-1 0 0 0 0,0 1 0 0 0,1-1-1 0 0,-1 0 1 0 0,0 0 0 0 0,0 1 0 0 0,0-1 0 0 0,1 0 0 0 0,-1 1 0 0 0,0-1 0 0 0,0 1 0 0 0,0-1 0 0 0,0 1 0 0 0,0 0 0 0 0,0-1 0 0 0,0 1 0 0 0,0 0-1 0 0,-2 0 1 0 0,1 0 0 0 0,0 0 0 0 0,0 0 0 0 0,0 1-1 0 0,0-1 1 0 0,0 1 0 0 0,0 0 0 0 0,0 0-1 0 0,0-1 1 0 0,0 1 0 0 0,0 0 0 0 0,1 1-1 0 0,-1-1 1 0 0,0 0 0 0 0,1 0 0 0 0,-1 1 0 0 0,0-1-1 0 0,1 1 1 0 0,-2 2 0 0 0,-2 3-112 0 0,0 0 0 0 0,1 0 0 0 0,0 1 0 0 0,1-1 0 0 0,0 1-1 0 0,0-1 1 0 0,-3 14 0 0 0,5-19-194 0 0,1 1 0 0 0,-1-1 0 0 0,1 1 0 0 0,-1-1 0 0 0,1 1 0 0 0,0-1-1 0 0,0 1 1 0 0,0-1 0 0 0,0 1 0 0 0,1-1 0 0 0,-1 1 0 0 0,1-1 0 0 0,-1 1-1 0 0,1-1 1 0 0,0 0 0 0 0,0 1 0 0 0,0-1 0 0 0,0 0 0 0 0,1 0 0 0 0,-1 1-1 0 0,0-1 1 0 0,1 0 0 0 0,0 0 0 0 0,-1-1 0 0 0,1 1 0 0 0,0 0 0 0 0,0-1-1 0 0,3 3 1 0 0,-3-3-101 0 0,0 0-1 0 0,0-1 1 0 0,-1 1-1 0 0,1-1 0 0 0,0 0 1 0 0,0 1-1 0 0,0-1 1 0 0,-1 0-1 0 0,1 0 1 0 0,0 0-1 0 0,0 0 1 0 0,0-1-1 0 0,0 1 1 0 0,-1 0-1 0 0,1-1 0 0 0,0 0 1 0 0,0 1-1 0 0,-1-1 1 0 0,1 0-1 0 0,0 0 1 0 0,2-1-1 0 0,35-29-2267 0 0,-27 21 1597 0 0,-10 8 691 0 0,10-7-272 0 0,0 0 0 0 0,-1-1 1 0 0,0 0-1 0 0,-1-1 0 0 0,0-1 0 0 0,15-21 6335 0 0,-32 54-2212 0 0,5-7-4007 0 0,1-7 350 0 0,1 1 0 0 0,1-1-1 0 0,0 0 1 0 0,0 0 0 0 0,0 0 0 0 0,0 0-1 0 0,1 0 1 0 0,1 0 0 0 0,-1 0-1 0 0,1-1 1 0 0,3 7 0 0 0,-5-10-73 0 0,1-1 0 0 0,-1 0 0 0 0,1 0 0 0 0,-1 0 1 0 0,1 0-1 0 0,-1-1 0 0 0,1 1 0 0 0,0 0 0 0 0,0-1 0 0 0,0 1 0 0 0,0-1 0 0 0,0 0 1 0 0,0 1-1 0 0,0-1 0 0 0,1 0 0 0 0,-1 0 0 0 0,0 0 0 0 0,1-1 0 0 0,-1 1 0 0 0,0-1 1 0 0,1 1-1 0 0,-1-1 0 0 0,1 0 0 0 0,-1 0 0 0 0,1 0 0 0 0,-1 0 0 0 0,1 0 0 0 0,-1-1 1 0 0,1 1-1 0 0,-1-1 0 0 0,0 1 0 0 0,1-1 0 0 0,-1 0 0 0 0,0 0 0 0 0,3-1 0 0 0,-2 0-86 0 0,-1 0 0 0 0,1 0-1 0 0,0 0 1 0 0,-1-1-1 0 0,0 1 1 0 0,1-1-1 0 0,-1 1 1 0 0,0-1-1 0 0,-1 0 1 0 0,1 0 0 0 0,0 1-1 0 0,-1-1 1 0 0,1 0-1 0 0,-1-1 1 0 0,0 1-1 0 0,0 0 1 0 0,0 0-1 0 0,-1 0 1 0 0,1-6 0 0 0,0 4-2 0 0,1 0 1 0 0,-1 0-1 0 0,1-1 1 0 0,0 1 0 0 0,4-8-1 0 0,-5 13 106 0 0,-1 0 0 0 0,0 0-1 0 0,1 0 1 0 0,-1 0 0 0 0,0 0-1 0 0,1-1 1 0 0,-1 1 0 0 0,1 0-1 0 0,-1 0 1 0 0,0 0 0 0 0,1 0-1 0 0,-1 0 1 0 0,0 0 0 0 0,1 0-1 0 0,-1 1 1 0 0,0-1 0 0 0,1 0-1 0 0,-1 0 1 0 0,0 0 0 0 0,1 0-1 0 0,-1 0 1 0 0,0 0 0 0 0,1 1-1 0 0,-1-1 1 0 0,0 0 0 0 0,1 0-1 0 0,-1 1 1 0 0,0-1 0 0 0,0 0-1 0 0,1 0 1 0 0,-1 1 0 0 0,0-1-1 0 0,0 0 1 0 0,0 0 0 0 0,1 1-1 0 0,-1-1 1 0 0,0 0-1 0 0,0 1 1 0 0,0 0 0 0 0,13 17 230 0 0,-10-13-102 0 0,-2-4-105 0 0,0 1 0 0 0,0 0-1 0 0,0 0 1 0 0,0-1 0 0 0,0 1 0 0 0,1-1 0 0 0,-1 1 0 0 0,1-1 0 0 0,0 1 0 0 0,-1-1 0 0 0,1 0-1 0 0,0 0 1 0 0,-1 0 0 0 0,1 0 0 0 0,0 0 0 0 0,0 0 0 0 0,0 0 0 0 0,0-1 0 0 0,0 1-1 0 0,0-1 1 0 0,0 1 0 0 0,0-1 0 0 0,0 0 0 0 0,0 0 0 0 0,1 0 0 0 0,-1 0 0 0 0,0 0-1 0 0,0 0 1 0 0,0-1 0 0 0,0 1 0 0 0,0-1 0 0 0,0 1 0 0 0,0-1 0 0 0,0 0 0 0 0,0 0-1 0 0,-1 0 1 0 0,1 0 0 0 0,0 0 0 0 0,0 0 0 0 0,-1 0 0 0 0,1-1 0 0 0,0 1 0 0 0,-1-1-1 0 0,2-1 1 0 0,3-4 159 0 0,-1 0-1 0 0,1 0 1 0 0,-1-1-1 0 0,-1 1 1 0 0,1-1-1 0 0,-1 0 0 0 0,-1-1 1 0 0,6-15-1 0 0,-6 15 1651 0 0,0 8-633 0 0,0 20-159 0 0,-1 34-545 0 0,-2-52-399 0 0,0 51 396 0 0,1 25-1603 0 0,-12 94 0 0 0,8-157-252 0 0</inkml:trace>
</inkml:ink>
</file>

<file path=ppt/ink/ink6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14.829"/>
    </inkml:context>
    <inkml:brush xml:id="br0">
      <inkml:brushProperty name="width" value="0.1" units="cm"/>
      <inkml:brushProperty name="height" value="0.1" units="cm"/>
      <inkml:brushProperty name="color" value="#008C3A"/>
    </inkml:brush>
  </inkml:definitions>
  <inkml:trace contextRef="#ctx0" brushRef="#br0">140 32 5985 0 0,'1'0'171'0'0,"0"0"0"0"0,0-1-1 0 0,0 1 1 0 0,0-1 0 0 0,0 1-1 0 0,0-1 1 0 0,0 1 0 0 0,-1-1-1 0 0,1 1 1 0 0,0-1 0 0 0,0 0-1 0 0,-1 1 1 0 0,1-1 0 0 0,0 0-1 0 0,-1 0 1 0 0,1 0 0 0 0,-1 1 0 0 0,1-1-1 0 0,-1 0 1 0 0,1 0 0 0 0,-1 0-1 0 0,1-2 1 0 0,-1 3-105 0 0,0 0 0 0 0,0-1 0 0 0,0 1 0 0 0,0-1 0 0 0,0 1 1 0 0,1-1-1 0 0,-1 1 0 0 0,0-1 0 0 0,0 1 0 0 0,0-1 0 0 0,0 1 0 0 0,-1 0 0 0 0,1-1 0 0 0,0 1 0 0 0,0-1 0 0 0,0 1 1 0 0,0-1-1 0 0,0 1 0 0 0,0 0 0 0 0,-1-1 0 0 0,1 1 0 0 0,0-1 0 0 0,0 1 0 0 0,-1 0 0 0 0,1-1 0 0 0,0 1 0 0 0,-1 0 1 0 0,1-1-1 0 0,0 1 0 0 0,-1 0 0 0 0,1 0 0 0 0,0-1 0 0 0,-1 1 0 0 0,1 0 0 0 0,-1 0 0 0 0,1-1 0 0 0,0 1 1 0 0,-1 0-1 0 0,1 0 0 0 0,-1 0 0 0 0,1 0 0 0 0,-1 0 0 0 0,1 0 0 0 0,-1 0 0 0 0,1 0 0 0 0,0 0 0 0 0,-1 0 0 0 0,1 0 1 0 0,-1 0-1 0 0,1 0 0 0 0,-1 0 0 0 0,1 0 0 0 0,-1 0 0 0 0,1 1 0 0 0,-1-1 0 0 0,-3 1 190 0 0,0 1 0 0 0,0-1 0 0 0,0 1-1 0 0,1 0 1 0 0,-1 0 0 0 0,1 0 0 0 0,-1 1-1 0 0,1-1 1 0 0,0 1 0 0 0,0-1 0 0 0,0 1-1 0 0,0 0 1 0 0,1 1 0 0 0,-1-1 0 0 0,-3 7-1 0 0,-3 3 24 0 0,2 1-1 0 0,-12 26 1 0 0,8-12-90 0 0,2 1 0 0 0,0 0-1 0 0,2 0 1 0 0,-4 33 0 0 0,10-49-204 0 0,-1 0-1 0 0,2 0 1 0 0,0 0 0 0 0,0 1-1 0 0,1-1 1 0 0,1 0 0 0 0,0 0-1 0 0,1 0 1 0 0,0 0 0 0 0,1 0-1 0 0,10 21 1 0 0,-11-29-98 0 0,0-1 0 0 0,0 1 0 0 0,0-1 0 0 0,1 1 0 0 0,0-1 0 0 0,-1 0 0 0 0,2 0 0 0 0,-1-1 0 0 0,0 1 0 0 0,1-1 0 0 0,-1 0 0 0 0,1 0 0 0 0,0-1 0 0 0,0 0 0 0 0,0 1 0 0 0,1-1 0 0 0,-1-1 0 0 0,0 1 0 0 0,1-1 0 0 0,-1 0 0 0 0,1 0 0 0 0,-1-1 0 0 0,1 0 0 0 0,-1 0 0 0 0,1 0 0 0 0,-1 0 0 0 0,1-1 0 0 0,-1 0 0 0 0,1 0 0 0 0,-1-1 0 0 0,1 1 0 0 0,6-4 0 0 0,-7 3 57 0 0,1 0 0 0 0,-1-1 0 0 0,1 1 0 0 0,-1-1 0 0 0,0 0 0 0 0,0-1 0 0 0,0 1 0 0 0,0-1 0 0 0,-1 0 0 0 0,0-1 0 0 0,1 1 0 0 0,-2 0 0 0 0,1-1 0 0 0,0 0 0 0 0,-1 0 0 0 0,0 0 0 0 0,0-1 0 0 0,0 1 0 0 0,-1-1 0 0 0,0 1 0 0 0,0-1 0 0 0,0 0 0 0 0,-1 0 0 0 0,0 0 0 0 0,0 1 0 0 0,0-1 0 0 0,-1-1 0 0 0,0 1 0 0 0,-1-10 0 0 0,-1 9 61 0 0,0 0 1 0 0,-1 0-1 0 0,0-1 1 0 0,0 2-1 0 0,-7-13 1 0 0,6 15 70 0 0,2-1 0 0 0,-1 0 0 0 0,0 1 0 0 0,1-1 0 0 0,0 0 0 0 0,0 0 0 0 0,1-1 0 0 0,-1 1 0 0 0,1 0 0 0 0,0 0 0 0 0,0-10 1 0 0,2 13-17 0 0,-1 0 1 0 0,1 0-1 0 0,1 0 1 0 0,-1 0-1 0 0,0 0 1 0 0,0 0 0 0 0,1 0-1 0 0,-1 1 1 0 0,1-1-1 0 0,-1 0 1 0 0,1 1 0 0 0,0-1-1 0 0,0 1 1 0 0,0 0-1 0 0,0-1 1 0 0,0 1-1 0 0,0 0 1 0 0,0 0 0 0 0,0 0-1 0 0,3 0 1 0 0,3-3 187 0 0,1 2-1 0 0,-1-1 1 0 0,18-2 0 0 0,-23 4-148 0 0,0 1 1 0 0,0 0-1 0 0,0 0 0 0 0,0 0 1 0 0,0 0-1 0 0,0 1 1 0 0,0-1-1 0 0,0 1 1 0 0,0 0-1 0 0,0 0 0 0 0,0 0 1 0 0,0 0-1 0 0,0 0 1 0 0,-1 1-1 0 0,1-1 1 0 0,0 1-1 0 0,-1 0 0 0 0,0 0 1 0 0,1 0-1 0 0,-1 0 1 0 0,0 0-1 0 0,0 0 1 0 0,0 0-1 0 0,0 1 0 0 0,0-1 1 0 0,0 1-1 0 0,-1 0 1 0 0,0-1-1 0 0,1 1 1 0 0,-1 0-1 0 0,0 0 0 0 0,0 0 1 0 0,0 0-1 0 0,0 5 1 0 0,3 11 46 0 0,-1 0 1 0 0,-1 1-1 0 0,-1-1 0 0 0,-2 27 1 0 0,1-23-159 0 0,-1 8-115 0 0,0 18 320 0 0,7-17-3114 0 0</inkml:trace>
</inkml:ink>
</file>

<file path=ppt/ink/ink6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15.352"/>
    </inkml:context>
    <inkml:brush xml:id="br0">
      <inkml:brushProperty name="width" value="0.1" units="cm"/>
      <inkml:brushProperty name="height" value="0.1" units="cm"/>
      <inkml:brushProperty name="color" value="#008C3A"/>
    </inkml:brush>
  </inkml:definitions>
  <inkml:trace contextRef="#ctx0" brushRef="#br0">1 5 5529 0 0,'0'-1'242'0'0,"1"1"0"0"0,0-1 1 0 0,0 1-1 0 0,0-1 0 0 0,0 1 0 0 0,-1-1 0 0 0,1 1 0 0 0,0 0 0 0 0,0 0 0 0 0,0-1 0 0 0,0 1 0 0 0,0 0 1 0 0,0 0-1 0 0,0 0 0 0 0,0 0 0 0 0,0 0 0 0 0,0 0 0 0 0,0 0 0 0 0,0 1 0 0 0,0-1 0 0 0,0 0 1 0 0,0 0-1 0 0,-1 1 0 0 0,1-1 0 0 0,0 1 0 0 0,0-1 0 0 0,0 1 0 0 0,0-1 0 0 0,-1 1 0 0 0,1-1 0 0 0,0 1 1 0 0,0 0-1 0 0,-1-1 0 0 0,1 1 0 0 0,0 0 0 0 0,-1 0 0 0 0,1-1 0 0 0,-1 1 0 0 0,1 0 0 0 0,-1 0 1 0 0,0 0-1 0 0,1 0 0 0 0,-1 0 0 0 0,0 0 0 0 0,1 1 0 0 0,1 7 717 0 0,0-1 0 0 0,-1 1 0 0 0,0 0 0 0 0,-1 12 0 0 0,1-1-970 0 0,1 10 452 0 0,-2-22-405 0 0,0 0 0 0 0,1 0 0 0 0,0 0-1 0 0,0-1 1 0 0,0 1 0 0 0,1 0 0 0 0,0-1-1 0 0,1 1 1 0 0,0-1 0 0 0,5 12 0 0 0,-8-19-36 0 0,1 0-1 0 0,-1 0 1 0 0,0 0 0 0 0,0 0 0 0 0,0 0 0 0 0,0 1-1 0 0,0-1 1 0 0,0 0 0 0 0,1 0 0 0 0,-1 0 0 0 0,0 0-1 0 0,0 0 1 0 0,0 0 0 0 0,0 0 0 0 0,0 0 0 0 0,1 0 0 0 0,-1 1-1 0 0,0-1 1 0 0,0 0 0 0 0,0 0 0 0 0,1 0 0 0 0,-1 0-1 0 0,0 0 1 0 0,0 0 0 0 0,0 0 0 0 0,0 0 0 0 0,1 0-1 0 0,-1 0 1 0 0,0 0 0 0 0,0-1 0 0 0,0 1 0 0 0,0 0 0 0 0,1 0-1 0 0,-1 0 1 0 0,0 0 0 0 0,0 0 0 0 0,0 0 0 0 0,0 0-1 0 0,0 0 1 0 0,1 0 0 0 0,-1-1 0 0 0,0 1 0 0 0,0 0-1 0 0,0 0 1 0 0,0 0 0 0 0,0 0 0 0 0,0 0 0 0 0,1-1 0 0 0,5-12 28 0 0,2-16 17 0 0,-7 18 504 0 0,3-6-2259 0 0,-3 18 1605 0 0,0-1 1 0 0,1 1-1 0 0,-1-1 1 0 0,0 1-1 0 0,0-1 1 0 0,0 1-1 0 0,0 0 1 0 0,1 0-1 0 0,-1 0 1 0 0,0 0-1 0 0,0-1 1 0 0,-1 1-1 0 0,1 0 1 0 0,1 2-1 0 0,-1 0 283 0 0,0 0 1 0 0,0 0-1 0 0,0 0 0 0 0,-1 0 0 0 0,1-1 1 0 0,-1 1-1 0 0,0 0 0 0 0,1 0 0 0 0,-2 0 0 0 0,1 0 1 0 0,0 0-1 0 0,-1 4 0 0 0,0 11 162 0 0,21 229 111 0 0,-4-142-4850 0 0</inkml:trace>
</inkml:ink>
</file>

<file path=ppt/ink/ink6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15.543"/>
    </inkml:context>
    <inkml:brush xml:id="br0">
      <inkml:brushProperty name="width" value="0.1" units="cm"/>
      <inkml:brushProperty name="height" value="0.1" units="cm"/>
      <inkml:brushProperty name="color" value="#008C3A"/>
    </inkml:brush>
  </inkml:definitions>
  <inkml:trace contextRef="#ctx0" brushRef="#br0">1 163 4609 0 0,'0'-6'185'0'0,"0"1"0"0"0,0-1 0 0 0,0 1 0 0 0,1-1 0 0 0,-1 1-1 0 0,1-1 1 0 0,1 1 0 0 0,-1 0 0 0 0,1 0 0 0 0,0 0 0 0 0,0-1 0 0 0,0 2 0 0 0,1-1 0 0 0,0 0 0 0 0,0 0-1 0 0,0 1 1 0 0,0 0 0 0 0,1 0 0 0 0,6-6 0 0 0,-2 3 556 0 0,1 0 0 0 0,0 1 0 0 0,0 0 0 0 0,1 0-1 0 0,-1 1 1 0 0,1 0 0 0 0,15-4 0 0 0,-21 7-467 0 0,0 1 1 0 0,0 1-1 0 0,0-1 1 0 0,0 0-1 0 0,0 1 0 0 0,0 0 1 0 0,0 0-1 0 0,0 0 1 0 0,0 0-1 0 0,6 2 0 0 0,-7-1-157 0 0,-1 0 0 0 0,0-1 0 0 0,1 1 0 0 0,-1 1-1 0 0,0-1 1 0 0,0 0 0 0 0,0 1 0 0 0,0-1 0 0 0,0 1 0 0 0,0-1 0 0 0,0 1-1 0 0,-1 0 1 0 0,1 0 0 0 0,-1 0 0 0 0,1 0 0 0 0,-1 0 0 0 0,0 0-1 0 0,2 4 1 0 0,-1-2-66 0 0,-1 0 0 0 0,0 0-1 0 0,0 1 1 0 0,-1-1 0 0 0,1 0-1 0 0,-1 1 1 0 0,0-1 0 0 0,0 0 0 0 0,0 1-1 0 0,-1-1 1 0 0,0 0 0 0 0,0 1-1 0 0,0-1 1 0 0,0 0 0 0 0,0 0 0 0 0,-1 0-1 0 0,0 0 1 0 0,0 0 0 0 0,0 0-1 0 0,0 0 1 0 0,-1-1 0 0 0,-3 5 0 0 0,0 0-212 0 0,-1 1 1 0 0,0-2 0 0 0,0 1 0 0 0,-1-1 0 0 0,0 0 0 0 0,0 0 0 0 0,-1-1 0 0 0,-10 6-1 0 0,-9 0-2388 0 0</inkml:trace>
</inkml:ink>
</file>

<file path=ppt/ink/ink6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15.749"/>
    </inkml:context>
    <inkml:brush xml:id="br0">
      <inkml:brushProperty name="width" value="0.1" units="cm"/>
      <inkml:brushProperty name="height" value="0.1" units="cm"/>
      <inkml:brushProperty name="color" value="#008C3A"/>
    </inkml:brush>
  </inkml:definitions>
  <inkml:trace contextRef="#ctx0" brushRef="#br0">1 30 6913 0 0,'17'-13'564'0'0,"-14"11"255"0"0,-1 0 0 0 0,1 0 1 0 0,-1 0-1 0 0,1 0 0 0 0,-1 0 0 0 0,1 1 1 0 0,5-3-1 0 0,-5 16 3546 0 0,-4 15-2833 0 0,1-26-1522 0 0,-6 49 1507 0 0,0 63-1 0 0,7-95-1829 0 0,0 1 0 0 0,6 26-1 0 0,-4-34-694 0 0,0-1-1 0 0,0 0 0 0 0,1 0 1 0 0,0 0-1 0 0,8 13 0 0 0</inkml:trace>
</inkml:ink>
</file>

<file path=ppt/ink/ink6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15.955"/>
    </inkml:context>
    <inkml:brush xml:id="br0">
      <inkml:brushProperty name="width" value="0.1" units="cm"/>
      <inkml:brushProperty name="height" value="0.1" units="cm"/>
      <inkml:brushProperty name="color" value="#008C3A"/>
    </inkml:brush>
  </inkml:definitions>
  <inkml:trace contextRef="#ctx0" brushRef="#br0">13 35 9218 0 0,'-13'3'2928'0'0,"19"-2"-814"0"0,-2-2-1371 0 0,35-14 378 0 0,-4 0-1935 0 0,1 8-4527 0 0,-27 8 3102 0 0</inkml:trace>
</inkml:ink>
</file>

<file path=ppt/ink/ink6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16.115"/>
    </inkml:context>
    <inkml:brush xml:id="br0">
      <inkml:brushProperty name="width" value="0.1" units="cm"/>
      <inkml:brushProperty name="height" value="0.1" units="cm"/>
      <inkml:brushProperty name="color" value="#008C3A"/>
    </inkml:brush>
  </inkml:definitions>
  <inkml:trace contextRef="#ctx0" brushRef="#br0">0 96 10138 0 0,'6'0'448'0'0,"-2"-1"96"0"0,0-1-440 0 0,0 1-104 0 0,-1 0 0 0 0,-1-2 0 0 0,2 0-304 0 0,2-1-80 0 0,5-4-24 0 0,5-3 0 0 0,2-4 408 0 0,1 0 0 0 0,-1-2 0 0 0,0 2 80 0 0</inkml:trace>
</inkml:ink>
</file>

<file path=ppt/ink/ink6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16.402"/>
    </inkml:context>
    <inkml:brush xml:id="br0">
      <inkml:brushProperty name="width" value="0.1" units="cm"/>
      <inkml:brushProperty name="height" value="0.1" units="cm"/>
      <inkml:brushProperty name="color" value="#008C3A"/>
    </inkml:brush>
  </inkml:definitions>
  <inkml:trace contextRef="#ctx0" brushRef="#br0">40 34 11058 0 0,'-5'5'197'0'0,"1"0"1"0"0,1 0-1 0 0,-1 0 0 0 0,1 0 0 0 0,0 1 0 0 0,0-1 0 0 0,0 1 0 0 0,1 0 0 0 0,0 0 0 0 0,0 0 0 0 0,0 0 1 0 0,1 0-1 0 0,0 0 0 0 0,0 1 0 0 0,0-1 0 0 0,1 0 0 0 0,0 1 0 0 0,1-1 0 0 0,-1 0 0 0 0,1 0 0 0 0,0 1 0 0 0,2 5 1 0 0,-1-7-91 0 0,-1 0 1 0 0,1-1-1 0 0,0 1 1 0 0,0-1-1 0 0,0 1 1 0 0,1-1-1 0 0,-1 0 1 0 0,1 0-1 0 0,0 0 1 0 0,1 0-1 0 0,-1-1 1 0 0,0 1-1 0 0,1-1 1 0 0,0 0-1 0 0,0 0 1 0 0,0 0-1 0 0,0 0 1 0 0,0-1-1 0 0,1 0 1 0 0,-1 1-1 0 0,1-2 1 0 0,0 1-1 0 0,-1-1 1 0 0,1 1-1 0 0,0-1 1 0 0,0 0-1 0 0,0-1 1 0 0,9 1-1 0 0,-11-1-31 0 0,-1 0-1 0 0,1 0 0 0 0,0 0 0 0 0,0-1 1 0 0,0 1-1 0 0,0-1 0 0 0,0 1 1 0 0,-1-1-1 0 0,1 0 0 0 0,0 0 0 0 0,0-1 1 0 0,-1 1-1 0 0,1 0 0 0 0,-1-1 0 0 0,0 1 1 0 0,1-1-1 0 0,-1 0 0 0 0,0 0 0 0 0,0 0 1 0 0,0 0-1 0 0,0 0 0 0 0,0-1 1 0 0,0 1-1 0 0,-1 0 0 0 0,1-1 0 0 0,-1 1 1 0 0,0-1-1 0 0,1 0 0 0 0,-1 1 0 0 0,-1-1 1 0 0,1 0-1 0 0,0 0 0 0 0,-1 0 1 0 0,1 1-1 0 0,-1-1 0 0 0,0 0 0 0 0,0-5 1 0 0,0-2-84 0 0,-1 0 1 0 0,1 1 0 0 0,-2-1 0 0 0,0 0-1 0 0,0 1 1 0 0,-1-1 0 0 0,0 1 0 0 0,0 0-1 0 0,-1 0 1 0 0,-5-9 0 0 0,4 10-156 0 0,-1-1 0 0 0,0 1 0 0 0,0 0 0 0 0,-1 1 0 0 0,0-1-1 0 0,-12-8 1 0 0,4 4-789 0 0</inkml:trace>
</inkml:ink>
</file>

<file path=ppt/ink/ink6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16.796"/>
    </inkml:context>
    <inkml:brush xml:id="br0">
      <inkml:brushProperty name="width" value="0.1" units="cm"/>
      <inkml:brushProperty name="height" value="0.1" units="cm"/>
      <inkml:brushProperty name="color" value="#008C3A"/>
    </inkml:brush>
  </inkml:definitions>
  <inkml:trace contextRef="#ctx0" brushRef="#br0">1 1 11979 0 0,'1'0'204'0'0,"1"1"1"0"0,-1-1 0 0 0,0 1 0 0 0,0-1 0 0 0,0 1 0 0 0,0 0 0 0 0,1-1-1 0 0,-1 1 1 0 0,0 0 0 0 0,0 0 0 0 0,0 0 0 0 0,0 0 0 0 0,-1 0-1 0 0,1 0 1 0 0,0 0 0 0 0,0 0 0 0 0,-1 0 0 0 0,1 0 0 0 0,0 0 0 0 0,-1 1-1 0 0,1-1 1 0 0,0 2 0 0 0,11 33 1091 0 0,-10-30-1006 0 0,11 51 632 0 0,12 93-1 0 0,0 6-1381 0 0,-19-128 69 0 0</inkml:trace>
</inkml:ink>
</file>

<file path=ppt/ink/ink6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17.022"/>
    </inkml:context>
    <inkml:brush xml:id="br0">
      <inkml:brushProperty name="width" value="0.1" units="cm"/>
      <inkml:brushProperty name="height" value="0.1" units="cm"/>
      <inkml:brushProperty name="color" value="#008C3A"/>
    </inkml:brush>
  </inkml:definitions>
  <inkml:trace contextRef="#ctx0" brushRef="#br0">1 0 7834 0 0,'2'0'479'0'0,"-1"0"1"0"0,1 1 0 0 0,0-1 0 0 0,0 0-1 0 0,0 1 1 0 0,0-1 0 0 0,-1 1 0 0 0,1 0 0 0 0,0 0-1 0 0,-1-1 1 0 0,1 1 0 0 0,0 0 0 0 0,-1 1-1 0 0,1-1 1 0 0,2 2 0 0 0,-1 1 125 0 0,0 0 0 0 0,0 0-1 0 0,0 0 1 0 0,0 0 0 0 0,3 8 0 0 0,0 1 31 0 0,-1 1 0 0 0,0 0 0 0 0,3 16 0 0 0,0 13-71 0 0,-4-19-1015 0 0,1-1 1 0 0,2 1-1 0 0,0-2 1 0 0,12 29-1 0 0,-13-40-1322 0 0</inkml:trace>
</inkml:ink>
</file>

<file path=ppt/ink/ink6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17.346"/>
    </inkml:context>
    <inkml:brush xml:id="br0">
      <inkml:brushProperty name="width" value="0.1" units="cm"/>
      <inkml:brushProperty name="height" value="0.1" units="cm"/>
      <inkml:brushProperty name="color" value="#008C3A"/>
    </inkml:brush>
  </inkml:definitions>
  <inkml:trace contextRef="#ctx0" brushRef="#br0">0 157 3225 0 0,'0'-1'27'0'0,"1"1"-1"0"0,-1-1 1 0 0,0 1 0 0 0,1-1 0 0 0,-1 1 0 0 0,0 0 0 0 0,1-1 0 0 0,-1 1-1 0 0,1 0 1 0 0,-1-1 0 0 0,0 1 0 0 0,1 0 0 0 0,-1 0 0 0 0,1-1 0 0 0,-1 1-1 0 0,1 0 1 0 0,-1 0 0 0 0,1 0 0 0 0,-1-1 0 0 0,1 1 0 0 0,-1 0 0 0 0,1 0-1 0 0,-1 0 1 0 0,1 0 0 0 0,-1 0 0 0 0,1 0 0 0 0,0 0 0 0 0,23-3 1110 0 0,-20 3-930 0 0,10-2 268 0 0,1-1-1 0 0,-1-1 1 0 0,25-9-1 0 0,-3-3-1618 0 0,43-25 0 0 0,-14 5 1384 0 0,3 7 4260 0 0,-66 28-4145 0 0,-1 1 0 0 0,0-1 0 0 0,0 1 0 0 0,0 0 0 0 0,0 0 0 0 0,0-1-1 0 0,1 1 1 0 0,-1 0 0 0 0,0 0 0 0 0,0 0 0 0 0,0 0 0 0 0,1 0 0 0 0,-1 1-1 0 0,0-1 1 0 0,0 0 0 0 0,0 0 0 0 0,0 1 0 0 0,0-1 0 0 0,1 1 0 0 0,0 0-1 0 0,-1 0-152 0 0,0 0 0 0 0,0 0 0 0 0,0 0-1 0 0,0 0 1 0 0,-1 0 0 0 0,1 0 0 0 0,0 0-1 0 0,0 1 1 0 0,-1-1 0 0 0,1 0 0 0 0,-1 1-1 0 0,1-1 1 0 0,-1 0 0 0 0,1 3 0 0 0,0 6-132 0 0,0 0 0 0 0,-1 0 0 0 0,0 0 0 0 0,-2 12 1 0 0,0-3 623 0 0,-4 66-134 0 0,3-63-848 0 0,0 1-1 0 0,2 0 0 0 0,1-1 1 0 0,0 1-1 0 0,2 0 1 0 0,7 33-1 0 0,-6-47-1944 0 0</inkml:trace>
</inkml:ink>
</file>

<file path=ppt/ink/ink6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18.046"/>
    </inkml:context>
    <inkml:brush xml:id="br0">
      <inkml:brushProperty name="width" value="0.1" units="cm"/>
      <inkml:brushProperty name="height" value="0.1" units="cm"/>
      <inkml:brushProperty name="color" value="#008C3A"/>
    </inkml:brush>
  </inkml:definitions>
  <inkml:trace contextRef="#ctx0" brushRef="#br0">142 1 8754 0 0,'-11'12'5637'0'0,"-14"19"-4026"0"0,7-5-1277 0 0,1 0 1 0 0,1 2-1 0 0,2 0 0 0 0,-13 33 0 0 0,24-51-355 0 0,0-1 0 0 0,0 1-1 0 0,2 0 1 0 0,-1 0 0 0 0,1-1 0 0 0,0 1-1 0 0,2 16 1 0 0,0-20 0 0 0,0 1-1 0 0,0-1 1 0 0,0 0 0 0 0,1 0 0 0 0,0 1-1 0 0,1-1 1 0 0,0 0 0 0 0,-1-1-1 0 0,2 1 1 0 0,-1 0 0 0 0,1-1 0 0 0,7 9-1 0 0,-7-10-151 0 0,0 0 1 0 0,1-1-1 0 0,-1 1 0 0 0,1-1 0 0 0,0 0 0 0 0,0 0 0 0 0,0-1 0 0 0,1 1 0 0 0,-1-1 0 0 0,1-1 0 0 0,9 3 1 0 0,-12-3-12 0 0,0 0 0 0 0,1 0 0 0 0,-1-1 0 0 0,0 0 0 0 0,0 0 0 0 0,1 0 0 0 0,-1 0 1 0 0,0 0-1 0 0,1 0 0 0 0,-1-1 0 0 0,0 0 0 0 0,0 1 0 0 0,0-1 0 0 0,0 0 0 0 0,1-1 0 0 0,-1 1 1 0 0,-1-1-1 0 0,1 1 0 0 0,0-1 0 0 0,0 0 0 0 0,-1 0 0 0 0,4-2 0 0 0,-5 2 126 0 0,0 1 0 0 0,0-1-1 0 0,0 0 1 0 0,0 0 0 0 0,0 0-1 0 0,0 1 1 0 0,-1-1 0 0 0,1 0-1 0 0,-1 0 1 0 0,1 0 0 0 0,-1 0 0 0 0,0 0-1 0 0,0 0 1 0 0,1 0 0 0 0,-1 0-1 0 0,-1 0 1 0 0,1 0 0 0 0,0 0-1 0 0,-1-4 1 0 0,-17-41-51 0 0,4 9 1000 0 0,13 34-713 0 0,0 1-1 0 0,0-1 0 0 0,1 0 1 0 0,-1 0-1 0 0,1 0 1 0 0,0 1-1 0 0,0-1 0 0 0,1 0 1 0 0,-1 0-1 0 0,1 0 0 0 0,0 1 1 0 0,-1-1-1 0 0,2 0 1 0 0,-1 1-1 0 0,0-1 0 0 0,1 1 1 0 0,0-1-1 0 0,3-5 0 0 0,-2 6-47 0 0,0 1 0 0 0,0-1-1 0 0,0 1 1 0 0,0 0 0 0 0,1 0-1 0 0,-1 0 1 0 0,1 0 0 0 0,-1 0-1 0 0,1 1 1 0 0,-1 0-1 0 0,1 0 1 0 0,0 0 0 0 0,0 0-1 0 0,0 0 1 0 0,-1 1 0 0 0,1-1-1 0 0,0 1 1 0 0,5 1-1 0 0,-5-2-19 0 0,0 1-1 0 0,1 0 1 0 0,-1 1-1 0 0,0-1 1 0 0,0 1-1 0 0,0 0 1 0 0,0 0-1 0 0,0 0 1 0 0,0 0-1 0 0,0 1 1 0 0,0 0-1 0 0,0 0 1 0 0,0 0-1 0 0,-1 0 1 0 0,1 0-1 0 0,-1 1 1 0 0,0-1-1 0 0,0 1 1 0 0,0 0-1 0 0,4 4 1 0 0,-3-1-8 0 0,-1 1 0 0 0,0-1-1 0 0,0 0 1 0 0,0 1 0 0 0,-1 0 0 0 0,0 0-1 0 0,0 0 1 0 0,0 0 0 0 0,-1 0 0 0 0,0 0-1 0 0,-1 8 1 0 0,-2 46 427 0 0,0-50-807 0 0,1 0 0 0 0,1 0 1 0 0,0 0-1 0 0,0 0 0 0 0,1 0 0 0 0,0 0 0 0 0,5 19 1 0 0,-3-26-824 0 0,1-2-10 0 0</inkml:trace>
</inkml:ink>
</file>

<file path=ppt/ink/ink6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18.289"/>
    </inkml:context>
    <inkml:brush xml:id="br0">
      <inkml:brushProperty name="width" value="0.1" units="cm"/>
      <inkml:brushProperty name="height" value="0.1" units="cm"/>
      <inkml:brushProperty name="color" value="#008C3A"/>
    </inkml:brush>
  </inkml:definitions>
  <inkml:trace contextRef="#ctx0" brushRef="#br0">17 0 9674 0 0,'-3'6'826'0'0,"0"0"0"0"0,1 0 0 0 0,0 0-1 0 0,0 0 1 0 0,1 0 0 0 0,-1 1 0 0 0,2-1 0 0 0,-1 0 0 0 0,0 1-1 0 0,2 7 1 0 0,-2-12-485 0 0,8 195 3550 0 0,-4-152-3868 0 0,4 34-883 0 0,-5-61-80 0 0</inkml:trace>
</inkml:ink>
</file>

<file path=ppt/ink/ink6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18.823"/>
    </inkml:context>
    <inkml:brush xml:id="br0">
      <inkml:brushProperty name="width" value="0.1" units="cm"/>
      <inkml:brushProperty name="height" value="0.1" units="cm"/>
      <inkml:brushProperty name="color" value="#008C3A"/>
    </inkml:brush>
  </inkml:definitions>
  <inkml:trace contextRef="#ctx0" brushRef="#br0">3 28 8290 0 0,'-1'-8'4526'0'0,"1"8"-4461"0"0,0 0 1 0 0,-1 0-1 0 0,1 0 0 0 0,42-15-5500 0 0,-38 14 4987 0 0,0 0 0 0 0,0 0 1 0 0,0 0-1 0 0,0 1 0 0 0,0 0 0 0 0,0 0 0 0 0,0 0 1 0 0,0 0-1 0 0,0 0 0 0 0,0 1 0 0 0,4 1 0 0 0,-8-2 558 0 0,1 0 0 0 0,-1 1 0 0 0,1-1 0 0 0,-1 1 0 0 0,0 0 0 0 0,1-1 0 0 0,-1 1-1 0 0,0-1 1 0 0,0 1 0 0 0,1-1 0 0 0,-1 1 0 0 0,0 0 0 0 0,0-1 0 0 0,0 1-1 0 0,0-1 1 0 0,1 1 0 0 0,-1 0 0 0 0,0-1 0 0 0,0 1 0 0 0,0 0 0 0 0,0-1-1 0 0,-1 1 1 0 0,1 0 0 0 0,0 0 0 0 0,-5 24 5137 0 0,2-10-2933 0 0,3 0-1245 0 0,1 0 0 0 0,0 0 0 0 0,2 0 0 0 0,5 23 0 0 0,0-1-121 0 0,1 17 497 0 0,3 88-1 0 0,-14-57-7373 0 0</inkml:trace>
</inkml:ink>
</file>

<file path=ppt/ink/ink6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19.002"/>
    </inkml:context>
    <inkml:brush xml:id="br0">
      <inkml:brushProperty name="width" value="0.1" units="cm"/>
      <inkml:brushProperty name="height" value="0.1" units="cm"/>
      <inkml:brushProperty name="color" value="#008C3A"/>
    </inkml:brush>
  </inkml:definitions>
  <inkml:trace contextRef="#ctx0" brushRef="#br0">1 8 8754 0 0,'2'0'776'0'0,"2"0"-616"0"0,3 0-160 0 0,-1 0 0 0 0,1 1 896 0 0,1-1 144 0 0,7 0 33 0 0,8 1 7 0 0,7-1 128 0 0,6 2 24 0 0,-1-1 9 0 0,-2-1-1 0 0,-2 0-1016 0 0,-2-1-224 0 0,0-1 0 0 0,-6-2 0 0 0,-3-1 0 0 0</inkml:trace>
</inkml:ink>
</file>

<file path=ppt/ink/ink6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22.015"/>
    </inkml:context>
    <inkml:brush xml:id="br0">
      <inkml:brushProperty name="width" value="0.1" units="cm"/>
      <inkml:brushProperty name="height" value="0.1" units="cm"/>
      <inkml:brushProperty name="color" value="#008C3A"/>
    </inkml:brush>
  </inkml:definitions>
  <inkml:trace contextRef="#ctx0" brushRef="#br0">76 340 3225 0 0,'-6'-5'401'0'0,"0"0"1"0"0,0 0-1 0 0,1-1 1 0 0,0 0-1 0 0,0 0 1 0 0,0 0-1 0 0,1-1 1 0 0,0 1-1 0 0,0-1 1 0 0,0 0-1 0 0,1-1 1 0 0,-4-13-1 0 0,7 19-333 0 0,0-1-1 0 0,0 1 0 0 0,1-1 0 0 0,-1 1 1 0 0,1 0-1 0 0,-1-1 0 0 0,1 1 0 0 0,0 0 0 0 0,0 0 1 0 0,0-1-1 0 0,0 1 0 0 0,1 0 0 0 0,-1 0 0 0 0,0 0 1 0 0,1 0-1 0 0,-1 1 0 0 0,1-1 0 0 0,0 0 0 0 0,0 0 1 0 0,-1 1-1 0 0,1 0 0 0 0,0-1 0 0 0,1 1 0 0 0,-1 0 1 0 0,3-2-1 0 0,8-3 181 0 0,0-1 1 0 0,27-7 0 0 0,-32 11-81 0 0,59-18 377 0 0,124-21 0 0 0,74 7-985 0 0,-59 10 205 0 0,-47 5 133 0 0,207 1 0 0 0,-252 24-48 0 0,173 31 0 0 0,-73-5 47 0 0,-182-28 528 0 0,0-1 0 0 0,0-1 0 0 0,0-1 0 0 0,0-2 0 0 0,0-2 0 0 0,0-1 0 0 0,0-1 0 0 0,55-19 0 0 0,-85 24-321 0 0,1 0 1 0 0,-1 0-1 0 0,1 0 0 0 0,-1 1 1 0 0,1-1-1 0 0,-1 1 0 0 0,1-1 1 0 0,-1 1-1 0 0,1 0 0 0 0,-1 0 0 0 0,1 0 1 0 0,0 0-1 0 0,-1 0 0 0 0,1 1 1 0 0,-1-1-1 0 0,1 1 0 0 0,-1 0 0 0 0,1-1 1 0 0,-1 1-1 0 0,0 0 0 0 0,1 1 1 0 0,-1-1-1 0 0,0 0 0 0 0,0 1 1 0 0,0-1-1 0 0,2 3 0 0 0,0 1 111 0 0,0 0 1 0 0,0 0-1 0 0,-1 1 0 0 0,0 0 1 0 0,0 0-1 0 0,-1 0 0 0 0,1 0 1 0 0,-1 0-1 0 0,2 9 0 0 0,9 38-39 0 0,-2 0 0 0 0,7 104 0 0 0,-13-64-536 0 0,19 241-4481 0 0,-13-249 3041 0 0,40 158-1 0 0,-50-239 1924 0 0,0 0-1 0 0,0-1 1 0 0,0 1-1 0 0,-1 0 0 0 0,1 0 1 0 0,-1 0-1 0 0,0-1 0 0 0,0 1 1 0 0,-1 0-1 0 0,1 0 0 0 0,-1 0 1 0 0,0-1-1 0 0,-2 8 0 0 0,2-9-66 0 0,0-1 0 0 0,0 1 0 0 0,0-1 0 0 0,0 0 0 0 0,0 1 0 0 0,-1-1 0 0 0,1 0 0 0 0,0 0 0 0 0,-1 0 0 0 0,1 1-1 0 0,-1-2 1 0 0,1 1 0 0 0,-1 0 0 0 0,1 0 0 0 0,-1 0 0 0 0,0-1 0 0 0,1 1 0 0 0,-1-1 0 0 0,0 1 0 0 0,0-1 0 0 0,0 0-1 0 0,1 0 1 0 0,-1 0 0 0 0,0 0 0 0 0,0 0 0 0 0,1 0 0 0 0,-1 0 0 0 0,0 0 0 0 0,0-1 0 0 0,0 1 0 0 0,-2-2 0 0 0,-123-32 3340 0 0,66 16-2370 0 0,-104-15-1 0 0,-188 8-998 0 0,70 8-1233 0 0,233 15 977 0 0,1 2 0 0 0,0 1 0 0 0,0 3 0 0 0,-65 14 0 0 0,-185 22-116 0 0,132-20 408 0 0,106-12 433 0 0,0-3-1 0 0,-1-2 0 0 0,0-3 1 0 0,-101-13-1 0 0,110 0-49 0 0,39 9-296 0 0,0 1 0 0 0,0 0 1 0 0,-1 1-1 0 0,-16-1 1 0 0,-50 7-1832 0 0,-33-2-3244 0 0</inkml:trace>
</inkml:ink>
</file>

<file path=ppt/ink/ink6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22.316"/>
    </inkml:context>
    <inkml:brush xml:id="br0">
      <inkml:brushProperty name="width" value="0.1" units="cm"/>
      <inkml:brushProperty name="height" value="0.1" units="cm"/>
      <inkml:brushProperty name="color" value="#008C3A"/>
    </inkml:brush>
  </inkml:definitions>
  <inkml:trace contextRef="#ctx0" brushRef="#br0">20 1 6913 0 0,'-1'0'136'0'0,"0"1"-1"0"0,0-1 0 0 0,0 1 1 0 0,0-1-1 0 0,0 1 0 0 0,0 0 0 0 0,0-1 1 0 0,0 1-1 0 0,0 0 0 0 0,1 0 0 0 0,-1 0 1 0 0,0-1-1 0 0,0 1 0 0 0,1 0 1 0 0,-1 0-1 0 0,1 0 0 0 0,-1 0 0 0 0,1 0 1 0 0,-1 1-1 0 0,1-1 0 0 0,0 0 1 0 0,-1 0-1 0 0,1 0 0 0 0,0 0 0 0 0,0 0 1 0 0,0 0-1 0 0,0 1 0 0 0,0 0 0 0 0,-2 39 2050 0 0,2-38-1915 0 0,3 53 1809 0 0,3-1 0 0 0,17 76 0 0 0,-11-71-1548 0 0,14 64-16 0 0,15 97-6385 0 0,-39-200 5857 0 0</inkml:trace>
</inkml:ink>
</file>

<file path=ppt/ink/ink6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23.599"/>
    </inkml:context>
    <inkml:brush xml:id="br0">
      <inkml:brushProperty name="width" value="0.1" units="cm"/>
      <inkml:brushProperty name="height" value="0.1" units="cm"/>
      <inkml:brushProperty name="color" value="#008C3A"/>
    </inkml:brush>
  </inkml:definitions>
  <inkml:trace contextRef="#ctx0" brushRef="#br0">0 89 6913 0 0,'129'5'265'0'0,"529"-51"2473"0"0,-546 36-2533 0 0,15-2 85 0 0,196-12 3 0 0,-270 22-193 0 0,442 3 2200 0 0,-305 6-1441 0 0,158 16 93 0 0,-294-15-883 0 0,74 13 62 0 0,-108-17 268 0 0,-1 1 0 0 0,0 1-1 0 0,-1 1 1 0 0,25 12 0 0 0,-38-16-270 0 0,0 0 1 0 0,-1 0-1 0 0,1 0 1 0 0,-1 0-1 0 0,0 0 1 0 0,0 1-1 0 0,0 0 1 0 0,0 0-1 0 0,-1 0 1 0 0,0 0-1 0 0,1 1 1 0 0,-2-1-1 0 0,1 1 1 0 0,0 0-1 0 0,-1 0 1 0 0,3 7-1 0 0,-3-3-75 0 0,0 1 0 0 0,-1-1 0 0 0,0 1 0 0 0,0 0-1 0 0,-1 0 1 0 0,0-1 0 0 0,-1 1 0 0 0,-2 13 0 0 0,-35 187 48 0 0,14-86-46 0 0,-8 130 1 0 0,29-140-68 0 0,5 0 0 0 0,17 120 0 0 0,54 227-62 0 0,-40-270 61 0 0,107 780 785 0 0,-64 5 84 0 0,-43-396 27 0 0,-23-422-832 0 0,0 108 40 0 0,-11-217-405 0 0,-2 0 0 0 0,-3 0-1 0 0,-15 68 1 0 0,20-113-181 0 0,0 1 1 0 0,-1-1-1 0 0,1 0 1 0 0,-1 0-1 0 0,0 0 1 0 0,0 0-1 0 0,-4 7 1 0 0</inkml:trace>
</inkml:ink>
</file>

<file path=ppt/ink/ink6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24.091"/>
    </inkml:context>
    <inkml:brush xml:id="br0">
      <inkml:brushProperty name="width" value="0.1" units="cm"/>
      <inkml:brushProperty name="height" value="0.1" units="cm"/>
      <inkml:brushProperty name="color" value="#008C3A"/>
    </inkml:brush>
  </inkml:definitions>
  <inkml:trace contextRef="#ctx0" brushRef="#br0">32 25 456 0 0,'-31'6'16058'0'0,"39"1"-16309"0"0,10 8 492 0 0,-1 1-1 0 0,0 1 0 0 0,-2 0 0 0 0,0 1 0 0 0,17 26 0 0 0,-20-26-39 0 0,1 0 0 0 0,1 0-1 0 0,1-2 1 0 0,0 0-1 0 0,31 25 1 0 0,-28-28-191 0 0,1-2 1 0 0,0 0-1 0 0,0-1 0 0 0,1 0 0 0 0,0-2 0 0 0,35 10 1 0 0,-45-16 2 0 0,0 0-1 0 0,0 0 1 0 0,0-1 0 0 0,1 0 0 0 0,-1-1 0 0 0,0 0-1 0 0,0-1 1 0 0,1 0 0 0 0,-1 0 0 0 0,0-1 0 0 0,0 0-1 0 0,0-1 1 0 0,0 0 0 0 0,-1-1 0 0 0,1 0 0 0 0,9-6-1 0 0,9-7 626 0 0,-1-1-1 0 0,-1-2 0 0 0,-1 0 0 0 0,29-32 1 0 0,-40 38-557 0 0,-2-2 1 0 0,0 1-1 0 0,0-2 1 0 0,-2 0-1 0 0,0 0 0 0 0,-1-1 1 0 0,0 0-1 0 0,6-24 1 0 0,-6 16-423 0 0,-2 3-150 0 0</inkml:trace>
</inkml:ink>
</file>

<file path=ppt/ink/ink6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27.121"/>
    </inkml:context>
    <inkml:brush xml:id="br0">
      <inkml:brushProperty name="width" value="0.1" units="cm"/>
      <inkml:brushProperty name="height" value="0.1" units="cm"/>
      <inkml:brushProperty name="color" value="#008C3A"/>
    </inkml:brush>
  </inkml:definitions>
  <inkml:trace contextRef="#ctx0" brushRef="#br0">349 425 2761 0 0,'-5'1'152'0'0,"1"-1"1"0"0,0 0-1 0 0,0-1 1 0 0,0 1-1 0 0,0-1 1 0 0,-1 0-1 0 0,1 0 1 0 0,0 0-1 0 0,0 0 1 0 0,0-1-1 0 0,1 1 1 0 0,-6-4-1 0 0,1 2 205 0 0,-23-11 648 0 0,20 8-278 0 0,-1 1 0 0 0,1 1 0 0 0,-1 0 0 0 0,-15-3 1 0 0,23 6-523 0 0,1 1 1 0 0,-1-1 0 0 0,1 1-1 0 0,-1 0 1 0 0,1 0 0 0 0,-1 1-1 0 0,1-1 1 0 0,-1 1-1 0 0,1 0 1 0 0,-1 0 0 0 0,1 0-1 0 0,0 0 1 0 0,-1 0 0 0 0,1 1-1 0 0,0-1 1 0 0,0 1 0 0 0,0 0-1 0 0,0 0 1 0 0,-4 4 0 0 0,-3 4 173 0 0,0 1 0 0 0,1 0 1 0 0,0 0-1 0 0,1 1 0 0 0,0 0 1 0 0,1 1-1 0 0,1 0 0 0 0,0 0 1 0 0,-7 20-1 0 0,8-16-273 0 0,0-1-1 0 0,2 1 1 0 0,-1-1 0 0 0,2 1-1 0 0,1 0 1 0 0,0 0-1 0 0,2 29 1 0 0,-1-41-125 0 0,1-1 0 0 0,0 0 0 0 0,0 0 0 0 0,0 0-1 0 0,0 0 1 0 0,0 0 0 0 0,1 0 0 0 0,0 0 0 0 0,0 0 0 0 0,0-1 0 0 0,0 1 0 0 0,1-1 0 0 0,-1 1 0 0 0,1-1-1 0 0,0 0 1 0 0,0 0 0 0 0,0 0 0 0 0,4 3 0 0 0,-5-5-110 0 0,1 0 1 0 0,0 1-1 0 0,-1-1 0 0 0,1 0 1 0 0,0 0-1 0 0,0-1 0 0 0,0 1 1 0 0,0-1-1 0 0,0 1 0 0 0,0-1 1 0 0,0 0-1 0 0,0 0 0 0 0,0 0 1 0 0,0 0-1 0 0,-1-1 0 0 0,1 1 1 0 0,0-1-1 0 0,0 0 0 0 0,0 0 1 0 0,0 0-1 0 0,0 0 0 0 0,-1 0 1 0 0,1-1-1 0 0,-1 1 0 0 0,1-1 1 0 0,3-2-1 0 0,3-4-354 0 0,0 0 1 0 0,0 0-1 0 0,-1-1 0 0 0,0 0 1 0 0,-1 0-1 0 0,0-1 0 0 0,0 0 0 0 0,-1 0 1 0 0,0-1-1 0 0,6-16 0 0 0,-1-1-534 0 0,-1-1 1 0 0,11-58-1 0 0,-17 63 1091 0 0,-2 1 1 0 0,0-1 0 0 0,-2 0-1 0 0,-1 0 1 0 0,0 1-1 0 0,-7-30 1 0 0,-40-140 5081 0 0,18 87 224 0 0,42 189-1074 0 0,-5 71-3827 0 0,-3-44-234 0 0,-3-80-600 0 0,2 0-1 0 0,1 0 1 0 0,1 0-1 0 0,1-1 1 0 0,2 1-1 0 0,14 33 1 0 0,-7-30-6841 0 0</inkml:trace>
</inkml:ink>
</file>

<file path=ppt/ink/ink6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27.486"/>
    </inkml:context>
    <inkml:brush xml:id="br0">
      <inkml:brushProperty name="width" value="0.1" units="cm"/>
      <inkml:brushProperty name="height" value="0.1" units="cm"/>
      <inkml:brushProperty name="color" value="#008C3A"/>
    </inkml:brush>
  </inkml:definitions>
  <inkml:trace contextRef="#ctx0" brushRef="#br0">23 335 6449 0 0,'0'0'48'0'0,"0"0"-1"0"0,0 0 1 0 0,0 0-1 0 0,0 1 0 0 0,0-1 1 0 0,0 0-1 0 0,0 0 1 0 0,0 1-1 0 0,0-1 0 0 0,0 0 1 0 0,1 0-1 0 0,-1 0 1 0 0,0 1-1 0 0,0-1 1 0 0,0 0-1 0 0,0 0 0 0 0,0 0 1 0 0,1 1-1 0 0,-1-1 1 0 0,0 0-1 0 0,0 0 0 0 0,0 0 1 0 0,1 0-1 0 0,-1 0 1 0 0,0 1-1 0 0,0-1 0 0 0,0 0 1 0 0,1 0-1 0 0,-1 0 1 0 0,0 0-1 0 0,0 0 0 0 0,1 0 1 0 0,-1 0-1 0 0,0 0 1 0 0,0 0-1 0 0,1 0 1 0 0,-1 0-1 0 0,0 0 0 0 0,1 0 1 0 0,14-4 1802 0 0,10-10 998 0 0,-18 5-2462 0 0,0 0 1 0 0,-2 0-1 0 0,1-1 0 0 0,-1 0 1 0 0,0 0-1 0 0,-1 0 0 0 0,0-1 1 0 0,-1 1-1 0 0,0-1 0 0 0,-1 0 1 0 0,2-18-1 0 0,-3 16-117 0 0,0-1 0 0 0,-1 0 0 0 0,-1 1 1 0 0,0-1-1 0 0,-1 1 0 0 0,-1 0 0 0 0,0-1 0 0 0,0 1 0 0 0,-6-13 0 0 0,8 24-248 0 0,1 0 0 0 0,-1 0 0 0 0,0 1-1 0 0,1-1 1 0 0,-1 0 0 0 0,0 0 0 0 0,0 0 0 0 0,0 1 0 0 0,-1-1 0 0 0,1 1-1 0 0,0-1 1 0 0,-1 1 0 0 0,1-1 0 0 0,-1 1 0 0 0,1 0 0 0 0,-1-1 0 0 0,1 1-1 0 0,-1 0 1 0 0,0 0 0 0 0,0 0 0 0 0,1 1 0 0 0,-1-1 0 0 0,0 0-1 0 0,0 1 1 0 0,0-1 0 0 0,0 1 0 0 0,-3-1 0 0 0,2 2-26 0 0,0 0 1 0 0,1-1 0 0 0,0 1-1 0 0,-1 0 1 0 0,1 1-1 0 0,-1-1 1 0 0,1 0-1 0 0,0 1 1 0 0,0-1 0 0 0,0 1-1 0 0,0 0 1 0 0,0 0-1 0 0,0-1 1 0 0,0 1-1 0 0,1 0 1 0 0,-1 1 0 0 0,1-1-1 0 0,-1 0 1 0 0,1 0-1 0 0,-2 5 1 0 0,0-1-47 0 0,0 0 1 0 0,1 0 0 0 0,0 0-1 0 0,0 0 1 0 0,0 0 0 0 0,1 0-1 0 0,0 1 1 0 0,0-1 0 0 0,0 0-1 0 0,1 1 1 0 0,0-1 0 0 0,0 0-1 0 0,1 1 1 0 0,-1-1 0 0 0,4 10-1 0 0,-1-6 16 0 0,1-1 0 0 0,0 0-1 0 0,1 0 1 0 0,0 0 0 0 0,0 0-1 0 0,1-1 1 0 0,0 0 0 0 0,1 0-1 0 0,7 8 1 0 0,57 60-2128 0 0,-58-61 1003 0 0</inkml:trace>
</inkml:ink>
</file>

<file path=ppt/ink/ink6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27.745"/>
    </inkml:context>
    <inkml:brush xml:id="br0">
      <inkml:brushProperty name="width" value="0.1" units="cm"/>
      <inkml:brushProperty name="height" value="0.1" units="cm"/>
      <inkml:brushProperty name="color" value="#008C3A"/>
    </inkml:brush>
  </inkml:definitions>
  <inkml:trace contextRef="#ctx0" brushRef="#br0">211 52 4609 0 0,'-20'-24'593'0'0,"17"21"254"0"0,-1 0-1 0 0,1 0 0 0 0,-1 1 1 0 0,0-1-1 0 0,1 1 1 0 0,-1 0-1 0 0,-7-3 1 0 0,8 4-206 0 0,-1 0 0 0 0,1 0 0 0 0,0 1 0 0 0,-1-1 1 0 0,1 1-1 0 0,-1 0 0 0 0,1 0 0 0 0,-1 0 0 0 0,1 0 0 0 0,-5 1 1 0 0,-22 10 451 0 0,24-7-950 0 0,1 0 1 0 0,-1 0-1 0 0,1 1 0 0 0,0 0 0 0 0,1 0 0 0 0,-1 0 0 0 0,1 0 1 0 0,0 1-1 0 0,0 0 0 0 0,1-1 0 0 0,-1 1 0 0 0,1 1 0 0 0,1-1 0 0 0,-1 0 1 0 0,1 1-1 0 0,0-1 0 0 0,-1 14 0 0 0,-2 11-98 0 0,1 1-1 0 0,1 48 1 0 0,3-67 22 0 0,1 55-236 0 0,3-1-1 0 0,4 1 0 0 0,15 66 0 0 0,-13-88-516 0 0</inkml:trace>
</inkml:ink>
</file>

<file path=ppt/ink/ink6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28.296"/>
    </inkml:context>
    <inkml:brush xml:id="br0">
      <inkml:brushProperty name="width" value="0.1" units="cm"/>
      <inkml:brushProperty name="height" value="0.1" units="cm"/>
      <inkml:brushProperty name="color" value="#008C3A"/>
    </inkml:brush>
  </inkml:definitions>
  <inkml:trace contextRef="#ctx0" brushRef="#br0">138 15 1088 0 0,'0'-1'71'0'0,"0"1"0"0"0,0-1 1 0 0,0 1-1 0 0,0-1 0 0 0,0 0 0 0 0,0 1 0 0 0,0-1 0 0 0,-1 1 0 0 0,1-1 0 0 0,0 1 1 0 0,0-1-1 0 0,0 1 0 0 0,-1-1 0 0 0,1 1 0 0 0,0-1 0 0 0,-1 1 0 0 0,1-1 0 0 0,0 1 1 0 0,-1-1-1 0 0,1 1 0 0 0,-1 0 0 0 0,1-1 0 0 0,-1 1 0 0 0,1 0 0 0 0,0-1 0 0 0,-1 1 1 0 0,1 0-1 0 0,-1 0 0 0 0,0-1 0 0 0,1 1 0 0 0,-1 0 0 0 0,0 0 0 0 0,-24 2 5109 0 0,21 0-4481 0 0,0-1 0 0 0,-1 1 0 0 0,1-1 0 0 0,1 1 0 0 0,-1 1 0 0 0,0-1 0 0 0,0 0 0 0 0,1 1 0 0 0,0 0 0 0 0,-5 4-1 0 0,-1 9-676 0 0,1 0-1 0 0,1 0 1 0 0,0 0-1 0 0,2 1 1 0 0,0 0-1 0 0,0 1 1 0 0,2-1-1 0 0,0 1 1 0 0,1-1-1 0 0,0 31 1 0 0,3-44-47 0 0,-1 1 1 0 0,1 0-1 0 0,0 0 1 0 0,0 0 0 0 0,0-1-1 0 0,1 1 1 0 0,0 0-1 0 0,0-1 1 0 0,0 1 0 0 0,0-1-1 0 0,5 6 1 0 0,-7-9 12 0 0,1 0 1 0 0,0-1-1 0 0,-1 1 0 0 0,1 0 1 0 0,0 0-1 0 0,0-1 1 0 0,0 1-1 0 0,0 0 0 0 0,0-1 1 0 0,0 1-1 0 0,0-1 1 0 0,0 1-1 0 0,0-1 0 0 0,0 1 1 0 0,0-1-1 0 0,0 0 0 0 0,0 1 1 0 0,0-1-1 0 0,0 0 1 0 0,1 0-1 0 0,0 0 0 0 0,0-1-18 0 0,-1 1 0 0 0,1-1 0 0 0,0 1 0 0 0,-1-1 0 0 0,1 0 0 0 0,0 0 0 0 0,-1 0 0 0 0,1 0 0 0 0,-1 0 0 0 0,0 0 0 0 0,1-1-1 0 0,-1 1 1 0 0,0 0 0 0 0,0-1 0 0 0,1 1 0 0 0,-1-1 0 0 0,1-2 0 0 0,5-9-54 0 0,0-1 1 0 0,-1 0-1 0 0,-1 0 1 0 0,0 0-1 0 0,-1 0 1 0 0,0-1-1 0 0,-1 0 0 0 0,1-16 1 0 0,8-36 2573 0 0,11 100 614 0 0,-16-17-2956 0 0,1-1 0 0 0,0 0 0 0 0,14 17 0 0 0,-17-26-418 0 0,0 0 1 0 0,1 0-1 0 0,-1-1 1 0 0,1 0-1 0 0,0 0 1 0 0,0-1 0 0 0,1 1-1 0 0,-1-1 1 0 0,14 5-1 0 0,-4-3-1387 0 0</inkml:trace>
</inkml:ink>
</file>

<file path=ppt/ink/ink6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28.712"/>
    </inkml:context>
    <inkml:brush xml:id="br0">
      <inkml:brushProperty name="width" value="0.1" units="cm"/>
      <inkml:brushProperty name="height" value="0.1" units="cm"/>
      <inkml:brushProperty name="color" value="#008C3A"/>
    </inkml:brush>
  </inkml:definitions>
  <inkml:trace contextRef="#ctx0" brushRef="#br0">50 11 6449 0 0,'0'-1'126'0'0,"0"0"-1"0"0,-1 1 0 0 0,1-1 1 0 0,0 1-1 0 0,-1-1 1 0 0,1 1-1 0 0,0-1 0 0 0,-1 1 1 0 0,1-1-1 0 0,0 1 0 0 0,-1-1 1 0 0,1 1-1 0 0,-1-1 1 0 0,1 1-1 0 0,-1 0 0 0 0,1-1 1 0 0,-1 1-1 0 0,1 0 0 0 0,-1-1 1 0 0,1 1-1 0 0,-1 0 1 0 0,0 0-1 0 0,1 0 0 0 0,-1-1 1 0 0,1 1-1 0 0,-1 0 0 0 0,0 0 1 0 0,-1 0-1 0 0,1 0 54 0 0,0 1 0 0 0,0-1 0 0 0,0 1 0 0 0,0-1 0 0 0,0 1 0 0 0,0 0 0 0 0,0-1 0 0 0,0 1 0 0 0,0 0 0 0 0,0 0 0 0 0,0 0 0 0 0,0 0 0 0 0,-1 1 0 0 0,0 2 128 0 0,-1-1 0 0 0,1 1 1 0 0,0 0-1 0 0,0 0 1 0 0,0 0-1 0 0,0 0 0 0 0,-1 5 1 0 0,2 4-167 0 0,1 0 1 0 0,0 1-1 0 0,0-1 1 0 0,2 1-1 0 0,-1-1 1 0 0,2 0-1 0 0,0 0 1 0 0,0 0-1 0 0,2 0 0 0 0,-1 0 1 0 0,1-1-1 0 0,1 0 1 0 0,13 20-1 0 0,-19-31-135 0 0,1 1-1 0 0,0-1 0 0 0,0 0 1 0 0,0 0-1 0 0,-1 0 0 0 0,2 0 1 0 0,-1 0-1 0 0,0 0 0 0 0,0 0 1 0 0,0 0-1 0 0,0 0 0 0 0,0 0 1 0 0,1-1-1 0 0,-1 1 0 0 0,0 0 0 0 0,1-1 1 0 0,-1 1-1 0 0,0-1 0 0 0,1 0 1 0 0,-1 1-1 0 0,1-1 0 0 0,-1 0 1 0 0,1 0-1 0 0,-1 0 0 0 0,1 0 1 0 0,-1 0-1 0 0,1 0 0 0 0,-1 0 1 0 0,0-1-1 0 0,1 1 0 0 0,-1 0 1 0 0,1-1-1 0 0,-1 1 0 0 0,0-1 1 0 0,1 0-1 0 0,-1 1 0 0 0,0-1 1 0 0,0 0-1 0 0,1 0 0 0 0,-1 0 1 0 0,0 0-1 0 0,0 0 0 0 0,0 0 1 0 0,0 0-1 0 0,1-2 0 0 0,7-7-9 0 0,-1-1-1 0 0,0 0 1 0 0,-1 0 0 0 0,7-14-1 0 0,-6 10-114 0 0,7-13-75 0 0,19-31-192 0 0,-32 56 458 0 0,0 0-1 0 0,0 0 1 0 0,1 0 0 0 0,-1 1-1 0 0,1-1 1 0 0,-1 1 0 0 0,1 0 0 0 0,0 0-1 0 0,0 0 1 0 0,0 0 0 0 0,0 0-1 0 0,0 1 1 0 0,0-1 0 0 0,0 1-1 0 0,5-2 1 0 0,-6 3 22 0 0,1 0 0 0 0,-1 0 0 0 0,0 1 0 0 0,0-1 0 0 0,0 0 0 0 0,0 1 0 0 0,0-1 0 0 0,0 1 0 0 0,0 0-1 0 0,0 0 1 0 0,0-1 0 0 0,0 1 0 0 0,0 1 0 0 0,0-1 0 0 0,-1 0 0 0 0,1 0 0 0 0,0 1 0 0 0,-1-1 0 0 0,1 1 0 0 0,-1-1 0 0 0,0 1 0 0 0,1 0 0 0 0,-1-1 0 0 0,0 1 0 0 0,0 0 0 0 0,0 0-1 0 0,1 2 1 0 0,3 8 211 0 0,1-1-1 0 0,-2 2 1 0 0,4 13-1 0 0,-7-24-248 0 0,6 21-42 0 0,-2 0 0 0 0,0 0 0 0 0,-2 1 0 0 0,0 0 0 0 0,-2-1 0 0 0,-1 1 1 0 0,0 0-1 0 0,-2-1 0 0 0,0 1 0 0 0,-2-1 0 0 0,-1 0 0 0 0,-1 1 0 0 0,0-2 1 0 0,-2 1-1 0 0,-1-1 0 0 0,0-1 0 0 0,-2 1 0 0 0,-1-2 0 0 0,-16 24 0 0 0,21-33-425 0 0,0-1 0 0 0,-1 0 0 0 0,-1 0-1 0 0,0-1 1 0 0,0 0 0 0 0,0 0 0 0 0,-21 13-1 0 0,14-14-6374 0 0</inkml:trace>
</inkml:ink>
</file>

<file path=ppt/ink/ink6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29.059"/>
    </inkml:context>
    <inkml:brush xml:id="br0">
      <inkml:brushProperty name="width" value="0.1" units="cm"/>
      <inkml:brushProperty name="height" value="0.1" units="cm"/>
      <inkml:brushProperty name="color" value="#008C3A"/>
    </inkml:brush>
  </inkml:definitions>
  <inkml:trace contextRef="#ctx0" brushRef="#br0">247 0 5065 0 0,'-6'0'664'0'0,"0"0"0"0"0,0 1-1 0 0,0 0 1 0 0,0 0 0 0 0,1 0 0 0 0,-1 1 0 0 0,1-1-1 0 0,-1 2 1 0 0,1-1 0 0 0,-1 0 0 0 0,1 1 0 0 0,0 0-1 0 0,-8 6 1 0 0,6-3-241 0 0,0 1 1 0 0,1 0-1 0 0,0 0 0 0 0,0 0 1 0 0,0 0-1 0 0,1 1 0 0 0,-8 16 1 0 0,0 6-286 0 0,2 1 0 0 0,1 0 1 0 0,-11 59-1 0 0,19-81 0 0 0,-36 211 294 0 0,33-178-260 0 0,2 0 0 0 0,2-1 0 0 0,5 58 0 0 0,-1-76-218 0 0,1 0 1 0 0,1 0-1 0 0,10 28 0 0 0,-13-45-202 0 0,0 1 0 0 0,1-1 1 0 0,-1 0-1 0 0,1 0 0 0 0,1 0 0 0 0,-1 0 1 0 0,1-1-1 0 0,0 1 0 0 0,1-1 0 0 0,-1 0 0 0 0,1 0 1 0 0,0 0-1 0 0,0-1 0 0 0,0 0 0 0 0,10 6 1 0 0,-13-9-11 0 0,1 0 1 0 0,-1 0-1 0 0,1-1 1 0 0,-1 1-1 0 0,1 0 1 0 0,0-1-1 0 0,-1 0 1 0 0,1 0-1 0 0,-1 0 1 0 0,1 0-1 0 0,5-1 1 0 0,11-2-4380 0 0</inkml:trace>
</inkml:ink>
</file>

<file path=ppt/ink/ink6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29.344"/>
    </inkml:context>
    <inkml:brush xml:id="br0">
      <inkml:brushProperty name="width" value="0.1" units="cm"/>
      <inkml:brushProperty name="height" value="0.1" units="cm"/>
      <inkml:brushProperty name="color" value="#008C3A"/>
    </inkml:brush>
  </inkml:definitions>
  <inkml:trace contextRef="#ctx0" brushRef="#br0">0 1 9218 0 0,'2'3'1003'0'0,"0"0"-1"0"0,0 0 1 0 0,0 1-1 0 0,0-1 1 0 0,-1 0 0 0 0,0 1-1 0 0,1 0 1 0 0,-1-1 0 0 0,1 8-1 0 0,6 56 1828 0 0,-4 80-3660 0 0,-4-139 1028 0 0,0 19-1445 0 0,1 0-3706 0 0,2-1-1607 0 0</inkml:trace>
</inkml:ink>
</file>

<file path=ppt/ink/ink6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29.725"/>
    </inkml:context>
    <inkml:brush xml:id="br0">
      <inkml:brushProperty name="width" value="0.1" units="cm"/>
      <inkml:brushProperty name="height" value="0.1" units="cm"/>
      <inkml:brushProperty name="color" value="#008C3A"/>
    </inkml:brush>
  </inkml:definitions>
  <inkml:trace contextRef="#ctx0" brushRef="#br0">61 55 6449 0 0,'-20'-25'2476'0'0,"14"20"-362"0"0,0 0 0 0 0,1 0 1 0 0,-2 1-1 0 0,-10-6 0 0 0,25 15-1792 0 0,-2 0 0 0 0,1 0 0 0 0,0 1-1 0 0,-1 0 1 0 0,0 1 0 0 0,7 9 0 0 0,6 6-82 0 0,-1-1-168 0 0,0 1 0 0 0,-2 0 0 0 0,0 1 0 0 0,-2 0 0 0 0,0 1 0 0 0,-2 1 0 0 0,-1 0 0 0 0,0 1 0 0 0,8 34 0 0 0,-14-40-133 0 0,-1 1 0 0 0,0-1 0 0 0,-2 1-1 0 0,0 0 1 0 0,-1-1 0 0 0,-2 1 0 0 0,0 0 0 0 0,-1 0 0 0 0,-1-1-1 0 0,0 1 1 0 0,-2-1 0 0 0,-1 0 0 0 0,-8 20 0 0 0,2-12-519 0 0,-2-1-1 0 0,0 0 1 0 0,-21 27 0 0 0,21-34-6453 0 0</inkml:trace>
</inkml:ink>
</file>

<file path=ppt/ink/ink7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30.423"/>
    </inkml:context>
    <inkml:brush xml:id="br0">
      <inkml:brushProperty name="width" value="0.1" units="cm"/>
      <inkml:brushProperty name="height" value="0.1" units="cm"/>
      <inkml:brushProperty name="color" value="#008C3A"/>
    </inkml:brush>
  </inkml:definitions>
  <inkml:trace contextRef="#ctx0" brushRef="#br0">110 1 10138 0 0,'4'18'4717'0'0,"0"4"-2772"0"0,-5-3-1286 0 0,-1 1 1 0 0,-1-1 0 0 0,-1-1 0 0 0,0 1 0 0 0,-1-1-1 0 0,-11 25 1 0 0,-18 33-1688 0 0,-1-6-4473 0 0,22-45-898 0 0</inkml:trace>
</inkml:ink>
</file>

<file path=ppt/ink/ink7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30.615"/>
    </inkml:context>
    <inkml:brush xml:id="br0">
      <inkml:brushProperty name="width" value="0.1" units="cm"/>
      <inkml:brushProperty name="height" value="0.1" units="cm"/>
      <inkml:brushProperty name="color" value="#008C3A"/>
    </inkml:brush>
  </inkml:definitions>
  <inkml:trace contextRef="#ctx0" brushRef="#br0">1 6 12899 0 0,'1'-3'1264'0'0,"1"2"-1128"0"0,-1 0-136 0 0,0 1 0 0 0,1 0 512 0 0,0 1 664 0 0,1-1-575 0 0,1 3-689 0 0,-8 27-641 0 0</inkml:trace>
</inkml:ink>
</file>

<file path=ppt/ink/ink7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32.351"/>
    </inkml:context>
    <inkml:brush xml:id="br0">
      <inkml:brushProperty name="width" value="0.1" units="cm"/>
      <inkml:brushProperty name="height" value="0.1" units="cm"/>
      <inkml:brushProperty name="color" value="#008C3A"/>
    </inkml:brush>
  </inkml:definitions>
  <inkml:trace contextRef="#ctx0" brushRef="#br0">5 297 3225 0 0,'-2'-45'1890'0'0,"1"30"-1097"0"0,0 0 0 0 0,1-1 0 0 0,0 1 0 0 0,2 0 0 0 0,-1 0 0 0 0,2 0 0 0 0,5-17-1 0 0,-7 29-635 0 0,0 1 0 0 0,0 0-1 0 0,0 0 1 0 0,1 0-1 0 0,-1 0 1 0 0,0 1 0 0 0,1-1-1 0 0,0 0 1 0 0,-1 1-1 0 0,1-1 1 0 0,0 1 0 0 0,0-1-1 0 0,0 1 1 0 0,0 0-1 0 0,0 0 1 0 0,0 0 0 0 0,0 0-1 0 0,1 0 1 0 0,-1 0-1 0 0,0 1 1 0 0,1-1 0 0 0,-1 1-1 0 0,0-1 1 0 0,1 1-1 0 0,-1 0 1 0 0,0 0-1 0 0,1 0 1 0 0,-1 0 0 0 0,4 1-1 0 0,8 1 379 0 0,0 1 1 0 0,0 0-1 0 0,24 10 0 0 0,-16-6 137 0 0,-12-3-561 0 0,1-2-1 0 0,-1 1 0 0 0,1-1 0 0 0,-1 0 0 0 0,1-1 0 0 0,0-1 0 0 0,-1 0 1 0 0,1 0-1 0 0,0-1 0 0 0,-1 0 0 0 0,1-1 0 0 0,-1 0 0 0 0,1-1 1 0 0,-1 0-1 0 0,0 0 0 0 0,0-1 0 0 0,0 0 0 0 0,-1-1 0 0 0,12-7 1 0 0,82-63 477 0 0,-88 67-856 0 0</inkml:trace>
</inkml:ink>
</file>

<file path=ppt/ink/ink7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32.714"/>
    </inkml:context>
    <inkml:brush xml:id="br0">
      <inkml:brushProperty name="width" value="0.1" units="cm"/>
      <inkml:brushProperty name="height" value="0.1" units="cm"/>
      <inkml:brushProperty name="color" value="#008C3A"/>
    </inkml:brush>
  </inkml:definitions>
  <inkml:trace contextRef="#ctx0" brushRef="#br0">1 162 456 0 0,'0'-6'565'0'0,"1"0"-1"0"0,0 0 1 0 0,1 1-1 0 0,0-1 1 0 0,0 0 0 0 0,0 0-1 0 0,0 1 1 0 0,1 0-1 0 0,0-1 1 0 0,0 1 0 0 0,0 0-1 0 0,7-7 1 0 0,-3 3 168 0 0,2 0 0 0 0,-1 0 0 0 0,1 0-1 0 0,0 1 1 0 0,13-8 0 0 0,-18 13-351 0 0,1 0-1 0 0,-1 1 1 0 0,1-1 0 0 0,-1 1-1 0 0,1 0 1 0 0,0 0-1 0 0,0 1 1 0 0,0 0 0 0 0,0-1-1 0 0,0 1 1 0 0,0 1-1 0 0,10-1 1 0 0,-10 2-235 0 0,1 0 0 0 0,-1 0 0 0 0,1 1-1 0 0,-1-1 1 0 0,1 1 0 0 0,-1 1 0 0 0,0-1 0 0 0,0 1 0 0 0,0 0-1 0 0,0 0 1 0 0,6 5 0 0 0,61 55 395 0 0,-49-41-356 0 0,51 37-1 0 0,-67-54-58 0 0,1 0-1 0 0,-1 0 1 0 0,2-1-1 0 0,-1-1 1 0 0,0 1-1 0 0,1-2 1 0 0,-1 1-1 0 0,1-1 1 0 0,0 0-1 0 0,0-1 1 0 0,13 1-1 0 0,-17-2-43 0 0,0 0 0 0 0,-1-1 0 0 0,1 0 0 0 0,-1 0 0 0 0,0-1 0 0 0,1 1 0 0 0,-1-1 0 0 0,0 0 0 0 0,0 0 0 0 0,0 0 0 0 0,0 0-1 0 0,0-1 1 0 0,0 1 0 0 0,-1-1 0 0 0,7-6 0 0 0,3-6-120 0 0,0 0-1 0 0,16-25 0 0 0,5-5-1587 0 0,-11 20-5884 0 0</inkml:trace>
</inkml:ink>
</file>

<file path=ppt/ink/ink7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44.349"/>
    </inkml:context>
    <inkml:brush xml:id="br0">
      <inkml:brushProperty name="width" value="0.1" units="cm"/>
      <inkml:brushProperty name="height" value="0.1" units="cm"/>
      <inkml:brushProperty name="color" value="#008C3A"/>
    </inkml:brush>
  </inkml:definitions>
  <inkml:trace contextRef="#ctx0" brushRef="#br0">45 50 3225 0 0,'-10'-17'1550'0'0,"-2"-6"572"0"0,12 23-1957 0 0,0-1 0 0 0,-1 0-1 0 0,1 1 1 0 0,-1-1 0 0 0,1 1 0 0 0,0-1 0 0 0,-1 1 0 0 0,1-1 0 0 0,-1 1-1 0 0,1-1 1 0 0,-1 1 0 0 0,1-1 0 0 0,-1 1 0 0 0,1 0 0 0 0,-1-1 0 0 0,0 1-1 0 0,1 0 1 0 0,-1 0 0 0 0,0-1 0 0 0,1 1 0 0 0,-1 0 0 0 0,0 0 0 0 0,1 0-1 0 0,-2 0 1 0 0,1 1 66 0 0,0 1-1 0 0,0-1 0 0 0,0 1 0 0 0,0-1 1 0 0,1 1-1 0 0,-1 0 0 0 0,0 0 0 0 0,1-1 1 0 0,-1 1-1 0 0,1 0 0 0 0,0 0 0 0 0,0 0 1 0 0,-1-1-1 0 0,1 1 0 0 0,1 0 0 0 0,-1 0 1 0 0,0 0-1 0 0,0-1 0 0 0,1 3 0 0 0,-1 3 214 0 0,7 168 2508 0 0,0-41-1920 0 0,-5-59-982 0 0,21 123 0 0 0,-16-161-3140 0 0,15 39 0 0 0,-9-40-2927 0 0</inkml:trace>
</inkml:ink>
</file>

<file path=ppt/ink/ink7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45.205"/>
    </inkml:context>
    <inkml:brush xml:id="br0">
      <inkml:brushProperty name="width" value="0.1" units="cm"/>
      <inkml:brushProperty name="height" value="0.1" units="cm"/>
      <inkml:brushProperty name="color" value="#008C3A"/>
    </inkml:brush>
  </inkml:definitions>
  <inkml:trace contextRef="#ctx0" brushRef="#br0">0 0 8754 0 0,'3'8'3784'0'0,"1"15"-2227"0"0,0 0-766 0 0,49 144 1161 0 0,-6-25-2539 0 0,-43-117-528 0 0,-3-21-393 0 0,1-15 1372 0 0,-1 7 386 0 0,5-23 680 0 0,0-1-153 0 0,1 0-1 0 0,1 0 1 0 0,17-37 0 0 0,-23 59-721 0 0,1 0 1 0 0,0 0-1 0 0,0 1 0 0 0,0 0 1 0 0,1-1-1 0 0,0 1 1 0 0,0 0-1 0 0,0 1 1 0 0,1-1-1 0 0,-1 1 0 0 0,1 0 1 0 0,0 0-1 0 0,0 0 1 0 0,1 1-1 0 0,-1 0 1 0 0,1 0-1 0 0,0 0 0 0 0,-1 1 1 0 0,1-1-1 0 0,0 1 1 0 0,10-1-1 0 0,-9 3-15 0 0,0 0 0 0 0,1 0 0 0 0,-1 0 0 0 0,1 1 1 0 0,-1 1-1 0 0,0-1 0 0 0,0 1 0 0 0,0 0 0 0 0,0 1 0 0 0,0 0 0 0 0,0 0 0 0 0,0 0 0 0 0,-1 1 1 0 0,0 0-1 0 0,0 0 0 0 0,10 9 0 0 0,-10-8-150 0 0,-1 0 0 0 0,1 0 0 0 0,-1 0 0 0 0,-1 1 0 0 0,1 0 0 0 0,-1 0 1 0 0,0 0-1 0 0,0 0 0 0 0,-1 1 0 0 0,0 0 0 0 0,0-1 0 0 0,0 1 0 0 0,-1 0 0 0 0,0 0 0 0 0,0 1 0 0 0,-1-1 0 0 0,1 9 0 0 0,-2-33 188 0 0,1 0 0 0 0,1 0 0 0 0,1 0 0 0 0,1 0 0 0 0,0 0-1 0 0,7-18 1 0 0,-8 28-44 0 0,-1 0 0 0 0,1 0 0 0 0,1 1 0 0 0,-1-1 0 0 0,1 1-1 0 0,0-1 1 0 0,1 1 0 0 0,-1 0 0 0 0,1 1 0 0 0,0-1 0 0 0,1 1-1 0 0,-1 0 1 0 0,1 0 0 0 0,0 1 0 0 0,1 0 0 0 0,9-6 0 0 0,-14 10 3 0 0,1-1 0 0 0,-1 0 0 0 0,0 1 0 0 0,0 0 0 0 0,0-1 0 0 0,1 1 0 0 0,-1 0 0 0 0,0 0 0 0 0,0 0 1 0 0,1 0-1 0 0,-1 1 0 0 0,0-1 0 0 0,0 0 0 0 0,0 1 0 0 0,0 0 0 0 0,1-1 0 0 0,-1 1 0 0 0,0 0 0 0 0,0 0 0 0 0,0 0 1 0 0,-1 1-1 0 0,1-1 0 0 0,0 0 0 0 0,0 1 0 0 0,-1-1 0 0 0,4 4 0 0 0,3 5 152 0 0,0 0 0 0 0,0 1 0 0 0,11 21 0 0 0,6 8-1489 0 0,-17-32-568 0 0</inkml:trace>
</inkml:ink>
</file>

<file path=ppt/ink/ink7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0:45.778"/>
    </inkml:context>
    <inkml:brush xml:id="br0">
      <inkml:brushProperty name="width" value="0.1" units="cm"/>
      <inkml:brushProperty name="height" value="0.1" units="cm"/>
      <inkml:brushProperty name="color" value="#008C3A"/>
    </inkml:brush>
  </inkml:definitions>
  <inkml:trace contextRef="#ctx0" brushRef="#br0">165 0 3225 0 0,'-2'4'7754'0'0,"-4"4"-4714"0"0,-15 23-1661 0 0,12-13-835 0 0,-3 5-11 0 0,1 0 0 0 0,1 1-1 0 0,-11 37 1 0 0,19-56-557 0 0,1 0 0 0 0,0 0 0 0 0,0 0 0 0 0,0 0 0 0 0,1 0 0 0 0,-1 0 0 0 0,1 0 0 0 0,0 0 0 0 0,1 1 0 0 0,-1-1 0 0 0,1 0 0 0 0,0 0 0 0 0,1-1 0 0 0,-1 1 0 0 0,1 0 0 0 0,0 0 0 0 0,0-1 0 0 0,0 1 0 0 0,0-1 0 0 0,1 1 0 0 0,0-1 0 0 0,0 0 0 0 0,0 0 0 0 0,5 5 0 0 0,-3-6-206 0 0,0 0 1 0 0,0 0-1 0 0,0-1 0 0 0,0 0 1 0 0,1 1-1 0 0,-1-2 0 0 0,1 1 0 0 0,-1-1 1 0 0,1 0-1 0 0,0 0 0 0 0,5 0 1 0 0,-5 0 138 0 0,-1-1 1 0 0,1 1 0 0 0,0 0 0 0 0,-1 1 0 0 0,1-1 0 0 0,-1 1 0 0 0,0 0 0 0 0,1 1 0 0 0,-1-1 0 0 0,8 7 0 0 0,-12-9 170 0 0,-1 1 0 0 0,1 0 0 0 0,-1-1 1 0 0,0 1-1 0 0,1 0 0 0 0,-1-1 0 0 0,0 1 1 0 0,1 0-1 0 0,-1 0 0 0 0,0-1 0 0 0,0 1 0 0 0,0 0 1 0 0,0 0-1 0 0,0 0 0 0 0,0 0 0 0 0,0-1 1 0 0,0 1-1 0 0,0 0 0 0 0,0 0 0 0 0,0 0 1 0 0,0-1-1 0 0,-1 1 0 0 0,1 0 0 0 0,0 0 1 0 0,0-1-1 0 0,-1 1 0 0 0,1 0 0 0 0,-1-1 1 0 0,1 1-1 0 0,-1 0 0 0 0,1-1 0 0 0,-1 1 1 0 0,1 0-1 0 0,-1-1 0 0 0,1 1 0 0 0,-1-1 0 0 0,0 1 1 0 0,0-1-1 0 0,-30 26 1564 0 0,26-22-1330 0 0,-25 17 921 0 0,-56 31-1 0 0,3-15-2809 0 0</inkml:trace>
</inkml:ink>
</file>

<file path=ppt/ink/ink7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1:34.510"/>
    </inkml:context>
    <inkml:brush xml:id="br0">
      <inkml:brushProperty name="width" value="0.1" units="cm"/>
      <inkml:brushProperty name="height" value="0.1" units="cm"/>
      <inkml:brushProperty name="color" value="#008C3A"/>
    </inkml:brush>
  </inkml:definitions>
  <inkml:trace contextRef="#ctx0" brushRef="#br0">105 199 920 0 0,'-104'1'5872'0'0,"105"0"-5779"0"0,-1 0-1 0 0,1-1 0 0 0,0 0 1 0 0,0 1-1 0 0,0-1 0 0 0,-1 1 1 0 0,1-1-1 0 0,0 0 1 0 0,0 1-1 0 0,0-1 0 0 0,0 0 1 0 0,-1 0-1 0 0,1 0 1 0 0,0 0-1 0 0,0 0 0 0 0,0 0 1 0 0,0 0-1 0 0,0 0 0 0 0,0 0 1 0 0,0 0-1 0 0,1-1 1 0 0,17-1 84 0 0,46-7 590 0 0,2 0-271 0 0,-1 2 1 0 0,78 3-1 0 0,-95 6-366 0 0,116 6 160 0 0,220-18 1 0 0,-36-47 153 0 0,71-6 339 0 0,208 33 1944 0 0,-529 19-2132 0 0,-59 6-502 0 0,44-1 1 0 0,-33 12-3083 0 0,-42-4 2260 0 0</inkml:trace>
</inkml:ink>
</file>

<file path=ppt/ink/ink7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1:36.978"/>
    </inkml:context>
    <inkml:brush xml:id="br0">
      <inkml:brushProperty name="width" value="0.1" units="cm"/>
      <inkml:brushProperty name="height" value="0.1" units="cm"/>
      <inkml:brushProperty name="color" value="#008C3A"/>
    </inkml:brush>
  </inkml:definitions>
  <inkml:trace contextRef="#ctx0" brushRef="#br0">56 112 6449 0 0,'-56'11'8185'0'0,"77"-19"-3940"0"0,6-2-3488 0 0,40-2-339 0 0,0 2-1 0 0,112 0 1 0 0,-101 8-852 0 0,118-19 1 0 0,-54-8-2320 0 0,-67 13-1257 0 0,-52 12-967 0 0</inkml:trace>
</inkml:ink>
</file>

<file path=ppt/ink/ink7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1:37.281"/>
    </inkml:context>
    <inkml:brush xml:id="br0">
      <inkml:brushProperty name="width" value="0.1" units="cm"/>
      <inkml:brushProperty name="height" value="0.1" units="cm"/>
      <inkml:brushProperty name="color" value="#008C3A"/>
    </inkml:brush>
  </inkml:definitions>
  <inkml:trace contextRef="#ctx0" brushRef="#br0">1 67 3225 0 0,'-1'-2'473'0'0,"1"-1"-1"0"0,0 0 1 0 0,0 0 0 0 0,1 0 0 0 0,-1 0 0 0 0,0 0 0 0 0,1 1-1 0 0,0-1 1 0 0,-1 0 0 0 0,1 0 0 0 0,2-3 0 0 0,-2 4 582 0 0,0-1 0 0 0,0 1 0 0 0,0-1 0 0 0,-1 1 0 0 0,1-1 0 0 0,-1 0 0 0 0,1 1 0 0 0,-1-1 0 0 0,0-3 0 0 0,22 52 1973 0 0,12 62-2490 0 0,20 116 0 0 0,1 6-654 0 0,-50-211-459 0 0,8 24-527 0 0,2-19-6187 0 0</inkml:trace>
</inkml:ink>
</file>

<file path=ppt/ink/ink7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1:37.669"/>
    </inkml:context>
    <inkml:brush xml:id="br0">
      <inkml:brushProperty name="width" value="0.1" units="cm"/>
      <inkml:brushProperty name="height" value="0.1" units="cm"/>
      <inkml:brushProperty name="color" value="#008C3A"/>
    </inkml:brush>
  </inkml:definitions>
  <inkml:trace contextRef="#ctx0" brushRef="#br0">50 22 920 0 0,'-45'-22'15579'0'0,"41"22"-14585"0"0,10 10 2593 0 0,8 9-2786 0 0,76 106 521 0 0,-65-87-1511 0 0,1-1 0 0 0,1-2 0 0 0,2-1 0 0 0,52 48 0 0 0,-34-45-1434 0 0,-25-21 784 0 0</inkml:trace>
</inkml:ink>
</file>

<file path=ppt/ink/ink7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1:37.923"/>
    </inkml:context>
    <inkml:brush xml:id="br0">
      <inkml:brushProperty name="width" value="0.1" units="cm"/>
      <inkml:brushProperty name="height" value="0.1" units="cm"/>
      <inkml:brushProperty name="color" value="#008C3A"/>
    </inkml:brush>
  </inkml:definitions>
  <inkml:trace contextRef="#ctx0" brushRef="#br0">344 5 6913 0 0,'-3'-1'681'0'0,"-1"0"-1"0"0,1 0 0 0 0,-1 0 1 0 0,1 1-1 0 0,-1-1 0 0 0,0 1 1 0 0,1 0-1 0 0,-1 0 0 0 0,0 0 1 0 0,1 1-1 0 0,-1-1 0 0 0,1 1 1 0 0,-8 2-1 0 0,7-1-273 0 0,0-1 0 0 0,0 2 1 0 0,0-1-1 0 0,0 0 0 0 0,1 1 0 0 0,-1 0 0 0 0,1 0 1 0 0,-1 0-1 0 0,1 0 0 0 0,-3 4 0 0 0,-5 9-140 0 0,1 1 0 0 0,0-1 0 0 0,2 2 0 0 0,-11 26 0 0 0,-2 4 258 0 0,-12 15-387 0 0,7-17-193 0 0,2 2 0 0 0,3 0 0 0 0,1 1 0 0 0,-17 68 0 0 0,33-95-516 0 0</inkml:trace>
</inkml:ink>
</file>

<file path=ppt/ink/ink7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1:38.351"/>
    </inkml:context>
    <inkml:brush xml:id="br0">
      <inkml:brushProperty name="width" value="0.1" units="cm"/>
      <inkml:brushProperty name="height" value="0.1" units="cm"/>
      <inkml:brushProperty name="color" value="#008C3A"/>
    </inkml:brush>
  </inkml:definitions>
  <inkml:trace contextRef="#ctx0" brushRef="#br0">13 44 5065 0 0,'-12'8'10434'0'0,"50"-15"-7005"0"0,-28 5-3042 0 0,75-16 1203 0 0,16-2-5175 0 0,-77 16-2773 0 0</inkml:trace>
</inkml:ink>
</file>

<file path=ppt/ink/ink7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1:38.561"/>
    </inkml:context>
    <inkml:brush xml:id="br0">
      <inkml:brushProperty name="width" value="0.1" units="cm"/>
      <inkml:brushProperty name="height" value="0.1" units="cm"/>
      <inkml:brushProperty name="color" value="#008C3A"/>
    </inkml:brush>
  </inkml:definitions>
  <inkml:trace contextRef="#ctx0" brushRef="#br0">0 135 6449 0 0,'13'-4'5748'0'0,"12"-12"-2818"0"0,-5 4-1299 0 0,66-25 621 0 0,-34 19-3282 0 0,105-22 0 0 0,-126 33 1020 0 0</inkml:trace>
</inkml:ink>
</file>

<file path=ppt/ink/ink7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1:38.890"/>
    </inkml:context>
    <inkml:brush xml:id="br0">
      <inkml:brushProperty name="width" value="0.1" units="cm"/>
      <inkml:brushProperty name="height" value="0.1" units="cm"/>
      <inkml:brushProperty name="color" value="#008C3A"/>
    </inkml:brush>
  </inkml:definitions>
  <inkml:trace contextRef="#ctx0" brushRef="#br0">2 52 11979 0 0,'-1'-30'3044'0'0,"1"29"-2872"0"0,0 0 0 0 0,0 0 0 0 0,0 0 0 0 0,0 0 0 0 0,0 1 0 0 0,0-1 0 0 0,0 0 0 0 0,0 0 0 0 0,1 0 0 0 0,-1 0 0 0 0,0 1 0 0 0,1-1 0 0 0,-1 0 0 0 0,0 0 1 0 0,1 1-1 0 0,-1-1 0 0 0,1 0 0 0 0,-1 1 0 0 0,1-1 0 0 0,0 0 0 0 0,-1 1 0 0 0,1-1 0 0 0,0 1 0 0 0,-1-1 0 0 0,1 1 0 0 0,0-1 0 0 0,-1 1 0 0 0,1 0 0 0 0,0-1 0 0 0,0 1 0 0 0,0 0 0 0 0,1-1 0 0 0,-1 2-76 0 0,0-1 0 0 0,0 0 0 0 0,0 1 0 0 0,0 0 0 0 0,0-1 0 0 0,-1 1 0 0 0,1 0 0 0 0,0-1 0 0 0,0 1 0 0 0,0 0 0 0 0,-1 0 0 0 0,1 0 0 0 0,0-1 0 0 0,-1 1 0 0 0,1 0 0 0 0,-1 0 0 0 0,1 0 0 0 0,-1 0 0 0 0,1 2 0 0 0,8 21 158 0 0,-9-23-226 0 0,19 69 279 0 0,-4 1-1 0 0,9 106 0 0 0,9 46-571 0 0,-25-189-436 0 0,1 0-1 0 0,1-1 1 0 0,2 0 0 0 0,23 44 0 0 0,-23-54-6570 0 0</inkml:trace>
</inkml:ink>
</file>

<file path=ppt/ink/ink7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1:39.208"/>
    </inkml:context>
    <inkml:brush xml:id="br0">
      <inkml:brushProperty name="width" value="0.1" units="cm"/>
      <inkml:brushProperty name="height" value="0.1" units="cm"/>
      <inkml:brushProperty name="color" value="#008C3A"/>
    </inkml:brush>
  </inkml:definitions>
  <inkml:trace contextRef="#ctx0" brushRef="#br0">1 4 11058 0 0,'1'-3'1486'0'0,"-1"3"-1435"0"0,1 0 0 0 0,-1 0 0 0 0,0 0 0 0 0,0 0 1 0 0,0 0-1 0 0,0 0 0 0 0,0 0 0 0 0,2 0 820 0 0,-1 1-820 0 0,10 6 1635 0 0,8 11 231 0 0,-6 0-1257 0 0,0 1 0 0 0,-2 1 0 0 0,0 0 0 0 0,-1 1 0 0 0,-1-1 0 0 0,-1 2 0 0 0,8 32-1 0 0,23 164-541 0 0,-30-154 148 0 0,1 19-454 0 0,11 60 213 0 0,-16-126-1144 0 0,-1 0 0 0 0,2-1 0 0 0,10 22 1 0 0</inkml:trace>
</inkml:ink>
</file>

<file path=ppt/ink/ink7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1:39.492"/>
    </inkml:context>
    <inkml:brush xml:id="br0">
      <inkml:brushProperty name="width" value="0.1" units="cm"/>
      <inkml:brushProperty name="height" value="0.1" units="cm"/>
      <inkml:brushProperty name="color" value="#008C3A"/>
    </inkml:brush>
  </inkml:definitions>
  <inkml:trace contextRef="#ctx0" brushRef="#br0">251 1 920 0 0,'-2'7'7372'0'0,"-10"18"-3950"0"0,-20 35-797 0 0,-47 55 822 0 0,-36 60 836 0 0,114-173-4259 0 0,-1-1 1 0 0,1 1 0 0 0,0-1 0 0 0,0 1-1 0 0,1-1 1 0 0,-1 1 0 0 0,0 0 0 0 0,1 0-1 0 0,-1-1 1 0 0,1 1 0 0 0,-1 0 0 0 0,1 0-1 0 0,0 0 1 0 0,-1-1 0 0 0,1 1-1 0 0,0 0 1 0 0,0 0 0 0 0,1 0 0 0 0,-1 0-1 0 0,0-1 1 0 0,1 1 0 0 0,-1 0 0 0 0,1 0-1 0 0,-1 0 1 0 0,1-1 0 0 0,0 1 0 0 0,0 0-1 0 0,0-1 1 0 0,0 1 0 0 0,0-1-1 0 0,0 1 1 0 0,0-1 0 0 0,0 0 0 0 0,1 1-1 0 0,-1-1 1 0 0,0 0 0 0 0,1 0 0 0 0,-1 0-1 0 0,1 0 1 0 0,0 0 0 0 0,-1 0 0 0 0,1 0-1 0 0,0 0 1 0 0,-1-1 0 0 0,1 1-1 0 0,0-1 1 0 0,2 1 0 0 0,8 2-35 0 0,1-1-1 0 0,0 0 1 0 0,-1-1 0 0 0,1 0 0 0 0,20-2-1 0 0,7-2-894 0 0,72-15 0 0 0,-12-7-3038 0 0,-59 11-2528 0 0</inkml:trace>
</inkml:ink>
</file>

<file path=ppt/ink/ink7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1:39.769"/>
    </inkml:context>
    <inkml:brush xml:id="br0">
      <inkml:brushProperty name="width" value="0.1" units="cm"/>
      <inkml:brushProperty name="height" value="0.1" units="cm"/>
      <inkml:brushProperty name="color" value="#008C3A"/>
    </inkml:brush>
  </inkml:definitions>
  <inkml:trace contextRef="#ctx0" brushRef="#br0">67 3 456 0 0,'-7'0'-998'0'0,"-11"-2"1835"0"0,-22 16 13703 0 0,39-12-14163 0 0,0 19 2045 0 0,37 127 2454 0 0,-1-6-4313 0 0,12 91-356 0 0,-23-135-3867 0 0,-18-79-3509 0 0</inkml:trace>
</inkml:ink>
</file>

<file path=ppt/ink/ink7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1:39.966"/>
    </inkml:context>
    <inkml:brush xml:id="br0">
      <inkml:brushProperty name="width" value="0.1" units="cm"/>
      <inkml:brushProperty name="height" value="0.1" units="cm"/>
      <inkml:brushProperty name="color" value="#008C3A"/>
    </inkml:brush>
  </inkml:definitions>
  <inkml:trace contextRef="#ctx0" brushRef="#br0">0 22 2761 0 0,'33'-21'11878'0'0,"-32"23"-11522"0"0,11 14 1427 0 0,46 96 3494 0 0,-10 4-3684 0 0,29 122-1308 0 0,-53-175-1653 0 0,-16-45-4495 0 0</inkml:trace>
</inkml:ink>
</file>

<file path=ppt/ink/ink7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1:40.141"/>
    </inkml:context>
    <inkml:brush xml:id="br0">
      <inkml:brushProperty name="width" value="0.1" units="cm"/>
      <inkml:brushProperty name="height" value="0.1" units="cm"/>
      <inkml:brushProperty name="color" value="#008C3A"/>
    </inkml:brush>
  </inkml:definitions>
  <inkml:trace contextRef="#ctx0" brushRef="#br0">26 194 2761 0 0,'-2'1'-8'0'0,"-19"2"470"0"0,18-6 452 0 0,11-6 736 0 0,15-9-469 0 0,0 2 1 0 0,1 0-1 0 0,46-21 1 0 0,83-26-2772 0 0,-94 40-472 0 0,-26 10-894 0 0</inkml:trace>
</inkml:ink>
</file>

<file path=ppt/ink/ink7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1:40.426"/>
    </inkml:context>
    <inkml:brush xml:id="br0">
      <inkml:brushProperty name="width" value="0.1" units="cm"/>
      <inkml:brushProperty name="height" value="0.1" units="cm"/>
      <inkml:brushProperty name="color" value="#008C3A"/>
    </inkml:brush>
  </inkml:definitions>
  <inkml:trace contextRef="#ctx0" brushRef="#br0">1 0 920 0 0,'6'7'2025'0'0,"-1"0"0"0"0,0 0 0 0 0,0 1 0 0 0,6 13 1 0 0,10 15 1074 0 0,8 3-750 0 0,-11-16-666 0 0,24 40 1 0 0,-37-53-1459 0 0,0 0 0 0 0,0 1-1 0 0,-1 0 1 0 0,-1 0 0 0 0,0 0 0 0 0,0 0 0 0 0,1 16-1 0 0,-2-1 61 0 0,-2-1-1 0 0,-4 36 1 0 0,1-37-52 0 0,2 0-1 0 0,3 45 1 0 0,-2-65-203 0 0,0 0-1 0 0,1 0 1 0 0,0 0-1 0 0,0-1 1 0 0,0 1-1 0 0,1 0 1 0 0,-1-1-1 0 0,1 1 1 0 0,0-1 0 0 0,0 0-1 0 0,0 1 1 0 0,0-1-1 0 0,0 0 1 0 0,1 0-1 0 0,3 3 1 0 0,-4-5-54 0 0,0 0 1 0 0,-1 0-1 0 0,1 0 0 0 0,0 0 1 0 0,-1-1-1 0 0,1 1 1 0 0,0-1-1 0 0,0 1 0 0 0,-1-1 1 0 0,1 0-1 0 0,0 0 1 0 0,0 1-1 0 0,0-1 0 0 0,-1 0 1 0 0,1-1-1 0 0,0 1 0 0 0,0 0 1 0 0,0-1-1 0 0,-1 1 1 0 0,1-1-1 0 0,0 1 0 0 0,0-1 1 0 0,-1 0-1 0 0,1 1 0 0 0,-1-1 1 0 0,1 0-1 0 0,-1 0 1 0 0,1 0-1 0 0,-1-1 0 0 0,1 1 1 0 0,-1 0-1 0 0,0 0 0 0 0,0-1 1 0 0,2-1-1 0 0,23-34-2697 0 0,-17 20-4595 0 0</inkml:trace>
</inkml:ink>
</file>

<file path=ppt/ink/ink7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1:40.617"/>
    </inkml:context>
    <inkml:brush xml:id="br0">
      <inkml:brushProperty name="width" value="0.1" units="cm"/>
      <inkml:brushProperty name="height" value="0.1" units="cm"/>
      <inkml:brushProperty name="color" value="#008C3A"/>
    </inkml:brush>
  </inkml:definitions>
  <inkml:trace contextRef="#ctx0" brushRef="#br0">30 0 5529 0 0,'-30'25'8779'0'0,"56"-17"-5339"0"0,10-1-1627 0 0,1-3 0 0 0,62 1 1 0 0,-77-5-1962 0 0,0-2 0 0 0,-1 0 0 0 0,1-2 0 0 0,0 0-1 0 0,39-14 1 0 0,-42 10-778 0 0</inkml:trace>
</inkml:ink>
</file>

<file path=ppt/ink/ink7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1:40.775"/>
    </inkml:context>
    <inkml:brush xml:id="br0">
      <inkml:brushProperty name="width" value="0.1" units="cm"/>
      <inkml:brushProperty name="height" value="0.1" units="cm"/>
      <inkml:brushProperty name="color" value="#008C3A"/>
    </inkml:brush>
  </inkml:definitions>
  <inkml:trace contextRef="#ctx0" brushRef="#br0">2 1 8290 0 0,'-2'8'736'0'0,"2"-4"-584"0"0,0 0-152 0 0,11 14 7089 0 0,-5-11-5640 0 0,0 1-81 0 0,3-1-24 0 0,-1-5 1 0 0,1-2-1249 0 0,4-5-256 0 0,4-6-56 0 0,0-14-8 0 0</inkml:trace>
</inkml:ink>
</file>

<file path=ppt/ink/ink7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28.872"/>
    </inkml:context>
    <inkml:brush xml:id="br0">
      <inkml:brushProperty name="width" value="0.1" units="cm"/>
      <inkml:brushProperty name="height" value="0.1" units="cm"/>
      <inkml:brushProperty name="color" value="#FF0066"/>
    </inkml:brush>
  </inkml:definitions>
  <inkml:trace contextRef="#ctx0" brushRef="#br0">48 1 7834 0 0,'0'9'4589'0'0,"4"38"-3238"0"0,0 43-650 0 0,-5 1 1 0 0,-15 126 0 0 0,-1-9-626 0 0,16 535 506 0 0,36 1 813 0 0,2 33 877 0 0,-24-476-1390 0 0,2 207 259 0 0,-22-346-868 0 0,5-139-249 0 0,-2 1 1 0 0,0-1-1 0 0,-2 0 1 0 0,-14 39-1 0 0,20-60-93 0 0,-1 0 0 0 0,0 0 0 0 0,0 0 0 0 0,0 0 0 0 0,0 0-1 0 0,0 0 1 0 0,0-1 0 0 0,-1 1 0 0 0,1 0 0 0 0,-1 0 0 0 0,1-1 0 0 0,-1 1 0 0 0,1-1-1 0 0,-1 0 1 0 0,0 1 0 0 0,-3 1 0 0 0,4-3-48 0 0,-1 0-1 0 0,1 0 1 0 0,0 0 0 0 0,0-1-1 0 0,-1 1 1 0 0,1 0 0 0 0,0 0 0 0 0,0-1-1 0 0,0 1 1 0 0,-1-1 0 0 0,1 1-1 0 0,0-1 1 0 0,0 1 0 0 0,0-1-1 0 0,0 0 1 0 0,0 0 0 0 0,0 1 0 0 0,0-1-1 0 0,0 0 1 0 0,0 0 0 0 0,1 0-1 0 0,-1 0 1 0 0,0 0 0 0 0,0 0-1 0 0,1 0 1 0 0,-1 0 0 0 0,1-1-1 0 0,-1 1 1 0 0,0-2 0 0 0,-10-20-201 0 0,-1-10 288 0 0</inkml:trace>
</inkml:ink>
</file>

<file path=ppt/ink/ink7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29.370"/>
    </inkml:context>
    <inkml:brush xml:id="br0">
      <inkml:brushProperty name="width" value="0.1" units="cm"/>
      <inkml:brushProperty name="height" value="0.1" units="cm"/>
      <inkml:brushProperty name="color" value="#FF0066"/>
    </inkml:brush>
  </inkml:definitions>
  <inkml:trace contextRef="#ctx0" brushRef="#br0">15 0 13363 0 0,'0'0'48'0'0,"-1"1"1"0"0,0-1 0 0 0,0 0-1 0 0,1 1 1 0 0,-1-1-1 0 0,0 0 1 0 0,0 1-1 0 0,1-1 1 0 0,-1 1 0 0 0,0-1-1 0 0,1 1 1 0 0,-1-1-1 0 0,1 1 1 0 0,-1-1-1 0 0,1 1 1 0 0,-1 0 0 0 0,1-1-1 0 0,-1 1 1 0 0,1 0-1 0 0,-1-1 1 0 0,1 1-1 0 0,0 0 1 0 0,0 0 0 0 0,-1-1-1 0 0,1 1 1 0 0,0 0-1 0 0,0 0 1 0 0,0 1-1 0 0,17 15-316 0 0,-9-12 239 0 0,10 8-221 0 0,1-2 0 0 0,1 0 0 0 0,0-1 0 0 0,0-1 0 0 0,1-1 0 0 0,0 0 0 0 0,0-2 0 0 0,0-1 0 0 0,1 0 0 0 0,25 1 0 0 0,30 0-449 0 0,124-8-1 0 0,-88-1 477 0 0,529-18 771 0 0,-487 17-207 0 0,212 3 382 0 0,-146 5-557 0 0,67 3-179 0 0,-1-5 53 0 0,-59-1-66 0 0,-184 0-221 0 0</inkml:trace>
</inkml:ink>
</file>

<file path=ppt/ink/ink7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30.093"/>
    </inkml:context>
    <inkml:brush xml:id="br0">
      <inkml:brushProperty name="width" value="0.1" units="cm"/>
      <inkml:brushProperty name="height" value="0.1" units="cm"/>
      <inkml:brushProperty name="color" value="#FF0066"/>
    </inkml:brush>
  </inkml:definitions>
  <inkml:trace contextRef="#ctx0" brushRef="#br0">3036 1 13363 0 0,'13'192'1994'0'0,"-1"-51"-1716"0"0,-11 329 655 0 0,-2-72-205 0 0,17 89-323 0 0,6 383 515 0 0,-10-236-748 0 0,-6-418-45 0 0,-19 417 2830 0 0,14-629-2918 0 0,-2-1 0 0 0,1 0 0 0 0,0 0 0 0 0,0 1 0 0 0,-1-1 0 0 0,0 0 0 0 0,0 0 0 0 0,0 0 0 0 0,0 0 0 0 0,0 0 0 0 0,0 0-1 0 0,-1 0 1 0 0,-3 5 0 0 0,3-7-31 0 0,1 1 0 0 0,-1-1 0 0 0,0 0 0 0 0,1-1 0 0 0,-1 1 0 0 0,0 0 0 0 0,0 0 0 0 0,0-1 0 0 0,0 1 0 0 0,0-1 0 0 0,0 0 0 0 0,1 1 0 0 0,-1-1 0 0 0,0 0-1 0 0,0 0 1 0 0,0 0 0 0 0,0-1 0 0 0,0 1 0 0 0,0 0 0 0 0,0-1 0 0 0,0 1 0 0 0,0-1 0 0 0,0 0 0 0 0,-1 0 0 0 0,-45-17-22 0 0,-67-34 0 0 0,16 6-116 0 0,55 27-1 0 0,-2 2-1 0 0,1 2 0 0 0,-2 2 0 0 0,0 2 0 0 0,0 3 0 0 0,-93-6 1 0 0,-530 55-2597 0 0,341-10 2959 0 0,-342 9 3124 0 0,47 41-3861 0 0,575-74-615 0 0,28-4 273 0 0</inkml:trace>
</inkml:ink>
</file>

<file path=ppt/ink/ink7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30.816"/>
    </inkml:context>
    <inkml:brush xml:id="br0">
      <inkml:brushProperty name="width" value="0.1" units="cm"/>
      <inkml:brushProperty name="height" value="0.1" units="cm"/>
      <inkml:brushProperty name="color" value="#FF0066"/>
    </inkml:brush>
  </inkml:definitions>
  <inkml:trace contextRef="#ctx0" brushRef="#br0">22 208 6561 0 0,'11'-14'340'0'0,"-1"0"-1"0"0,0-1 0 0 0,-1-1 1 0 0,0 1-1 0 0,-2-1 0 0 0,1-1 1 0 0,-2 1-1 0 0,7-29 0 0 0,-18 18 1568 0 0,-11 15 4548 0 0,15 13-6341 0 0,0 2 115 0 0,0 0 0 0 0,-1 0 0 0 0,1 0 1 0 0,1 1-1 0 0,-1-1 0 0 0,0 0 0 0 0,1 1 1 0 0,0-1-1 0 0,-1 1 0 0 0,2-1 0 0 0,-1 0 1 0 0,1 7-1 0 0,0 5-39 0 0,-45 581-941 0 0,35-552-108 0 0,9-41 599 0 0,-1-1-1 0 0,0 0 1 0 0,0 1 0 0 0,0-1-1 0 0,-1 0 1 0 0,1 1 0 0 0,0-1-1 0 0,-1 0 1 0 0,0 0 0 0 0,1 0-1 0 0,-1 0 1 0 0,0 0 0 0 0,0-1-1 0 0,-4 3 1 0 0</inkml:trace>
</inkml:ink>
</file>

<file path=ppt/ink/ink7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31.053"/>
    </inkml:context>
    <inkml:brush xml:id="br0">
      <inkml:brushProperty name="width" value="0.1" units="cm"/>
      <inkml:brushProperty name="height" value="0.1" units="cm"/>
      <inkml:brushProperty name="color" value="#FF0066"/>
    </inkml:brush>
  </inkml:definitions>
  <inkml:trace contextRef="#ctx0" brushRef="#br0">0 93 3225 0 0,'13'-33'-167'0'0,"-10"27"904"0"0,0 1 0 0 0,0-1-1 0 0,1 0 1 0 0,-1 1 0 0 0,1 0 0 0 0,5-6-1 0 0,-7 10-515 0 0,-1-1 1 0 0,1 1-1 0 0,0 0 0 0 0,-1-1 0 0 0,1 1 0 0 0,0 0 0 0 0,0 0 1 0 0,0 0-1 0 0,0 0 0 0 0,0 0 0 0 0,0 1 0 0 0,0-1 0 0 0,0 0 1 0 0,0 1-1 0 0,1 0 0 0 0,-1 0 0 0 0,0-1 0 0 0,0 1 0 0 0,0 0 1 0 0,1 1-1 0 0,-1-1 0 0 0,0 0 0 0 0,0 1 0 0 0,0-1 0 0 0,0 1 1 0 0,0 0-1 0 0,0-1 0 0 0,0 1 0 0 0,0 0 0 0 0,0 0 0 0 0,0 0 1 0 0,0 1-1 0 0,0-1 0 0 0,-1 0 0 0 0,1 1 0 0 0,0-1 0 0 0,1 3 1 0 0,8 6 162 0 0,-1 1 1 0 0,0 0-1 0 0,0 1 1 0 0,-1 1 0 0 0,0-1-1 0 0,-1 1 1 0 0,8 19 0 0 0,38 104 226 0 0,-39-93-525 0 0,14 45-177 0 0,16 38-509 0 0,-36-104-970 0 0,21 35-1 0 0,-16-36-4509 0 0</inkml:trace>
</inkml:ink>
</file>

<file path=ppt/ink/ink7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31.259"/>
    </inkml:context>
    <inkml:brush xml:id="br0">
      <inkml:brushProperty name="width" value="0.1" units="cm"/>
      <inkml:brushProperty name="height" value="0.1" units="cm"/>
      <inkml:brushProperty name="color" value="#FF0066"/>
    </inkml:brush>
  </inkml:definitions>
  <inkml:trace contextRef="#ctx0" brushRef="#br0">22 105 7370 0 0,'-1'0'81'0'0,"0"0"0"0"0,0 1 0 0 0,-1-2 0 0 0,1 1 0 0 0,0 0 0 0 0,0 0 0 0 0,-1 0 0 0 0,1 0 0 0 0,0-1 0 0 0,0 1 0 0 0,0-1 0 0 0,-1 1 0 0 0,1-1 0 0 0,-1 0 0 0 0,1 0 27 0 0,1 1-1 0 0,0 0 0 0 0,0-1 1 0 0,-1 1-1 0 0,1 0 1 0 0,0-1-1 0 0,0 1 1 0 0,0-1-1 0 0,0 1 1 0 0,0 0-1 0 0,0-1 0 0 0,0 1 1 0 0,0-1-1 0 0,0 1 1 0 0,0 0-1 0 0,0-1 1 0 0,0 1-1 0 0,0-1 1 0 0,0 1-1 0 0,0 0 1 0 0,0-1-1 0 0,0 1 0 0 0,0 0 1 0 0,0-1-1 0 0,1 1 1 0 0,-1 0-1 0 0,0-1 1 0 0,0 1-1 0 0,1-1 1 0 0,2-3 421 0 0,0 0 0 0 0,0 0 0 0 0,1 1 0 0 0,-1-1 0 0 0,9-5 0 0 0,6-3-864 0 0,0 0 0 0 0,29-14 0 0 0,-24 15-4729 0 0</inkml:trace>
</inkml:ink>
</file>

<file path=ppt/ink/ink7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31.593"/>
    </inkml:context>
    <inkml:brush xml:id="br0">
      <inkml:brushProperty name="width" value="0.1" units="cm"/>
      <inkml:brushProperty name="height" value="0.1" units="cm"/>
      <inkml:brushProperty name="color" value="#FF0066"/>
    </inkml:brush>
  </inkml:definitions>
  <inkml:trace contextRef="#ctx0" brushRef="#br0">1 242 8754 0 0,'2'-1'270'0'0,"0"0"0"0"0,0 0-1 0 0,0 1 1 0 0,0-1 0 0 0,0 1 0 0 0,0-1 0 0 0,0 1 0 0 0,0 0-1 0 0,0 0 1 0 0,0 0 0 0 0,1 0 0 0 0,-1 0 0 0 0,0 0 0 0 0,0 0 0 0 0,0 1-1 0 0,0-1 1 0 0,3 2 0 0 0,45 14 888 0 0,-42-14-756 0 0,2 3-248 0 0,0 0 0 0 0,0 0 0 0 0,0 1 0 0 0,17 13-1 0 0,-18-12-151 0 0,0 0 0 0 0,1-1 0 0 0,19 9-1 0 0,-34-17 290 0 0,1 0-1 0 0,-1 0 1 0 0,0-1-1 0 0,1 0 0 0 0,0 1 1 0 0,-1-2-1 0 0,1 1 1 0 0,1 0-1 0 0,-1-1 0 0 0,0 0 1 0 0,1 0-1 0 0,0 0 1 0 0,0 0-1 0 0,0 0 0 0 0,-3-6 1 0 0,3 3-238 0 0,1 0 1 0 0,-1 1-1 0 0,1-1 1 0 0,1 0-1 0 0,-1-1 1 0 0,1 1-1 0 0,0 0 1 0 0,1 0-1 0 0,0-1 1 0 0,1-6 0 0 0,0 0-672 0 0,1-1 1 0 0,1 1 0 0 0,0 1 0 0 0,1-1 0 0 0,1 1 0 0 0,0-1 0 0 0,1 1 0 0 0,0 0 0 0 0,1 1 0 0 0,1 0 0 0 0,8-11 0 0 0,0 3-4575 0 0</inkml:trace>
</inkml:ink>
</file>

<file path=ppt/ink/ink7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32.097"/>
    </inkml:context>
    <inkml:brush xml:id="br0">
      <inkml:brushProperty name="width" value="0.1" units="cm"/>
      <inkml:brushProperty name="height" value="0.1" units="cm"/>
      <inkml:brushProperty name="color" value="#FF0066"/>
    </inkml:brush>
  </inkml:definitions>
  <inkml:trace contextRef="#ctx0" brushRef="#br0">313 498 5985 0 0,'-6'-5'363'0'0,"-1"0"0"0"0,1 0 0 0 0,-1 0 0 0 0,0 1 0 0 0,0 0 0 0 0,0 1 0 0 0,0-1 0 0 0,-1 1 0 0 0,1 1 0 0 0,-1-1 0 0 0,0 1 0 0 0,0 1 0 0 0,1-1 0 0 0,-1 1 0 0 0,0 1 0 0 0,0 0 0 0 0,0 0 0 0 0,-1 0 0 0 0,1 1 0 0 0,1 0 0 0 0,-10 3 0 0 0,10-3-187 0 0,-1 1 0 0 0,1 1 1 0 0,0-1-1 0 0,0 1 0 0 0,0 0 0 0 0,1 1 1 0 0,-1-1-1 0 0,1 1 0 0 0,0 1 1 0 0,0-1-1 0 0,0 1 0 0 0,1 0 0 0 0,-1 0 1 0 0,1 1-1 0 0,0-1 0 0 0,1 1 1 0 0,0 1-1 0 0,-1-1 0 0 0,2 0 0 0 0,-1 1 1 0 0,1 0-1 0 0,-4 11 0 0 0,5-9-268 0 0,0 1 0 0 0,0-1 0 0 0,1 0-1 0 0,0 1 1 0 0,1-1 0 0 0,0 1 0 0 0,1 0 0 0 0,-1-1 0 0 0,5 18-1 0 0,-4-24-8 0 0,0 0 0 0 0,0-1 1 0 0,0 1-1 0 0,0 0 0 0 0,0-1 0 0 0,0 1 0 0 0,1-1 0 0 0,-1 0 0 0 0,1 1 0 0 0,-1-1 0 0 0,1 0 0 0 0,0 0 0 0 0,0 0 0 0 0,0 0 0 0 0,0-1 0 0 0,1 1 0 0 0,-1 0 0 0 0,0-1 0 0 0,1 1 0 0 0,-1-1 0 0 0,1 0 0 0 0,-1 0 0 0 0,1 0 0 0 0,-1 0 0 0 0,1 0 0 0 0,0-1 0 0 0,0 1 0 0 0,-1-1 1 0 0,1 0-1 0 0,0 0 0 0 0,0 0 0 0 0,0 0 0 0 0,-1 0 0 0 0,1-1 0 0 0,0 1 0 0 0,-1-1 0 0 0,5-1 0 0 0,0 0-116 0 0,0 0 0 0 0,-1 0 1 0 0,0-1-1 0 0,1 1 0 0 0,-1-2 0 0 0,0 1 0 0 0,0-1 1 0 0,-1 0-1 0 0,1 0 0 0 0,-1 0 0 0 0,8-9 1 0 0,-6 5 50 0 0,0-1 1 0 0,0 0-1 0 0,-1-1 1 0 0,0 0-1 0 0,-1 0 1 0 0,6-15-1 0 0,-1-3 143 0 0,-1-1 0 0 0,-2-1 0 0 0,-1 1 0 0 0,3-42-1 0 0,-8 46 242 0 0,-1 1-1 0 0,0 0 1 0 0,-2-1-1 0 0,-1 1 1 0 0,-1 0-1 0 0,-8-29 1 0 0,1 18 1030 0 0,-1 1 0 0 0,-1 0 0 0 0,-28-49 0 0 0,40 81-1035 0 0,-1-1-1 0 0,1 1 1 0 0,-1-1-1 0 0,0 1 1 0 0,0-1-1 0 0,0 1 0 0 0,0 0 1 0 0,0 0-1 0 0,0 0 1 0 0,0 0-1 0 0,-5-2 1 0 0,7 4-147 0 0,-1-1 0 0 0,1 1-1 0 0,-1 0 1 0 0,1 0 0 0 0,-1 0 0 0 0,1 0 0 0 0,-1 0-1 0 0,1 0 1 0 0,-1 0 0 0 0,0 0 0 0 0,1 0 0 0 0,-1 0 0 0 0,1 0-1 0 0,-1 0 1 0 0,1 0 0 0 0,-1 0 0 0 0,1 0 0 0 0,-1 1-1 0 0,0-1 1 0 0,1 0 0 0 0,-1 0 0 0 0,1 1 0 0 0,-1 0 0 0 0,-1 0 2 0 0,1 0 1 0 0,0 1-1 0 0,0-1 1 0 0,0 1 0 0 0,0-1-1 0 0,0 1 1 0 0,0-1 0 0 0,1 1-1 0 0,-1 0 1 0 0,0-1 0 0 0,0 4-1 0 0,-2 7 66 0 0,1 0 0 0 0,0 1 0 0 0,1-1 0 0 0,1 1 0 0 0,0-1 0 0 0,0 1 0 0 0,4 21 0 0 0,24 87-135 0 0,-27-116 14 0 0,82 242 115 0 0,-4-15-166 0 0,-78-230 69 0 0,11 41-1196 0 0,0-1-3844 0 0,0 1-1823 0 0</inkml:trace>
</inkml:ink>
</file>

<file path=ppt/ink/ink7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35.443"/>
    </inkml:context>
    <inkml:brush xml:id="br0">
      <inkml:brushProperty name="width" value="0.1" units="cm"/>
      <inkml:brushProperty name="height" value="0.1" units="cm"/>
      <inkml:brushProperty name="color" value="#FF0066"/>
    </inkml:brush>
  </inkml:definitions>
  <inkml:trace contextRef="#ctx0" brushRef="#br0">1 1 14283 0 0,'1'16'604'0'0,"1"0"-1"0"0,7 30 1 0 0,0-3-540 0 0,32 379-662 0 0,-19-134-615 0 0,-18-253 464 0 0,2 1 1 0 0,12 43-1 0 0,-10-55-3654 0 0</inkml:trace>
</inkml:ink>
</file>

<file path=ppt/ink/ink7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36.155"/>
    </inkml:context>
    <inkml:brush xml:id="br0">
      <inkml:brushProperty name="width" value="0.1" units="cm"/>
      <inkml:brushProperty name="height" value="0.1" units="cm"/>
      <inkml:brushProperty name="color" value="#FF0066"/>
    </inkml:brush>
  </inkml:definitions>
  <inkml:trace contextRef="#ctx0" brushRef="#br0">1 518 6913 0 0,'45'-8'821'0'0,"1"1"-1"0"0,0 3 0 0 0,71 3 0 0 0,-47 0-508 0 0,522 4 111 0 0,-68-3 2115 0 0,-26 19-1314 0 0,79-9-296 0 0,-132-22-148 0 0,-350 9-647 0 0,140-5-101 0 0,341-17-32 0 0,-75-5 0 0 0,-292 16 0 0 0,111-9 0 0 0,3-7 0 0 0,432-43 0 0 0,2283-197-54 0 0,-2115 230-97 0 0,-46 42-68 0 0,-414 3 88 0 0,107 7 114 0 0,-5 0 20 0 0,125-4 122 0 0,291 1 86 0 0,-791-10-204 0 0,468-9 191 0 0,-190-12-537 0 0,-364 13-840 0 0,-59 3 556 0 0</inkml:trace>
</inkml:ink>
</file>

<file path=ppt/ink/ink7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36.600"/>
    </inkml:context>
    <inkml:brush xml:id="br0">
      <inkml:brushProperty name="width" value="0.1" units="cm"/>
      <inkml:brushProperty name="height" value="0.1" units="cm"/>
      <inkml:brushProperty name="color" value="#FF0066"/>
    </inkml:brush>
  </inkml:definitions>
  <inkml:trace contextRef="#ctx0" brushRef="#br0">152 2 10970 0 0,'-1'0'39'0'0,"1"0"0"0"0,-1-1 1 0 0,0 1-1 0 0,0 0 0 0 0,1 0 0 0 0,-1 0 0 0 0,0 0 0 0 0,0 0 0 0 0,0 0 0 0 0,1 0 0 0 0,-1 0 0 0 0,0 0 0 0 0,0 0 0 0 0,1 1 0 0 0,-1-1 0 0 0,0 0 0 0 0,1 0 0 0 0,-1 1 1 0 0,0-1-1 0 0,0 0 0 0 0,1 1 0 0 0,-1-1 0 0 0,1 1 0 0 0,-1-1 0 0 0,0 1 0 0 0,0 0 0 0 0,-6 21 159 0 0,6-11-232 0 0,-59 336 4170 0 0,26-132-3635 0 0,22-132-1730 0 0,-4 121-1 0 0,14-134-4015 0 0</inkml:trace>
</inkml:ink>
</file>

<file path=ppt/ink/ink7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37.377"/>
    </inkml:context>
    <inkml:brush xml:id="br0">
      <inkml:brushProperty name="width" value="0.1" units="cm"/>
      <inkml:brushProperty name="height" value="0.1" units="cm"/>
      <inkml:brushProperty name="color" value="#FF0066"/>
    </inkml:brush>
  </inkml:definitions>
  <inkml:trace contextRef="#ctx0" brushRef="#br0">42 188 4609 0 0,'-5'2'278'0'0,"3"-2"-183"0"0,-1 0 1 0 0,1 0 0 0 0,0 1 0 0 0,0-1 0 0 0,1 1 0 0 0,-1-1 0 0 0,0 1 0 0 0,0 0 0 0 0,0 0 0 0 0,0 0 0 0 0,0 0 0 0 0,1 0 0 0 0,-1 0 0 0 0,0 0 0 0 0,1 1 0 0 0,-1-1 0 0 0,1 1-1 0 0,-3 2 1 0 0,4-4-52 0 0,1 1 0 0 0,-1-1 0 0 0,0 0 0 0 0,0 0-1 0 0,0 1 1 0 0,0-1 0 0 0,0 0 0 0 0,0 1 0 0 0,1-1 0 0 0,-1 0-1 0 0,0 0 1 0 0,0 1 0 0 0,0-1 0 0 0,1 0 0 0 0,-1 0-1 0 0,0 0 1 0 0,0 1 0 0 0,1-1 0 0 0,-1 0 0 0 0,0 0-1 0 0,0 0 1 0 0,1 0 0 0 0,-1 1 0 0 0,0-1 0 0 0,1 0-1 0 0,-1 0 1 0 0,0 0 0 0 0,1 0 0 0 0,-1 0 0 0 0,0 0-1 0 0,0 0 1 0 0,1 0 0 0 0,-1 0 0 0 0,0 0 0 0 0,1 0-1 0 0,-1 0 1 0 0,0 0 0 0 0,1 0 0 0 0,-1 0 0 0 0,0-1 0 0 0,1 1-1 0 0,-1 0 1 0 0,17-1 765 0 0,311-76 7151 0 0,-103 22-6263 0 0,-105 21-1408 0 0,8-1-217 0 0,-108 31-301 0 0,0 0 0 0 0,0 2 0 0 0,1 0 0 0 0,28 2 0 0 0,-31 3-1414 0 0,-3 1-4403 0 0</inkml:trace>
</inkml:ink>
</file>

<file path=ppt/ink/ink7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37.649"/>
    </inkml:context>
    <inkml:brush xml:id="br0">
      <inkml:brushProperty name="width" value="0.1" units="cm"/>
      <inkml:brushProperty name="height" value="0.1" units="cm"/>
      <inkml:brushProperty name="color" value="#FF0066"/>
    </inkml:brush>
  </inkml:definitions>
  <inkml:trace contextRef="#ctx0" brushRef="#br0">0 0 4609 0 0,'34'24'5587'0'0,"-24"-13"-4833"0"0,-1 2 1 0 0,-1-1 0 0 0,0 1-1 0 0,0 0 1 0 0,-2 1 0 0 0,1 0-1 0 0,4 17 1 0 0,26 106 1176 0 0,-33-121-1831 0 0,17 85 125 0 0,14 54-610 0 0,-26-126-2763 0 0,18 41 0 0 0,-16-47-1947 0 0</inkml:trace>
</inkml:ink>
</file>

<file path=ppt/ink/ink7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37.936"/>
    </inkml:context>
    <inkml:brush xml:id="br0">
      <inkml:brushProperty name="width" value="0.1" units="cm"/>
      <inkml:brushProperty name="height" value="0.1" units="cm"/>
      <inkml:brushProperty name="color" value="#FF0066"/>
    </inkml:brush>
  </inkml:definitions>
  <inkml:trace contextRef="#ctx0" brushRef="#br0">26 24 4609 0 0,'-6'-5'31'0'0,"-13"-10"1834"0"0,19 11-395 0 0,14 6 32 0 0,42 12 1663 0 0,65 28 1 0 0,-91-30-2518 0 0,-1 2 1 0 0,0 1 0 0 0,47 34 0 0 0,-46-27-598 0 0,49 37 117 0 0,-29-16-2845 0 0,-36-29-3146 0 0</inkml:trace>
</inkml:ink>
</file>

<file path=ppt/ink/ink7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38.200"/>
    </inkml:context>
    <inkml:brush xml:id="br0">
      <inkml:brushProperty name="width" value="0.1" units="cm"/>
      <inkml:brushProperty name="height" value="0.1" units="cm"/>
      <inkml:brushProperty name="color" value="#FF0066"/>
    </inkml:brush>
  </inkml:definitions>
  <inkml:trace contextRef="#ctx0" brushRef="#br0">394 80 6449 0 0,'-5'-8'320'0'0,"-1"0"0"0"0,0 0-1 0 0,0 1 1 0 0,-1 0 0 0 0,0 1-1 0 0,0-1 1 0 0,-9-5 0 0 0,13 10-51 0 0,0 0 0 0 0,1 0-1 0 0,-1 0 1 0 0,0 1 0 0 0,0 0 0 0 0,0-1 0 0 0,0 1 0 0 0,0 0 0 0 0,-1 0 0 0 0,1 1-1 0 0,0-1 1 0 0,0 1 0 0 0,0-1 0 0 0,-1 1 0 0 0,1 0 0 0 0,0 0 0 0 0,-1 1 0 0 0,1-1-1 0 0,0 1 1 0 0,0-1 0 0 0,0 1 0 0 0,-1 0 0 0 0,1 0 0 0 0,-4 3 0 0 0,3-2-86 0 0,0 1 1 0 0,1 0-1 0 0,0 0 0 0 0,-1 1 1 0 0,1-1-1 0 0,1 1 1 0 0,-1-1-1 0 0,0 1 0 0 0,1 0 1 0 0,-3 6-1 0 0,-19 48 415 0 0,18-41-430 0 0,-167 511 632 0 0,172-525-875 0 0,-10 43 193 0 0,11-43-365 0 0,-1 0-1 0 0,1 1 1 0 0,0-1 0 0 0,0 0-1 0 0,0 0 1 0 0,1 0 0 0 0,-1 1-1 0 0,0-1 1 0 0,1 0 0 0 0,0 0-1 0 0,0 0 1 0 0,1 3-1 0 0</inkml:trace>
</inkml:ink>
</file>

<file path=ppt/ink/ink7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39.321"/>
    </inkml:context>
    <inkml:brush xml:id="br0">
      <inkml:brushProperty name="width" value="0.1" units="cm"/>
      <inkml:brushProperty name="height" value="0.1" units="cm"/>
      <inkml:brushProperty name="color" value="#FF0066"/>
    </inkml:brush>
  </inkml:definitions>
  <inkml:trace contextRef="#ctx0" brushRef="#br0">0 1 1840 0 0</inkml:trace>
</inkml:ink>
</file>

<file path=ppt/ink/ink7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39.537"/>
    </inkml:context>
    <inkml:brush xml:id="br0">
      <inkml:brushProperty name="width" value="0.1" units="cm"/>
      <inkml:brushProperty name="height" value="0.1" units="cm"/>
      <inkml:brushProperty name="color" value="#FF0066"/>
    </inkml:brush>
  </inkml:definitions>
  <inkml:trace contextRef="#ctx0" brushRef="#br0">1 298 6009 0 0,'2'-17'-3'0'0,"0"0"0"0"0,-2 0 0 0 0,0 1 0 0 0,-2-19-1 0 0,-1-26 271 0 0,5-74 8560 0 0,5 152-7274 0 0,3 5-957 0 0,-2 8-297 0 0,0 0 1 0 0,-3 0-1 0 0,5 61 1 0 0,-11 94-21 0 0,-2-132-250 0 0,2 0 0 0 0,3 0 0 0 0,1 0 0 0 0,13 55-1 0 0,-3-60 57 0 0,-1-7-4153 0 0</inkml:trace>
</inkml:ink>
</file>

<file path=ppt/ink/ink7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39.919"/>
    </inkml:context>
    <inkml:brush xml:id="br0">
      <inkml:brushProperty name="width" value="0.1" units="cm"/>
      <inkml:brushProperty name="height" value="0.1" units="cm"/>
      <inkml:brushProperty name="color" value="#FF0066"/>
    </inkml:brush>
  </inkml:definitions>
  <inkml:trace contextRef="#ctx0" brushRef="#br0">0 196 5985 0 0,'0'-5'141'0'0,"0"-1"0"0"0,0 1-1 0 0,1 0 1 0 0,-1-1 0 0 0,1 1-1 0 0,0 0 1 0 0,1 0 0 0 0,-1-1 0 0 0,1 1-1 0 0,0 0 1 0 0,0 1 0 0 0,1-1-1 0 0,-1 0 1 0 0,1 1 0 0 0,0-1 0 0 0,1 1-1 0 0,-1 0 1 0 0,6-5 0 0 0,1-3 304 0 0,2 1 0 0 0,-1 1 0 0 0,1 0 0 0 0,1 1 0 0 0,16-10 0 0 0,-21 14-72 0 0,1 1 0 0 0,-1 1-1 0 0,1 0 1 0 0,-1 0 0 0 0,1 1-1 0 0,0 0 1 0 0,0 0 0 0 0,17 0 0 0 0,-20 1-203 0 0,0 1 0 0 0,-1 1 0 0 0,1-1 0 0 0,0 1 0 0 0,-1 0 0 0 0,1 0 0 0 0,-1 0 0 0 0,1 1 0 0 0,-1 0 1 0 0,0 0-1 0 0,1 0 0 0 0,-1 1 0 0 0,0 0 0 0 0,-1 0 0 0 0,8 6 0 0 0,-10-8-171 0 0,-1 1 0 0 0,0 0 0 0 0,1 0 0 0 0,-1 0 0 0 0,0-1 0 0 0,0 1 0 0 0,0 0 0 0 0,-1 0 0 0 0,1 1 0 0 0,0-1 0 0 0,-1 0-1 0 0,1 0 1 0 0,-1 0 0 0 0,0 0 0 0 0,0 0 0 0 0,0 1 0 0 0,0-1 0 0 0,0 0 0 0 0,0 0 0 0 0,0 0 0 0 0,-1 0 0 0 0,1 1 0 0 0,-1-1 0 0 0,0 0 0 0 0,1 0 0 0 0,-1 0 0 0 0,0 0 0 0 0,0 0 0 0 0,-1 0 0 0 0,-1 2-1 0 0,-5 8-67 0 0,0 0 0 0 0,-1-1 0 0 0,-14 15 0 0 0,20-23 77 0 0,-27 27-57 0 0,-45 33 1 0 0,42-37 166 0 0,-40 41 1 0 0,72-65-90 0 0,-1-1 0 0 0,1 1 0 0 0,0 0 0 0 0,-1 0 0 0 0,1-1 0 0 0,0 1 1 0 0,0 0-1 0 0,0 0 0 0 0,0 0 0 0 0,1 0 0 0 0,-1 1 0 0 0,0-1 0 0 0,1 0 0 0 0,-1 0 1 0 0,1 0-1 0 0,0 0 0 0 0,0 1 0 0 0,0 3 0 0 0,1-2 40 0 0,0-1-1 0 0,0 1 0 0 0,0-1 1 0 0,0 1-1 0 0,1-1 1 0 0,0 0-1 0 0,-1 1 0 0 0,1-1 1 0 0,0 0-1 0 0,4 4 1 0 0,7 6 235 0 0,0 0 1 0 0,0-2 0 0 0,29 20-1 0 0,-26-19-220 0 0,7 4-240 0 0,1 0-1 0 0,0-2 0 0 0,1-1 0 0 0,44 17 1 0 0,-51-24-568 0 0,1 0 0 0 0,0-1 0 0 0,0-2 1 0 0,27 3-1 0 0,-15-5-4940 0 0</inkml:trace>
</inkml:ink>
</file>

<file path=ppt/ink/ink7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40.187"/>
    </inkml:context>
    <inkml:brush xml:id="br0">
      <inkml:brushProperty name="width" value="0.1" units="cm"/>
      <inkml:brushProperty name="height" value="0.1" units="cm"/>
      <inkml:brushProperty name="color" value="#FF0066"/>
    </inkml:brush>
  </inkml:definitions>
  <inkml:trace contextRef="#ctx0" brushRef="#br0">1 7 4609 0 0,'0'-1'24'0'0,"0"1"0"0"0,0 0 1 0 0,0 0-1 0 0,0 0 0 0 0,0 0 0 0 0,0 0 1 0 0,0-1-1 0 0,0 1 0 0 0,0 0 0 0 0,0 0 0 0 0,0 0 1 0 0,0 0-1 0 0,0-1 0 0 0,0 1 0 0 0,0 0 1 0 0,0 0-1 0 0,0 0 0 0 0,0 0 0 0 0,0 0 0 0 0,0-1 1 0 0,0 1-1 0 0,0 0 0 0 0,0 0 0 0 0,0 0 1 0 0,0 0-1 0 0,0 0 0 0 0,0-1 0 0 0,0 1 0 0 0,0 0 1 0 0,1 0-1 0 0,-1 0 0 0 0,0 0 0 0 0,0 0 1 0 0,0 0-1 0 0,0 0 0 0 0,0-1 0 0 0,0 1 0 0 0,1 0 1 0 0,-1 0-1 0 0,0 0 0 0 0,0 0 0 0 0,0 0 1 0 0,0 0-1 0 0,0 0 0 0 0,1 0 0 0 0,-1 0 0 0 0,0 0 1 0 0,13 0 1495 0 0,11 4 943 0 0,7 11-919 0 0,-2 2 0 0 0,0 0 0 0 0,0 2 0 0 0,28 25 0 0 0,-26-20-1112 0 0,1-1 1 0 0,50 27-1 0 0,-73-45-547 0 0,1-1 0 0 0,0 0 0 0 0,0-1-1 0 0,18 4 1 0 0,-24-7-347 0 0,1 1 1 0 0,0-1-1 0 0,0 0 0 0 0,0 0 0 0 0,0 0 0 0 0,0 0 1 0 0,6-2-1 0 0</inkml:trace>
</inkml:ink>
</file>

<file path=ppt/ink/ink7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40.360"/>
    </inkml:context>
    <inkml:brush xml:id="br0">
      <inkml:brushProperty name="width" value="0.1" units="cm"/>
      <inkml:brushProperty name="height" value="0.1" units="cm"/>
      <inkml:brushProperty name="color" value="#FF0066"/>
    </inkml:brush>
  </inkml:definitions>
  <inkml:trace contextRef="#ctx0" brushRef="#br0">244 54 1840 0 0,'-5'-13'578'0'0,"-15"-28"7031"0"0,20 41-7484 0 0,-1 0-1 0 0,1 0 1 0 0,-1 0-1 0 0,1 0 0 0 0,-1 0 1 0 0,1 0-1 0 0,0 1 0 0 0,-1-1 1 0 0,1 0-1 0 0,-1 0 1 0 0,1 0-1 0 0,0 0 0 0 0,-1 1 1 0 0,1-1-1 0 0,0 0 1 0 0,-1 0-1 0 0,1 1 0 0 0,0-1 1 0 0,-1 0-1 0 0,1 0 0 0 0,0 1 1 0 0,0-1-1 0 0,-1 1 1 0 0,1-1-1 0 0,0 0 0 0 0,0 1 1 0 0,-1-1-1 0 0,1 0 0 0 0,0 1 1 0 0,0-1-1 0 0,0 1 1 0 0,0-1-1 0 0,0 0 0 0 0,0 2 1 0 0,-11 19 802 0 0,10-18-505 0 0,-83 167 2571 0 0,-15 33-3764 0 0,86-173-5627 0 0</inkml:trace>
</inkml:ink>
</file>

<file path=ppt/ink/ink7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41.537"/>
    </inkml:context>
    <inkml:brush xml:id="br0">
      <inkml:brushProperty name="width" value="0.1" units="cm"/>
      <inkml:brushProperty name="height" value="0.1" units="cm"/>
      <inkml:brushProperty name="color" value="#FF0066"/>
    </inkml:brush>
  </inkml:definitions>
  <inkml:trace contextRef="#ctx0" brushRef="#br0">276 65 6913 0 0,'-25'-9'86'0'0,"0"0"1"0"0,0 2-1 0 0,-1 0 0 0 0,0 2 0 0 0,0 1 0 0 0,0 1 0 0 0,-49 1 0 0 0,53 1 337 0 0,33-2 267 0 0,40-4 410 0 0,-45 7-1070 0 0,356-8 1290 0 0,-214 10-1433 0 0,1111 54 1056 0 0,765 76 1454 0 0,124-108-846 0 0,-1065-30-1049 0 0,1124-31 809 0 0,426-47-1310 0 0,-661 162 1977 0 0,-1856-65-1992 0 0,197 12-543 0 0,-298-26 167 0 0</inkml:trace>
</inkml:ink>
</file>

<file path=ppt/ink/ink7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42.266"/>
    </inkml:context>
    <inkml:brush xml:id="br0">
      <inkml:brushProperty name="width" value="0.1" units="cm"/>
      <inkml:brushProperty name="height" value="0.1" units="cm"/>
      <inkml:brushProperty name="color" value="#FF0066"/>
    </inkml:brush>
  </inkml:definitions>
  <inkml:trace contextRef="#ctx0" brushRef="#br0">5 63 3681 0 0,'-1'-2'541'0'0,"0"2"-360"0"0,1 0-1 0 0,0-1 1 0 0,0 1-1 0 0,0-1 1 0 0,-1 1-1 0 0,1-1 1 0 0,0 1-1 0 0,0-1 1 0 0,0 1-1 0 0,0-1 1 0 0,0 1-1 0 0,0-1 1 0 0,0 1-1 0 0,0-1 1 0 0,0 1-1 0 0,0 0 1 0 0,0-1-1 0 0,0 1 1 0 0,3-5 1985 0 0,-2 4-1986 0 0,11-22 1569 0 0,-9 17-1186 0 0,9-11 3232 0 0,-10 28-1701 0 0,-2 41-1648 0 0,-3 1 1 0 0,-12 73 0 0 0,7-77-398 0 0,3 0 1 0 0,1 0-1 0 0,5 70 0 0 0,8-46-769 0 0,1-25-4330 0 0,-1-14-962 0 0</inkml:trace>
</inkml:ink>
</file>

<file path=ppt/ink/ink7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43.041"/>
    </inkml:context>
    <inkml:brush xml:id="br0">
      <inkml:brushProperty name="width" value="0.1" units="cm"/>
      <inkml:brushProperty name="height" value="0.1" units="cm"/>
      <inkml:brushProperty name="color" value="#FF0066"/>
    </inkml:brush>
  </inkml:definitions>
  <inkml:trace contextRef="#ctx0" brushRef="#br0">1 1 3225 0 0,'5'36'10018'0'0,"-4"55"-8630"0"0,-2-63-168 0 0,10 172 447 0 0,-4-165-2215 0 0,0 0 0 0 0,3 0 0 0 0,19 56 0 0 0,-11-50-599 0 0,0 1-5 0 0</inkml:trace>
</inkml:ink>
</file>

<file path=ppt/ink/ink7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44.584"/>
    </inkml:context>
    <inkml:brush xml:id="br0">
      <inkml:brushProperty name="width" value="0.1" units="cm"/>
      <inkml:brushProperty name="height" value="0.1" units="cm"/>
      <inkml:brushProperty name="color" value="#FF0066"/>
    </inkml:brush>
  </inkml:definitions>
  <inkml:trace contextRef="#ctx0" brushRef="#br0">199 1 10594 0 0,'-26'24'2449'0'0,"8"0"-2050"0"0,2 1 1 0 0,1 1 0 0 0,1 0-1 0 0,1 1 1 0 0,2 0 0 0 0,-15 49-1 0 0,9-8-34 0 0,-15 118 0 0 0,27-133-186 0 0,1 0 0 0 0,3 0 0 0 0,2 0 0 0 0,2 0 0 0 0,20 98 0 0 0,-17-124-337 0 0,1-1 1 0 0,1 1-1 0 0,2-1 1 0 0,0-1 0 0 0,2 0-1 0 0,0 0 1 0 0,2-1 0 0 0,1-1-1 0 0,1-1 1 0 0,0 0 0 0 0,2 0-1 0 0,1-2 1 0 0,21 19 0 0 0,1-8-5418 0 0</inkml:trace>
</inkml:ink>
</file>

<file path=ppt/ink/ink7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44.822"/>
    </inkml:context>
    <inkml:brush xml:id="br0">
      <inkml:brushProperty name="width" value="0.1" units="cm"/>
      <inkml:brushProperty name="height" value="0.1" units="cm"/>
      <inkml:brushProperty name="color" value="#FF0066"/>
    </inkml:brush>
  </inkml:definitions>
  <inkml:trace contextRef="#ctx0" brushRef="#br0">0 199 6913 0 0,'27'-17'-46'0'0,"215"-92"6298"0"0,-75 48-9644 0 0,-133 50-782 0 0</inkml:trace>
</inkml:ink>
</file>

<file path=ppt/ink/ink7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45.028"/>
    </inkml:context>
    <inkml:brush xml:id="br0">
      <inkml:brushProperty name="width" value="0.1" units="cm"/>
      <inkml:brushProperty name="height" value="0.1" units="cm"/>
      <inkml:brushProperty name="color" value="#FF0066"/>
    </inkml:brush>
  </inkml:definitions>
  <inkml:trace contextRef="#ctx0" brushRef="#br0">1 0 10594 0 0,'4'8'176'0'0,"0"0"1"0"0,0 0-1 0 0,0 0 0 0 0,-1 0 0 0 0,-1 0 0 0 0,1 1 1 0 0,1 12-1 0 0,4 66 948 0 0,-4-34 263 0 0,2-1-589 0 0,24 91-1 0 0,-20-112-1465 0 0,0 0-1 0 0,17 31 0 0 0,-12-33-4449 0 0</inkml:trace>
</inkml:ink>
</file>

<file path=ppt/ink/ink7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45.329"/>
    </inkml:context>
    <inkml:brush xml:id="br0">
      <inkml:brushProperty name="width" value="0.1" units="cm"/>
      <inkml:brushProperty name="height" value="0.1" units="cm"/>
      <inkml:brushProperty name="color" value="#FF0066"/>
    </inkml:brush>
  </inkml:definitions>
  <inkml:trace contextRef="#ctx0" brushRef="#br0">0 160 6449 0 0,'0'-1'34'0'0,"1"0"1"0"0,-1 1-1 0 0,1-1 0 0 0,-1 0 0 0 0,1 0 0 0 0,-1 1 0 0 0,1-1 0 0 0,-1 0 0 0 0,1 0 0 0 0,0 1 0 0 0,0-1 0 0 0,-1 1 0 0 0,1-1 0 0 0,0 1 1 0 0,0-1-1 0 0,-1 1 0 0 0,1-1 0 0 0,0 1 0 0 0,0 0 0 0 0,0-1 0 0 0,0 1 0 0 0,0 0 0 0 0,0 0 0 0 0,-1 0 0 0 0,1 0 0 0 0,0 0 0 0 0,0 0 0 0 0,0 0 1 0 0,0 0-1 0 0,0 0 0 0 0,0 0 0 0 0,0 0 0 0 0,0 0 0 0 0,1 1 0 0 0,34 6 1213 0 0,-27-3-818 0 0,0 0 0 0 0,-1 0 0 0 0,0 1 0 0 0,0 0 0 0 0,0 1 0 0 0,-1 0 0 0 0,0 0 0 0 0,10 10 0 0 0,49 64 433 0 0,-42-50-95 0 0,-57-59 3699 0 0,29 22-4272 0 0,0-1 0 0 0,0 0-1 0 0,1 0 1 0 0,0 0 0 0 0,1 0-1 0 0,-1 0 1 0 0,2-1-1 0 0,-1 1 1 0 0,1-1 0 0 0,0 0-1 0 0,1 1 1 0 0,0-1 0 0 0,2-16-1 0 0,-1 13-322 0 0,1 0 0 0 0,1 1-1 0 0,-1-1 1 0 0,2 1 0 0 0,0 0-1 0 0,0-1 1 0 0,1 2 0 0 0,0-1-1 0 0,11-16 1 0 0,-1 10-959 0 0,1 3-259 0 0</inkml:trace>
</inkml:ink>
</file>

<file path=ppt/ink/ink7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45.678"/>
    </inkml:context>
    <inkml:brush xml:id="br0">
      <inkml:brushProperty name="width" value="0.1" units="cm"/>
      <inkml:brushProperty name="height" value="0.1" units="cm"/>
      <inkml:brushProperty name="color" value="#FF0066"/>
    </inkml:brush>
  </inkml:definitions>
  <inkml:trace contextRef="#ctx0" brushRef="#br0">141 1 456 0 0,'1'2'133'0'0,"-1"0"-1"0"0,1 0 1 0 0,0 1-1 0 0,-1-1 1 0 0,1 0-1 0 0,-1 0 1 0 0,0 1-1 0 0,0-1 1 0 0,0 0-1 0 0,0 0 1 0 0,0 1-1 0 0,-1-1 1 0 0,1 0-1 0 0,0 0 1 0 0,-1 1-1 0 0,0-1 1 0 0,0 0-1 0 0,1 0 1 0 0,-3 4-1 0 0,-27 43 3133 0 0,19-33-2576 0 0,6-8-398 0 0,-12 18 514 0 0,1 1 0 0 0,2 1 1 0 0,0 0-1 0 0,-14 45 0 0 0,27-70-768 0 0,1-1-1 0 0,-1 1 1 0 0,1 0-1 0 0,-1-1 1 0 0,1 1-1 0 0,0 0 1 0 0,0-1-1 0 0,0 1 1 0 0,0 0-1 0 0,1-1 1 0 0,-1 1-1 0 0,1 0 1 0 0,0-1-1 0 0,0 1 1 0 0,0-1-1 0 0,0 1 1 0 0,0-1-1 0 0,0 0 1 0 0,3 4-1 0 0,-4-5-39 0 0,1-1-1 0 0,-1 1 1 0 0,1-1-1 0 0,0 1 1 0 0,-1-1-1 0 0,1 1 1 0 0,0-1-1 0 0,0 1 1 0 0,-1-1-1 0 0,1 0 1 0 0,0 1-1 0 0,0-1 1 0 0,-1 0-1 0 0,1 0 1 0 0,0 0-1 0 0,0 1 0 0 0,0-1 1 0 0,0 0-1 0 0,-1 0 1 0 0,1 0-1 0 0,0 0 1 0 0,0-1-1 0 0,1 1 1 0 0,0-1-84 0 0,0 1-1 0 0,0-1 1 0 0,-1 0 0 0 0,1 0 0 0 0,0 0 0 0 0,0-1 0 0 0,-1 1-1 0 0,1 0 1 0 0,0-1 0 0 0,-1 1 0 0 0,0-1 0 0 0,1 1-1 0 0,1-4 1 0 0,1-1-102 0 0,0-1-1 0 0,0 0 0 0 0,-1 0 1 0 0,4-11-1 0 0,-6 13 324 0 0,1 0 0 0 0,-1 0 0 0 0,1 0 0 0 0,1 0-1 0 0,-1 1 1 0 0,1-1 0 0 0,-1 1 0 0 0,1 0 0 0 0,1 0 0 0 0,-1 0 0 0 0,0 0 0 0 0,6-4-1 0 0,-8 7-98 0 0,-1 1 0 0 0,1 0-1 0 0,-1-1 1 0 0,1 1 0 0 0,0 0-1 0 0,0-1 1 0 0,-1 1 0 0 0,1 0-1 0 0,0 0 1 0 0,-1 0-1 0 0,1-1 1 0 0,0 1 0 0 0,0 0-1 0 0,-1 0 1 0 0,1 0 0 0 0,0 0-1 0 0,0 0 1 0 0,-1 1-1 0 0,1-1 1 0 0,0 0 0 0 0,0 0-1 0 0,-1 0 1 0 0,1 1 0 0 0,0-1-1 0 0,-1 0 1 0 0,2 1 0 0 0,14 19 882 0 0,3 28 1344 0 0,-19-47-2151 0 0,6 22 700 0 0,-3-9-229 0 0,2 0-1 0 0,7 20 0 0 0,-10-31-587 0 0,-1 0 0 0 0,1 1 0 0 0,0-1 0 0 0,0 0 0 0 0,0 0 0 0 0,1 0 0 0 0,-1 0 1 0 0,1-1-1 0 0,0 1 0 0 0,-1-1 0 0 0,1 1 0 0 0,0-1 0 0 0,0 0 0 0 0,6 3 0 0 0,6 0-702 0 0</inkml:trace>
</inkml:ink>
</file>

<file path=ppt/ink/ink7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46.881"/>
    </inkml:context>
    <inkml:brush xml:id="br0">
      <inkml:brushProperty name="width" value="0.1" units="cm"/>
      <inkml:brushProperty name="height" value="0.1" units="cm"/>
      <inkml:brushProperty name="color" value="#FF0066"/>
    </inkml:brush>
  </inkml:definitions>
  <inkml:trace contextRef="#ctx0" brushRef="#br0">2 21 6913 0 0,'-1'-16'989'0'0,"8"11"1186"0"0,-6 6-2048 0 0,0-1 1 0 0,0 0-1 0 0,1 1 1 0 0,-1-1-1 0 0,0 1 0 0 0,0-1 1 0 0,0 1-1 0 0,0 0 1 0 0,0-1-1 0 0,0 1 1 0 0,0 0-1 0 0,0 0 1 0 0,0 0-1 0 0,0 0 1 0 0,0 0-1 0 0,0 0 1 0 0,0 0-1 0 0,0 2 1 0 0,6 11 418 0 0,-1 0 1 0 0,0 1-1 0 0,7 30 1 0 0,-9-30-463 0 0,0 0 1 0 0,0-1-1 0 0,2 1 1 0 0,10 18-1 0 0,-16-32-113 0 0,0 0-1 0 0,1-1 0 0 0,-1 1 1 0 0,0 0-1 0 0,1-1 0 0 0,-1 1 1 0 0,1-1-1 0 0,-1 1 0 0 0,1-1 1 0 0,-1 1-1 0 0,1-1 0 0 0,-1 1 1 0 0,1-1-1 0 0,-1 1 0 0 0,1-1 1 0 0,0 0-1 0 0,-1 1 0 0 0,1-1 1 0 0,0 0-1 0 0,-1 1 0 0 0,1-1 1 0 0,0 0-1 0 0,-1 0 0 0 0,1 0 1 0 0,0 0-1 0 0,-1 0 0 0 0,1 0 1 0 0,0 0-1 0 0,0 0 0 0 0,-1 0 1 0 0,1 0-1 0 0,0 0 0 0 0,1 0 1 0 0,0-2-27 0 0,0 1 0 0 0,0 0 0 0 0,0-1 0 0 0,0 1 1 0 0,0-1-1 0 0,-1 1 0 0 0,1-1 0 0 0,0 0 0 0 0,-1 0 0 0 0,2-3 1 0 0,5-7-141 0 0,-1 0 1 0 0,8-20 0 0 0,-3 2 114 0 0,-9 20 425 0 0,0 0-1 0 0,1 0 1 0 0,1 1-1 0 0,-1 0 1 0 0,2-1-1 0 0,-1 2 1 0 0,11-13-1 0 0,-16 20-308 0 0,0 1 0 0 0,1-1-1 0 0,-1 1 1 0 0,1-1 0 0 0,-1 1 0 0 0,1-1-1 0 0,-1 1 1 0 0,1 0 0 0 0,-1-1 0 0 0,1 1 0 0 0,-1 0-1 0 0,1-1 1 0 0,0 1 0 0 0,-1 0 0 0 0,1 0-1 0 0,-1 0 1 0 0,1 0 0 0 0,0-1 0 0 0,-1 1-1 0 0,1 0 1 0 0,0 0 0 0 0,-1 0 0 0 0,1 0 0 0 0,0 0-1 0 0,-1 0 1 0 0,1 1 0 0 0,0-1 0 0 0,-1 0-1 0 0,1 0 1 0 0,-1 0 0 0 0,1 1 0 0 0,0-1 0 0 0,-1 0-1 0 0,1 0 1 0 0,-1 1 0 0 0,1-1 0 0 0,-1 1-1 0 0,1-1 1 0 0,-1 0 0 0 0,1 1 0 0 0,-1-1 0 0 0,1 1-1 0 0,-1-1 1 0 0,0 1 0 0 0,1 0 0 0 0,-1-1-1 0 0,0 1 1 0 0,1-1 0 0 0,-1 1 0 0 0,0-1-1 0 0,0 1 1 0 0,1 1 0 0 0,11 39 708 0 0,-10-33-595 0 0,2 8-547 0 0,1 0 1 0 0,10 24 0 0 0,11 3-3810 0 0,-16-32 2721 0 0</inkml:trace>
</inkml:ink>
</file>

<file path=ppt/ink/ink7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47.170"/>
    </inkml:context>
    <inkml:brush xml:id="br0">
      <inkml:brushProperty name="width" value="0.1" units="cm"/>
      <inkml:brushProperty name="height" value="0.1" units="cm"/>
      <inkml:brushProperty name="color" value="#FF0066"/>
    </inkml:brush>
  </inkml:definitions>
  <inkml:trace contextRef="#ctx0" brushRef="#br0">169 14 6449 0 0,'0'-1'81'0'0,"-1"0"1"0"0,1 1-1 0 0,-1-1 0 0 0,1 0 0 0 0,-1 0 0 0 0,1 0 0 0 0,-1 1 0 0 0,0-1 0 0 0,1 0 0 0 0,-1 1 0 0 0,0-1 0 0 0,1 0 0 0 0,-1 1 0 0 0,0-1 1 0 0,0 1-1 0 0,0-1 0 0 0,0 1 0 0 0,0 0 0 0 0,1-1 0 0 0,-1 1 0 0 0,0 0 0 0 0,0 0 0 0 0,0 0 0 0 0,0-1 0 0 0,0 1 0 0 0,-2 0 0 0 0,1 1 90 0 0,-1-1-1 0 0,0 1 0 0 0,1 0 0 0 0,-1-1 0 0 0,1 1 0 0 0,-1 1 1 0 0,1-1-1 0 0,-1 0 0 0 0,-3 3 0 0 0,-4 3 370 0 0,1 1-1 0 0,-1 0 1 0 0,-9 12 0 0 0,9-9-242 0 0,1 1 0 0 0,1 0 0 0 0,0 0 0 0 0,-8 15 0 0 0,13-21-254 0 0,0-1 0 0 0,1 1 0 0 0,0 0 0 0 0,0 0 1 0 0,0 0-1 0 0,1 0 0 0 0,0 0 0 0 0,0 0 0 0 0,0 0 1 0 0,1 1-1 0 0,0-1 0 0 0,0 7 0 0 0,1-11-42 0 0,0 0 0 0 0,-1-1 1 0 0,1 1-1 0 0,0-1 0 0 0,0 1 0 0 0,0-1 0 0 0,0 1 1 0 0,1-1-1 0 0,-1 1 0 0 0,0-1 0 0 0,0 0 0 0 0,1 0 1 0 0,-1 0-1 0 0,1 1 0 0 0,-1-2 0 0 0,1 1 0 0 0,0 0 1 0 0,-1 0-1 0 0,1 0 0 0 0,0-1 0 0 0,-1 1 0 0 0,1-1 0 0 0,0 1 1 0 0,0-1-1 0 0,0 0 0 0 0,-1 0 0 0 0,1 0 0 0 0,0 0 1 0 0,2 0-1 0 0,9 0 25 0 0,1 0 1 0 0,23-4 0 0 0,-28 3-25 0 0,24-5-3 0 0,-25 4 0 0 0,-1 0 0 0 0,1 0 0 0 0,0 1 0 0 0,-1 0 0 0 0,1 1 0 0 0,0 0 0 0 0,0 0 0 0 0,-1 0 0 0 0,1 1 0 0 0,9 3 0 0 0,-16-4 0 0 0,0 0-1 0 0,0 1 1 0 0,-1-1-1 0 0,1 0 1 0 0,0 1 0 0 0,-1-1-1 0 0,1 1 1 0 0,0-1-1 0 0,-1 1 1 0 0,1-1-1 0 0,-1 1 1 0 0,1 0 0 0 0,-1-1-1 0 0,1 1 1 0 0,-1 0-1 0 0,1-1 1 0 0,-1 1 0 0 0,0 0-1 0 0,1 0 1 0 0,-1-1-1 0 0,0 1 1 0 0,0 0-1 0 0,1 0 1 0 0,-1 0 0 0 0,0 0-1 0 0,-5 26-33 0 0,-22 23-108 0 0,26-48 125 0 0,-28 37-1331 0 0,15-21-3397 0 0</inkml:trace>
</inkml:ink>
</file>

<file path=ppt/ink/ink7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47.947"/>
    </inkml:context>
    <inkml:brush xml:id="br0">
      <inkml:brushProperty name="width" value="0.1" units="cm"/>
      <inkml:brushProperty name="height" value="0.1" units="cm"/>
      <inkml:brushProperty name="color" value="#FF0066"/>
    </inkml:brush>
  </inkml:definitions>
  <inkml:trace contextRef="#ctx0" brushRef="#br0">13 12 6913 0 0,'-9'-12'2698'0'0,"7"30"90"0"0,2-14-2992 0 0,-1 20 270 0 0,0-1-1 0 0,2 1 1 0 0,0 0 0 0 0,2-1 0 0 0,1 1 0 0 0,12 42 0 0 0,-16-65-167 0 0,0 0-1 0 0,1 0 1 0 0,-1 0 0 0 0,0 0 0 0 0,0-1-1 0 0,1 1 1 0 0,-1 0 0 0 0,1 0 0 0 0,-1 0-1 0 0,1-1 1 0 0,-1 1 0 0 0,1 0-1 0 0,-1 0 1 0 0,1-1 0 0 0,0 1 0 0 0,-1 0-1 0 0,1-1 1 0 0,0 1 0 0 0,0-1 0 0 0,-1 1-1 0 0,1-1 1 0 0,0 1 0 0 0,0-1-1 0 0,0 0 1 0 0,0 1 0 0 0,1-1 0 0 0,-1 0 58 0 0,0-1 0 0 0,0 1 1 0 0,0-1-1 0 0,0 1 1 0 0,0-1-1 0 0,0 1 0 0 0,-1-1 1 0 0,1 0-1 0 0,0 0 0 0 0,0 1 1 0 0,0-1-1 0 0,-1 0 1 0 0,1 0-1 0 0,0 0 0 0 0,-1 0 1 0 0,1 0-1 0 0,-1 0 0 0 0,1-1 1 0 0,5-10 254 0 0,-1 0-1 0 0,6-22 1 0 0,-9 28-197 0 0,0 2-20 0 0,23-60 1030 0 0,-24 61-923 0 0,0 0 1 0 0,1 0 0 0 0,-1 0-1 0 0,1 0 1 0 0,0 1-1 0 0,0-1 1 0 0,0 1-1 0 0,0-1 1 0 0,1 1 0 0 0,-1 0-1 0 0,1 0 1 0 0,-1 0-1 0 0,1 0 1 0 0,0 0-1 0 0,-1 0 1 0 0,1 1 0 0 0,0 0-1 0 0,4-2 1 0 0,-6 3-69 0 0,0 0 0 0 0,1 0-1 0 0,-1 0 1 0 0,1 1 0 0 0,-1-1 0 0 0,0 0 0 0 0,1 1 0 0 0,-1-1 0 0 0,0 1 0 0 0,0-1 0 0 0,1 1 0 0 0,-1-1 0 0 0,0 1 0 0 0,0 0 0 0 0,0 0-1 0 0,0 0 1 0 0,0-1 0 0 0,0 1 0 0 0,0 0 0 0 0,0 0 0 0 0,0 1 0 0 0,0-1 0 0 0,-1 0 0 0 0,1 0 0 0 0,0 0 0 0 0,-1 0 0 0 0,1 1 0 0 0,-1-1-1 0 0,1 0 1 0 0,-1 0 0 0 0,1 3 0 0 0,11 54 1453 0 0,-9-39-1067 0 0,-2-18-416 0 0,15 50 305 0 0,-15-48-375 0 0,0-1 1 0 0,0 0 0 0 0,0 0-1 0 0,1 0 1 0 0,-1 0-1 0 0,1 0 1 0 0,-1 0-1 0 0,1-1 1 0 0,2 3-1 0 0,-4-4-13 0 0,1 1-1 0 0,0-1 0 0 0,0 0 1 0 0,0 1-1 0 0,-1-1 0 0 0,1 1 1 0 0,0-1-1 0 0,0 0 0 0 0,0 0 1 0 0,0 0-1 0 0,0 1 0 0 0,-1-1 1 0 0,1 0-1 0 0,0 0 0 0 0,0 0 1 0 0,0 0-1 0 0,0-1 0 0 0,0 1 1 0 0,0 0-1 0 0,-1 0 0 0 0,1 0 1 0 0,0-1-1 0 0,0 1 0 0 0,1-1 1 0 0,1-1-72 0 0,-1 0 1 0 0,1 0 0 0 0,-1 0 0 0 0,0 0 0 0 0,0-1 0 0 0,0 1 0 0 0,0 0 0 0 0,0-1-1 0 0,0 0 1 0 0,0 0 0 0 0,1-3 0 0 0,14-35 79 0 0,-16 38 72 0 0,3-7 76 0 0,0-1 0 0 0,0 1 0 0 0,1 0 0 0 0,9-13 0 0 0,-14 22-42 0 0,1 0 0 0 0,0-1 1 0 0,0 1-1 0 0,0 0 0 0 0,0 0 1 0 0,0-1-1 0 0,0 1 0 0 0,0 0 1 0 0,0 0-1 0 0,0 0 0 0 0,0 0 1 0 0,1 0-1 0 0,-1 1 0 0 0,0-1 1 0 0,1 0-1 0 0,-1 1 0 0 0,1-1 1 0 0,-1 1-1 0 0,1-1 0 0 0,-1 1 1 0 0,1-1-1 0 0,-1 1 0 0 0,1 0 1 0 0,-1 0-1 0 0,1 0 0 0 0,-1 0 1 0 0,1 0-1 0 0,0 0 0 0 0,-1 1 1 0 0,1-1-1 0 0,-1 0 1 0 0,1 1-1 0 0,-1-1 0 0 0,0 1 1 0 0,1-1-1 0 0,-1 1 0 0 0,1 0 1 0 0,-1 0-1 0 0,0 0 0 0 0,0-1 1 0 0,3 3-1 0 0,19 22 2192 0 0,-21-21-2095 0 0,1 0-1 0 0,0 0 1 0 0,0-1-1 0 0,1 0 1 0 0,-1 0-1 0 0,1 0 1 0 0,-1 0-1 0 0,1 0 0 0 0,7 3 1 0 0,7 3 12 0 0,43 18-1543 0 0,-58-25 1004 0 0,0-1 0 0 0,0 0 0 0 0,0-1 0 0 0,0 1 0 0 0,0 0 0 0 0,1-1 0 0 0,-1 0 0 0 0,0 0 0 0 0,0 0 0 0 0,0 0-1 0 0,1 0 1 0 0,-1-1 0 0 0,0 1 0 0 0,0-1 0 0 0,0 0 0 0 0,4-1 0 0 0,-1-2-561 0 0,-1-1 68 0 0</inkml:trace>
</inkml:ink>
</file>

<file path=ppt/ink/ink7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48.296"/>
    </inkml:context>
    <inkml:brush xml:id="br0">
      <inkml:brushProperty name="width" value="0.1" units="cm"/>
      <inkml:brushProperty name="height" value="0.1" units="cm"/>
      <inkml:brushProperty name="color" value="#FF0066"/>
    </inkml:brush>
  </inkml:definitions>
  <inkml:trace contextRef="#ctx0" brushRef="#br0">5 0 5529 0 0,'-2'83'6311'0'0,"0"-37"-3567"0"0,7 81 0 0 0,3-73-3818 0 0,-4-26-4722 0 0</inkml:trace>
</inkml:ink>
</file>

<file path=ppt/ink/ink7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48.485"/>
    </inkml:context>
    <inkml:brush xml:id="br0">
      <inkml:brushProperty name="width" value="0.1" units="cm"/>
      <inkml:brushProperty name="height" value="0.1" units="cm"/>
      <inkml:brushProperty name="color" value="#FF0066"/>
    </inkml:brush>
  </inkml:definitions>
  <inkml:trace contextRef="#ctx0" brushRef="#br0">1 3 8754 0 0,'0'-1'776'0'0,"1"0"-616"0"0,1 1-160 0 0,-2 1 408 0 0,1 0 48 0 0,0 1 16 0 0,1 0 0 0 0,-1 4-199 0 0,0 1-41 0 0,1 1-8 0 0,1 0 0 0 0,1 2-800 0 0,1-1-161 0 0,2 2-31 0 0,0 0 0 0 0,1-1 656 0 0,-1 1 112 0 0</inkml:trace>
</inkml:ink>
</file>

<file path=ppt/ink/ink7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48.691"/>
    </inkml:context>
    <inkml:brush xml:id="br0">
      <inkml:brushProperty name="width" value="0.1" units="cm"/>
      <inkml:brushProperty name="height" value="0.1" units="cm"/>
      <inkml:brushProperty name="color" value="#FF0066"/>
    </inkml:brush>
  </inkml:definitions>
  <inkml:trace contextRef="#ctx0" brushRef="#br0">9 0 14283 0 0,'1'2'99'0'0,"-1"0"-1"0"0,0 0 1 0 0,1-1 0 0 0,-1 1 0 0 0,0 0-1 0 0,0 0 1 0 0,1 0 0 0 0,-1 0-1 0 0,-1 0 1 0 0,1 0 0 0 0,0 0-1 0 0,0-1 1 0 0,-1 1 0 0 0,-1 3 0 0 0,0 8-113 0 0,-2 51 821 0 0,3 0 0 0 0,6 66 0 0 0,0-90-975 0 0,1-1 0 0 0,2 1 0 0 0,2-2 0 0 0,21 57-1 0 0,-14-55-5999 0 0</inkml:trace>
</inkml:ink>
</file>

<file path=ppt/ink/ink7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48.882"/>
    </inkml:context>
    <inkml:brush xml:id="br0">
      <inkml:brushProperty name="width" value="0.1" units="cm"/>
      <inkml:brushProperty name="height" value="0.1" units="cm"/>
      <inkml:brushProperty name="color" value="#FF0066"/>
    </inkml:brush>
  </inkml:definitions>
  <inkml:trace contextRef="#ctx0" brushRef="#br0">0 68 5985 0 0,'2'1'536'0'0,"-1"-1"-432"0"0,2 1-104 0 0,-2-1 0 0 0,2 0 208 0 0,1 0 17 0 0,2 2 7 0 0,5-1 0 0 0,4 1 144 0 0,4-4 24 0 0,3-1 8 0 0,-1-1 0 0 0,4-1-488 0 0,0-2-96 0 0,2-3-16 0 0,0-2-8 0 0,1-1 200 0 0,-1-5-80 0 0</inkml:trace>
</inkml:ink>
</file>

<file path=ppt/ink/ink7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49.073"/>
    </inkml:context>
    <inkml:brush xml:id="br0">
      <inkml:brushProperty name="width" value="0.1" units="cm"/>
      <inkml:brushProperty name="height" value="0.1" units="cm"/>
      <inkml:brushProperty name="color" value="#FF0066"/>
    </inkml:brush>
  </inkml:definitions>
  <inkml:trace contextRef="#ctx0" brushRef="#br0">0 0 10594 0 0,'19'70'1537'0'0,"29"62"986"0"0,23 69 1375 0 0,-60-160-3391 0 0,-1 1 0 0 0,9 84 1 0 0,-14 13-1328 0 0,-7-96-1271 0 0,-7 52 1 0 0,-1-45 244 0 0</inkml:trace>
</inkml:ink>
</file>

<file path=ppt/ink/ink7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49.867"/>
    </inkml:context>
    <inkml:brush xml:id="br0">
      <inkml:brushProperty name="width" value="0.1" units="cm"/>
      <inkml:brushProperty name="height" value="0.1" units="cm"/>
      <inkml:brushProperty name="color" value="#FF0066"/>
    </inkml:brush>
  </inkml:definitions>
  <inkml:trace contextRef="#ctx0" brushRef="#br0">280 7 10594 0 0,'-3'-1'48'0'0,"0"0"0"0"0,0 0-1 0 0,0 0 1 0 0,0 0 0 0 0,-1 1 0 0 0,1-1-1 0 0,0 1 1 0 0,0 0 0 0 0,0 0-1 0 0,0 0 1 0 0,0 0 0 0 0,-1 1 0 0 0,1-1-1 0 0,0 1 1 0 0,0 0 0 0 0,0 0-1 0 0,0 0 1 0 0,0 0 0 0 0,-2 2 0 0 0,-2 1 101 0 0,1 0 1 0 0,0 1-1 0 0,0 0 1 0 0,0 0 0 0 0,1 0-1 0 0,-9 12 1 0 0,-6 9 180 0 0,2 1 0 0 0,0 1 0 0 0,2 0 0 0 0,2 1 0 0 0,0 1 0 0 0,2 0-1 0 0,1 1 1 0 0,-11 53 0 0 0,15-48-98 0 0,1 1 0 0 0,2-1 0 0 0,1 1 0 0 0,3 0-1 0 0,0-1 1 0 0,3 1 0 0 0,9 53 0 0 0,-7-69-227 0 0,1 1 0 0 0,0-1 1 0 0,1-1-1 0 0,2 1 0 0 0,0-1 0 0 0,1-1 1 0 0,0 1-1 0 0,15 17 0 0 0,-14-23-412 0 0,1 0 0 0 0,1 0-1 0 0,0-1 1 0 0,1-1 0 0 0,0 0 0 0 0,1-1 0 0 0,0-1-1 0 0,1 0 1 0 0,31 14 0 0 0,-16-11-1218 0 0,63 18-1 0 0,-70-25 1578 0 0,0-2-1 0 0,1 0 0 0 0,-1-1 1 0 0,1-2-1 0 0,-1 0 0 0 0,27-4 0 0 0,1-4 64 0 0</inkml:trace>
</inkml:ink>
</file>

<file path=ppt/ink/ink7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50.248"/>
    </inkml:context>
    <inkml:brush xml:id="br0">
      <inkml:brushProperty name="width" value="0.1" units="cm"/>
      <inkml:brushProperty name="height" value="0.1" units="cm"/>
      <inkml:brushProperty name="color" value="#FF0066"/>
    </inkml:brush>
  </inkml:definitions>
  <inkml:trace contextRef="#ctx0" brushRef="#br0">11 55 8290 0 0,'-3'-8'236'0'0,"2"6"-23"0"0,0 1 1 0 0,0-1-1 0 0,0 0 1 0 0,0 0-1 0 0,1 0 0 0 0,-1 0 1 0 0,0 1-1 0 0,1-1 0 0 0,0 0 1 0 0,-1 0-1 0 0,1 0 0 0 0,0 0 1 0 0,0 0-1 0 0,0 0 1 0 0,1 0-1 0 0,-1 0 0 0 0,0 0 1 0 0,1 0-1 0 0,-1 0 0 0 0,1 0 1 0 0,1-3-1 0 0,-2 5-146 0 0,0 0-1 0 0,1 0 1 0 0,-1-1-1 0 0,0 1 1 0 0,0 0-1 0 0,0 0 1 0 0,1 0-1 0 0,-1 0 1 0 0,0 0-1 0 0,0 0 1 0 0,0 0-1 0 0,1 0 1 0 0,-1 0-1 0 0,0 0 1 0 0,0 0-1 0 0,1 0 1 0 0,-1 0-1 0 0,0 0 1 0 0,0 0-1 0 0,1 0 1 0 0,-1 0-1 0 0,0 0 1 0 0,0 0-1 0 0,0 0 1 0 0,1 0-1 0 0,-1 0 1 0 0,0 0-1 0 0,0 0 1 0 0,0 0-1 0 0,1 1 1 0 0,-1-1-1 0 0,0 0 1 0 0,0 0-1 0 0,0 0 1 0 0,1 0-1 0 0,-1 1 1 0 0,0-1-1 0 0,0 0 1 0 0,9 13 1066 0 0,1 14-246 0 0,2 24-339 0 0,-3 2-1 0 0,-3-1 1 0 0,0 103-1 0 0,3 20-2773 0 0,-6-142 848 0 0</inkml:trace>
</inkml:ink>
</file>

<file path=ppt/ink/ink7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50.536"/>
    </inkml:context>
    <inkml:brush xml:id="br0">
      <inkml:brushProperty name="width" value="0.1" units="cm"/>
      <inkml:brushProperty name="height" value="0.1" units="cm"/>
      <inkml:brushProperty name="color" value="#FF0066"/>
    </inkml:brush>
  </inkml:definitions>
  <inkml:trace contextRef="#ctx0" brushRef="#br0">0 94 7370 0 0,'1'-4'189'0'0,"-1"0"0"0"0,1 0-1 0 0,0 0 1 0 0,0 0 0 0 0,0 0 0 0 0,1 0 0 0 0,0 0 0 0 0,-1 0 0 0 0,1 0 0 0 0,0 1 0 0 0,1-1 0 0 0,-1 1 0 0 0,1 0 0 0 0,-1-1 0 0 0,1 1 0 0 0,0 0 0 0 0,0 1 0 0 0,1-1 0 0 0,-1 0 0 0 0,0 1 0 0 0,1 0 0 0 0,5-3 0 0 0,-6 3-60 0 0,-1 1 1 0 0,1-1-1 0 0,0 1 1 0 0,0-1-1 0 0,0 1 1 0 0,0 0-1 0 0,-1 0 1 0 0,1 1 0 0 0,0-1-1 0 0,0 1 1 0 0,1-1-1 0 0,-1 1 1 0 0,0 0-1 0 0,5 0 1 0 0,-6 1-96 0 0,-1 0 1 0 0,1-1 0 0 0,-1 1-1 0 0,0 0 1 0 0,1 0 0 0 0,-1-1-1 0 0,0 1 1 0 0,1 0 0 0 0,-1 1-1 0 0,0-1 1 0 0,0 0 0 0 0,0 0 0 0 0,0 0-1 0 0,0 1 1 0 0,0-1 0 0 0,0 0-1 0 0,-1 1 1 0 0,1-1 0 0 0,0 1-1 0 0,-1-1 1 0 0,1 1 0 0 0,-1-1-1 0 0,1 1 1 0 0,-1-1 0 0 0,0 1-1 0 0,0 0 1 0 0,0-1 0 0 0,0 1-1 0 0,0 2 1 0 0,-1 20-21 0 0,-1-1 0 0 0,-1 0 0 0 0,-1 0 1 0 0,-1 0-1 0 0,-1 0 0 0 0,-9 23 0 0 0,6-20 174 0 0,1 0 0 0 0,2 0 0 0 0,-7 54 0 0 0,13-79-155 0 0,-1 1 0 0 0,1-1 0 0 0,0 1 0 0 0,0 0 0 0 0,0-1-1 0 0,0 1 1 0 0,0 0 0 0 0,0-1 0 0 0,0 1 0 0 0,0-1 0 0 0,1 1 0 0 0,-1 0 0 0 0,1-1 0 0 0,-1 1 0 0 0,1-1 0 0 0,0 1-1 0 0,0-1 1 0 0,-1 1 0 0 0,1-1 0 0 0,0 0 0 0 0,0 1 0 0 0,0-1 0 0 0,1 0 0 0 0,-1 0 0 0 0,0 0 0 0 0,0 0 0 0 0,1 0-1 0 0,-1 0 1 0 0,0 0 0 0 0,1 0 0 0 0,-1 0 0 0 0,1-1 0 0 0,-1 1 0 0 0,1-1 0 0 0,-1 1 0 0 0,1-1 0 0 0,0 1 0 0 0,-1-1-1 0 0,1 0 1 0 0,0 0 0 0 0,-1 0 0 0 0,1 0 0 0 0,1 0 0 0 0,36-8-1046 0 0,-3-5-3584 0 0,-12 2-310 0 0</inkml:trace>
</inkml:ink>
</file>

<file path=ppt/ink/ink7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50.853"/>
    </inkml:context>
    <inkml:brush xml:id="br0">
      <inkml:brushProperty name="width" value="0.1" units="cm"/>
      <inkml:brushProperty name="height" value="0.1" units="cm"/>
      <inkml:brushProperty name="color" value="#FF0066"/>
    </inkml:brush>
  </inkml:definitions>
  <inkml:trace contextRef="#ctx0" brushRef="#br0">0 217 3225 0 0,'3'2'194'0'0,"0"0"0"0"0,0 0 0 0 0,0-1 1 0 0,0 1-1 0 0,1-1 0 0 0,-1 0 0 0 0,0 0 1 0 0,1 0-1 0 0,-1 0 0 0 0,0 0 0 0 0,1-1 1 0 0,-1 0-1 0 0,7 0 0 0 0,48-3 1695 0 0,-56 3-1783 0 0,14-2 25 0 0,0-2 0 0 0,0 1-1 0 0,0-2 1 0 0,-1 0 0 0 0,0-1 0 0 0,24-12-1 0 0,-32 14-83 0 0,1 0-1 0 0,-1-1 0 0 0,0 1 0 0 0,0-1 0 0 0,-1-1 1 0 0,1 1-1 0 0,-1-1 0 0 0,-1 0 0 0 0,1-1 0 0 0,-1 1 1 0 0,0-1-1 0 0,0 0 0 0 0,-1-1 0 0 0,5-9 0 0 0,-8 15 32 0 0,0-1 0 0 0,0 1 0 0 0,0-1 0 0 0,-1 1-1 0 0,1-1 1 0 0,-1 1 0 0 0,1-1 0 0 0,-1 1 0 0 0,0-1 0 0 0,0 1-1 0 0,0-1 1 0 0,0 1 0 0 0,-1-1 0 0 0,1 1 0 0 0,-1-1-1 0 0,1 1 1 0 0,-1-1 0 0 0,0 1 0 0 0,0-1 0 0 0,0 1 0 0 0,0 0-1 0 0,0 0 1 0 0,-1-1 0 0 0,1 1 0 0 0,-1 0 0 0 0,1 0-1 0 0,-1 0 1 0 0,0 1 0 0 0,0-1 0 0 0,0 0 0 0 0,0 1 0 0 0,0-1-1 0 0,0 1 1 0 0,0 0 0 0 0,-1-1 0 0 0,1 1 0 0 0,0 0-1 0 0,-4-1 1 0 0,1 1 53 0 0,0 0 1 0 0,0-1-1 0 0,0 2 0 0 0,0-1 0 0 0,0 1 0 0 0,-1-1 0 0 0,1 2 0 0 0,0-1 1 0 0,0 0-1 0 0,0 1 0 0 0,0 0 0 0 0,0 0 0 0 0,0 1 0 0 0,0-1 0 0 0,0 1 0 0 0,0 0 1 0 0,0 0-1 0 0,-6 5 0 0 0,5-2-96 0 0,-1 1 1 0 0,0-1 0 0 0,1 1-1 0 0,0 1 1 0 0,1-1-1 0 0,0 1 1 0 0,0 0-1 0 0,0 1 1 0 0,1-1-1 0 0,0 1 1 0 0,0 0 0 0 0,0 0-1 0 0,2 0 1 0 0,-4 12-1 0 0,5-15-113 0 0,0-1-1 0 0,0 0 0 0 0,1 1 1 0 0,-1-1-1 0 0,1 0 1 0 0,0 1-1 0 0,1-1 0 0 0,-1 0 1 0 0,1 1-1 0 0,0-1 1 0 0,0 0-1 0 0,0 0 1 0 0,0 0-1 0 0,1 1 0 0 0,0-1 1 0 0,0-1-1 0 0,0 1 1 0 0,0 0-1 0 0,0 0 0 0 0,1-1 1 0 0,0 1-1 0 0,-1-1 1 0 0,1 0-1 0 0,1 0 0 0 0,-1 0 1 0 0,0 0-1 0 0,1-1 1 0 0,-1 1-1 0 0,8 2 1 0 0,-1 0-288 0 0,0-1 0 0 0,1 0 0 0 0,-1-1 0 0 0,1 0 0 0 0,0-1 0 0 0,14 2 0 0 0,4-1-3537 0 0</inkml:trace>
</inkml:ink>
</file>

<file path=ppt/ink/ink7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51.087"/>
    </inkml:context>
    <inkml:brush xml:id="br0">
      <inkml:brushProperty name="width" value="0.1" units="cm"/>
      <inkml:brushProperty name="height" value="0.1" units="cm"/>
      <inkml:brushProperty name="color" value="#FF0066"/>
    </inkml:brush>
  </inkml:definitions>
  <inkml:trace contextRef="#ctx0" brushRef="#br0">388 17 4977 0 0,'-1'-1'53'0'0,"1"0"1"0"0,0 0-1 0 0,0 1 0 0 0,-1-1 0 0 0,1 0 0 0 0,-1 0 1 0 0,1 0-1 0 0,-1 1 0 0 0,1-1 0 0 0,-1 0 1 0 0,1 1-1 0 0,-1-1 0 0 0,1 0 0 0 0,-1 1 0 0 0,0-1 1 0 0,0 1-1 0 0,1-1 0 0 0,-1 1 0 0 0,0-1 1 0 0,0 1-1 0 0,1 0 0 0 0,-1-1 0 0 0,0 1 0 0 0,0 0 1 0 0,0-1-1 0 0,0 1 0 0 0,0 0 0 0 0,0 0 1 0 0,1 0-1 0 0,-1 0 0 0 0,0 0 0 0 0,0 0 0 0 0,0 0 1 0 0,-1 0-1 0 0,-36 4 2588 0 0,33-4-2425 0 0,-12 4 371 0 0,0 0 0 0 0,-1 0 0 0 0,1 2 0 0 0,1 0 0 0 0,-1 1 0 0 0,1 1 1 0 0,0 0-1 0 0,-21 16 0 0 0,20-12-269 0 0,0 2 1 0 0,1-1-1 0 0,0 2 1 0 0,1 0-1 0 0,1 1 1 0 0,-22 30-1 0 0,34-42-313 0 0,0 0-1 0 0,0-1 1 0 0,0 1-1 0 0,0 0 1 0 0,0 0-1 0 0,1 0 0 0 0,0 0 1 0 0,0 1-1 0 0,0-1 1 0 0,0 0-1 0 0,1 0 1 0 0,-1 1-1 0 0,1-1 1 0 0,0 0-1 0 0,0 1 1 0 0,1-1-1 0 0,0 0 0 0 0,1 8 1 0 0,-1-9-109 0 0,1 0-1 0 0,-1 0 1 0 0,1 0 0 0 0,-1-1 0 0 0,1 1-1 0 0,0 0 1 0 0,0-1 0 0 0,0 1 0 0 0,0-1-1 0 0,1 0 1 0 0,-1 1 0 0 0,1-1 0 0 0,-1 0-1 0 0,1-1 1 0 0,0 1 0 0 0,0 0 0 0 0,0-1-1 0 0,0 0 1 0 0,0 1 0 0 0,0-1 0 0 0,0 0-1 0 0,0-1 1 0 0,0 1 0 0 0,0-1 0 0 0,4 1-1 0 0,34-1-2771 0 0,-19-4-1526 0 0</inkml:trace>
</inkml:ink>
</file>

<file path=ppt/ink/ink7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51.578"/>
    </inkml:context>
    <inkml:brush xml:id="br0">
      <inkml:brushProperty name="width" value="0.1" units="cm"/>
      <inkml:brushProperty name="height" value="0.1" units="cm"/>
      <inkml:brushProperty name="color" value="#FF0066"/>
    </inkml:brush>
  </inkml:definitions>
  <inkml:trace contextRef="#ctx0" brushRef="#br0">12 256 5985 0 0,'-1'0'82'0'0,"0"1"0"0"0,0-1-1 0 0,0 1 1 0 0,1 0 0 0 0,-1-1 0 0 0,0 1-1 0 0,1 0 1 0 0,-1-1 0 0 0,1 1-1 0 0,-1 0 1 0 0,1 0 0 0 0,-1-1 0 0 0,1 1-1 0 0,-1 0 1 0 0,1 0 0 0 0,0 0-1 0 0,-1 0 1 0 0,1 0 0 0 0,0-1-1 0 0,0 1 1 0 0,0 0 0 0 0,-1 0 0 0 0,1 0-1 0 0,0 0 1 0 0,0 0 0 0 0,0 0-1 0 0,1 0 1 0 0,-1 0 0 0 0,0 0 0 0 0,1 1-1 0 0,0-2 62 0 0,0 1-1 0 0,0 0 1 0 0,0-1-1 0 0,0 0 1 0 0,1 1-1 0 0,-1-1 1 0 0,0 0-1 0 0,0 1 1 0 0,1-1-1 0 0,-1 0 1 0 0,0 0-1 0 0,1 0 1 0 0,-1 0-1 0 0,0 0 1 0 0,0-1-1 0 0,1 1 1 0 0,-1 0-1 0 0,0 0 1 0 0,0-1 0 0 0,1 1-1 0 0,-1-1 1 0 0,0 1-1 0 0,1-2 1 0 0,9-3 103 0 0,0-1 1 0 0,-1 0-1 0 0,0 0 1 0 0,0-1-1 0 0,0-1 1 0 0,-1 1 0 0 0,-1-2-1 0 0,1 1 1 0 0,-1-1-1 0 0,0 0 1 0 0,10-18 0 0 0,-10 15-43 0 0,-1-1 0 0 0,0 0 1 0 0,0 0-1 0 0,-1-1 0 0 0,-1 1 1 0 0,-1-1-1 0 0,0-1 0 0 0,0 1 1 0 0,1-18-1 0 0,-5 11 659 0 0,-4 35 113 0 0,2 0-728 0 0,-1 3-209 0 0,0 0 0 0 0,1-1 0 0 0,1 1 0 0 0,1 0 0 0 0,2 22 0 0 0,-1-35-201 0 0,0 0 1 0 0,0 0 0 0 0,0 0 0 0 0,0 0 0 0 0,0-1-1 0 0,1 1 1 0 0,0 0 0 0 0,0-1 0 0 0,0 1-1 0 0,0-1 1 0 0,0 1 0 0 0,1-1 0 0 0,0 0-1 0 0,-1 0 1 0 0,1 0 0 0 0,0 0 0 0 0,1-1-1 0 0,-1 1 1 0 0,0-1 0 0 0,1 0 0 0 0,-1 0 0 0 0,1 0-1 0 0,0 0 1 0 0,-1-1 0 0 0,1 1 0 0 0,0-1-1 0 0,7 1 1 0 0,-4 0-234 0 0,0-1 0 0 0,0-1 0 0 0,0 1 0 0 0,1-1 0 0 0,-1 0 1 0 0,12-2-1 0 0,2-2-426 0 0</inkml:trace>
</inkml:ink>
</file>

<file path=ppt/ink/ink7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51.720"/>
    </inkml:context>
    <inkml:brush xml:id="br0">
      <inkml:brushProperty name="width" value="0.1" units="cm"/>
      <inkml:brushProperty name="height" value="0.1" units="cm"/>
      <inkml:brushProperty name="color" value="#FF0066"/>
    </inkml:brush>
  </inkml:definitions>
  <inkml:trace contextRef="#ctx0" brushRef="#br0">0 61 3625 0 0,'13'-15'211'0'0,"14"-16"60"0"0,-9 17 4057 0 0,-17 14-4195 0 0,-1 0 0 0 0,6 3 2394 0 0,-6-2-2394 0 0,0-1 0 0 0,1 0 0 0 0,-1 1 0 0 0,0-1 0 0 0,0 0 0 0 0,0 1 0 0 0,0-1 0 0 0,0 0 0 0 0,0 1 0 0 0,0-1 0 0 0,1 0 0 0 0,-1 1 0 0 0,0-1 0 0 0,0 0 0 0 0,0 1 0 0 0,-1-1 0 0 0,1 1 0 0 0,0-1 0 0 0,0 0 0 0 0,0 1 0 0 0,0-1 0 0 0,0 24 1740 0 0,0-21-1496 0 0,0 29 796 0 0,6 51 0 0 0,-4-70-2671 0 0,1 1 0 0 0,1-1-1 0 0,8 21 1 0 0</inkml:trace>
</inkml:ink>
</file>

<file path=ppt/ink/ink7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51.911"/>
    </inkml:context>
    <inkml:brush xml:id="br0">
      <inkml:brushProperty name="width" value="0.1" units="cm"/>
      <inkml:brushProperty name="height" value="0.1" units="cm"/>
      <inkml:brushProperty name="color" value="#FF0066"/>
    </inkml:brush>
  </inkml:definitions>
  <inkml:trace contextRef="#ctx0" brushRef="#br0">13 2 11058 0 0,'-1'0'30'0'0,"1"0"-1"0"0,0 0 0 0 0,0 0 0 0 0,-1-1 0 0 0,1 1 0 0 0,0 0 0 0 0,0 0 1 0 0,-1 0-1 0 0,1 0 0 0 0,0 0 0 0 0,-1 0 0 0 0,1 0 0 0 0,0-1 1 0 0,-1 1-1 0 0,1 0 0 0 0,0 0 0 0 0,-1 0 0 0 0,1 0 0 0 0,0 0 1 0 0,-1 0-1 0 0,1 1 0 0 0,0-1 0 0 0,0 0 0 0 0,-1 0 0 0 0,1 0 1 0 0,0 0-1 0 0,-1 0 0 0 0,1 0 0 0 0,0 0 0 0 0,0 1 0 0 0,-1-1 0 0 0,1 0 1 0 0,0 0-1 0 0,0 0 0 0 0,-1 1 0 0 0,1-1 0 0 0,0 0 0 0 0,0 0 1 0 0,0 1-1 0 0,-1-1 0 0 0,1 0 0 0 0,0 0 0 0 0,0 1 0 0 0,0-1 1 0 0,0 0-1 0 0,0 1 0 0 0,-1-1 0 0 0,1 0 0 0 0,0 1 0 0 0,0-1 1 0 0,0 0-1 0 0,0 1 0 0 0,0-1 0 0 0,0 0 0 0 0,0 0 0 0 0,0 1 0 0 0,1-1 1 0 0,10 30 438 0 0,28 30-4197 0 0,-17-38 2251 0 0,-10-12 1437 0 0</inkml:trace>
</inkml:ink>
</file>

<file path=ppt/ink/ink7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52.148"/>
    </inkml:context>
    <inkml:brush xml:id="br0">
      <inkml:brushProperty name="width" value="0.1" units="cm"/>
      <inkml:brushProperty name="height" value="0.1" units="cm"/>
      <inkml:brushProperty name="color" value="#FF0066"/>
    </inkml:brush>
  </inkml:definitions>
  <inkml:trace contextRef="#ctx0" brushRef="#br0">1 1 4145 0 0,'8'23'792'0'0,"1"38"1502"0"0,-5-29-938 0 0,1 0 0 0 0,18 59 0 0 0,-21-83-1227 0 0,1-1 1 0 0,0 1-1 0 0,1-1 1 0 0,-1 0-1 0 0,1 0 0 0 0,1 0 1 0 0,0-1-1 0 0,0 1 1 0 0,0-1-1 0 0,0 0 0 0 0,1 0 1 0 0,0-1-1 0 0,0 0 1 0 0,1 0-1 0 0,-1 0 0 0 0,13 6 1 0 0,-17-10-100 0 0,1 0 1 0 0,-1 0-1 0 0,0 0 1 0 0,0 0-1 0 0,0-1 1 0 0,1 1-1 0 0,-1-1 1 0 0,0 1-1 0 0,1-1 1 0 0,-1 0-1 0 0,0 1 1 0 0,1-1-1 0 0,-1-1 0 0 0,0 1 1 0 0,1 0-1 0 0,-1 0 1 0 0,0-1-1 0 0,1 0 1 0 0,-1 1-1 0 0,0-1 1 0 0,0 0-1 0 0,0 0 1 0 0,1 0-1 0 0,-1 0 1 0 0,0 0-1 0 0,0-1 1 0 0,-1 1-1 0 0,1-1 1 0 0,0 1-1 0 0,0-1 0 0 0,-1 0 1 0 0,1 0-1 0 0,-1 1 1 0 0,1-1-1 0 0,-1 0 1 0 0,0 0-1 0 0,0 0 1 0 0,0-1-1 0 0,1-2 1 0 0,4-10-56 0 0,-1 0 1 0 0,-1 0 0 0 0,0-1-1 0 0,2-27 1 0 0,-3 23-188 0 0,1-1 92 0 0,0 0 0 0 0,2 0 0 0 0,11-29 0 0 0,-8 32 187 0 0</inkml:trace>
</inkml:ink>
</file>

<file path=ppt/ink/ink7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52.385"/>
    </inkml:context>
    <inkml:brush xml:id="br0">
      <inkml:brushProperty name="width" value="0.1" units="cm"/>
      <inkml:brushProperty name="height" value="0.1" units="cm"/>
      <inkml:brushProperty name="color" value="#FF0066"/>
    </inkml:brush>
  </inkml:definitions>
  <inkml:trace contextRef="#ctx0" brushRef="#br0">1 109 1840 0 0,'0'9'621'0'0,"1"-1"-1"0"0,0 1 0 0 0,0 0 0 0 0,4 12 0 0 0,-4-18-313 0 0,0-1-1 0 0,0 1 1 0 0,1-1-1 0 0,-1 1 1 0 0,0-1 0 0 0,1 1-1 0 0,-1-1 1 0 0,4 4-1 0 0,-5-6-264 0 0,1 1 0 0 0,0 0-1 0 0,0-1 1 0 0,0 1-1 0 0,-1-1 1 0 0,1 1-1 0 0,0-1 1 0 0,0 1-1 0 0,0-1 1 0 0,0 1 0 0 0,0-1-1 0 0,0 0 1 0 0,0 0-1 0 0,0 1 1 0 0,0-1-1 0 0,0 0 1 0 0,0 0-1 0 0,0 0 1 0 0,0 0 0 0 0,0 0-1 0 0,0 0 1 0 0,0-1-1 0 0,1 1 1 0 0,2-2 164 0 0,-1 1 1 0 0,1-1-1 0 0,-1 0 0 0 0,0-1 1 0 0,1 1-1 0 0,-1 0 0 0 0,0-1 1 0 0,-1 0-1 0 0,1 0 0 0 0,0 1 1 0 0,-1-2-1 0 0,4-4 0 0 0,24-43 1922 0 0,-28 48-1985 0 0,0 0-43 0 0,3-5-42 0 0,-1 0 0 0 0,0 0 0 0 0,0-1-1 0 0,-1 1 1 0 0,0-1 0 0 0,0 0 0 0 0,-1 0-1 0 0,2-14 1 0 0,-4 23-133 0 0,0-1 0 0 0,0 1 0 0 0,0-1 0 0 0,0 1 0 0 0,0 0 0 0 0,0-1 0 0 0,0 1 0 0 0,0-1 0 0 0,0 1 0 0 0,0-1 0 0 0,0 1 0 0 0,0 0 0 0 0,-1-1 0 0 0,1 1 0 0 0,0-1 0 0 0,0 1 0 0 0,0 0 0 0 0,-1-1 0 0 0,1 1 0 0 0,0 0 0 0 0,-1-1 0 0 0,1 1 0 0 0,0 0 0 0 0,-1 0 0 0 0,1-1 0 0 0,0 1 0 0 0,-1 0 0 0 0,1 0 0 0 0,0-1 1 0 0,-1 1-1 0 0,1 0 0 0 0,-1 0 0 0 0,1 0-4 0 0,-1 0 0 0 0,1 0 1 0 0,0 0-1 0 0,0 0 0 0 0,-1 0 1 0 0,1 0-1 0 0,0 1 0 0 0,0-1 1 0 0,-1 0-1 0 0,1 0 0 0 0,0 0 1 0 0,0 0-1 0 0,0 0 1 0 0,-1 1-1 0 0,1-1 0 0 0,0 0 1 0 0,0 0-1 0 0,0 0 0 0 0,0 1 1 0 0,-1-1-1 0 0,1 0 0 0 0,0 0 1 0 0,0 1-1 0 0,0-1 0 0 0,0 0 1 0 0,0 0-1 0 0,0 1 1 0 0,0-1-1 0 0,0 0 0 0 0,0 0 1 0 0,0 1-1 0 0,0-1 0 0 0,0 0 1 0 0,0 1-1 0 0,0-1 0 0 0,0 0 1 0 0,0 0-1 0 0,0 1 1 0 0,0-1-1 0 0,0 0 0 0 0,0 0 1 0 0,0 1-1 0 0,0-1 0 0 0,0 0 1 0 0,1 0-1 0 0,-1 1 0 0 0,0-1 1 0 0</inkml:trace>
</inkml:ink>
</file>

<file path=ppt/ink/ink7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52.938"/>
    </inkml:context>
    <inkml:brush xml:id="br0">
      <inkml:brushProperty name="width" value="0.1" units="cm"/>
      <inkml:brushProperty name="height" value="0.1" units="cm"/>
      <inkml:brushProperty name="color" value="#FF0066"/>
    </inkml:brush>
  </inkml:definitions>
  <inkml:trace contextRef="#ctx0" brushRef="#br0">1 1 10594 0 0,'-1'2'173'0'0,"1"1"0"0"0,0-1 0 0 0,0 0-1 0 0,0 1 1 0 0,0-1 0 0 0,1 1-1 0 0,-1-1 1 0 0,1 1 0 0 0,-1-1 0 0 0,1 1-1 0 0,0-1 1 0 0,0 0 0 0 0,0 0 0 0 0,0 1-1 0 0,0-1 1 0 0,3 3 0 0 0,3 11 279 0 0,20 53 1470 0 0,47 140 2127 0 0,-62-167-3554 0 0,-1 1-1 0 0,-3 1 0 0 0,3 46 0 0 0,-7-50-625 0 0,-3 0 1 0 0,-1 0-1 0 0,-2-1 0 0 0,-2 1 0 0 0,-1 0 0 0 0,-2-1 0 0 0,-2 0 0 0 0,-2-1 0 0 0,-1 0 0 0 0,-2 0 0 0 0,-24 44 0 0 0,12-36 111 0 0</inkml:trace>
</inkml:ink>
</file>

<file path=ppt/ink/ink7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55.369"/>
    </inkml:context>
    <inkml:brush xml:id="br0">
      <inkml:brushProperty name="width" value="0.1" units="cm"/>
      <inkml:brushProperty name="height" value="0.1" units="cm"/>
      <inkml:brushProperty name="color" value="#FF0066"/>
    </inkml:brush>
  </inkml:definitions>
  <inkml:trace contextRef="#ctx0" brushRef="#br0">123 88 8290 0 0,'-9'-29'2362'0'0,"8"23"-1796"0"0,0 0 0 0 0,-1 1 0 0 0,0-1 0 0 0,0 0 0 0 0,-1 1 0 0 0,1-1 0 0 0,-1 1 0 0 0,-6-8 0 0 0,0 62 1707 0 0,-20 141-1456 0 0,6-49-677 0 0,-5 154 0 0 0,52 430-14 0 0,52-4-126 0 0,-75-716-1 0 0,81 956 603 0 0,-83-865-501 0 0,0-8-1799 0 0,8-31-2426 0 0,-7-53 3918 0 0,1-1 0 0 0,0 1 0 0 0,0 0 0 0 0,0 0 0 0 0,1-1 1 0 0,-1 1-1 0 0,1-1 0 0 0,0 1 0 0 0,0-1 0 0 0,5 6 0 0 0</inkml:trace>
</inkml:ink>
</file>

<file path=ppt/ink/ink7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55.951"/>
    </inkml:context>
    <inkml:brush xml:id="br0">
      <inkml:brushProperty name="width" value="0.1" units="cm"/>
      <inkml:brushProperty name="height" value="0.1" units="cm"/>
      <inkml:brushProperty name="color" value="#FF0066"/>
    </inkml:brush>
  </inkml:definitions>
  <inkml:trace contextRef="#ctx0" brushRef="#br0">0 312 4145 0 0,'22'-2'944'0'0,"34"-9"6"0"0,-1-2 0 0 0,63-25 0 0 0,3-1 241 0 0,419-92 177 0 0,-359 98-820 0 0,187-8 0 0 0,372 37-241 0 0,-2 60-16 0 0,-469-22-771 0 0,-249-32 194 0 0</inkml:trace>
</inkml:ink>
</file>

<file path=ppt/ink/ink7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56.904"/>
    </inkml:context>
    <inkml:brush xml:id="br0">
      <inkml:brushProperty name="width" value="0.1" units="cm"/>
      <inkml:brushProperty name="height" value="0.1" units="cm"/>
      <inkml:brushProperty name="color" value="#FF0066"/>
    </inkml:brush>
  </inkml:definitions>
  <inkml:trace contextRef="#ctx0" brushRef="#br0">2833 1 7370 0 0,'21'37'3170'0'0,"-5"-11"-2655"0"0,0 0 1 0 0,-2 2-1 0 0,-1-1 1 0 0,-1 2-1 0 0,-1-1 1 0 0,-1 2-1 0 0,-2-1 1 0 0,5 35-1 0 0,18 86 1684 0 0,24 139-1045 0 0,-22 197-1026 0 0,-12-99-85 0 0,16 20 317 0 0,24 236 477 0 0,-46-473-374 0 0,-10 206 1 0 0,-39 170 635 0 0,26-334-813 0 0,10-175-229 0 0,1 0-1 0 0,1 0 0 0 0,17 61 0 0 0,-21-96-59 0 0,1 1-1 0 0,0-1 1 0 0,1 1 0 0 0,-1-1 0 0 0,0 0 0 0 0,1 1 0 0 0,-1-1 0 0 0,1 0-1 0 0,0 0 1 0 0,-1 0 0 0 0,1 0 0 0 0,0 0 0 0 0,0-1 0 0 0,1 1 0 0 0,-1 0-1 0 0,0-1 1 0 0,0 0 0 0 0,1 1 0 0 0,-1-1 0 0 0,1 0 0 0 0,4 1-1 0 0,2 0-13 0 0,1 0 0 0 0,-1 0 0 0 0,1-1 0 0 0,17-1 0 0 0,-26 0-26 0 0,-1-1 22 0 0,0 1-10 0 0,-18-7 154 0 0,6 4-111 0 0,0 1-1 0 0,0 0 1 0 0,0 1-1 0 0,0 1 1 0 0,0 0-1 0 0,-19 2 1 0 0,-9 0 2 0 0,-320 8-472 0 0,-40 1-140 0 0,-712 9 279 0 0,993-10 845 0 0,-138 29 0 0 0,-113 46-87 0 0,361-83-436 0 0,-204 48 169 0 0,163-41-145 0 0,0-3 1 0 0,-67 2-1 0 0,106-8-97 0 0,-1-1-1 0 0,0 0 1 0 0,-19-4 0 0 0,27 4-227 0 0,1 0 0 0 0,-1 0 0 0 0,0-1 0 0 0,1 1 0 0 0,-1-1 0 0 0,1 0 0 0 0,0 0 0 0 0,0 0 0 0 0,-4-3 0 0 0</inkml:trace>
</inkml:ink>
</file>

<file path=ppt/ink/ink7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57.695"/>
    </inkml:context>
    <inkml:brush xml:id="br0">
      <inkml:brushProperty name="width" value="0.1" units="cm"/>
      <inkml:brushProperty name="height" value="0.1" units="cm"/>
      <inkml:brushProperty name="color" value="#FF0066"/>
    </inkml:brush>
  </inkml:definitions>
  <inkml:trace contextRef="#ctx0" brushRef="#br0">152 11 6913 0 0,'0'-10'7407'0'0,"3"27"-5896"0"0,-7 50-98 0 0,-21 105 0 0 0,-28 62-653 0 0,30-142-557 0 0,10-42-188 0 0,3-12-175 0 0,1 0 0 0 0,2 0 0 0 0,-3 60 0 0 0,10-96-53 0 0,0 0 0 0 0,0-1 1 0 0,0 1-1 0 0,0 0 1 0 0,0-1-1 0 0,1 1 0 0 0,-1 0 1 0 0,0 0-1 0 0,1-1 1 0 0,-1 1-1 0 0,1 0 0 0 0,0-1 1 0 0,0 1-1 0 0,-1-1 0 0 0,3 2 1 0 0,15-18-7137 0 0,-14 6 6096 0 0,-1 0-1 0 0,1 0 1 0 0,2-18-1 0 0,-1 5 1089 0 0</inkml:trace>
</inkml:ink>
</file>

<file path=ppt/ink/ink7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57.919"/>
    </inkml:context>
    <inkml:brush xml:id="br0">
      <inkml:brushProperty name="width" value="0.1" units="cm"/>
      <inkml:brushProperty name="height" value="0.1" units="cm"/>
      <inkml:brushProperty name="color" value="#FF0066"/>
    </inkml:brush>
  </inkml:definitions>
  <inkml:trace contextRef="#ctx0" brushRef="#br0">0 0 3681 0 0,'0'0'284'0'0,"18"14"3310"0"0,6 11-1833 0 0,-2 1-1 0 0,-1 2 1 0 0,18 29 0 0 0,48 94 208 0 0,-36-57-816 0 0,106 151-1901 0 0,-151-236 577 0 0,9 16-897 0 0,-2-3-250 0 0</inkml:trace>
</inkml:ink>
</file>

<file path=ppt/ink/ink7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58.172"/>
    </inkml:context>
    <inkml:brush xml:id="br0">
      <inkml:brushProperty name="width" value="0.1" units="cm"/>
      <inkml:brushProperty name="height" value="0.1" units="cm"/>
      <inkml:brushProperty name="color" value="#FF0066"/>
    </inkml:brush>
  </inkml:definitions>
  <inkml:trace contextRef="#ctx0" brushRef="#br0">10 202 9218 0 0,'0'0'63'0'0,"0"0"1"0"0,-1 0-1 0 0,1 0 0 0 0,-1 0 0 0 0,1 0 1 0 0,0 0-1 0 0,-1 0 0 0 0,1 0 0 0 0,-1 0 1 0 0,1-1-1 0 0,0 1 0 0 0,-1 0 0 0 0,1 0 1 0 0,0 0-1 0 0,-1 0 0 0 0,1-1 1 0 0,0 1-1 0 0,-1 0 0 0 0,1 0 0 0 0,0-1 1 0 0,-1 1-1 0 0,1 0 0 0 0,0 0 0 0 0,0-1 1 0 0,-1 1-1 0 0,1 0 0 0 0,0-1 0 0 0,0 1 1 0 0,0-1-1 0 0,0 1 0 0 0,-1-1 1 0 0,9-13 2005 0 0,-6 11-1957 0 0,4-5 180 0 0,1 0 0 0 0,0 0-1 0 0,0 1 1 0 0,1 0 0 0 0,0 0 0 0 0,15-8-1 0 0,57-31-226 0 0,-55 35-891 0 0,0 0 1 0 0,45-12-1 0 0,-35 15-1376 0 0,-1 1-1 0 0,1 2 1 0 0,53-1 0 0 0,-57 6 2030 0 0</inkml:trace>
</inkml:ink>
</file>

<file path=ppt/ink/ink7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58.516"/>
    </inkml:context>
    <inkml:brush xml:id="br0">
      <inkml:brushProperty name="width" value="0.1" units="cm"/>
      <inkml:brushProperty name="height" value="0.1" units="cm"/>
      <inkml:brushProperty name="color" value="#FF0066"/>
    </inkml:brush>
  </inkml:definitions>
  <inkml:trace contextRef="#ctx0" brushRef="#br0">0 195 4145 0 0,'4'-4'346'0'0,"-1"1"0"0"0,1 0-1 0 0,0 0 1 0 0,0 1 0 0 0,0-1 0 0 0,0 1 0 0 0,1 0-1 0 0,-1 0 1 0 0,1 0 0 0 0,-1 0 0 0 0,1 1 0 0 0,-1 0-1 0 0,1 0 1 0 0,0 0 0 0 0,0 1 0 0 0,0-1 0 0 0,-1 1 0 0 0,1 0-1 0 0,0 1 1 0 0,0-1 0 0 0,0 1 0 0 0,-1 0 0 0 0,1 0-1 0 0,5 2 1 0 0,0 0-57 0 0,-1 1 0 0 0,0 0 0 0 0,0 1 0 0 0,-1 0 0 0 0,1 0 0 0 0,-1 1 0 0 0,0 0 0 0 0,0 1 0 0 0,-1 0 0 0 0,11 12 0 0 0,-12-12-237 0 0,1 0 21 0 0,-1 0 0 0 0,0 0 0 0 0,0 1 0 0 0,-1 0-1 0 0,0 1 1 0 0,0-1 0 0 0,-1 1 0 0 0,6 16 0 0 0,-10-24-39 0 0,0-1 1 0 0,0 0-1 0 0,0 0 0 0 0,0 0 0 0 0,0 0 1 0 0,0 1-1 0 0,0-1 0 0 0,0 0 1 0 0,0 0-1 0 0,0 0 0 0 0,0 1 1 0 0,0-1-1 0 0,0 0 0 0 0,0 0 0 0 0,0 0 1 0 0,0 1-1 0 0,0-1 0 0 0,0 0 1 0 0,0 0-1 0 0,0 0 0 0 0,0 0 1 0 0,0 1-1 0 0,0-1 0 0 0,-1 0 0 0 0,1 0 1 0 0,0 0-1 0 0,0 0 0 0 0,0 0 1 0 0,0 1-1 0 0,0-1 0 0 0,-1 0 1 0 0,1 0-1 0 0,0 0 0 0 0,0 0 1 0 0,0 0-1 0 0,0 0 0 0 0,-1 0 0 0 0,1 0 1 0 0,0 0-1 0 0,0 0 0 0 0,-1 0 1 0 0,-9-2 1183 0 0,-10-10 65 0 0,16 7-1217 0 0,-1-1 0 0 0,1 0 0 0 0,0 1 0 0 0,1-2 0 0 0,-1 1 0 0 0,1 0 0 0 0,1 0-1 0 0,-1-1 1 0 0,1 0 0 0 0,0 1 0 0 0,0-1 0 0 0,1 0 0 0 0,0 0 0 0 0,0 0 0 0 0,1 0 0 0 0,0 0 0 0 0,0 0 0 0 0,1 0 0 0 0,-1 0 0 0 0,2 0-1 0 0,1-7 1 0 0,1-4-888 0 0,1 0 0 0 0,1 0 0 0 0,1 1 0 0 0,1 0-1 0 0,0 0 1 0 0,18-27 0 0 0,-7 18-5306 0 0</inkml:trace>
</inkml:ink>
</file>

<file path=ppt/ink/ink7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4:59.025"/>
    </inkml:context>
    <inkml:brush xml:id="br0">
      <inkml:brushProperty name="width" value="0.1" units="cm"/>
      <inkml:brushProperty name="height" value="0.1" units="cm"/>
      <inkml:brushProperty name="color" value="#FF0066"/>
    </inkml:brush>
  </inkml:definitions>
  <inkml:trace contextRef="#ctx0" brushRef="#br0">254 499 3225 0 0,'-5'-4'449'0'0,"-1"0"0"0"0,-1 0 1 0 0,1 0-1 0 0,0 1 0 0 0,-1 0 1 0 0,1 0-1 0 0,-1 1 0 0 0,0 0 1 0 0,0 0-1 0 0,0 0 0 0 0,0 1 1 0 0,-1 0-1 0 0,1 0 0 0 0,0 1 1 0 0,0 0-1 0 0,-14 2 0 0 0,15-2-222 0 0,0 0 0 0 0,0 1 0 0 0,0 0 1 0 0,1 0-1 0 0,-1 1 0 0 0,0 0 0 0 0,0 0 0 0 0,1 0 0 0 0,0 0 0 0 0,-1 1 0 0 0,1 0 0 0 0,0 0 0 0 0,0 0 0 0 0,0 1 0 0 0,1 0 0 0 0,-1 0 0 0 0,1 0 0 0 0,0 0 0 0 0,0 1 0 0 0,1-1 0 0 0,-4 7 0 0 0,5-8-238 0 0,0 1-1 0 0,1-1 1 0 0,-1 1-1 0 0,1-1 1 0 0,0 1-1 0 0,0 0 1 0 0,1-1-1 0 0,-1 1 1 0 0,1 0 0 0 0,0 0-1 0 0,0 0 1 0 0,0-1-1 0 0,0 1 1 0 0,1 0-1 0 0,-1 0 1 0 0,1 0-1 0 0,0-1 1 0 0,0 1 0 0 0,0-1-1 0 0,1 1 1 0 0,-1-1-1 0 0,1 1 1 0 0,0-1-1 0 0,0 0 1 0 0,0 1-1 0 0,1-1 1 0 0,-1-1-1 0 0,1 1 1 0 0,-1 0 0 0 0,1 0-1 0 0,0-1 1 0 0,0 0-1 0 0,0 1 1 0 0,0-1-1 0 0,1 0 1 0 0,-1-1-1 0 0,1 1 1 0 0,-1-1 0 0 0,1 1-1 0 0,-1-1 1 0 0,1 0-1 0 0,0 0 1 0 0,-1-1-1 0 0,1 1 1 0 0,0-1-1 0 0,0 0 1 0 0,0 0 0 0 0,-1 0-1 0 0,1 0 1 0 0,0 0-1 0 0,0-1 1 0 0,4-1-1 0 0,3-1-163 0 0,0 0 0 0 0,0-1 0 0 0,-1-1 0 0 0,1 1 0 0 0,-1-2 0 0 0,0 1 0 0 0,0-2 0 0 0,-1 1 0 0 0,0-1 0 0 0,0 0 0 0 0,-1-1 0 0 0,1 0 1 0 0,-2-1-1 0 0,1 1 0 0 0,-1-2 0 0 0,0 1 0 0 0,6-13 0 0 0,-8 12 264 0 0,0 0 0 0 0,-1 0 0 0 0,0-1 0 0 0,-1 1 0 0 0,0-1 0 0 0,0 0 0 0 0,-1 0 0 0 0,-1 0 1 0 0,0-1-1 0 0,0 1 0 0 0,-2-13 0 0 0,-2-9 572 0 0,-2 1 0 0 0,-1-1 0 0 0,-2 1 0 0 0,-1 0 0 0 0,-1 1-1 0 0,-2 0 1 0 0,-1 0 0 0 0,-2 1 0 0 0,-35-53 0 0 0,36 68 260 0 0,14 27-171 0 0,16 30-332 0 0,17 32-343 0 0,88 228 426 0 0,-62-103-3597 0 0,-48-159-3946 0 0</inkml:trace>
</inkml:ink>
</file>

<file path=ppt/ink/ink7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5:35.907"/>
    </inkml:context>
    <inkml:brush xml:id="br0">
      <inkml:brushProperty name="width" value="0.1" units="cm"/>
      <inkml:brushProperty name="height" value="0.1" units="cm"/>
      <inkml:brushProperty name="color" value="#FF0066"/>
    </inkml:brush>
  </inkml:definitions>
  <inkml:trace contextRef="#ctx0" brushRef="#br0">90 99 5529 0 0,'-5'-38'649'0'0,"2"-22"8215"0"0,1 68-5649 0 0,-9 38-1572 0 0,1 19-1546 0 0,-15 96 455 0 0,-7 217 0 0 0,31-311-731 0 0,4 165-2292 0 0,0-204 1968 0 0,0 0 1 0 0,2 0-1 0 0,1-1 1 0 0,1 1 0 0 0,2-2-1 0 0,11 29 1 0 0,-9-34-5030 0 0</inkml:trace>
</inkml:ink>
</file>

<file path=ppt/ink/ink7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5:36.194"/>
    </inkml:context>
    <inkml:brush xml:id="br0">
      <inkml:brushProperty name="width" value="0.1" units="cm"/>
      <inkml:brushProperty name="height" value="0.1" units="cm"/>
      <inkml:brushProperty name="color" value="#FF0066"/>
    </inkml:brush>
  </inkml:definitions>
  <inkml:trace contextRef="#ctx0" brushRef="#br0">17 98 7370 0 0,'-1'1'87'0'0,"0"-1"1"0"0,0 0-1 0 0,0 1 1 0 0,0-1-1 0 0,0 1 0 0 0,0-1 1 0 0,1 1-1 0 0,-1-1 1 0 0,0 1-1 0 0,0 0 1 0 0,1-1-1 0 0,-1 1 1 0 0,0 0-1 0 0,1 0 1 0 0,-1-1-1 0 0,1 1 1 0 0,-1 0-1 0 0,1 0 1 0 0,-1 0-1 0 0,1 0 1 0 0,0 0-1 0 0,-1-1 1 0 0,1 1-1 0 0,0 0 1 0 0,0 0-1 0 0,0 0 1 0 0,-1 0-1 0 0,1 0 1 0 0,0 0-1 0 0,0 0 1 0 0,0 0-1 0 0,1 0 1 0 0,-1 0-1 0 0,0 0 1 0 0,0 0-1 0 0,0 0 1 0 0,1 0-1 0 0,-1 0 1 0 0,1 0-1 0 0,-1-1 1 0 0,0 1-1 0 0,1 0 0 0 0,0 0 1 0 0,0 0-1 0 0,1 3 57 0 0,-1 0 1 0 0,2-1-1 0 0,-1 1 0 0 0,0-1 0 0 0,1 0 0 0 0,-1 0 0 0 0,1 0 0 0 0,0 0 0 0 0,0-1 0 0 0,6 5 0 0 0,14 5 709 0 0,0-2 1 0 0,1-1-1 0 0,46 11 0 0 0,76 9 1792 0 0,-130-26-2408 0 0,0-1 0 0 0,1 0 0 0 0,-1-1-1 0 0,1-1 1 0 0,-1-1 0 0 0,18-2 0 0 0,-28 2-187 0 0,-1 0 1 0 0,0-1 0 0 0,0 1 0 0 0,0-1 0 0 0,0 0 0 0 0,0-1 0 0 0,-1 1 0 0 0,1-1-1 0 0,0 0 1 0 0,-1 0 0 0 0,0 0 0 0 0,0-1 0 0 0,0 1 0 0 0,0-1 0 0 0,-1 0 0 0 0,1 0-1 0 0,-1 0 1 0 0,0-1 0 0 0,0 1 0 0 0,-1-1 0 0 0,1 0 0 0 0,2-8 0 0 0,0-1-47 0 0,-1 0-1 0 0,0 0 1 0 0,-1 0 0 0 0,2-23 0 0 0,-7-26-3003 0 0,-1 43-3859 0 0</inkml:trace>
</inkml:ink>
</file>

<file path=ppt/ink/ink7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5:37.336"/>
    </inkml:context>
    <inkml:brush xml:id="br0">
      <inkml:brushProperty name="width" value="0.1" units="cm"/>
      <inkml:brushProperty name="height" value="0.1" units="cm"/>
      <inkml:brushProperty name="color" value="#FF0066"/>
    </inkml:brush>
  </inkml:definitions>
  <inkml:trace contextRef="#ctx0" brushRef="#br0">40 31 6913 0 0,'-5'-9'5090'0'0,"-2"-12"3537"0"0,7 21-8531 0 0,0 0 1 0 0,0 0-1 0 0,0 0 0 0 0,0 1 1 0 0,0-1-1 0 0,0 0 0 0 0,0 0 1 0 0,0 1-1 0 0,0-1 0 0 0,0 0 1 0 0,0 1-1 0 0,-9 37 140 0 0,2 0 1 0 0,-3 74-1 0 0,9 84-3371 0 0,2-152-3886 0 0</inkml:trace>
</inkml:ink>
</file>

<file path=ppt/ink/ink7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5:38.491"/>
    </inkml:context>
    <inkml:brush xml:id="br0">
      <inkml:brushProperty name="width" value="0.1" units="cm"/>
      <inkml:brushProperty name="height" value="0.1" units="cm"/>
      <inkml:brushProperty name="color" value="#FF0066"/>
    </inkml:brush>
  </inkml:definitions>
  <inkml:trace contextRef="#ctx0" brushRef="#br0">212 1 5065 0 0,'-6'2'342'0'0,"1"0"-1"0"0,0 0 1 0 0,0 1 0 0 0,0 0-1 0 0,0 0 1 0 0,0 0-1 0 0,0 1 1 0 0,1 0 0 0 0,0-1-1 0 0,-5 6 1 0 0,3-3 128 0 0,-16 13 159 0 0,2 0 0 0 0,0 1 0 0 0,1 2 0 0 0,2 0 0 0 0,-24 37 0 0 0,40-58-624 0 0,0 0 0 0 0,0 1-1 0 0,0-1 1 0 0,1 1 0 0 0,-1-1 0 0 0,0 1 0 0 0,1-1 0 0 0,-1 1-1 0 0,1 0 1 0 0,-1-1 0 0 0,1 1 0 0 0,0 0 0 0 0,0-1 0 0 0,0 1 0 0 0,0 0-1 0 0,0 0 1 0 0,0-1 0 0 0,0 1 0 0 0,1 0 0 0 0,-1-1 0 0 0,1 1 0 0 0,-1 0-1 0 0,1-1 1 0 0,-1 1 0 0 0,1-1 0 0 0,0 1 0 0 0,0-1 0 0 0,0 1 0 0 0,0-1-1 0 0,0 0 1 0 0,0 1 0 0 0,0-1 0 0 0,0 0 0 0 0,0 0 0 0 0,1 0 0 0 0,-1 0-1 0 0,1 0 1 0 0,-1 0 0 0 0,1 0 0 0 0,-1 0 0 0 0,1-1 0 0 0,-1 1 0 0 0,1 0-1 0 0,-1-1 1 0 0,3 1 0 0 0,9 3-339 0 0,1-1 1 0 0,-1-1-1 0 0,1 0 0 0 0,21 0 0 0 0,-15-1-494 0 0,-15 0 724 0 0,0-1 1 0 0,-1 1-1 0 0,1 0 0 0 0,0 0 1 0 0,-1 1-1 0 0,1-1 0 0 0,-1 1 1 0 0,0 0-1 0 0,1 0 0 0 0,4 4 1 0 0,-8-6 158 0 0,0 1 1 0 0,0 0 0 0 0,0 0-1 0 0,0 0 1 0 0,0 1-1 0 0,-1-1 1 0 0,1 0-1 0 0,0 0 1 0 0,0 0-1 0 0,-1 1 1 0 0,1-1 0 0 0,-1 0-1 0 0,1 0 1 0 0,-1 1-1 0 0,0-1 1 0 0,1 0-1 0 0,-1 1 1 0 0,0-1 0 0 0,0 1-1 0 0,0-1 1 0 0,0 0-1 0 0,0 1 1 0 0,0-1-1 0 0,-1 0 1 0 0,1 1 0 0 0,0-1-1 0 0,-1 0 1 0 0,1 1-1 0 0,-1-1 1 0 0,1 0-1 0 0,-1 1 1 0 0,0-1-1 0 0,1 0 1 0 0,-1 0 0 0 0,0 0-1 0 0,0 0 1 0 0,0 0-1 0 0,-2 2 1 0 0,-39 43 765 0 0,24-27-1139 0 0</inkml:trace>
</inkml:ink>
</file>

<file path=ppt/ink/ink7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5:39.347"/>
    </inkml:context>
    <inkml:brush xml:id="br0">
      <inkml:brushProperty name="width" value="0.1" units="cm"/>
      <inkml:brushProperty name="height" value="0.1" units="cm"/>
      <inkml:brushProperty name="color" value="#FF0066"/>
    </inkml:brush>
  </inkml:definitions>
  <inkml:trace contextRef="#ctx0" brushRef="#br0">227 2 11522 0 0,'-2'-1'228'0'0,"0"1"0"0"0,0 0 0 0 0,0 0 0 0 0,-1-1 0 0 0,1 1 0 0 0,0 1 0 0 0,0-1 0 0 0,0 0 0 0 0,0 0 0 0 0,-1 1 0 0 0,1 0 0 0 0,0-1 0 0 0,0 1 0 0 0,0 0 0 0 0,-2 1 0 0 0,-32 17 859 0 0,35-19-1022 0 0,-9 6 148 0 0,1 1 0 0 0,-1 0 0 0 0,1 0 0 0 0,1 1-1 0 0,-1 0 1 0 0,1 1 0 0 0,1 0 0 0 0,0 0 0 0 0,-10 17 0 0 0,8-11-167 0 0,1 1 0 0 0,1 1 0 0 0,0-1 0 0 0,2 1 0 0 0,-8 33 0 0 0,9-23-193 0 0,1-1-1 0 0,1 1 0 0 0,1 0 0 0 0,1 0 0 0 0,1 0 1 0 0,2-1-1 0 0,1 1 0 0 0,10 35 0 0 0,-12-55 24 0 0,0 0-1 0 0,0-1 1 0 0,1 0-1 0 0,0 0 1 0 0,1 0 0 0 0,-1 0-1 0 0,1 0 1 0 0,0 0-1 0 0,1-1 1 0 0,-1 0-1 0 0,1 0 1 0 0,0 0 0 0 0,0-1-1 0 0,7 5 1 0 0,-8-6 9 0 0,0-1 1 0 0,0 0-1 0 0,0 0 1 0 0,1 0-1 0 0,-1 0 0 0 0,0-1 1 0 0,1 0-1 0 0,0 0 1 0 0,-1 0-1 0 0,1 0 1 0 0,-1-1-1 0 0,1 0 1 0 0,0 0-1 0 0,0 0 1 0 0,-1 0-1 0 0,1-1 0 0 0,-1 0 1 0 0,1 0-1 0 0,0 0 1 0 0,-1 0-1 0 0,8-4 1 0 0,0-1 46 0 0,-1-1-1 0 0,-1 0 1 0 0,1 0 0 0 0,-1-1 0 0 0,0 0 0 0 0,-1-1-1 0 0,0 0 1 0 0,-1 0 0 0 0,1-1 0 0 0,-2 0 0 0 0,1-1-1 0 0,-2 1 1 0 0,1-1 0 0 0,5-15 0 0 0,-3 5 250 0 0,-1 0 1 0 0,-1 0 0 0 0,-1-1 0 0 0,-1 0-1 0 0,-1 0 1 0 0,0-1 0 0 0,-1-29 0 0 0,-3 37 94 0 0,-1 0 0 0 0,-1 1 0 0 0,0-1 0 0 0,-1 0 0 0 0,-1 1 0 0 0,0-1 0 0 0,-1 1 0 0 0,-12-23 0 0 0,13 28-120 0 0,-1 0-1 0 0,0 0 1 0 0,0 1 0 0 0,-1 0-1 0 0,0 0 1 0 0,0 1 0 0 0,-1 0-1 0 0,0 0 1 0 0,0 0 0 0 0,-1 1-1 0 0,0 0 1 0 0,0 0 0 0 0,0 1 0 0 0,-12-6-1 0 0,19 11-205 0 0,-1-1 0 0 0,1 1 0 0 0,0-1-1 0 0,-1 1 1 0 0,1-1 0 0 0,0 1 0 0 0,-1 0-1 0 0,1-1 1 0 0,0 1 0 0 0,-1 0 0 0 0,1 0 0 0 0,0 0-1 0 0,-1 0 1 0 0,1 0 0 0 0,-1 1 0 0 0,1-1-1 0 0,0 0 1 0 0,-1 1 0 0 0,1-1 0 0 0,0 1 0 0 0,0-1-1 0 0,-1 1 1 0 0,1-1 0 0 0,0 1 0 0 0,0 0-1 0 0,0 0 1 0 0,0-1 0 0 0,0 1 0 0 0,0 0 0 0 0,0 0-1 0 0,0 0 1 0 0,-2 2 0 0 0,-9 15-5946 0 0</inkml:trace>
</inkml:ink>
</file>

<file path=ppt/ink/ink7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5:39.713"/>
    </inkml:context>
    <inkml:brush xml:id="br0">
      <inkml:brushProperty name="width" value="0.1" units="cm"/>
      <inkml:brushProperty name="height" value="0.1" units="cm"/>
      <inkml:brushProperty name="color" value="#FF0066"/>
    </inkml:brush>
  </inkml:definitions>
  <inkml:trace contextRef="#ctx0" brushRef="#br0">98 1 3225 0 0,'-8'4'792'0'0,"1"1"1"0"0,-1 0 0 0 0,1 1 0 0 0,0-1-1 0 0,0 1 1 0 0,1 1 0 0 0,-1-1 0 0 0,2 1-1 0 0,-11 15 1 0 0,13-17-578 0 0,0 1 0 0 0,1-1-1 0 0,0 1 1 0 0,0 0 0 0 0,0-1 0 0 0,1 1 0 0 0,-1 0-1 0 0,1 0 1 0 0,1 0 0 0 0,-1 0 0 0 0,1 0-1 0 0,0 1 1 0 0,0-1 0 0 0,1 0 0 0 0,2 11-1 0 0,0-9 89 0 0,0 0 0 0 0,0 0-1 0 0,1-1 1 0 0,0 1 0 0 0,0-1-1 0 0,1 0 1 0 0,0 0 0 0 0,0-1-1 0 0,1 1 1 0 0,7 6 0 0 0,-8-8-130 0 0,0 0 0 0 0,0 0 0 0 0,0 1-1 0 0,0 0 1 0 0,-1 0 0 0 0,0 0 0 0 0,0 0 0 0 0,-1 1 0 0 0,0-1 0 0 0,0 1 0 0 0,0 0 0 0 0,-1 0 0 0 0,3 14 0 0 0,-5-6-185 0 0,0 0 0 0 0,-1-1 0 0 0,-1 1 0 0 0,0 0-1 0 0,-1 0 1 0 0,0-1 0 0 0,-1 0 0 0 0,-1 0 0 0 0,0 0 0 0 0,-1 0 0 0 0,-1-1 0 0 0,-14 23 0 0 0,6-13-7183 0 0</inkml:trace>
</inkml:ink>
</file>

<file path=ppt/ink/ink7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5:41.494"/>
    </inkml:context>
    <inkml:brush xml:id="br0">
      <inkml:brushProperty name="width" value="0.1" units="cm"/>
      <inkml:brushProperty name="height" value="0.1" units="cm"/>
      <inkml:brushProperty name="color" value="#FF0066"/>
    </inkml:brush>
  </inkml:definitions>
  <inkml:trace contextRef="#ctx0" brushRef="#br0">358 0 3225 0 0,'-15'4'1110'0'0,"0"-1"0"0"0,-1-1 1 0 0,-28 2-1 0 0,26-4 284 0 0,1 2 0 0 0,-1 0 0 0 0,-17 5 0 0 0,30-5-1021 0 0,0-1 1 0 0,0 1-1 0 0,1 0 0 0 0,-1 0 1 0 0,1 1-1 0 0,-1-1 1 0 0,1 1-1 0 0,0 0 0 0 0,0 0 1 0 0,0 0-1 0 0,0 1 1 0 0,0-1-1 0 0,1 1 0 0 0,-6 8 1 0 0,-3 8 99 0 0,1 0 0 0 0,1 1 0 0 0,1 1 0 0 0,1 0 0 0 0,-6 24 0 0 0,-17 115 41 0 0,24-114-426 0 0,2 1 0 0 0,2-1-1 0 0,3 1 1 0 0,1 0-1 0 0,16 90 1 0 0,-15-128-65 0 0,0 0 0 0 0,1 0-1 0 0,1 0 1 0 0,0-1 0 0 0,0 1 0 0 0,1-1 0 0 0,0 0 0 0 0,0 0 0 0 0,1-1-1 0 0,0 1 1 0 0,1-1 0 0 0,0-1 0 0 0,0 1 0 0 0,0-1 0 0 0,1 0 0 0 0,11 7-1 0 0,-9-9-222 0 0,0 1-1 0 0,1-1 0 0 0,-1-1 0 0 0,1 0 0 0 0,0 0 1 0 0,0-1-1 0 0,1-1 0 0 0,-1 0 0 0 0,1 0 1 0 0,-1-1-1 0 0,1 0 0 0 0,-1-1 0 0 0,1-1 0 0 0,14-2 1 0 0,11-3-7095 0 0</inkml:trace>
</inkml:ink>
</file>

<file path=ppt/ink/ink7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5:41.748"/>
    </inkml:context>
    <inkml:brush xml:id="br0">
      <inkml:brushProperty name="width" value="0.1" units="cm"/>
      <inkml:brushProperty name="height" value="0.1" units="cm"/>
      <inkml:brushProperty name="color" value="#FF0066"/>
    </inkml:brush>
  </inkml:definitions>
  <inkml:trace contextRef="#ctx0" brushRef="#br0">1 1 10594 0 0,'0'0'1105'0'0,"14"24"4125"0"0,-11-20-4611 0 0,3 8-37 0 0,1 1 1 0 0,-2 0-1 0 0,0 0 0 0 0,0 0 1 0 0,-1 1-1 0 0,4 24 1 0 0,4 87-10 0 0,-11-115-526 0 0,3 72-39 0 0,2 26-420 0 0,1-37-3369 0 0</inkml:trace>
</inkml:ink>
</file>

<file path=ppt/ink/ink7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5:41.993"/>
    </inkml:context>
    <inkml:brush xml:id="br0">
      <inkml:brushProperty name="width" value="0.1" units="cm"/>
      <inkml:brushProperty name="height" value="0.1" units="cm"/>
      <inkml:brushProperty name="color" value="#FF0066"/>
    </inkml:brush>
  </inkml:definitions>
  <inkml:trace contextRef="#ctx0" brushRef="#br0">1 23 7834 0 0,'4'-3'271'0'0,"0"0"0"0"0,1 1 0 0 0,-1-1 1 0 0,1 1-1 0 0,0 0 0 0 0,0 1 0 0 0,-1-1 1 0 0,1 1-1 0 0,0 0 0 0 0,0 0 0 0 0,0 0 0 0 0,1 1 1 0 0,-1 0-1 0 0,0 0 0 0 0,0 0 0 0 0,0 1 1 0 0,0-1-1 0 0,0 1 0 0 0,0 1 0 0 0,0-1 1 0 0,0 0-1 0 0,0 1 0 0 0,-1 0 0 0 0,10 5 0 0 0,-5-2-80 0 0,0 0 0 0 0,0 1 0 0 0,-1 0 0 0 0,0 0 0 0 0,0 0 0 0 0,0 1 0 0 0,-1 1 0 0 0,0-1 0 0 0,0 1 0 0 0,-1 0 0 0 0,10 16 0 0 0,-10-10-135 0 0,-1 0 0 0 0,0 0 0 0 0,-1 0 0 0 0,0 1 0 0 0,-2 0 0 0 0,1 0-1 0 0,-2 0 1 0 0,0 0 0 0 0,0 0 0 0 0,-3 19 0 0 0,0-16-67 0 0,0 0-1 0 0,-1 0 1 0 0,-1-1 0 0 0,-1 1 0 0 0,0-1-1 0 0,-1 0 1 0 0,-1 0 0 0 0,-12 20 0 0 0,13-28-1352 0 0</inkml:trace>
</inkml:ink>
</file>

<file path=ppt/ink/ink7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5:42.225"/>
    </inkml:context>
    <inkml:brush xml:id="br0">
      <inkml:brushProperty name="width" value="0.1" units="cm"/>
      <inkml:brushProperty name="height" value="0.1" units="cm"/>
      <inkml:brushProperty name="color" value="#FF0066"/>
    </inkml:brush>
  </inkml:definitions>
  <inkml:trace contextRef="#ctx0" brushRef="#br0">0 1 10594 0 0,'2'55'3783'0'0,"11"82"0"0"0,-6-97-3498 0 0,1 1 0 0 0,2-1 0 0 0,2-1 0 0 0,2 0 0 0 0,19 38 0 0 0,-14-45-3573 0 0</inkml:trace>
</inkml:ink>
</file>

<file path=ppt/ink/ink7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5:42.381"/>
    </inkml:context>
    <inkml:brush xml:id="br0">
      <inkml:brushProperty name="width" value="0.1" units="cm"/>
      <inkml:brushProperty name="height" value="0.1" units="cm"/>
      <inkml:brushProperty name="color" value="#FF0066"/>
    </inkml:brush>
  </inkml:definitions>
  <inkml:trace contextRef="#ctx0" brushRef="#br0">7 4 4609 0 0,'-5'-4'12363'0'0,"4"15"-10348"0"0,5 22-6963 0 0,0-19 2816 0 0</inkml:trace>
</inkml:ink>
</file>

<file path=ppt/ink/ink7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5:42.951"/>
    </inkml:context>
    <inkml:brush xml:id="br0">
      <inkml:brushProperty name="width" value="0.1" units="cm"/>
      <inkml:brushProperty name="height" value="0.1" units="cm"/>
      <inkml:brushProperty name="color" value="#FF0066"/>
    </inkml:brush>
  </inkml:definitions>
  <inkml:trace contextRef="#ctx0" brushRef="#br0">189 18 656 0 0,'-29'-7'1415'0'0,"21"4"121"0"0,0 1 0 0 0,0 0 0 0 0,0 1 0 0 0,0 0 1 0 0,-16 0-1 0 0,21 1-1245 0 0,0 1 0 0 0,0-1 0 0 0,0 1 0 0 0,1 0 0 0 0,-1 0 0 0 0,0 0 0 0 0,1 0 1 0 0,-1 0-1 0 0,1 1 0 0 0,-1-1 0 0 0,1 1 0 0 0,0 0 0 0 0,0-1 0 0 0,-1 1 0 0 0,1 0 0 0 0,0 0 0 0 0,1 1 0 0 0,-1-1 1 0 0,0 0-1 0 0,1 1 0 0 0,-3 4 0 0 0,-3 7 104 0 0,0 0 1 0 0,1 1 0 0 0,1 0-1 0 0,-6 25 1 0 0,9-31-440 0 0,1 0 1 0 0,-1 0-1 0 0,1 0 1 0 0,1 0-1 0 0,0 0 1 0 0,0 0-1 0 0,1 0 1 0 0,0 0-1 0 0,3 13 1 0 0,-3-20 11 0 0,0 0 1 0 0,-1 0-1 0 0,1 0 1 0 0,0 1-1 0 0,0-1 1 0 0,0 0-1 0 0,1 0 1 0 0,-1-1-1 0 0,0 1 1 0 0,1 0-1 0 0,-1 0 1 0 0,1-1-1 0 0,0 1 1 0 0,-1-1-1 0 0,1 1 1 0 0,3 1-1 0 0,-3-2-26 0 0,0 0 1 0 0,-1-1-1 0 0,1 0 0 0 0,0 1 1 0 0,-1-1-1 0 0,1 0 0 0 0,0 0 1 0 0,0 0-1 0 0,-1 0 0 0 0,1 0 0 0 0,0 0 1 0 0,0 0-1 0 0,-1-1 0 0 0,1 1 1 0 0,0 0-1 0 0,0-1 0 0 0,1 0 1 0 0,3-2-100 0 0,-1 0 1 0 0,0-1 0 0 0,1 1-1 0 0,-1-1 1 0 0,0 0-1 0 0,-1 0 1 0 0,1-1 0 0 0,-1 1-1 0 0,0-1 1 0 0,5-8 0 0 0,10-22 211 0 0,-13 22 50 0 0,1 1 0 0 0,15-23 1 0 0,-21 33-96 0 0,1 0-1 0 0,0 0 1 0 0,0 0 0 0 0,-1 0-1 0 0,1 0 1 0 0,0 1 0 0 0,1-1-1 0 0,-1 0 1 0 0,0 1 0 0 0,0 0 0 0 0,1-1-1 0 0,-1 1 1 0 0,0 0 0 0 0,1 0-1 0 0,-1 0 1 0 0,1 1 0 0 0,0-1-1 0 0,-1 1 1 0 0,1-1 0 0 0,5 1 0 0 0,-5 1 8 0 0,-1 0 1 0 0,1 0 0 0 0,0 0 0 0 0,0 0 0 0 0,0 0 0 0 0,-1 1 0 0 0,1-1 0 0 0,-1 1 0 0 0,1 0-1 0 0,-1 0 1 0 0,0-1 0 0 0,1 2 0 0 0,-1-1 0 0 0,0 0 0 0 0,-1 0 0 0 0,1 1 0 0 0,0-1 0 0 0,-1 1 0 0 0,1 0-1 0 0,-1-1 1 0 0,0 1 0 0 0,1 0 0 0 0,-1 0 0 0 0,-1 0 0 0 0,1-1 0 0 0,0 4 0 0 0,2 7 103 0 0,0-1 0 0 0,-1 1 0 0 0,-1-1 0 0 0,1 24 0 0 0,-3-21 98 0 0,0 1 0 0 0,-1-1-1 0 0,-1 0 1 0 0,0 0 0 0 0,-1 0 0 0 0,-11 27 0 0 0,12-36-123 0 0,1-1-1 0 0,-1 1 1 0 0,0-1 0 0 0,-1 0-1 0 0,1 0 1 0 0,-1 0 0 0 0,0 0-1 0 0,0 0 1 0 0,-1-1 0 0 0,1 0-1 0 0,-1 0 1 0 0,0 0 0 0 0,0-1-1 0 0,0 1 1 0 0,-1-1 0 0 0,1-1-1 0 0,-1 1 1 0 0,1-1 0 0 0,-12 4 0 0 0,15-6-195 0 0,1 0 1 0 0,-1 0 0 0 0,1 1-1 0 0,-1-1 1 0 0,1 0 0 0 0,-1 0-1 0 0,1-1 1 0 0,-1 1 0 0 0,1 0 0 0 0,-1 0-1 0 0,1-1 1 0 0,-1 1 0 0 0,1-1-1 0 0,-1 1 1 0 0,1-1 0 0 0,-1 0 0 0 0,1 1-1 0 0,0-1 1 0 0,-1 0 0 0 0,1 0-1 0 0,-2-2 1 0 0</inkml:trace>
</inkml:ink>
</file>

<file path=ppt/ink/ink7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5:43.190"/>
    </inkml:context>
    <inkml:brush xml:id="br0">
      <inkml:brushProperty name="width" value="0.1" units="cm"/>
      <inkml:brushProperty name="height" value="0.1" units="cm"/>
      <inkml:brushProperty name="color" value="#FF0066"/>
    </inkml:brush>
  </inkml:definitions>
  <inkml:trace contextRef="#ctx0" brushRef="#br0">2 0 11979 0 0,'1'4'521'0'0,"0"0"0"0"0,0 0 0 0 0,0 0 0 0 0,-1 0 0 0 0,0 1 0 0 0,1-1 0 0 0,-1 0 0 0 0,-1 0 0 0 0,1 0 0 0 0,-2 8 0 0 0,1 1 96 0 0,-1 26 452 0 0,1 89 602 0 0,3-111-2773 0 0,0-1 1 0 0,1 0 0 0 0,5 19 0 0 0</inkml:trace>
</inkml:ink>
</file>

<file path=ppt/ink/ink7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5:43.348"/>
    </inkml:context>
    <inkml:brush xml:id="br0">
      <inkml:brushProperty name="width" value="0.1" units="cm"/>
      <inkml:brushProperty name="height" value="0.1" units="cm"/>
      <inkml:brushProperty name="color" value="#FF0066"/>
    </inkml:brush>
  </inkml:definitions>
  <inkml:trace contextRef="#ctx0" brushRef="#br0">1 33 6449 0 0,'1'-5'577'0'0,"-1"1"-465"0"0,1-2 1720 0 0,1 2-816 0 0,-2-1 8 0 0,3-4 1497 0 0,-3 12-1697 0 0,0 3-1960 0 0,0 3-393 0 0,0 5-71 0 0,-2-2-24 0 0,1 2 1304 0 0,-1-1 320 0 0</inkml:trace>
</inkml:ink>
</file>

<file path=ppt/ink/ink7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5:43.621"/>
    </inkml:context>
    <inkml:brush xml:id="br0">
      <inkml:brushProperty name="width" value="0.1" units="cm"/>
      <inkml:brushProperty name="height" value="0.1" units="cm"/>
      <inkml:brushProperty name="color" value="#FF0066"/>
    </inkml:brush>
  </inkml:definitions>
  <inkml:trace contextRef="#ctx0" brushRef="#br0">1 21 3225 0 0,'1'-20'15639'0'0,"2"30"-15176"0"0,101 340 1898 0 0,-45-150-5541 0 0,-52-177-3549 0 0</inkml:trace>
</inkml:ink>
</file>

<file path=ppt/ink/ink7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5:43.824"/>
    </inkml:context>
    <inkml:brush xml:id="br0">
      <inkml:brushProperty name="width" value="0.1" units="cm"/>
      <inkml:brushProperty name="height" value="0.1" units="cm"/>
      <inkml:brushProperty name="color" value="#FF0066"/>
    </inkml:brush>
  </inkml:definitions>
  <inkml:trace contextRef="#ctx0" brushRef="#br0">0 106 6913 0 0,'1'-8'5778'0'0,"8"-4"-3568"0"0,11-4-583 0 0,-9 8-1635 0 0,1 2 1 0 0,0 0 0 0 0,1 0-1 0 0,-1 1 1 0 0,1 0 0 0 0,0 1-1 0 0,16-2 1 0 0,97-10-1394 0 0,-84 13 1652 0 0,-8-1-311 0 0</inkml:trace>
</inkml:ink>
</file>

<file path=ppt/ink/ink7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5:44.137"/>
    </inkml:context>
    <inkml:brush xml:id="br0">
      <inkml:brushProperty name="width" value="0.1" units="cm"/>
      <inkml:brushProperty name="height" value="0.1" units="cm"/>
      <inkml:brushProperty name="color" value="#FF0066"/>
    </inkml:brush>
  </inkml:definitions>
  <inkml:trace contextRef="#ctx0" brushRef="#br0">188 0 2304 0 0,'-7'1'150'0'0,"1"0"0"0"0,0 0-1 0 0,0 0 1 0 0,0 1 0 0 0,1-1-1 0 0,-1 2 1 0 0,0-1 0 0 0,1 1-1 0 0,-1-1 1 0 0,1 1 0 0 0,-7 6-1 0 0,-2 1 1104 0 0,1 0-1 0 0,-22 25 1 0 0,26-26 49 0 0,1 0 1 0 0,-13 20-1 0 0,20-27-1191 0 0,-1 1 0 0 0,1-1 0 0 0,0 0 0 0 0,0 1 0 0 0,0-1 0 0 0,0 1 0 0 0,0 0 0 0 0,0-1 0 0 0,0 1 0 0 0,1 0 0 0 0,0-1 0 0 0,-1 1 1 0 0,1 0-1 0 0,0 0 0 0 0,0-1 0 0 0,1 1 0 0 0,-1 0 0 0 0,1-1 0 0 0,0 5 0 0 0,0-5-183 0 0,0-1 1 0 0,0 0 0 0 0,0 0 0 0 0,0 0-1 0 0,0 0 1 0 0,1 0 0 0 0,-1 0 0 0 0,0 0-1 0 0,0 0 1 0 0,1 0 0 0 0,-1 0-1 0 0,1-1 1 0 0,-1 1 0 0 0,0-1 0 0 0,1 1-1 0 0,-1-1 1 0 0,1 1 0 0 0,0-1 0 0 0,-1 0-1 0 0,1 0 1 0 0,-1 0 0 0 0,1 0 0 0 0,-1 0-1 0 0,1 0 1 0 0,-1 0 0 0 0,1 0-1 0 0,0 0 1 0 0,-1-1 0 0 0,1 1 0 0 0,1-2-1 0 0,46-16-2205 0 0,-9-6 1363 0 0,-31 18 1076 0 0,0 0 1 0 0,0 1 0 0 0,1 0 0 0 0,11-4-1 0 0,-17 8 40 0 0,0 0-1 0 0,-1 0 1 0 0,1 1-1 0 0,0-1 1 0 0,0 1-1 0 0,0 0 1 0 0,0 0 0 0 0,0 0-1 0 0,0 1 1 0 0,-1-1-1 0 0,1 1 1 0 0,0 0-1 0 0,0 0 1 0 0,-1 0-1 0 0,6 3 1 0 0,8 5 1 0 0,-1 0 1 0 0,0 2-1 0 0,-1-1 1 0 0,15 15-1 0 0,-28-23-352 0 0,14 12-4660 0 0</inkml:trace>
</inkml:ink>
</file>

<file path=ppt/ink/ink7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5:44.444"/>
    </inkml:context>
    <inkml:brush xml:id="br0">
      <inkml:brushProperty name="width" value="0.1" units="cm"/>
      <inkml:brushProperty name="height" value="0.1" units="cm"/>
      <inkml:brushProperty name="color" value="#FF0066"/>
    </inkml:brush>
  </inkml:definitions>
  <inkml:trace contextRef="#ctx0" brushRef="#br0">3 1 4145 0 0,'-2'24'6135'0'0,"2"-18"-5108"0"0,-1 0 1 0 0,1 0-1 0 0,0 0 1 0 0,1 0 0 0 0,0 0-1 0 0,2 11 1 0 0,44 163 3353 0 0,-30-102-4324 0 0,8 117 1 0 0,-22-147-197 0 0,-1-4-402 0 0,2 0-1 0 0,13 57 1 0 0,-12-81-6702 0 0</inkml:trace>
</inkml:ink>
</file>

<file path=ppt/ink/ink7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5:44.754"/>
    </inkml:context>
    <inkml:brush xml:id="br0">
      <inkml:brushProperty name="width" value="0.1" units="cm"/>
      <inkml:brushProperty name="height" value="0.1" units="cm"/>
      <inkml:brushProperty name="color" value="#FF0066"/>
    </inkml:brush>
  </inkml:definitions>
  <inkml:trace contextRef="#ctx0" brushRef="#br0">10 3 1376 0 0,'-9'-2'12938'0'0,"13"5"-11561"0"0,52 46-322 0 0,-3 1-1 0 0,-1 3 0 0 0,60 81 0 0 0,-97-113-640 0 0,-2 2 0 0 0,0-1 0 0 0,-1 2 0 0 0,-1 0 0 0 0,11 37 1 0 0,-17-42-293 0 0,-1-1 0 0 0,-1 1 0 0 0,0 0 1 0 0,-1 1-1 0 0,-2-1 0 0 0,0 0 0 0 0,0 0 1 0 0,-6 29-1 0 0,-5-4-135 0 0,-1-1-1 0 0,-2 0 1 0 0,-2-1 0 0 0,-42 76-1 0 0,27-60 1 0 0</inkml:trace>
</inkml:ink>
</file>

<file path=ppt/ink/ink7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6:07.527"/>
    </inkml:context>
    <inkml:brush xml:id="br0">
      <inkml:brushProperty name="width" value="0.1" units="cm"/>
      <inkml:brushProperty name="height" value="0.1" units="cm"/>
      <inkml:brushProperty name="color" value="#FF0066"/>
    </inkml:brush>
  </inkml:definitions>
  <inkml:trace contextRef="#ctx0" brushRef="#br0">0 163 10538 0 0,'23'-162'5239'0'0,"-21"174"-4227"0"0,0 1 1 0 0,1-1 0 0 0,5 16-1 0 0,-1-3-667 0 0,-2-8 113 0 0,0 4 60 0 0,1 0-1 0 0,14 33 0 0 0,-20-54-497 0 0,0 0 0 0 0,0 1 0 0 0,1-1-1 0 0,-1 0 1 0 0,0 0 0 0 0,0 1 0 0 0,0-1 0 0 0,0 0 0 0 0,1 0 0 0 0,-1 0-1 0 0,0 1 1 0 0,0-1 0 0 0,1 0 0 0 0,-1 0 0 0 0,0 0 0 0 0,0 1 0 0 0,1-1-1 0 0,-1 0 1 0 0,0 0 0 0 0,1 0 0 0 0,-1 0 0 0 0,0 0 0 0 0,0 0 0 0 0,1 0-1 0 0,-1 0 1 0 0,0 0 0 0 0,1 0 0 0 0,-1 0 0 0 0,0 0 0 0 0,1 0 0 0 0,-1 0-1 0 0,0 0 1 0 0,1 0 0 0 0,-1 0 0 0 0,0 0 0 0 0,0 0 0 0 0,1 0-1 0 0,-1-1 1 0 0,0 1 0 0 0,0 0 0 0 0,1 0 0 0 0,-1 0 0 0 0,1-1 0 0 0,-3-1-36 0 0,-11-12 226 0 0,8 15-44 0 0,1 14-81 0 0,1 37-45 0 0,2 1-1 0 0,2-1 1 0 0,11 63 0 0 0,-5-39-23 0 0,25 475-320 0 0,-23-361 206 0 0,-6-147-1326 0 0,11 59 0 0 0,-8-72-5965 0 0</inkml:trace>
</inkml:ink>
</file>

<file path=ppt/ink/ink7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6:07.965"/>
    </inkml:context>
    <inkml:brush xml:id="br0">
      <inkml:brushProperty name="width" value="0.1" units="cm"/>
      <inkml:brushProperty name="height" value="0.1" units="cm"/>
      <inkml:brushProperty name="color" value="#FF0066"/>
    </inkml:brush>
  </inkml:definitions>
  <inkml:trace contextRef="#ctx0" brushRef="#br0">211 175 6449 0 0,'-81'29'1134'0'0,"43"-15"-44"0"0,-54 13-1 0 0,149-56 2929 0 0,1 6-2796 0 0,1 4-1 0 0,109-22 1 0 0,128-2 717 0 0,-170 27-1208 0 0,-97 12-687 0 0,538-63 1458 0 0,-562 66-1517 0 0,38 0-874 0 0,-42 1 750 0 0,1 0 1 0 0,0 0-1 0 0,0 0 0 0 0,-1 0 0 0 0,1 1 0 0 0,0-1 0 0 0,-1 0 0 0 0,1 1 0 0 0,0-1 1 0 0,-1 1-1 0 0,1 0 0 0 0,-1 0 0 0 0,1-1 0 0 0,-1 1 0 0 0,1 0 0 0 0,-1 0 0 0 0,1 0 1 0 0,-1 1-1 0 0,2 1 0 0 0</inkml:trace>
</inkml:ink>
</file>

<file path=ppt/ink/ink7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6:08.289"/>
    </inkml:context>
    <inkml:brush xml:id="br0">
      <inkml:brushProperty name="width" value="0.1" units="cm"/>
      <inkml:brushProperty name="height" value="0.1" units="cm"/>
      <inkml:brushProperty name="color" value="#FF0066"/>
    </inkml:brush>
  </inkml:definitions>
  <inkml:trace contextRef="#ctx0" brushRef="#br0">17 0 9618 0 0,'-15'9'486'0'0,"15"-9"-448"0"0,0 1 0 0 0,0-1 0 0 0,-1 0 1 0 0,1 0-1 0 0,0 1 0 0 0,0-1 0 0 0,0 0 0 0 0,0 0 0 0 0,0 1 0 0 0,0-1 0 0 0,0 0 0 0 0,0 1 1 0 0,0-1-1 0 0,0 0 0 0 0,0 0 0 0 0,0 1 0 0 0,0-1 0 0 0,0 0 0 0 0,0 0 0 0 0,0 1 0 0 0,0-1 0 0 0,0 0 1 0 0,0 1-1 0 0,0-1 0 0 0,0 0 0 0 0,0 0 0 0 0,1 1 0 0 0,-1-1 0 0 0,0 0 0 0 0,0 0 0 0 0,1 1 0 0 0,29 17 2521 0 0,-21-13-1939 0 0,102 49 4272 0 0,-68-31-3645 0 0,72 51-1 0 0,-64-31-939 0 0,-1 2-1 0 0,57 68 0 0 0,-59-60-487 0 0,96 83-1 0 0,-114-113-210 0 0,30 25-1134 0 0,-20-16-2680 0 0,-25-20-1919 0 0</inkml:trace>
</inkml:ink>
</file>

<file path=ppt/ink/ink8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6:08.590"/>
    </inkml:context>
    <inkml:brush xml:id="br0">
      <inkml:brushProperty name="width" value="0.1" units="cm"/>
      <inkml:brushProperty name="height" value="0.1" units="cm"/>
      <inkml:brushProperty name="color" value="#FF0066"/>
    </inkml:brush>
  </inkml:definitions>
  <inkml:trace contextRef="#ctx0" brushRef="#br0">326 240 4145 0 0,'44'-118'1874'0'0,"-3"-3"7910"0"0,-42 121-9726 0 0,-10 7 1549 0 0,-12 11-535 0 0,-5 10-629 0 0,1 1-1 0 0,2 2 1 0 0,-30 46-1 0 0,-56 110 614 0 0,78-129-869 0 0,24-41-322 0 0,-49 95 498 0 0,52-100-638 0 0,1 0 0 0 0,1 1 0 0 0,0 0 0 0 0,1 0 0 0 0,0 0 0 0 0,1 0 0 0 0,0 17 1 0 0</inkml:trace>
</inkml:ink>
</file>

<file path=ppt/ink/ink8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6:10.030"/>
    </inkml:context>
    <inkml:brush xml:id="br0">
      <inkml:brushProperty name="width" value="0.1" units="cm"/>
      <inkml:brushProperty name="height" value="0.1" units="cm"/>
      <inkml:brushProperty name="color" value="#FF0066"/>
    </inkml:brush>
  </inkml:definitions>
  <inkml:trace contextRef="#ctx0" brushRef="#br0">120 275 6449 0 0,'-11'2'394'0'0,"2"-1"-91"0"0,1 0 0 0 0,-1 0 1 0 0,0 0-1 0 0,0-1 0 0 0,0 0 0 0 0,1-1 1 0 0,-1 0-1 0 0,0 0 0 0 0,-13-5 0 0 0,22 6-241 0 0,-1 0-1 0 0,1 0 1 0 0,-1 0-1 0 0,1-1 1 0 0,0 1-1 0 0,-1 0 1 0 0,1 0-1 0 0,-1 0 1 0 0,1-1-1 0 0,0 1 0 0 0,-1 0 1 0 0,1 0-1 0 0,0-1 1 0 0,0 1-1 0 0,-1 0 1 0 0,1-1-1 0 0,0 1 1 0 0,0 0-1 0 0,-1-1 1 0 0,1 1-1 0 0,0 0 1 0 0,0-1-1 0 0,0 1 0 0 0,0-1 1 0 0,-1 1-1 0 0,1 0 1 0 0,0-1-1 0 0,0 1 1 0 0,0-1-1 0 0,0 1 1 0 0,0 0-1 0 0,0-1 1 0 0,0 1-1 0 0,0-1 0 0 0,12-12 1124 0 0,19-5 42 0 0,21 0-108 0 0,0 1 1 0 0,63-10 0 0 0,-32 8-496 0 0,467-75 389 0 0,-537 92-1011 0 0,259-19-103 0 0,22-4-2867 0 0,-250 19 1516 0 0</inkml:trace>
</inkml:ink>
</file>

<file path=ppt/ink/ink8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6:10.444"/>
    </inkml:context>
    <inkml:brush xml:id="br0">
      <inkml:brushProperty name="width" value="0.1" units="cm"/>
      <inkml:brushProperty name="height" value="0.1" units="cm"/>
      <inkml:brushProperty name="color" value="#FF0066"/>
    </inkml:brush>
  </inkml:definitions>
  <inkml:trace contextRef="#ctx0" brushRef="#br0">18 0 14283 0 0,'-1'1'57'0'0,"-1"1"0"0"0,1-1 0 0 0,0 0 0 0 0,0 0 0 0 0,-1 1-1 0 0,1-1 1 0 0,0 0 0 0 0,0 1 0 0 0,1-1 0 0 0,-1 1 0 0 0,0 0 0 0 0,0-1 0 0 0,1 1 0 0 0,-1 0 0 0 0,1-1 0 0 0,-1 1-1 0 0,1 0 1 0 0,0-1 0 0 0,0 4 0 0 0,-1 42-424 0 0,1-30 931 0 0,29 561 4617 0 0,-6-250-4397 0 0,-19-244-712 0 0,54 620-105 0 0,-47-590-2124 0 0,-3-15-2945 0 0,-5-86 3566 0 0</inkml:trace>
</inkml:ink>
</file>

<file path=ppt/ink/ink8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6:10.902"/>
    </inkml:context>
    <inkml:brush xml:id="br0">
      <inkml:brushProperty name="width" value="0.1" units="cm"/>
      <inkml:brushProperty name="height" value="0.1" units="cm"/>
      <inkml:brushProperty name="color" value="#FF0066"/>
    </inkml:brush>
  </inkml:definitions>
  <inkml:trace contextRef="#ctx0" brushRef="#br0">364 1 14283 0 0,'1'0'39'0'0,"-1"0"0"0"0,1 0 0 0 0,0 1 0 0 0,-1-1 0 0 0,1 1 0 0 0,-1-1 0 0 0,1 0 0 0 0,-1 1 0 0 0,1-1 1 0 0,-1 1-1 0 0,0-1 0 0 0,1 1 0 0 0,-1-1 0 0 0,1 1 0 0 0,-1 0 0 0 0,0-1 0 0 0,0 1 0 0 0,1-1 0 0 0,-1 1 0 0 0,0 0 0 0 0,0-1 0 0 0,0 1 0 0 0,0 0 0 0 0,1-1 0 0 0,-1 1 0 0 0,0 0 0 0 0,0-1 0 0 0,0 1 0 0 0,-1 0 0 0 0,1-1 0 0 0,0 1 1 0 0,0 0-1 0 0,0-1 0 0 0,0 1 0 0 0,-1-1 0 0 0,1 1 0 0 0,0 0 0 0 0,-8 30 883 0 0,-8 8-191 0 0,-1 0 0 0 0,-1-1 0 0 0,-30 45 0 0 0,-80 101 48 0 0,94-138-523 0 0,-64 88-540 0 0,94-129-612 0 0,7-18-4669 0 0,3 3 4193 0 0</inkml:trace>
</inkml:ink>
</file>

<file path=ppt/ink/ink8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6:11.235"/>
    </inkml:context>
    <inkml:brush xml:id="br0">
      <inkml:brushProperty name="width" value="0.1" units="cm"/>
      <inkml:brushProperty name="height" value="0.1" units="cm"/>
      <inkml:brushProperty name="color" value="#FF0066"/>
    </inkml:brush>
  </inkml:definitions>
  <inkml:trace contextRef="#ctx0" brushRef="#br0">343 22 456 0 0,'-9'1'828'0'0,"0"1"0"0"0,-1 1-1 0 0,1 0 1 0 0,0 0 0 0 0,0 0-1 0 0,0 1 1 0 0,-10 7 0 0 0,-7 1 40 0 0,-45 19 1977 0 0,-92 54 0 0 0,234-123-977 0 0,135-53 0 0 0,-162 71-1710 0 0,-33 13-785 0 0,1 2 0 0 0,0 0 0 0 0,0 0 0 0 0,14-2 0 0 0,-16 5-645 0 0</inkml:trace>
</inkml:ink>
</file>

<file path=ppt/ink/ink8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6:11.952"/>
    </inkml:context>
    <inkml:brush xml:id="br0">
      <inkml:brushProperty name="width" value="0.1" units="cm"/>
      <inkml:brushProperty name="height" value="0.1" units="cm"/>
      <inkml:brushProperty name="color" value="#FF0066"/>
    </inkml:brush>
  </inkml:definitions>
  <inkml:trace contextRef="#ctx0" brushRef="#br0">87 34 1376 0 0,'-3'-1'69'0'0,"0"0"0"0"0,0 0 0 0 0,0 0 0 0 0,0 0 0 0 0,1 0 0 0 0,-1-1 0 0 0,0 1-1 0 0,-2-3 1 0 0,-19-8-81 0 0,-10 4 8653 0 0,38 8-7375 0 0,-3 0-1182 0 0,0 0 1 0 0,0 0 0 0 0,0 0 0 0 0,0 1 0 0 0,0-1-1 0 0,0 0 1 0 0,0 1 0 0 0,0-1 0 0 0,0 0 0 0 0,0 1-1 0 0,0-1 1 0 0,0 1 0 0 0,-1-1 0 0 0,1 1 0 0 0,0 0-1 0 0,0-1 1 0 0,0 1 0 0 0,-1 0 0 0 0,1 0 0 0 0,0 0-1 0 0,-1-1 1 0 0,1 1 0 0 0,0 2 0 0 0,8 29 1544 0 0,-8-26-1517 0 0,20 141 2502 0 0,5 27-5396 0 0,-21-150 1190 0 0,-2-2-8 0 0</inkml:trace>
</inkml:ink>
</file>

<file path=ppt/ink/ink8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6:12.313"/>
    </inkml:context>
    <inkml:brush xml:id="br0">
      <inkml:brushProperty name="width" value="0.1" units="cm"/>
      <inkml:brushProperty name="height" value="0.1" units="cm"/>
      <inkml:brushProperty name="color" value="#FF0066"/>
    </inkml:brush>
  </inkml:definitions>
  <inkml:trace contextRef="#ctx0" brushRef="#br0">423 4 8290 0 0,'5'-4'1323'0'0,"-6"7"-271"0"0,-12 19 434 0 0,-26 29 347 0 0,-69 71-111 0 0,50-59-1070 0 0,-78 109-1 0 0,118-146-865 0 0,7-11 167 0 0,0 1 0 0 0,-8 17 1 0 0,17-27-456 0 0,-1-1 1 0 0,1 1 0 0 0,0-1-1 0 0,1 1 1 0 0,0-1 0 0 0,-1 9-1 0 0</inkml:trace>
</inkml:ink>
</file>

<file path=ppt/ink/ink8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6:12.758"/>
    </inkml:context>
    <inkml:brush xml:id="br0">
      <inkml:brushProperty name="width" value="0.1" units="cm"/>
      <inkml:brushProperty name="height" value="0.1" units="cm"/>
      <inkml:brushProperty name="color" value="#FF0066"/>
    </inkml:brush>
  </inkml:definitions>
  <inkml:trace contextRef="#ctx0" brushRef="#br0">262 103 3913 0 0,'-5'-2'414'0'0,"-1"1"0"0"0,0 1 1 0 0,0-1-1 0 0,0 1 0 0 0,0 0 0 0 0,0 1 0 0 0,0-1 1 0 0,0 1-1 0 0,0 0 0 0 0,0 0 0 0 0,-8 4 1 0 0,-62 26 2188 0 0,74-30-2520 0 0,-28 11 806 0 0,21-9-393 0 0,0 0 0 0 0,0 1 0 0 0,0 0 0 0 0,1 1 0 0 0,-1 0 0 0 0,-13 10 182 0 0,53-36 461 0 0,189-131-267 0 0,-217 150-865 0 0,0 0 1 0 0,0 0-1 0 0,0 0 1 0 0,0 1-1 0 0,0-1 1 0 0,0 1-1 0 0,0 0 1 0 0,0 0-1 0 0,1 0 1 0 0,-1 0-1 0 0,1 0 1 0 0,-1 1-1 0 0,1-1 1 0 0,-1 1-1 0 0,5 0 1 0 0,-5 1 37 0 0,0 0 0 0 0,-1 0 0 0 0,1 0 0 0 0,0 1 0 0 0,-1-1 1 0 0,0 1-1 0 0,1-1 0 0 0,-1 1 0 0 0,0 0 0 0 0,0 0 0 0 0,0 0 0 0 0,0 0 1 0 0,0 0-1 0 0,0 0 0 0 0,0 1 0 0 0,-1-1 0 0 0,1 1 0 0 0,1 3 0 0 0,23 47 749 0 0,-3 1 0 0 0,27 91 1 0 0,19 47-2341 0 0,-61-172-5597 0 0</inkml:trace>
</inkml:ink>
</file>

<file path=ppt/ink/ink8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6:40.073"/>
    </inkml:context>
    <inkml:brush xml:id="br0">
      <inkml:brushProperty name="width" value="0.1" units="cm"/>
      <inkml:brushProperty name="height" value="0.1" units="cm"/>
      <inkml:brushProperty name="color" value="#FF0066"/>
    </inkml:brush>
  </inkml:definitions>
  <inkml:trace contextRef="#ctx0" brushRef="#br0">104 178 2304 0 0,'-38'17'2333'0'0,"33"-13"-1626"0"0,-2-1 0 0 0,1 0 0 0 0,0 0 0 0 0,-1 0 0 0 0,1-1 1 0 0,-1 0-1 0 0,0 0 0 0 0,-8 0 0 0 0,35-5 3852 0 0,16-11-3590 0 0,4 0-717 0 0,81-19 675 0 0,66-14-330 0 0,-58 21-584 0 0,-54 10-14 0 0,87-8 0 0 0,-79 17-5 0 0,301-9-52 0 0,-85 48 13 0 0,-85-6 18 0 0,-119-17 27 0 0,313 20 0 0 0,-75-11-25 0 0,111 1-14 0 0,-406-19 39 0 0,598 19 0 0 0,172-12 0 0 0,-232 12 0 0 0,-230-17 0 0 0,-165-5 0 0 0,93-6 39 0 0,-93 2-3 0 0,-86 2 493 0 0,1-4 1 0 0,147-33 0 0 0,-215 35-436 0 0,55-11 48 0 0,-74 17-152 0 0,-1 0 1 0 0,1 0-1 0 0,-1 1 1 0 0,1 0 0 0 0,-1 0-1 0 0,1 1 1 0 0,10 3-1 0 0,-6-1-3 0 0,-6 0 46 0 0,1-1-1 0 0,0 0 0 0 0,1 0 1 0 0,-1-1-1 0 0,9 0 1 0 0,-10 1 26 0 0,-10 0 1165 0 0,0 0-1124 0 0,-2-1-121 0 0,-30 8 412 0 0,34-8-409 0 0,0-1 0 0 0,-1 0 0 0 0,1 0 0 0 0,-1 0 0 0 0,1 0 0 0 0,0 0 0 0 0,-1 0 0 0 0,1 0 1 0 0,-1-1-1 0 0,1 1 0 0 0,0 0 0 0 0,-1-1 0 0 0,1 1 0 0 0,0-1 0 0 0,-1 0 0 0 0,1 1 0 0 0,0-1 0 0 0,0 0 0 0 0,0 0 0 0 0,0 0 0 0 0,0 0 0 0 0,-1 0 1 0 0,0-2-1 0 0,-2-1-304 0 0,0 0 0 0 0,0 1 0 0 0,0-1 0 0 0,-1 1 0 0 0,1 0 0 0 0,-1 0 0 0 0,0 0 1 0 0,0 0-1 0 0,0 1 0 0 0,-7-3 0 0 0,5 2-92 0 0,0 0 0 0 0,-1-1 1 0 0,1 1-1 0 0,-8-8 0 0 0,-6-2 1318 0 0,20 13-807 0 0,0 0 0 0 0,1 0 0 0 0,-1 0 0 0 0,1 0 1 0 0,-1 0-1 0 0,0 0 0 0 0,1 0 0 0 0,-1 0 0 0 0,1 0 0 0 0,-1 0 0 0 0,0 0 0 0 0,1 0 0 0 0,-1 0 1 0 0,1 0-1 0 0,-1 1 0 0 0,1-1 0 0 0,-1 0 0 0 0,1 0 0 0 0,-1 1 0 0 0,1-1 0 0 0,-1 0 0 0 0,0 2 1 0 0,-1 1 82 0 0,0 0 1 0 0,0 0 0 0 0,1 0 0 0 0,-1 0 0 0 0,1 1 0 0 0,0-1-1 0 0,0 1 1 0 0,0-1 0 0 0,1 1 0 0 0,-1 5 0 0 0,5 19 278 0 0,-4-27-436 0 0,0 0-1 0 0,0 0 0 0 0,0-1 1 0 0,1 1-1 0 0,-1 0 0 0 0,0-1 1 0 0,0 1-1 0 0,1 0 0 0 0,-1-1 1 0 0,1 1-1 0 0,-1 0 0 0 0,1-1 1 0 0,-1 1-1 0 0,1-1 0 0 0,-1 1 0 0 0,1-1 1 0 0,-1 1-1 0 0,1-1 0 0 0,0 1 1 0 0,-1-1-1 0 0,1 1 0 0 0,0-1 1 0 0,-1 0-1 0 0,1 0 0 0 0,0 1 1 0 0,-1-1-1 0 0,1 0 0 0 0,0 0 1 0 0,0 0-1 0 0,-1 0 0 0 0,1 1 1 0 0,0-1-1 0 0,0 0 0 0 0,-1-1 0 0 0,2 1 1 0 0,-1-1-12 0 0,0 1 0 0 0,0-1-1 0 0,-1 0 1 0 0,1 0 0 0 0,0 0 0 0 0,-1 0 0 0 0,1 0 0 0 0,-1 0 0 0 0,1 0 0 0 0,-1 0 0 0 0,1 0-1 0 0,-1 0 1 0 0,0-1 0 0 0,0 1 0 0 0,1 0 0 0 0,-1 0 0 0 0,0 0 0 0 0,0 0 0 0 0,0 0 0 0 0,0-1 0 0 0,-1 1-1 0 0,1 0 1 0 0,0 0 0 0 0,0 0 0 0 0,-1 0 0 0 0,1 0 0 0 0,-1-2 0 0 0,-9-31 256 0 0,6 24-543 0 0,0 1 1 0 0,-1 0 0 0 0,0 0-1 0 0,0 0 1 0 0,-12-13 0 0 0</inkml:trace>
</inkml:ink>
</file>

<file path=ppt/ink/ink8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6:44.717"/>
    </inkml:context>
    <inkml:brush xml:id="br0">
      <inkml:brushProperty name="width" value="0.1" units="cm"/>
      <inkml:brushProperty name="height" value="0.1" units="cm"/>
      <inkml:brushProperty name="color" value="#004F8B"/>
    </inkml:brush>
  </inkml:definitions>
  <inkml:trace contextRef="#ctx0" brushRef="#br0">207 42 920 0 0,'3'-7'267'0'0,"-2"5"181"0"0,0 1 0 0 0,-1-1 0 0 0,1 0 1 0 0,0 1-1 0 0,-1-1 0 0 0,1 0 0 0 0,-1 1 0 0 0,1-1 0 0 0,-1 0 0 0 0,0 0 0 0 0,1 1 0 0 0,-1-1 0 0 0,0 0 0 0 0,0 0 0 0 0,-1 1 0 0 0,1-1 1 0 0,-1-3-1 0 0,-1 6-187 0 0,0 0 1 0 0,0 0-1 0 0,1 0 1 0 0,-1 0-1 0 0,0 0 1 0 0,1 1-1 0 0,-1-1 1 0 0,0 0-1 0 0,1 1 0 0 0,0-1 1 0 0,-1 1-1 0 0,1 0 1 0 0,-2 2-1 0 0,-29 45 416 0 0,2 2-1 0 0,3 1 1 0 0,-24 60-1 0 0,41-87-624 0 0,1 0 1 0 0,1 1-1 0 0,1 0 0 0 0,-6 47 0 0 0,11-60-49 0 0,1 0 0 0 0,0 1 0 0 0,1-1 0 0 0,1 0 0 0 0,0 1 0 0 0,1-1 0 0 0,0 0 0 0 0,1 0 0 0 0,1 0 0 0 0,0-1-1 0 0,9 20 1 0 0,-11-27 43 0 0,1 0-1 0 0,0 0 0 0 0,0 0 0 0 0,1 0 0 0 0,0-1 0 0 0,-1 1 0 0 0,2-1 0 0 0,-1 0 1 0 0,0 0-1 0 0,1-1 0 0 0,0 1 0 0 0,0-1 0 0 0,0 0 0 0 0,0 0 0 0 0,0-1 0 0 0,0 1 1 0 0,1-1-1 0 0,-1 0 0 0 0,1-1 0 0 0,0 1 0 0 0,0-1 0 0 0,6 0 0 0 0,-6-1-11 0 0,1 0 0 0 0,0-1 1 0 0,0 1-1 0 0,0-2 0 0 0,-1 1 0 0 0,1-1 0 0 0,-1 0 0 0 0,1 0 0 0 0,-1-1 0 0 0,0 0 0 0 0,0 0 0 0 0,0 0 1 0 0,0-1-1 0 0,0 0 0 0 0,-1 0 0 0 0,0 0 0 0 0,0-1 0 0 0,7-7 0 0 0,-4 3 4 0 0,0 0-1 0 0,-1-1 1 0 0,0 1-1 0 0,0-1 1 0 0,-1-1-1 0 0,-1 1 0 0 0,0-1 1 0 0,0 0-1 0 0,-1-1 1 0 0,0 1-1 0 0,3-18 1 0 0,-6 20-43 0 0,-1 0 1 0 0,0-1-1 0 0,0 1 1 0 0,0-1-1 0 0,-1 1 1 0 0,-1 0-1 0 0,1-1 0 0 0,-2 1 1 0 0,1 0-1 0 0,-1 0 1 0 0,-1 0-1 0 0,1 1 1 0 0,-2-1-1 0 0,-9-15 1 0 0,2 7 75 0 0,9 13-68 0 0,0 0 0 0 0,0 0 0 0 0,0 0 0 0 0,1 0 0 0 0,-1 0 0 0 0,1-1 0 0 0,-2-5 0 0 0,4 8-3 0 0,0 1 0 0 0,0-1 0 0 0,0 1 0 0 0,0-1 0 0 0,0 1 0 0 0,0 0 0 0 0,1-1 0 0 0,-1 1 0 0 0,0-1 0 0 0,1 1 0 0 0,-1-1 0 0 0,1 1 0 0 0,-1 0 0 0 0,1-1 0 0 0,0 1 0 0 0,0 0-1 0 0,0 0 1 0 0,-1-1 0 0 0,1 1 0 0 0,0 0 0 0 0,0 0 0 0 0,0 0 0 0 0,1 0 0 0 0,-1 0 0 0 0,0 0 0 0 0,0 1 0 0 0,1-1 0 0 0,1-1 0 0 0,4-2-8 0 0,-1 0 0 0 0,1 0 0 0 0,0 1 0 0 0,0 0 0 0 0,1 0 0 0 0,-1 1 0 0 0,0 0 0 0 0,1 0 0 0 0,-1 1 0 0 0,1 0 0 0 0,14 0 0 0 0,-17 1 5 0 0,0 1 1 0 0,0 0 0 0 0,1 0-1 0 0,-1 1 1 0 0,0-1 0 0 0,0 1 0 0 0,0 0-1 0 0,-1 0 1 0 0,1 1 0 0 0,0 0 0 0 0,-1-1-1 0 0,1 1 1 0 0,-1 1 0 0 0,0-1 0 0 0,0 1-1 0 0,0 0 1 0 0,5 7 0 0 0,2 3 59 0 0,-2 0-1 0 0,0 1 1 0 0,-1-1 0 0 0,0 2 0 0 0,-1-1-1 0 0,0 1 1 0 0,6 26 0 0 0,-2 10 121 0 0,6 58 1 0 0,-5-29-294 0 0,-10-70-627 0 0,0-4-228 0 0</inkml:trace>
</inkml:ink>
</file>

<file path=ppt/ink/ink8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6:44.985"/>
    </inkml:context>
    <inkml:brush xml:id="br0">
      <inkml:brushProperty name="width" value="0.1" units="cm"/>
      <inkml:brushProperty name="height" value="0.1" units="cm"/>
      <inkml:brushProperty name="color" value="#004F8B"/>
    </inkml:brush>
  </inkml:definitions>
  <inkml:trace contextRef="#ctx0" brushRef="#br0">10 0 10138 0 0,'0'0'98'0'0,"0"0"0"0"0,-1 0 0 0 0,1 0 0 0 0,0 1 0 0 0,-1-1 0 0 0,1 0 0 0 0,0 0 0 0 0,-1 0 0 0 0,1 0 0 0 0,0 0 0 0 0,-1 0 0 0 0,1 1 0 0 0,0-1 0 0 0,-1 0 0 0 0,1 0 0 0 0,0 0 0 0 0,0 1 0 0 0,-1-1 0 0 0,1 0 0 0 0,0 0 0 0 0,0 1 0 0 0,0-1 0 0 0,-1 0 0 0 0,1 1 0 0 0,0-1 0 0 0,0 0 0 0 0,0 1 0 0 0,0-1 0 0 0,0 0 0 0 0,0 1 0 0 0,0-1 0 0 0,-1 0 0 0 0,1 1 0 0 0,0-1 0 0 0,0 1 0 0 0,-2 23 2058 0 0,5 29 389 0 0,-2-50-2245 0 0,40 242 2311 0 0,-1-5-3133 0 0,-42-214-1572 0 0,-2-13-434 0 0,4-12 2481 0 0,0-1 1 0 0,0 0-1 0 0,0 0 0 0 0,0 0 1 0 0,0 0-1 0 0,0 1 0 0 0,0-1 1 0 0,-1 0-1 0 0,1 0 0 0 0,0 0 1 0 0,0 0-1 0 0,0 0 0 0 0,0 0 1 0 0,0 1-1 0 0,-1-1 1 0 0,1 0-1 0 0,0 0 0 0 0,0 0 1 0 0,0 0-1 0 0,-1 0 0 0 0,1 0 1 0 0,0 0-1 0 0,0 0 0 0 0,0 0 1 0 0,0 0-1 0 0,-1 0 1 0 0,1 0-1 0 0,0 0 0 0 0,0 0 1 0 0,0 0-1 0 0,-1 0 0 0 0,1 0 1 0 0,0 0-1 0 0,0 0 0 0 0,0 0 1 0 0,-1 0-1 0 0,1 0 0 0 0,0 0 1 0 0,0 0-1 0 0,0 0 1 0 0,0-1-1 0 0,0 1 0 0 0,-1 0 1 0 0,1 0-1 0 0,-3-4 47 0 0</inkml:trace>
</inkml:ink>
</file>

<file path=ppt/ink/ink8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6:45.252"/>
    </inkml:context>
    <inkml:brush xml:id="br0">
      <inkml:brushProperty name="width" value="0.1" units="cm"/>
      <inkml:brushProperty name="height" value="0.1" units="cm"/>
      <inkml:brushProperty name="color" value="#004F8B"/>
    </inkml:brush>
  </inkml:definitions>
  <inkml:trace contextRef="#ctx0" brushRef="#br0">0 56 7834 0 0,'0'-2'121'0'0,"1"1"1"0"0,-1-1-1 0 0,0 1 1 0 0,0-1-1 0 0,1 1 1 0 0,-1-1 0 0 0,1 1-1 0 0,-1 0 1 0 0,1-1-1 0 0,-1 1 1 0 0,1 0-1 0 0,0-1 1 0 0,0 1 0 0 0,0 0-1 0 0,0 0 1 0 0,0 0-1 0 0,0 0 1 0 0,0 0-1 0 0,0 0 1 0 0,0 0-1 0 0,0 0 1 0 0,0 0 0 0 0,1 1-1 0 0,-1-1 1 0 0,0 0-1 0 0,1 1 1 0 0,-1-1-1 0 0,0 1 1 0 0,3-1 0 0 0,44-16 1992 0 0,-38 15-1588 0 0,0 1-1 0 0,1 0 1 0 0,-1 0-1 0 0,1 1 1 0 0,-1 0 0 0 0,1 1-1 0 0,11 2 1 0 0,-16-2-385 0 0,0 0 0 0 0,0 0 0 0 0,-1 1 0 0 0,1 0-1 0 0,0 0 1 0 0,-1 1 0 0 0,0-1 0 0 0,1 1 0 0 0,-1 0 0 0 0,0 1 0 0 0,-1-1 0 0 0,1 1 0 0 0,-1 0 0 0 0,5 5 0 0 0,-7-7-126 0 0,-1 0 0 0 0,0 0 0 0 0,0 0 0 0 0,0 0 0 0 0,0 0 0 0 0,0 0 0 0 0,0 0 1 0 0,0 1-1 0 0,-1-1 0 0 0,1 0 0 0 0,-1 0 0 0 0,1 1 0 0 0,-1-1 0 0 0,0 0 0 0 0,0 1 1 0 0,0-1-1 0 0,0 0 0 0 0,-1 3 0 0 0,0 1 15 0 0,-1-1-1 0 0,1 0 1 0 0,-1 0 0 0 0,-1 0 0 0 0,1 0-1 0 0,-1 0 1 0 0,-4 7 0 0 0,-5 4 65 0 0,-1-1-1 0 0,0 0 1 0 0,-18 14 0 0 0,31-28-94 0 0,-17 14-106 0 0,0 0 0 0 0,-1-1 0 0 0,0-1 0 0 0,-23 12 0 0 0,40-25-76 0 0,-11 2-2796 0 0</inkml:trace>
</inkml:ink>
</file>

<file path=ppt/ink/ink8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6:45.554"/>
    </inkml:context>
    <inkml:brush xml:id="br0">
      <inkml:brushProperty name="width" value="0.1" units="cm"/>
      <inkml:brushProperty name="height" value="0.1" units="cm"/>
      <inkml:brushProperty name="color" value="#004F8B"/>
    </inkml:brush>
  </inkml:definitions>
  <inkml:trace contextRef="#ctx0" brushRef="#br0">1 24 5985 0 0,'27'-23'8923'0'0,"-26"23"-8733"0"0,-1 1 0 0 0,1-1 0 0 0,-1 0-1 0 0,1 1 1 0 0,0-1 0 0 0,-1 1 0 0 0,1 0 0 0 0,-1-1 0 0 0,1 1-1 0 0,-1-1 1 0 0,0 1 0 0 0,1 0 0 0 0,-1-1 0 0 0,0 1 0 0 0,1 0-1 0 0,-1-1 1 0 0,0 1 0 0 0,0 0 0 0 0,1 0 0 0 0,-1-1 0 0 0,0 1-1 0 0,0 0 1 0 0,0 0 0 0 0,0-1 0 0 0,0 1 0 0 0,0 0 0 0 0,0 0-1 0 0,0-1 1 0 0,-1 2 0 0 0,2 46 976 0 0,-6 52 0 0 0,0 39-1248 0 0,6-110 21 0 0,0 6-369 0 0,1 0 0 0 0,2 0 0 0 0,12 50 1 0 0,-12-72-744 0 0</inkml:trace>
</inkml:ink>
</file>

<file path=ppt/ink/ink8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6:45.776"/>
    </inkml:context>
    <inkml:brush xml:id="br0">
      <inkml:brushProperty name="width" value="0.1" units="cm"/>
      <inkml:brushProperty name="height" value="0.1" units="cm"/>
      <inkml:brushProperty name="color" value="#004F8B"/>
    </inkml:brush>
  </inkml:definitions>
  <inkml:trace contextRef="#ctx0" brushRef="#br0">18 89 5529 0 0,'-17'-15'5746'0'0,"38"-7"939"0"0,-18 19-7001 0 0,6-4 858 0 0,1-1 1 0 0,0 1 0 0 0,13-7 0 0 0,-19 11-715 0 0,0 2 1 0 0,1-1 0 0 0,-1 0 0 0 0,0 1 0 0 0,0 0 0 0 0,1 0-1 0 0,5-1 1 0 0,3 2-1238 0 0</inkml:trace>
</inkml:ink>
</file>

<file path=ppt/ink/ink8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6:45.998"/>
    </inkml:context>
    <inkml:brush xml:id="br0">
      <inkml:brushProperty name="width" value="0.1" units="cm"/>
      <inkml:brushProperty name="height" value="0.1" units="cm"/>
      <inkml:brushProperty name="color" value="#004F8B"/>
    </inkml:brush>
  </inkml:definitions>
  <inkml:trace contextRef="#ctx0" brushRef="#br0">0 241 10594 0 0,'65'-59'6015'0'0,"38"-23"-4380"0"0,-86 69-1547 0 0,21-14-764 0 0,18-17-4884 0 0,-38 28 3458 0 0</inkml:trace>
</inkml:ink>
</file>

<file path=ppt/ink/ink8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6:46.402"/>
    </inkml:context>
    <inkml:brush xml:id="br0">
      <inkml:brushProperty name="width" value="0.1" units="cm"/>
      <inkml:brushProperty name="height" value="0.1" units="cm"/>
      <inkml:brushProperty name="color" value="#004F8B"/>
    </inkml:brush>
  </inkml:definitions>
  <inkml:trace contextRef="#ctx0" brushRef="#br0">127 110 8754 0 0,'-2'-2'190'0'0,"0"0"1"0"0,0 0 0 0 0,-1 0-1 0 0,1 1 1 0 0,0-1 0 0 0,-1 1-1 0 0,1-1 1 0 0,-1 1-1 0 0,0 0 1 0 0,1 0 0 0 0,-1 0-1 0 0,0 0 1 0 0,0 1-1 0 0,-3-1 1 0 0,4 1 30 0 0,0 1 0 0 0,0-1 1 0 0,-1 1-1 0 0,1-1 0 0 0,0 1 0 0 0,0 0 0 0 0,0 0 1 0 0,0 0-1 0 0,0 0 0 0 0,1 0 0 0 0,-1 1 0 0 0,0-1 0 0 0,0 1 1 0 0,1-1-1 0 0,-1 1 0 0 0,1-1 0 0 0,-1 1 0 0 0,1 0 1 0 0,-2 3-1 0 0,-4 6 30 0 0,1 1-1 0 0,0 0 1 0 0,1 0 0 0 0,0 0 0 0 0,0 1 0 0 0,2-1-1 0 0,0 1 1 0 0,0 0 0 0 0,1 0 0 0 0,0 0-1 0 0,2 1 1 0 0,-1-1 0 0 0,2 0 0 0 0,-1 0 0 0 0,2 1-1 0 0,0-1 1 0 0,0 0 0 0 0,5 13 0 0 0,-4-19-242 0 0,0 0 1 0 0,0 0-1 0 0,1-1 1 0 0,0 1-1 0 0,0-1 1 0 0,0 0-1 0 0,1 0 1 0 0,0-1-1 0 0,0 1 0 0 0,0-1 1 0 0,1 0-1 0 0,0 0 1 0 0,0-1-1 0 0,7 5 1 0 0,-4-4 53 0 0,1 0 1 0 0,0-1-1 0 0,0 0 1 0 0,0-1-1 0 0,0 0 1 0 0,1 0 0 0 0,-1-1-1 0 0,1-1 1 0 0,15 1-1 0 0,-14-1 11 0 0,0-2 0 0 0,0 0 0 0 0,0 0 0 0 0,-1-1 0 0 0,1 0 0 0 0,-1-1 0 0 0,1-1 0 0 0,16-6 0 0 0,-21 6-57 0 0,1 0 1 0 0,-1 0 0 0 0,0 0 0 0 0,0-1 0 0 0,0 0 0 0 0,-1-1 0 0 0,1 0-1 0 0,-1 1 1 0 0,-1-2 0 0 0,1 1 0 0 0,-1-1 0 0 0,5-9 0 0 0,-4 5 19 0 0,0-1 0 0 0,-1-1 1 0 0,-1 1-1 0 0,0-1 1 0 0,-1 0-1 0 0,-1 0 0 0 0,0 0 1 0 0,0 0-1 0 0,-1 0 0 0 0,-1 0 1 0 0,0 0-1 0 0,-1-1 0 0 0,0 1 1 0 0,-1 0-1 0 0,-1 0 0 0 0,0 1 1 0 0,0-1-1 0 0,-2 0 0 0 0,1 1 1 0 0,-2 0-1 0 0,1 0 0 0 0,-2 0 1 0 0,0 1-1 0 0,0 0 0 0 0,-1 0 1 0 0,-17-17-1 0 0,21 24-15 0 0,-1 0 0 0 0,1 0 0 0 0,-1 1-1 0 0,0-1 1 0 0,-1 1 0 0 0,1 1 0 0 0,0-1 0 0 0,-1 1 0 0 0,1 0 0 0 0,-1 0-1 0 0,0 0 1 0 0,-10-1 0 0 0,4 2-325 0 0,0 0 0 0 0,0 1 0 0 0,0 0 0 0 0,0 1 0 0 0,-16 3 0 0 0,-9 3-7549 0 0</inkml:trace>
</inkml:ink>
</file>

<file path=ppt/ink/ink8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6:59.176"/>
    </inkml:context>
    <inkml:brush xml:id="br0">
      <inkml:brushProperty name="width" value="0.1" units="cm"/>
      <inkml:brushProperty name="height" value="0.1" units="cm"/>
      <inkml:brushProperty name="color" value="#004F8B"/>
    </inkml:brush>
  </inkml:definitions>
  <inkml:trace contextRef="#ctx0" brushRef="#br0">169 155 3225 0 0,'2'-41'1680'0'0,"-1"30"-964"0"0,0 1 1 0 0,0 0-1 0 0,-1 0 0 0 0,-1 0 0 0 0,0-1 0 0 0,0 1 0 0 0,-1 0 0 0 0,-3-12 0 0 0,4 21-644 0 0,1 1 0 0 0,0-1-1 0 0,0 1 1 0 0,-1-1-1 0 0,1 1 1 0 0,0-1-1 0 0,0 1 1 0 0,-1-1 0 0 0,1 1-1 0 0,-1 0 1 0 0,1-1-1 0 0,0 1 1 0 0,-1-1 0 0 0,1 1-1 0 0,-1 0 1 0 0,1-1-1 0 0,-1 1 1 0 0,1 0-1 0 0,-1 0 1 0 0,1 0 0 0 0,-1-1-1 0 0,1 1 1 0 0,-1 0-1 0 0,1 0 1 0 0,-1 0 0 0 0,1 0-1 0 0,-1 0 1 0 0,1 0-1 0 0,-1 0 1 0 0,1 0-1 0 0,-1 0 1 0 0,0 0 0 0 0,1 0-1 0 0,-1 0 1 0 0,1 0-1 0 0,-1 0 1 0 0,1 1-1 0 0,-1-1 1 0 0,1 0 0 0 0,-1 0-1 0 0,1 1 1 0 0,-1-1-1 0 0,1 0 1 0 0,-1 1 0 0 0,1-1-1 0 0,0 0 1 0 0,-1 1-1 0 0,1-1 1 0 0,0 1-1 0 0,-1-1 1 0 0,1 1 0 0 0,0-1-1 0 0,-1 0 1 0 0,1 1-1 0 0,0 0 1 0 0,-20 27 1174 0 0,3 5-932 0 0,1 1 1 0 0,2 0-1 0 0,2 0 0 0 0,1 1 0 0 0,-12 65 1 0 0,12-22-115 0 0,-4 129 1 0 0,15-169-85 0 0,1-1-1 0 0,1 1 1 0 0,3-1-1 0 0,1 0 1 0 0,15 54-1 0 0,-14-71-35 0 0,0 0-1 0 0,2 0 1 0 0,0-1-1 0 0,1-1 1 0 0,0 1-1 0 0,2-1 1 0 0,0-1-1 0 0,2 0 1 0 0,-1-1-1 0 0,2-1 1 0 0,18 16-1 0 0,-18-18-76 0 0,1-1-1 0 0,1 0 1 0 0,0-2 0 0 0,0 0-1 0 0,1-1 1 0 0,0 0-1 0 0,1-2 1 0 0,24 7 0 0 0,-28-10-965 0 0,0-1-1 0 0,0-1 1 0 0,27 1 0 0 0,-21-3-381 0 0</inkml:trace>
</inkml:ink>
</file>

<file path=ppt/ink/ink8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6:59.874"/>
    </inkml:context>
    <inkml:brush xml:id="br0">
      <inkml:brushProperty name="width" value="0.1" units="cm"/>
      <inkml:brushProperty name="height" value="0.1" units="cm"/>
      <inkml:brushProperty name="color" value="#004F8B"/>
    </inkml:brush>
  </inkml:definitions>
  <inkml:trace contextRef="#ctx0" brushRef="#br0">18 107 6913 0 0,'-1'0'31'0'0,"0"0"-1"0"0,0 0 1 0 0,1 0-1 0 0,-1 0 1 0 0,0 0-1 0 0,0 0 0 0 0,1-1 1 0 0,-1 1-1 0 0,0 0 1 0 0,1-1-1 0 0,-1 1 0 0 0,0 0 1 0 0,1-1-1 0 0,-1 1 1 0 0,0-1-1 0 0,1 1 1 0 0,-1-1-1 0 0,1 1 0 0 0,-1-1 1 0 0,1 0-1 0 0,-1 1 1 0 0,1-1-1 0 0,0 0 0 0 0,-1 1 1 0 0,1-1-1 0 0,0 0 1 0 0,-1 1-1 0 0,1-1 1 0 0,0 0-1 0 0,0 1 0 0 0,0-3 1 0 0,0 1 173 0 0,0 0 0 0 0,0 0 0 0 0,1 0 0 0 0,0-1 0 0 0,-1 1 0 0 0,1 0 1 0 0,0 0-1 0 0,0 0 0 0 0,0 0 0 0 0,0 0 0 0 0,2-2 0 0 0,1-2 521 0 0,1 0 0 0 0,0 0 0 0 0,0 0 0 0 0,1 0 0 0 0,11-8 0 0 0,-13 11-490 0 0,0 1 1 0 0,0 0-1 0 0,0 0 1 0 0,0 0-1 0 0,1 0 1 0 0,-1 1-1 0 0,1-1 1 0 0,-1 1-1 0 0,1 0 1 0 0,-1 1-1 0 0,1-1 1 0 0,0 1-1 0 0,-1 0 1 0 0,1 0-1 0 0,0 0 1 0 0,4 1-1 0 0,-6 0-165 0 0,0 0-1 0 0,0 0 0 0 0,-1 1 0 0 0,1-1 1 0 0,0 1-1 0 0,-1-1 0 0 0,1 1 1 0 0,-1 0-1 0 0,0 0 0 0 0,0 0 1 0 0,1 0-1 0 0,-1 0 0 0 0,0 0 0 0 0,-1 0 1 0 0,1 1-1 0 0,0-1 0 0 0,-1 1 1 0 0,1 0-1 0 0,-1-1 0 0 0,0 1 1 0 0,0 0-1 0 0,0 0 0 0 0,0 0 0 0 0,-1-1 1 0 0,2 7-1 0 0,-1 3-44 0 0,1 1 0 0 0,-2-1 1 0 0,0 0-1 0 0,0 1 0 0 0,-1-1 0 0 0,-3 15 0 0 0,-22 73 252 0 0,18-76-216 0 0,1 1 0 0 0,1-1 0 0 0,-5 50 1 0 0,11-71-69 0 0,0-1 0 0 0,0 1 0 0 0,-1-1 0 0 0,1 1 1 0 0,1-1-1 0 0,-1 1 0 0 0,0-1 0 0 0,1 1 0 0 0,-1-1 0 0 0,1 1 1 0 0,0-1-1 0 0,0 1 0 0 0,0-1 0 0 0,0 0 0 0 0,0 0 1 0 0,0 1-1 0 0,1-1 0 0 0,-1 0 0 0 0,1 0 0 0 0,-1 0 1 0 0,4 2-1 0 0,-2-2-10 0 0,0-1 0 0 0,0 0 1 0 0,0 0-1 0 0,0 0 0 0 0,1 0 1 0 0,-1-1-1 0 0,0 0 0 0 0,0 1 1 0 0,0-1-1 0 0,1 0 0 0 0,-1 0 1 0 0,0-1-1 0 0,0 1 0 0 0,0-1 0 0 0,1 1 1 0 0,2-3-1 0 0,7 0-153 0 0,-1 0-1 0 0,1 1 1 0 0,-1 1 0 0 0,1 0-1 0 0,0 0 1 0 0,22 2 0 0 0,-31 0 159 0 0,1 0-1 0 0,-1 0 1 0 0,0 0 0 0 0,0 1 0 0 0,0-1 0 0 0,0 1 0 0 0,0 0-1 0 0,0 0 1 0 0,-1 0 0 0 0,1 1 0 0 0,-1-1 0 0 0,1 1 0 0 0,-1 0-1 0 0,0 0 1 0 0,0 0 0 0 0,0 0 0 0 0,0 1 0 0 0,-1-1 0 0 0,1 1-1 0 0,-1-1 1 0 0,0 1 0 0 0,0 0 0 0 0,2 7 0 0 0,-1-2 19 0 0,0 1-1 0 0,-1-1 1 0 0,-1 0 0 0 0,0 1 0 0 0,0 0-1 0 0,0-1 1 0 0,-1 1 0 0 0,-1-1-1 0 0,0 1 1 0 0,0-1 0 0 0,-1 1 0 0 0,0-1-1 0 0,0 0 1 0 0,-7 15 0 0 0,-6 10-261 0 0,-1 1-1 0 0,-30 44 1 0 0,13-22-1160 0 0,21-37 314 0 0</inkml:trace>
</inkml:ink>
</file>

<file path=ppt/ink/ink8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00.082"/>
    </inkml:context>
    <inkml:brush xml:id="br0">
      <inkml:brushProperty name="width" value="0.1" units="cm"/>
      <inkml:brushProperty name="height" value="0.1" units="cm"/>
      <inkml:brushProperty name="color" value="#004F8B"/>
    </inkml:brush>
  </inkml:definitions>
  <inkml:trace contextRef="#ctx0" brushRef="#br0">26 0 7834 0 0,'-3'13'8296'0'0,"-5"4"-3809"0"0,-3 7-4001 0 0,7 1-5960 0 0</inkml:trace>
</inkml:ink>
</file>

<file path=ppt/ink/ink8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00.611"/>
    </inkml:context>
    <inkml:brush xml:id="br0">
      <inkml:brushProperty name="width" value="0.1" units="cm"/>
      <inkml:brushProperty name="height" value="0.1" units="cm"/>
      <inkml:brushProperty name="color" value="#004F8B"/>
    </inkml:brush>
  </inkml:definitions>
  <inkml:trace contextRef="#ctx0" brushRef="#br0">29 64 456 0 0,'0'-1'195'0'0,"0"0"0"0"0,0 0 0 0 0,0 0 0 0 0,0-1 0 0 0,0 1 0 0 0,-1 0 0 0 0,1 0 0 0 0,0 0 1 0 0,-1 0-1 0 0,1 0 0 0 0,0 0 0 0 0,-1 0 0 0 0,0 0 0 0 0,1 0 0 0 0,-1 0 0 0 0,1 0 0 0 0,-1 1 0 0 0,0-1 0 0 0,0 0 0 0 0,0 0 0 0 0,1 0 0 0 0,-1 1 0 0 0,0-1 0 0 0,-2 0 0 0 0,2 0 97 0 0,0 0 1 0 0,0 1-1 0 0,0-1 0 0 0,0 0 0 0 0,0 0 1 0 0,0 0-1 0 0,1 0 0 0 0,-1 0 0 0 0,0 0 1 0 0,0 0-1 0 0,1 0 0 0 0,-1 0 0 0 0,0 0 0 0 0,1 0 1 0 0,-1 0-1 0 0,1 0 0 0 0,0-1 0 0 0,-1 1 1 0 0,1 0-1 0 0,0-3 0 0 0,0 3-146 0 0,0 0-1 0 0,1 1 1 0 0,-1-1-1 0 0,1 0 1 0 0,-1 0-1 0 0,1 0 1 0 0,0 0 0 0 0,-1 0-1 0 0,1 1 1 0 0,0-1-1 0 0,0 0 1 0 0,-1 1-1 0 0,1-1 1 0 0,0 0-1 0 0,0 1 1 0 0,0-1-1 0 0,0 1 1 0 0,0-1 0 0 0,0 1-1 0 0,0 0 1 0 0,0-1-1 0 0,0 1 1 0 0,0 0-1 0 0,0 0 1 0 0,0-1-1 0 0,0 1 1 0 0,0 0-1 0 0,0 0 1 0 0,0 0 0 0 0,0 0-1 0 0,0 1 1 0 0,0-1-1 0 0,0 0 1 0 0,0 0-1 0 0,0 1 1 0 0,1-1-1 0 0,0 1-28 0 0,0 0 0 0 0,0-1 0 0 0,0 1 0 0 0,0 0 0 0 0,-1 0-1 0 0,1 0 1 0 0,0 0 0 0 0,0 0 0 0 0,-1 1 0 0 0,1-1 0 0 0,-1 0-1 0 0,1 1 1 0 0,-1-1 0 0 0,1 1 0 0 0,-1 0 0 0 0,0-1 0 0 0,1 3-1 0 0,1 7-30 0 0,-1 0-1 0 0,0 0 1 0 0,-1 1-1 0 0,0-1 1 0 0,-1 0-1 0 0,0 0 1 0 0,-1 1-1 0 0,0-1 1 0 0,0 0-1 0 0,-5 14 1 0 0,3-11-141 0 0,1 1 1 0 0,0-1 0 0 0,1 1 0 0 0,0 0-1 0 0,2 19 1 0 0,0-31 42 0 0,-1-1 0 0 0,1 1 0 0 0,0-1 0 0 0,0 1 0 0 0,0-1 0 0 0,0 1 0 0 0,1-1 0 0 0,-1 1 0 0 0,1-1 0 0 0,-1 0 0 0 0,1 0 0 0 0,0 0 0 0 0,-1 0 0 0 0,1 0 0 0 0,0 0 0 0 0,1 0 0 0 0,-1-1 0 0 0,0 1 0 0 0,0-1 0 0 0,1 1 0 0 0,-1-1 0 0 0,4 1 0 0 0,6 3 24 0 0,1-1-1 0 0,-1-1 1 0 0,22 4-1 0 0,12 3 0 0 0,-41-9 0 0 0,-1 1-1 0 0,0-1 0 0 0,0 1 0 0 0,0 0 0 0 0,0 0 0 0 0,0 1 0 0 0,0-1 0 0 0,0 1 0 0 0,-1 0 0 0 0,1 0 0 0 0,-1 0 0 0 0,0 0 1 0 0,0 0-1 0 0,0 1 0 0 0,2 3 0 0 0,-3-3-2 0 0,-1 0 0 0 0,0-1 0 0 0,0 1 0 0 0,0 0 0 0 0,0 0 0 0 0,0-1 0 0 0,-1 1 0 0 0,0 0 1 0 0,0 0-1 0 0,0 0 0 0 0,0 0 0 0 0,0 0 0 0 0,-1-1 0 0 0,0 1 0 0 0,1 0 0 0 0,-2 0 0 0 0,-1 6 0 0 0,-5 6-819 0 0,0 1-1 0 0,-1-1 0 0 0,0-1 1 0 0,-1 0-1 0 0,-1 0 1 0 0,-17 17-1 0 0,15-18-5197 0 0</inkml:trace>
</inkml:ink>
</file>

<file path=ppt/ink/ink8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01.051"/>
    </inkml:context>
    <inkml:brush xml:id="br0">
      <inkml:brushProperty name="width" value="0.1" units="cm"/>
      <inkml:brushProperty name="height" value="0.1" units="cm"/>
      <inkml:brushProperty name="color" value="#004F8B"/>
    </inkml:brush>
  </inkml:definitions>
  <inkml:trace contextRef="#ctx0" brushRef="#br0">0 304 5065 0 0,'1'-2'447'0'0,"0"-3"956"0"0,1 1 0 0 0,0-1 0 0 0,-1 1 1 0 0,2-1-1 0 0,-1 1 0 0 0,0-1 0 0 0,4-3 0 0 0,-5 7-1260 0 0,0 0 0 0 0,0 1-1 0 0,0-1 1 0 0,0 1 0 0 0,0-1-1 0 0,0 0 1 0 0,0 1 0 0 0,0 0 0 0 0,0-1-1 0 0,0 1 1 0 0,0 0 0 0 0,0-1-1 0 0,0 1 1 0 0,0 0 0 0 0,0 0-1 0 0,0 0 1 0 0,0 0 0 0 0,1 0-1 0 0,-1 0 1 0 0,0 0 0 0 0,0 0-1 0 0,0 1 1 0 0,0-1 0 0 0,0 0-1 0 0,0 1 1 0 0,0-1 0 0 0,0 1 0 0 0,0-1-1 0 0,0 1 1 0 0,0-1 0 0 0,0 1-1 0 0,0 0 1 0 0,0-1 0 0 0,-1 1-1 0 0,1 0 1 0 0,0 0 0 0 0,0 0-1 0 0,0 0 1 0 0,12 12-21 0 0,-1 1-1 0 0,-1 0 1 0 0,0 0 0 0 0,16 29-1 0 0,3 4-30 0 0,-27-43-89 0 0,9 13 21 0 0,0 0 0 0 0,2-1 0 0 0,24 23 0 0 0,-34-35-17 0 0,0-1-1 0 0,1 0 0 0 0,-1 0 1 0 0,1 0-1 0 0,0 0 1 0 0,0-1-1 0 0,0 0 0 0 0,7 3 1 0 0,-9-5-5 0 0,0 1 0 0 0,0-1 1 0 0,0 1-1 0 0,0-1 0 0 0,0 0 0 0 0,0 0 1 0 0,0 0-1 0 0,0-1 0 0 0,0 1 0 0 0,0-1 0 0 0,-1 0 1 0 0,1 1-1 0 0,0-1 0 0 0,0 0 0 0 0,-1-1 1 0 0,5-1-1 0 0,-4 1 16 0 0,0-1 0 0 0,0 1 1 0 0,-1 0-1 0 0,1-1 0 0 0,-1 0 0 0 0,0 1 0 0 0,0-1 1 0 0,0 0-1 0 0,0 0 0 0 0,0 0 0 0 0,-1 0 1 0 0,1-1-1 0 0,-1 1 0 0 0,0 0 0 0 0,0-1 0 0 0,1-4 1 0 0,1-9 141 0 0,-1 1 1 0 0,0-22-1 0 0,0 10-42 0 0,-1 19-63 0 0,18-158 371 0 0,-13 133-450 0 0,1 0 0 0 0,22-61 0 0 0,-12 63-2549 0 0</inkml:trace>
</inkml:ink>
</file>

<file path=ppt/ink/ink8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01.685"/>
    </inkml:context>
    <inkml:brush xml:id="br0">
      <inkml:brushProperty name="width" value="0.1" units="cm"/>
      <inkml:brushProperty name="height" value="0.1" units="cm"/>
      <inkml:brushProperty name="color" value="#004F8B"/>
    </inkml:brush>
  </inkml:definitions>
  <inkml:trace contextRef="#ctx0" brushRef="#br0">181 127 6913 0 0,'7'-10'595'0'0,"-1"0"-1"0"0,0 0 0 0 0,-1 0 0 0 0,0-1 0 0 0,0 0 0 0 0,-1 0 0 0 0,-1 0 0 0 0,3-15 0 0 0,-5 26-526 0 0,-1-1 0 0 0,0 1 0 0 0,0-1 0 0 0,0 1 0 0 0,0-1 0 0 0,0 1 0 0 0,0-1 0 0 0,0 0 0 0 0,0 1 0 0 0,0-1 0 0 0,0 1 0 0 0,0-1 0 0 0,-1 1 0 0 0,1-1 0 0 0,0 1 0 0 0,0-1 0 0 0,0 1 0 0 0,-1-1 0 0 0,1 1 0 0 0,0-1 0 0 0,-1 1 0 0 0,1-1 0 0 0,0 1 0 0 0,-1 0 0 0 0,1-1-1 0 0,-1 1 1 0 0,1-1 0 0 0,0 1 0 0 0,-1 0 0 0 0,1 0 0 0 0,-1-1 0 0 0,1 1 0 0 0,-1 0 0 0 0,1 0 0 0 0,-1-1 0 0 0,1 1 0 0 0,-1 0 0 0 0,1 0 0 0 0,-1 0 0 0 0,0 0 0 0 0,1 0 0 0 0,-1 0 0 0 0,1 0 0 0 0,-1 0 0 0 0,1 0 0 0 0,-1 0 0 0 0,1 0 0 0 0,-1 0 0 0 0,1 0 0 0 0,-1 1 0 0 0,0-1 0 0 0,1 0 0 0 0,-1 0 0 0 0,1 1 0 0 0,0-1 0 0 0,-1 0 0 0 0,1 0 0 0 0,-1 1 0 0 0,-30 16 1497 0 0,19-7-1327 0 0,0 1 1 0 0,0 0-1 0 0,2 0 1 0 0,-1 1 0 0 0,2 1-1 0 0,0-1 1 0 0,0 2-1 0 0,1-1 1 0 0,0 1-1 0 0,-9 26 1 0 0,4-4-186 0 0,2 1 0 0 0,1-1 0 0 0,-6 52 0 0 0,11-61-49 0 0,3-1 0 0 0,0 1-1 0 0,1 0 1 0 0,2 0-1 0 0,1-1 1 0 0,1 1-1 0 0,11 46 1 0 0,-10-59-15 0 0,1 0-1 0 0,0-1 1 0 0,1 0 0 0 0,0 0-1 0 0,1 0 1 0 0,1-1 0 0 0,0 0-1 0 0,1 0 1 0 0,0-1 0 0 0,0 0-1 0 0,1-1 1 0 0,1 0 0 0 0,0 0-1 0 0,0-1 1 0 0,1-1 0 0 0,13 8-1 0 0,-9-7-289 0 0,1 0 0 0 0,0-2 0 0 0,1 0 0 0 0,35 9 0 0 0,-25-10-778 0 0</inkml:trace>
</inkml:ink>
</file>

<file path=ppt/ink/ink8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02.112"/>
    </inkml:context>
    <inkml:brush xml:id="br0">
      <inkml:brushProperty name="width" value="0.1" units="cm"/>
      <inkml:brushProperty name="height" value="0.1" units="cm"/>
      <inkml:brushProperty name="color" value="#004F8B"/>
    </inkml:brush>
  </inkml:definitions>
  <inkml:trace contextRef="#ctx0" brushRef="#br0">50 136 14283 0 0,'-1'0'42'0'0,"0"-1"-1"0"0,0 0 1 0 0,0 0-1 0 0,0 0 1 0 0,0 1-1 0 0,0-1 0 0 0,0 0 1 0 0,0 1-1 0 0,0-1 1 0 0,0 1-1 0 0,0-1 1 0 0,0 1-1 0 0,-1 0 1 0 0,1-1-1 0 0,0 1 1 0 0,0 0-1 0 0,0 0 1 0 0,-1 0-1 0 0,1 0 1 0 0,0 0-1 0 0,0 0 1 0 0,0 0-1 0 0,-1 0 1 0 0,1 0-1 0 0,0 1 1 0 0,0-1-1 0 0,-2 1 1 0 0,1 1 92 0 0,1-1 0 0 0,0 1 0 0 0,-1-1 0 0 0,1 1 0 0 0,0-1 0 0 0,0 1 0 0 0,0 0 0 0 0,0 0 0 0 0,1 0 0 0 0,-1-1 0 0 0,0 1 1 0 0,1 0-1 0 0,0 0 0 0 0,-1 0 0 0 0,1 2 0 0 0,-1 8 464 0 0,0 0 0 0 0,1-1 0 0 0,0 1 0 0 0,4 18 0 0 0,-2-18-593 0 0,2 0 0 0 0,-1-1-1 0 0,1 1 1 0 0,1-1-1 0 0,0 0 1 0 0,1-1-1 0 0,0 1 1 0 0,1-1 0 0 0,0 0-1 0 0,0-1 1 0 0,1 0-1 0 0,0 0 1 0 0,1 0-1 0 0,-1-1 1 0 0,2-1 0 0 0,10 8-1 0 0,-13-10 3 0 0,0-1 0 0 0,1 0 0 0 0,0 0 1 0 0,0 0-1 0 0,0-1 0 0 0,0 0 0 0 0,1-1 0 0 0,-1 0 0 0 0,1 0 0 0 0,0-1 0 0 0,-1 0 0 0 0,1 0 1 0 0,0-1-1 0 0,0 0 0 0 0,-1-1 0 0 0,1 0 0 0 0,0 0 0 0 0,-1-1 0 0 0,1 0 0 0 0,-1 0 1 0 0,0-1-1 0 0,16-7 0 0 0,-18 6 69 0 0,1 0 0 0 0,-1 0 0 0 0,0 0 0 0 0,0-1 1 0 0,-1 0-1 0 0,1 0 0 0 0,-1 0 0 0 0,0-1 0 0 0,-1 1 0 0 0,1-1 0 0 0,-1-1 1 0 0,0 1-1 0 0,6-14 0 0 0,-6 11-3 0 0,-1-1-1 0 0,0 0 1 0 0,-1-1 0 0 0,0 1 0 0 0,0 0-1 0 0,-1-1 1 0 0,0 1 0 0 0,-1 0 0 0 0,-2-16-1 0 0,1 15-49 0 0,0-1 0 0 0,-1 1-1 0 0,-1 0 1 0 0,0-1-1 0 0,0 1 1 0 0,-1 0 0 0 0,-1 1-1 0 0,0-1 1 0 0,0 1 0 0 0,-1 0-1 0 0,0 0 1 0 0,-1 0-1 0 0,0 1 1 0 0,0 0 0 0 0,-1 1-1 0 0,-1 0 1 0 0,1 0-1 0 0,-16-11 1 0 0,17 16-55 0 0,1-1 0 0 0,-1 2 0 0 0,0-1 0 0 0,1 1 0 0 0,-1 0 1 0 0,-1 0-1 0 0,1 1 0 0 0,0 0 0 0 0,-8-1 0 0 0,-38 5-3079 0 0,33-1-4045 0 0</inkml:trace>
</inkml:ink>
</file>

<file path=ppt/ink/ink8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02.629"/>
    </inkml:context>
    <inkml:brush xml:id="br0">
      <inkml:brushProperty name="width" value="0.1" units="cm"/>
      <inkml:brushProperty name="height" value="0.1" units="cm"/>
      <inkml:brushProperty name="color" value="#004F8B"/>
    </inkml:brush>
  </inkml:definitions>
  <inkml:trace contextRef="#ctx0" brushRef="#br0">22 230 10594 0 0,'-21'-17'5647'0'0,"27"31"-2972"0"0,6 4-2428 0 0,0-1-1 0 0,0 0 1 0 0,21 21-1 0 0,-24-29-135 0 0,0 0-1 0 0,1-1 1 0 0,-1 0 0 0 0,1 0-1 0 0,1-1 1 0 0,22 10-1 0 0,-33-16-101 0 0,1-1-1 0 0,0 1 1 0 0,0-1-1 0 0,0 0 1 0 0,0 0-1 0 0,-1 1 1 0 0,1-1-1 0 0,0 0 1 0 0,0 0 0 0 0,0 0-1 0 0,0 0 1 0 0,0 0-1 0 0,0 0 1 0 0,0 0-1 0 0,-1 0 1 0 0,1-1-1 0 0,0 1 1 0 0,0 0-1 0 0,0 0 1 0 0,0-1-1 0 0,0 1 1 0 0,-1 0-1 0 0,1-1 1 0 0,0 1-1 0 0,0-1 1 0 0,0 0-1 0 0,1-1 40 0 0,-1 0 0 0 0,0 1 1 0 0,0-1-1 0 0,1 0 0 0 0,-1 0 0 0 0,0 0 0 0 0,-1 0 0 0 0,1 0 0 0 0,0 0 0 0 0,0-4 1 0 0,1-6 200 0 0,0 0 1 0 0,-1 0-1 0 0,-1-13 1 0 0,0 20-199 0 0,-6-98 483 0 0,3 70-997 0 0,1 0-1 0 0,2 0 0 0 0,4-37 1 0 0,-1 52-1026 0 0</inkml:trace>
</inkml:ink>
</file>

<file path=ppt/ink/ink8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03.336"/>
    </inkml:context>
    <inkml:brush xml:id="br0">
      <inkml:brushProperty name="width" value="0.1" units="cm"/>
      <inkml:brushProperty name="height" value="0.1" units="cm"/>
      <inkml:brushProperty name="color" value="#004F8B"/>
    </inkml:brush>
  </inkml:definitions>
  <inkml:trace contextRef="#ctx0" brushRef="#br0">37 69 4609 0 0,'-25'-28'2455'0'0,"24"26"-2149"0"0,0 0 0 0 0,-1 0 1 0 0,1 0-1 0 0,0 0 0 0 0,0 0 1 0 0,0 0-1 0 0,0 0 0 0 0,1 0 1 0 0,-1 0-1 0 0,1 0 0 0 0,-1 0 1 0 0,1-1-1 0 0,0 1 0 0 0,-1-4 0 0 0,2 6-222 0 0,-1 0 0 0 0,0-1-1 0 0,0 1 1 0 0,1 0 0 0 0,-1-1-1 0 0,0 1 1 0 0,1 0-1 0 0,-1-1 1 0 0,0 1 0 0 0,1 0-1 0 0,-1-1 1 0 0,0 1-1 0 0,1 0 1 0 0,-1 0 0 0 0,0-1-1 0 0,1 1 1 0 0,-1 0-1 0 0,1 0 1 0 0,-1 0 0 0 0,1 0-1 0 0,-1 0 1 0 0,0 0-1 0 0,1 0 1 0 0,-1 0 0 0 0,1 0-1 0 0,-1 0 1 0 0,1 0-1 0 0,-1 0 1 0 0,1 0 0 0 0,-1 0-1 0 0,1 0 1 0 0,-1 0 0 0 0,0 0-1 0 0,1 0 1 0 0,-1 1-1 0 0,1-1 1 0 0,-1 0 0 0 0,0 0-1 0 0,1 1 1 0 0,-1-1-1 0 0,0 0 1 0 0,1 1 0 0 0,20 10 1139 0 0,-6 1-878 0 0,0 0 1 0 0,-1 1-1 0 0,0 0 1 0 0,-1 1 0 0 0,-1 1-1 0 0,0 0 1 0 0,-1 1-1 0 0,0 0 1 0 0,15 34-1 0 0,-7-8-183 0 0,-2 1 0 0 0,-2 0 0 0 0,9 47 0 0 0,-11-26-190 0 0,-3 0-1 0 0,-3 0 1 0 0,-1 65-1 0 0,-8 9-6159 0 0,1-98 48 0 0</inkml:trace>
</inkml:ink>
</file>

<file path=ppt/ink/ink8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03.792"/>
    </inkml:context>
    <inkml:brush xml:id="br0">
      <inkml:brushProperty name="width" value="0.1" units="cm"/>
      <inkml:brushProperty name="height" value="0.1" units="cm"/>
      <inkml:brushProperty name="color" value="#004F8B"/>
    </inkml:brush>
  </inkml:definitions>
  <inkml:trace contextRef="#ctx0" brushRef="#br0">0 19 8754 0 0,'0'-1'175'0'0,"0"1"0"0"0,0-1 0 0 0,0 0 0 0 0,0 1 0 0 0,0-1 0 0 0,0 0 0 0 0,0 1 0 0 0,0-1 0 0 0,0 0 0 0 0,1 0 0 0 0,-1 1 0 0 0,0-1 0 0 0,0 1 0 0 0,1-1 0 0 0,-1 0 1 0 0,0 1-1 0 0,1-1 0 0 0,-1 1 0 0 0,0-1 0 0 0,1 0 0 0 0,-1 1 0 0 0,1-1 0 0 0,-1 1 0 0 0,1 0 0 0 0,-1-1 0 0 0,1 1 0 0 0,-1-1 0 0 0,1 1 0 0 0,1-1 0 0 0,-1 1 19 0 0,1 0 0 0 0,-1 0 0 0 0,0 0 0 0 0,1 0 1 0 0,-1 0-1 0 0,1 0 0 0 0,-1 1 0 0 0,0-1 0 0 0,1 0 0 0 0,-1 1 0 0 0,1-1 0 0 0,-1 1 0 0 0,2 0 0 0 0,3 3 205 0 0,0 0-1 0 0,0 0 0 0 0,0 0 0 0 0,8 8 0 0 0,5 9-1 0 0,-2 1-1 0 0,0 0 1 0 0,-2 1-1 0 0,0 1 1 0 0,-2 1 0 0 0,0 0-1 0 0,15 46 1 0 0,-14-27-223 0 0,-2 0 0 0 0,-2 0 0 0 0,-2 1 1 0 0,2 47-1 0 0,-8-52-116 0 0,-2 0 1 0 0,-2 0 0 0 0,-2 1-1 0 0,-1-1 1 0 0,-12 43 0 0 0,-1-17-620 0 0,-3-1 0 0 0,-35 74 0 0 0,31-83-7094 0 0</inkml:trace>
</inkml:ink>
</file>

<file path=ppt/ink/ink8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05.382"/>
    </inkml:context>
    <inkml:brush xml:id="br0">
      <inkml:brushProperty name="width" value="0.1" units="cm"/>
      <inkml:brushProperty name="height" value="0.1" units="cm"/>
      <inkml:brushProperty name="color" value="#004F8B"/>
    </inkml:brush>
  </inkml:definitions>
  <inkml:trace contextRef="#ctx0" brushRef="#br0">49 49 7834 0 0,'-11'5'8386'0'0,"11"-4"-8204"0"0,-9 25 2252 0 0,-4 31-1744 0 0,7-17-496 0 0,-3 55 0 0 0,8-80-161 0 0,1 0 1 0 0,1-1-1 0 0,0 1 0 0 0,1 0 0 0 0,1 0 1 0 0,0-1-1 0 0,6 16 0 0 0,-8-27-20 0 0,0 1 0 0 0,1-1 0 0 0,-1 0 0 0 0,1 0 1 0 0,-1-1-1 0 0,1 1 0 0 0,0 0 0 0 0,0-1 0 0 0,0 1 0 0 0,1-1 0 0 0,-1 1 0 0 0,0-1 0 0 0,1 0 0 0 0,0 0 0 0 0,-1 0 0 0 0,1 0 0 0 0,0-1 0 0 0,0 1 0 0 0,0-1 0 0 0,0 0 0 0 0,0 1 0 0 0,0-1 0 0 0,1-1 0 0 0,-1 1 0 0 0,0 0 0 0 0,0-1 0 0 0,1 0 0 0 0,-1 0 1 0 0,0 0-1 0 0,1 0 0 0 0,-1 0 0 0 0,0-1 0 0 0,0 1 0 0 0,1-1 0 0 0,-1 0 0 0 0,0 0 0 0 0,4-2 0 0 0,12-4 113 0 0,0-2-1 0 0,-1 0 1 0 0,0-1 0 0 0,29-22 0 0 0,-30 20-98 0 0,-11 7 6 0 0,1 0 1 0 0,-1-1 0 0 0,0 0 0 0 0,0 0 0 0 0,0-1 0 0 0,-1 0 0 0 0,0 0 0 0 0,-1 0-1 0 0,1 0 1 0 0,-2-1 0 0 0,1 0 0 0 0,-1 1 0 0 0,0-2 0 0 0,0 1 0 0 0,-1 0 0 0 0,0 0 0 0 0,0-1-1 0 0,-1 1 1 0 0,-1-1 0 0 0,1 1 0 0 0,-1-1 0 0 0,-1 1 0 0 0,1-1 0 0 0,-1 1 0 0 0,-1-1-1 0 0,0 1 1 0 0,0 0 0 0 0,0-1 0 0 0,-1 1 0 0 0,-1 1 0 0 0,1-1 0 0 0,-1 0 0 0 0,0 1-1 0 0,-1 0 1 0 0,0 0 0 0 0,0 0 0 0 0,-1 0 0 0 0,-8-8 0 0 0,1 4 20 0 0,-1 1 0 0 0,0 0 0 0 0,-23-11 0 0 0,31 18-73 0 0,1 0 0 0 0,-1 0-1 0 0,0 1 1 0 0,0 0 0 0 0,0 0 0 0 0,0 1 0 0 0,-1 0 0 0 0,1 0-1 0 0,0 0 1 0 0,0 1 0 0 0,-1 0 0 0 0,-11 1 0 0 0,16-1-95 0 0,0 1 0 0 0,-1 0 0 0 0,1-1 0 0 0,0 1 0 0 0,0 0 1 0 0,0 0-1 0 0,0 0 0 0 0,0 1 0 0 0,0-1 0 0 0,0 0 0 0 0,0 1 0 0 0,0-1 1 0 0,1 1-1 0 0,-1 0 0 0 0,1 0 0 0 0,-1-1 0 0 0,1 1 0 0 0,-1 0 0 0 0,1 0 0 0 0,0 0 1 0 0,-2 5-1 0 0,2-2-84 0 0,-1 0 1 0 0,1 0-1 0 0,0 0 1 0 0,1 0-1 0 0,-1 0 1 0 0,1 1-1 0 0,0-1 1 0 0,1 9-1 0 0,0-2 144 0 0</inkml:trace>
</inkml:ink>
</file>

<file path=ppt/ink/ink8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05.666"/>
    </inkml:context>
    <inkml:brush xml:id="br0">
      <inkml:brushProperty name="width" value="0.1" units="cm"/>
      <inkml:brushProperty name="height" value="0.1" units="cm"/>
      <inkml:brushProperty name="color" value="#004F8B"/>
    </inkml:brush>
  </inkml:definitions>
  <inkml:trace contextRef="#ctx0" brushRef="#br0">54 34 6913 0 0,'4'-8'731'0'0,"21"-17"10198"0"0,-34 51-9410 0 0,-8 21-907 0 0,2 1 0 0 0,-11 59 0 0 0,20-75-1120 0 0,1 1 0 0 0,2 0-1 0 0,2-1 1 0 0,3 47 0 0 0,-2-74 45 0 0,3 13-1341 0 0</inkml:trace>
</inkml:ink>
</file>

<file path=ppt/ink/ink8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05.950"/>
    </inkml:context>
    <inkml:brush xml:id="br0">
      <inkml:brushProperty name="width" value="0.1" units="cm"/>
      <inkml:brushProperty name="height" value="0.1" units="cm"/>
      <inkml:brushProperty name="color" value="#004F8B"/>
    </inkml:brush>
  </inkml:definitions>
  <inkml:trace contextRef="#ctx0" brushRef="#br0">23 328 3225 0 0,'-9'-41'124'0'0,"-2"-15"1749"0"0,10 49-959 0 0,0 1 0 0 0,1-1 1 0 0,0 1-1 0 0,0-1 0 0 0,2-12 1 0 0,-2 18-859 0 0,0 1 1 0 0,0-1-1 0 0,0 1 1 0 0,0-1-1 0 0,1 1 1 0 0,-1 0 0 0 0,0-1-1 0 0,0 1 1 0 0,0-1-1 0 0,1 1 1 0 0,-1-1-1 0 0,0 1 1 0 0,0 0 0 0 0,1-1-1 0 0,-1 1 1 0 0,0 0-1 0 0,1-1 1 0 0,-1 1-1 0 0,0 0 1 0 0,1-1 0 0 0,-1 1-1 0 0,1 0 1 0 0,-1 0-1 0 0,0 0 1 0 0,1-1-1 0 0,-1 1 1 0 0,1 0 0 0 0,-1 0-1 0 0,1 0 1 0 0,-1 0-1 0 0,1 0 1 0 0,-1 0-1 0 0,1 0 1 0 0,-1 0 0 0 0,1 0-1 0 0,-1 0 1 0 0,1 0-1 0 0,-1 0 1 0 0,0 0-1 0 0,1 0 1 0 0,-1 0 0 0 0,1 0-1 0 0,-1 1 1 0 0,1-1-1 0 0,-1 0 1 0 0,1 0-1 0 0,-1 1 1 0 0,0-1-1 0 0,1 0 1 0 0,-1 0 0 0 0,0 1-1 0 0,1-1 1 0 0,-1 0-1 0 0,0 1 1 0 0,1-1-1 0 0,-1 1 1 0 0,0-1 0 0 0,24 25 1271 0 0,-22-23-1122 0 0,16 19 632 0 0,13 16 541 0 0,50 46 0 0 0,-71-74-1183 0 0,1 0-1 0 0,0-1 1 0 0,0 0 0 0 0,1-1-1 0 0,0 0 1 0 0,0-1-1 0 0,1 0 1 0 0,0-1 0 0 0,23 6-1 0 0,-34-11-151 0 0,0 1 0 0 0,1-1-1 0 0,-1 0 1 0 0,0 0 0 0 0,1-1-1 0 0,-1 1 1 0 0,1 0 0 0 0,-1-1-1 0 0,0 1 1 0 0,0-1 0 0 0,1 0 0 0 0,-1 0-1 0 0,0 0 1 0 0,0 0 0 0 0,0 0-1 0 0,0 0 1 0 0,0-1 0 0 0,0 1-1 0 0,0-1 1 0 0,0 1 0 0 0,-1-1-1 0 0,1 0 1 0 0,0 0 0 0 0,-1 1 0 0 0,1-1-1 0 0,-1 0 1 0 0,0 0 0 0 0,0-1-1 0 0,0 1 1 0 0,0 0 0 0 0,0 0-1 0 0,1-4 1 0 0,3-11 137 0 0,0 1 1 0 0,-1-1-1 0 0,3-26 0 0 0,-4 25-194 0 0,4-43-510 0 0,-2-113 0 0 0,-5 145-956 0 0</inkml:trace>
</inkml:ink>
</file>

<file path=ppt/ink/ink8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06.541"/>
    </inkml:context>
    <inkml:brush xml:id="br0">
      <inkml:brushProperty name="width" value="0.1" units="cm"/>
      <inkml:brushProperty name="height" value="0.1" units="cm"/>
      <inkml:brushProperty name="color" value="#004F8B"/>
    </inkml:brush>
  </inkml:definitions>
  <inkml:trace contextRef="#ctx0" brushRef="#br0">149 24 6913 0 0,'-1'-2'190'0'0,"-1"0"0"0"0,0 0 0 0 0,0 1 0 0 0,0-1 0 0 0,0 0 0 0 0,0 1 0 0 0,0-1-1 0 0,0 1 1 0 0,0-1 0 0 0,0 1 0 0 0,-1 0 0 0 0,1 0 0 0 0,-1 0 0 0 0,1 1 0 0 0,-1-1-1 0 0,1 0 1 0 0,-1 1 0 0 0,1 0 0 0 0,-1 0 0 0 0,0-1 0 0 0,1 1 0 0 0,-1 1 0 0 0,1-1-1 0 0,-1 0 1 0 0,1 1 0 0 0,-1-1 0 0 0,1 1 0 0 0,-1 0 0 0 0,1 0 0 0 0,-1 0-1 0 0,1 0 1 0 0,0 0 0 0 0,-1 0 0 0 0,1 1 0 0 0,0-1 0 0 0,0 1 0 0 0,0-1 0 0 0,-2 3-1 0 0,-1 2 88 0 0,-1 0-1 0 0,1 1 0 0 0,1 0 1 0 0,-1-1-1 0 0,1 2 0 0 0,0-1 1 0 0,1 0-1 0 0,-1 1 0 0 0,1-1 1 0 0,1 1-1 0 0,-2 10 0 0 0,0 1-248 0 0,2 1 0 0 0,0-1 0 0 0,1 1 0 0 0,1 0 0 0 0,1-1 0 0 0,6 37 0 0 0,-5-45-21 0 0,1-1-1 0 0,0 0 1 0 0,1-1 0 0 0,-1 1-1 0 0,2 0 1 0 0,7 12 0 0 0,-8-17-6 0 0,-1 0 0 0 0,1 0 0 0 0,0-1 0 0 0,0 1 1 0 0,0-1-1 0 0,1 0 0 0 0,-1-1 0 0 0,1 1 0 0 0,0-1 0 0 0,0 0 0 0 0,1 0 1 0 0,5 3-1 0 0,-5-5 33 0 0,0 1 0 0 0,0-1 1 0 0,0 0-1 0 0,0-1 0 0 0,0 0 0 0 0,0 0 1 0 0,0 0-1 0 0,0 0 0 0 0,0-1 0 0 0,0 0 1 0 0,0-1-1 0 0,0 1 0 0 0,0-1 0 0 0,0 0 1 0 0,-1 0-1 0 0,1-1 0 0 0,-1 0 0 0 0,1 0 1 0 0,-1 0-1 0 0,0-1 0 0 0,0 1 0 0 0,-1-1 1 0 0,1 0-1 0 0,3-5 0 0 0,-3 4 7 0 0,0 1 1 0 0,-1-1-1 0 0,1 0 1 0 0,-1 0-1 0 0,-1 0 0 0 0,1-1 1 0 0,-1 1-1 0 0,0-1 1 0 0,0 0-1 0 0,0 0 0 0 0,-1 0 1 0 0,0 0-1 0 0,0 0 1 0 0,-1-1-1 0 0,1 1 0 0 0,-2-1 1 0 0,1 1-1 0 0,0-1 1 0 0,-1 1-1 0 0,-1-1 0 0 0,1 1 1 0 0,-2-10-1 0 0,-3 5 118 0 0,1 0 1 0 0,-1 0-1 0 0,-1 0 0 0 0,0 0 0 0 0,-1 1 0 0 0,0 0 0 0 0,0 1 1 0 0,-1 0-1 0 0,0 0 0 0 0,-10-9 0 0 0,6 8-367 0 0,0 1 0 0 0,0 0 0 0 0,-1 0-1 0 0,0 1 1 0 0,-1 1 0 0 0,0 0 0 0 0,-22-7 0 0 0,20 9-1190 0 0</inkml:trace>
</inkml:ink>
</file>

<file path=ppt/ink/ink8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06.855"/>
    </inkml:context>
    <inkml:brush xml:id="br0">
      <inkml:brushProperty name="width" value="0.1" units="cm"/>
      <inkml:brushProperty name="height" value="0.1" units="cm"/>
      <inkml:brushProperty name="color" value="#004F8B"/>
    </inkml:brush>
  </inkml:definitions>
  <inkml:trace contextRef="#ctx0" brushRef="#br0">13 18 6913 0 0,'-12'-18'12188'0'0,"14"29"-10183"0"0,-1-7-2184 0 0,49 359 2094 0 0,-37-243-2659 0 0,-7-80-2055 0 0</inkml:trace>
</inkml:ink>
</file>

<file path=ppt/ink/ink8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07.045"/>
    </inkml:context>
    <inkml:brush xml:id="br0">
      <inkml:brushProperty name="width" value="0.1" units="cm"/>
      <inkml:brushProperty name="height" value="0.1" units="cm"/>
      <inkml:brushProperty name="color" value="#004F8B"/>
    </inkml:brush>
  </inkml:definitions>
  <inkml:trace contextRef="#ctx0" brushRef="#br0">1 250 2304 0 0,'0'-6'390'0'0,"0"-1"-1"0"0,1 0 0 0 0,0 0 0 0 0,0 1 0 0 0,0-1 0 0 0,1 1 0 0 0,0-1 0 0 0,0 1 0 0 0,1 0 0 0 0,0 0 0 0 0,0 0 0 0 0,6-8 0 0 0,5-8 2058 0 0,31-35 0 0 0,-37 48-1814 0 0,1 0 0 0 0,-1 0 0 0 0,1 1-1 0 0,1 0 1 0 0,17-11 0 0 0,-22 16-685 0 0,0 1 0 0 0,0-1-1 0 0,0 1 1 0 0,0 1-1 0 0,0-1 1 0 0,0 1 0 0 0,1-1-1 0 0,-1 2 1 0 0,0-1 0 0 0,1 0-1 0 0,-1 1 1 0 0,1 0-1 0 0,-1 1 1 0 0,0-1 0 0 0,8 2-1 0 0,3 2-5424 0 0</inkml:trace>
</inkml:ink>
</file>

<file path=ppt/ink/ink8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07.266"/>
    </inkml:context>
    <inkml:brush xml:id="br0">
      <inkml:brushProperty name="width" value="0.1" units="cm"/>
      <inkml:brushProperty name="height" value="0.1" units="cm"/>
      <inkml:brushProperty name="color" value="#004F8B"/>
    </inkml:brush>
  </inkml:definitions>
  <inkml:trace contextRef="#ctx0" brushRef="#br0">1 306 4609 0 0,'4'-5'359'0'0,"0"0"-1"0"0,1 1 1 0 0,0-1-1 0 0,0 1 1 0 0,6-4-1 0 0,9-7 584 0 0,53-53 3009 0 0,31-27-2513 0 0,-75 72-3205 0 0,56-37 0 0 0,-63 47 1740 0 0</inkml:trace>
</inkml:ink>
</file>

<file path=ppt/ink/ink8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07.472"/>
    </inkml:context>
    <inkml:brush xml:id="br0">
      <inkml:brushProperty name="width" value="0.1" units="cm"/>
      <inkml:brushProperty name="height" value="0.1" units="cm"/>
      <inkml:brushProperty name="color" value="#004F8B"/>
    </inkml:brush>
  </inkml:definitions>
  <inkml:trace contextRef="#ctx0" brushRef="#br0">13 0 10138 0 0,'-1'2'113'0'0,"0"-1"0"0"0,-1 1-1 0 0,1 0 1 0 0,0 0 0 0 0,0 0-1 0 0,0-1 1 0 0,0 1 0 0 0,0 0 0 0 0,1 0-1 0 0,-1 0 1 0 0,1 0 0 0 0,-1 0-1 0 0,1 0 1 0 0,0 0 0 0 0,-1 1 0 0 0,1 2-1 0 0,1 43 773 0 0,-1-33-400 0 0,0-10-464 0 0,0 47 1059 0 0,8 69 1 0 0,-5-104-890 0 0,0-1 1 0 0,1 1 0 0 0,0-1 0 0 0,1 0 0 0 0,1-1-1 0 0,1 1 1 0 0,0-1 0 0 0,13 19 0 0 0,-4-8-2411 0 0</inkml:trace>
</inkml:ink>
</file>

<file path=ppt/ink/ink8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07.679"/>
    </inkml:context>
    <inkml:brush xml:id="br0">
      <inkml:brushProperty name="width" value="0.1" units="cm"/>
      <inkml:brushProperty name="height" value="0.1" units="cm"/>
      <inkml:brushProperty name="color" value="#004F8B"/>
    </inkml:brush>
  </inkml:definitions>
  <inkml:trace contextRef="#ctx0" brushRef="#br0">1 175 6913 0 0,'3'-8'442'0'0,"1"0"-1"0"0,0 0 0 0 0,0 1 0 0 0,1 0 0 0 0,0 0 0 0 0,11-12 1 0 0,39-34 2420 0 0,-51 49-2667 0 0,42-34 1135 0 0,-43 36-1257 0 0,0 1 0 0 0,-1-1 0 0 0,1 0 0 0 0,0 1 0 0 0,0-1-1 0 0,0 1 1 0 0,1 0 0 0 0,-1 0 0 0 0,0 0 0 0 0,0 0 0 0 0,1 1-1 0 0,-1-1 1 0 0,0 1 0 0 0,6 0 0 0 0,-8 0-138 0 0,0 1 0 0 0,0-1 0 0 0,0 1 0 0 0,0-1 0 0 0,0 1 0 0 0,1-1 0 0 0,-1 1 0 0 0,0 0 1 0 0,-1-1-1 0 0,1 1 0 0 0,0 0 0 0 0,0 0 0 0 0,0 0 0 0 0,0 0 0 0 0,-1 0 0 0 0,1 0 0 0 0,0 0 0 0 0,-1 0 0 0 0,1 0 0 0 0,-1 0 0 0 0,1 0 0 0 0,-1 0 0 0 0,1 0 0 0 0,-1 0 1 0 0,0 2-1 0 0</inkml:trace>
</inkml:ink>
</file>

<file path=ppt/ink/ink8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07.852"/>
    </inkml:context>
    <inkml:brush xml:id="br0">
      <inkml:brushProperty name="width" value="0.1" units="cm"/>
      <inkml:brushProperty name="height" value="0.1" units="cm"/>
      <inkml:brushProperty name="color" value="#004F8B"/>
    </inkml:brush>
  </inkml:definitions>
  <inkml:trace contextRef="#ctx0" brushRef="#br0">1 179 1376 0 0,'23'-19'2445'0'0,"1"1"1"0"0,0 1-1 0 0,49-25 0 0 0,67-19-2448 0 0,-115 51-574 0 0,6-2-30 0 0</inkml:trace>
</inkml:ink>
</file>

<file path=ppt/ink/ink8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49.387"/>
    </inkml:context>
    <inkml:brush xml:id="br0">
      <inkml:brushProperty name="width" value="0.1" units="cm"/>
      <inkml:brushProperty name="height" value="0.1" units="cm"/>
      <inkml:brushProperty name="color" value="#004F8B"/>
    </inkml:brush>
  </inkml:definitions>
  <inkml:trace contextRef="#ctx0" brushRef="#br0">35 80 3225 0 0,'-34'5'8332'0'0,"49"-12"-7694"0"0,12-4-34 0 0,12-5 347 0 0,0 1 1 0 0,56-13 0 0 0,-82 25-866 0 0,-1 1 0 0 0,1 1 0 0 0,-1 0 0 0 0,1 0 0 0 0,-1 1 0 0 0,1 1 0 0 0,-1 0 0 0 0,0 1 0 0 0,1 0 0 0 0,-1 1 0 0 0,0 1 0 0 0,16 6 0 0 0,-27-10-71 0 0,1 1 0 0 0,-1-1 0 0 0,1 1 0 0 0,-1 0 0 0 0,0-1 0 0 0,1 1 0 0 0,-1 0 0 0 0,0 0 0 0 0,1 0 0 0 0,-1 0 1 0 0,0 0-1 0 0,0 1 0 0 0,0-1 0 0 0,0 0 0 0 0,0 0 0 0 0,0 1 0 0 0,0-1 0 0 0,-1 1 0 0 0,1-1 0 0 0,0 1 0 0 0,-1-1 0 0 0,1 3 1 0 0,-1-2 33 0 0,0 0 0 0 0,0 0 0 0 0,0 1 0 0 0,-1-1 0 0 0,1 0 0 0 0,-1 0 0 0 0,1 0 0 0 0,-1 1 0 0 0,0-1 0 0 0,0 0 0 0 0,0 0 0 0 0,0 0 0 0 0,0 0 0 0 0,-2 2 0 0 0,-6 8 273 0 0,-1-1 0 0 0,-1 0-1 0 0,-22 19 1 0 0,19-17-296 0 0,-15 13 213 0 0,-34 33 2 0 0,57-53-244 0 0,1 0 1 0 0,1 0 0 0 0,-1 0-1 0 0,1 1 1 0 0,0-1 0 0 0,1 1-1 0 0,-1 0 1 0 0,-3 12 0 0 0,7-17-3 0 0,0 0 0 0 0,0 1 0 0 0,0-1 0 0 0,0 0 1 0 0,0 0-1 0 0,0 1 0 0 0,1-1 0 0 0,-1 0 0 0 0,1 0 0 0 0,-1 0 1 0 0,1 0-1 0 0,0 0 0 0 0,0 0 0 0 0,0 0 0 0 0,0 0 1 0 0,0 0-1 0 0,0 0 0 0 0,1 0 0 0 0,-1 0 0 0 0,1-1 1 0 0,-1 1-1 0 0,1-1 0 0 0,0 1 0 0 0,-1-1 0 0 0,1 0 1 0 0,3 2-1 0 0,7 5-35 0 0,0-1-1 0 0,27 12 1 0 0,-28-14 17 0 0,60 20-139 0 0,-57-21 118 0 0,1 0 0 0 0,-1 1-1 0 0,-1 1 1 0 0,1 0 0 0 0,-1 1 0 0 0,0 0-1 0 0,14 11 1 0 0,-27-17 44 0 0,1 0 0 0 0,0 0 0 0 0,0 0 0 0 0,-1 0 0 0 0,1 0 0 0 0,-1 1 0 0 0,1-1 0 0 0,-1 0 0 0 0,0 0 0 0 0,1 0 0 0 0,-1 1 0 0 0,0-1 0 0 0,0 0 0 0 0,0 0 0 0 0,0 1 0 0 0,0-1 0 0 0,0 0 0 0 0,0 1 0 0 0,0-1 0 0 0,0 0 0 0 0,-1 0 0 0 0,1 1 0 0 0,-1-1 0 0 0,1 0 0 0 0,-1 0 0 0 0,1 0 0 0 0,-1 0 0 0 0,1 0 0 0 0,-1 0 0 0 0,-2 2 0 0 0,-28 37 0 0 0,24-32 0 0 0,-20 21 11 0 0,20-23-7 0 0,0 0 1 0 0,0 1 0 0 0,1 0 0 0 0,0 0 0 0 0,1 1 0 0 0,-1-1 0 0 0,1 1-1 0 0,1 1 1 0 0,-1-1 0 0 0,-5 17 0 0 0,10-23-2 0 0,1-1-1 0 0,-1 1 0 0 0,0 0 1 0 0,1 0-1 0 0,-1 0 1 0 0,1-1-1 0 0,-1 1 1 0 0,1 0-1 0 0,0-1 1 0 0,0 1-1 0 0,0-1 1 0 0,0 1-1 0 0,0-1 1 0 0,0 1-1 0 0,0-1 1 0 0,0 1-1 0 0,1-1 1 0 0,-1 0-1 0 0,0 0 1 0 0,1 0-1 0 0,-1 0 1 0 0,1 0-1 0 0,-1 0 1 0 0,1 0-1 0 0,0 0 1 0 0,-1-1-1 0 0,1 1 1 0 0,0 0-1 0 0,2-1 1 0 0,9 5 34 0 0,1-1 0 0 0,20 3 0 0 0,-30-6-31 0 0,35 3 93 0 0,-22-3-1 0 0,1 1 1 0 0,20 5 0 0 0,-34-6-89 0 0,-1 0-1 0 0,0 0 1 0 0,0 0-1 0 0,1 0 1 0 0,-1 1 0 0 0,0-1-1 0 0,0 1 1 0 0,0 0 0 0 0,-1 0-1 0 0,1 0 1 0 0,0 0-1 0 0,-1 0 1 0 0,1 0 0 0 0,-1 1-1 0 0,0 0 1 0 0,0-1 0 0 0,3 5-1 0 0,-4-4-9 0 0,0 0 0 0 0,0 1 0 0 0,0-1 0 0 0,-1 1 0 0 0,1-1 0 0 0,-1 1 0 0 0,0-1 0 0 0,0 0 0 0 0,0 1 0 0 0,-1-1 0 0 0,1 1 0 0 0,-1-1 0 0 0,1 1 0 0 0,-1-1 0 0 0,0 0 0 0 0,-1 1 0 0 0,1-1 0 0 0,-2 3 0 0 0,-6 10 0 0 0,1 0 0 0 0,-15 18 0 0 0,13-20 0 0 0,-26 35 30 0 0,25-36-18 0 0,1 0-1 0 0,0 1 1 0 0,1 0 0 0 0,1 0 0 0 0,-12 28-1 0 0,19-39-462 0 0,0 1 1 0 0,1-1-1 0 0,0 1 0 0 0,-1 0 0 0 0,2-1 1 0 0,-1 1-1 0 0,1 6 0 0 0,0-2-828 0 0</inkml:trace>
</inkml:ink>
</file>

<file path=ppt/ink/ink8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49.912"/>
    </inkml:context>
    <inkml:brush xml:id="br0">
      <inkml:brushProperty name="width" value="0.1" units="cm"/>
      <inkml:brushProperty name="height" value="0.1" units="cm"/>
      <inkml:brushProperty name="color" value="#004F8B"/>
    </inkml:brush>
  </inkml:definitions>
  <inkml:trace contextRef="#ctx0" brushRef="#br0">2 5 3617 0 0,'-2'-4'12847'0'0,"20"66"-7014"0"0,1 2-4558 0 0,9 116-485 0 0,-13-79-860 0 0,39 142-1 0 0,-42-204 17 0 0,-1 0-1 0 0,-2 0 1 0 0,-2 1 0 0 0,4 60-1 0 0,-16-60-1615 0 0,3-34 732 0 0</inkml:trace>
</inkml:ink>
</file>

<file path=ppt/ink/ink8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50.625"/>
    </inkml:context>
    <inkml:brush xml:id="br0">
      <inkml:brushProperty name="width" value="0.1" units="cm"/>
      <inkml:brushProperty name="height" value="0.1" units="cm"/>
      <inkml:brushProperty name="color" value="#004F8B"/>
    </inkml:brush>
  </inkml:definitions>
  <inkml:trace contextRef="#ctx0" brushRef="#br0">56 40 5065 0 0,'-19'10'378'0'0,"-18"14"8337"0"0,46-25-7552 0 0,8-2-64 0 0,204-41 4759 0 0,-121 31-5477 0 0,137 1 0 0 0,-202 12-354 0 0,42 7 1 0 0,-63-6-113 0 0,0 2 1 0 0,0 0 0 0 0,-1 1-1 0 0,1 0 1 0 0,22 12 0 0 0,-15-2-1113 0 0,-14 0-2673 0 0</inkml:trace>
</inkml:ink>
</file>

<file path=ppt/ink/ink8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50.940"/>
    </inkml:context>
    <inkml:brush xml:id="br0">
      <inkml:brushProperty name="width" value="0.1" units="cm"/>
      <inkml:brushProperty name="height" value="0.1" units="cm"/>
      <inkml:brushProperty name="color" value="#004F8B"/>
    </inkml:brush>
  </inkml:definitions>
  <inkml:trace contextRef="#ctx0" brushRef="#br0">7 15 5065 0 0,'-7'-14'9369'0'0,"31"20"-2473"0"0,-10 1-8004 0 0,8 6 1624 0 0,0 1 0 0 0,-1 1 0 0 0,-1 1 0 0 0,-1 1 1 0 0,0 0-1 0 0,31 39 0 0 0,-12-4-856 0 0,51 88 1 0 0,-85-133-33 0 0,1 0 1 0 0,0 0 0 0 0,0 0 0 0 0,10 10 0 0 0,8-2-2809 0 0,-20-14 2513 0 0,-1 0 0 0 0,1-1 0 0 0,-1 1-1 0 0,1-1 1 0 0,-1 1 0 0 0,1-1 0 0 0,-1 0-1 0 0,1 0 1 0 0,3-1 0 0 0,4-1-1939 0 0</inkml:trace>
</inkml:ink>
</file>

<file path=ppt/ink/ink8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51.194"/>
    </inkml:context>
    <inkml:brush xml:id="br0">
      <inkml:brushProperty name="width" value="0.1" units="cm"/>
      <inkml:brushProperty name="height" value="0.1" units="cm"/>
      <inkml:brushProperty name="color" value="#004F8B"/>
    </inkml:brush>
  </inkml:definitions>
  <inkml:trace contextRef="#ctx0" brushRef="#br0">305 51 6913 0 0,'15'-50'14068'0'0,"-40"72"-12839"0"0,-13 29-1044 0 0,3 1 0 0 0,-49 94 0 0 0,-6 12-89 0 0,43-85-1959 0 0</inkml:trace>
</inkml:ink>
</file>

<file path=ppt/ink/ink8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52.520"/>
    </inkml:context>
    <inkml:brush xml:id="br0">
      <inkml:brushProperty name="width" value="0.1" units="cm"/>
      <inkml:brushProperty name="height" value="0.1" units="cm"/>
      <inkml:brushProperty name="color" value="#004F8B"/>
    </inkml:brush>
  </inkml:definitions>
  <inkml:trace contextRef="#ctx0" brushRef="#br0">55 265 10138 0 0,'-6'2'763'0'0,"0"0"1"0"0,1 1-1 0 0,0 0 0 0 0,-1 0 1 0 0,1 1-1 0 0,0-1 0 0 0,1 1 0 0 0,-7 6 1 0 0,11-10-706 0 0,0 0 0 0 0,0 0 1 0 0,0 0-1 0 0,-1 1 0 0 0,1-1 1 0 0,0 0-1 0 0,0 0 0 0 0,0 0 1 0 0,0 1-1 0 0,0-1 0 0 0,0 0 1 0 0,0 0-1 0 0,0 0 0 0 0,-1 1 1 0 0,1-1-1 0 0,0 0 0 0 0,0 0 1 0 0,0 0-1 0 0,0 1 0 0 0,0-1 1 0 0,0 0-1 0 0,0 0 0 0 0,0 0 1 0 0,0 1-1 0 0,0-1 0 0 0,0 0 1 0 0,1 0-1 0 0,-1 0 0 0 0,0 1 1 0 0,0-1-1 0 0,0 0 0 0 0,0 0 1 0 0,0 0-1 0 0,0 1 0 0 0,0-1 1 0 0,0 0-1 0 0,1 0 0 0 0,-1 0 1 0 0,0 0-1 0 0,0 0 0 0 0,0 1 1 0 0,0-1-1 0 0,1 0 0 0 0,12 3 884 0 0,16-4-335 0 0,46-13 59 0 0,-1-3 1 0 0,116-43-1 0 0,82-20-702 0 0,-99 35 99 0 0,-147 36-1168 0 0,0-2 1 0 0,-1 0-1 0 0,-1-1 0 0 0,36-25 0 0 0,-44 25-5422 0 0</inkml:trace>
</inkml:ink>
</file>

<file path=ppt/ink/ink8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52.886"/>
    </inkml:context>
    <inkml:brush xml:id="br0">
      <inkml:brushProperty name="width" value="0.1" units="cm"/>
      <inkml:brushProperty name="height" value="0.1" units="cm"/>
      <inkml:brushProperty name="color" value="#004F8B"/>
    </inkml:brush>
  </inkml:definitions>
  <inkml:trace contextRef="#ctx0" brushRef="#br0">76 0 8754 0 0,'-5'2'63'0'0,"-36"9"1389"0"0,39-10-1154 0 0,0-1-1 0 0,0 1 1 0 0,0 0 0 0 0,0-1 0 0 0,1 1-1 0 0,-1 0 1 0 0,0 0 0 0 0,1 0 0 0 0,-1 1-1 0 0,0-1 1 0 0,1 0 0 0 0,0 1 0 0 0,-1-1 0 0 0,1 1-1 0 0,0-1 1 0 0,0 1 0 0 0,-2 2 0 0 0,3-3-173 0 0,0 0 0 0 0,0 0 0 0 0,0-1 0 0 0,1 1 0 0 0,-1 0 0 0 0,0 0 0 0 0,0 0 0 0 0,1 0 0 0 0,-1 0 0 0 0,1 0 0 0 0,-1-1 0 0 0,0 1-1 0 0,1 0 1 0 0,0 0 0 0 0,-1 0 0 0 0,1-1 0 0 0,-1 1 0 0 0,1 0 0 0 0,0-1 0 0 0,-1 1 0 0 0,1-1 0 0 0,0 1 0 0 0,0-1 0 0 0,0 1 0 0 0,-1-1 0 0 0,1 1 0 0 0,0-1 0 0 0,0 0 0 0 0,0 0 0 0 0,0 1 0 0 0,1-1 0 0 0,31 10 825 0 0,-30-10-777 0 0,152 20 1615 0 0,-20-4-1623 0 0,-115-12-108 0 0,0 1 0 0 0,0 1 0 0 0,-1 0 0 0 0,29 14 0 0 0,-45-19-49 0 0,-1 0 0 0 0,1 1 0 0 0,-1-1 0 0 0,1 1-1 0 0,-1-1 1 0 0,0 1 0 0 0,1 0 0 0 0,-1 0 0 0 0,0 0 0 0 0,0 0 0 0 0,-1 0 0 0 0,1 0 0 0 0,0 1 0 0 0,-1-1-1 0 0,1 0 1 0 0,-1 1 0 0 0,0 0 0 0 0,0-1 0 0 0,1 4 0 0 0,-1-2 5 0 0,-1 0 0 0 0,0-1 0 0 0,0 1 0 0 0,0-1 0 0 0,0 1 0 0 0,-1-1 0 0 0,1 1 0 0 0,-1-1 0 0 0,0 1 0 0 0,0-1 0 0 0,-1 0 0 0 0,1 1 1 0 0,-3 4-1 0 0,-7 8 64 0 0,0 0 0 0 0,-1 0 0 0 0,0-1 0 0 0,-24 21 0 0 0,23-22-7 0 0,-27 26-133 0 0,20-22-291 0 0,0 2 1 0 0,2 0 0 0 0,0 0 0 0 0,2 2-1 0 0,-27 44 1 0 0</inkml:trace>
</inkml:ink>
</file>

<file path=ppt/ink/ink8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53.408"/>
    </inkml:context>
    <inkml:brush xml:id="br0">
      <inkml:brushProperty name="width" value="0.1" units="cm"/>
      <inkml:brushProperty name="height" value="0.1" units="cm"/>
      <inkml:brushProperty name="color" value="#004F8B"/>
    </inkml:brush>
  </inkml:definitions>
  <inkml:trace contextRef="#ctx0" brushRef="#br0">4 3 7834 0 0,'-4'-2'11986'0'0,"7"4"-11884"0"0,0 0 0 0 0,-1 0 0 0 0,1 1 0 0 0,-1-1 0 0 0,0 1 1 0 0,1 0-1 0 0,-1 0 0 0 0,0 0 0 0 0,-1 0 0 0 0,1 0 0 0 0,-1 0 0 0 0,1 0 0 0 0,-1 0 0 0 0,1 4 0 0 0,12 58 305 0 0,-7-29-280 0 0,3 6-20 0 0,2 0 0 0 0,20 45 0 0 0,-23-67-104 0 0,1 0 1 0 0,0 0 0 0 0,2-1 0 0 0,0-1 0 0 0,1 0 0 0 0,17 18 0 0 0,-27-33 19 0 0,0 0 0 0 0,0 0 0 0 0,1 0-1 0 0,-1 0 1 0 0,1 0 0 0 0,0-1 0 0 0,-1 1 0 0 0,1-1 0 0 0,0 0 0 0 0,0 0 0 0 0,1-1 0 0 0,-1 1 0 0 0,0-1 0 0 0,1 0 0 0 0,-1 0-1 0 0,6 0 1 0 0,-6-1 8 0 0,0-1 0 0 0,0 1 0 0 0,0-1 0 0 0,1 0 0 0 0,-1 0 0 0 0,0 0 0 0 0,-1-1 0 0 0,1 1 0 0 0,0-1 0 0 0,0 0 0 0 0,0 0 0 0 0,-1 0 0 0 0,0-1 0 0 0,1 1 0 0 0,-1-1 0 0 0,0 0 0 0 0,4-4 0 0 0,17-22 142 0 0,0-1 0 0 0,36-63 0 0 0,16-20-3141 0 0,-62 96-4536 0 0</inkml:trace>
</inkml:ink>
</file>

<file path=ppt/ink/ink8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53.582"/>
    </inkml:context>
    <inkml:brush xml:id="br0">
      <inkml:brushProperty name="width" value="0.1" units="cm"/>
      <inkml:brushProperty name="height" value="0.1" units="cm"/>
      <inkml:brushProperty name="color" value="#004F8B"/>
    </inkml:brush>
  </inkml:definitions>
  <inkml:trace contextRef="#ctx0" brushRef="#br0">0 1 9218 0 0,'2'32'4635'0'0,"8"56"0"0"0,14 31-1050 0 0,-21-109-3437 0 0,-2-4-164 0 0,-1-3-172 0 0,1 1 0 0 0,0-1 0 0 0,-1 0 1 0 0,1 0-1 0 0,0 1 0 0 0,1-1 0 0 0,-1 0 0 0 0,1 0 0 0 0,-1 0 1 0 0,1 0-1 0 0,2 2 0 0 0</inkml:trace>
</inkml:ink>
</file>

<file path=ppt/ink/ink8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53.761"/>
    </inkml:context>
    <inkml:brush xml:id="br0">
      <inkml:brushProperty name="width" value="0.1" units="cm"/>
      <inkml:brushProperty name="height" value="0.1" units="cm"/>
      <inkml:brushProperty name="color" value="#004F8B"/>
    </inkml:brush>
  </inkml:definitions>
  <inkml:trace contextRef="#ctx0" brushRef="#br0">33 1 14283 0 0,'-10'3'632'0'0,"5"-2"136"0"0,1 0-616 0 0,1 1-152 0 0,2-1 0 0 0,-1 0 0 0 0,2 1 96 0 0,-1 0-16 0 0,-2 1 0 0 0,2 3 0 0 0,-2-2-80 0 0,3 1-72 0 0,2-2 72 0 0,2 0-104 0 0,1-2 104 0 0,3 0 0 0 0</inkml:trace>
</inkml:ink>
</file>

<file path=ppt/ink/ink8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54.328"/>
    </inkml:context>
    <inkml:brush xml:id="br0">
      <inkml:brushProperty name="width" value="0.1" units="cm"/>
      <inkml:brushProperty name="height" value="0.1" units="cm"/>
      <inkml:brushProperty name="color" value="#004F8B"/>
    </inkml:brush>
  </inkml:definitions>
  <inkml:trace contextRef="#ctx0" brushRef="#br0">0 53 5985 0 0,'9'31'3420'0'0,"-2"1"0"0"0,6 45-1 0 0,-7-30-2725 0 0,-5-45-725 0 0,-1 0 0 0 0,0 1 0 0 0,1-1-1 0 0,-1 0 1 0 0,1 0 0 0 0,0 0 0 0 0,0 1-1 0 0,0-1 1 0 0,0 0 0 0 0,0 0 0 0 0,0 0-1 0 0,0 0 1 0 0,1-1 0 0 0,-1 1 0 0 0,1 0-1 0 0,1 1 1 0 0,-2-2-90 0 0,0 0-1 0 0,0-1 1 0 0,1 1-1 0 0,-1-1 1 0 0,0 1 0 0 0,0-1-1 0 0,0 0 1 0 0,1 1-1 0 0,-1-1 1 0 0,0 0-1 0 0,1 0 1 0 0,-1 0 0 0 0,0 0-1 0 0,0 0 1 0 0,1 0-1 0 0,-1 0 1 0 0,0-1-1 0 0,0 1 1 0 0,1 0-1 0 0,-1-1 1 0 0,1 0 0 0 0,2 0-87 0 0,-1-1 1 0 0,1 0-1 0 0,-1 0 1 0 0,0-1-1 0 0,0 1 1 0 0,0-1-1 0 0,0 1 1 0 0,0-1-1 0 0,-1 0 1 0 0,1 0-1 0 0,-1 0 1 0 0,0 0-1 0 0,0-1 1 0 0,0 1-1 0 0,0-1 1 0 0,0 1-1 0 0,1-5 1 0 0,10-48 363 0 0,-10 38-10 0 0,1 1 0 0 0,13-34 0 0 0,-15 46-134 0 0,1 0-1 0 0,-1 0 1 0 0,1 1-1 0 0,0-1 0 0 0,0 1 1 0 0,1-1-1 0 0,-1 1 1 0 0,1 0-1 0 0,0 1 0 0 0,0-1 1 0 0,0 1-1 0 0,0-1 1 0 0,1 1-1 0 0,5-3 0 0 0,-9 6 36 0 0,0-1 0 0 0,0 1 0 0 0,0-1 0 0 0,0 1 0 0 0,0 0 1 0 0,0-1-1 0 0,0 1 0 0 0,0 0 0 0 0,0 0 0 0 0,0 0 0 0 0,0 0 0 0 0,0 0 0 0 0,-1 0 0 0 0,1 0 0 0 0,0 0 0 0 0,0 0 0 0 0,0 0 0 0 0,0 1 0 0 0,0-1 0 0 0,0 0 0 0 0,0 1 0 0 0,0-1 0 0 0,0 1 0 0 0,1 0 0 0 0,0 0 69 0 0,-1 1 0 0 0,1 0 0 0 0,-1-1 0 0 0,1 1 0 0 0,-1 0-1 0 0,1 0 1 0 0,-1 0 0 0 0,0 0 0 0 0,0 0 0 0 0,1 3 0 0 0,2 8 428 0 0,0 0 1 0 0,-1-1 0 0 0,2 15-1 0 0,-3-15-178 0 0,1 0-430 0 0,-1 2 293 0 0,1 1 1 0 0,1-1-1 0 0,0-1 1 0 0,6 16-1 0 0,-8-27-352 0 0,-1 1 0 0 0,1 0 0 0 0,0 0 0 0 0,0-1 1 0 0,-1 1-1 0 0,2-1 0 0 0,-1 1 0 0 0,0-1 0 0 0,0 0 0 0 0,5 3 0 0 0,-6-4-135 0 0,1 0 0 0 0,0 0 0 0 0,0-1 0 0 0,0 1 0 0 0,0 0 0 0 0,-1-1 0 0 0,1 1 0 0 0,0-1 0 0 0,0 0 0 0 0,0 0 0 0 0,0 0 0 0 0,0 0 0 0 0,0 0 0 0 0,0 0 0 0 0,0 0 0 0 0,0-1 0 0 0,0 1 0 0 0,2-1 0 0 0,-2 0 63 0 0,0 0 0 0 0,-1 0 0 0 0,1 0 0 0 0,-1 0 0 0 0,1 0 0 0 0,-1 0 0 0 0,1 0 0 0 0,-1 0 0 0 0,0-1 0 0 0,1 1 0 0 0,-1 0 0 0 0,0-1 0 0 0,0 1 0 0 0,0-1 0 0 0,0 1 0 0 0,0-1 0 0 0,-1 0 0 0 0,1 1 0 0 0,0-5 0 0 0,9-39-305 0 0,-7 25 73 0 0,0 7 160 0 0,0-1 1 0 0,2 1-1 0 0,-1-1 1 0 0,2 2-1 0 0,9-20 1 0 0,-12 28 216 0 0,-1 0 1 0 0,1 0-1 0 0,-1 0 0 0 0,1 1 1 0 0,0-1-1 0 0,1 1 0 0 0,-1 0 0 0 0,0 0 1 0 0,1 0-1 0 0,0 0 0 0 0,0 0 1 0 0,0 1-1 0 0,0 0 0 0 0,0-1 1 0 0,0 2-1 0 0,0-1 0 0 0,1 0 1 0 0,-1 1-1 0 0,1 0 0 0 0,5-1 1 0 0,-8 2 200 0 0,-1 0 1 0 0,1 1 0 0 0,-1-1 0 0 0,1 0 0 0 0,-1 1-1 0 0,1-1 1 0 0,-1 0 0 0 0,0 1 0 0 0,1 0 0 0 0,-1-1-1 0 0,0 1 1 0 0,1 0 0 0 0,-1 0 0 0 0,0 0-1 0 0,0 0 1 0 0,1 0 0 0 0,-1 0 0 0 0,0 0 0 0 0,0 0-1 0 0,0 1 1 0 0,-1-1 0 0 0,1 0 0 0 0,0 0-1 0 0,1 3 1 0 0,16 40 2795 0 0,-11-25-2208 0 0,3 3-643 0 0,2 0 1 0 0,18 26-1 0 0,-21-35-3977 0 0</inkml:trace>
</inkml:ink>
</file>

<file path=ppt/ink/ink8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54.565"/>
    </inkml:context>
    <inkml:brush xml:id="br0">
      <inkml:brushProperty name="width" value="0.1" units="cm"/>
      <inkml:brushProperty name="height" value="0.1" units="cm"/>
      <inkml:brushProperty name="color" value="#004F8B"/>
    </inkml:brush>
  </inkml:definitions>
  <inkml:trace contextRef="#ctx0" brushRef="#br0">4 1 14283 0 0,'-2'21'890'0'0,"1"1"0"0"0,0-1-1 0 0,2 0 1 0 0,5 30 0 0 0,21 84 2043 0 0,-27-133-2905 0 0,12 39-4136 0 0,-9-35 2558 0 0</inkml:trace>
</inkml:ink>
</file>

<file path=ppt/ink/ink8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54.755"/>
    </inkml:context>
    <inkml:brush xml:id="br0">
      <inkml:brushProperty name="width" value="0.1" units="cm"/>
      <inkml:brushProperty name="height" value="0.1" units="cm"/>
      <inkml:brushProperty name="color" value="#004F8B"/>
    </inkml:brush>
  </inkml:definitions>
  <inkml:trace contextRef="#ctx0" brushRef="#br0">36 0 9674 0 0,'-5'2'-392'0'0,"-23"13"11681"0"0,25-12-10605 0 0,25 2-2376 0 0,-10-2 813 0 0</inkml:trace>
</inkml:ink>
</file>

<file path=ppt/ink/ink8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54.988"/>
    </inkml:context>
    <inkml:brush xml:id="br0">
      <inkml:brushProperty name="width" value="0.1" units="cm"/>
      <inkml:brushProperty name="height" value="0.1" units="cm"/>
      <inkml:brushProperty name="color" value="#004F8B"/>
    </inkml:brush>
  </inkml:definitions>
  <inkml:trace contextRef="#ctx0" brushRef="#br0">1 0 14747 0 0,'0'0'1574'0'0,"-1"20"3113"0"0,3 38-2630 0 0,7-10-2176 0 0,2-1 1 0 0,2 0-1 0 0,2 0 0 0 0,2-1 0 0 0,2-1 1 0 0,45 75-1 0 0,-49-95-998 0 0</inkml:trace>
</inkml:ink>
</file>

<file path=ppt/ink/ink8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55.184"/>
    </inkml:context>
    <inkml:brush xml:id="br0">
      <inkml:brushProperty name="width" value="0.1" units="cm"/>
      <inkml:brushProperty name="height" value="0.1" units="cm"/>
      <inkml:brushProperty name="color" value="#004F8B"/>
    </inkml:brush>
  </inkml:definitions>
  <inkml:trace contextRef="#ctx0" brushRef="#br0">2 171 15667 0 0,'0'0'53'0'0,"0"0"-1"0"0,0-1 1 0 0,-1 1-1 0 0,1-1 0 0 0,0 1 1 0 0,0 0-1 0 0,0-1 1 0 0,0 1-1 0 0,0-1 0 0 0,0 1 1 0 0,0-1-1 0 0,0 1 1 0 0,0 0-1 0 0,0-1 1 0 0,0 1-1 0 0,0-1 0 0 0,0 1 1 0 0,0-1-1 0 0,0 1 1 0 0,0 0-1 0 0,0-1 0 0 0,1 1 1 0 0,-1-1-1 0 0,0 1 1 0 0,0 0-1 0 0,0-1 0 0 0,1 1 1 0 0,-1 0-1 0 0,0-1 1 0 0,0 1-1 0 0,1 0 0 0 0,-1-1 1 0 0,0 1-1 0 0,1 0 1 0 0,-1 0-1 0 0,1-1 1 0 0,-1 1-1 0 0,0 0 0 0 0,1 0 1 0 0,-1 0-1 0 0,1-1 1 0 0,-1 1-1 0 0,0 0 0 0 0,1 0 1 0 0,0 0-1 0 0,28-12 1232 0 0,-19 7-843 0 0,158-84 2093 0 0,-114 58-4764 0 0,-20 16-276 0 0,-18 12 2029 0 0</inkml:trace>
</inkml:ink>
</file>

<file path=ppt/ink/ink8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55.692"/>
    </inkml:context>
    <inkml:brush xml:id="br0">
      <inkml:brushProperty name="width" value="0.1" units="cm"/>
      <inkml:brushProperty name="height" value="0.1" units="cm"/>
      <inkml:brushProperty name="color" value="#004F8B"/>
    </inkml:brush>
  </inkml:definitions>
  <inkml:trace contextRef="#ctx0" brushRef="#br0">165 4 12443 0 0,'-1'0'242'0'0,"-1"-1"1"0"0,0 0 0 0 0,1 1-1 0 0,-1-1 1 0 0,0 1 0 0 0,0 0-1 0 0,1-1 1 0 0,-1 1 0 0 0,0 0-1 0 0,0 0 1 0 0,1 0 0 0 0,-1 1-1 0 0,0-1 1 0 0,0 0 0 0 0,1 1-1 0 0,-1-1 1 0 0,0 1 0 0 0,1-1-1 0 0,-1 1 1 0 0,0 0 0 0 0,1-1-1 0 0,-1 1 1 0 0,1 0 0 0 0,-1 0-1 0 0,1 0 1 0 0,0 0 0 0 0,-1 1-1 0 0,1-1 1 0 0,-1 2 0 0 0,-5 3 44 0 0,1 1 0 0 0,-1 0 0 0 0,2 1 0 0 0,-7 9 0 0 0,-2 5-164 0 0,2 1 0 0 0,0 1 0 0 0,-15 44 0 0 0,24-59-97 0 0,0 1 0 0 0,1 0 0 0 0,0 0 0 0 0,0 0 0 0 0,1 0 0 0 0,0 0 1 0 0,1 0-1 0 0,0 0 0 0 0,1 0 0 0 0,0 0 0 0 0,0 0 0 0 0,6 18 0 0 0,-5-23-50 0 0,0-1-1 0 0,0 0 1 0 0,0 0 0 0 0,0 0 0 0 0,1 0 0 0 0,0 0 0 0 0,-1 0 0 0 0,1-1 0 0 0,1 1 0 0 0,-1-1-1 0 0,0 0 1 0 0,1 0 0 0 0,0 0 0 0 0,0-1 0 0 0,0 1 0 0 0,0-1 0 0 0,0 0 0 0 0,0 0-1 0 0,0 0 1 0 0,1-1 0 0 0,-1 0 0 0 0,1 1 0 0 0,-1-1 0 0 0,1-1 0 0 0,-1 1 0 0 0,7-1 0 0 0,1 0-261 0 0,-1 0 0 0 0,1-1 0 0 0,-1-1 0 0 0,1 0 0 0 0,-1 0 0 0 0,1-1 0 0 0,-1-1 0 0 0,0 0 0 0 0,14-8 0 0 0,2-2-6488 0 0</inkml:trace>
</inkml:ink>
</file>

<file path=ppt/ink/ink8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55.969"/>
    </inkml:context>
    <inkml:brush xml:id="br0">
      <inkml:brushProperty name="width" value="0.1" units="cm"/>
      <inkml:brushProperty name="height" value="0.1" units="cm"/>
      <inkml:brushProperty name="color" value="#004F8B"/>
    </inkml:brush>
  </inkml:definitions>
  <inkml:trace contextRef="#ctx0" brushRef="#br0">53 0 5529 0 0,'-4'2'580'0'0,"1"0"0"0"0,0 0 1 0 0,0 0-1 0 0,1 0 0 0 0,-1 1 0 0 0,0-1 0 0 0,1 1 0 0 0,0-1 1 0 0,-1 1-1 0 0,1 0 0 0 0,0 0 0 0 0,0 0 0 0 0,-2 6 0 0 0,1-1 34 0 0,1-1-1 0 0,-1 0 0 0 0,2 1 0 0 0,-1-1 0 0 0,1 1 0 0 0,-1 9 1 0 0,2-3-162 0 0,0 1-1 0 0,1-1 1 0 0,0 0 0 0 0,2 0 0 0 0,-1 0 0 0 0,9 23 0 0 0,-8-29-344 0 0,0 0-1 0 0,1 0 1 0 0,1-1 0 0 0,-1 1-1 0 0,1-1 1 0 0,0 0-1 0 0,1-1 1 0 0,0 1 0 0 0,0-1-1 0 0,0 0 1 0 0,1-1-1 0 0,-1 0 1 0 0,1 0-1 0 0,8 5 1 0 0,-11-8-127 0 0,0 0 0 0 0,0 0 0 0 0,0-1 0 0 0,0 1 0 0 0,0-1 0 0 0,1 0 0 0 0,-1 0 0 0 0,0 0 0 0 0,1-1 0 0 0,-1 1 0 0 0,0-1 0 0 0,1 0 0 0 0,-1 0 0 0 0,1-1 0 0 0,-1 1 0 0 0,0-1-1 0 0,1 0 1 0 0,-1 0 0 0 0,0 0 0 0 0,0-1 0 0 0,0 0 0 0 0,0 0 0 0 0,0 0 0 0 0,0 0 0 0 0,0 0 0 0 0,-1-1 0 0 0,1 1 0 0 0,-1-1 0 0 0,4-4 0 0 0,4-5-644 0 0,0 0 0 0 0,-1-1 1 0 0,11-18-1 0 0,-3-2-5485 0 0,-10 17 383 0 0</inkml:trace>
</inkml:ink>
</file>

<file path=ppt/ink/ink8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56.373"/>
    </inkml:context>
    <inkml:brush xml:id="br0">
      <inkml:brushProperty name="width" value="0.1" units="cm"/>
      <inkml:brushProperty name="height" value="0.1" units="cm"/>
      <inkml:brushProperty name="color" value="#004F8B"/>
    </inkml:brush>
  </inkml:definitions>
  <inkml:trace contextRef="#ctx0" brushRef="#br0">22 1 12899 0 0,'-1'0'179'0'0,"0"0"0"0"0,0 0 0 0 0,0 0 1 0 0,1 0-1 0 0,-1 0 0 0 0,0 0 0 0 0,0 0 1 0 0,1 0-1 0 0,-1 0 0 0 0,0 1 0 0 0,0-1 0 0 0,0 0 1 0 0,1 1-1 0 0,-1-1 0 0 0,0 0 0 0 0,1 1 1 0 0,-1-1-1 0 0,0 1 0 0 0,1-1 0 0 0,-1 1 0 0 0,1 0 1 0 0,-1-1-1 0 0,1 1 0 0 0,-1-1 0 0 0,1 1 1 0 0,-1 1-1 0 0,0-1 40 0 0,1 1 0 0 0,-1 0 1 0 0,1 0-1 0 0,0-1 1 0 0,0 1-1 0 0,0 0 0 0 0,0 0 1 0 0,0-1-1 0 0,0 1 0 0 0,0 0 1 0 0,1 0-1 0 0,-1 1 1 0 0,4 9 435 0 0,0 0 1 0 0,12 22-1 0 0,-9-20-495 0 0,11 33 43 0 0,25 48 191 0 0,-36-83-1487 0 0,0 0 1 0 0,18 22-1 0 0,-16-25-10 0 0</inkml:trace>
</inkml:ink>
</file>

<file path=ppt/ink/ink8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56.690"/>
    </inkml:context>
    <inkml:brush xml:id="br0">
      <inkml:brushProperty name="width" value="0.1" units="cm"/>
      <inkml:brushProperty name="height" value="0.1" units="cm"/>
      <inkml:brushProperty name="color" value="#004F8B"/>
    </inkml:brush>
  </inkml:definitions>
  <inkml:trace contextRef="#ctx0" brushRef="#br0">2 0 6913 0 0,'0'0'146'0'0,"0"1"-1"0"0,0-1 0 0 0,0 1 0 0 0,-1-1 1 0 0,1 0-1 0 0,0 1 0 0 0,0-1 0 0 0,0 1 1 0 0,0-1-1 0 0,0 1 0 0 0,0-1 0 0 0,0 1 0 0 0,0-1 1 0 0,0 0-1 0 0,0 1 0 0 0,0-1 0 0 0,0 1 1 0 0,0-1-1 0 0,0 1 0 0 0,1-1 0 0 0,-1 0 1 0 0,0 1-1 0 0,0-1 0 0 0,0 1 0 0 0,1-1 1 0 0,0 2 725 0 0,0-2-726 0 0,-1 0 0 0 0,0 1 1 0 0,1-1-1 0 0,0 1 0 0 0,20 20 2447 0 0,-10-10-1276 0 0,12 15-742 0 0,-2 1-1 0 0,-1 1 1 0 0,-1 1-1 0 0,25 54 1 0 0,-48-97-85 0 0,0 0 0 0 0,1 0 1 0 0,-3-25-1 0 0,4 21-1022 0 0,1 0 1 0 0,1 0-1 0 0,3-35 0 0 0,2 28-736 0 0</inkml:trace>
</inkml:ink>
</file>

<file path=ppt/ink/ink8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57.087"/>
    </inkml:context>
    <inkml:brush xml:id="br0">
      <inkml:brushProperty name="width" value="0.1" units="cm"/>
      <inkml:brushProperty name="height" value="0.1" units="cm"/>
      <inkml:brushProperty name="color" value="#004F8B"/>
    </inkml:brush>
  </inkml:definitions>
  <inkml:trace contextRef="#ctx0" brushRef="#br0">5 74 3681 0 0,'-4'15'9977'0'0,"4"-14"-9633"0"0,16 12 4926 0 0,34 8-2656 0 0,-35-16-1911 0 0,-6-1-685 0 0,0 0 0 0 0,0 1 0 0 0,0 0 0 0 0,0 1-1 0 0,-1 0 1 0 0,0 0 0 0 0,0 1 0 0 0,0 0 0 0 0,-1 1 0 0 0,0-1 0 0 0,-1 1 0 0 0,0 0 0 0 0,0 1 0 0 0,0 0 0 0 0,-1 0 0 0 0,-1 0 0 0 0,0 0-1 0 0,0 1 1 0 0,0-1 0 0 0,-1 1 0 0 0,-1 0 0 0 0,0 0 0 0 0,0 0 0 0 0,0 13 0 0 0,-2-21 8 0 0,0 0-1 0 0,0 1 1 0 0,0-1 0 0 0,-1 1 0 0 0,1-1-1 0 0,0 0 1 0 0,-1 1 0 0 0,0-1-1 0 0,0 0 1 0 0,0 1 0 0 0,0-1 0 0 0,-1 2-1 0 0,2-4-18 0 0,0 1 0 0 0,0-1 0 0 0,-1 0 0 0 0,1 0 0 0 0,0 1 0 0 0,0-1 0 0 0,0 0 0 0 0,-1 0 0 0 0,1 0 0 0 0,0 1 0 0 0,0-1 0 0 0,-1 0 0 0 0,1 0 0 0 0,0 0 0 0 0,0 0 0 0 0,-1 0 0 0 0,1 0 0 0 0,0 1 0 0 0,-1-1 0 0 0,1 0 0 0 0,0 0 0 0 0,0 0 0 0 0,-1 0 0 0 0,1 0 0 0 0,0 0 0 0 0,-1 0 0 0 0,1 0 0 0 0,0 0 0 0 0,0 0 0 0 0,-1 0 0 0 0,1 0 0 0 0,0-1 0 0 0,-1 1 0 0 0,-9-16 116 0 0,9 9-138 0 0,-1 0-1 0 0,2-1 1 0 0,-1 1 0 0 0,1 0 0 0 0,0 0-1 0 0,0 0 1 0 0,1-1 0 0 0,0 1 0 0 0,0 0 0 0 0,4-12-1 0 0,4-9-133 0 0,14-32 0 0 0,-15 42-88 0 0,1 1-1 0 0,1 0 0 0 0,23-32 0 0 0,-20 34-986 0 0,0 0-1 0 0,15-13 0 0 0,-9 11-5613 0 0</inkml:trace>
</inkml:ink>
</file>

<file path=ppt/ink/ink8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57.739"/>
    </inkml:context>
    <inkml:brush xml:id="br0">
      <inkml:brushProperty name="width" value="0.1" units="cm"/>
      <inkml:brushProperty name="height" value="0.1" units="cm"/>
      <inkml:brushProperty name="color" value="#004F8B"/>
    </inkml:brush>
  </inkml:definitions>
  <inkml:trace contextRef="#ctx0" brushRef="#br0">9 258 6017 0 0,'-9'33'598'0'0,"11"-20"1417"0"0,-2-12-1853 0 0,1-1 1 0 0,-1 0-1 0 0,1 0 1 0 0,0 0-1 0 0,-1 0 1 0 0,1 0-1 0 0,-1 0 1 0 0,1 0-1 0 0,-1 0 1 0 0,1 0-1 0 0,-1 0 1 0 0,1 0 0 0 0,-1 0-1 0 0,1 0 1 0 0,-1 0-1 0 0,1-1 1 0 0,-1 1-1 0 0,1 0 1 0 0,-1 0-1 0 0,1-1 1 0 0,-1 1-1 0 0,1 0 1 0 0,-1-1-1 0 0,0 1 1 0 0,1 0-1 0 0,-1-1 1 0 0,1 1-1 0 0,-1-1 1 0 0,9-7 694 0 0,0 0 0 0 0,-1-1 0 0 0,0 0 0 0 0,0 0 1 0 0,-1-1-1 0 0,10-19 0 0 0,31-70-815 0 0,-34 66-124 0 0,-21 48-540 0 0,1-1 0 0 0,0 1-1 0 0,0 0 1 0 0,2 1 0 0 0,-4 22 0 0 0,8-32 722 0 0,1 1 0 0 0,0-1 0 0 0,0 1 0 0 0,0-1 0 0 0,1 0 0 0 0,0 0 0 0 0,1 0 0 0 0,-1 0 1 0 0,1 0-1 0 0,0 0 0 0 0,1-1 0 0 0,-1 1 0 0 0,1-1 0 0 0,0 0 0 0 0,0 0 0 0 0,1 0 0 0 0,0-1 0 0 0,-1 0 0 0 0,1 0 0 0 0,1 0 0 0 0,-1 0 0 0 0,1-1 0 0 0,7 4 0 0 0,-6-3 40 0 0,1 0 0 0 0,0 0-1 0 0,0-1 1 0 0,0 0 0 0 0,0-1-1 0 0,0 1 1 0 0,1-2 0 0 0,-1 1 0 0 0,1-1-1 0 0,-1 0 1 0 0,1-1 0 0 0,0 0-1 0 0,-1-1 1 0 0,1 1 0 0 0,-1-2-1 0 0,1 1 1 0 0,9-4 0 0 0,-13 3-238 0 0,-1 0 1 0 0,0-1-1 0 0,0 1 1 0 0,0-1-1 0 0,0 0 1 0 0,0 0 0 0 0,-1 0-1 0 0,0-1 1 0 0,1 1-1 0 0,4-8 1 0 0,25-46-786 0 0,-6 10 1615 0 0,-26 46-646 0 0,0 0 0 0 0,0 0 0 0 0,0 0 0 0 0,0 0 0 0 0,0 1 0 0 0,0-1 0 0 0,0 0 0 0 0,0 1 0 0 0,0-1 0 0 0,0 1 1 0 0,1-1-1 0 0,-1 1 0 0 0,0 0 0 0 0,0-1 0 0 0,0 1 0 0 0,1 0 0 0 0,-1 0 0 0 0,0 0 0 0 0,0 0 0 0 0,0 0 0 0 0,1 0 0 0 0,-1 0 0 0 0,0 0 0 0 0,0 0 1 0 0,1 1-1 0 0,-1-1 0 0 0,0 1 0 0 0,0-1 0 0 0,0 1 0 0 0,0-1 0 0 0,0 1 0 0 0,0-1 0 0 0,0 1 0 0 0,0 0 0 0 0,0 0 0 0 0,0-1 0 0 0,0 1 0 0 0,1 2 0 0 0,8 5-59 0 0,0 1 0 0 0,15 19 0 0 0,-15-17 174 0 0,-3-2-164 0 0,0 0-1 0 0,-1 0 1 0 0,0 1-1 0 0,0 0 1 0 0,-1 0 0 0 0,4 12-1 0 0,11 20-164 0 0,-20-42 66 0 0,1 1-1 0 0,-1-1 1 0 0,0 1-1 0 0,0-1 1 0 0,0 0 0 0 0,0 1-1 0 0,1-1 1 0 0,-1 1 0 0 0,0-1-1 0 0,0 0 1 0 0,1 1-1 0 0,-1-1 1 0 0,0 0 0 0 0,1 1-1 0 0,-1-1 1 0 0,0 0 0 0 0,1 1-1 0 0,-1-1 1 0 0,0 0-1 0 0,1 0 1 0 0,-1 1 0 0 0,1-1-1 0 0,-1 0 1 0 0,1 0-1 0 0,-1 0 1 0 0,0 0 0 0 0,1 0-1 0 0,-1 0 1 0 0,1 0 0 0 0,-1 0-1 0 0,1 0 1 0 0,-1 0-1 0 0,1 0 1 0 0,-1 0 0 0 0,1 0-1 0 0,-1 0 1 0 0,0 0 0 0 0,1 0-1 0 0,0 0 1 0 0,12-19-2383 0 0,2-27-1410 0 0,0-45-1199 0 0,-12 59 4355 0 0,2 0 0 0 0,2 0 1 0 0,1 0-1 0 0,21-52 1 0 0,-29 82 831 0 0,1 1 0 0 0,-1 0 1 0 0,0 0-1 0 0,1-1 0 0 0,0 1 1 0 0,-1 0-1 0 0,1 0 0 0 0,0 0 1 0 0,-1 0-1 0 0,1 0 0 0 0,0 0 1 0 0,0 0-1 0 0,0 0 0 0 0,0 0 1 0 0,0 1-1 0 0,0-1 0 0 0,0 0 1 0 0,0 0-1 0 0,0 1 0 0 0,2-1 1 0 0,-2 1 44 0 0,0 1 1 0 0,0-1-1 0 0,-1 1 1 0 0,1-1 0 0 0,0 1-1 0 0,0-1 1 0 0,0 1 0 0 0,0 0-1 0 0,-1 0 1 0 0,1-1-1 0 0,0 1 1 0 0,-1 0 0 0 0,1 0-1 0 0,0 0 1 0 0,-1 0-1 0 0,1 0 1 0 0,-1 0 0 0 0,0 0-1 0 0,1 0 1 0 0,-1 0-1 0 0,0 0 1 0 0,1 1 0 0 0,0 2 9 0 0,1 0 1 0 0,-1-1 0 0 0,1 1 0 0 0,0-1 0 0 0,0 1-1 0 0,0-1 1 0 0,0 0 0 0 0,1 0 0 0 0,-1 0 0 0 0,1 0-1 0 0,0 0 1 0 0,0 0 0 0 0,0-1 0 0 0,0 0 0 0 0,5 4-1 0 0,2-3-440 0 0</inkml:trace>
</inkml:ink>
</file>

<file path=ppt/ink/ink8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58.185"/>
    </inkml:context>
    <inkml:brush xml:id="br0">
      <inkml:brushProperty name="width" value="0.1" units="cm"/>
      <inkml:brushProperty name="height" value="0.1" units="cm"/>
      <inkml:brushProperty name="color" value="#004F8B"/>
    </inkml:brush>
  </inkml:definitions>
  <inkml:trace contextRef="#ctx0" brushRef="#br0">25 1 9218 0 0,'-10'7'4295'0'0,"10"-6"-3988"0"0,-1-1 0 0 0,1 1 0 0 0,-1 0 0 0 0,1 0-1 0 0,0-1 1 0 0,-1 1 0 0 0,1 0 0 0 0,0 0 0 0 0,-1 1-1 0 0,-7 22 2301 0 0,7-13-2191 0 0,0-1-1 0 0,0 1 1 0 0,1 0-1 0 0,1 0 0 0 0,0 0 1 0 0,0 0-1 0 0,1-1 1 0 0,3 12-1 0 0,33 85 201 0 0,-16-49-202 0 0,-7-12-349 0 0,33 84 806 0 0,-39-110-1415 0 0,0-1-1 0 0,2 0 0 0 0,0 0 1 0 0,18 21-1 0 0</inkml:trace>
</inkml:ink>
</file>

<file path=ppt/ink/ink8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7:58.373"/>
    </inkml:context>
    <inkml:brush xml:id="br0">
      <inkml:brushProperty name="width" value="0.1" units="cm"/>
      <inkml:brushProperty name="height" value="0.1" units="cm"/>
      <inkml:brushProperty name="color" value="#004F8B"/>
    </inkml:brush>
  </inkml:definitions>
  <inkml:trace contextRef="#ctx0" brushRef="#br0">6 196 9674 0 0,'0'0'160'0'0,"-1"1"-1"0"0,1-1 1 0 0,-1 1 0 0 0,1-1-1 0 0,0 1 1 0 0,-1-1 0 0 0,1 1-1 0 0,0-1 1 0 0,-1 1-1 0 0,1 0 1 0 0,0-1 0 0 0,0 1-1 0 0,-1-1 1 0 0,1 1 0 0 0,0 0-1 0 0,0-1 1 0 0,0 1 0 0 0,0 0-1 0 0,0-1 1 0 0,0 1-1 0 0,0-1 1 0 0,0 1 0 0 0,0 0-1 0 0,0-1 1 0 0,0 1 0 0 0,0 0-1 0 0,1-1 1 0 0,-1 1 0 0 0,0-1-1 0 0,0 1 1 0 0,1 0 0 0 0,-1-1-1 0 0,0 1 1 0 0,1-1-1 0 0,0 1 1 0 0,0 0 99 0 0,1 0 0 0 0,0 0 0 0 0,0 0 0 0 0,0-1 0 0 0,-1 1 0 0 0,1-1 0 0 0,0 0 0 0 0,0 1 0 0 0,0-1 0 0 0,0 0 0 0 0,0 0 0 0 0,2 0 0 0 0,7-1 338 0 0,1 0 0 0 0,-1-1 0 0 0,16-4 1 0 0,-8-1-416 0 0,0 0 0 0 0,0-2 0 0 0,-1 0 0 0 0,0-1 0 0 0,20-15 0 0 0,-2-2-838 0 0,43-42 1 0 0,-28 20-235 0 0</inkml:trace>
</inkml:ink>
</file>

<file path=ppt/ink/ink8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34.157"/>
    </inkml:context>
    <inkml:brush xml:id="br0">
      <inkml:brushProperty name="width" value="0.1" units="cm"/>
      <inkml:brushProperty name="height" value="0.1" units="cm"/>
      <inkml:brushProperty name="color" value="#004F8B"/>
    </inkml:brush>
  </inkml:definitions>
  <inkml:trace contextRef="#ctx0" brushRef="#br0">115 6 11522 0 0,'-2'-1'256'0'0,"-1"0"0"0"0,1 0 0 0 0,0 1 0 0 0,-1-1 0 0 0,1 1 0 0 0,-1-1 0 0 0,1 1 0 0 0,-1 0 0 0 0,1 0 0 0 0,-1 0 0 0 0,1 0 0 0 0,-1 0 0 0 0,1 1 0 0 0,-1-1 0 0 0,1 1 0 0 0,-1 0 0 0 0,1 0 0 0 0,0 0 0 0 0,-1 0 0 0 0,1 0 0 0 0,0 0 0 0 0,0 0-1 0 0,0 1 1 0 0,0-1 0 0 0,0 1 0 0 0,0-1 0 0 0,0 1 0 0 0,0 0 0 0 0,-1 2 0 0 0,-1 1-33 0 0,0 0-1 0 0,0 1 1 0 0,0-1-1 0 0,1 1 1 0 0,-1-1-1 0 0,1 1 1 0 0,1 0-1 0 0,-1 1 1 0 0,1-1-1 0 0,-1 7 1 0 0,-1 11-126 0 0,1 0 1 0 0,2 0-1 0 0,0 0 1 0 0,2 0-1 0 0,1 0 1 0 0,0 0 0 0 0,2 0-1 0 0,1 0 1 0 0,0-1-1 0 0,15 37 1 0 0,-8-31-512 0 0,1 0-1 0 0,2-1 1 0 0,1-1 0 0 0,0 0 0 0 0,2-1 0 0 0,2-1-1 0 0,34 36 1 0 0,-41-49-993 0 0,-3-2-239 0 0</inkml:trace>
</inkml:ink>
</file>

<file path=ppt/ink/ink8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34.328"/>
    </inkml:context>
    <inkml:brush xml:id="br0">
      <inkml:brushProperty name="width" value="0.1" units="cm"/>
      <inkml:brushProperty name="height" value="0.1" units="cm"/>
      <inkml:brushProperty name="color" value="#004F8B"/>
    </inkml:brush>
  </inkml:definitions>
  <inkml:trace contextRef="#ctx0" brushRef="#br0">16 167 10594 0 0,'-1'0'61'0'0,"1"0"-1"0"0,-1 0 1 0 0,1 1-1 0 0,-1-1 1 0 0,1 0-1 0 0,-1 0 1 0 0,1 0-1 0 0,-1 0 1 0 0,1-1-1 0 0,-1 1 1 0 0,1 0-1 0 0,-1 0 1 0 0,1 0-1 0 0,-1 0 1 0 0,1 0-1 0 0,-1-1 1 0 0,1 1-1 0 0,-1 0 1 0 0,1 0-1 0 0,0-1 1 0 0,-1 1-1 0 0,1 0 1 0 0,-1-1-1 0 0,1 1 1 0 0,0 0-1 0 0,-1-1 1 0 0,1 1-1 0 0,0-1 1 0 0,-1 1-1 0 0,1-1 1 0 0,0 1-1 0 0,0 0 1 0 0,0-1-1 0 0,-1 1 1 0 0,1-1-1 0 0,0 1 1 0 0,0-1-1 0 0,0 1 1 0 0,0-1-1 0 0,0 0 1 0 0,1-1 109 0 0,0 0 0 0 0,0 1 1 0 0,0-1-1 0 0,0 1 0 0 0,0-1 1 0 0,1 1-1 0 0,-1-1 0 0 0,0 1 0 0 0,1 0 1 0 0,-1 0-1 0 0,3-2 0 0 0,47-27 2226 0 0,-51 30-2386 0 0,60-33 1400 0 0,-27 14-2508 0 0,65-27-1 0 0,-72 37 125 0 0</inkml:trace>
</inkml:ink>
</file>

<file path=ppt/ink/ink8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34.679"/>
    </inkml:context>
    <inkml:brush xml:id="br0">
      <inkml:brushProperty name="width" value="0.1" units="cm"/>
      <inkml:brushProperty name="height" value="0.1" units="cm"/>
      <inkml:brushProperty name="color" value="#004F8B"/>
    </inkml:brush>
  </inkml:definitions>
  <inkml:trace contextRef="#ctx0" brushRef="#br0">164 0 11979 0 0,'-3'1'272'0'0,"-1"0"-1"0"0,0-1 1 0 0,1 1 0 0 0,-1 1 0 0 0,1-1 0 0 0,-1 1 0 0 0,1-1 0 0 0,0 1 0 0 0,0 0 0 0 0,0 0 0 0 0,0 0 0 0 0,0 1 0 0 0,0-1 0 0 0,0 1 0 0 0,1-1 0 0 0,-4 5 0 0 0,-37 51 362 0 0,41-54-525 0 0,-39 65-159 0 0,38-62 3 0 0,0 0-1 0 0,0 0 1 0 0,0 1-1 0 0,1-1 1 0 0,0 1-1 0 0,1 0 1 0 0,-1-1-1 0 0,1 9 1 0 0,1-15 19 0 0,0 0 1 0 0,-1 0-1 0 0,1 0 1 0 0,0 0 0 0 0,0 0-1 0 0,0 0 1 0 0,0 0 0 0 0,1 0-1 0 0,-1 1 1 0 0,0-1-1 0 0,0 0 1 0 0,1-1 0 0 0,-1 1-1 0 0,0 0 1 0 0,1 0 0 0 0,-1 0-1 0 0,1 0 1 0 0,0 0-1 0 0,-1 0 1 0 0,1 0 0 0 0,-1-1-1 0 0,1 1 1 0 0,0 0-1 0 0,0 0 1 0 0,-1-1 0 0 0,1 1-1 0 0,0-1 1 0 0,0 1 0 0 0,0-1-1 0 0,0 1 1 0 0,0-1-1 0 0,0 1 1 0 0,0-1 0 0 0,0 0-1 0 0,0 1 1 0 0,0-1-1 0 0,0 0 1 0 0,0 0 0 0 0,0 0-1 0 0,0 0 1 0 0,0 0 0 0 0,0 0-1 0 0,0 0 1 0 0,0 0-1 0 0,0 0 1 0 0,0-1 0 0 0,0 1-1 0 0,0 0 1 0 0,0-1-1 0 0,0 1 1 0 0,0 0 0 0 0,1-2-1 0 0,5-1-553 0 0,-1 0-1 0 0,1 0 0 0 0,-1-1 1 0 0,0 1-1 0 0,11-10 1 0 0,10-20-624 0 0,-25 29 1378 0 0,0-1 0 0 0,1 1 1 0 0,0 0-1 0 0,0 1 1 0 0,0-1-1 0 0,0 0 1 0 0,1 1-1 0 0,-1 0 0 0 0,1 0 1 0 0,0 0-1 0 0,0 0 1 0 0,0 0-1 0 0,8-3 0 0 0,-10 6-16 0 0,-1 0-1 0 0,1 0 1 0 0,-1 0-1 0 0,0 1 1 0 0,1-1-1 0 0,-1 0 1 0 0,1 1-1 0 0,-1-1 1 0 0,0 1-1 0 0,1 0 1 0 0,-1-1-1 0 0,0 1 1 0 0,0 0-1 0 0,1 0 1 0 0,-1 0-1 0 0,0 0 1 0 0,0 0-1 0 0,0 0 1 0 0,0 0-1 0 0,0 0 1 0 0,0 0-1 0 0,0 0 1 0 0,-1 1-1 0 0,1-1 1 0 0,0 0-1 0 0,-1 0 1 0 0,1 3-1 0 0,17 42 1739 0 0,-16-39-1619 0 0,10 32 464 0 0,-4-8-117 0 0,16 34 1 0 0,-21-58-1014 0 0,0-1-1 0 0,0 1 1 0 0,1-1 0 0 0,0 1 0 0 0,0-1-1 0 0,1 0 1 0 0,0-1 0 0 0,0 1-1 0 0,0-1 1 0 0,10 8 0 0 0,0-4-1083 0 0</inkml:trace>
</inkml:ink>
</file>

<file path=ppt/ink/ink8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34.980"/>
    </inkml:context>
    <inkml:brush xml:id="br0">
      <inkml:brushProperty name="width" value="0.1" units="cm"/>
      <inkml:brushProperty name="height" value="0.1" units="cm"/>
      <inkml:brushProperty name="color" value="#004F8B"/>
    </inkml:brush>
  </inkml:definitions>
  <inkml:trace contextRef="#ctx0" brushRef="#br0">140 4 456 0 0,'-20'-1'6740'0'0,"18"0"-6344"0"0,-1 1-1 0 0,1-1 1 0 0,0 1-1 0 0,0 0 1 0 0,-1-1 0 0 0,1 1-1 0 0,0 1 1 0 0,0-1 0 0 0,-1 0-1 0 0,1 0 1 0 0,0 1 0 0 0,0-1-1 0 0,0 1 1 0 0,-1 0-1 0 0,1 0 1 0 0,0 0 0 0 0,0 0-1 0 0,0 0 1 0 0,0 0 0 0 0,1 0-1 0 0,-1 1 1 0 0,-3 2-1 0 0,-3 6-10 0 0,1-1 0 0 0,-1 2 0 0 0,2-1 0 0 0,0 1 0 0 0,0 0 0 0 0,1 1 0 0 0,0-1 0 0 0,1 1 0 0 0,1 0 0 0 0,-1 0 0 0 0,-1 18 0 0 0,5-28-372 0 0,0 0 0 0 0,0 0 0 0 0,0 1 0 0 0,0-1 0 0 0,0 0 0 0 0,0 0-1 0 0,1 1 1 0 0,-1-1 0 0 0,1 0 0 0 0,-1 0 0 0 0,1 0 0 0 0,0 0 0 0 0,0 1 0 0 0,0-1 0 0 0,0 0 0 0 0,0-1 0 0 0,1 1-1 0 0,-1 0 1 0 0,1 0 0 0 0,-1-1 0 0 0,1 1 0 0 0,-1 0 0 0 0,1-1 0 0 0,0 0 0 0 0,0 1 0 0 0,0-1 0 0 0,0 0-1 0 0,0 0 1 0 0,0 0 0 0 0,0 0 0 0 0,0 0 0 0 0,0-1 0 0 0,0 1 0 0 0,1-1 0 0 0,-1 1 0 0 0,3-1 0 0 0,9 1-22 0 0,1 0 0 0 0,-1-1 0 0 0,0-1 0 0 0,26-5 0 0 0,-2 2-54 0 0,-36 3-33 0 0,1 1 0 0 0,-1 0 0 0 0,1 0 0 0 0,-1 0 1 0 0,1 0-1 0 0,-1 1 0 0 0,0-1 0 0 0,1 1 1 0 0,-1-1-1 0 0,0 1 0 0 0,1 0 0 0 0,-1 0 0 0 0,0 0 1 0 0,0 0-1 0 0,1 1 0 0 0,-1-1 0 0 0,0 0 1 0 0,0 1-1 0 0,-1 0 0 0 0,1-1 0 0 0,3 4 0 0 0,-4-2 88 0 0,1 0 0 0 0,-1 0-1 0 0,1 0 1 0 0,-1 0 0 0 0,0 0-1 0 0,0 1 1 0 0,-1-1 0 0 0,1 0-1 0 0,0 1 1 0 0,-1-1 0 0 0,0 0-1 0 0,0 0 1 0 0,0 1 0 0 0,-1 4-1 0 0,0-1-39 0 0,0 0 0 0 0,-1 0 0 0 0,0 0 0 0 0,0 0 0 0 0,0 0 0 0 0,-1 0 0 0 0,0-1-1 0 0,0 1 1 0 0,-1-1 0 0 0,0 0 0 0 0,0 0 0 0 0,0 0 0 0 0,-1 0 0 0 0,-7 6 0 0 0</inkml:trace>
</inkml:ink>
</file>

<file path=ppt/ink/ink8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35.204"/>
    </inkml:context>
    <inkml:brush xml:id="br0">
      <inkml:brushProperty name="width" value="0.1" units="cm"/>
      <inkml:brushProperty name="height" value="0.1" units="cm"/>
      <inkml:brushProperty name="color" value="#004F8B"/>
    </inkml:brush>
  </inkml:definitions>
  <inkml:trace contextRef="#ctx0" brushRef="#br0">1 0 3225 0 0,'11'5'11386'0'0,"-3"13"-6207"0"0,1 30-3816 0 0,-6-31-490 0 0,6 25-784 0 0,2 0 0 0 0,2-1 0 0 0,1 0 0 0 0,2-1 0 0 0,2-1 0 0 0,2-1 0 0 0,1 0 0 0 0,50 64 1 0 0,-59-85-1968 0 0</inkml:trace>
</inkml:ink>
</file>

<file path=ppt/ink/ink8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35.348"/>
    </inkml:context>
    <inkml:brush xml:id="br0">
      <inkml:brushProperty name="width" value="0.1" units="cm"/>
      <inkml:brushProperty name="height" value="0.1" units="cm"/>
      <inkml:brushProperty name="color" value="#004F8B"/>
    </inkml:brush>
  </inkml:definitions>
  <inkml:trace contextRef="#ctx0" brushRef="#br0">7 223 4609 0 0,'-1'-3'379'0'0,"0"0"0"0"0,0-1 1 0 0,0 1-1 0 0,0 0 0 0 0,1-1 0 0 0,-1 1 0 0 0,1-1 0 0 0,0 1 1 0 0,0-1-1 0 0,0 1 0 0 0,0 0 0 0 0,1-1 0 0 0,-1 1 0 0 0,1-1 1 0 0,0 1-1 0 0,0 0 0 0 0,0 0 0 0 0,1-1 0 0 0,-1 1 1 0 0,1 0-1 0 0,0 0 0 0 0,0 0 0 0 0,0 1 0 0 0,0-1 0 0 0,0 0 1 0 0,0 1-1 0 0,1-1 0 0 0,3-2 0 0 0,5-5 281 0 0,0 1 1 0 0,1 0-1 0 0,0 1 0 0 0,1 0 1 0 0,17-8-1 0 0,95-36-2027 0 0,-110 47 840 0 0,15-7-478 0 0</inkml:trace>
</inkml:ink>
</file>

<file path=ppt/ink/ink8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35.890"/>
    </inkml:context>
    <inkml:brush xml:id="br0">
      <inkml:brushProperty name="width" value="0.1" units="cm"/>
      <inkml:brushProperty name="height" value="0.1" units="cm"/>
      <inkml:brushProperty name="color" value="#004F8B"/>
    </inkml:brush>
  </inkml:definitions>
  <inkml:trace contextRef="#ctx0" brushRef="#br0">172 13 11522 0 0,'0'0'887'0'0,"-29"-7"4913"0"0,3 1-4077 0 0,23 6-1679 0 0,-1 0 0 0 0,1 0 0 0 0,-1 1 0 0 0,1-1 0 0 0,-1 1-1 0 0,1 0 1 0 0,0 0 0 0 0,-1 0 0 0 0,1 0 0 0 0,0 0 0 0 0,-1 1-1 0 0,1-1 1 0 0,0 1 0 0 0,0 0 0 0 0,0 0 0 0 0,-3 3 0 0 0,2-1 69 0 0,0 1 1 0 0,-1 0-1 0 0,2 0 0 0 0,-1 0 1 0 0,0 0-1 0 0,1 0 1 0 0,0 1-1 0 0,-3 9 1 0 0,1-2 47 0 0,1 0 0 0 0,0 1 0 0 0,1 0 1 0 0,0 0-1 0 0,2 0 0 0 0,-1 0 1 0 0,2 22-1 0 0,1-28-229 0 0,-1 0 0 0 0,2 0 0 0 0,-1 0 0 0 0,1 0 0 0 0,0 0 0 0 0,1-1 0 0 0,3 10-1 0 0,-4-14-3 0 0,0 1-1 0 0,0-1 0 0 0,1 1 0 0 0,-1-1 0 0 0,1 0 0 0 0,-1 0 0 0 0,1 0 1 0 0,0 0-1 0 0,0 0 0 0 0,0-1 0 0 0,1 1 0 0 0,-1-1 0 0 0,1 0 0 0 0,-1 0 1 0 0,1 0-1 0 0,4 1 0 0 0,11 3-1393 0 0</inkml:trace>
</inkml:ink>
</file>

<file path=ppt/ink/ink8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36.461"/>
    </inkml:context>
    <inkml:brush xml:id="br0">
      <inkml:brushProperty name="width" value="0.1" units="cm"/>
      <inkml:brushProperty name="height" value="0.1" units="cm"/>
      <inkml:brushProperty name="color" value="#004F8B"/>
    </inkml:brush>
  </inkml:definitions>
  <inkml:trace contextRef="#ctx0" brushRef="#br0">141 34 3225 0 0,'-1'-2'532'0'0,"-1"1"0"0"0,1-1 0 0 0,-1 0 0 0 0,0 1 0 0 0,1 0 0 0 0,-1-1 1 0 0,0 1-1 0 0,0 0 0 0 0,0 0 0 0 0,0 0 0 0 0,0 0 0 0 0,0 1 0 0 0,0-1 1 0 0,-1 0-1 0 0,1 1 0 0 0,0 0 0 0 0,0-1 0 0 0,0 1 0 0 0,-1 0 0 0 0,1 0 0 0 0,-3 0 1 0 0,2 1-194 0 0,0 0 0 0 0,0 0 1 0 0,0 1-1 0 0,0-1 1 0 0,1 1-1 0 0,-1-1 1 0 0,1 1-1 0 0,-1 0 1 0 0,1 0-1 0 0,-1 0 1 0 0,1 0-1 0 0,0 0 1 0 0,-3 4-1 0 0,-2 3-193 0 0,1 1-1 0 0,1-1 1 0 0,-1 1-1 0 0,1 0 1 0 0,1 0-1 0 0,0 1 1 0 0,-3 13-1 0 0,3-8-274 0 0,1 0-1 0 0,1 0 0 0 0,0 18 1 0 0,1-30-10 0 0,1 0 1 0 0,0 0 0 0 0,0 0-1 0 0,1 0 1 0 0,-1 0-1 0 0,1 0 1 0 0,0 0-1 0 0,0-1 1 0 0,0 1 0 0 0,0 0-1 0 0,1-1 1 0 0,0 1-1 0 0,0-1 1 0 0,-1 1-1 0 0,2-1 1 0 0,-1 0 0 0 0,0 0-1 0 0,6 6 1 0 0,-7-9 6 0 0,0 1-1 0 0,0 0 1 0 0,0 0 0 0 0,0-1-1 0 0,0 1 1 0 0,0-1 0 0 0,0 1 0 0 0,0-1-1 0 0,0 0 1 0 0,0 1 0 0 0,0-1 0 0 0,1 0-1 0 0,-1 0 1 0 0,0 0 0 0 0,0 1 0 0 0,0-1-1 0 0,1-1 1 0 0,-1 1 0 0 0,0 0 0 0 0,0 0-1 0 0,0 0 1 0 0,0-1 0 0 0,2 0-1 0 0,0 0 22 0 0,-1 0 0 0 0,0-1 0 0 0,0 1 0 0 0,0-1 0 0 0,0 0-1 0 0,0 0 1 0 0,0 1 0 0 0,0-1 0 0 0,-1 0 0 0 0,3-4 0 0 0,3-5 111 0 0,-1 0 0 0 0,-1-1 1 0 0,7-17-1 0 0,-11 25-13 0 0,15-52 446 0 0,-13 43-73 0 0,1-1 0 0 0,0 1 0 0 0,0 0 0 0 0,2 0 0 0 0,-1 1 0 0 0,12-18-1 0 0,-17 29-284 0 0,0 1-1 0 0,1 0 0 0 0,-1-1 0 0 0,0 1 0 0 0,0 0 0 0 0,1-1 0 0 0,-1 1 0 0 0,0 0 0 0 0,1-1 0 0 0,-1 1 0 0 0,0 0 0 0 0,1 0 0 0 0,-1 0 0 0 0,0-1 0 0 0,1 1 0 0 0,-1 0 0 0 0,0 0 0 0 0,1 0 0 0 0,-1 0 0 0 0,0 0 0 0 0,1 0 0 0 0,-1 0 0 0 0,1 0 0 0 0,-1 0 0 0 0,0 0 0 0 0,1 0 1 0 0,-1 0-1 0 0,1 0 0 0 0,-1 0 0 0 0,0 0 0 0 0,1 0 0 0 0,-1 0 0 0 0,1 0 0 0 0,11 13 1214 0 0,7 26-431 0 0,-17-33-606 0 0,3 4-214 0 0,0 0 1 0 0,1-1 0 0 0,0 1 0 0 0,0-1 0 0 0,1-1 0 0 0,0 1-1 0 0,15 13 1 0 0,-19-20-112 0 0,0 1 1 0 0,0-1-1 0 0,0 0 0 0 0,0 0 0 0 0,0 0 0 0 0,0 0 0 0 0,1 0 1 0 0,-1-1-1 0 0,1 1 0 0 0,-1-1 0 0 0,1 0 0 0 0,-1 0 0 0 0,1 0 0 0 0,0-1 1 0 0,-1 1-1 0 0,1-1 0 0 0,0 0 0 0 0,-1 0 0 0 0,1 0 0 0 0,0-1 1 0 0,0 1-1 0 0,-1-1 0 0 0,1 0 0 0 0,-1 0 0 0 0,1 0 0 0 0,6-3 0 0 0,-5 0 13 0 0,-1 0-1 0 0,1-1 0 0 0,-1 1 0 0 0,0-1 1 0 0,0 0-1 0 0,0 0 0 0 0,0 0 0 0 0,-1 0 1 0 0,0-1-1 0 0,0 0 0 0 0,-1 1 0 0 0,0-1 1 0 0,0 0-1 0 0,2-7 0 0 0,-1 4 123 0 0,0 0 1 0 0,1 0-1 0 0,0 0 0 0 0,11-17 0 0 0,-10 20-66 0 0,0 0 0 0 0,1 0-1 0 0,-1 1 1 0 0,1-1 0 0 0,0 1-1 0 0,10-6 1 0 0,-15 10 15 0 0,1 0 1 0 0,0 0-1 0 0,-1 1 1 0 0,1-1 0 0 0,0 0-1 0 0,-1 0 1 0 0,1 1-1 0 0,0-1 1 0 0,0 1-1 0 0,0 0 1 0 0,-1-1-1 0 0,1 1 1 0 0,0 0 0 0 0,0 0-1 0 0,0 0 1 0 0,0 1-1 0 0,0-1 1 0 0,-1 0-1 0 0,1 1 1 0 0,0-1 0 0 0,0 1-1 0 0,-1-1 1 0 0,1 1-1 0 0,0 0 1 0 0,-1 0-1 0 0,1 0 1 0 0,0 0-1 0 0,-1 0 1 0 0,1 0 0 0 0,-1 0-1 0 0,0 0 1 0 0,1 0-1 0 0,0 2 1 0 0,1 1-285 0 0,1-1 0 0 0,-1 1 0 0 0,1-1 0 0 0,0 0 0 0 0,0 0 0 0 0,6 3 0 0 0,-1-2-852 0 0</inkml:trace>
</inkml:ink>
</file>

<file path=ppt/ink/ink8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37"/>
    </inkml:context>
    <inkml:brush xml:id="br0">
      <inkml:brushProperty name="width" value="0.1" units="cm"/>
      <inkml:brushProperty name="height" value="0.1" units="cm"/>
      <inkml:brushProperty name="color" value="#004F8B"/>
    </inkml:brush>
  </inkml:definitions>
  <inkml:trace contextRef="#ctx0" brushRef="#br0">21 91 2761 0 0,'-9'-22'6497'0'0,"-1"-3"-1283"0"0,10 24-4997 0 0,-1 0-1 0 0,1 1 0 0 0,0-1 1 0 0,0 0-1 0 0,0 1 0 0 0,0-1 1 0 0,-1 0-1 0 0,1 1 0 0 0,0-1 1 0 0,0 0-1 0 0,0 1 1 0 0,0-1-1 0 0,0 0 0 0 0,1 1 1 0 0,-1-1-1 0 0,0 0 0 0 0,0 1 1 0 0,0-1-1 0 0,1 0 0 0 0,-1 1 1 0 0,0-1-1 0 0,1 0 1 0 0,-1 1-1 0 0,0-1 0 0 0,1 0 1 0 0,0 1-128 0 0,0 0 0 0 0,0-1 0 0 0,0 1 1 0 0,0 0-1 0 0,0 0 0 0 0,0 0 0 0 0,0 0 0 0 0,0 0 1 0 0,0 0-1 0 0,0 0 0 0 0,0 1 0 0 0,0-1 0 0 0,0 0 1 0 0,0 1-1 0 0,0-1 0 0 0,0 0 0 0 0,0 1 1 0 0,0-1-1 0 0,0 1 0 0 0,-1-1 0 0 0,1 1 0 0 0,0 0 1 0 0,0-1-1 0 0,-1 1 0 0 0,1 0 0 0 0,0 0 1 0 0,-1-1-1 0 0,1 1 0 0 0,0 0 0 0 0,-1 0 0 0 0,1 0 1 0 0,0 1-1 0 0,18 30 203 0 0,-19-32-269 0 0,13 28 185 0 0,-2-1 0 0 0,9 33 0 0 0,-12-34-371 0 0,1 0 1 0 0,20 42-1 0 0,-29-68 137 0 0,0 0-1 0 0,1 1 1 0 0,-1-1 0 0 0,0 0 0 0 0,0 1-1 0 0,0-1 1 0 0,1 0 0 0 0,-1 1 0 0 0,0-1-1 0 0,0 0 1 0 0,1 0 0 0 0,-1 1-1 0 0,0-1 1 0 0,1 0 0 0 0,-1 0 0 0 0,0 1-1 0 0,1-1 1 0 0,-1 0 0 0 0,0 0-1 0 0,1 0 1 0 0,-1 0 0 0 0,0 0 0 0 0,1 1-1 0 0,-1-1 1 0 0,1 0 0 0 0,-1 0-1 0 0,0 0 1 0 0,1 0 0 0 0,-1 0 0 0 0,0 0-1 0 0,1 0 1 0 0,-1 0 0 0 0,1-1-1 0 0,-1 1 1 0 0,0 0 0 0 0,1 0 0 0 0,-1 0-1 0 0,0 0 1 0 0,1 0 0 0 0,-1-1 0 0 0,0 1-1 0 0,1 0 1 0 0,-1 0 0 0 0,0 0-1 0 0,1-1 1 0 0,-1 1 0 0 0,0 0 0 0 0,0-1-1 0 0,1 1 1 0 0,-1 0 0 0 0,0 0-1 0 0,0-1 1 0 0,1 1 0 0 0,-1 0 0 0 0,0-1-1 0 0,0 1 1 0 0,0-1 0 0 0,0 1-1 0 0,0 0 1 0 0,0-1 0 0 0,0 1 0 0 0,0 0-1 0 0,0-2 1 0 0,13-31-999 0 0,-11 26 863 0 0,16-52-715 0 0,-14 41 1071 0 0,1 1 0 0 0,1 0 0 0 0,0 0 0 0 0,1 1 0 0 0,1-1 0 0 0,0 2 0 0 0,1-1 0 0 0,20-25 0 0 0,-27 39-144 0 0,1-1 1 0 0,0 0 0 0 0,0 1 0 0 0,0 0 0 0 0,0-1-1 0 0,0 1 1 0 0,0 1 0 0 0,0-1 0 0 0,1 0-1 0 0,-1 1 1 0 0,1-1 0 0 0,-1 1 0 0 0,1 0 0 0 0,-1 0-1 0 0,1 1 1 0 0,0-1 0 0 0,0 1 0 0 0,-1 0 0 0 0,1 0-1 0 0,0 0 1 0 0,0 0 0 0 0,-1 1 0 0 0,1-1-1 0 0,7 3 1 0 0,-6-1-4 0 0,0 0 0 0 0,-1 0 0 0 0,1 1 0 0 0,0-1 1 0 0,-1 1-1 0 0,1 0 0 0 0,-1 1 0 0 0,0-1 0 0 0,0 1 0 0 0,0 0 0 0 0,-1 0 0 0 0,1 0 0 0 0,-1 0 0 0 0,0 0 0 0 0,0 1 0 0 0,3 8 0 0 0,12 31-221 0 0,-13-29-660 0 0,1 0 0 0 0,15 27 0 0 0</inkml:trace>
</inkml:ink>
</file>

<file path=ppt/ink/ink8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39.287"/>
    </inkml:context>
    <inkml:brush xml:id="br0">
      <inkml:brushProperty name="width" value="0.1" units="cm"/>
      <inkml:brushProperty name="height" value="0.1" units="cm"/>
      <inkml:brushProperty name="color" value="#004F8B"/>
    </inkml:brush>
  </inkml:definitions>
  <inkml:trace contextRef="#ctx0" brushRef="#br0">11 1 12443 0 0,'-8'1'8223'0'0,"8"0"-8007"0"0,-3 13 2362 0 0,6 23-3299 0 0,-2-32 1336 0 0,12 179-291 0 0,9 71-659 0 0,-14-204-1672 0 0,18 63-1 0 0,-15-81-5085 0 0</inkml:trace>
</inkml:ink>
</file>

<file path=ppt/ink/ink8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39.498"/>
    </inkml:context>
    <inkml:brush xml:id="br0">
      <inkml:brushProperty name="width" value="0.1" units="cm"/>
      <inkml:brushProperty name="height" value="0.1" units="cm"/>
      <inkml:brushProperty name="color" value="#004F8B"/>
    </inkml:brush>
  </inkml:definitions>
  <inkml:trace contextRef="#ctx0" brushRef="#br0">0 57 10138 0 0,'18'-16'3960'0'0,"14"-6"-36"0"0,-1 7-3683 0 0,-26 14-563 0 0,-1 0 1 0 0,0 1-1 0 0,1-1 1 0 0,-1 1-1 0 0,0 0 1 0 0,1 0-1 0 0,-1 0 1 0 0,1 1-1 0 0,-1-1 1 0 0,0 1-1 0 0,1 0 1 0 0,-1 1-1 0 0,0-1 1 0 0,7 4-1 0 0,3 1 285 0 0</inkml:trace>
</inkml:ink>
</file>

<file path=ppt/ink/ink8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39.794"/>
    </inkml:context>
    <inkml:brush xml:id="br0">
      <inkml:brushProperty name="width" value="0.1" units="cm"/>
      <inkml:brushProperty name="height" value="0.1" units="cm"/>
      <inkml:brushProperty name="color" value="#004F8B"/>
    </inkml:brush>
  </inkml:definitions>
  <inkml:trace contextRef="#ctx0" brushRef="#br0">0 178 7834 0 0,'39'17'5576'0'0,"-22"-9"-4849"0"0,-1 2 0 0 0,0-1 0 0 0,-1 2 0 0 0,0 0 1 0 0,0 1-1 0 0,16 18 0 0 0,-37-48 2518 0 0,-2-56-2387 0 0,9 64-1088 0 0,0-1 0 0 0,1 1 0 0 0,0 0 0 0 0,0 0 0 0 0,2 0 0 0 0,-1 0 0 0 0,1 0 0 0 0,0 0 0 0 0,1 1 0 0 0,0 0 0 0 0,1 0 0 0 0,0 0 0 0 0,0 1 0 0 0,1 0 0 0 0,0 0 0 0 0,0 1 0 0 0,1 0 0 0 0,9-8 0 0 0,-1 2 193 0 0</inkml:trace>
</inkml:ink>
</file>

<file path=ppt/ink/ink8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40.096"/>
    </inkml:context>
    <inkml:brush xml:id="br0">
      <inkml:brushProperty name="width" value="0.1" units="cm"/>
      <inkml:brushProperty name="height" value="0.1" units="cm"/>
      <inkml:brushProperty name="color" value="#004F8B"/>
    </inkml:brush>
  </inkml:definitions>
  <inkml:trace contextRef="#ctx0" brushRef="#br0">21 0 6913 0 0,'-6'2'7835'0'0,"6"-2"-7692"0"0,-3 15-416 0 0,-6 9-4203 0 0,6-21 4416 0 0</inkml:trace>
</inkml:ink>
</file>

<file path=ppt/ink/ink8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40.652"/>
    </inkml:context>
    <inkml:brush xml:id="br0">
      <inkml:brushProperty name="width" value="0.1" units="cm"/>
      <inkml:brushProperty name="height" value="0.1" units="cm"/>
      <inkml:brushProperty name="color" value="#004F8B"/>
    </inkml:brush>
  </inkml:definitions>
  <inkml:trace contextRef="#ctx0" brushRef="#br0">2 6 10594 0 0,'0'-6'10225'0'0,"-1"26"-10112"0"0,1-1-1 0 0,1 1 0 0 0,1-1 1 0 0,0 0-1 0 0,2 0 1 0 0,0 0-1 0 0,1 0 0 0 0,1-1 1 0 0,1 0-1 0 0,0 0 1 0 0,1 0-1 0 0,1-1 0 0 0,19 27 1 0 0,-23-37-207 0 0,0-2-1 0 0,0 1 1 0 0,1-1 0 0 0,-1 1-1 0 0,1-1 1 0 0,0-1 0 0 0,1 1 0 0 0,-1-1-1 0 0,1-1 1 0 0,10 6 0 0 0,-14-8 43 0 0,0 0 0 0 0,-1 0 0 0 0,1 0 0 0 0,0 0 0 0 0,0-1 0 0 0,0 1 0 0 0,0-1 0 0 0,0 0 1 0 0,0 0-1 0 0,0 0 0 0 0,0 0 0 0 0,0-1 0 0 0,0 1 0 0 0,0-1 0 0 0,0 1 0 0 0,-1-1 0 0 0,1 0 0 0 0,0 0 0 0 0,0 0 0 0 0,-1-1 1 0 0,1 1-1 0 0,0-1 0 0 0,-1 1 0 0 0,0-1 0 0 0,1 0 0 0 0,-1 0 0 0 0,0 0 0 0 0,0 0 0 0 0,3-4 0 0 0,2-5 141 0 0,1-1 0 0 0,-2-1 0 0 0,1 1 0 0 0,-2-1 0 0 0,0 0 0 0 0,0 0 0 0 0,-1 0 0 0 0,-1-1 0 0 0,0 0 0 0 0,1-18 0 0 0,4-16 673 0 0,-8 48-780 0 0,0-1 1 0 0,0 1 0 0 0,0-1-1 0 0,0 1 1 0 0,0-1-1 0 0,0 1 1 0 0,0-1 0 0 0,1 1-1 0 0,-1-1 1 0 0,0 1 0 0 0,0 0-1 0 0,0-1 1 0 0,0 1 0 0 0,1-1-1 0 0,-1 1 1 0 0,0 0-1 0 0,0-1 1 0 0,1 1 0 0 0,-1 0-1 0 0,0-1 1 0 0,1 1 0 0 0,-1 0-1 0 0,0-1 1 0 0,1 1-1 0 0,-1 0 1 0 0,0 0 0 0 0,1-1-1 0 0,-1 1 1 0 0,1 0 0 0 0,-1 0-1 0 0,0 0 1 0 0,1 0 0 0 0,-1-1-1 0 0,1 1 1 0 0,-1 0-1 0 0,1 0 1 0 0,15 12-77 0 0,13 33 550 0 0,-25-38-371 0 0,39 74 170 0 0,-34-60-546 0 0,1-1-1 0 0,1 0 1 0 0,1-1-1 0 0,27 35 0 0 0,-14-32-2313 0 0</inkml:trace>
</inkml:ink>
</file>

<file path=ppt/ink/ink8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41.045"/>
    </inkml:context>
    <inkml:brush xml:id="br0">
      <inkml:brushProperty name="width" value="0.1" units="cm"/>
      <inkml:brushProperty name="height" value="0.1" units="cm"/>
      <inkml:brushProperty name="color" value="#004F8B"/>
    </inkml:brush>
  </inkml:definitions>
  <inkml:trace contextRef="#ctx0" brushRef="#br0">1 41 8754 0 0,'2'-2'296'0'0,"1"1"1"0"0,-1 0-1 0 0,1 0 0 0 0,-1 0 1 0 0,1 0-1 0 0,-1 1 0 0 0,1-1 1 0 0,0 1-1 0 0,-1 0 1 0 0,1-1-1 0 0,0 1 0 0 0,-1 0 1 0 0,1 1-1 0 0,0-1 0 0 0,-1 0 1 0 0,1 1-1 0 0,0 0 0 0 0,-1-1 1 0 0,1 1-1 0 0,2 1 1 0 0,-1 1-3 0 0,0-1 0 0 0,0 1 1 0 0,0 0-1 0 0,-1 0 0 0 0,1 0 1 0 0,-1 1-1 0 0,0-1 1 0 0,0 1-1 0 0,0 0 0 0 0,4 7 1 0 0,0 2 30 0 0,-1 1 1 0 0,0-1 0 0 0,0 1-1 0 0,-2 1 1 0 0,0-1-1 0 0,3 20 1 0 0,-5-26-226 0 0,-2-6-54 0 0,1 1-1 0 0,0 0 0 0 0,-1 0 0 0 0,1 0 0 0 0,-1 0 1 0 0,0 0-1 0 0,0 0 0 0 0,0 0 0 0 0,-1-1 0 0 0,0 7 0 0 0,1-9-25 0 0,-1 0-1 0 0,1 0 0 0 0,-1 0 0 0 0,1 0 0 0 0,0 0 0 0 0,-1 0 0 0 0,1 0 0 0 0,0 0 0 0 0,-1 0 0 0 0,1 0 0 0 0,-1 0 0 0 0,1 0 0 0 0,0-1 0 0 0,-1 1 0 0 0,1 0 0 0 0,-1 0 0 0 0,1 0 0 0 0,0 0 0 0 0,-1-1 0 0 0,1 1 0 0 0,0 0 0 0 0,0 0 0 0 0,-1-1 0 0 0,1 1 0 0 0,0 0 0 0 0,-1 0 0 0 0,1-1 1 0 0,0 1-1 0 0,0 0 0 0 0,0-1 0 0 0,-1 1 0 0 0,1 0 0 0 0,0-1 0 0 0,0 1 0 0 0,0-1 0 0 0,0 1 0 0 0,0 0 0 0 0,0-1 0 0 0,-1 0 0 0 0,-7-15 280 0 0,5 8-308 0 0,1-1 0 0 0,0 1 1 0 0,0-1-1 0 0,1 1 0 0 0,0-1 1 0 0,0 1-1 0 0,1-1 0 0 0,0 1 1 0 0,2-12-1 0 0,8-28-1686 0 0,5 2-4114 0 0,-5 19-471 0 0</inkml:trace>
</inkml:ink>
</file>

<file path=ppt/ink/ink8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41.919"/>
    </inkml:context>
    <inkml:brush xml:id="br0">
      <inkml:brushProperty name="width" value="0.1" units="cm"/>
      <inkml:brushProperty name="height" value="0.1" units="cm"/>
      <inkml:brushProperty name="color" value="#004F8B"/>
    </inkml:brush>
  </inkml:definitions>
  <inkml:trace contextRef="#ctx0" brushRef="#br0">1 38 5529 0 0,'0'-3'1655'0'0,"3"-32"9205"0"0,-1 37-10601 0 0,1 0 0 0 0,-1 1 0 0 0,1-1-1 0 0,-1 1 1 0 0,0 0 0 0 0,0 0 0 0 0,0-1 0 0 0,0 1 0 0 0,-1 0 0 0 0,3 7 0 0 0,0-4-78 0 0,7 13-173 0 0,-1 1 1 0 0,0-1 0 0 0,-1 2 0 0 0,-2-1 0 0 0,0 1 0 0 0,5 26 0 0 0,-11-40-348 0 0,-2-16 127 0 0,-1-19 79 0 0,4 10 195 0 0,0 0-1 0 0,8-22 1 0 0,-9 36 24 0 0,0 0 0 0 0,0 0 0 0 0,0 1 0 0 0,1-1 0 0 0,-1 0 0 0 0,1 1 1 0 0,0-1-1 0 0,0 1 0 0 0,1 0 0 0 0,-1-1 0 0 0,1 1 0 0 0,0 0 0 0 0,-1 1 0 0 0,1-1 0 0 0,0 0 0 0 0,7-3 0 0 0,-8 5-45 0 0,0 1-1 0 0,0 0 0 0 0,1 0 0 0 0,-1-1 0 0 0,0 1 0 0 0,0 1 0 0 0,1-1 0 0 0,-1 0 1 0 0,0 1-1 0 0,0-1 0 0 0,1 1 0 0 0,-1-1 0 0 0,0 1 0 0 0,0 0 0 0 0,0 0 0 0 0,0 0 1 0 0,0 0-1 0 0,0 1 0 0 0,0-1 0 0 0,0 0 0 0 0,2 3 0 0 0,34 34 408 0 0,-29-26-384 0 0,0 0 0 0 0,-1 1 0 0 0,-1 0-1 0 0,0 1 1 0 0,5 15 0 0 0,4 14-5443 0 0,-14-38 3986 0 0,6 16-5926 0 0</inkml:trace>
</inkml:ink>
</file>

<file path=ppt/ink/ink8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42.426"/>
    </inkml:context>
    <inkml:brush xml:id="br0">
      <inkml:brushProperty name="width" value="0.1" units="cm"/>
      <inkml:brushProperty name="height" value="0.1" units="cm"/>
      <inkml:brushProperty name="color" value="#004F8B"/>
    </inkml:brush>
  </inkml:definitions>
  <inkml:trace contextRef="#ctx0" brushRef="#br0">93 99 10138 0 0,'2'-3'258'0'0,"-1"0"0"0"0,1 0 0 0 0,-1 0 0 0 0,1 0 0 0 0,-1-1 0 0 0,0 1 0 0 0,0 0 0 0 0,-1 0 0 0 0,1-1 0 0 0,0-5 0 0 0,-1 8-67 0 0,0-1-1 0 0,0 1 1 0 0,0 0 0 0 0,0-1 0 0 0,0 1 0 0 0,0-1-1 0 0,0 1 1 0 0,0 0 0 0 0,-1-1 0 0 0,1 1 0 0 0,0 0-1 0 0,-1-1 1 0 0,1 1 0 0 0,-1 0 0 0 0,0 0 0 0 0,1 0-1 0 0,-1-1 1 0 0,0 1 0 0 0,0 0 0 0 0,1 0 0 0 0,-1 0 0 0 0,0 0-1 0 0,0 0 1 0 0,0 0 0 0 0,-1 0 0 0 0,1 1 0 0 0,0-1-1 0 0,0 0 1 0 0,-2 0 0 0 0,1 1-74 0 0,1 0 1 0 0,-1 0-1 0 0,1 0 0 0 0,-1 0 0 0 0,0 1 1 0 0,1-1-1 0 0,-1 1 0 0 0,1-1 0 0 0,-1 1 1 0 0,1-1-1 0 0,-1 1 0 0 0,1 0 0 0 0,0 0 1 0 0,-1 0-1 0 0,1 0 0 0 0,0 0 0 0 0,0 0 1 0 0,-1 0-1 0 0,1 0 0 0 0,0 0 0 0 0,0 0 1 0 0,0 1-1 0 0,0-1 0 0 0,0 2 0 0 0,-22 36 442 0 0,17-26-511 0 0,1 0-1 0 0,1 1 1 0 0,0 0-1 0 0,1 0 1 0 0,0 0-1 0 0,1 1 1 0 0,1-1-1 0 0,0 1 1 0 0,1-1 0 0 0,1 17-1 0 0,0-24-66 0 0,0 0 0 0 0,1 0 1 0 0,0 0-1 0 0,0 0 0 0 0,0-1 0 0 0,0 1 0 0 0,1-1 1 0 0,1 1-1 0 0,-1-1 0 0 0,5 6 0 0 0,-5-8 1 0 0,0 0 0 0 0,1-1-1 0 0,-1 0 1 0 0,1 0 0 0 0,-1 0 0 0 0,1 0 0 0 0,0 0-1 0 0,0-1 1 0 0,1 1 0 0 0,-1-1 0 0 0,0 0 0 0 0,1-1 0 0 0,-1 1-1 0 0,1-1 1 0 0,-1 0 0 0 0,7 1 0 0 0,-7-2 16 0 0,-1 1 0 0 0,1-1 0 0 0,-1 0 0 0 0,1 0 0 0 0,0 0 0 0 0,-1-1 0 0 0,1 1 0 0 0,-1-1 0 0 0,1 0 0 0 0,-1 0 1 0 0,0 0-1 0 0,1 0 0 0 0,-1-1 0 0 0,0 1 0 0 0,0-1 0 0 0,5-4 0 0 0,-3 3-23 0 0,-1-1 1 0 0,0 0-1 0 0,-1 0 0 0 0,1 0 1 0 0,-1-1-1 0 0,1 0 0 0 0,-1 1 1 0 0,-1-1-1 0 0,5-10 0 0 0,-3 5-12 0 0,-1 1-1 0 0,0-1 0 0 0,-1 0 0 0 0,0 0 0 0 0,0-1 0 0 0,-1 1 1 0 0,0 0-1 0 0,-1-1 0 0 0,0 1 0 0 0,-1 0 0 0 0,-2-11 0 0 0,-1 3 56 0 0,-1 1 0 0 0,-1 0-1 0 0,-13-28 1 0 0,16 39-66 0 0,0 0 1 0 0,-1 0-1 0 0,1 1 0 0 0,-1 0 0 0 0,0 0 1 0 0,0 0-1 0 0,0 0 0 0 0,-1 0 0 0 0,0 1 1 0 0,0 0-1 0 0,0 0 0 0 0,0 0 1 0 0,-10-4-1 0 0,4 4-678 0 0</inkml:trace>
</inkml:ink>
</file>

<file path=ppt/ink/ink8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42.887"/>
    </inkml:context>
    <inkml:brush xml:id="br0">
      <inkml:brushProperty name="width" value="0.1" units="cm"/>
      <inkml:brushProperty name="height" value="0.1" units="cm"/>
      <inkml:brushProperty name="color" value="#004F8B"/>
    </inkml:brush>
  </inkml:definitions>
  <inkml:trace contextRef="#ctx0" brushRef="#br0">40 22 8754 0 0,'0'-2'501'0'0,"-1"0"0"0"0,0 1 1 0 0,0-1-1 0 0,-1 0 0 0 0,1 1 0 0 0,0-1 0 0 0,0 1 1 0 0,-1-1-1 0 0,1 1 0 0 0,-1 0 0 0 0,1 0 0 0 0,-4-2 1 0 0,4 3-423 0 0,1-1 0 0 0,-1 1 0 0 0,0 0 1 0 0,1 0-1 0 0,-1 0 0 0 0,1 0 1 0 0,-1 0-1 0 0,1 0 0 0 0,-1 0 0 0 0,1 0 1 0 0,-1 1-1 0 0,0-1 0 0 0,1 0 0 0 0,-1 0 1 0 0,1 0-1 0 0,-1 1 0 0 0,1-1 1 0 0,-1 0-1 0 0,1 0 0 0 0,-1 1 0 0 0,1-1 1 0 0,0 0-1 0 0,-1 1 0 0 0,1-1 0 0 0,-1 1 1 0 0,1-1-1 0 0,0 1 0 0 0,-1-1 1 0 0,1 0-1 0 0,0 1 0 0 0,0-1 0 0 0,-1 1 1 0 0,1-1-1 0 0,0 1 0 0 0,0 0 0 0 0,0-1 1 0 0,0 1-1 0 0,-1-1 0 0 0,1 1 1 0 0,0-1-1 0 0,0 1 0 0 0,0-1 0 0 0,0 1 1 0 0,0 0-1 0 0,0-1 0 0 0,1 1 0 0 0,-1 0 1 0 0,-3 28 769 0 0,1 37 1 0 0,3-54-1033 0 0,-1 0-1 0 0,2 0 1 0 0,0-1-1 0 0,0 1 1 0 0,1-1-1 0 0,4 13 0 0 0,4-7-2592 0 0,-11-17 2666 0 0,1 0 0 0 0,-1 0 0 0 0,0 1 0 0 0,1-1 1 0 0,-1 0-1 0 0,0 0 0 0 0,1 0 0 0 0,-1 0 1 0 0,0 0-1 0 0,1 0 0 0 0,-1 0 0 0 0,0 0 0 0 0,1 0 1 0 0,-1 0-1 0 0,0 0 0 0 0,1 0 0 0 0,-1 0 1 0 0,0 0-1 0 0,1 0 0 0 0,-1 0 0 0 0,0 0 0 0 0,1-1 1 0 0,-1 1-1 0 0,0 0 0 0 0,1 0 0 0 0,-1 0 1 0 0,0 0-1 0 0,1-1 0 0 0,-1 1 0 0 0,0 0 0 0 0,0 0 1 0 0,1-1-1 0 0,-1 1 0 0 0,0 0 0 0 0,0 0 1 0 0,0-1-1 0 0,1 1 0 0 0,-1 0 0 0 0,0-1 0 0 0,0 1 1 0 0,0 0-1 0 0,0-1 0 0 0,0 1 0 0 0,0 0 1 0 0,0-1-1 0 0,0 1 0 0 0,1 0 0 0 0,-1-1 1 0 0,-1 0-1 0 0,4-6-1088 0 0</inkml:trace>
</inkml:ink>
</file>

<file path=ppt/ink/ink8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43.102"/>
    </inkml:context>
    <inkml:brush xml:id="br0">
      <inkml:brushProperty name="width" value="0.1" units="cm"/>
      <inkml:brushProperty name="height" value="0.1" units="cm"/>
      <inkml:brushProperty name="color" value="#004F8B"/>
    </inkml:brush>
  </inkml:definitions>
  <inkml:trace contextRef="#ctx0" brushRef="#br0">1 189 6449 0 0,'0'-10'394'0'0,"-1"0"1"0"0,2 0-1 0 0,-1 0 0 0 0,1 0 0 0 0,4-14 0 0 0,-4 19-21 0 0,0 1-1 0 0,0 0 1 0 0,1 0-1 0 0,0 0 1 0 0,0 0 0 0 0,0 0-1 0 0,0 0 1 0 0,0 0-1 0 0,1 1 1 0 0,0-1 0 0 0,0 1-1 0 0,0 0 1 0 0,0 0-1 0 0,6-5 1 0 0,-7 7-235 0 0,-1 1 1 0 0,0-1-1 0 0,0 1 0 0 0,1 0 1 0 0,-1-1-1 0 0,0 1 0 0 0,1 0 1 0 0,-1 0-1 0 0,0 0 0 0 0,1 0 1 0 0,-1 0-1 0 0,0 0 0 0 0,1 0 1 0 0,-1 1-1 0 0,0-1 0 0 0,0 0 1 0 0,1 1-1 0 0,-1-1 0 0 0,0 1 1 0 0,0-1-1 0 0,1 1 0 0 0,-1 0 1 0 0,0-1-1 0 0,0 1 0 0 0,0 0 1 0 0,0 0-1 0 0,0 0 0 0 0,1 1 1 0 0,31 34 1450 0 0,-25-25-1061 0 0,-2-5-337 0 0,0 0-1 0 0,0-1 0 0 0,1 1 0 0 0,0-1 1 0 0,0-1-1 0 0,0 1 0 0 0,0-1 0 0 0,15 6 1 0 0,-20-9-177 0 0,0-1 0 0 0,-1 1 0 0 0,1 0 0 0 0,0-1 0 0 0,0 1 0 0 0,0-1 0 0 0,0 0 0 0 0,0 0 0 0 0,0 0 0 0 0,0 0 0 0 0,0 0 0 0 0,0 0 0 0 0,0 0 0 0 0,0 0 0 0 0,-1-1 0 0 0,1 1 0 0 0,0-1 0 0 0,0 0 0 0 0,0 1 0 0 0,0-1 0 0 0,-1 0 0 0 0,1 0 0 0 0,0 0 0 0 0,-1 0 0 0 0,1 0 0 0 0,-1-1 0 0 0,1 1 0 0 0,-1 0 0 0 0,0-1 0 0 0,1 1 0 0 0,-1-1 0 0 0,0 1 0 0 0,0-1 0 0 0,0 0 0 0 0,0 1 0 0 0,0-1 0 0 0,-1 0 0 0 0,1 0 0 0 0,0 0 0 0 0,-1 0 0 0 0,1 0 0 0 0,-1 1 0 0 0,0-4 0 0 0,1-2-79 0 0,0 0 0 0 0,-1 0 0 0 0,0 0-1 0 0,0 0 1 0 0,-1 0 0 0 0,0 0 0 0 0,0 0 0 0 0,-4-12 0 0 0,-11-28-4129 0 0</inkml:trace>
</inkml:ink>
</file>

<file path=ppt/ink/ink8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43.409"/>
    </inkml:context>
    <inkml:brush xml:id="br0">
      <inkml:brushProperty name="width" value="0.1" units="cm"/>
      <inkml:brushProperty name="height" value="0.1" units="cm"/>
      <inkml:brushProperty name="color" value="#004F8B"/>
    </inkml:brush>
  </inkml:definitions>
  <inkml:trace contextRef="#ctx0" brushRef="#br0">163 77 6913 0 0,'1'-3'-136'0'0,"2"-36"6642"0"0,-3 37-5957 0 0,0 0 1 0 0,0 0-1 0 0,-1 0 0 0 0,1 0 1 0 0,0 0-1 0 0,-1-1 0 0 0,0 1 1 0 0,1 0-1 0 0,-1 0 0 0 0,0 0 1 0 0,0 0-1 0 0,0 0 1 0 0,0 1-1 0 0,0-1 0 0 0,-2-2 1 0 0,2 4-510 0 0,1 0 1 0 0,-1 0-1 0 0,1 0 1 0 0,-1-1-1 0 0,1 1 1 0 0,-1 0-1 0 0,1 0 0 0 0,-1 0 1 0 0,1 0-1 0 0,-1 0 1 0 0,1 0-1 0 0,-1 0 1 0 0,1 0-1 0 0,-1 1 1 0 0,1-1-1 0 0,-1 0 1 0 0,1 0-1 0 0,-1 0 1 0 0,1 0-1 0 0,-1 1 1 0 0,1-1-1 0 0,0 0 1 0 0,-1 0-1 0 0,1 1 1 0 0,-1-1-1 0 0,1 0 0 0 0,0 1 1 0 0,-1-1-1 0 0,1 1 1 0 0,0-1-1 0 0,-1 0 1 0 0,1 1-1 0 0,0-1 1 0 0,-1 1-1 0 0,1-1 1 0 0,0 1-1 0 0,0-1 1 0 0,0 1-1 0 0,-1-1 1 0 0,1 1-1 0 0,0-1 1 0 0,0 1-1 0 0,-11 24 263 0 0,-29 109 1 0 0,-25 144-1 0 0,62-261-277 0 0,-4 16-850 0 0,2 0 0 0 0,-1 57 0 0 0,7-60-7210 0 0</inkml:trace>
</inkml:ink>
</file>

<file path=ppt/ink/ink8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43.726"/>
    </inkml:context>
    <inkml:brush xml:id="br0">
      <inkml:brushProperty name="width" value="0.1" units="cm"/>
      <inkml:brushProperty name="height" value="0.1" units="cm"/>
      <inkml:brushProperty name="color" value="#004F8B"/>
    </inkml:brush>
  </inkml:definitions>
  <inkml:trace contextRef="#ctx0" brushRef="#br0">49 40 9218 0 0,'-2'0'224'0'0,"0"0"0"0"0,0 1 0 0 0,0-1 0 0 0,-1 1 0 0 0,1 0 0 0 0,0 0 0 0 0,0 0 0 0 0,0 0 0 0 0,0 0 0 0 0,0 0 0 0 0,0 0 1 0 0,1 1-1 0 0,-1-1 0 0 0,0 1 0 0 0,1-1 0 0 0,-1 1 0 0 0,1 0 0 0 0,-1-1 0 0 0,1 1 0 0 0,0 0 0 0 0,0 0 0 0 0,0 0 0 0 0,0 0 0 0 0,0 0 0 0 0,0 0 0 0 0,0 1 0 0 0,1-1 0 0 0,-1 0 0 0 0,1 0 0 0 0,-1 3 0 0 0,0 2 37 0 0,0 0-1 0 0,1 0 1 0 0,-1 0-1 0 0,1 0 1 0 0,1 0-1 0 0,-1 0 1 0 0,1 0-1 0 0,1 0 1 0 0,-1 0-1 0 0,1 0 1 0 0,0 0-1 0 0,1-1 1 0 0,0 1-1 0 0,0-1 1 0 0,0 1-1 0 0,1-1 1 0 0,-1 0-1 0 0,1-1 1 0 0,6 7-1 0 0,-8-9-268 0 0,1-1-1 0 0,-1 1 0 0 0,1 0 0 0 0,0-1 0 0 0,0 0 0 0 0,1 1 0 0 0,-1-1 0 0 0,0-1 0 0 0,1 1 0 0 0,-1 0 0 0 0,1-1 0 0 0,-1 0 0 0 0,1 1 0 0 0,0-1 0 0 0,-1-1 0 0 0,1 1 0 0 0,0-1 0 0 0,0 1 0 0 0,0-1 0 0 0,-1 0 0 0 0,1 0 0 0 0,0-1 0 0 0,0 1 0 0 0,0-1 0 0 0,-1 0 0 0 0,1 0 0 0 0,0 0 1 0 0,-1-1-1 0 0,1 1 0 0 0,-1-1 0 0 0,1 1 0 0 0,-1-1 0 0 0,0-1 0 0 0,0 1 0 0 0,0 0 0 0 0,3-4 0 0 0,-1 3 14 0 0,-1-1 0 0 0,0 1-1 0 0,0-1 1 0 0,0 0 0 0 0,0-1 0 0 0,-1 1 0 0 0,0-1 0 0 0,0 1 0 0 0,0-1 0 0 0,0 0 0 0 0,-1 0-1 0 0,1 0 1 0 0,-2-1 0 0 0,1 1 0 0 0,0 0 0 0 0,-1-1 0 0 0,0 1 0 0 0,0-1 0 0 0,0-6 0 0 0,-2 6-6 0 0,0 0 0 0 0,0 0 0 0 0,0 1 0 0 0,0-1 0 0 0,-1 0 0 0 0,0 1 1 0 0,0 0-1 0 0,-1-1 0 0 0,1 1 0 0 0,-1 0 0 0 0,0 0 0 0 0,-1 0 0 0 0,1 1 0 0 0,-1-1 1 0 0,0 1-1 0 0,0 0 0 0 0,0 0 0 0 0,-8-5 0 0 0,-20-12-1886 0 0,15 11-5042 0 0</inkml:trace>
</inkml:ink>
</file>

<file path=ppt/ink/ink8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44.123"/>
    </inkml:context>
    <inkml:brush xml:id="br0">
      <inkml:brushProperty name="width" value="0.1" units="cm"/>
      <inkml:brushProperty name="height" value="0.1" units="cm"/>
      <inkml:brushProperty name="color" value="#004F8B"/>
    </inkml:brush>
  </inkml:definitions>
  <inkml:trace contextRef="#ctx0" brushRef="#br0">9 0 10594 0 0,'-5'3'8727'0'0,"2"5"-6221"0"0,2 10-3692 0 0,1-15 2178 0 0,0 33-535 0 0,1 1 1 0 0,7 37-1 0 0,-6-56-545 0 0,2-1 1 0 0,0 1-1 0 0,1-1 0 0 0,0 0 0 0 0,2-1 0 0 0,9 19 0 0 0,11 1-2643 0 0,-19-28 1700 0 0</inkml:trace>
</inkml:ink>
</file>

<file path=ppt/ink/ink8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44.314"/>
    </inkml:context>
    <inkml:brush xml:id="br0">
      <inkml:brushProperty name="width" value="0.1" units="cm"/>
      <inkml:brushProperty name="height" value="0.1" units="cm"/>
      <inkml:brushProperty name="color" value="#004F8B"/>
    </inkml:brush>
  </inkml:definitions>
  <inkml:trace contextRef="#ctx0" brushRef="#br0">10 78 4609 0 0,'-1'0'308'0'0,"0"-1"0"0"0,1 0 0 0 0,-1 0 0 0 0,0 0 0 0 0,1 1 0 0 0,-1-1 0 0 0,0 0 0 0 0,1 0 0 0 0,-1 0 0 0 0,1 0 0 0 0,-1 0 0 0 0,1 0 0 0 0,0 0 0 0 0,-1 0 0 0 0,1-1 0 0 0,0 1 0 0 0,0 0 0 0 0,0 0 0 0 0,0 0 0 0 0,0 0 0 0 0,0 0 0 0 0,0 0 0 0 0,1-2 1 0 0,-1 1 23 0 0,1 0 1 0 0,0 0 0 0 0,0 0-1 0 0,0 0 1 0 0,0 0 0 0 0,1 1 0 0 0,-1-1-1 0 0,0 1 1 0 0,1-1 0 0 0,-1 1-1 0 0,4-3 1 0 0,0 0 37 0 0,0 0 0 0 0,1 1 0 0 0,-1 0 0 0 0,1 0 0 0 0,0 1 0 0 0,0-1-1 0 0,9-2 1 0 0,-8 4-600 0 0,0 0 0 0 0,0 1 0 0 0,0-1 0 0 0,-1 1 0 0 0,1 1 0 0 0,8 0-1 0 0</inkml:trace>
</inkml:ink>
</file>

<file path=ppt/ink/ink8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44.473"/>
    </inkml:context>
    <inkml:brush xml:id="br0">
      <inkml:brushProperty name="width" value="0.1" units="cm"/>
      <inkml:brushProperty name="height" value="0.1" units="cm"/>
      <inkml:brushProperty name="color" value="#004F8B"/>
    </inkml:brush>
  </inkml:definitions>
  <inkml:trace contextRef="#ctx0" brushRef="#br0">0 86 8754 0 0,'16'-4'6084'0'0,"25"-18"-2790"0"0,-16 6-4120 0 0,12-12-5562 0 0,-20 12 2447 0 0</inkml:trace>
</inkml:ink>
</file>

<file path=ppt/ink/ink8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44.663"/>
    </inkml:context>
    <inkml:brush xml:id="br0">
      <inkml:brushProperty name="width" value="0.1" units="cm"/>
      <inkml:brushProperty name="height" value="0.1" units="cm"/>
      <inkml:brushProperty name="color" value="#004F8B"/>
    </inkml:brush>
  </inkml:definitions>
  <inkml:trace contextRef="#ctx0" brushRef="#br0">9 0 5529 0 0,'-3'10'509'0'0,"1"-1"1"0"0,1 1-1 0 0,0-1 0 0 0,0 1 0 0 0,1-1 0 0 0,0 1 0 0 0,0-1 1 0 0,1 1-1 0 0,4 17 0 0 0,5 10 1224 0 0,15 40 1 0 0,-15-46-499 0 0,-4-15-964 0 0,7 23 1174 0 0,-3-15-5995 0 0</inkml:trace>
</inkml:ink>
</file>

<file path=ppt/ink/ink8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44.838"/>
    </inkml:context>
    <inkml:brush xml:id="br0">
      <inkml:brushProperty name="width" value="0.1" units="cm"/>
      <inkml:brushProperty name="height" value="0.1" units="cm"/>
      <inkml:brushProperty name="color" value="#004F8B"/>
    </inkml:brush>
  </inkml:definitions>
  <inkml:trace contextRef="#ctx0" brushRef="#br0">3 123 6449 0 0,'-1'-5'453'0'0,"0"0"0"0"0,1 0 0 0 0,0-1 0 0 0,0 1 0 0 0,0 0 0 0 0,1 0-1 0 0,-1 0 1 0 0,1 0 0 0 0,0 0 0 0 0,1 0 0 0 0,-1 0 0 0 0,1 0 0 0 0,0 0 0 0 0,0 1-1 0 0,1-1 1 0 0,-1 1 0 0 0,5-5 0 0 0,-5 6-314 0 0,0 1 0 0 0,0-1-1 0 0,0 1 1 0 0,0 0 0 0 0,1 0 0 0 0,-1 0-1 0 0,1 0 1 0 0,0 0 0 0 0,-1 1 0 0 0,1-1-1 0 0,0 1 1 0 0,4-2 0 0 0,-4 2-422 0 0,0 1-1 0 0,-1-1 1 0 0,1 1 0 0 0,-1 0 0 0 0,1 0-1 0 0,-1 0 1 0 0,1 0 0 0 0,0 0 0 0 0,-1 0-1 0 0,1 1 1 0 0,-1 0 0 0 0,1-1 0 0 0,-1 1-1 0 0,1 0 1 0 0,-1 0 0 0 0,1 0 0 0 0,1 2-1 0 0,6 3-1540 0 0</inkml:trace>
</inkml:ink>
</file>

<file path=ppt/ink/ink8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44.979"/>
    </inkml:context>
    <inkml:brush xml:id="br0">
      <inkml:brushProperty name="width" value="0.1" units="cm"/>
      <inkml:brushProperty name="height" value="0.1" units="cm"/>
      <inkml:brushProperty name="color" value="#004F8B"/>
    </inkml:brush>
  </inkml:definitions>
  <inkml:trace contextRef="#ctx0" brushRef="#br0">0 50 656 0 0,'6'11'8962'0'0,"2"-17"-5841"0"0,2-2 23 0 0,2-1-2471 0 0,0-2-505 0 0,3-2-96 0 0,-1 0-72 0 0</inkml:trace>
</inkml:ink>
</file>

<file path=ppt/ink/ink8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31.658"/>
    </inkml:context>
    <inkml:brush xml:id="br0">
      <inkml:brushProperty name="width" value="0.1" units="cm"/>
      <inkml:brushProperty name="height" value="0.1" units="cm"/>
      <inkml:brushProperty name="color" value="#004F8B"/>
    </inkml:brush>
  </inkml:definitions>
  <inkml:trace contextRef="#ctx0" brushRef="#br0">26 29 9218 0 0,'-17'-28'11696'0'0,"12"42"-10115"0"0,2 25-1373 0 0,2 0-1 0 0,2-1 0 0 0,11 77 0 0 0,-2-17-46 0 0,-5-23-752 0 0,17 137-6221 0 0,-14-177-108 0 0</inkml:trace>
</inkml:ink>
</file>

<file path=ppt/ink/ink8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31.896"/>
    </inkml:context>
    <inkml:brush xml:id="br0">
      <inkml:brushProperty name="width" value="0.1" units="cm"/>
      <inkml:brushProperty name="height" value="0.1" units="cm"/>
      <inkml:brushProperty name="color" value="#004F8B"/>
    </inkml:brush>
  </inkml:definitions>
  <inkml:trace contextRef="#ctx0" brushRef="#br0">0 2 4145 0 0,'15'-1'11108'0'0,"-13"5"-10040"0"0,130 427 3253 0 0,-73-229-3150 0 0,-54-185-1608 0 0,0 0 1 0 0,1-1 0 0 0,0 0 0 0 0,2 0-1 0 0,0 0 1 0 0,10 15 0 0 0</inkml:trace>
</inkml:ink>
</file>

<file path=ppt/ink/ink8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32.102"/>
    </inkml:context>
    <inkml:brush xml:id="br0">
      <inkml:brushProperty name="width" value="0.1" units="cm"/>
      <inkml:brushProperty name="height" value="0.1" units="cm"/>
      <inkml:brushProperty name="color" value="#004F8B"/>
    </inkml:brush>
  </inkml:definitions>
  <inkml:trace contextRef="#ctx0" brushRef="#br0">18 89 9218 0 0,'-17'4'4201'0'0,"26"-5"-2141"0"0,3-2-1434 0 0,0 0-1 0 0,-1 0 0 0 0,1-2 1 0 0,-1 1-1 0 0,0-1 1 0 0,0-1-1 0 0,15-10 0 0 0,17-8-391 0 0,-19 12-1613 0 0,0 2-5515 0 0</inkml:trace>
</inkml:ink>
</file>

<file path=ppt/ink/ink8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32.483"/>
    </inkml:context>
    <inkml:brush xml:id="br0">
      <inkml:brushProperty name="width" value="0.1" units="cm"/>
      <inkml:brushProperty name="height" value="0.1" units="cm"/>
      <inkml:brushProperty name="color" value="#004F8B"/>
    </inkml:brush>
  </inkml:definitions>
  <inkml:trace contextRef="#ctx0" brushRef="#br0">72 81 6913 0 0,'-5'8'1095'0'0,"-7"10"650"0"0,0 0 0 0 0,1 0 1 0 0,-8 22-1 0 0,17-33-1655 0 0,-1-1-1 0 0,1 1 1 0 0,1 0-1 0 0,-1 1 1 0 0,1-1-1 0 0,0 0 1 0 0,1 0-1 0 0,0 0 1 0 0,0 1-1 0 0,0-1 1 0 0,1 0-1 0 0,0 0 1 0 0,3 8-1 0 0,-3-10-81 0 0,1 0 0 0 0,0 1 0 0 0,1-1 0 0 0,-1 0 0 0 0,1 0 0 0 0,0 0 0 0 0,1-1 0 0 0,-1 1 0 0 0,1-1 0 0 0,0 0 0 0 0,0 0 0 0 0,7 6 0 0 0,-10-9-23 0 0,1 0-1 0 0,-1 0 1 0 0,1 0-1 0 0,-1 0 1 0 0,1 0-1 0 0,0-1 1 0 0,-1 1-1 0 0,1 0 1 0 0,0-1 0 0 0,0 1-1 0 0,-1-1 1 0 0,1 0-1 0 0,0 0 1 0 0,0 0-1 0 0,0 0 1 0 0,-1 0 0 0 0,1 0-1 0 0,0 0 1 0 0,0 0-1 0 0,-1-1 1 0 0,1 1-1 0 0,0-1 1 0 0,0 1-1 0 0,-1-1 1 0 0,1 0 0 0 0,0 1-1 0 0,-1-1 1 0 0,1 0-1 0 0,-1 0 1 0 0,1 0-1 0 0,-1-1 1 0 0,0 1-1 0 0,1 0 1 0 0,-1 0 0 0 0,0-1-1 0 0,0 1 1 0 0,0-1-1 0 0,0 1 1 0 0,0-1-1 0 0,0 1 1 0 0,0-1-1 0 0,0-3 1 0 0,5-5 84 0 0,-2-2 0 0 0,0 1 0 0 0,0 0 0 0 0,-1-1 0 0 0,0 0 0 0 0,-1 0 0 0 0,0 0 0 0 0,-1 0 0 0 0,0 0 0 0 0,-1 0 0 0 0,-2-14 0 0 0,0 9 383 0 0,0 1 0 0 0,-1-1 0 0 0,-1 1 0 0 0,0 0 0 0 0,-1 0 0 0 0,-1 0 0 0 0,-12-22 0 0 0,17 36-405 0 0,-1-1 1 0 0,1 1 0 0 0,-1 0 0 0 0,0-1-1 0 0,1 1 1 0 0,-1 0 0 0 0,0 0 0 0 0,0 0 0 0 0,-1 0-1 0 0,-4-3 1 0 0,6 5-59 0 0,0-1 0 0 0,-1 1-1 0 0,1-1 1 0 0,0 1 0 0 0,-1 0 0 0 0,1-1-1 0 0,0 1 1 0 0,-1 0 0 0 0,1 0 0 0 0,0 0-1 0 0,-1 0 1 0 0,1 0 0 0 0,-1 0 0 0 0,1 0-1 0 0,0 1 1 0 0,-1-1 0 0 0,1 0-1 0 0,0 1 1 0 0,-1-1 0 0 0,1 1 0 0 0,0 0-1 0 0,0-1 1 0 0,-1 1 0 0 0,0 1 0 0 0,-5 3-563 0 0</inkml:trace>
</inkml:ink>
</file>

<file path=ppt/ink/ink8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32.935"/>
    </inkml:context>
    <inkml:brush xml:id="br0">
      <inkml:brushProperty name="width" value="0.1" units="cm"/>
      <inkml:brushProperty name="height" value="0.1" units="cm"/>
      <inkml:brushProperty name="color" value="#004F8B"/>
    </inkml:brush>
  </inkml:definitions>
  <inkml:trace contextRef="#ctx0" brushRef="#br0">5 0 5065 0 0,'-1'2'162'0'0,"0"0"0"0"0,1 0-1 0 0,-1 0 1 0 0,1 0 0 0 0,-1 0-1 0 0,1 1 1 0 0,0-1 0 0 0,-1 0 0 0 0,1 0-1 0 0,0 0 1 0 0,0 0 0 0 0,1 0-1 0 0,-1 1 1 0 0,0-1 0 0 0,1 0 0 0 0,0 2-1 0 0,16 39 2599 0 0,-7-20-1451 0 0,-2 1 163 0 0,24 58 989 0 0,-29-75-2379 0 0,1 0-1 0 0,0 0 0 0 0,1 0 0 0 0,0 0 1 0 0,0-1-1 0 0,0 1 0 0 0,1-1 0 0 0,8 6 1 0 0,-12-10-104 0 0,0 0 0 0 0,0 0 0 0 0,1-1 0 0 0,-1 1 0 0 0,0-1 0 0 0,1 0 1 0 0,-1 0-1 0 0,0 0 0 0 0,1 0 0 0 0,0 0 0 0 0,-1 0 0 0 0,1-1 1 0 0,-1 1-1 0 0,1-1 0 0 0,0 0 0 0 0,-1 0 0 0 0,1 0 0 0 0,0 0 0 0 0,-1 0 1 0 0,1 0-1 0 0,0-1 0 0 0,-1 1 0 0 0,1-1 0 0 0,-1 0 0 0 0,1 0 1 0 0,-1 0-1 0 0,1 0 0 0 0,-1 0 0 0 0,1-1 0 0 0,-1 1 0 0 0,0-1 0 0 0,0 1 1 0 0,0-1-1 0 0,0 0 0 0 0,0 0 0 0 0,2-2 0 0 0,1-2-92 0 0,-1 0 0 0 0,1 0 0 0 0,-1-1 0 0 0,0 1 0 0 0,-1-1-1 0 0,0 0 1 0 0,0 0 0 0 0,0 0 0 0 0,-1 0 0 0 0,0-1 0 0 0,1-10 0 0 0,0-18 312 0 0,-3 28 223 0 0,0 0 1 0 0,0 0-1 0 0,1 0 1 0 0,0 0-1 0 0,1 0 1 0 0,0 0-1 0 0,5-12 1 0 0,-7 20-370 0 0,0 0 0 0 0,0-1 0 0 0,0 1 0 0 0,0 0 0 0 0,0 0 0 0 0,0 0 0 0 0,0-1 0 0 0,0 1 1 0 0,0 0-1 0 0,1 0 0 0 0,-1 0 0 0 0,0 0 0 0 0,0-1 0 0 0,0 1 0 0 0,0 0 0 0 0,1 0 0 0 0,-1 0 0 0 0,0 0 0 0 0,0 0 0 0 0,0 0 1 0 0,0 0-1 0 0,1-1 0 0 0,-1 1 0 0 0,0 0 0 0 0,0 0 0 0 0,1 0 0 0 0,-1 0 0 0 0,0 0 0 0 0,0 0 0 0 0,0 0 0 0 0,1 0 0 0 0,-1 0 1 0 0,0 0-1 0 0,0 0 0 0 0,0 0 0 0 0,1 0 0 0 0,-1 0 0 0 0,0 0 0 0 0,0 1 0 0 0,1-1 0 0 0,-1 0 0 0 0,0 0 0 0 0,0 0 0 0 0,9 11 905 0 0,3 14-386 0 0,-10-22-777 0 0,-1 1-1 0 0,1 0 0 0 0,-1 0 0 0 0,1-1 1 0 0,0 1-1 0 0,3 3 0 0 0</inkml:trace>
</inkml:ink>
</file>

<file path=ppt/ink/ink8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33.778"/>
    </inkml:context>
    <inkml:brush xml:id="br0">
      <inkml:brushProperty name="width" value="0.1" units="cm"/>
      <inkml:brushProperty name="height" value="0.1" units="cm"/>
      <inkml:brushProperty name="color" value="#004F8B"/>
    </inkml:brush>
  </inkml:definitions>
  <inkml:trace contextRef="#ctx0" brushRef="#br0">6 149 9218 0 0,'-6'7'9927'0'0,"7"-6"-9759"0"0,14 18 3052 0 0,40 28-4542 0 0,-39-34 2424 0 0,0 0-995 0 0,1 0 0 0 0,0-1-1 0 0,22 11 1 0 0,-32-19-92 0 0,-1-1 0 0 0,1 0 0 0 0,0 0 0 0 0,0 0 0 0 0,1-1 0 0 0,-1 0 0 0 0,0-1 0 0 0,1 0 1 0 0,-1 0-1 0 0,1 0 0 0 0,-1-1 0 0 0,12-1 0 0 0,-17 0-8 0 0,1 1 1 0 0,0-1-1 0 0,0 0 1 0 0,0 0-1 0 0,-1 0 1 0 0,1 0-1 0 0,0-1 1 0 0,-1 1-1 0 0,1-1 1 0 0,-1 1-1 0 0,0-1 1 0 0,0 0-1 0 0,1 0 1 0 0,-1 0-1 0 0,0 0 1 0 0,3-5 0 0 0,-2 2 19 0 0,0 0-1 0 0,-1 0 1 0 0,1-1 0 0 0,-1 1 0 0 0,0 0 0 0 0,-1-1 0 0 0,1 0 0 0 0,0-6 0 0 0,0-5 51 0 0,-1 0-1 0 0,-1 0 0 0 0,-1 0 1 0 0,-4-32-1 0 0,1 27-374 0 0,0 1 0 0 0,-1-1 0 0 0,-13-31 0 0 0</inkml:trace>
</inkml:ink>
</file>

<file path=ppt/ink/ink8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38.064"/>
    </inkml:context>
    <inkml:brush xml:id="br0">
      <inkml:brushProperty name="width" value="0.1" units="cm"/>
      <inkml:brushProperty name="height" value="0.1" units="cm"/>
      <inkml:brushProperty name="color" value="#004F8B"/>
    </inkml:brush>
  </inkml:definitions>
  <inkml:trace contextRef="#ctx0" brushRef="#br0">0 60 4577 0 0,'3'0'73'0'0,"-1"0"0"0"0,0 0 1 0 0,0 0-1 0 0,0 0 0 0 0,1-1 0 0 0,-1 1 0 0 0,0-1 1 0 0,0 0-1 0 0,25-40 17115 0 0,-24 52-18529 0 0,5 8 1402 0 0,-2 1-66 0 0,2-1 0 0 0,1-1 0 0 0,13 24 0 0 0,-20-38-53 0 0,1-1-1 0 0,-1 1 1 0 0,1-1 0 0 0,0 1 0 0 0,0-1 0 0 0,0 0-1 0 0,0 0 1 0 0,1 0 0 0 0,-1-1 0 0 0,1 1-1 0 0,-1-1 1 0 0,1 0 0 0 0,0 0 0 0 0,0 0 0 0 0,0 0-1 0 0,0-1 1 0 0,1 1 0 0 0,-1-1 0 0 0,0 0-1 0 0,0-1 1 0 0,6 1 0 0 0,-7-1 6 0 0,0 0 0 0 0,0 0 0 0 0,0 0 1 0 0,0-1-1 0 0,0 1 0 0 0,-1-1 0 0 0,1 0 0 0 0,0 0 0 0 0,-1 0 1 0 0,1 0-1 0 0,0-1 0 0 0,-1 1 0 0 0,1-1 0 0 0,-1 1 0 0 0,0-1 1 0 0,0 0-1 0 0,1 0 0 0 0,-1 0 0 0 0,0 0 0 0 0,0 0 0 0 0,-1 0 1 0 0,1-1-1 0 0,0 1 0 0 0,-1-1 0 0 0,0 1 0 0 0,1-1 0 0 0,0-2 1 0 0,2-9 88 0 0,0 0 0 0 0,0-1 0 0 0,-1 1 0 0 0,1-21 0 0 0,6-24 1422 0 0,-6 65-1084 0 0,-1 1-1 0 0,0 0 1 0 0,0 0-1 0 0,2 11 1 0 0,10 46 0 0 0,-3 2 0 0 0,5 102 0 0 0,-16-138-768 0 0,-2 1-1 0 0,-1-1 1 0 0,-2 0-1 0 0,0-1 1 0 0,-2 1 0 0 0,-2-1-1 0 0,0 0 1 0 0,-13 28-1 0 0</inkml:trace>
</inkml:ink>
</file>

<file path=ppt/ink/ink8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38.367"/>
    </inkml:context>
    <inkml:brush xml:id="br0">
      <inkml:brushProperty name="width" value="0.1" units="cm"/>
      <inkml:brushProperty name="height" value="0.1" units="cm"/>
      <inkml:brushProperty name="color" value="#004F8B"/>
    </inkml:brush>
  </inkml:definitions>
  <inkml:trace contextRef="#ctx0" brushRef="#br0">37 115 6913 0 0,'0'0'172'0'0,"0"-1"-1"0"0,-1 0 0 0 0,1 1 0 0 0,0-1 0 0 0,0 0 0 0 0,0 1 0 0 0,-1-1 0 0 0,1 1 0 0 0,0-1 0 0 0,-1 1 1 0 0,1-1-1 0 0,0 1 0 0 0,-1-1 0 0 0,1 1 0 0 0,-1-1 0 0 0,1 1 0 0 0,-1-1 0 0 0,1 1 0 0 0,-1 0 0 0 0,1-1 0 0 0,-1 1 1 0 0,0 0-1 0 0,1-1 0 0 0,-1 1 0 0 0,1 0 0 0 0,-1 0 0 0 0,0-1 0 0 0,1 1 0 0 0,-1 0 0 0 0,0 0 0 0 0,1 0 0 0 0,-1 0 1 0 0,0 0-1 0 0,1 0 0 0 0,-1 0 0 0 0,0 0 0 0 0,1 0 0 0 0,-1 1 0 0 0,1-1 0 0 0,-1 0 0 0 0,0 0 0 0 0,1 0 1 0 0,-1 1-1 0 0,1-1 0 0 0,-1 0 0 0 0,0 1 0 0 0,1-1 0 0 0,-1 1 0 0 0,1-1 0 0 0,-1 0 0 0 0,1 1 0 0 0,0-1 0 0 0,-1 1 1 0 0,1-1-1 0 0,-1 1 0 0 0,1 0 0 0 0,-1 0 0 0 0,-1 9-179 0 0,0 1 0 0 0,0 0 1 0 0,1 0-1 0 0,1 0 0 0 0,0-1 1 0 0,0 1-1 0 0,1 0 0 0 0,0 0 0 0 0,1 0 1 0 0,0 0-1 0 0,1-1 0 0 0,0 1 0 0 0,0-1 1 0 0,2 0-1 0 0,-1 0 0 0 0,1 0 0 0 0,0-1 1 0 0,1 0-1 0 0,10 14 0 0 0,-14-21-18 0 0,-1 0 0 0 0,1-1 0 0 0,0 1 0 0 0,0 0 0 0 0,0 0 0 0 0,0-1 0 0 0,0 1 0 0 0,0-1 0 0 0,0 0 0 0 0,0 0 0 0 0,0 0 0 0 0,1 0 0 0 0,-1 0 0 0 0,1 0 0 0 0,-1 0 0 0 0,0-1 0 0 0,1 1 0 0 0,-1-1 0 0 0,1 0 0 0 0,-1 0 0 0 0,1 0 0 0 0,-1 0 0 0 0,1 0 0 0 0,-1 0 0 0 0,1-1 0 0 0,-1 1 0 0 0,1-1 0 0 0,-1 0 0 0 0,1 1 0 0 0,-1-1 0 0 0,0 0 0 0 0,0-1 0 0 0,1 1 0 0 0,-1 0 0 0 0,0-1 0 0 0,0 1 0 0 0,0-1 0 0 0,-1 1 0 0 0,3-3 0 0 0,2-2 80 0 0,0-1 0 0 0,-1 1 0 0 0,0-1 0 0 0,0 0 0 0 0,0 0 0 0 0,-1 0 0 0 0,0-1 0 0 0,0 0 1 0 0,-1 0-1 0 0,3-11 0 0 0,-4 9 132 0 0,-1 0 1 0 0,0-1-1 0 0,-1 1 1 0 0,0 0-1 0 0,-1 0 1 0 0,0-1-1 0 0,0 1 1 0 0,-1 0-1 0 0,0 0 1 0 0,-1 0-1 0 0,0 1 1 0 0,-1-1-1 0 0,0 1 1 0 0,-1-1-1 0 0,1 1 1 0 0,-2 0-1 0 0,1 1 1 0 0,-1 0-1 0 0,-1 0 0 0 0,1 0 1 0 0,-1 0-1 0 0,-1 1 1 0 0,-9-8-1 0 0,15 14-201 0 0,-1-1 0 0 0,1 0-1 0 0,-1 1 1 0 0,1-1-1 0 0,-1 1 1 0 0,1 0-1 0 0,-1 0 1 0 0,0 0-1 0 0,0 0 1 0 0,1 0-1 0 0,-1 1 1 0 0,0-1-1 0 0,0 1 1 0 0,0 0 0 0 0,0 0-1 0 0,0 0 1 0 0,0 0-1 0 0,0 0 1 0 0,0 1-1 0 0,0-1 1 0 0,-3 2-1 0 0,-9 5-568 0 0</inkml:trace>
</inkml:ink>
</file>

<file path=ppt/ink/ink8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8:38.778"/>
    </inkml:context>
    <inkml:brush xml:id="br0">
      <inkml:brushProperty name="width" value="0.1" units="cm"/>
      <inkml:brushProperty name="height" value="0.1" units="cm"/>
      <inkml:brushProperty name="color" value="#004F8B"/>
    </inkml:brush>
  </inkml:definitions>
  <inkml:trace contextRef="#ctx0" brushRef="#br0">1 62 9674 0 0,'3'0'367'0'0,"0"0"-1"0"0,0-1 1 0 0,0 2-1 0 0,0-1 1 0 0,0 0 0 0 0,1 1-1 0 0,-1-1 1 0 0,0 1 0 0 0,0 0-1 0 0,0 0 1 0 0,0 0-1 0 0,-1 0 1 0 0,6 3 0 0 0,41 27 1989 0 0,-25-14-1507 0 0,10 5-778 0 0,-27-16-60 0 0,1 0 0 0 0,1 0 0 0 0,-1-1 1 0 0,1 0-1 0 0,0-1 0 0 0,0 0 0 0 0,18 6 0 0 0,-25-10-33 0 0,-1-1-1 0 0,0 1 1 0 0,1 0-1 0 0,-1 0 1 0 0,1-1 0 0 0,-1 1-1 0 0,0 0 1 0 0,1-1-1 0 0,-1 0 1 0 0,0 1 0 0 0,0-1-1 0 0,0 0 1 0 0,1 1 0 0 0,-1-1-1 0 0,0 0 1 0 0,0 0-1 0 0,0 0 1 0 0,0 0 0 0 0,0 0-1 0 0,0 0 1 0 0,-1 0-1 0 0,1-1 1 0 0,0 1 0 0 0,-1 0-1 0 0,1 0 1 0 0,0-1 0 0 0,0-1-1 0 0,15-44-739 0 0,-14 36 763 0 0,4-13 667 0 0,-5 18-312 0 0,0 0-1 0 0,0 0 1 0 0,1 0 0 0 0,0 0-1 0 0,0 1 1 0 0,0-1 0 0 0,0 1-1 0 0,1-1 1 0 0,0 1-1 0 0,0 0 1 0 0,1 0 0 0 0,3-5-1 0 0,-6 9-337 0 0,1 1-1 0 0,-1-1 1 0 0,0 1-1 0 0,0-1 1 0 0,1 1-1 0 0,-1-1 1 0 0,0 1-1 0 0,1 0 1 0 0,-1-1-1 0 0,0 1 1 0 0,1 0-1 0 0,-1 0 1 0 0,0 0-1 0 0,1 0 1 0 0,-1 0-1 0 0,0 0 1 0 0,1 1-1 0 0,-1-1 1 0 0,0 0-1 0 0,1 1 1 0 0,-1-1-1 0 0,0 1 0 0 0,1-1 1 0 0,-1 1-1 0 0,0 0 1 0 0,0-1-1 0 0,0 1 1 0 0,0 0-1 0 0,0 0 1 0 0,0 0-1 0 0,0 0 1 0 0,1 1-1 0 0,5 5-62 0 0,0 1 0 0 0,-1 0 0 0 0,8 12 0 0 0,-6-9-256 0 0,-2-3-20 0 0,8 10-5734 0 0</inkml:trace>
</inkml:ink>
</file>

<file path=ppt/ink/ink8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9:07.975"/>
    </inkml:context>
    <inkml:brush xml:id="br0">
      <inkml:brushProperty name="width" value="0.1" units="cm"/>
      <inkml:brushProperty name="height" value="0.1" units="cm"/>
      <inkml:brushProperty name="color" value="#004F8B"/>
    </inkml:brush>
  </inkml:definitions>
  <inkml:trace contextRef="#ctx0" brushRef="#br0">26 1 1840 0 0,'-25'10'6179'0'0,"42"4"677"0"0,61 43-6023 0 0,-53-37-1271 0 0,0-2-1 0 0,2 0 0 0 0,45 22 1 0 0,-37-26 434 0 0,1-2 1 0 0,0-1 0 0 0,1-2 0 0 0,0-1-1 0 0,0-2 1 0 0,56 1 0 0 0,2-6 1180 0 0,130-15 1 0 0,399-63-268 0 0,-198 28-668 0 0,197-19 544 0 0,5 52-318 0 0,205 57-468 0 0,-365-4 182 0 0,89 5 107 0 0,51-20 56 0 0,-249-1-589 0 0,-23 0 237 0 0,-206-23 783 0 0,228-34 0 0 0,-78 5-340 0 0,-205 26-572 0 0,133 9 1 0 0,-43 14-1277 0 0,186 46-1 0 0,-258-48 1008 0 0,162 9-1 0 0,-74-11-5416 0 0,-163-13 1492 0 0</inkml:trace>
</inkml:ink>
</file>

<file path=ppt/ink/ink8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9:08.380"/>
    </inkml:context>
    <inkml:brush xml:id="br0">
      <inkml:brushProperty name="width" value="0.1" units="cm"/>
      <inkml:brushProperty name="height" value="0.1" units="cm"/>
      <inkml:brushProperty name="color" value="#004F8B"/>
    </inkml:brush>
  </inkml:definitions>
  <inkml:trace contextRef="#ctx0" brushRef="#br0">86 0 5065 0 0,'-2'1'287'0'0,"0"-1"-1"0"0,0 0 1 0 0,0 0-1 0 0,0 1 1 0 0,0-1-1 0 0,0 1 1 0 0,0 0-1 0 0,0-1 1 0 0,0 1-1 0 0,0 0 1 0 0,0 0-1 0 0,0 0 1 0 0,0 1-1 0 0,1-1 1 0 0,-1 0-1 0 0,1 1 1 0 0,-1-1-1 0 0,1 1 0 0 0,-1-1 1 0 0,1 1-1 0 0,0 0 1 0 0,0-1-1 0 0,0 1 1 0 0,0 0-1 0 0,0 0 1 0 0,0 0-1 0 0,0 0 1 0 0,0 3-1 0 0,-3 7 428 0 0,2-1 0 0 0,0 1 0 0 0,-1 23-1 0 0,1-15-185 0 0,-25 607 2582 0 0,52 1-3100 0 0,49 238 1527 0 0,23-338-274 0 0,-90-490-1198 0 0,7 51 181 0 0,-10-55-726 0 0,1-1 0 0 0,13 45 0 0 0,-18-76 347 0 0,-8-4 116 0 0</inkml:trace>
</inkml:ink>
</file>

<file path=ppt/ink/ink8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9:09.194"/>
    </inkml:context>
    <inkml:brush xml:id="br0">
      <inkml:brushProperty name="width" value="0.1" units="cm"/>
      <inkml:brushProperty name="height" value="0.1" units="cm"/>
      <inkml:brushProperty name="color" value="#004F8B"/>
    </inkml:brush>
  </inkml:definitions>
  <inkml:trace contextRef="#ctx0" brushRef="#br0">14 15 12443 0 0,'-14'-14'8646'0'0,"14"14"-8600"0"0,4 35 1290 0 0,-2-24-1384 0 0,25 216 462 0 0,8 57-1828 0 0,-31-263 218 0 0,0-2-299 0 0</inkml:trace>
</inkml:ink>
</file>

<file path=ppt/ink/ink8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9:09.432"/>
    </inkml:context>
    <inkml:brush xml:id="br0">
      <inkml:brushProperty name="width" value="0.1" units="cm"/>
      <inkml:brushProperty name="height" value="0.1" units="cm"/>
      <inkml:brushProperty name="color" value="#004F8B"/>
    </inkml:brush>
  </inkml:definitions>
  <inkml:trace contextRef="#ctx0" brushRef="#br0">1 1 14515 0 0,'3'0'246'0'0,"0"1"-1"0"0,0-1 0 0 0,0 1 1 0 0,0 0-1 0 0,0 0 1 0 0,0 0-1 0 0,0 1 0 0 0,-1-1 1 0 0,1 1-1 0 0,0-1 1 0 0,-1 1-1 0 0,1 0 1 0 0,-1 0-1 0 0,3 3 0 0 0,32 35 1559 0 0,-31-32-1565 0 0,25 33 192 0 0,-3 2-1 0 0,-1 1 1 0 0,32 73 0 0 0,12 20-634 0 0,-55-107-1675 0 0,-11-16-3871 0 0</inkml:trace>
</inkml:ink>
</file>

<file path=ppt/ink/ink8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9:09.637"/>
    </inkml:context>
    <inkml:brush xml:id="br0">
      <inkml:brushProperty name="width" value="0.1" units="cm"/>
      <inkml:brushProperty name="height" value="0.1" units="cm"/>
      <inkml:brushProperty name="color" value="#004F8B"/>
    </inkml:brush>
  </inkml:definitions>
  <inkml:trace contextRef="#ctx0" brushRef="#br0">0 96 12443 0 0,'38'-22'6635'0'0,"5"-3"-4793"0"0,-23 15-2375 0 0,0 0 0 0 0,41-12-1 0 0,-37 15-6439 0 0</inkml:trace>
</inkml:ink>
</file>

<file path=ppt/ink/ink9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9:10.068"/>
    </inkml:context>
    <inkml:brush xml:id="br0">
      <inkml:brushProperty name="width" value="0.1" units="cm"/>
      <inkml:brushProperty name="height" value="0.1" units="cm"/>
      <inkml:brushProperty name="color" value="#004F8B"/>
    </inkml:brush>
  </inkml:definitions>
  <inkml:trace contextRef="#ctx0" brushRef="#br0">209 1 2761 0 0,'-5'0'1527'0'0,"-1"1"0"0"0,1-1 1 0 0,-1 1-1 0 0,1 1 0 0 0,-1-1 1 0 0,-7 4-1 0 0,-33 20 2519 0 0,36-18-3543 0 0,-1 1 0 0 0,2 0 0 0 0,-1 1-1 0 0,1 0 1 0 0,-14 19 0 0 0,16-18-388 0 0,2 0 1 0 0,-1 1-1 0 0,1-1 0 0 0,1 1 0 0 0,0 0 1 0 0,1 0-1 0 0,0 0 0 0 0,0 1 1 0 0,1-1-1 0 0,1 1 0 0 0,0 0 0 0 0,0-1 1 0 0,2 1-1 0 0,-1 0 0 0 0,4 17 0 0 0,-4-28-172 0 0,0 0 0 0 0,0 0-1 0 0,1 1 1 0 0,-1-1 0 0 0,0 0-1 0 0,1 0 1 0 0,-1 0-1 0 0,1 0 1 0 0,-1 0 0 0 0,1 0-1 0 0,0 0 1 0 0,-1 0-1 0 0,1 0 1 0 0,0 0 0 0 0,0-1-1 0 0,-1 1 1 0 0,1 0 0 0 0,0 0-1 0 0,0-1 1 0 0,0 1-1 0 0,0 0 1 0 0,0-1 0 0 0,0 1-1 0 0,0-1 1 0 0,0 1-1 0 0,0-1 1 0 0,2 1 0 0 0,-1-1-24 0 0,0-1 0 0 0,0 1 0 0 0,0 0 0 0 0,0-1-1 0 0,0 1 1 0 0,0-1 0 0 0,-1 0 0 0 0,1 0 0 0 0,0 0 0 0 0,0 0 0 0 0,-1 0 0 0 0,1 0 0 0 0,0 0 0 0 0,1-2 0 0 0,6-5-63 0 0,-1 0 1 0 0,0 0-1 0 0,0-1 0 0 0,7-11 1 0 0,0-11 2 0 0,-14 27 168 0 0,1-1 0 0 0,0 1-1 0 0,0 0 1 0 0,0 0 0 0 0,0 0 0 0 0,1 0-1 0 0,-1 0 1 0 0,1 0 0 0 0,0 1-1 0 0,6-6 1 0 0,-8 9 61 0 0,0-1-1 0 0,0 1 1 0 0,0 0 0 0 0,-1 0-1 0 0,1 0 1 0 0,0 1 0 0 0,0-1-1 0 0,0 0 1 0 0,0 0-1 0 0,0 0 1 0 0,-1 1 0 0 0,1-1-1 0 0,0 0 1 0 0,0 1 0 0 0,0-1-1 0 0,-1 0 1 0 0,1 1 0 0 0,0-1-1 0 0,0 1 1 0 0,-1 0 0 0 0,1-1-1 0 0,-1 1 1 0 0,1-1-1 0 0,0 1 1 0 0,0 1 0 0 0,19 23 564 0 0,-17-21-504 0 0,26 37 151 0 0,-16-22-1029 0 0,1-1 0 0 0,1 1 1 0 0,26 24-1 0 0</inkml:trace>
</inkml:ink>
</file>

<file path=ppt/ink/ink9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9:10.340"/>
    </inkml:context>
    <inkml:brush xml:id="br0">
      <inkml:brushProperty name="width" value="0.1" units="cm"/>
      <inkml:brushProperty name="height" value="0.1" units="cm"/>
      <inkml:brushProperty name="color" value="#004F8B"/>
    </inkml:brush>
  </inkml:definitions>
  <inkml:trace contextRef="#ctx0" brushRef="#br0">10 114 8290 0 0,'-10'5'4231'0'0,"27"-5"-678"0"0,-8 0-4205 0 0,-1 2 791 0 0,0 0-1 0 0,0 0 1 0 0,-1 0-1 0 0,1 1 1 0 0,-1 0 0 0 0,0 1-1 0 0,0 0 1 0 0,0 0 0 0 0,0 0-1 0 0,-1 1 1 0 0,1 0 0 0 0,-1 0-1 0 0,-1 1 1 0 0,1-1-1 0 0,-1 1 1 0 0,0 1 0 0 0,0-1-1 0 0,0 1 1 0 0,3 7 0 0 0,-5 2 1461 0 0,-9-12 394 0 0,4-5-1897 0 0,1 1-1 0 0,-1-1 0 0 0,1 0 1 0 0,-1 1-1 0 0,1-1 1 0 0,0 0-1 0 0,-1 0 0 0 0,1 0 1 0 0,0 0-1 0 0,0 0 0 0 0,0 0 1 0 0,0 0-1 0 0,0 0 1 0 0,0 0-1 0 0,0-1 0 0 0,-1-1 1 0 0,-2-5-44 0 0,-1 0-1 0 0,2 0 1 0 0,-1-1 0 0 0,1 0 0 0 0,0 0 0 0 0,1 0 0 0 0,0 0-1 0 0,1 0 1 0 0,0 0 0 0 0,0-14 0 0 0,1 18-165 0 0,0 0-1 0 0,0 1 1 0 0,1-1-1 0 0,-1 0 1 0 0,1 0 0 0 0,1 0-1 0 0,-1 0 1 0 0,1 1 0 0 0,0-1-1 0 0,0 1 1 0 0,0-1-1 0 0,0 1 1 0 0,1 0 0 0 0,0 0-1 0 0,0 0 1 0 0,0 0-1 0 0,0 0 1 0 0,0 1 0 0 0,1 0-1 0 0,0-1 1 0 0,4-2 0 0 0,9-4-1205 0 0</inkml:trace>
</inkml:ink>
</file>

<file path=ppt/ink/ink9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9:11.034"/>
    </inkml:context>
    <inkml:brush xml:id="br0">
      <inkml:brushProperty name="width" value="0.1" units="cm"/>
      <inkml:brushProperty name="height" value="0.1" units="cm"/>
      <inkml:brushProperty name="color" value="#004F8B"/>
    </inkml:brush>
  </inkml:definitions>
  <inkml:trace contextRef="#ctx0" brushRef="#br0">200 412 5985 0 0,'-3'-3'347'0'0,"0"1"-1"0"0,0-1 1 0 0,0 1 0 0 0,0-1-1 0 0,0 1 1 0 0,-1 0-1 0 0,1 0 1 0 0,-1 1 0 0 0,1-1-1 0 0,-1 1 1 0 0,0 0-1 0 0,1 0 1 0 0,-1 0 0 0 0,0 0-1 0 0,0 0 1 0 0,0 1-1 0 0,0 0 1 0 0,1 0-1 0 0,-1 0 1 0 0,0 0 0 0 0,0 1-1 0 0,0-1 1 0 0,0 1-1 0 0,1 0 1 0 0,-1 0 0 0 0,0 1-1 0 0,1-1 1 0 0,-1 1-1 0 0,1-1 1 0 0,-1 1 0 0 0,-2 3-1 0 0,-1-1-119 0 0,1 0-1 0 0,0 1 1 0 0,0 0 0 0 0,1 0-1 0 0,-1 1 1 0 0,1 0-1 0 0,1 0 1 0 0,-1 0-1 0 0,1 0 1 0 0,0 1 0 0 0,0-1-1 0 0,1 1 1 0 0,0 0-1 0 0,-5 14 1 0 0,6-11-163 0 0,0 1 0 0 0,1 0 1 0 0,0-1-1 0 0,1 1 0 0 0,0 0 0 0 0,1 0 0 0 0,0-1 1 0 0,0 1-1 0 0,5 15 0 0 0,-4-20-108 0 0,-1-1 0 0 0,1 1 1 0 0,0 0-1 0 0,1-1 0 0 0,0 0 0 0 0,-1 0 0 0 0,2 0 0 0 0,-1 0 1 0 0,0 0-1 0 0,1 0 0 0 0,0-1 0 0 0,0 0 0 0 0,1 0 0 0 0,-1 0 1 0 0,1 0-1 0 0,0-1 0 0 0,0 1 0 0 0,9 3 0 0 0,-13-6-35 0 0,1 0 0 0 0,0 0 0 0 0,0-1 0 0 0,0 1 0 0 0,0-1 0 0 0,0 1 0 0 0,0-1 0 0 0,0 0 0 0 0,0 0 0 0 0,0 0 0 0 0,0 0 0 0 0,1 0 0 0 0,-1 0-1 0 0,0 0 1 0 0,0-1 0 0 0,0 1 0 0 0,0-1 0 0 0,0 0 0 0 0,-1 1 0 0 0,3-2 0 0 0,-1 0-107 0 0,0 0 0 0 0,-1 0 0 0 0,1 0 0 0 0,-1-1 0 0 0,0 1 0 0 0,0-1 0 0 0,0 1 0 0 0,0-1 0 0 0,0 0 0 0 0,0 1 0 0 0,1-6 0 0 0,2-4-583 0 0,0-1-1 0 0,-1 0 0 0 0,0-1 0 0 0,2-25 0 0 0,0-10-543 0 0,-3-1 0 0 0,-2 1 0 0 0,-2-1 0 0 0,-2 0 0 0 0,-13-67 0 0 0,-14-1 4820 0 0,-12 11 10441 0 0,43 159-12855 0 0,38 225-350 0 0,-27-222-901 0 0,3-1 1 0 0,42 105 0 0 0,-50-145-222 0 0,0 0 1 0 0,16 21 0 0 0,-2-7-654 0 0</inkml:trace>
</inkml:ink>
</file>

<file path=ppt/ink/ink9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9:11.601"/>
    </inkml:context>
    <inkml:brush xml:id="br0">
      <inkml:brushProperty name="width" value="0.1" units="cm"/>
      <inkml:brushProperty name="height" value="0.1" units="cm"/>
      <inkml:brushProperty name="color" value="#004F8B"/>
    </inkml:brush>
  </inkml:definitions>
  <inkml:trace contextRef="#ctx0" brushRef="#br0">51 16 3681 0 0,'-47'20'15032'0'0,"46"-17"-14412"0"0,-1 18-106 0 0,3-6-267 0 0,1 0 0 0 0,1-1 0 0 0,0 1 0 0 0,10 27 0 0 0,-11-37-321 0 0,-1 0-1 0 0,1 0 1 0 0,0-1-1 0 0,1 1 0 0 0,-1-1 1 0 0,1 1-1 0 0,0-1 1 0 0,0 0-1 0 0,1 0 1 0 0,-1 0-1 0 0,1-1 1 0 0,-1 1-1 0 0,1-1 0 0 0,1 0 1 0 0,-1 0-1 0 0,0 0 1 0 0,9 4-1 0 0,-10-7-13 0 0,0 1-1 0 0,0-1 1 0 0,0 1 0 0 0,0-1-1 0 0,0 0 1 0 0,0 0-1 0 0,0 0 1 0 0,0 0 0 0 0,0-1-1 0 0,0 1 1 0 0,0-1-1 0 0,0 0 1 0 0,0 1 0 0 0,0-2-1 0 0,0 1 1 0 0,0 0-1 0 0,-1 0 1 0 0,1-1 0 0 0,0 0-1 0 0,-1 1 1 0 0,0-1 0 0 0,1 0-1 0 0,-1 0 1 0 0,0 0-1 0 0,0-1 1 0 0,0 1 0 0 0,0-1-1 0 0,0 1 1 0 0,-1-1-1 0 0,1 1 1 0 0,-1-1 0 0 0,2-3-1 0 0,1-2 82 0 0,0-1 0 0 0,-1 1 0 0 0,0 0 0 0 0,-1-1 0 0 0,0 1 0 0 0,0-1 0 0 0,-1 0 0 0 0,0 0 0 0 0,0 0 0 0 0,-1-8 0 0 0,-17-61 3225 0 0,24 109-661 0 0,-1-17-2508 0 0,0 0 0 0 0,1 0 0 0 0,13 17 0 0 0,-18-26-50 0 0,1-2 1 0 0,0 1 0 0 0,1 0-1 0 0,-1 0 1 0 0,0-1 0 0 0,1 0-1 0 0,0 0 1 0 0,0 0-1 0 0,0 0 1 0 0,0 0 0 0 0,0-1-1 0 0,1 0 1 0 0,-1 0 0 0 0,1 0-1 0 0,-1-1 1 0 0,1 1-1 0 0,0-1 1 0 0,0 0 0 0 0,0 0-1 0 0,-1-1 1 0 0,1 1-1 0 0,7-1 1 0 0,-8-1-145 0 0,1 0 1 0 0,-1 0-1 0 0,0 0 1 0 0,0 0-1 0 0,0 0 0 0 0,0-1 1 0 0,-1 0-1 0 0,1 0 0 0 0,0 0 1 0 0,-1 0-1 0 0,1 0 0 0 0,-1-1 1 0 0,0 0-1 0 0,1 1 0 0 0,-1-1 1 0 0,-1 0-1 0 0,1-1 0 0 0,0 1 1 0 0,-1 0-1 0 0,0-1 1 0 0,0 0-1 0 0,0 1 0 0 0,0-1 1 0 0,0 0-1 0 0,-1 0 0 0 0,2-5 1 0 0,3-22-2618 0 0,-6 26 2432 0 0,0 0 1 0 0,1 1-1 0 0,0-1 0 0 0,0 0 0 0 0,0 1 0 0 0,0-1 0 0 0,1 1 0 0 0,0 0 0 0 0,0-1 0 0 0,0 1 0 0 0,4-6 1 0 0,-2 7 329 0 0</inkml:trace>
</inkml:ink>
</file>

<file path=ppt/ink/ink9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9:12.065"/>
    </inkml:context>
    <inkml:brush xml:id="br0">
      <inkml:brushProperty name="width" value="0.1" units="cm"/>
      <inkml:brushProperty name="height" value="0.1" units="cm"/>
      <inkml:brushProperty name="color" value="#004F8B"/>
    </inkml:brush>
  </inkml:definitions>
  <inkml:trace contextRef="#ctx0" brushRef="#br0">81 7 5985 0 0,'-4'-3'6923'0'0,"-6"-1"-3213"0"0,7 5-3388 0 0,1 0 1 0 0,0 0-1 0 0,-1 0 0 0 0,1 0 0 0 0,0 0 0 0 0,-1 1 0 0 0,1-1 1 0 0,0 1-1 0 0,0-1 0 0 0,0 1 0 0 0,0 0 0 0 0,0 0 1 0 0,1 0-1 0 0,-3 3 0 0 0,1 0-118 0 0,0 0-1 0 0,0 0 1 0 0,0 1-1 0 0,1-1 1 0 0,-4 12 0 0 0,2 2-210 0 0,1 1 1 0 0,-3 33 0 0 0,6-49-28 0 0,1 53 169 0 0,-1-56-184 0 0,0 1 0 0 0,0 0 0 0 0,0-1 0 0 0,0 1 0 0 0,0-1 0 0 0,0 1 0 0 0,1-1-1 0 0,-1 1 1 0 0,0-1 0 0 0,1 1 0 0 0,0-1 0 0 0,-1 0 0 0 0,1 1 0 0 0,0-1 0 0 0,0 0-1 0 0,-1 1 1 0 0,1-1 0 0 0,0 0 0 0 0,0 0 0 0 0,1 0 0 0 0,-1 0 0 0 0,0 0 0 0 0,0 0 0 0 0,0 0-1 0 0,1 0 1 0 0,-1 0 0 0 0,0-1 0 0 0,1 1 0 0 0,-1-1 0 0 0,1 1 0 0 0,1 0 0 0 0,0-2-123 0 0,0 1 1 0 0,0-1-1 0 0,-1 0 1 0 0,1 0-1 0 0,-1 0 1 0 0,1 0 0 0 0,-1 0-1 0 0,1-1 1 0 0,-1 1-1 0 0,0-1 1 0 0,0 0 0 0 0,0 1-1 0 0,0-1 1 0 0,0 0-1 0 0,0 0 1 0 0,0 0-1 0 0,2-4 1 0 0,25-40-1530 0 0,22-61 1166 0 0,-51 106 623 0 0,1 1-1 0 0,-1 0 0 0 0,1-1 1 0 0,-1 1-1 0 0,1 0 1 0 0,-1 0-1 0 0,1-1 0 0 0,0 1 1 0 0,-1 0-1 0 0,1 0 0 0 0,-1 0 1 0 0,1 0-1 0 0,0 0 0 0 0,-1 0 1 0 0,1-1-1 0 0,-1 1 0 0 0,1 1 1 0 0,-1-1-1 0 0,1 0 0 0 0,0 0 1 0 0,-1 0-1 0 0,1 0 1 0 0,-1 0-1 0 0,1 0 0 0 0,0 1 1 0 0,-1-1-1 0 0,1 0 0 0 0,-1 1 1 0 0,1-1-1 0 0,-1 0 0 0 0,1 1 1 0 0,-1-1-1 0 0,0 0 0 0 0,1 1 1 0 0,-1-1-1 0 0,1 1 1 0 0,-1-1-1 0 0,0 1 0 0 0,1-1 1 0 0,-1 1-1 0 0,1 0 0 0 0,20 23 890 0 0,-19-22-830 0 0,12 15 206 0 0,33 36 60 0 0,-44-50-581 0 0,1 1 0 0 0,-1-1 0 0 0,1 0 0 0 0,0 0 1 0 0,0-1-1 0 0,1 1 0 0 0,-1-1 0 0 0,1 0 0 0 0,-1 0 0 0 0,1 0 0 0 0,6 1 1 0 0,2-1-1056 0 0</inkml:trace>
</inkml:ink>
</file>

<file path=ppt/ink/ink9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9:12.348"/>
    </inkml:context>
    <inkml:brush xml:id="br0">
      <inkml:brushProperty name="width" value="0.1" units="cm"/>
      <inkml:brushProperty name="height" value="0.1" units="cm"/>
      <inkml:brushProperty name="color" value="#004F8B"/>
    </inkml:brush>
  </inkml:definitions>
  <inkml:trace contextRef="#ctx0" brushRef="#br0">1 79 3225 0 0,'1'3'345'0'0,"1"0"1"0"0,0 1 0 0 0,0-1-1 0 0,0 0 1 0 0,0 0-1 0 0,1 0 1 0 0,-1 0 0 0 0,1 0-1 0 0,-1 0 1 0 0,1-1 0 0 0,6 5-1 0 0,-2-1 397 0 0,5 6 32 0 0,49 46 1195 0 0,-22-17 9550 0 0,-61-77-10657 0 0,19 29-830 0 0,1 0-1 0 0,0 0 1 0 0,1 0-1 0 0,0-1 0 0 0,0 1 1 0 0,0 0-1 0 0,1-1 1 0 0,0 1-1 0 0,0-1 1 0 0,1 1-1 0 0,0 0 0 0 0,0-1 1 0 0,1 1-1 0 0,0 0 1 0 0,0 0-1 0 0,5-10 1 0 0,-3 11-452 0 0,-1 0 0 0 0,1 0 1 0 0,0 0-1 0 0,1 0 1 0 0,-1 1-1 0 0,1 0 1 0 0,0 0-1 0 0,1 0 1 0 0,-1 0-1 0 0,12-6 0 0 0</inkml:trace>
</inkml:ink>
</file>

<file path=ppt/ink/ink9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9:12.881"/>
    </inkml:context>
    <inkml:brush xml:id="br0">
      <inkml:brushProperty name="width" value="0.1" units="cm"/>
      <inkml:brushProperty name="height" value="0.1" units="cm"/>
      <inkml:brushProperty name="color" value="#004F8B"/>
    </inkml:brush>
  </inkml:definitions>
  <inkml:trace contextRef="#ctx0" brushRef="#br0">1 152 2761 0 0,'1'10'8037'0'0,"0"-10"-7883"0"0,22 10 3623 0 0,31 2-194 0 0,-51-11-3469 0 0,-1 0 0 0 0,1-1 1 0 0,-1 0-1 0 0,1 1 0 0 0,-1-1 1 0 0,1 0-1 0 0,-1 0 0 0 0,1-1 0 0 0,-1 1 1 0 0,1 0-1 0 0,-1-1 0 0 0,1 1 1 0 0,-1-1-1 0 0,0 0 0 0 0,1 0 0 0 0,-1 0 1 0 0,0 0-1 0 0,1 0 0 0 0,-1-1 1 0 0,0 1-1 0 0,0-1 0 0 0,0 1 0 0 0,0-1 1 0 0,-1 0-1 0 0,1 0 0 0 0,2-2 0 0 0,-3 1-104 0 0,0 0 0 0 0,0 0 0 0 0,0 0 0 0 0,-1 0 0 0 0,1 0 0 0 0,-1 0 0 0 0,1 0 0 0 0,-1 0 0 0 0,0 0-1 0 0,0 0 1 0 0,-1 0 0 0 0,1 0 0 0 0,-1 0 0 0 0,1 0 0 0 0,-1 0 0 0 0,0 0 0 0 0,0 0 0 0 0,0 0 0 0 0,-1 0-1 0 0,1 1 1 0 0,-3-5 0 0 0,-1-1-79 0 0,0-1 0 0 0,0 0-1 0 0,-1 1 1 0 0,-1 0 0 0 0,1 1-1 0 0,-1-1 1 0 0,0 1-1 0 0,-1 1 1 0 0,0-1 0 0 0,-12-7-1 0 0,20 14 89 0 0,-1 0 0 0 0,1-1 0 0 0,-1 1 0 0 0,1 0 0 0 0,-1 0 0 0 0,1 0 0 0 0,0-1 0 0 0,-1 1 0 0 0,1 0 0 0 0,-1 0 0 0 0,1 0 0 0 0,-1 0 1 0 0,0 0-1 0 0,1 0 0 0 0,-1 0 0 0 0,1 0 0 0 0,-1 0 0 0 0,1 0 0 0 0,-1 0 0 0 0,1 0 0 0 0,-1 1 0 0 0,1-1 0 0 0,0 0 0 0 0,-1 0 0 0 0,1 0 0 0 0,-1 1 0 0 0,1-1 0 0 0,-1 0 0 0 0,1 1 0 0 0,0-1 0 0 0,-1 0 0 0 0,1 1 0 0 0,-1-1 0 0 0,1 0 0 0 0,-1 2 0 0 0,-2 21 649 0 0,12 25 84 0 0,-6-41-777 0 0,0 0-1 0 0,0 0 1 0 0,1 0-1 0 0,0-1 1 0 0,0 0 0 0 0,1 0-1 0 0,-1 0 1 0 0,1 0-1 0 0,0-1 1 0 0,1 1 0 0 0,-1-1-1 0 0,1-1 1 0 0,0 1-1 0 0,1-1 1 0 0,-1 0 0 0 0,1 0-1 0 0,-1-1 1 0 0,1 0 0 0 0,0 0-1 0 0,0-1 1 0 0,0 0-1 0 0,1 0 1 0 0,-1 0 0 0 0,1-1-1 0 0,-1 0 1 0 0,10-1-1 0 0,6-1-824 0 0</inkml:trace>
</inkml:ink>
</file>

<file path=ppt/ink/ink9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9:13.577"/>
    </inkml:context>
    <inkml:brush xml:id="br0">
      <inkml:brushProperty name="width" value="0.1" units="cm"/>
      <inkml:brushProperty name="height" value="0.1" units="cm"/>
      <inkml:brushProperty name="color" value="#004F8B"/>
    </inkml:brush>
  </inkml:definitions>
  <inkml:trace contextRef="#ctx0" brushRef="#br0">149 1 1376 0 0,'-6'0'2055'0'0,"0"0"0"0"0,0 0 0 0 0,0 1-1 0 0,0-1 1 0 0,1 1 0 0 0,-1 1 0 0 0,-10 2-1 0 0,13-2-1754 0 0,1 0 0 0 0,-1-1-1 0 0,0 1 1 0 0,0 1 0 0 0,1-1-1 0 0,-1 0 1 0 0,1 1-1 0 0,0-1 1 0 0,0 1 0 0 0,0-1-1 0 0,0 1 1 0 0,0 0-1 0 0,0 0 1 0 0,-1 5 0 0 0,-8 18-174 0 0,1 0 0 0 0,2 1 0 0 0,1 0 0 0 0,0 0 0 0 0,3 0 0 0 0,-4 54 0 0 0,7-46-131 0 0,2 0 1 0 0,1 0-1 0 0,2-1 1 0 0,1 1-1 0 0,12 38 1 0 0,-14-62-42 0 0,0 0 0 0 0,2 1 0 0 0,-1-1 0 0 0,1-1 0 0 0,1 1 0 0 0,0-1 0 0 0,1 0 0 0 0,-1 0 0 0 0,16 15 0 0 0,-17-20-7 0 0,0-1 0 0 0,0 0 0 0 0,0 0 1 0 0,0 0-1 0 0,1-1 0 0 0,0 0 0 0 0,-1 0 1 0 0,1 0-1 0 0,0-1 0 0 0,0 0 0 0 0,1 0 1 0 0,-1 0-1 0 0,0-1 0 0 0,1 0 0 0 0,-1 0 1 0 0,1-1-1 0 0,-1 0 0 0 0,1 0 0 0 0,10-2 1 0 0,-15 2 72 0 0,1 0 0 0 0,0 0-1 0 0,-1-1 1 0 0,1 1 0 0 0,-1-1 0 0 0,1 0 0 0 0,-1 0 0 0 0,1 0 0 0 0,-1 0 0 0 0,1 0 0 0 0,-1-1 0 0 0,0 1 0 0 0,0 0 0 0 0,1-1 0 0 0,-1 0 0 0 0,0 0 0 0 0,-1 0 0 0 0,1 1 0 0 0,0-2-1 0 0,0 1 1 0 0,-1 0 0 0 0,0 0 0 0 0,1 0 0 0 0,-1-1 0 0 0,0 1 0 0 0,0-1 0 0 0,0 1 0 0 0,0-1 0 0 0,0 1 0 0 0,-1-1 0 0 0,1 1 0 0 0,-1-1 0 0 0,0 0 0 0 0,0 1 0 0 0,0-1 0 0 0,0 0 0 0 0,0 1-1 0 0,-1-5 1 0 0,0 2 35 0 0,0 0 0 0 0,0 1 0 0 0,-1-1 0 0 0,0 0 0 0 0,1 1 0 0 0,-1-1 0 0 0,-1 1 0 0 0,1 0 0 0 0,-1 0 0 0 0,0 0 0 0 0,0 0 0 0 0,0 0 0 0 0,0 0 0 0 0,-1 1 0 0 0,1 0 0 0 0,-1-1 0 0 0,0 1 0 0 0,0 1 0 0 0,0-1 0 0 0,-6-3 0 0 0,4 4-3 0 0,-1 0 0 0 0,1 1 1 0 0,0 0-1 0 0,-1 0 0 0 0,1 0 0 0 0,-1 0 0 0 0,1 1 1 0 0,-1 0-1 0 0,1 1 0 0 0,0-1 0 0 0,-1 1 0 0 0,1 1 1 0 0,0-1-1 0 0,-11 4 0 0 0,10-2-212 0 0,-1 0 1 0 0,1 1-1 0 0,-1 0 0 0 0,1 0 0 0 0,1 0 1 0 0,-1 1-1 0 0,1 0 0 0 0,-1 0 1 0 0,2 1-1 0 0,-1 0 0 0 0,-6 8 0 0 0</inkml:trace>
</inkml:ink>
</file>

<file path=ppt/ink/ink9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9:13.958"/>
    </inkml:context>
    <inkml:brush xml:id="br0">
      <inkml:brushProperty name="width" value="0.1" units="cm"/>
      <inkml:brushProperty name="height" value="0.1" units="cm"/>
      <inkml:brushProperty name="color" value="#004F8B"/>
    </inkml:brush>
  </inkml:definitions>
  <inkml:trace contextRef="#ctx0" brushRef="#br0">24 9 7834 0 0,'-24'-9'10203'0'0,"26"22"-6709"0"0,9 28-2833 0 0,7 62-1 0 0,-15-75-607 0 0,1 0 1 0 0,2-1-1 0 0,0 1 1 0 0,2-1-1 0 0,20 44 1 0 0,-27-68-46 0 0,0 0 1 0 0,1-1-1 0 0,-1 1 0 0 0,1-1 1 0 0,0 1-1 0 0,-1-1 0 0 0,1 0 1 0 0,1 0-1 0 0,-1 0 0 0 0,0 0 1 0 0,0 0-1 0 0,1 0 1 0 0,-1-1-1 0 0,1 1 0 0 0,-1-1 1 0 0,1 1-1 0 0,0-1 0 0 0,-1 0 1 0 0,1 0-1 0 0,0 0 0 0 0,0-1 1 0 0,0 1-1 0 0,0-1 0 0 0,0 0 1 0 0,0 1-1 0 0,0-1 0 0 0,0 0 1 0 0,0-1-1 0 0,0 1 0 0 0,0 0 1 0 0,-1-1-1 0 0,1 0 0 0 0,0 0 1 0 0,5-2-1 0 0,8-4-420 0 0,-1 0-1 0 0,0-2 1 0 0,0 0 0 0 0,25-20 0 0 0,-19 13-1000 0 0,-4 4-839 0 0,1 0-4320 0 0</inkml:trace>
</inkml:ink>
</file>

<file path=ppt/ink/ink9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9:14.179"/>
    </inkml:context>
    <inkml:brush xml:id="br0">
      <inkml:brushProperty name="width" value="0.1" units="cm"/>
      <inkml:brushProperty name="height" value="0.1" units="cm"/>
      <inkml:brushProperty name="color" value="#004F8B"/>
    </inkml:brush>
  </inkml:definitions>
  <inkml:trace contextRef="#ctx0" brushRef="#br0">66 1 3225 0 0,'-3'1'814'0'0,"0"1"-1"0"0,0-1 1 0 0,1 1 0 0 0,-1 0 0 0 0,0 0 0 0 0,1 0 0 0 0,0 0 0 0 0,-1 0 0 0 0,1 1 0 0 0,0-1-1 0 0,-3 6 1 0 0,1-3 121 0 0,2 1 0 0 0,-1 0 0 0 0,0-1 0 0 0,1 1-1 0 0,-2 11 1 0 0,0 5 293 0 0,1 0 0 0 0,0 36 0 0 0,3-34-959 0 0,-1-16-256 0 0,-2 34-289 0 0,2-1 1 0 0,2 1 0 0 0,1 0 0 0 0,15 71 0 0 0,-11-89-7336 0 0</inkml:trace>
</inkml:ink>
</file>

<file path=ppt/ink/ink9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9:14.576"/>
    </inkml:context>
    <inkml:brush xml:id="br0">
      <inkml:brushProperty name="width" value="0.1" units="cm"/>
      <inkml:brushProperty name="height" value="0.1" units="cm"/>
      <inkml:brushProperty name="color" value="#004F8B"/>
    </inkml:brush>
  </inkml:definitions>
  <inkml:trace contextRef="#ctx0" brushRef="#br0">77 30 9674 0 0,'-18'-13'1323'0'0,"-7"-3"4697"0"0,24 16-5919 0 0,0 0-1 0 0,1 0 1 0 0,-1 0 0 0 0,0 0-1 0 0,0 0 1 0 0,1 0 0 0 0,-1 0-1 0 0,0 0 1 0 0,0 1 0 0 0,1-1-1 0 0,-1 0 1 0 0,0 0-1 0 0,1 1 1 0 0,-1-1 0 0 0,0 0-1 0 0,1 1 1 0 0,-1-1 0 0 0,0 1-1 0 0,1-1 1 0 0,-1 1 0 0 0,1-1-1 0 0,-1 1 1 0 0,1 0 0 0 0,-1-1-1 0 0,1 1 1 0 0,0-1 0 0 0,-1 1-1 0 0,1 0 1 0 0,0-1 0 0 0,-1 1-1 0 0,1 0 1 0 0,0 0 0 0 0,0-1-1 0 0,-1 1 1 0 0,1 0 0 0 0,0 0-1 0 0,0 0 1 0 0,-5 23 149 0 0,2 0-1 0 0,0 1 1 0 0,1-1 0 0 0,2 1 0 0 0,0-1 0 0 0,6 35-1 0 0,-3-16-154 0 0,5 31 438 0 0,3-37-1613 0 0,7-6-5193 0 0</inkml:trace>
</inkml:ink>
</file>

<file path=ppt/ink/ink9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9:14.941"/>
    </inkml:context>
    <inkml:brush xml:id="br0">
      <inkml:brushProperty name="width" value="0.1" units="cm"/>
      <inkml:brushProperty name="height" value="0.1" units="cm"/>
      <inkml:brushProperty name="color" value="#004F8B"/>
    </inkml:brush>
  </inkml:definitions>
  <inkml:trace contextRef="#ctx0" brushRef="#br0">40 125 456 0 0,'-6'-14'-1075'0'0,"-17"-17"10593"0"0,22 31-9355 0 0,1 0 0 0 0,0 0 1 0 0,-1 0-1 0 0,-4 4 2123 0 0,4-4-2123 0 0,1 1 0 0 0,0-1 0 0 0,0 1 1 0 0,0-1-1 0 0,-1 1 0 0 0,1-1 0 0 0,0 0 1 0 0,0 1-1 0 0,0-1 0 0 0,0 1 0 0 0,0-1 1 0 0,0 1-1 0 0,0-1 0 0 0,0 1 0 0 0,0 0 1 0 0,-1 7 147 0 0,0-1 1 0 0,1 1-1 0 0,0-1 1 0 0,1 1-1 0 0,-1-1 0 0 0,1 1 1 0 0,1-1-1 0 0,0 1 1 0 0,0-1-1 0 0,5 13 1 0 0,1-2-23 0 0,0 0 0 0 0,21 33 0 0 0,-25-46-269 0 0,0 1 1 0 0,0-1-1 0 0,0 0 1 0 0,1 0 0 0 0,0-1-1 0 0,0 1 1 0 0,0-1-1 0 0,8 5 1 0 0,-12-8-9 0 0,0-1 0 0 0,1 1 1 0 0,-1 0-1 0 0,1-1 0 0 0,-1 1 1 0 0,1-1-1 0 0,-1 1 0 0 0,1-1 1 0 0,-1 0-1 0 0,1 1 0 0 0,-1-1 1 0 0,1 0-1 0 0,-1 0 0 0 0,1 0 0 0 0,0 0 1 0 0,-1-1-1 0 0,1 1 0 0 0,-1 0 1 0 0,1-1-1 0 0,-1 1 0 0 0,1-1 1 0 0,-1 1-1 0 0,1-1 0 0 0,-1 0 1 0 0,0 1-1 0 0,1-1 0 0 0,-1 0 0 0 0,0 0 1 0 0,1 0-1 0 0,-1 0 0 0 0,0 0 1 0 0,0-1-1 0 0,0 1 0 0 0,0 0 1 0 0,0 0-1 0 0,0-1 0 0 0,-1 1 1 0 0,1 0-1 0 0,1-3 0 0 0,8-18 214 0 0,-1-1 0 0 0,0 0-1 0 0,-2-1 1 0 0,-1 0 0 0 0,0 0 0 0 0,3-43-1 0 0,3-11 564 0 0,-12 78-761 0 0,0-1 0 0 0,-1 0 0 0 0,1 1 0 0 0,0-1 0 0 0,0 0 0 0 0,1 1 1 0 0,-1-1-1 0 0,0 0 0 0 0,0 1 0 0 0,0-1 0 0 0,0 0 0 0 0,1 1 0 0 0,-1-1 0 0 0,0 0 1 0 0,0 1-1 0 0,1-1 0 0 0,-1 1 0 0 0,1-1 0 0 0,-1 0 0 0 0,0 1 0 0 0,1-1 1 0 0,-1 1-1 0 0,1-1 0 0 0,-1 1 0 0 0,1 0 0 0 0,-1-1 0 0 0,1 1 0 0 0,0 0 0 0 0,-1-1 1 0 0,1 1-1 0 0,-1 0 0 0 0,1-1 0 0 0,0 1 0 0 0,1 0 0 0 0,-1 1 4 0 0,1-1-1 0 0,-1 1 1 0 0,0 0-1 0 0,1 0 0 0 0,-1 0 1 0 0,0 0-1 0 0,0 0 1 0 0,1 1-1 0 0,-1-1 1 0 0,0 0-1 0 0,0 0 1 0 0,0 1-1 0 0,1 1 0 0 0,26 53 274 0 0,-11-13-362 0 0,-4-10-300 0 0,0 0 0 0 0,2-1 1 0 0,1-1-1 0 0,2-1 0 0 0,36 47 1 0 0</inkml:trace>
</inkml:ink>
</file>

<file path=ppt/ink/ink9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9:15.339"/>
    </inkml:context>
    <inkml:brush xml:id="br0">
      <inkml:brushProperty name="width" value="0.1" units="cm"/>
      <inkml:brushProperty name="height" value="0.1" units="cm"/>
      <inkml:brushProperty name="color" value="#004F8B"/>
    </inkml:brush>
  </inkml:definitions>
  <inkml:trace contextRef="#ctx0" brushRef="#br0">0 75 7834 0 0,'2'-15'658'0'0,"15"-44"12449"0"0,-3 92-12309 0 0,1 23-260 0 0,-3 0 0 0 0,7 80 0 0 0,-12-73-629 0 0,26 104 0 0 0,-29-154-426 0 0,1 0-1 0 0,0-1 1 0 0,0 0-1 0 0,11 15 1 0 0,-3-8-7154 0 0</inkml:trace>
</inkml:ink>
</file>

<file path=ppt/ink/ink9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9:15.593"/>
    </inkml:context>
    <inkml:brush xml:id="br0">
      <inkml:brushProperty name="width" value="0.1" units="cm"/>
      <inkml:brushProperty name="height" value="0.1" units="cm"/>
      <inkml:brushProperty name="color" value="#004F8B"/>
    </inkml:brush>
  </inkml:definitions>
  <inkml:trace contextRef="#ctx0" brushRef="#br0">6 1 8754 0 0,'-3'29'2423'0'0,"1"0"0"0"0,2 30 1 0 0,12 62 1518 0 0,39 112-2339 0 0,-47-217-1805 0 0,1 1 0 0 0,1-1-1 0 0,0 0 1 0 0,1 0 0 0 0,13 21 0 0 0,-11-24-782 0 0</inkml:trace>
</inkml:ink>
</file>

<file path=ppt/ink/ink9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9:15.831"/>
    </inkml:context>
    <inkml:brush xml:id="br0">
      <inkml:brushProperty name="width" value="0.1" units="cm"/>
      <inkml:brushProperty name="height" value="0.1" units="cm"/>
      <inkml:brushProperty name="color" value="#004F8B"/>
    </inkml:brush>
  </inkml:definitions>
  <inkml:trace contextRef="#ctx0" brushRef="#br0">0 168 8754 0 0,'4'-1'579'0'0,"1"0"0"0"0,-1-1 0 0 0,0 1 1 0 0,0-1-1 0 0,0 0 0 0 0,0 0 0 0 0,0 0 0 0 0,7-5 0 0 0,5-3 488 0 0,61-33 2939 0 0,-54 28-4079 0 0,1 2 1 0 0,0 0-1 0 0,1 2 1 0 0,0 0 0 0 0,1 2-1 0 0,38-9 1 0 0,-46 14 72 0 0</inkml:trace>
</inkml:ink>
</file>

<file path=ppt/ink/ink9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9:16.245"/>
    </inkml:context>
    <inkml:brush xml:id="br0">
      <inkml:brushProperty name="width" value="0.1" units="cm"/>
      <inkml:brushProperty name="height" value="0.1" units="cm"/>
      <inkml:brushProperty name="color" value="#004F8B"/>
    </inkml:brush>
  </inkml:definitions>
  <inkml:trace contextRef="#ctx0" brushRef="#br0">69 31 4609 0 0,'-17'-3'2618'0'0,"13"3"-1712"0"0,1 0 0 0 0,-1-1-1 0 0,0 1 1 0 0,1-1 0 0 0,-1 0 0 0 0,0 0 0 0 0,1 0 0 0 0,-1-1 0 0 0,1 1 0 0 0,0-1 0 0 0,-1 0 0 0 0,-5-4 0 0 0,9 6-798 0 0,1-1-1 0 0,-1 1 0 0 0,0-1 1 0 0,0 1-1 0 0,0-1 1 0 0,1 1-1 0 0,-1-1 1 0 0,0 1-1 0 0,1 0 1 0 0,-1-1-1 0 0,0 1 0 0 0,1 0 1 0 0,-1-1-1 0 0,0 1 1 0 0,1 0-1 0 0,-1-1 1 0 0,1 1-1 0 0,-1 0 1 0 0,0 0-1 0 0,1-1 0 0 0,-1 1 1 0 0,1 0-1 0 0,-1 0 1 0 0,1 0-1 0 0,-1 0 1 0 0,1-1-1 0 0,-1 1 1 0 0,1 0-1 0 0,-1 0 0 0 0,1 0 1 0 0,-1 0-1 0 0,1 0 1 0 0,-1 0-1 0 0,1 1 1 0 0,-1-1-1 0 0,2 0 1 0 0,20-1 372 0 0,-17 1-434 0 0,-1 1 1 0 0,0 0-1 0 0,1 0 1 0 0,-1 1 0 0 0,0-1-1 0 0,0 1 1 0 0,0 0-1 0 0,0 0 1 0 0,0 0-1 0 0,0 1 1 0 0,0-1 0 0 0,-1 1-1 0 0,1 0 1 0 0,-1 0-1 0 0,0 0 1 0 0,0 0-1 0 0,0 1 1 0 0,0-1 0 0 0,4 9-1 0 0,0 3-96 0 0,0 0 1 0 0,-1 1-1 0 0,-1 0 0 0 0,5 19 1 0 0,-8-23-84 0 0,1 0 1 0 0,0 0-1 0 0,1-1 1 0 0,0 0-1 0 0,1 0 1 0 0,1 0-1 0 0,-1 0 1 0 0,11 12-1 0 0,-14-20 65 0 0,0-1 1 0 0,1-1-1 0 0,-1 1 0 0 0,1 0 0 0 0,0-1 0 0 0,-1 1 0 0 0,1-1 1 0 0,0 0-1 0 0,0 0 0 0 0,0 0 0 0 0,0 0 0 0 0,0 0 0 0 0,0-1 0 0 0,0 1 1 0 0,0-1-1 0 0,0 0 0 0 0,0 0 0 0 0,1 0 0 0 0,-1 0 0 0 0,5-2 1 0 0,-2 1-289 0 0,-1 0 0 0 0,0 0 0 0 0,0-1 0 0 0,0 0 0 0 0,0 0 1 0 0,0 0-1 0 0,0-1 0 0 0,0 1 0 0 0,-1-1 0 0 0,1 0 1 0 0,5-6-1 0 0,1-8-5940 0 0</inkml:trace>
</inkml:ink>
</file>

<file path=ppt/ink/ink9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39:16.467"/>
    </inkml:context>
    <inkml:brush xml:id="br0">
      <inkml:brushProperty name="width" value="0.1" units="cm"/>
      <inkml:brushProperty name="height" value="0.1" units="cm"/>
      <inkml:brushProperty name="color" value="#004F8B"/>
    </inkml:brush>
  </inkml:definitions>
  <inkml:trace contextRef="#ctx0" brushRef="#br0">71 125 4609 0 0,'-26'9'185'0'0,"-18"14"14822"0"0,57-22-13213 0 0,13 0-931 0 0,-14-3-578 0 0,0 0-1 0 0,0-1 1 0 0,0 0 0 0 0,0-1-1 0 0,-1-1 1 0 0,0 0 0 0 0,0 0 0 0 0,18-12-1 0 0,-9 2-844 0 0,0 0 0 0 0,-1-2 0 0 0,22-24 0 0 0,-19 17-7641 0 0</inkml:trace>
</inkml:ink>
</file>

<file path=ppt/ink/ink9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2:50.487"/>
    </inkml:context>
    <inkml:brush xml:id="br0">
      <inkml:brushProperty name="width" value="0.1" units="cm"/>
      <inkml:brushProperty name="height" value="0.1" units="cm"/>
      <inkml:brushProperty name="color" value="#008C3A"/>
    </inkml:brush>
  </inkml:definitions>
  <inkml:trace contextRef="#ctx0" brushRef="#br0">261 74 5985 0 0,'9'-30'2222'0'0,"-7"25"-1323"0"0,0-1-1 0 0,0 0 1 0 0,-1 0 0 0 0,1 1-1 0 0,0-11 1 0 0,-13 38 1783 0 0,-81 196-1033 0 0,35-88-1289 0 0,-60 206 1 0 0,114-313-1333 0 0</inkml:trace>
</inkml:ink>
</file>

<file path=ppt/ink/ink9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2:50.709"/>
    </inkml:context>
    <inkml:brush xml:id="br0">
      <inkml:brushProperty name="width" value="0.1" units="cm"/>
      <inkml:brushProperty name="height" value="0.1" units="cm"/>
      <inkml:brushProperty name="color" value="#008C3A"/>
    </inkml:brush>
  </inkml:definitions>
  <inkml:trace contextRef="#ctx0" brushRef="#br0">1 213 944 0 0,'1'-8'16'0'0,"25"-102"1732"0"0,-22 96-1418 0 0,1 0-1 0 0,0 0 0 0 0,1 1 0 0 0,1-1 0 0 0,21-11 4862 0 0,-28 25-5029 0 0,0 1 0 0 0,0-1 0 0 0,0 0 0 0 0,1 1 0 0 0,-1-1 0 0 0,0 1 0 0 0,12 23 1336 0 0,-9-17-779 0 0,45 90 2202 0 0,50 151 0 0 0,6 15-1999 0 0,-95-243-843 0 0,1-1-1 0 0,1 0 0 0 0,1-1 0 0 0,16 20 1 0 0,-24-33-287 0 0,0 0 1 0 0,0 0-1 0 0,1 0 1 0 0,0-1 0 0 0,0 0-1 0 0,0 0 1 0 0,1 0-1 0 0,-1-1 1 0 0,1 1 0 0 0,0-1-1 0 0,0-1 1 0 0,0 1-1 0 0,0-1 1 0 0,0 0-1 0 0,1 0 1 0 0,-1-1 0 0 0,13 1-1 0 0</inkml:trace>
</inkml:ink>
</file>

<file path=ppt/ink/ink9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2:50.948"/>
    </inkml:context>
    <inkml:brush xml:id="br0">
      <inkml:brushProperty name="width" value="0.1" units="cm"/>
      <inkml:brushProperty name="height" value="0.1" units="cm"/>
      <inkml:brushProperty name="color" value="#008C3A"/>
    </inkml:brush>
  </inkml:definitions>
  <inkml:trace contextRef="#ctx0" brushRef="#br0">107 13 5529 0 0,'-15'7'419'0'0,"-42"17"-415"0"0,22-7 3297 0 0,85-26 936 0 0,3-4-2687 0 0,103-11 1 0 0,-14 13-2737 0 0,-91 8-4345 0 0</inkml:trace>
</inkml:ink>
</file>

<file path=ppt/ink/ink9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2:51.471"/>
    </inkml:context>
    <inkml:brush xml:id="br0">
      <inkml:brushProperty name="width" value="0.1" units="cm"/>
      <inkml:brushProperty name="height" value="0.1" units="cm"/>
      <inkml:brushProperty name="color" value="#008C3A"/>
    </inkml:brush>
  </inkml:definitions>
  <inkml:trace contextRef="#ctx0" brushRef="#br0">385 159 920 0 0,'-17'-12'332'0'0,"0"-1"0"0"0,-1 2 0 0 0,0 1 0 0 0,-1 0 0 0 0,0 1-1 0 0,-1 1 1 0 0,-25-6 0 0 0,34 11-6 0 0,1 1 1 0 0,-1 0-1 0 0,1 1 0 0 0,-1 1 1 0 0,0 0-1 0 0,1 0 0 0 0,-1 1 0 0 0,0 0 1 0 0,1 1-1 0 0,-1 0 0 0 0,1 0 1 0 0,0 1-1 0 0,0 1 0 0 0,0 0 0 0 0,0 0 1 0 0,-10 7-1 0 0,17-10-120 0 0,0 0-1 0 0,1 1 1 0 0,-1 0 0 0 0,1-1-1 0 0,0 1 1 0 0,-1 0 0 0 0,1 0-1 0 0,-2 3 1 0 0,3-5-160 0 0,1 1-1 0 0,0-1 1 0 0,0 0-1 0 0,0 0 1 0 0,0 0-1 0 0,0 1 1 0 0,0-1-1 0 0,0 0 1 0 0,0 0 0 0 0,0 0-1 0 0,0 1 1 0 0,0-1-1 0 0,0 0 1 0 0,0 0-1 0 0,1 0 1 0 0,-1 1-1 0 0,0-1 1 0 0,0 0-1 0 0,0 0 1 0 0,0 0 0 0 0,0 0-1 0 0,0 1 1 0 0,0-1-1 0 0,1 0 1 0 0,-1 0-1 0 0,0 0 1 0 0,0 0-1 0 0,0 1 1 0 0,0-1 0 0 0,1 0-1 0 0,-1 0 1 0 0,0 0-1 0 0,0 0 1 0 0,0 0-1 0 0,0 0 1 0 0,1 0-1 0 0,-1 0 1 0 0,20 4 1350 0 0,128 4 208 0 0,154-12 0 0 0,-161-7-850 0 0,196-42 1 0 0,-198 26-511 0 0,195-11 0 0 0,-294 37-610 0 0,62 6 0 0 0,-43 6-2828 0 0,-43-7-2471 0 0</inkml:trace>
</inkml:ink>
</file>

<file path=ppt/ink/ink9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2:52.724"/>
    </inkml:context>
    <inkml:brush xml:id="br0">
      <inkml:brushProperty name="width" value="0.1" units="cm"/>
      <inkml:brushProperty name="height" value="0.1" units="cm"/>
      <inkml:brushProperty name="color" value="#008C3A"/>
    </inkml:brush>
  </inkml:definitions>
  <inkml:trace contextRef="#ctx0" brushRef="#br0">283 1639 2304 0 0,'2'-3'584'0'0,"-1"0"0"0"0,0-1-1 0 0,0 1 1 0 0,0 0-1 0 0,0-1 1 0 0,-1 1-1 0 0,1-1 1 0 0,-1 1-1 0 0,0-1 1 0 0,0 1-1 0 0,0 0 1 0 0,0-1-1 0 0,-1 1 1 0 0,1-1-1 0 0,-1 1 1 0 0,-2-6-1 0 0,-2-3 923 0 0,0 1-1 0 0,-1 0 1 0 0,-9-14 0 0 0,7 13-1333 0 0,-7-16 326 0 0,1 0 0 0 0,1-1 0 0 0,2 0 0 0 0,1-1 0 0 0,1 0 0 0 0,-7-42 0 0 0,-13-192 293 0 0,23 183-549 0 0,-37-598-315 0 0,42 646-46 0 0,-9-47 0 0 0,8 66-42 0 0,-1 1 1 0 0,-1 0-1 0 0,0-1 1 0 0,-1 2-1 0 0,0-1 1 0 0,-9-13-1 0 0,14 24 62 0 0,-1 1 0 0 0,0 0 0 0 0,1 0-1 0 0,-1 0 1 0 0,0 0 0 0 0,0 0-1 0 0,0 0 1 0 0,0 0 0 0 0,0 0 0 0 0,0 0-1 0 0,0 0 1 0 0,0 1 0 0 0,0-1 0 0 0,0 0-1 0 0,-1 1 1 0 0,0-1 0 0 0,1 1-135 0 0,0 0-1 0 0,0 0 1 0 0,1 0-1 0 0,-1 0 1 0 0,0 0-1 0 0,0 0 1 0 0,0 0 0 0 0,1 0-1 0 0,-1 0 1 0 0,0 1-1 0 0,0-1 1 0 0,1 0-1 0 0,-1 1 1 0 0,0-1 0 0 0,0 0-1 0 0,1 1 1 0 0,-1-1-1 0 0,-1 2 1 0 0</inkml:trace>
</inkml:ink>
</file>

<file path=ppt/ink/ink9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2:53.962"/>
    </inkml:context>
    <inkml:brush xml:id="br0">
      <inkml:brushProperty name="width" value="0.1" units="cm"/>
      <inkml:brushProperty name="height" value="0.1" units="cm"/>
      <inkml:brushProperty name="color" value="#008C3A"/>
    </inkml:brush>
  </inkml:definitions>
  <inkml:trace contextRef="#ctx0" brushRef="#br0">96 44 2304 0 0,'-4'-1'-24'0'0,"1"0"0"0"0,-1 0-1 0 0,1 0 1 0 0,-1 0-1 0 0,1-1 1 0 0,-1 0-1 0 0,1 1 1 0 0,0-1 0 0 0,0 0-1 0 0,0-1 1 0 0,-5-3-1 0 0,5 3 689 0 0,-1 0 0 0 0,0 1 1 0 0,0-1-1 0 0,-1 1 0 0 0,1-1 0 0 0,-6-1 0 0 0,9 4-520 0 0,1 0 1 0 0,-1 0-1 0 0,0 0 0 0 0,1 0 0 0 0,-1 0 1 0 0,1 0-1 0 0,-1 0 0 0 0,0 0 1 0 0,1 0-1 0 0,-1 1 0 0 0,1-1 0 0 0,-1 0 1 0 0,1 0-1 0 0,-1 1 0 0 0,1-1 1 0 0,-1 0-1 0 0,1 0 0 0 0,-1 1 0 0 0,1-1 1 0 0,-1 1-1 0 0,1-1 0 0 0,-1 0 0 0 0,1 1 1 0 0,0-1-1 0 0,-1 1 0 0 0,1-1 1 0 0,0 1-1 0 0,-1-1 0 0 0,1 1 0 0 0,0 0 1 0 0,0-1-1 0 0,-1 1 0 0 0,1-1 1 0 0,0 1-1 0 0,0-1 0 0 0,0 1 0 0 0,0 0 1 0 0,0-1-1 0 0,0 1 0 0 0,0-1 1 0 0,0 1-1 0 0,0 0 0 0 0,0 0 0 0 0,2 34 362 0 0,-1-29-24 0 0,60 572 1861 0 0,-32-310-1591 0 0,10 123 17 0 0,-25 137 667 0 0,-20-302-4230 0 0,5-189-3234 0 0</inkml:trace>
</inkml:ink>
</file>

<file path=ppt/ink/ink9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2:54.880"/>
    </inkml:context>
    <inkml:brush xml:id="br0">
      <inkml:brushProperty name="width" value="0.1" units="cm"/>
      <inkml:brushProperty name="height" value="0.1" units="cm"/>
      <inkml:brushProperty name="color" value="#008C3A"/>
    </inkml:brush>
  </inkml:definitions>
  <inkml:trace contextRef="#ctx0" brushRef="#br0">672 1 2761 0 0,'-50'22'6785'0'0,"-5"19"-3962"0"0,-74 73-1 0 0,54-45-1683 0 0,-268 255 1503 0 0,323-293-8969 0 0</inkml:trace>
</inkml:ink>
</file>

<file path=ppt/ink/ink9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2:55.313"/>
    </inkml:context>
    <inkml:brush xml:id="br0">
      <inkml:brushProperty name="width" value="0.1" units="cm"/>
      <inkml:brushProperty name="height" value="0.1" units="cm"/>
      <inkml:brushProperty name="color" value="#008C3A"/>
    </inkml:brush>
  </inkml:definitions>
  <inkml:trace contextRef="#ctx0" brushRef="#br0">126 91 3225 0 0,'-4'-1'42'0'0,"1"0"0"0"0,-1 0 0 0 0,0 0 0 0 0,1 1 0 0 0,-1-1 0 0 0,0 1 0 0 0,-6 0 0 0 0,0 0 451 0 0,-44 0 2126 0 0,28-2 6117 0 0,63-5-8449 0 0,-1-2 0 0 0,36-15 0 0 0,-41 13-21 0 0,2 1 0 0 0,60-11 0 0 0,-91 21-239 0 0,1 0 1 0 0,-1-1 0 0 0,1 1 0 0 0,-1 0-1 0 0,1 0 1 0 0,-1 0 0 0 0,1 0 0 0 0,-1 1-1 0 0,1-1 1 0 0,-1 1 0 0 0,1-1 0 0 0,-1 1-1 0 0,0 0 1 0 0,1 0 0 0 0,-1 0 0 0 0,3 2-1 0 0,-4-2-5 0 0,0 0 0 0 0,0 1 0 0 0,0-1 0 0 0,-1 1 0 0 0,1-1 0 0 0,0 1 0 0 0,-1-1 0 0 0,1 1 0 0 0,-1-1 0 0 0,1 1-1 0 0,-1-1 1 0 0,0 1 0 0 0,1 0 0 0 0,-1-1 0 0 0,0 1 0 0 0,0 0 0 0 0,0-1 0 0 0,-1 1 0 0 0,1-1 0 0 0,0 1 0 0 0,-1 0 0 0 0,1-1-1 0 0,-1 1 1 0 0,1-1 0 0 0,-2 3 0 0 0,-33 87 1319 0 0,22-60-1243 0 0,0 2 0 0 0,3-1 0 0 0,-8 36 0 0 0,11-31-147 0 0,2-13-525 0 0,1-1 1 0 0,1 1-1 0 0,1-1 1 0 0,0 1-1 0 0,3 26 0 0 0,2-36-662 0 0</inkml:trace>
</inkml:ink>
</file>

<file path=ppt/ink/ink9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2:55.752"/>
    </inkml:context>
    <inkml:brush xml:id="br0">
      <inkml:brushProperty name="width" value="0.1" units="cm"/>
      <inkml:brushProperty name="height" value="0.1" units="cm"/>
      <inkml:brushProperty name="color" value="#008C3A"/>
    </inkml:brush>
  </inkml:definitions>
  <inkml:trace contextRef="#ctx0" brushRef="#br0">572 2 1840 0 0,'-2'-1'5082'0'0,"-13"17"-2895"0"0,-17 25-748 0 0,-13 19-589 0 0,-317 381 4753 0 0,334-412-5731 0 0,-27 29 292 0 0,23-17-5983 0 0</inkml:trace>
</inkml:ink>
</file>

<file path=ppt/ink/ink9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2:56.117"/>
    </inkml:context>
    <inkml:brush xml:id="br0">
      <inkml:brushProperty name="width" value="0.1" units="cm"/>
      <inkml:brushProperty name="height" value="0.1" units="cm"/>
      <inkml:brushProperty name="color" value="#008C3A"/>
    </inkml:brush>
  </inkml:definitions>
  <inkml:trace contextRef="#ctx0" brushRef="#br0">176 0 3225 0 0,'-7'1'48'0'0,"0"0"-1"0"0,1 0 1 0 0,-1 0 0 0 0,0 1 0 0 0,1 0 0 0 0,0 1-1 0 0,-1-1 1 0 0,1 1 0 0 0,-8 5 0 0 0,-49 35 1804 0 0,59-40-1548 0 0,0 0 1 0 0,0 0 0 0 0,0 1-1 0 0,0-1 1 0 0,1 1 0 0 0,-1 0 0 0 0,1 0-1 0 0,0 0 1 0 0,-4 8 0 0 0,7-12-260 0 0,0 0 0 0 0,1 0 0 0 0,-1 1 0 0 0,0-1 0 0 0,0 0 0 0 0,0 0 0 0 0,0 1 0 0 0,1-1 0 0 0,-1 0 0 0 0,0 0 1 0 0,0 1-1 0 0,0-1 0 0 0,1 0 0 0 0,-1 0 0 0 0,0 0 0 0 0,0 1 0 0 0,1-1 0 0 0,-1 0 0 0 0,0 0 0 0 0,1 0 0 0 0,-1 0 0 0 0,0 0 0 0 0,0 0 0 0 0,1 0 0 0 0,-1 1 1 0 0,0-1-1 0 0,1 0 0 0 0,-1 0 0 0 0,0 0 0 0 0,1 0 0 0 0,-1 0 0 0 0,0 0 0 0 0,1-1 0 0 0,-1 1 0 0 0,0 0 0 0 0,0 0 0 0 0,1 0 0 0 0,-1 0 0 0 0,0 0 0 0 0,1 0 1 0 0,-1 0-1 0 0,0-1 0 0 0,0 1 0 0 0,1 0 0 0 0,-1 0 0 0 0,0 0 0 0 0,1-1 0 0 0,17-5 478 0 0,132-66 2063 0 0,-133 65-2385 0 0,1 1 1 0 0,-1 1-1 0 0,1 0 0 0 0,0 2 0 0 0,1 0 0 0 0,-1 1 0 0 0,20 0 0 0 0,-35 2-121 0 0,1 0-1 0 0,-1 0 0 0 0,1 0 1 0 0,-1 1-1 0 0,1-1 1 0 0,-1 1-1 0 0,0 0 0 0 0,1 0 1 0 0,-1 0-1 0 0,0 1 0 0 0,0-1 1 0 0,0 1-1 0 0,0 0 1 0 0,5 3-1 0 0,-6-3-29 0 0,-1 0 0 0 0,0 0-1 0 0,1 0 1 0 0,-1 0 0 0 0,0 0 0 0 0,0 0 0 0 0,0 0-1 0 0,0 1 1 0 0,-1-1 0 0 0,1 0 0 0 0,-1 1 0 0 0,1-1 0 0 0,-1 0-1 0 0,0 1 1 0 0,0-1 0 0 0,0 0 0 0 0,0 1 0 0 0,0-1 0 0 0,-1 1-1 0 0,1-1 1 0 0,-1 0 0 0 0,0 3 0 0 0,-24 77 1189 0 0,18-65-1282 0 0,1-1 1 0 0,1 1 0 0 0,1 1 0 0 0,1-1 0 0 0,0 1 0 0 0,-1 26 0 0 0,5-18-950 0 0</inkml:trace>
</inkml:ink>
</file>

<file path=ppt/ink/ink9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2:56.679"/>
    </inkml:context>
    <inkml:brush xml:id="br0">
      <inkml:brushProperty name="width" value="0.1" units="cm"/>
      <inkml:brushProperty name="height" value="0.1" units="cm"/>
      <inkml:brushProperty name="color" value="#008C3A"/>
    </inkml:brush>
  </inkml:definitions>
  <inkml:trace contextRef="#ctx0" brushRef="#br0">10 3 6913 0 0,'-6'-3'5606'0'0,"5"4"-5450"0"0,-2 8 2396 0 0,5 20-1562 0 0,-2-25-557 0 0,42 265 2698 0 0,-1-1-5152 0 0,-40-255-566 0 0</inkml:trace>
</inkml:ink>
</file>

<file path=ppt/ink/ink9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2:56.941"/>
    </inkml:context>
    <inkml:brush xml:id="br0">
      <inkml:brushProperty name="width" value="0.1" units="cm"/>
      <inkml:brushProperty name="height" value="0.1" units="cm"/>
      <inkml:brushProperty name="color" value="#008C3A"/>
    </inkml:brush>
  </inkml:definitions>
  <inkml:trace contextRef="#ctx0" brushRef="#br0">0 156 920 0 0,'2'-12'409'0'0,"1"0"-1"0"0,0 0 1 0 0,1 0-1 0 0,0 1 1 0 0,8-14-1 0 0,-9 19 22 0 0,0 0 0 0 0,1-1 0 0 0,0 1-1 0 0,1 0 1 0 0,-1 1 0 0 0,1-1 0 0 0,0 1 0 0 0,0 0-1 0 0,1 0 1 0 0,6-3 0 0 0,-11 7-329 0 0,0 0 0 0 0,0 0 0 0 0,1 1 0 0 0,-1-1 1 0 0,0 0-1 0 0,1 1 0 0 0,-1-1 0 0 0,0 1 0 0 0,1 0 0 0 0,-1 0 0 0 0,1-1 0 0 0,-1 1 0 0 0,1 0 0 0 0,-1 0 0 0 0,1 0 1 0 0,-1 0-1 0 0,1 1 0 0 0,-1-1 0 0 0,0 0 0 0 0,1 1 0 0 0,-1-1 0 0 0,1 1 0 0 0,1 0 0 0 0,0 1 32 0 0,-1 0-1 0 0,1 0 1 0 0,0 0-1 0 0,-1 1 1 0 0,1-1-1 0 0,-1 0 1 0 0,0 1-1 0 0,0 0 1 0 0,3 5-1 0 0,2 4 360 0 0,-1 0 1 0 0,-1 1-1 0 0,8 25 0 0 0,-10-25-331 0 0,0-1-1 0 0,-2 1 1 0 0,1 0 0 0 0,-2 0 0 0 0,0 0-1 0 0,0 0 1 0 0,-1 0 0 0 0,-1 0 0 0 0,0 0-1 0 0,-1-1 1 0 0,-8 25 0 0 0,8-27-126 0 0,-1 0 1 0 0,-1 0-1 0 0,1-1 0 0 0,-2 0 1 0 0,1 1-1 0 0,-1-2 0 0 0,-1 1 1 0 0,0-1-1 0 0,0 0 0 0 0,0 0 1 0 0,-1-1-1 0 0,0 0 0 0 0,-1 0 1 0 0,-15 9-1 0 0,20-14-89 0 0,1-1 0 0 0,0 1 0 0 0,-1-1 0 0 0,1 0 0 0 0,-1 0 0 0 0,1 0 0 0 0,-1 0 0 0 0,-5 0 0 0 0,-6-3-4513 0 0</inkml:trace>
</inkml:ink>
</file>

<file path=ppt/ink/ink9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2:57.384"/>
    </inkml:context>
    <inkml:brush xml:id="br0">
      <inkml:brushProperty name="width" value="0.1" units="cm"/>
      <inkml:brushProperty name="height" value="0.1" units="cm"/>
      <inkml:brushProperty name="color" value="#008C3A"/>
    </inkml:brush>
  </inkml:definitions>
  <inkml:trace contextRef="#ctx0" brushRef="#br0">41 16 6913 0 0,'0'-1'30'0'0,"0"0"0"0"0,-1 0-1 0 0,1 0 1 0 0,-1 0-1 0 0,1 1 1 0 0,-1-1 0 0 0,0 0-1 0 0,1 0 1 0 0,-1 1-1 0 0,0-1 1 0 0,1 0 0 0 0,-1 1-1 0 0,0-1 1 0 0,0 0-1 0 0,0 1 1 0 0,1-1-1 0 0,-1 1 1 0 0,0 0 0 0 0,0-1-1 0 0,0 1 1 0 0,0 0-1 0 0,0-1 1 0 0,0 1 0 0 0,0 0-1 0 0,0 0 1 0 0,0 0-1 0 0,0 0 1 0 0,0 0 0 0 0,-1 0-1 0 0,1 1 105 0 0,-1 0 0 0 0,1 0 0 0 0,0 0-1 0 0,0 0 1 0 0,0 0 0 0 0,0 0 0 0 0,0 0 0 0 0,0 1 0 0 0,1-1-1 0 0,-1 0 1 0 0,0 1 0 0 0,1-1 0 0 0,-1 0 0 0 0,0 1 0 0 0,1-1-1 0 0,0 1 1 0 0,-1-1 0 0 0,1 1 0 0 0,0-1 0 0 0,0 3 0 0 0,-1 14 710 0 0,1 0 0 0 0,0 1 1 0 0,1-1-1 0 0,2 0 1 0 0,8 36-1 0 0,2 18 14 0 0,10 95-1213 0 0,-14-112-2936 0 0,0 0-4415 0 0,-8-49 6916 0 0,1-6 597 0 0</inkml:trace>
</inkml:ink>
</file>

<file path=ppt/ink/ink9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2:57.885"/>
    </inkml:context>
    <inkml:brush xml:id="br0">
      <inkml:brushProperty name="width" value="0.1" units="cm"/>
      <inkml:brushProperty name="height" value="0.1" units="cm"/>
      <inkml:brushProperty name="color" value="#008C3A"/>
    </inkml:brush>
  </inkml:definitions>
  <inkml:trace contextRef="#ctx0" brushRef="#br0">58 93 4145 0 0,'-32'-6'3099'0'0,"30"6"-2912"0"0,1 0 0 0 0,-1-1 0 0 0,1 1 1 0 0,-1-1-1 0 0,1 1 0 0 0,-1-1 0 0 0,1 0 0 0 0,-1 1 0 0 0,1-1 1 0 0,0 0-1 0 0,-1 0 0 0 0,1 0 0 0 0,0 0 0 0 0,0 0 0 0 0,0 0 1 0 0,0-1-1 0 0,-2-1 0 0 0,3 2-99 0 0,0-1-1 0 0,1 1 1 0 0,-1 0 0 0 0,0 0-1 0 0,1-1 1 0 0,-1 1 0 0 0,1 0-1 0 0,-1 0 1 0 0,1 0 0 0 0,-1 0 0 0 0,1 0-1 0 0,0-1 1 0 0,0 1 0 0 0,-1 0-1 0 0,1 1 1 0 0,0-1 0 0 0,0 0-1 0 0,0 0 1 0 0,0 0 0 0 0,0 0 0 0 0,2 0-1 0 0,25-18 697 0 0,-26 18-684 0 0,7-3 77 0 0,0 0 0 0 0,0 0 0 0 0,0 1 1 0 0,0 0-1 0 0,1 1 0 0 0,0 0 1 0 0,-1 0-1 0 0,1 1 0 0 0,0 0 1 0 0,-1 1-1 0 0,1 0 0 0 0,14 2 1 0 0,13 3-24 0 0,70 20 1 0 0,-75-16-173 0 0,-12-4 25 0 0,0 0-1 0 0,-1 2 1 0 0,0 0-1 0 0,0 1 1 0 0,35 21-1 0 0,-50-26 4 0 0,1 0-1 0 0,-1 1 1 0 0,0-1-1 0 0,1 1 0 0 0,-2 0 1 0 0,1 0-1 0 0,0 1 1 0 0,-1-1-1 0 0,0 1 0 0 0,0 0 1 0 0,0-1-1 0 0,-1 2 1 0 0,1-1-1 0 0,-1 0 1 0 0,0 0-1 0 0,-1 0 0 0 0,0 1 1 0 0,1-1-1 0 0,-1 1 1 0 0,-1 0-1 0 0,1-1 0 0 0,-1 1 1 0 0,0-1-1 0 0,-1 1 1 0 0,1-1-1 0 0,-3 11 0 0 0,-2 2 149 0 0,-1 1-1 0 0,0-1 0 0 0,-2-1 1 0 0,0 0-1 0 0,0 0 0 0 0,-2 0 0 0 0,0-1 1 0 0,-13 16-1 0 0,-3 0 262 0 0,-2-1 0 0 0,-50 44 0 0 0,76-73-408 0 0,-1 2 23 0 0,-1-1 0 0 0,1 0 0 0 0,-1 0 0 0 0,0 0 0 0 0,1 0 0 0 0,-1-1 0 0 0,-1 1 0 0 0,1-1 0 0 0,0 0 0 0 0,0-1 0 0 0,-1 1 0 0 0,1-1 0 0 0,-9 2 0 0 0,7-5-737 0 0</inkml:trace>
</inkml:ink>
</file>

<file path=ppt/ink/ink9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3:16.267"/>
    </inkml:context>
    <inkml:brush xml:id="br0">
      <inkml:brushProperty name="width" value="0.1" units="cm"/>
      <inkml:brushProperty name="height" value="0.1" units="cm"/>
      <inkml:brushProperty name="color" value="#008C3A"/>
    </inkml:brush>
  </inkml:definitions>
  <inkml:trace contextRef="#ctx0" brushRef="#br0">2 2 6913 0 0,'-2'-1'1635'0'0,"7"176"4389"0"0,31 245-4766 0 0,-22-307-1133 0 0,5 0-1 0 0,5-2 1 0 0,41 119 0 0 0,-62-223-442 0 0,0 0 1 0 0,0 0-1 0 0,0 0 1 0 0,1-1-1 0 0,0 1 0 0 0,0-1 1 0 0,1 0-1 0 0,-1 0 1 0 0,2-1-1 0 0,9 10 1 0 0,-12-13 86 0 0,-1 0 0 0 0,1 0 0 0 0,0-1 0 0 0,0 1 0 0 0,0-1 0 0 0,0 1 0 0 0,0-1 0 0 0,0 0 0 0 0,0 0 0 0 0,0-1 0 0 0,1 1 0 0 0,-1-1 0 0 0,0 1 0 0 0,1-1 0 0 0,-1 0 0 0 0,0 0 0 0 0,0 0 0 0 0,1-1 0 0 0,-1 1 0 0 0,0-1 0 0 0,0 0 0 0 0,0 0 0 0 0,1 0 0 0 0,-1 0 0 0 0,0-1 0 0 0,0 1 0 0 0,2-2 0 0 0,6-5-2192 0 0</inkml:trace>
</inkml:ink>
</file>

<file path=ppt/ink/ink9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3:16.791"/>
    </inkml:context>
    <inkml:brush xml:id="br0">
      <inkml:brushProperty name="width" value="0.1" units="cm"/>
      <inkml:brushProperty name="height" value="0.1" units="cm"/>
      <inkml:brushProperty name="color" value="#008C3A"/>
    </inkml:brush>
  </inkml:definitions>
  <inkml:trace contextRef="#ctx0" brushRef="#br0">12 72 4609 0 0,'-11'-2'1516'0'0,"22"-2"1669"0"0,-6 3-2481 0 0,26-2 531 0 0,1 1 0 0 0,-1 1 1 0 0,1 2-1 0 0,52 8 0 0 0,1-1-175 0 0,-83-8-1046 0 0,153 5 922 0 0,-132-5-1261 0 0,0-2 1 0 0,-1 0-1 0 0,1-2 0 0 0,38-11 1 0 0,-54 12-206 0 0,0 0 1 0 0,0 0-1 0 0,0-1 1 0 0,-1 0-1 0 0,12-9 1 0 0,1-4-3593 0 0,-6 6 109 0 0</inkml:trace>
</inkml:ink>
</file>

<file path=ppt/ink/ink9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3:17.139"/>
    </inkml:context>
    <inkml:brush xml:id="br0">
      <inkml:brushProperty name="width" value="0.1" units="cm"/>
      <inkml:brushProperty name="height" value="0.1" units="cm"/>
      <inkml:brushProperty name="color" value="#008C3A"/>
    </inkml:brush>
  </inkml:definitions>
  <inkml:trace contextRef="#ctx0" brushRef="#br0">93 36 3225 0 0,'-10'-1'493'0'0,"-1"-1"1"0"0,1-1-1 0 0,-18-5 0 0 0,24 6 357 0 0,0 0 0 0 0,0 0 0 0 0,0 0 0 0 0,1 0 0 0 0,-1-1 1 0 0,0 1-1 0 0,-3-4 1597 0 0,29 13 1591 0 0,13 19-2950 0 0,-23-17-526 0 0,27 24-330 0 0,-1 1 0 0 0,47 56 0 0 0,12 11-237 0 0,-95-99 9 0 0,1 0 0 0 0,-1 1 1 0 0,1-1-1 0 0,-1 1 0 0 0,0-1 0 0 0,0 1 1 0 0,0 0-1 0 0,0 0 0 0 0,-1 0 0 0 0,1 0 1 0 0,-1 0-1 0 0,2 5 0 0 0,-3-6 15 0 0,0 0-1 0 0,0 0 1 0 0,0 0-1 0 0,-1 0 1 0 0,1 0-1 0 0,0 0 0 0 0,-1 0 1 0 0,0 0-1 0 0,1 0 1 0 0,-1 0-1 0 0,0-1 1 0 0,0 1-1 0 0,0 0 1 0 0,0 0-1 0 0,0-1 1 0 0,-1 1-1 0 0,1 0 0 0 0,0-1 1 0 0,-1 1-1 0 0,1-1 1 0 0,-3 2-1 0 0,-42 36 907 0 0,-71 46 0 0 0,48-37-1277 0 0,50-32-2042 0 0</inkml:trace>
</inkml:ink>
</file>

<file path=ppt/ink/ink9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3:18.316"/>
    </inkml:context>
    <inkml:brush xml:id="br0">
      <inkml:brushProperty name="width" value="0.1" units="cm"/>
      <inkml:brushProperty name="height" value="0.1" units="cm"/>
      <inkml:brushProperty name="color" value="#008C3A"/>
    </inkml:brush>
  </inkml:definitions>
  <inkml:trace contextRef="#ctx0" brushRef="#br0">282 49 5985 0 0,'0'-2'80'0'0,"-1"1"0"0"0,0-1 0 0 0,0 1 0 0 0,1-1 1 0 0,-1 1-1 0 0,0-1 0 0 0,0 1 0 0 0,0-1 0 0 0,-1 1 0 0 0,1 0 0 0 0,0 0 0 0 0,0-1 0 0 0,-1 1 0 0 0,1 0 0 0 0,-1 0 0 0 0,1 1 0 0 0,-1-1 0 0 0,-2-1 0 0 0,-31-13 1203 0 0,30 13-1121 0 0,0 0 1 0 0,0 1 0 0 0,0 0-1 0 0,0 0 1 0 0,0 0 0 0 0,0 1-1 0 0,0 0 1 0 0,0 0 0 0 0,-1 0 0 0 0,1 1-1 0 0,0-1 1 0 0,0 1 0 0 0,0 0-1 0 0,0 1 1 0 0,0-1 0 0 0,0 1 0 0 0,-5 3-1 0 0,3-1-9 0 0,1 0-1 0 0,0 1 0 0 0,0-1 1 0 0,0 1-1 0 0,1 1 0 0 0,-1-1 1 0 0,1 1-1 0 0,0 0 1 0 0,1 0-1 0 0,-6 11 0 0 0,-1 3 25 0 0,2 1-1 0 0,0 0 0 0 0,2 1 0 0 0,0 0 1 0 0,1 0-1 0 0,-5 43 0 0 0,11-60-178 0 0,-1 1 0 0 0,1 0-1 0 0,0 0 1 0 0,1 0 0 0 0,-1-1 0 0 0,1 1 0 0 0,3 8-1 0 0,-4-13-3 0 0,0 0 0 0 0,1 0-1 0 0,-1 0 1 0 0,0 0 0 0 0,1 0-1 0 0,-1-1 1 0 0,1 1 0 0 0,-1 0 0 0 0,1 0-1 0 0,-1-1 1 0 0,1 1 0 0 0,0 0-1 0 0,-1-1 1 0 0,1 1 0 0 0,0-1-1 0 0,0 1 1 0 0,-1-1 0 0 0,1 1-1 0 0,0-1 1 0 0,1 1 0 0 0,0-1-9 0 0,-1 0 0 0 0,0 0 0 0 0,0 0 0 0 0,1 0 0 0 0,-1 0 0 0 0,0-1 1 0 0,1 1-1 0 0,-1 0 0 0 0,0-1 0 0 0,0 1 0 0 0,0-1 0 0 0,1 1 0 0 0,-1-1 0 0 0,0 0 0 0 0,0 0 1 0 0,0 1-1 0 0,0-1 0 0 0,0 0 0 0 0,1-2 0 0 0,8-8 143 0 0,-1 0 0 0 0,0-1-1 0 0,-1 0 1 0 0,0 0 0 0 0,-1-1 0 0 0,0 0-1 0 0,7-22 1 0 0,12-19 2 0 0,-22 46-122 0 0,-2 3-11 0 0,1-1 1 0 0,0 1-1 0 0,0 0 1 0 0,1 0-1 0 0,0 0 1 0 0,5-6-1 0 0,-8 11 6 0 0,0-1 0 0 0,0 0 0 0 0,0 1 0 0 0,0-1-1 0 0,0 1 1 0 0,0-1 0 0 0,0 1 0 0 0,0 0 0 0 0,0-1 0 0 0,0 1 0 0 0,0 0-1 0 0,0 0 1 0 0,1 0 0 0 0,-1 0 0 0 0,0 0 0 0 0,0 0 0 0 0,0 0 0 0 0,0 0-1 0 0,0 0 1 0 0,0 0 0 0 0,1 1 0 0 0,-1-1 0 0 0,0 1 0 0 0,0-1 0 0 0,0 0-1 0 0,0 1 1 0 0,0 0 0 0 0,0-1 0 0 0,0 1 0 0 0,0-1 0 0 0,-1 1-1 0 0,1 0 1 0 0,0 0 0 0 0,0 0 0 0 0,0-1 0 0 0,-1 1 0 0 0,1 0 0 0 0,-1 0-1 0 0,2 2 1 0 0,9 13 175 0 0,0 0 0 0 0,14 29 0 0 0,-14-24 203 0 0,20 29 1 0 0,-27-45-343 0 0,0 1 0 0 0,1-1 0 0 0,0 0 1 0 0,0 0-1 0 0,0-1 0 0 0,0 0 0 0 0,1 1 0 0 0,0-2 0 0 0,9 6 1 0 0,-14-8-47 0 0,1-1 0 0 0,-1 1 0 0 0,1-1 1 0 0,0 1-1 0 0,-1-1 0 0 0,1 1 1 0 0,-1-1-1 0 0,1 0 0 0 0,0 0 0 0 0,0 0 1 0 0,-1 0-1 0 0,1 0 0 0 0,0 0 0 0 0,-1-1 1 0 0,1 1-1 0 0,0 0 0 0 0,-1-1 0 0 0,1 1 1 0 0,-1-1-1 0 0,1 0 0 0 0,-1 1 0 0 0,1-1 1 0 0,-1 0-1 0 0,1 0 0 0 0,-1 0 1 0 0,0 0-1 0 0,1 0 0 0 0,-1 0 0 0 0,0-1 1 0 0,0 1-1 0 0,0 0 0 0 0,0-1 0 0 0,0 1 1 0 0,0 0-1 0 0,0-1 0 0 0,0-1 0 0 0,5-8-76 0 0,-1 0-1 0 0,-1-1 0 0 0,0 1 0 0 0,3-14 1 0 0,-1 4-17 0 0,-1 6-25 0 0,25-66-379 0 0,-26 75 588 0 0,-1-1-1 0 0,1 0 1 0 0,0 1 0 0 0,0 0-1 0 0,1 0 1 0 0,0 0 0 0 0,0 1-1 0 0,0 0 1 0 0,8-6 0 0 0,-13 10-36 0 0,1 1 1 0 0,0-1-1 0 0,-1 1 1 0 0,1 0-1 0 0,-1 0 1 0 0,1-1 0 0 0,0 1-1 0 0,-1 0 1 0 0,1 0-1 0 0,0 0 1 0 0,-1 0 0 0 0,1-1-1 0 0,0 1 1 0 0,-1 0-1 0 0,1 0 1 0 0,0 1 0 0 0,-1-1-1 0 0,1 0 1 0 0,0 0-1 0 0,-1 0 1 0 0,1 0-1 0 0,0 0 1 0 0,-1 1 0 0 0,1-1-1 0 0,0 0 1 0 0,-1 1-1 0 0,2 0 1 0 0,15 18 886 0 0,4 26 69 0 0,26 101-372 0 0,-15-41-1631 0 0,-11-145-1553 0 0,-7 5 1979 0 0,33-76 525 0 0,-41 101 258 0 0,-1 0 0 0 0,1 1 0 0 0,0 0 0 0 0,1 0 1 0 0,0 0-1 0 0,1 1 0 0 0,0 0 0 0 0,12-10 1 0 0,-19 17-143 0 0,1 0 0 0 0,-1 0 1 0 0,1 0-1 0 0,0-1 0 0 0,-1 2 1 0 0,1-1-1 0 0,0 0 1 0 0,-1 0-1 0 0,1 0 0 0 0,0 1 1 0 0,0-1-1 0 0,0 1 1 0 0,0-1-1 0 0,-1 1 0 0 0,1 0 1 0 0,0 0-1 0 0,0 0 1 0 0,0 0-1 0 0,0 0 0 0 0,0 0 1 0 0,0 1-1 0 0,0-1 0 0 0,-1 0 1 0 0,1 1-1 0 0,0 0 1 0 0,0-1-1 0 0,0 1 0 0 0,-1 0 1 0 0,1 0-1 0 0,0 0 1 0 0,-1 0-1 0 0,1 0 0 0 0,-1 0 1 0 0,1 1-1 0 0,-1-1 0 0 0,2 3 1 0 0,3 4 101 0 0,0 0 0 0 0,-1 1 0 0 0,-1-1 0 0 0,1 1 0 0 0,5 18 0 0 0,6 29 89 0 0,-13-43-256 0 0,0 0-1 0 0,1 1 1 0 0,1-1-1 0 0,0-1 1 0 0,10 18-1 0 0,-15-30-52 0 0,1 1-1 0 0,-1-1 0 0 0,0 1 1 0 0,1-1-1 0 0,-1 0 0 0 0,1 1 0 0 0,-1-1 1 0 0,1 0-1 0 0,-1 0 0 0 0,1 1 1 0 0,-1-1-1 0 0,1 0 0 0 0,-1 0 1 0 0,1 0-1 0 0,-1 0 0 0 0,1 1 0 0 0,0-1 1 0 0,-1 0-1 0 0,1 0 0 0 0,-1 0 1 0 0,1 0-1 0 0,-1 0 0 0 0,1 0 1 0 0,0-1-1 0 0,-1 1 0 0 0,1 0 0 0 0,-1 0 1 0 0,1 0-1 0 0,-1 0 0 0 0,1-1 1 0 0,-1 1-1 0 0,1 0 0 0 0,-1-1 1 0 0,1 1-1 0 0,-1 0 0 0 0,1-1 0 0 0,-1 1 1 0 0,0 0-1 0 0,1-1 0 0 0,-1 1 1 0 0,1-1-1 0 0,-1 1 0 0 0,0-1 1 0 0,0 1-1 0 0,1-1 0 0 0,-1 0 0 0 0,20-28-2170 0 0,-17 24 1852 0 0,0 0 55 0 0,2-4-279 0 0,1 1 0 0 0,0-1 1 0 0,0 1-1 0 0,10-9 0 0 0,-14 15 448 0 0,0 0 0 0 0,1 0 0 0 0,0 0 0 0 0,-1 0 1 0 0,1 1-1 0 0,0-1 0 0 0,0 1 0 0 0,0-1 0 0 0,0 1 0 0 0,0 0 0 0 0,0 1 0 0 0,0-1 0 0 0,0 0 0 0 0,0 1 0 0 0,0 0 0 0 0,1 0 0 0 0,-1 0 0 0 0,4 0 0 0 0,7 2-319 0 0</inkml:trace>
</inkml:ink>
</file>

<file path=ppt/ink/ink9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3:18.995"/>
    </inkml:context>
    <inkml:brush xml:id="br0">
      <inkml:brushProperty name="width" value="0.1" units="cm"/>
      <inkml:brushProperty name="height" value="0.1" units="cm"/>
      <inkml:brushProperty name="color" value="#008C3A"/>
    </inkml:brush>
  </inkml:definitions>
  <inkml:trace contextRef="#ctx0" brushRef="#br0">289 26 8754 0 0,'-2'-3'197'0'0,"0"1"0"0"0,-1 0-1 0 0,1 0 1 0 0,-1 0 0 0 0,0 0 0 0 0,0 0 0 0 0,1 1 0 0 0,-1-1 0 0 0,0 1-1 0 0,0-1 1 0 0,0 1 0 0 0,-1 0 0 0 0,1 1 0 0 0,0-1 0 0 0,0 0 0 0 0,-1 1-1 0 0,1 0 1 0 0,-6 0 0 0 0,4 0 3 0 0,0 1 1 0 0,1 1-1 0 0,-1-1 0 0 0,0 1 1 0 0,0-1-1 0 0,1 1 0 0 0,-1 1 0 0 0,1-1 1 0 0,-1 1-1 0 0,1 0 0 0 0,-4 3 1 0 0,-6 6 266 0 0,1 0 0 0 0,1 2 0 0 0,0-1 0 0 0,1 1 0 0 0,-16 26 0 0 0,13-16-122 0 0,1 0 0 0 0,1 1 0 0 0,-10 30 0 0 0,18-43-324 0 0,0 0 1 0 0,1 0 0 0 0,0 1 0 0 0,1 0 0 0 0,1-1 0 0 0,0 1-1 0 0,0 0 1 0 0,3 25 0 0 0,-2-37-29 0 0,0 1 0 0 0,0-1 0 0 0,0 0-1 0 0,0 0 1 0 0,1 0 0 0 0,-1 0 0 0 0,0 0 0 0 0,0 0 0 0 0,1 0-1 0 0,-1 0 1 0 0,1 0 0 0 0,-1 0 0 0 0,0 0 0 0 0,1 0-1 0 0,0 0 1 0 0,-1 0 0 0 0,1 0 0 0 0,0 0 0 0 0,-1 0 0 0 0,1 0-1 0 0,0-1 1 0 0,0 1 0 0 0,0 0 0 0 0,0-1 0 0 0,0 1 0 0 0,0 0-1 0 0,0-1 1 0 0,0 1 0 0 0,0-1 0 0 0,0 0 0 0 0,0 1 0 0 0,0-1-1 0 0,0 0 1 0 0,0 0 0 0 0,0 1 0 0 0,0-1 0 0 0,0 0-1 0 0,1 0 1 0 0,-1 0 0 0 0,0 0 0 0 0,0-1 0 0 0,0 1 0 0 0,2 0-1 0 0,0-2-34 0 0,0 1-1 0 0,1-1 0 0 0,-1 0 0 0 0,0 0 0 0 0,0 0 1 0 0,0 0-1 0 0,0 0 0 0 0,-1 0 0 0 0,1-1 0 0 0,0 0 1 0 0,-1 1-1 0 0,3-5 0 0 0,6-12 28 0 0,0 0 0 0 0,-2-1-1 0 0,0-1 1 0 0,-2 1 0 0 0,0-1 0 0 0,7-39 0 0 0,8-22 657 0 0,-21 79-556 0 0,0 0 0 0 0,0 0 0 0 0,0 0 0 0 0,0 0 0 0 0,1 1 0 0 0,-1-1 0 0 0,1 0 0 0 0,0 1 0 0 0,0-1 0 0 0,0 1 0 0 0,0 0 0 0 0,4-4 0 0 0,-6 6-52 0 0,1-1 1 0 0,0 1-1 0 0,-1-1 1 0 0,1 1-1 0 0,0 0 1 0 0,0 0-1 0 0,-1-1 1 0 0,1 1-1 0 0,0 0 1 0 0,0 0 0 0 0,-1 0-1 0 0,1 0 1 0 0,0 0-1 0 0,0 0 1 0 0,0 0-1 0 0,-1 0 1 0 0,1 0-1 0 0,0 0 1 0 0,0 1-1 0 0,0-1 1 0 0,1 1 4 0 0,0 0 0 0 0,-1 0 0 0 0,1 0 0 0 0,-1 0 0 0 0,1 1 1 0 0,-1-1-1 0 0,1 0 0 0 0,-1 1 0 0 0,0-1 0 0 0,1 1 0 0 0,0 2 1 0 0,34 59 471 0 0,4 8-471 0 0,-36-65-281 0 0,1 0 0 0 0,-1-1 0 0 0,1 1 0 0 0,1-1 0 0 0,-1 0 0 0 0,1-1 0 0 0,-1 1 0 0 0,13 6 0 0 0,-4-5-1190 0 0</inkml:trace>
</inkml:ink>
</file>

<file path=ppt/ink/ink9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3:19.264"/>
    </inkml:context>
    <inkml:brush xml:id="br0">
      <inkml:brushProperty name="width" value="0.1" units="cm"/>
      <inkml:brushProperty name="height" value="0.1" units="cm"/>
      <inkml:brushProperty name="color" value="#008C3A"/>
    </inkml:brush>
  </inkml:definitions>
  <inkml:trace contextRef="#ctx0" brushRef="#br0">22 60 3681 0 0,'0'-13'31'0'0,"1"10"429"0"0,-1-1 0 0 0,0 0 0 0 0,0 0 0 0 0,0 0 0 0 0,0 0-1 0 0,-1 0 1 0 0,0 1 0 0 0,0-1 0 0 0,0 0 0 0 0,-2-5 0 0 0,-8 43 4428 0 0,9-15-4002 0 0,0 0 0 0 0,1-1-1 0 0,1 1 1 0 0,5 36 0 0 0,21 77 605 0 0,-7-39-898 0 0,6 130 321 0 0,-16-121-2029 0 0,4-1-4629 0 0,-10-79-377 0 0</inkml:trace>
</inkml:ink>
</file>

<file path=ppt/ink/ink9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3:19.646"/>
    </inkml:context>
    <inkml:brush xml:id="br0">
      <inkml:brushProperty name="width" value="0.1" units="cm"/>
      <inkml:brushProperty name="height" value="0.1" units="cm"/>
      <inkml:brushProperty name="color" value="#008C3A"/>
    </inkml:brush>
  </inkml:definitions>
  <inkml:trace contextRef="#ctx0" brushRef="#br0">25 1 2761 0 0,'0'0'160'0'0,"-1"-1"1"0"0,0 1 0 0 0,0 0 0 0 0,1 0 0 0 0,-1 0 0 0 0,0 0-1 0 0,0 0 1 0 0,1 0 0 0 0,-1 0 0 0 0,0 0 0 0 0,0 0 0 0 0,1 1-1 0 0,-1-1 1 0 0,0 0 0 0 0,1 0 0 0 0,-1 1 0 0 0,0-1 0 0 0,1 0-1 0 0,-1 1 1 0 0,0-1 0 0 0,1 1 0 0 0,-1-1 0 0 0,1 1 0 0 0,-1-1-1 0 0,1 1 1 0 0,-1-1 0 0 0,1 1 0 0 0,-1-1 0 0 0,1 1 0 0 0,-1 0-1 0 0,0 1 1 0 0,0 0 263 0 0,1 1 0 0 0,-1 0-1 0 0,0 0 1 0 0,1-1 0 0 0,0 1 0 0 0,-1 0 0 0 0,1 0-1 0 0,0 0 1 0 0,1 3 0 0 0,0 2 384 0 0,0 0 0 0 0,0 1 0 0 0,1-1 0 0 0,1 0 0 0 0,5 15 0 0 0,0-10-437 0 0,0 0 1 0 0,0-1-1 0 0,2 0 0 0 0,-1 0 1 0 0,1-1-1 0 0,1 0 0 0 0,0-1 1 0 0,22 16-1 0 0,-29-23-363 0 0,0 0 1 0 0,0-1-1 0 0,0 0 1 0 0,0 0-1 0 0,0 0 0 0 0,0 0 1 0 0,1-1-1 0 0,-1 0 0 0 0,1 0 1 0 0,-1 0-1 0 0,1 0 0 0 0,-1-1 1 0 0,1 1-1 0 0,-1-1 0 0 0,1 0 1 0 0,-1-1-1 0 0,1 1 0 0 0,0-1 1 0 0,-1 0-1 0 0,0 0 1 0 0,1 0-1 0 0,-1-1 0 0 0,0 0 1 0 0,1 1-1 0 0,-1-2 0 0 0,0 1 1 0 0,0 0-1 0 0,-1-1 0 0 0,1 1 1 0 0,0-1-1 0 0,-1 0 0 0 0,0-1 1 0 0,4-3-1 0 0,-5 5-1 0 0,1-1 0 0 0,-1 0 0 0 0,0-1 0 0 0,0 1 1 0 0,0 0-1 0 0,0-1 0 0 0,0 1 0 0 0,-1-1 0 0 0,0 1 0 0 0,1-1 0 0 0,-1 0 0 0 0,-1 1 0 0 0,1-1 0 0 0,0 0 0 0 0,-1 0 1 0 0,0 0-1 0 0,0 0 0 0 0,0 1 0 0 0,-1-1 0 0 0,1 0 0 0 0,-1 0 0 0 0,0 0 0 0 0,0 1 0 0 0,0-1 0 0 0,0 0 0 0 0,0 1 1 0 0,-1-1-1 0 0,-2-2 0 0 0,2 2-53 0 0,0 0 0 0 0,-1 1 1 0 0,1-1-1 0 0,-1 1 0 0 0,0 0 0 0 0,0 0 1 0 0,0 0-1 0 0,-1 0 0 0 0,1 0 0 0 0,-1 1 1 0 0,1 0-1 0 0,-1 0 0 0 0,0 0 1 0 0,0 0-1 0 0,0 0 0 0 0,0 1 0 0 0,0-1 1 0 0,0 1-1 0 0,0 0 0 0 0,-1 1 0 0 0,1-1 1 0 0,0 1-1 0 0,-1-1 0 0 0,-7 2 1 0 0,2 1-663 0 0,0 0 1 0 0,0 1 0 0 0,0 0 0 0 0,1 0 0 0 0,-1 1 0 0 0,1 0-1 0 0,-17 11 1 0 0,8-2-4587 0 0</inkml:trace>
</inkml:ink>
</file>

<file path=ppt/ink/ink9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3:20.236"/>
    </inkml:context>
    <inkml:brush xml:id="br0">
      <inkml:brushProperty name="width" value="0.1" units="cm"/>
      <inkml:brushProperty name="height" value="0.1" units="cm"/>
      <inkml:brushProperty name="color" value="#008C3A"/>
    </inkml:brush>
  </inkml:definitions>
  <inkml:trace contextRef="#ctx0" brushRef="#br0">110 3 2761 0 0,'-2'-1'335'0'0,"0"1"1"0"0,0-1-1 0 0,-1 1 1 0 0,1 0-1 0 0,0 0 1 0 0,0 0-1 0 0,0 0 1 0 0,-1 0-1 0 0,1 0 1 0 0,0 1-1 0 0,0-1 1 0 0,0 1-1 0 0,0 0 1 0 0,0-1 0 0 0,0 1-1 0 0,0 0 1 0 0,0 0-1 0 0,0 0 1 0 0,0 1-1 0 0,-2 1 1 0 0,0 0-29 0 0,1 1 1 0 0,-1 0 0 0 0,1 0-1 0 0,0 0 1 0 0,0 0-1 0 0,0 1 1 0 0,1-1-1 0 0,-4 8 1 0 0,0 6 121 0 0,0 0-1 0 0,0 1 1 0 0,-4 31 0 0 0,8-33-238 0 0,0-1-1 0 0,1 1 1 0 0,3 31 0 0 0,-2-39-173 0 0,2-1 1 0 0,-1 0-1 0 0,1 0 0 0 0,0 0 0 0 0,1 0 0 0 0,0-1 1 0 0,0 1-1 0 0,0-1 0 0 0,9 14 0 0 0,-11-20-21 0 0,0 0 0 0 0,-1 0-1 0 0,1 0 1 0 0,0 0 0 0 0,0 0-1 0 0,0 0 1 0 0,0 0 0 0 0,0 0-1 0 0,0 0 1 0 0,0-1 0 0 0,0 1-1 0 0,0 0 1 0 0,0 0 0 0 0,0-1-1 0 0,1 1 1 0 0,-1-1 0 0 0,0 1-1 0 0,0-1 1 0 0,1 0 0 0 0,-1 1-1 0 0,0-1 1 0 0,0 0 0 0 0,1 0-1 0 0,-1 0 1 0 0,0 0 0 0 0,1 0-1 0 0,1 0 1 0 0,-1-1-5 0 0,1-1-1 0 0,-1 1 1 0 0,0 0-1 0 0,1-1 1 0 0,-1 1-1 0 0,0-1 1 0 0,0 1-1 0 0,0-1 1 0 0,0 0-1 0 0,0 0 1 0 0,0 0-1 0 0,2-4 1 0 0,3-4 69 0 0,0 0 1 0 0,-1-1-1 0 0,-1 0 1 0 0,8-20-1 0 0,0-34 396 0 0,-11 52-84 0 0,0 0 0 0 0,1 1-1 0 0,0-1 1 0 0,6-14 0 0 0,-9 26-325 0 0,1 1-1 0 0,-1-1 1 0 0,1 0 0 0 0,-1 1 0 0 0,1-1-1 0 0,-1 0 1 0 0,1 1 0 0 0,0-1 0 0 0,-1 1 0 0 0,1-1-1 0 0,0 1 1 0 0,-1-1 0 0 0,1 1 0 0 0,0 0-1 0 0,0-1 1 0 0,-1 1 0 0 0,1 0 0 0 0,0-1 0 0 0,0 1-1 0 0,0 0 1 0 0,-1 0 0 0 0,1 0 0 0 0,0 0 0 0 0,0 0-1 0 0,0 0 1 0 0,0 0 0 0 0,-1 0 0 0 0,1 0-1 0 0,0 0 1 0 0,0 0 0 0 0,0 0 0 0 0,-1 1 0 0 0,1-1-1 0 0,0 0 1 0 0,0 1 0 0 0,-1-1 0 0 0,1 0-1 0 0,0 1 1 0 0,0-1 0 0 0,-1 1 0 0 0,1 0 0 0 0,-1-1-1 0 0,2 2 1 0 0,34 30 509 0 0,-29-25-344 0 0,12 12-125 0 0,0 1 0 0 0,-2 1 0 0 0,0 1 0 0 0,-2 1 0 0 0,0 0 0 0 0,-2 0 0 0 0,-1 2 0 0 0,0-1 0 0 0,-2 2 0 0 0,11 39 0 0 0,-15-44-62 0 0,-2 0-1 0 0,0 0 1 0 0,-2 1 0 0 0,0-1 0 0 0,-1 1 0 0 0,-1-1-1 0 0,-1 1 1 0 0,-1-1 0 0 0,-1 0 0 0 0,-1 0-1 0 0,-1 0 1 0 0,0 0 0 0 0,-17 37 0 0 0,16-46-71 0 0,-1 0 0 0 0,0 0 0 0 0,-1 0 1 0 0,0-1-1 0 0,-1 0 0 0 0,0-1 0 0 0,-1 1 1 0 0,0-2-1 0 0,-1 0 0 0 0,0 0 0 0 0,0-1 1 0 0,-1 0-1 0 0,0-1 0 0 0,0 0 0 0 0,-1-1 1 0 0,1 0-1 0 0,-24 6 0 0 0,11-7-7503 0 0</inkml:trace>
</inkml:ink>
</file>

<file path=ppt/ink/ink9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3:20.806"/>
    </inkml:context>
    <inkml:brush xml:id="br0">
      <inkml:brushProperty name="width" value="0.1" units="cm"/>
      <inkml:brushProperty name="height" value="0.1" units="cm"/>
      <inkml:brushProperty name="color" value="#008C3A"/>
    </inkml:brush>
  </inkml:definitions>
  <inkml:trace contextRef="#ctx0" brushRef="#br0">200 5 9218 0 0,'-5'-4'3857'0'0,"5"4"-3769"0"0,-12 5 1429 0 0,-9 8-242 0 0,3 1-777 0 0,1 1 1 0 0,1 0-1 0 0,1 1 0 0 0,-19 26 0 0 0,26-31-374 0 0,0 0 0 0 0,1 1 1 0 0,0 0-1 0 0,1 0 0 0 0,0 0 0 0 0,1 1 1 0 0,1 0-1 0 0,-5 19 0 0 0,9-29-112 0 0,-1 0 0 0 0,1 1 0 0 0,-1-1 0 0 0,1 0 0 0 0,0 0 0 0 0,1 0 0 0 0,-1 0-1 0 0,0 0 1 0 0,1 0 0 0 0,-1 1 0 0 0,1-1 0 0 0,0 0 0 0 0,0-1 0 0 0,1 1 0 0 0,-1 0 0 0 0,0 0 0 0 0,1 0 0 0 0,3 4-1 0 0,-2-4-38 0 0,0 0 0 0 0,1 0-1 0 0,-1 0 1 0 0,1-1-1 0 0,0 0 1 0 0,-1 1-1 0 0,1-1 1 0 0,0 0-1 0 0,0-1 1 0 0,1 1-1 0 0,7 1 1 0 0,7 0-219 0 0,1 0 0 0 0,-1-1 0 0 0,1-2 0 0 0,31-2 0 0 0,-42 2 173 0 0,-1-1 1 0 0,0 1 0 0 0,0 0 0 0 0,0 1 0 0 0,0 0 0 0 0,0 1 0 0 0,16 4 0 0 0,-22-5 70 0 0,0 0 1 0 0,0 0 0 0 0,-1 0 0 0 0,1 0 0 0 0,0 0 0 0 0,0 1 0 0 0,-1-1-1 0 0,1 1 1 0 0,0-1 0 0 0,-1 1 0 0 0,0 0 0 0 0,1-1 0 0 0,-1 1-1 0 0,0 0 1 0 0,0 0 0 0 0,0 0 0 0 0,0 0 0 0 0,0 0 0 0 0,0 0 0 0 0,-1 0-1 0 0,1 1 1 0 0,-1-1 0 0 0,1 0 0 0 0,-1 0 0 0 0,0 0 0 0 0,0 1 0 0 0,0-1-1 0 0,0 0 1 0 0,0 0 0 0 0,-1 0 0 0 0,1 1 0 0 0,-1-1 0 0 0,-1 3-1 0 0,0 6 143 0 0,-1-1-1 0 0,-1 1 0 0 0,0-1 0 0 0,-1 0 1 0 0,0-1-1 0 0,0 1 0 0 0,-1-1 0 0 0,0 0 1 0 0,-7 9-1 0 0,-28 25-1244 0 0,-4-2-4422 0 0,43-39 5119 0 0</inkml:trace>
</inkml:ink>
</file>

<file path=ppt/ink/ink9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3:21.043"/>
    </inkml:context>
    <inkml:brush xml:id="br0">
      <inkml:brushProperty name="width" value="0.1" units="cm"/>
      <inkml:brushProperty name="height" value="0.1" units="cm"/>
      <inkml:brushProperty name="color" value="#008C3A"/>
    </inkml:brush>
  </inkml:definitions>
  <inkml:trace contextRef="#ctx0" brushRef="#br0">0 1 6449 0 0,'4'7'6677'0'0,"5"12"-4226"0"0,-4 2-875 0 0,-1-1 1 0 0,0 1-1 0 0,1 39 1 0 0,-3-25-3126 0 0,2-1-3419 0 0</inkml:trace>
</inkml:ink>
</file>

<file path=ppt/ink/ink9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3:21.234"/>
    </inkml:context>
    <inkml:brush xml:id="br0">
      <inkml:brushProperty name="width" value="0.1" units="cm"/>
      <inkml:brushProperty name="height" value="0.1" units="cm"/>
      <inkml:brushProperty name="color" value="#008C3A"/>
    </inkml:brush>
  </inkml:definitions>
  <inkml:trace contextRef="#ctx0" brushRef="#br0">6 13 3225 0 0,'-6'-13'5993'0'0,"16"34"-8634"0"0,-5-9 1089 0 0,2 2-16 0 0,1 4 1248 0 0,2 2 240 0 0</inkml:trace>
</inkml:ink>
</file>

<file path=ppt/ink/ink9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3:21.996"/>
    </inkml:context>
    <inkml:brush xml:id="br0">
      <inkml:brushProperty name="width" value="0.1" units="cm"/>
      <inkml:brushProperty name="height" value="0.1" units="cm"/>
      <inkml:brushProperty name="color" value="#008C3A"/>
    </inkml:brush>
  </inkml:definitions>
  <inkml:trace contextRef="#ctx0" brushRef="#br0">299 59 5985 0 0,'-25'-26'616'0'0,"20"22"275"0"0,0 0-1 0 0,0 1 0 0 0,0-1 0 0 0,-1 1 1 0 0,1 0-1 0 0,-9-3 0 0 0,10 5-339 0 0,0 0 0 0 0,0 0 0 0 0,0 0-1 0 0,0 0 1 0 0,0 1 0 0 0,0-1 0 0 0,0 1-1 0 0,0 0 1 0 0,0 1 0 0 0,-7 0 0 0 0,7 0-513 0 0,0 0 0 0 0,0 1 1 0 0,0-1-1 0 0,0 1 1 0 0,0 0-1 0 0,0 0 0 0 0,-3 3 1 0 0,-1 1 103 0 0,0 2 1 0 0,0-1-1 0 0,1 1 1 0 0,0 0-1 0 0,0 1 0 0 0,1-1 1 0 0,0 1-1 0 0,-6 13 1 0 0,-4 9-201 0 0,-13 40 1 0 0,22-53-130 0 0,1 1 1 0 0,-7 31 0 0 0,12-46 68 0 0,1 0 0 0 0,-1 0 1 0 0,1 1-1 0 0,-1-1 1 0 0,1 0-1 0 0,1 1 0 0 0,-1-1 1 0 0,0 0-1 0 0,1 1 0 0 0,0-1 1 0 0,0 0-1 0 0,0 0 1 0 0,1 0-1 0 0,-1 0 0 0 0,1 0 1 0 0,0 0-1 0 0,0 0 0 0 0,4 5 1 0 0,-4-8-58 0 0,0 0 0 0 0,0 1 0 0 0,0-1 0 0 0,0 0 0 0 0,0 0 0 0 0,0 0 0 0 0,0 0 0 0 0,0-1 0 0 0,0 1 0 0 0,0 0 0 0 0,0-1 0 0 0,0 1 0 0 0,1-1 0 0 0,-1 0 0 0 0,0 0 0 0 0,0 0 0 0 0,0 0 0 0 0,1 0 0 0 0,-1-1 0 0 0,0 1 0 0 0,0-1 0 0 0,0 1 0 0 0,1-1 0 0 0,-1 0 0 0 0,0 1 0 0 0,0-1 0 0 0,0 0 0 0 0,0-1 0 0 0,-1 1 0 0 0,4-3 0 0 0,8-4-264 0 0,-1-1 0 0 0,-1 0 0 0 0,13-13 0 0 0,-24 21 446 0 0,58-62 274 0 0,-44 46 651 0 0,0 1-1 0 0,0 1 0 0 0,2 0 1 0 0,0 1-1 0 0,29-21 0 0 0,-44 35-834 0 0,0-1 0 0 0,-1 1-1 0 0,1 0 1 0 0,0-1 0 0 0,-1 1-1 0 0,1 0 1 0 0,0-1-1 0 0,-1 1 1 0 0,1 0 0 0 0,0 0-1 0 0,-1 0 1 0 0,1 0-1 0 0,0 0 1 0 0,0 0 0 0 0,-1 0-1 0 0,1 0 1 0 0,0 0-1 0 0,0 0 1 0 0,-1 0 0 0 0,1 0-1 0 0,0 0 1 0 0,-1 1-1 0 0,1-1 1 0 0,0 0 0 0 0,-1 1-1 0 0,1-1 1 0 0,0 0 0 0 0,0 1-1 0 0,1 1 17 0 0,-1-1 1 0 0,0 1-1 0 0,0-1 0 0 0,0 1 0 0 0,0 0 1 0 0,0 0-1 0 0,0-1 0 0 0,0 1 1 0 0,-1 0-1 0 0,2 4 0 0 0,1 7 30 0 0,-1 1 0 0 0,1 22-1 0 0,-2-24 54 0 0,3 159-841 0 0,-4-129 363 0 0,1-90-137 0 0,12-87-1 0 0,-9 112 470 0 0,1 1 1 0 0,1 0-1 0 0,0 1 1 0 0,2-1 0 0 0,0 1-1 0 0,17-28 1 0 0,-24 46-44 0 0,1 0-1 0 0,-1 0 1 0 0,1 0 0 0 0,0 1 0 0 0,0-1 0 0 0,1 0 0 0 0,-1 1-1 0 0,0 0 1 0 0,1-1 0 0 0,0 1 0 0 0,-1 0 0 0 0,1 0 0 0 0,0 1-1 0 0,0-1 1 0 0,0 1 0 0 0,0-1 0 0 0,0 1 0 0 0,1 0 0 0 0,-1 0-1 0 0,6-1 1 0 0,-6 3 16 0 0,0-1 0 0 0,1 1 0 0 0,-1-1 0 0 0,0 1 0 0 0,0 0 0 0 0,0 0 0 0 0,0 0 0 0 0,0 1 0 0 0,0-1 0 0 0,0 1 0 0 0,-1 0 0 0 0,1 0 0 0 0,0 0 0 0 0,-1 0 0 0 0,0 0 0 0 0,1 0 0 0 0,-1 1 0 0 0,0-1 0 0 0,0 1 0 0 0,0-1 0 0 0,2 6 0 0 0,2 3-34 0 0,-1 0 0 0 0,0 0 0 0 0,-1 0 0 0 0,0 1 0 0 0,-1 0-1 0 0,0-1 1 0 0,-1 1 0 0 0,1 15 0 0 0,-1-10-88 0 0,1 0-1 0 0,1-1 1 0 0,6 21 0 0 0,-10-36 96 0 0,1 0 0 0 0,-1-1 0 0 0,0 1-1 0 0,0 0 1 0 0,1 0 0 0 0,-1 0 0 0 0,0 0 0 0 0,1-1 0 0 0,-1 1 0 0 0,1 0 0 0 0,-1 0 0 0 0,1-1 0 0 0,0 1 0 0 0,-1 0-1 0 0,1-1 1 0 0,0 1 0 0 0,-1-1 0 0 0,1 1 0 0 0,0 0 0 0 0,0-1 0 0 0,-1 0 0 0 0,2 1 0 0 0,-1-1 11 0 0,-1 0 1 0 0,1 0-1 0 0,0-1 1 0 0,-1 1 0 0 0,1 0-1 0 0,0-1 1 0 0,-1 1-1 0 0,1-1 1 0 0,-1 1 0 0 0,1 0-1 0 0,-1-1 1 0 0,1 1-1 0 0,-1-1 1 0 0,1 0-1 0 0,-1 1 1 0 0,1-1 0 0 0,-1 1-1 0 0,0-1 1 0 0,1 0-1 0 0,-1 1 1 0 0,1-2 0 0 0,15-50 623 0 0,-13 40-481 0 0,2-5-64 0 0,1 0 1 0 0,1 1-1 0 0,0 0 0 0 0,1 0 0 0 0,1 1 0 0 0,17-24 0 0 0,-22 35-83 0 0,-1 0 0 0 0,1-1 0 0 0,0 1 0 0 0,0 1 0 0 0,1-1 0 0 0,-1 1 0 0 0,1-1 0 0 0,0 1 0 0 0,0 0 0 0 0,0 1 0 0 0,0-1 0 0 0,0 1 0 0 0,1 0 0 0 0,-1 1 0 0 0,1-1 0 0 0,-1 1 0 0 0,1 0 0 0 0,0 0 0 0 0,-1 1 0 0 0,1 0 0 0 0,0 0 0 0 0,-1 0 0 0 0,1 1 0 0 0,8 1 0 0 0,-10-1-19 0 0,0 0 1 0 0,0 1 0 0 0,-1-1-1 0 0,1 1 1 0 0,0 0-1 0 0,-1 0 1 0 0,1 1-1 0 0,-1-1 1 0 0,0 1 0 0 0,1-1-1 0 0,-1 1 1 0 0,0 0-1 0 0,-1 0 1 0 0,1 0-1 0 0,2 5 1 0 0,4 6-930 0 0,0 1 0 0 0,9 22 0 0 0,1 0-3231 0 0,-11-23-1139 0 0</inkml:trace>
</inkml:ink>
</file>

<file path=ppt/ink/ink9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3:22.599"/>
    </inkml:context>
    <inkml:brush xml:id="br0">
      <inkml:brushProperty name="width" value="0.1" units="cm"/>
      <inkml:brushProperty name="height" value="0.1" units="cm"/>
      <inkml:brushProperty name="color" value="#008C3A"/>
    </inkml:brush>
  </inkml:definitions>
  <inkml:trace contextRef="#ctx0" brushRef="#br0">199 487 2304 0 0,'-2'-3'379'0'0,"-1"1"0"0"0,0-1-1 0 0,0 1 1 0 0,0 0 0 0 0,0 0-1 0 0,0 0 1 0 0,0 0-1 0 0,-1 1 1 0 0,1-1 0 0 0,-1 1-1 0 0,1 0 1 0 0,-1 0-1 0 0,1 0 1 0 0,-1 1 0 0 0,1-1-1 0 0,-1 1 1 0 0,0 0-1 0 0,1 0 1 0 0,-1 0 0 0 0,0 0-1 0 0,1 1 1 0 0,-1-1-1 0 0,0 1 1 0 0,1 0 0 0 0,-1 0-1 0 0,1 0 1 0 0,-1 1-1 0 0,1-1 1 0 0,-6 4 0 0 0,3-1-36 0 0,0 0 0 0 0,0 1 0 0 0,0-1 0 0 0,0 1 0 0 0,1 0 0 0 0,0 1 0 0 0,0-1 0 0 0,0 1 0 0 0,1 0 0 0 0,0 0 0 0 0,0 0 0 0 0,0 1 0 0 0,-4 12 0 0 0,3-5-122 0 0,1 0-1 0 0,1 1 1 0 0,1 0 0 0 0,0-1-1 0 0,0 1 1 0 0,2 28-1 0 0,0-38-187 0 0,1 1-1 0 0,-1-1 1 0 0,1 0-1 0 0,0 0 1 0 0,0 0-1 0 0,0 0 1 0 0,0 0-1 0 0,1 0 0 0 0,0-1 1 0 0,0 1-1 0 0,1 0 1 0 0,-1-1-1 0 0,1 0 1 0 0,0 1-1 0 0,0-1 1 0 0,0 0-1 0 0,1-1 1 0 0,-1 1-1 0 0,1 0 1 0 0,0-1-1 0 0,0 0 1 0 0,0 0-1 0 0,7 3 0 0 0,-8-5-84 0 0,0 0-1 0 0,1 0 1 0 0,-1-1-1 0 0,0 1 1 0 0,1-1-1 0 0,-1 0 1 0 0,1 0-1 0 0,-1 0 1 0 0,1-1-1 0 0,-1 1 1 0 0,1-1-1 0 0,-1 1 1 0 0,0-1-1 0 0,1 0 1 0 0,-1-1-1 0 0,0 1 1 0 0,0-1-1 0 0,0 1 1 0 0,0-1-1 0 0,0 0 1 0 0,0 0-1 0 0,4-4 1 0 0,8-6-658 0 0,-1-1 0 0 0,23-27 0 0 0,-27 28 423 0 0,75-98-2218 0 0,-31 35 762 0 0,-53 74 1709 0 0,0 0 0 0 0,0-1 0 0 0,0 1 0 0 0,0-1 0 0 0,0 1 0 0 0,0 0 1 0 0,0 0-1 0 0,0 0 0 0 0,1 0 0 0 0,-1 0 0 0 0,0 0 0 0 0,1 0 0 0 0,-1 0 0 0 0,1 0 0 0 0,-1 1 0 0 0,1-1 0 0 0,-1 0 0 0 0,1 1 0 0 0,2-1 0 0 0,-3 2 140 0 0,1 0 0 0 0,-1-1 0 0 0,1 1 0 0 0,-1 0 0 0 0,0 0 0 0 0,1 0-1 0 0,-1 1 1 0 0,0-1 0 0 0,0 0 0 0 0,0 0 0 0 0,0 1 0 0 0,0-1 0 0 0,0 1 0 0 0,0-1-1 0 0,-1 1 1 0 0,1-1 0 0 0,1 4 0 0 0,-1-3-37 0 0,0 1 1 0 0,0-1-1 0 0,0 0 0 0 0,0 1 1 0 0,1-1-1 0 0,-1 0 1 0 0,1 0-1 0 0,-1 0 0 0 0,1 0 1 0 0,0 0-1 0 0,0 0 0 0 0,0 0 1 0 0,0-1-1 0 0,0 1 1 0 0,0-1-1 0 0,0 1 0 0 0,1-1 1 0 0,-1 0-1 0 0,0 0 0 0 0,1 0 1 0 0,-1 0-1 0 0,1-1 0 0 0,0 1 1 0 0,-1-1-1 0 0,1 1 1 0 0,-1-1-1 0 0,1 0 0 0 0,0 0 1 0 0,-1 0-1 0 0,1 0 0 0 0,-1 0 1 0 0,1-1-1 0 0,3 0 0 0 0,0-2-199 0 0,-1 1-1 0 0,1-1 1 0 0,-1 0-1 0 0,0 0 1 0 0,0 0-1 0 0,0-1 1 0 0,-1 0-1 0 0,1 0 0 0 0,-1 0 1 0 0,0 0-1 0 0,0-1 1 0 0,0 1-1 0 0,-1-1 1 0 0,3-5-1 0 0,6-11-243 0 0,-2 0-1 0 0,0-1 1 0 0,-2 0 0 0 0,0 0-1 0 0,-2-1 1 0 0,0 0-1 0 0,3-38 1 0 0,0-76-147 0 0,-9 45 3282 0 0,-1 35 965 0 0,-5 103 210 0 0,0-2-3391 0 0,2 18-176 0 0,2 0 0 0 0,3-1 0 0 0,15 103 0 0 0,-11-138-537 0 0,1-1 0 0 0,1 0 0 0 0,1 0 0 0 0,1 0 0 0 0,1-1 0 0 0,1 0 0 0 0,1-1 0 0 0,1-1 0 0 0,1 0 0 0 0,1 0 0 0 0,24 25 0 0 0,-16-25-7532 0 0</inkml:trace>
</inkml:ink>
</file>

<file path=ppt/ink/ink9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3:49.403"/>
    </inkml:context>
    <inkml:brush xml:id="br0">
      <inkml:brushProperty name="width" value="0.1" units="cm"/>
      <inkml:brushProperty name="height" value="0.1" units="cm"/>
      <inkml:brushProperty name="color" value="#008C3A"/>
    </inkml:brush>
  </inkml:definitions>
  <inkml:trace contextRef="#ctx0" brushRef="#br0">224 166 5985 0 0,'-3'-8'570'0'0,"0"1"1"0"0,1-2-1 0 0,0 1 0 0 0,-2-13 0 0 0,-4-20 593 0 0,7 37-991 0 0,-1-1 208 0 0,1-1 0 0 0,-1 1 0 0 0,0-1 0 0 0,0 1 0 0 0,-1 0 1 0 0,1 0-1 0 0,-1 0 0 0 0,0 0 0 0 0,-1 1 0 0 0,1-1 0 0 0,-7-6 0 0 0,9 11-290 0 0,0 0-1 0 0,0 0 0 0 0,0 0 0 0 0,1 0 0 0 0,-1 0 0 0 0,0 0 0 0 0,0 0 0 0 0,0 0 0 0 0,0 1 0 0 0,1-1 0 0 0,-1 0 0 0 0,0 0 0 0 0,0 1 0 0 0,1-1 0 0 0,-1 0 0 0 0,0 1 0 0 0,0-1 0 0 0,1 1 0 0 0,-1-1 0 0 0,0 1 0 0 0,1 0 0 0 0,-1-1 0 0 0,1 1 0 0 0,-1-1 0 0 0,1 1 0 0 0,-1 0 0 0 0,0 1 0 0 0,-15 22 781 0 0,14-20-684 0 0,-17 32 95 0 0,1 1-1 0 0,2 1 1 0 0,1 1-1 0 0,3 1 1 0 0,0-1-1 0 0,3 2 0 0 0,-6 60 1 0 0,9-34-6 0 0,3 1 0 0 0,4-1 1 0 0,15 123-1 0 0,-13-171-161 0 0,0 0 0 0 0,2 0 0 0 0,0 0 0 0 0,1 0 0 0 0,11 25 0 0 0,-14-38-222 0 0,1 0 0 0 0,-1-1 0 0 0,1 1 0 0 0,0-1 0 0 0,1 1-1 0 0,-1-1 1 0 0,1 0 0 0 0,6 5 0 0 0,-7-7-360 0 0,1-1-1 0 0,-1 1 1 0 0,0-1 0 0 0,1 0-1 0 0,-1 0 1 0 0,1 0 0 0 0,0 0-1 0 0,0-1 1 0 0,0 0 0 0 0,-1 0-1 0 0,1 0 1 0 0,8 0 0 0 0,11-1-6091 0 0</inkml:trace>
</inkml:ink>
</file>

<file path=ppt/ink/ink9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3:49.971"/>
    </inkml:context>
    <inkml:brush xml:id="br0">
      <inkml:brushProperty name="width" value="0.1" units="cm"/>
      <inkml:brushProperty name="height" value="0.1" units="cm"/>
      <inkml:brushProperty name="color" value="#008C3A"/>
    </inkml:brush>
  </inkml:definitions>
  <inkml:trace contextRef="#ctx0" brushRef="#br0">129 146 1840 0 0,'0'-19'1393'0'0,"1"6"715"0"0,-1-1 0 0 0,0 1 0 0 0,-1-1 0 0 0,-5-22 0 0 0,6 34-1914 0 0,0 0 0 0 0,-1 1-1 0 0,1-1 1 0 0,-1 0-1 0 0,1 0 1 0 0,-1 1 0 0 0,0-1-1 0 0,0 1 1 0 0,0-1 0 0 0,1 0-1 0 0,-2 1 1 0 0,1 0-1 0 0,0-1 1 0 0,0 1 0 0 0,0 0-1 0 0,-1-1 1 0 0,1 1 0 0 0,-1 0-1 0 0,1 0 1 0 0,-1 0 0 0 0,1 0-1 0 0,-1 0 1 0 0,1 1-1 0 0,-1-1 1 0 0,0 0 0 0 0,0 1-1 0 0,1-1 1 0 0,-1 1 0 0 0,0 0-1 0 0,0-1 1 0 0,0 1-1 0 0,1 0 1 0 0,-1 0 0 0 0,0 0-1 0 0,0 0 1 0 0,0 1 0 0 0,1-1-1 0 0,-1 0 1 0 0,0 1-1 0 0,0-1 1 0 0,1 1 0 0 0,-4 1-1 0 0,1 0-169 0 0,0 1-1 0 0,0-1 0 0 0,0 1 0 0 0,1-1 0 0 0,-1 1 1 0 0,1 0-1 0 0,0 0 0 0 0,0 0 0 0 0,0 1 0 0 0,0-1 1 0 0,1 1-1 0 0,-1 0 0 0 0,1 0 0 0 0,0 0 1 0 0,0 0-1 0 0,0 0 0 0 0,1 0 0 0 0,-1 0 0 0 0,1 1 1 0 0,0-1-1 0 0,0 0 0 0 0,0 7 0 0 0,-1 4 47 0 0,1 0 0 0 0,0 0 0 0 0,2 0 0 0 0,-1 0 0 0 0,5 21 0 0 0,-4-28-70 0 0,1-1 0 0 0,0 0 0 0 0,0 0 0 0 0,0 1 0 0 0,1-1 0 0 0,0 0 0 0 0,1-1 0 0 0,0 1 0 0 0,0-1 0 0 0,0 0 0 0 0,1 1 0 0 0,0-2 0 0 0,0 1 0 0 0,8 6 0 0 0,-8-8 0 0 0,0 0 0 0 0,0-1 0 0 0,0 0 0 0 0,0-1 0 0 0,1 1 0 0 0,-1-1 0 0 0,1 0 0 0 0,0 0 0 0 0,0-1 0 0 0,-1 1 0 0 0,1-1 0 0 0,0 0 0 0 0,0-1 0 0 0,0 0 0 0 0,0 0 0 0 0,0 0 0 0 0,0-1 0 0 0,10-1 0 0 0,8-5-1021 0 0,0 0-1 0 0,36-16 1 0 0,-30 10-779 0 0</inkml:trace>
</inkml:ink>
</file>

<file path=ppt/ink/ink9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3:50.415"/>
    </inkml:context>
    <inkml:brush xml:id="br0">
      <inkml:brushProperty name="width" value="0.1" units="cm"/>
      <inkml:brushProperty name="height" value="0.1" units="cm"/>
      <inkml:brushProperty name="color" value="#008C3A"/>
    </inkml:brush>
  </inkml:definitions>
  <inkml:trace contextRef="#ctx0" brushRef="#br0">43 56 920 0 0,'-3'-2'481'0'0,"-1"0"1"0"0,1-1-1 0 0,0 0 0 0 0,-1 1 1 0 0,1-1-1 0 0,-4-6 0 0 0,5 7 346 0 0,1 0 1 0 0,-1 0-1 0 0,1 0 0 0 0,-1 0 0 0 0,1-1 1 0 0,0 1-1 0 0,0 0 0 0 0,0-1 1 0 0,0 1-1 0 0,0-1 0 0 0,0-4 2107 0 0,9 38 767 0 0,1 15-2702 0 0,16 59-461 0 0,-23-96-533 0 0,2 0-1 0 0,-1 0 0 0 0,1 0 1 0 0,1-1-1 0 0,0 1 1 0 0,0-1-1 0 0,0 0 0 0 0,12 12 1 0 0,-16-19-28 0 0,1 0 0 0 0,-1 0 0 0 0,1 0 0 0 0,-1 0 0 0 0,1 0 0 0 0,0 0 0 0 0,0-1 0 0 0,-1 1 0 0 0,1 0 0 0 0,0-1 0 0 0,0 1 0 0 0,0-1 0 0 0,0 0 0 0 0,0 0 0 0 0,0 0 0 0 0,0 0 0 0 0,0 0 0 0 0,-1 0 0 0 0,1 0 1 0 0,0 0-1 0 0,0-1 0 0 0,0 1 0 0 0,0-1 0 0 0,0 0 0 0 0,-1 1 0 0 0,1-1 0 0 0,0 0 0 0 0,-1 0 0 0 0,1 0 0 0 0,0 0 0 0 0,-1 0 0 0 0,1-1 0 0 0,-1 1 0 0 0,2-2 0 0 0,7-6-1050 0 0,0-1 0 0 0,0 0 0 0 0,12-17 0 0 0,-18 22 322 0 0,6-9-3291 0 0,-1 0-1029 0 0</inkml:trace>
</inkml:ink>
</file>

<file path=ppt/ink/ink9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3:50.718"/>
    </inkml:context>
    <inkml:brush xml:id="br0">
      <inkml:brushProperty name="width" value="0.1" units="cm"/>
      <inkml:brushProperty name="height" value="0.1" units="cm"/>
      <inkml:brushProperty name="color" value="#008C3A"/>
    </inkml:brush>
  </inkml:definitions>
  <inkml:trace contextRef="#ctx0" brushRef="#br0">16 32 1376 0 0,'-16'-32'16896'0'0,"33"43"-14964"0"0,-13-7-1687 0 0,1-1-1 0 0,-1 1 0 0 0,-1 0 0 0 0,1 0 0 0 0,0 0 0 0 0,-1 1 1 0 0,0-1-1 0 0,0 1 0 0 0,3 6 0 0 0,17 48 173 0 0,-18-47-300 0 0,18 61-43 0 0,10 26-109 0 0,-2-38-3248 0 0</inkml:trace>
</inkml:ink>
</file>

<file path=ppt/ink/ink9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3:51.129"/>
    </inkml:context>
    <inkml:brush xml:id="br0">
      <inkml:brushProperty name="width" value="0.1" units="cm"/>
      <inkml:brushProperty name="height" value="0.1" units="cm"/>
      <inkml:brushProperty name="color" value="#008C3A"/>
    </inkml:brush>
  </inkml:definitions>
  <inkml:trace contextRef="#ctx0" brushRef="#br0">1 95 6913 0 0,'0'-3'8802'0'0,"3"6"-7559"0"0,14 11-255 0 0,-1 0-1 0 0,-1 2 1 0 0,15 18-1 0 0,-9-6-907 0 0,0 2 0 0 0,29 58 1 0 0,-56-102 96 0 0,0 1 0 0 0,1-1 0 0 0,0-1 0 0 0,1 1 0 0 0,0 0 0 0 0,2-1 0 0 0,-1 0 0 0 0,1-19 0 0 0,2 24-477 0 0,0 0 0 0 0,1 0 0 0 0,0 0 0 0 0,1-1 0 0 0,0 1 0 0 0,1 1 0 0 0,0-1 0 0 0,0 0 0 0 0,1 1 0 0 0,1-1 0 0 0,-1 1 1 0 0,1 1-1 0 0,9-13 0 0 0,5-2-6504 0 0</inkml:trace>
</inkml:ink>
</file>

<file path=ppt/ink/ink9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3:51.588"/>
    </inkml:context>
    <inkml:brush xml:id="br0">
      <inkml:brushProperty name="width" value="0.1" units="cm"/>
      <inkml:brushProperty name="height" value="0.1" units="cm"/>
      <inkml:brushProperty name="color" value="#008C3A"/>
    </inkml:brush>
  </inkml:definitions>
  <inkml:trace contextRef="#ctx0" brushRef="#br0">20 215 8754 0 0,'-2'0'166'0'0,"1"-1"-1"0"0,0 1 1 0 0,0-1 0 0 0,0 0 0 0 0,0 1-1 0 0,0-1 1 0 0,0 0 0 0 0,0 0 0 0 0,0 0-1 0 0,0 0 1 0 0,0 0 0 0 0,0 0 0 0 0,1 0-1 0 0,-1 0 1 0 0,0 0 0 0 0,1 0 0 0 0,-1-1 0 0 0,1 1-1 0 0,-1 0 1 0 0,1 0 0 0 0,-1 0 0 0 0,1-1-1 0 0,0 1 1 0 0,0 0 0 0 0,0-1 0 0 0,-1 1-1 0 0,1 0 1 0 0,1 0 0 0 0,-1-1 0 0 0,0 1-1 0 0,0 0 1 0 0,0-1 0 0 0,1 1 0 0 0,-1 0-1 0 0,0 0 1 0 0,1-1 0 0 0,0 0 0 0 0,0 0 6 0 0,0 1 0 0 0,1 0 0 0 0,-1-1 0 0 0,0 1 0 0 0,0 0 0 0 0,1 0 1 0 0,-1 0-1 0 0,1 0 0 0 0,-1 0 0 0 0,1 0 0 0 0,-1 1 0 0 0,1-1 0 0 0,-1 0 0 0 0,1 1 1 0 0,0-1-1 0 0,-1 1 0 0 0,1 0 0 0 0,0-1 0 0 0,0 1 0 0 0,-1 0 0 0 0,1 0 0 0 0,0 0 1 0 0,0 0-1 0 0,-1 0 0 0 0,1 1 0 0 0,0-1 0 0 0,-1 0 0 0 0,3 2 0 0 0,2 0-93 0 0,-1 0 0 0 0,1 1 0 0 0,-1 0 0 0 0,0 0 0 0 0,0 1-1 0 0,0 0 1 0 0,0-1 0 0 0,-1 2 0 0 0,1-1 0 0 0,-1 0 0 0 0,0 1-1 0 0,0 0 1 0 0,-1 0 0 0 0,1 0 0 0 0,-1 0 0 0 0,0 1 0 0 0,-1-1 0 0 0,4 9-1 0 0,-1 1 8 0 0,-1-1-1 0 0,0 1 1 0 0,-1-1-1 0 0,0 1 1 0 0,-1 0-1 0 0,0 22 1 0 0,-2-44 72 0 0,-1-9-75 0 0,2 1 1 0 0,0 0 0 0 0,0-1-1 0 0,5-16 1 0 0,1 9-395 0 0,1 2-1 0 0,0-1 1 0 0,2 1 0 0 0,0 0 0 0 0,2 1 0 0 0,0 0-1 0 0,1 1 1 0 0,1 0 0 0 0,1 1 0 0 0,29-27-1 0 0,-21 25-1257 0 0</inkml:trace>
</inkml:ink>
</file>

<file path=ppt/ink/ink9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3:52.874"/>
    </inkml:context>
    <inkml:brush xml:id="br0">
      <inkml:brushProperty name="width" value="0.1" units="cm"/>
      <inkml:brushProperty name="height" value="0.1" units="cm"/>
      <inkml:brushProperty name="color" value="#008C3A"/>
    </inkml:brush>
  </inkml:definitions>
  <inkml:trace contextRef="#ctx0" brushRef="#br0">9 335 2761 0 0,'-8'17'11586'0'0,"8"-15"-11206"0"0,0-2-292 0 0,0 1 1 0 0,0 0 0 0 0,0-1-1 0 0,0 1 1 0 0,0-1 0 0 0,1 1-1 0 0,-1-1 1 0 0,0 1 0 0 0,0-1-1 0 0,0 1 1 0 0,1-1-1 0 0,-1 1 1 0 0,0-1 0 0 0,0 1-1 0 0,1-1 1 0 0,-1 1 0 0 0,1-1-1 0 0,-1 1 1 0 0,0-1 0 0 0,1 0-1 0 0,-1 1 1 0 0,1-1 0 0 0,-1 0-1 0 0,1 1 1 0 0,-1-1 0 0 0,1 0-1 0 0,-1 0 1 0 0,1 1 0 0 0,-1-1-1 0 0,1 0 1 0 0,-1 0 0 0 0,1 0-1 0 0,-1 0 1 0 0,1 0-1 0 0,0 0 1 0 0,-1 0 0 0 0,1 0-1 0 0,-1 0 1 0 0,1 0 0 0 0,-1 0-1 0 0,1 0 1 0 0,-1 0 0 0 0,1 0-1 0 0,0-1 1 0 0,3-1 73 0 0,1-1 1 0 0,-1 1-1 0 0,0-1 0 0 0,0 0 1 0 0,-1 0-1 0 0,1-1 1 0 0,-1 1-1 0 0,0-1 0 0 0,0 0 1 0 0,0 0-1 0 0,4-6 0 0 0,26-53-298 0 0,-30 58 104 0 0,8-18-881 0 0,-2 0 0 0 0,14-48 0 0 0,-21 63 642 0 0,0-1 1 0 0,0 0-1 0 0,-1 0 0 0 0,-1 1 0 0 0,1-1 0 0 0,-1 0 0 0 0,-1 0 0 0 0,1 0 1 0 0,-2 0-1 0 0,1 1 0 0 0,-6-17 0 0 0,7 24 274 0 0,0 0 1 0 0,-1 0-1 0 0,1 1 1 0 0,0-1-1 0 0,0 0 0 0 0,-1 1 1 0 0,1-1-1 0 0,0 1 1 0 0,-1-1-1 0 0,1 0 0 0 0,-1 1 1 0 0,1-1-1 0 0,-1 1 0 0 0,1-1 1 0 0,-1 1-1 0 0,1-1 1 0 0,-1 1-1 0 0,1-1 0 0 0,-1 1 1 0 0,0 0-1 0 0,1-1 0 0 0,-1 1 1 0 0,0 0-1 0 0,1 0 1 0 0,-1-1-1 0 0,0 1 0 0 0,1 0 1 0 0,-1 0-1 0 0,0 0 0 0 0,0 0 1 0 0,-1 0-1 0 0,1 0 4 0 0,-1 1 0 0 0,0 0 0 0 0,1 0 0 0 0,-1 0 0 0 0,0 0 0 0 0,1 0 0 0 0,-1 0 0 0 0,1 0 0 0 0,0 0 0 0 0,-1 0 0 0 0,1 1 0 0 0,-2 1 0 0 0,-3 5-7 0 0,0 0 1 0 0,0 1-1 0 0,-6 13 0 0 0,3-2-182 0 0,1 0 0 0 0,0 1-1 0 0,2 0 1 0 0,-8 41 0 0 0,12-53 156 0 0,1 0 1 0 0,0-1-1 0 0,1 1 1 0 0,0 0-1 0 0,0-1 1 0 0,1 1-1 0 0,0 0 0 0 0,0-1 1 0 0,1 1-1 0 0,0-1 1 0 0,1 1-1 0 0,0-1 1 0 0,0 0-1 0 0,1 0 0 0 0,5 10 1 0 0,-7-16 40 0 0,-1 0 0 0 0,1 0 1 0 0,0 0-1 0 0,0 0 0 0 0,0 0 1 0 0,0 0-1 0 0,0 0 0 0 0,0-1 1 0 0,0 1-1 0 0,0-1 0 0 0,1 1 0 0 0,-1-1 1 0 0,1 0-1 0 0,-1 0 0 0 0,1 0 1 0 0,0 0-1 0 0,-1 0 0 0 0,1-1 1 0 0,0 1-1 0 0,3-1 0 0 0,-1 0 37 0 0,-1-1-1 0 0,1 1 0 0 0,-1-1 0 0 0,1 0 1 0 0,-1-1-1 0 0,1 1 0 0 0,-1-1 1 0 0,0 0-1 0 0,0 0 0 0 0,0 0 1 0 0,5-4-1 0 0,7-6-10 0 0,0-1 1 0 0,-1-1-1 0 0,0 0 1 0 0,14-20-1 0 0,39-53 88 0 0,-26 27 3015 0 0,-42 59-3079 0 0,0 1 0 0 0,0 0 1 0 0,1 0-1 0 0,-1 0 0 0 0,0 0 0 0 0,0 0 0 0 0,1 0 1 0 0,-1 0-1 0 0,0 0 0 0 0,0 0 0 0 0,1-1 1 0 0,-1 1-1 0 0,0 0 0 0 0,0 0 0 0 0,1 1 1 0 0,-1-1-1 0 0,0 0 0 0 0,0 0 0 0 0,1 0 0 0 0,-1 0 1 0 0,0 0-1 0 0,0 0 0 0 0,1 0 0 0 0,-1 0 1 0 0,0 0-1 0 0,0 0 0 0 0,1 1 0 0 0,-1-1 1 0 0,0 0-1 0 0,0 0 0 0 0,0 0 0 0 0,1 0 0 0 0,-1 1 1 0 0,0-1-1 0 0,0 0 0 0 0,0 0 0 0 0,0 1 1 0 0,0-1-1 0 0,0 0 0 0 0,1 0 0 0 0,-1 0 1 0 0,0 1-1 0 0,0-1 0 0 0,0 1 0 0 0,13 21 551 0 0,7 27-864 0 0,-12-15-26 0 0,-7-27 180 0 0,1 0-1 0 0,-1 0 0 0 0,1 0 1 0 0,0-1-1 0 0,1 1 0 0 0,0 0 1 0 0,0-1-1 0 0,5 8 1 0 0,-8-14 84 0 0,1 1 0 0 0,0-1 1 0 0,-1 0-1 0 0,1 0 1 0 0,-1 0-1 0 0,1 1 1 0 0,0-1-1 0 0,-1 0 0 0 0,1 0 1 0 0,0 0-1 0 0,-1 0 1 0 0,1 0-1 0 0,-1 0 0 0 0,1 0 1 0 0,0 0-1 0 0,-1 0 1 0 0,1 0-1 0 0,0 0 1 0 0,-1-1-1 0 0,1 1 0 0 0,-1 0 1 0 0,1 0-1 0 0,0-1 1 0 0,-1 1-1 0 0,1 0 1 0 0,-1-1-1 0 0,1 1 0 0 0,-1 0 1 0 0,1-1-1 0 0,-1 1 1 0 0,1-1-1 0 0,-1 1 0 0 0,0-1 1 0 0,1 1-1 0 0,-1-1 1 0 0,1 1-1 0 0,-1-2 1 0 0,17-21-165 0 0,8-33 246 0 0,-17 37 134 0 0,0 1 1 0 0,0 0-1 0 0,13-18 0 0 0,-19 32-142 0 0,1 1 0 0 0,0-1 0 0 0,-1 1 0 0 0,1 0 0 0 0,0-1 0 0 0,0 2 0 0 0,1-1 0 0 0,-1 0 0 0 0,1 1 0 0 0,-1-1 0 0 0,1 1 0 0 0,0 0 0 0 0,0 0 0 0 0,0 0 0 0 0,0 1 0 0 0,0 0 0 0 0,0-1 0 0 0,1 1 0 0 0,4 0 0 0 0,-5 1-24 0 0,0 0 1 0 0,0 1-1 0 0,0-1 0 0 0,0 1 1 0 0,0 0-1 0 0,0 0 1 0 0,0 1-1 0 0,0-1 1 0 0,0 1-1 0 0,-1 0 1 0 0,1 0-1 0 0,0 0 1 0 0,-1 0-1 0 0,0 0 1 0 0,0 1-1 0 0,0 0 1 0 0,0-1-1 0 0,0 1 1 0 0,0 1-1 0 0,-1-1 0 0 0,1 0 1 0 0,2 5-1 0 0,6 10-139 0 0,-1 0-1 0 0,0 1 0 0 0,7 22 0 0 0,-6-16-310 0 0,21 39-5766 0 0,-24-48 1694 0 0,-2-6 480 0 0</inkml:trace>
</inkml:ink>
</file>

<file path=ppt/ink/ink9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3:53.206"/>
    </inkml:context>
    <inkml:brush xml:id="br0">
      <inkml:brushProperty name="width" value="0.1" units="cm"/>
      <inkml:brushProperty name="height" value="0.1" units="cm"/>
      <inkml:brushProperty name="color" value="#008C3A"/>
    </inkml:brush>
  </inkml:definitions>
  <inkml:trace contextRef="#ctx0" brushRef="#br0">82 4 11979 0 0,'-12'-1'441'0'0,"9"0"243"0"0,0 0 0 0 0,0 1 0 0 0,0-1 0 0 0,0 1 0 0 0,-1 0 0 0 0,1 0 0 0 0,-6 1 0 0 0,8 0-528 0 0,-1-1-1 0 0,1 1 0 0 0,0 0 1 0 0,-1-1-1 0 0,1 1 0 0 0,0 0 1 0 0,0 0-1 0 0,0 0 0 0 0,0 0 1 0 0,0 0-1 0 0,0 0 0 0 0,0 0 0 0 0,0 0 1 0 0,0 0-1 0 0,1 0 0 0 0,-1 1 1 0 0,0-1-1 0 0,1 0 0 0 0,-1 1 1 0 0,1-1-1 0 0,-1 0 0 0 0,1 3 1 0 0,-5 16-25 0 0,1 0 0 0 0,0 0 0 0 0,2 0 0 0 0,0 26 0 0 0,7 85 422 0 0,-3-84-493 0 0,16 137-1991 0 0,-13-153 1260 0 0,2-1 0 0 0,1 1 0 0 0,22 53 1 0 0,-23-67-877 0 0</inkml:trace>
</inkml:ink>
</file>

<file path=ppt/ink/ink9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3:53.412"/>
    </inkml:context>
    <inkml:brush xml:id="br0">
      <inkml:brushProperty name="width" value="0.1" units="cm"/>
      <inkml:brushProperty name="height" value="0.1" units="cm"/>
      <inkml:brushProperty name="color" value="#008C3A"/>
    </inkml:brush>
  </inkml:definitions>
  <inkml:trace contextRef="#ctx0" brushRef="#br0">12 26 5961 0 0,'-11'16'7756'0'0,"12"-16"-7595"0"0,24 1 5486 0 0,-10-3-6193 0 0,95-22 1852 0 0,-59 13-4217 0 0,-26 5-3469 0 0</inkml:trace>
</inkml:ink>
</file>

<file path=ppt/ink/ink9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3:53.713"/>
    </inkml:context>
    <inkml:brush xml:id="br0">
      <inkml:brushProperty name="width" value="0.1" units="cm"/>
      <inkml:brushProperty name="height" value="0.1" units="cm"/>
      <inkml:brushProperty name="color" value="#008C3A"/>
    </inkml:brush>
  </inkml:definitions>
  <inkml:trace contextRef="#ctx0" brushRef="#br0">0 1 6913 0 0,'28'25'8342'0'0,"-7"-6"-5965"0"0,27 31-1 0 0,-27-24-2179 0 0,-2 1-1 0 0,-1 0 1 0 0,-1 2-1 0 0,-2 0 0 0 0,0 1 1 0 0,-2 0-1 0 0,17 61 1 0 0,-24-63-82 0 0,0 0 0 0 0,-2 0 1 0 0,-1 0-1 0 0,-1 0 0 0 0,-2 1 1 0 0,-1-1-1 0 0,-1 0 0 0 0,-1 0 1 0 0,-10 43-1 0 0,1-32-671 0 0,-1 1 0 0 0,-23 46 0 0 0,21-54-6986 0 0</inkml:trace>
</inkml:ink>
</file>

<file path=ppt/ink/ink9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4:03.416"/>
    </inkml:context>
    <inkml:brush xml:id="br0">
      <inkml:brushProperty name="width" value="0.1" units="cm"/>
      <inkml:brushProperty name="height" value="0.1" units="cm"/>
      <inkml:brushProperty name="color" value="#F6630D"/>
    </inkml:brush>
  </inkml:definitions>
  <inkml:trace contextRef="#ctx0" brushRef="#br0">102 159 1376 0 0,'1'-7'547'0'0,"0"1"0"0"0,1 0 0 0 0,0-1 0 0 0,0 1 0 0 0,0 0 0 0 0,6-10 0 0 0,3-11 1575 0 0,3-19 2397 0 0,-10 15 2786 0 0,-21 87-4742 0 0,-4 38-2374 0 0,-14 145 0 0 0,5-24-124 0 0,27-200-118 0 0,-1 11-513 0 0,-1 0 0 0 0,-1-1 0 0 0,-1 0 0 0 0,-13 29-1 0 0,41-114-7112 0 0,-13 43 7695 0 0</inkml:trace>
</inkml:ink>
</file>

<file path=ppt/ink/ink9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4:03.672"/>
    </inkml:context>
    <inkml:brush xml:id="br0">
      <inkml:brushProperty name="width" value="0.1" units="cm"/>
      <inkml:brushProperty name="height" value="0.1" units="cm"/>
      <inkml:brushProperty name="color" value="#F6630D"/>
    </inkml:brush>
  </inkml:definitions>
  <inkml:trace contextRef="#ctx0" brushRef="#br0">1 198 4609 0 0,'14'-67'1331'0'0,"13"-47"6643"0"0,-26 113-7866 0 0,-1 0 1 0 0,1 0-1 0 0,-1 0 1 0 0,1 0-1 0 0,-1 0 1 0 0,1 0-1 0 0,0 0 1 0 0,-1 0-1 0 0,1 0 1 0 0,0 1-1 0 0,0-1 1 0 0,0 0 0 0 0,0 1-1 0 0,0-1 1 0 0,0 0-1 0 0,0 1 1 0 0,0-1-1 0 0,0 1 1 0 0,0 0-1 0 0,0-1 1 0 0,0 1-1 0 0,0 0 1 0 0,0-1-1 0 0,0 1 1 0 0,0 0-1 0 0,0 0 1 0 0,1 0-1 0 0,-1 0 1 0 0,0 0-1 0 0,0 0 1 0 0,0 1 0 0 0,0-1-1 0 0,0 0 1 0 0,0 0-1 0 0,0 1 1 0 0,0-1-1 0 0,0 1 1 0 0,0-1-1 0 0,2 2 1 0 0,5 1 195 0 0,-1 1 0 0 0,0-1 1 0 0,1 2-1 0 0,5 4 0 0 0,0 2-41 0 0,0 0 1 0 0,-1 0-1 0 0,0 2 0 0 0,-1-1 0 0 0,11 18 0 0 0,44 75 292 0 0,-49-77-471 0 0,92 165 12 0 0,-69-108-2699 0 0,-38-80 1456 0 0</inkml:trace>
</inkml:ink>
</file>

<file path=ppt/ink/ink9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4:03.864"/>
    </inkml:context>
    <inkml:brush xml:id="br0">
      <inkml:brushProperty name="width" value="0.1" units="cm"/>
      <inkml:brushProperty name="height" value="0.1" units="cm"/>
      <inkml:brushProperty name="color" value="#F6630D"/>
    </inkml:brush>
  </inkml:definitions>
  <inkml:trace contextRef="#ctx0" brushRef="#br0">31 127 5065 0 0,'-31'-10'7732'0'0,"31"9"-7636"0"0,18-7 3911 0 0,69-24 738 0 0,-1-3-4101 0 0,-2 3-3934 0 0,-63 23-3642 0 0</inkml:trace>
</inkml:ink>
</file>

<file path=ppt/ink/ink9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4:04.196"/>
    </inkml:context>
    <inkml:brush xml:id="br0">
      <inkml:brushProperty name="width" value="0.1" units="cm"/>
      <inkml:brushProperty name="height" value="0.1" units="cm"/>
      <inkml:brushProperty name="color" value="#F6630D"/>
    </inkml:brush>
  </inkml:definitions>
  <inkml:trace contextRef="#ctx0" brushRef="#br0">107 23 7834 0 0,'-1'0'11'0'0,"-45"-18"3099"0"0,42 17-2622 0 0,1 0 1 0 0,0 0 0 0 0,-1 1 0 0 0,1-1 0 0 0,-1 1 0 0 0,1 0 0 0 0,-1 0-1 0 0,1 0 1 0 0,0 0 0 0 0,-1 1 0 0 0,-6 1 0 0 0,9-1-372 0 0,0 0 1 0 0,0 0 0 0 0,0 0-1 0 0,0 0 1 0 0,0 0-1 0 0,1 0 1 0 0,-1 0-1 0 0,0 0 1 0 0,1 0 0 0 0,-1 0-1 0 0,0 0 1 0 0,1 1-1 0 0,0-1 1 0 0,-1 0-1 0 0,1 0 1 0 0,0 1 0 0 0,-1-1-1 0 0,1 0 1 0 0,0 0-1 0 0,0 1 1 0 0,0-1-1 0 0,0 0 1 0 0,0 1 0 0 0,0-1-1 0 0,1 0 1 0 0,0 3-1 0 0,8 38 578 0 0,-8-37-517 0 0,24 83 148 0 0,-8-31 11 0 0,-2 0 0 0 0,8 71 0 0 0,-19-77-730 0 0,-1-18-1024 0 0,1 1 0 0 0,8 34 0 0 0</inkml:trace>
</inkml:ink>
</file>

<file path=ppt/ink/ink9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4:04.629"/>
    </inkml:context>
    <inkml:brush xml:id="br0">
      <inkml:brushProperty name="width" value="0.1" units="cm"/>
      <inkml:brushProperty name="height" value="0.1" units="cm"/>
      <inkml:brushProperty name="color" value="#F6630D"/>
    </inkml:brush>
  </inkml:definitions>
  <inkml:trace contextRef="#ctx0" brushRef="#br0">38 157 4145 0 0,'-8'-21'1944'0'0,"0"-1"0"0"0,1 0 0 0 0,-8-42 0 0 0,16 62-1834 0 0,-1 1-1 0 0,0 0 1 0 0,1 0-1 0 0,-1 0 0 0 0,0 0 1 0 0,1 0-1 0 0,0 0 1 0 0,-1 0-1 0 0,1 0 1 0 0,-1 0-1 0 0,1 0 1 0 0,0 0-1 0 0,0 0 1 0 0,0 1-1 0 0,-1-1 0 0 0,1 0 1 0 0,0 0-1 0 0,0 1 1 0 0,0-1-1 0 0,0 1 1 0 0,0-1-1 0 0,0 1 1 0 0,0-1-1 0 0,0 1 1 0 0,1-1-1 0 0,-1 1 0 0 0,0 0 1 0 0,0 0-1 0 0,0 0 1 0 0,2 0-1 0 0,37-6 1299 0 0,-29 6-1213 0 0,0 1 0 0 0,0 0 0 0 0,0 0 0 0 0,0 1 0 0 0,0 0 0 0 0,0 1 0 0 0,-1 1 0 0 0,1-1 1 0 0,-1 2-1 0 0,0-1 0 0 0,0 1 0 0 0,-1 1 0 0 0,1 0 0 0 0,-1 0 0 0 0,-1 1 0 0 0,15 13 0 0 0,-10-7-202 0 0,-1 1 0 0 0,-1 1 0 0 0,0-1 0 0 0,0 2 1 0 0,-2-1-1 0 0,0 1 0 0 0,0 1 0 0 0,-2 0 0 0 0,8 24 1 0 0,-13-31 30 0 0,0 0-1 0 0,-1 0 1 0 0,-1 0 0 0 0,1-1 0 0 0,-1 1 0 0 0,-1 0 0 0 0,0 0 0 0 0,0 0 0 0 0,-1 0 0 0 0,0 0 0 0 0,-1-1 0 0 0,0 1 0 0 0,-1-1-1 0 0,0 0 1 0 0,-5 10 0 0 0,-7 9 257 0 0,0 0 0 0 0,-2-1 1 0 0,-28 32-1 0 0,37-49-217 0 0,0 0 0 0 0,0-1 1 0 0,-20 16-1 0 0,26-23-133 0 0,0 0-1 0 0,0 0 1 0 0,0 0 0 0 0,0 0 0 0 0,0 0-1 0 0,-1-1 1 0 0,1 1 0 0 0,-1-1-1 0 0,1 0 1 0 0,-1 0 0 0 0,0 0 0 0 0,1-1-1 0 0,-1 1 1 0 0,0-1 0 0 0,1 0 0 0 0,-1 0-1 0 0,0 0 1 0 0,-5-1 0 0 0,8 1-50 0 0,1 0 1 0 0,-1-1-1 0 0,1 1 1 0 0,-1 0-1 0 0,0 0 1 0 0,1 0-1 0 0,-1 0 1 0 0,1-1-1 0 0,-1 1 1 0 0,0 0-1 0 0,1-1 1 0 0,-1 1-1 0 0,1-1 1 0 0,-1 1-1 0 0,1 0 1 0 0,-1-1-1 0 0,1 1 1 0 0,0-1-1 0 0,-1 1 1 0 0,1-1-1 0 0,0 1 1 0 0,-1-1-1 0 0,1 0 1 0 0,0 1-1 0 0,-1-1 1 0 0,1 1-1 0 0,0-1 1 0 0,0 0-1 0 0,0 1 1 0 0,0-1-1 0 0,0 1 1 0 0,0-1-1 0 0,0 0 1 0 0,0 1-1 0 0,0-1 1 0 0,0 0-1 0 0,0 1 1 0 0,0-1-1 0 0,0 1 1 0 0,0-1-1 0 0,1-1 1 0 0</inkml:trace>
</inkml:ink>
</file>

<file path=ppt/ink/ink9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4:05.117"/>
    </inkml:context>
    <inkml:brush xml:id="br0">
      <inkml:brushProperty name="width" value="0.1" units="cm"/>
      <inkml:brushProperty name="height" value="0.1" units="cm"/>
      <inkml:brushProperty name="color" value="#F6630D"/>
    </inkml:brush>
  </inkml:definitions>
  <inkml:trace contextRef="#ctx0" brushRef="#br0">260 98 2761 0 0,'0'-4'483'0'0,"0"0"1"0"0,-1 0 0 0 0,1 0 0 0 0,-1 0 0 0 0,1 0 0 0 0,-1 0 0 0 0,-1 0-1 0 0,1 0 1 0 0,0 0 0 0 0,-1 0 0 0 0,0 1 0 0 0,0-1 0 0 0,0 1 0 0 0,0-1-1 0 0,-1 1 1 0 0,1 0 0 0 0,-1 0 0 0 0,0 0 0 0 0,0 0 0 0 0,0 0 0 0 0,0 1-1 0 0,-1-1 1 0 0,1 1 0 0 0,-1 0 0 0 0,1 0 0 0 0,-1 0 0 0 0,0 0 0 0 0,1 1-1 0 0,-1 0 1 0 0,0 0 0 0 0,0 0 0 0 0,-8-1 0 0 0,8 2-335 0 0,-1 0 1 0 0,1 0-1 0 0,0 0 1 0 0,0 1-1 0 0,-1-1 0 0 0,1 1 1 0 0,0 0-1 0 0,0 1 1 0 0,0-1-1 0 0,0 1 1 0 0,0 0-1 0 0,1-1 0 0 0,-1 2 1 0 0,0-1-1 0 0,1 0 1 0 0,-1 1-1 0 0,1 0 1 0 0,0-1-1 0 0,0 1 0 0 0,0 1 1 0 0,-3 3-1 0 0,-4 7-93 0 0,2 0 0 0 0,0 1 0 0 0,0-1 0 0 0,1 1 0 0 0,1 1 0 0 0,-5 17 0 0 0,3-2-122 0 0,1 0 1 0 0,-4 39-1 0 0,9-52 46 0 0,1 1 0 0 0,1-1-1 0 0,0 1 1 0 0,1 0 0 0 0,1-1 0 0 0,1 0 0 0 0,0 1-1 0 0,7 19 1 0 0,-6-28-21 0 0,0 1-1 0 0,1-1 1 0 0,0-1-1 0 0,1 1 1 0 0,0-1-1 0 0,0 0 1 0 0,1 0-1 0 0,0-1 1 0 0,1 0-1 0 0,0 0 1 0 0,0 0-1 0 0,0-1 1 0 0,1-1 0 0 0,0 1-1 0 0,11 4 1 0 0,-1-1 100 0 0,0-2 1 0 0,0 0 0 0 0,1-1 0 0 0,-1-1 0 0 0,2-1 0 0 0,-1-1-1 0 0,1-1 1 0 0,-1 0 0 0 0,26-1 0 0 0,-30-2 54 0 0,0-1 0 0 0,0 0 0 0 0,0 0 0 0 0,0-2 0 0 0,0 0 0 0 0,-1-1 0 0 0,1-1 0 0 0,-1 0 0 0 0,0-1 0 0 0,-1-1 0 0 0,1 0 0 0 0,18-12 0 0 0,-30 16-630 0 0,13-11 1567 0 0</inkml:trace>
</inkml:ink>
</file>

<file path=ppt/ink/ink9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4:01.115"/>
    </inkml:context>
    <inkml:brush xml:id="br0">
      <inkml:brushProperty name="width" value="0.1" units="cm"/>
      <inkml:brushProperty name="height" value="0.1" units="cm"/>
      <inkml:brushProperty name="color" value="#F6630D"/>
    </inkml:brush>
  </inkml:definitions>
  <inkml:trace contextRef="#ctx0" brushRef="#br0">187 51 6449 0 0,'-38'-8'428'0'0,"12"4"717"0"0,1-2-1 0 0,1 0 1 0 0,-1-2 0 0 0,-24-11 0 0 0,77 30-493 0 0,-1-2 1 0 0,35 7-1 0 0,-50-13-567 0 0,92 21 299 0 0,2-4 0 0 0,0-5 0 0 0,1-5 0 0 0,111-3 1 0 0,444-36-2610 0 0,-607 28 971 0 0,1 2 0 0 0,63 9 0 0 0,-99-7 103 0 0</inkml:trace>
</inkml:ink>
</file>

<file path=ppt/ink/ink9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4:02.040"/>
    </inkml:context>
    <inkml:brush xml:id="br0">
      <inkml:brushProperty name="width" value="0.1" units="cm"/>
      <inkml:brushProperty name="height" value="0.1" units="cm"/>
      <inkml:brushProperty name="color" value="#F6630D"/>
    </inkml:brush>
  </inkml:definitions>
  <inkml:trace contextRef="#ctx0" brushRef="#br0">1600 1 4609 0 0,'-4'0'322'0'0,"-1"0"-1"0"0,1 0 1 0 0,0 1 0 0 0,-1-1-1 0 0,1 1 1 0 0,0 0 0 0 0,0 0-1 0 0,0 1 1 0 0,0-1 0 0 0,0 1 0 0 0,0 0-1 0 0,0 0 1 0 0,1 0 0 0 0,-1 1-1 0 0,1-1 1 0 0,-1 1 0 0 0,1 0-1 0 0,0 0 1 0 0,0 0 0 0 0,0 0-1 0 0,1 0 1 0 0,-1 1 0 0 0,-2 4 0 0 0,2-2 166 0 0,0 0 0 0 0,1 0 0 0 0,0 1 0 0 0,0-1 0 0 0,0 1 1 0 0,1-1-1 0 0,0 1 0 0 0,0 0 0 0 0,0-1 0 0 0,1 1 1 0 0,0 0-1 0 0,1 0 0 0 0,2 13 0 0 0,5 14 178 0 0,2 0 0 0 0,18 39 0 0 0,9 34-437 0 0,69 460-126 0 0,-70-324-80 0 0,83 409 70 0 0,-57-317-58 0 0,-9-72 7 0 0,29 181 76 0 0,1-51-73 0 0,0 8 123 0 0,-79-375-157 0 0,-2 1 0 0 0,-1-1 1 0 0,-2 0-1 0 0,0 0 0 0 0,-2 0 0 0 0,0 0 0 0 0,-2 0 0 0 0,-1 0 0 0 0,-1-1 1 0 0,-17 41-1 0 0,23-63-16 0 0,-9 26-119 0 0,9-27 119 0 0,1-1 1 0 0,-1 0-1 0 0,1 0 0 0 0,0 1 0 0 0,0-1 0 0 0,-1 1 1 0 0,1-1-1 0 0,0 0 0 0 0,0 1 0 0 0,1-1 0 0 0,-1 0 1 0 0,0 1-1 0 0,0-1 0 0 0,1 0 0 0 0,-1 1 0 0 0,0-1 1 0 0,1 0-1 0 0,0 0 0 0 0,-1 1 0 0 0,2 0 596 0 0,-15-1-540 0 0,1 1 0 0 0,0 0 0 0 0,-1 0 0 0 0,1 2 0 0 0,-14 4 0 0 0,-41 10 125 0 0,-58-7 130 0 0,-236-9-1 0 0,298-4-288 0 0,-119-11-81 0 0,-237-48-1 0 0,134 15 30 0 0,44 25 39 0 0,61 7-24 0 0,134 11-136 0 0,31 3-364 0 0,0-1 1 0 0,0-1-1 0 0,-1 0 1 0 0,-18-6-1 0 0</inkml:trace>
</inkml:ink>
</file>

<file path=ppt/ink/ink9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4:02.705"/>
    </inkml:context>
    <inkml:brush xml:id="br0">
      <inkml:brushProperty name="width" value="0.1" units="cm"/>
      <inkml:brushProperty name="height" value="0.1" units="cm"/>
      <inkml:brushProperty name="color" value="#F6630D"/>
    </inkml:brush>
  </inkml:definitions>
  <inkml:trace contextRef="#ctx0" brushRef="#br0">19 9 7370 0 0,'-2'-3'313'0'0,"2"3"-225"0"0,0 0 0 0 0,0-1 0 0 0,0 1 0 0 0,0 0 0 0 0,-1-1 0 0 0,1 1 0 0 0,0 0 0 0 0,0 0 0 0 0,0-1 0 0 0,0 1 0 0 0,-1 0 0 0 0,1 0 0 0 0,0-1 0 0 0,0 1 0 0 0,-1 0 0 0 0,1 0 0 0 0,0 0 0 0 0,-1-1 0 0 0,1 1 0 0 0,0 0 0 0 0,0 0 0 0 0,-1 0 0 0 0,1 0 0 0 0,0 0 0 0 0,-1 0 0 0 0,1 0 0 0 0,0-1 0 0 0,-1 1 0 0 0,1 0 0 0 0,0 0 0 0 0,-1 0 0 0 0,1 1 0 0 0,0-1 0 0 0,-1 0 0 0 0,1 0 0 0 0,0 0 0 0 0,-1 0 0 0 0,1 0 0 0 0,-4 3 1581 0 0,4 1-1133 0 0,-2 13 198 0 0,2 1 1 0 0,0-1-1 0 0,1 0 0 0 0,4 26 1 0 0,21 74 1224 0 0,-3-17-1187 0 0,20 358-340 0 0,-37-311-267 0 0,36 194-1 0 0,1-133-132 0 0,60 385 152 0 0,3 594 1937 0 0,-99-1120-1974 0 0,19 403 1037 0 0,-26-460-1319 0 0,0-4-2 0 0,0-1 0 0 0,0 0 1 0 0,0 0-1 0 0,0 0 0 0 0,-1 0 1 0 0,0 0-1 0 0,0 0 0 0 0,0 0 1 0 0,-1 0-1 0 0,1 0 0 0 0,-4 5 1 0 0</inkml:trace>
</inkml:ink>
</file>

<file path=ppt/ink/ink9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4:14.915"/>
    </inkml:context>
    <inkml:brush xml:id="br0">
      <inkml:brushProperty name="width" value="0.1" units="cm"/>
      <inkml:brushProperty name="height" value="0.1" units="cm"/>
      <inkml:brushProperty name="color" value="#F6630D"/>
    </inkml:brush>
  </inkml:definitions>
  <inkml:trace contextRef="#ctx0" brushRef="#br0">328 124 1376 0 0,'-18'0'476'0'0,"-4"-1"372"0"0,-1 1 0 0 0,0 0 0 0 0,1 2 0 0 0,0 1 0 0 0,-1 1 0 0 0,1 1 0 0 0,-27 9 1 0 0,36-9-406 0 0,5-2 44 0 0,0 0 0 0 0,0 0 0 0 0,0 0 1 0 0,0 1-1 0 0,1 0 0 0 0,0 0 0 0 0,0 1 0 0 0,0 0 1 0 0,1 1-1 0 0,-10 8 0 0 0,16-14-454 0 0,0 0 0 0 0,0 1 0 0 0,0-1 0 0 0,0 0 0 0 0,0 0 0 0 0,0 1 0 0 0,-1-1-1 0 0,1 0 1 0 0,0 0 0 0 0,0 1 0 0 0,0-1 0 0 0,0 0 0 0 0,0 1 0 0 0,0-1 0 0 0,0 0 0 0 0,0 1 0 0 0,0-1 0 0 0,0 0 0 0 0,0 0-1 0 0,1 1 1 0 0,-1-1 0 0 0,0 0 0 0 0,0 0 0 0 0,0 1 0 0 0,0-1 0 0 0,0 0 0 0 0,0 1 0 0 0,1-1 0 0 0,-1 0 0 0 0,0 0 0 0 0,0 0 0 0 0,0 1-1 0 0,1-1 1 0 0,-1 0 0 0 0,0 0 0 0 0,0 0 0 0 0,1 0 0 0 0,-1 1 0 0 0,0-1 0 0 0,0 0 0 0 0,1 0 0 0 0,-1 0 0 0 0,0 0 0 0 0,0 0-1 0 0,1 0 1 0 0,-1 0 0 0 0,0 0 0 0 0,1 0 0 0 0,-1 0 0 0 0,0 0 0 0 0,1 0 0 0 0,-1 0 0 0 0,0 0 0 0 0,0 0 0 0 0,1 0 0 0 0,-1 0 0 0 0,0 0-1 0 0,1 0 1 0 0,-1 0 0 0 0,1-1 0 0 0,24 0 918 0 0,-22 1-800 0 0,417-46 3070 0 0,-189 25-3112 0 0,765-87 1033 0 0,-857 89-786 0 0,181-3 0 0 0,-310 22-356 0 0,-6-1 0 0 0,0 1 0 0 0,0 0 0 0 0,0 0 0 0 0,0 0 0 0 0,0 1 0 0 0,6 1 0 0 0</inkml:trace>
</inkml:ink>
</file>

<file path=ppt/ink/ink9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4:15.355"/>
    </inkml:context>
    <inkml:brush xml:id="br0">
      <inkml:brushProperty name="width" value="0.1" units="cm"/>
      <inkml:brushProperty name="height" value="0.1" units="cm"/>
      <inkml:brushProperty name="color" value="#F6630D"/>
    </inkml:brush>
  </inkml:definitions>
  <inkml:trace contextRef="#ctx0" brushRef="#br0">136 84 4145 0 0,'-15'-15'3365'0'0,"-31"-24"-1"0"0,41 35-2623 0 0,0 1 0 0 0,0 0-1 0 0,0 0 1 0 0,0 0 0 0 0,0 1 0 0 0,-1 0-1 0 0,1 0 1 0 0,-1 0 0 0 0,1 0-1 0 0,-1 1 1 0 0,-11-1 0 0 0,32 14 858 0 0,7 0-1522 0 0,8 5 12 0 0,-1 1-1 0 0,-1 2 0 0 0,0 1 0 0 0,-2 1 1 0 0,27 29-1 0 0,18 14 20 0 0,-49-48-84 0 0,28 25 95 0 0,-47-39-113 0 0,-1-1 0 0 0,0 0 0 0 0,0 1 0 0 0,0 0 0 0 0,0-1 0 0 0,0 1 0 0 0,0 0 0 0 0,-1 0 1 0 0,1 0-1 0 0,-1 0 0 0 0,0 0 0 0 0,0 0 0 0 0,0 1 0 0 0,0-1 0 0 0,0 4 0 0 0,-2-2 22 0 0,1-1-1 0 0,-1 1 1 0 0,0 0 0 0 0,-1-1 0 0 0,1 1-1 0 0,-1-1 1 0 0,1 1 0 0 0,-2-1 0 0 0,1 0-1 0 0,0 0 1 0 0,-4 5 0 0 0,-35 42 104 0 0,30-38-101 0 0,-28 28-409 0 0,-1-2-1 0 0,-56 42 1 0 0,83-70-776 0 0</inkml:trace>
</inkml:ink>
</file>

<file path=ppt/ink/ink9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4:16.100"/>
    </inkml:context>
    <inkml:brush xml:id="br0">
      <inkml:brushProperty name="width" value="0.1" units="cm"/>
      <inkml:brushProperty name="height" value="0.1" units="cm"/>
      <inkml:brushProperty name="color" value="#F6630D"/>
    </inkml:brush>
  </inkml:definitions>
  <inkml:trace contextRef="#ctx0" brushRef="#br0">86 43 3225 0 0,'9'-9'1124'0'0,"-5"5"-472"0"0,0-1 0 0 0,0 1-1 0 0,0 0 1 0 0,1 1 0 0 0,0-1-1 0 0,-1 1 1 0 0,1 0 0 0 0,0 0 0 0 0,6 4 3278 0 0,-23 30-2408 0 0,-66 135 510 0 0,65-134-1963 0 0,2 1 1 0 0,0 0 0 0 0,-6 45-1 0 0,15-70 28 0 0,1 0 0 0 0,1 1 0 0 0,-1-1 0 0 0,1 0 0 0 0,1 0 0 0 0,0 0 0 0 0,0 0 0 0 0,0 0 0 0 0,1 0-1 0 0,0 0 1 0 0,1 0 0 0 0,0 0 0 0 0,0-1 0 0 0,0 1 0 0 0,1-1 0 0 0,0 0 0 0 0,1 0 0 0 0,-1-1 0 0 0,1 1 0 0 0,1-1 0 0 0,-1 0 0 0 0,1 0-1 0 0,0-1 1 0 0,0 0 0 0 0,1 0 0 0 0,0 0 0 0 0,0-1 0 0 0,0 0 0 0 0,0 0 0 0 0,12 4 0 0 0,61 20 860 0 0,-61-23-880 0 0,-1 0 0 0 0,0 2-1 0 0,-1 0 1 0 0,1 1 0 0 0,-1 0 0 0 0,23 17 0 0 0,-27-13-659 0 0,-10-9-84 0 0</inkml:trace>
</inkml:ink>
</file>

<file path=ppt/ink/ink9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4:20.531"/>
    </inkml:context>
    <inkml:brush xml:id="br0">
      <inkml:brushProperty name="width" value="0.1" units="cm"/>
      <inkml:brushProperty name="height" value="0.1" units="cm"/>
      <inkml:brushProperty name="color" value="#F6630D"/>
    </inkml:brush>
  </inkml:definitions>
  <inkml:trace contextRef="#ctx0" brushRef="#br0">33 85 5529 0 0,'-13'-29'3628'0'0,"10"23"-2698"0"0,0 1 0 0 0,0-1 1 0 0,1 0-1 0 0,0 0 1 0 0,0 0-1 0 0,0 0 0 0 0,0-8 1 0 0,17 37 2776 0 0,-10-3-3411 0 0,-1 0 0 0 0,-1 0 0 0 0,-1 0 0 0 0,-1 0 0 0 0,-1 0 0 0 0,-3 29 0 0 0,1-15-561 0 0,3 38 0 0 0,0-62-140 0 0,0 0 1 0 0,1 0-1 0 0,0 0 0 0 0,0 0 0 0 0,1 0 1 0 0,1-1-1 0 0,-1 1 0 0 0,7 9 1 0 0</inkml:trace>
</inkml:ink>
</file>

<file path=ppt/ink/ink9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4:20.801"/>
    </inkml:context>
    <inkml:brush xml:id="br0">
      <inkml:brushProperty name="width" value="0.1" units="cm"/>
      <inkml:brushProperty name="height" value="0.1" units="cm"/>
      <inkml:brushProperty name="color" value="#F6630D"/>
    </inkml:brush>
  </inkml:definitions>
  <inkml:trace contextRef="#ctx0" brushRef="#br0">0 65 2761 0 0,'4'-4'196'0'0,"0"1"1"0"0,0 0-1 0 0,0 0 1 0 0,0 0-1 0 0,0 1 1 0 0,1-1 0 0 0,-1 1-1 0 0,1 0 1 0 0,8-2-1 0 0,-3 0 308 0 0,6-2 284 0 0,1 0 0 0 0,-1 1-1 0 0,1 1 1 0 0,0 0-1 0 0,0 1 1 0 0,1 1-1 0 0,-1 1 1 0 0,1 1-1 0 0,27 2 1 0 0,-36-1-563 0 0,0 0 1 0 0,1 1 0 0 0,-1 0-1 0 0,0 0 1 0 0,0 1 0 0 0,-1 1-1 0 0,1-1 1 0 0,0 1-1 0 0,-1 1 1 0 0,0-1 0 0 0,0 1-1 0 0,-1 1 1 0 0,1 0 0 0 0,-1 0-1 0 0,0 0 1 0 0,-1 1 0 0 0,1 0-1 0 0,-1 0 1 0 0,7 12-1 0 0,-10-15-198 0 0,-1 1 0 0 0,0-1 0 0 0,-1 0 0 0 0,1 0 0 0 0,-1 1-1 0 0,0-1 1 0 0,0 1 0 0 0,0-1 0 0 0,0 1 0 0 0,-1-1 0 0 0,0 1 0 0 0,0-1-1 0 0,0 1 1 0 0,-2 8 0 0 0,0-5 3 0 0,0-1-1 0 0,0 1 1 0 0,-1-1-1 0 0,0 0 1 0 0,-1 0 0 0 0,1 0-1 0 0,-1 0 1 0 0,-6 6-1 0 0,-3 3 94 0 0,0-1 0 0 0,-2 0 0 0 0,1-2 0 0 0,-2 0-1 0 0,-31 22 1 0 0,2-9-780 0 0,25-17-4243 0 0</inkml:trace>
</inkml:ink>
</file>

<file path=ppt/ink/ink9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4:21.030"/>
    </inkml:context>
    <inkml:brush xml:id="br0">
      <inkml:brushProperty name="width" value="0.1" units="cm"/>
      <inkml:brushProperty name="height" value="0.1" units="cm"/>
      <inkml:brushProperty name="color" value="#F6630D"/>
    </inkml:brush>
  </inkml:definitions>
  <inkml:trace contextRef="#ctx0" brushRef="#br0">0 0 3681 0 0,'4'0'506'0'0,"-1"1"0"0"0,1-1 0 0 0,-1 0 1 0 0,0 1-1 0 0,1 0 0 0 0,-1 0 0 0 0,0 0 0 0 0,1 0 1 0 0,-1 1-1 0 0,0-1 0 0 0,0 1 0 0 0,0 0 0 0 0,0 0 1 0 0,4 3-1 0 0,-2 0-53 0 0,-1 0 1 0 0,1 0-1 0 0,-1 0 1 0 0,0 1-1 0 0,0-1 1 0 0,6 13-1 0 0,-2 0-124 0 0,-1 1-1 0 0,-1-1 1 0 0,0 1 0 0 0,3 23-1 0 0,2 32-509 0 0,-10-42-2403 0 0</inkml:trace>
</inkml:ink>
</file>

<file path=ppt/ink/ink9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4:21.197"/>
    </inkml:context>
    <inkml:brush xml:id="br0">
      <inkml:brushProperty name="width" value="0.1" units="cm"/>
      <inkml:brushProperty name="height" value="0.1" units="cm"/>
      <inkml:brushProperty name="color" value="#F6630D"/>
    </inkml:brush>
  </inkml:definitions>
  <inkml:trace contextRef="#ctx0" brushRef="#br0">0 120 6913 0 0,'3'-60'1442'0'0,"4"0"4258"0"0,-3 66-7540 0 0,0 15 2116 0 0,-3-18-422 0 0,2 10 60 0 0</inkml:trace>
</inkml:ink>
</file>

<file path=ppt/ink/ink9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4:21.659"/>
    </inkml:context>
    <inkml:brush xml:id="br0">
      <inkml:brushProperty name="width" value="0.1" units="cm"/>
      <inkml:brushProperty name="height" value="0.1" units="cm"/>
      <inkml:brushProperty name="color" value="#F6630D"/>
    </inkml:brush>
  </inkml:definitions>
  <inkml:trace contextRef="#ctx0" brushRef="#br0">180 7 2304 0 0,'8'-7'6365'0'0,"-28"15"-3449"0"0,2 1-888 0 0,-34 22 0 0 0,34-17-1576 0 0,0 0 0 0 0,1 1 0 0 0,-20 21 0 0 0,36-36-449 0 0,1 0-1 0 0,-1 1 1 0 0,1-1 0 0 0,0 0-1 0 0,-1 1 1 0 0,1-1-1 0 0,-1 0 1 0 0,1 1 0 0 0,0-1-1 0 0,-1 1 1 0 0,1-1-1 0 0,0 0 1 0 0,-1 1 0 0 0,1-1-1 0 0,0 1 1 0 0,-1-1-1 0 0,1 1 1 0 0,0-1 0 0 0,0 1-1 0 0,0-1 1 0 0,0 1 0 0 0,-1-1-1 0 0,1 1 1 0 0,0-1-1 0 0,0 1 1 0 0,0 0 0 0 0,0-1-1 0 0,0 1 1 0 0,0-1-1 0 0,1 1 1 0 0,-1 0 0 0 0,17-4-348 0 0,24-17-457 0 0,-8-2 181 0 0,-26 16 545 0 0,1 0-1 0 0,-1 1 0 0 0,1 0 1 0 0,0 1-1 0 0,0-1 1 0 0,1 2-1 0 0,-1-1 0 0 0,1 1 1 0 0,0 0-1 0 0,0 1 0 0 0,10-2 1 0 0,-16 5 123 0 0,-1-1-1 0 0,1 1 1 0 0,-1 0 0 0 0,0 0-1 0 0,1 0 1 0 0,-1 0 0 0 0,0 0 0 0 0,0 0-1 0 0,0 1 1 0 0,0-1 0 0 0,0 1-1 0 0,0 0 1 0 0,0-1 0 0 0,0 1 0 0 0,-1 0-1 0 0,1 0 1 0 0,0 0 0 0 0,-1 0 0 0 0,0 1-1 0 0,0-1 1 0 0,1 0 0 0 0,-1 0-1 0 0,-1 1 1 0 0,1-1 0 0 0,0 1 0 0 0,0 2-1 0 0,4 10 294 0 0,-1 1 0 0 0,3 26 0 0 0,-7-42-333 0 0,1 12 44 0 0,0 0 0 0 0,-1 0 0 0 0,0 0-1 0 0,0 0 1 0 0,-2 0 0 0 0,1 0 0 0 0,-2 0-1 0 0,0-1 1 0 0,0 1 0 0 0,-5 12 0 0 0,4-17-42 0 0,1 1 0 0 0,-1 0 1 0 0,-1-1-1 0 0,1 0 1 0 0,-1 0-1 0 0,0 0 0 0 0,-1-1 1 0 0,0 0-1 0 0,0 0 0 0 0,0 0 1 0 0,-1 0-1 0 0,1-1 0 0 0,-1 0 1 0 0,-15 7-1 0 0,21-11-45 0 0,-1-1 0 0 0,1 1-1 0 0,0 0 1 0 0,-1-1 0 0 0,1 0-1 0 0,-1 1 1 0 0,1-1 0 0 0,0 0 0 0 0,-1 1-1 0 0,1-1 1 0 0,-1 0 0 0 0,1 0 0 0 0,-1 0-1 0 0,1 0 1 0 0,-1-1 0 0 0,-1 1-1 0 0,3-1 2 0 0,-1 1 0 0 0,0 0 0 0 0,0-1 0 0 0,1 1 0 0 0,-1-1 0 0 0,1 1 0 0 0,-1-1 0 0 0,0 1-1 0 0,1-1 1 0 0,-1 0 0 0 0,1 1 0 0 0,-1-1 0 0 0,1 0 0 0 0,-1 1 0 0 0,1-1 0 0 0,0 0 0 0 0,-1 0 0 0 0,1 1-1 0 0,0-1 1 0 0,-1-1 0 0 0,1-2-168 0 0,0 1-1 0 0,0 0 1 0 0,0 0-1 0 0,0 0 1 0 0,0-1-1 0 0,0 1 1 0 0,1 0-1 0 0,0 0 1 0 0,-1 0-1 0 0,1 0 1 0 0,0 0-1 0 0,3-5 1 0 0,3-4-4813 0 0</inkml:trace>
</inkml:ink>
</file>

<file path=ppt/ink/ink9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4:21.975"/>
    </inkml:context>
    <inkml:brush xml:id="br0">
      <inkml:brushProperty name="width" value="0.1" units="cm"/>
      <inkml:brushProperty name="height" value="0.1" units="cm"/>
      <inkml:brushProperty name="color" value="#F6630D"/>
    </inkml:brush>
  </inkml:definitions>
  <inkml:trace contextRef="#ctx0" brushRef="#br0">1 1 5529 0 0,'3'0'528'0'0,"0"1"-1"0"0,0 0 1 0 0,0 0-1 0 0,0 0 1 0 0,0 0 0 0 0,0 1-1 0 0,0-1 1 0 0,0 1-1 0 0,0 0 1 0 0,0 0-1 0 0,-1 0 1 0 0,1 0-1 0 0,-1 0 1 0 0,1 0 0 0 0,-1 1-1 0 0,0-1 1 0 0,0 1-1 0 0,0 0 1 0 0,0 0-1 0 0,2 4 1 0 0,3 6 467 0 0,0 1 0 0 0,10 28 1 0 0,-7-1-683 0 0,-9-34-672 0 0,0 1 0 0 0,0-1 0 0 0,1 0 0 0 0,0 0 0 0 0,0 0 0 0 0,1 0 0 0 0,0-1 0 0 0,0 1 0 0 0,9 12 0 0 0,-8-16-1100 0 0,0-1-12 0 0</inkml:trace>
</inkml:ink>
</file>

<file path=ppt/ink/ink9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4:22.149"/>
    </inkml:context>
    <inkml:brush xml:id="br0">
      <inkml:brushProperty name="width" value="0.1" units="cm"/>
      <inkml:brushProperty name="height" value="0.1" units="cm"/>
      <inkml:brushProperty name="color" value="#F6630D"/>
    </inkml:brush>
  </inkml:definitions>
  <inkml:trace contextRef="#ctx0" brushRef="#br0">1 14 8290 0 0,'0'-5'736'0'0,"0"1"-584"0"0,1 1-152 0 0,1 2 0 0 0,0 1 200 0 0,0 0 16 0 0,-1 0 0 0 0,2 0 0 0 0,1 0-368 0 0,1 1-72 0 0,1 2-8 0 0,-2 1-8 0 0,1 3 168 0 0,0-1 72 0 0,0 1-64 0 0,2 0 64 0 0,1 0-64 0 0,3-2 64 0 0</inkml:trace>
</inkml:ink>
</file>

<file path=ppt/ink/ink9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4:22.364"/>
    </inkml:context>
    <inkml:brush xml:id="br0">
      <inkml:brushProperty name="width" value="0.1" units="cm"/>
      <inkml:brushProperty name="height" value="0.1" units="cm"/>
      <inkml:brushProperty name="color" value="#F6630D"/>
    </inkml:brush>
  </inkml:definitions>
  <inkml:trace contextRef="#ctx0" brushRef="#br0">1 0 5985 0 0,'1'1'235'0'0,"1"0"0"0"0,-1 1-1 0 0,0-1 1 0 0,0 0 0 0 0,1 0 0 0 0,-1 1-1 0 0,0-1 1 0 0,0 1 0 0 0,-1-1 0 0 0,1 1-1 0 0,0-1 1 0 0,0 1 0 0 0,-1 0-1 0 0,1-1 1 0 0,-1 1 0 0 0,1 0 0 0 0,-1-1-1 0 0,1 4 1 0 0,0-1 220 0 0,46 206 7149 0 0,-20 4-7636 0 0,-25-198-1754 0 0,1-2-4314 0 0</inkml:trace>
</inkml:ink>
</file>

<file path=ppt/ink/ink9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4:22.895"/>
    </inkml:context>
    <inkml:brush xml:id="br0">
      <inkml:brushProperty name="width" value="0.1" units="cm"/>
      <inkml:brushProperty name="height" value="0.1" units="cm"/>
      <inkml:brushProperty name="color" value="#F6630D"/>
    </inkml:brush>
  </inkml:definitions>
  <inkml:trace contextRef="#ctx0" brushRef="#br0">1 128 4145 0 0,'0'-1'203'0'0,"1"-1"0"0"0,0 1-1 0 0,-1 0 1 0 0,1-1 0 0 0,0 1 0 0 0,-1-1 0 0 0,1 1-1 0 0,0 0 1 0 0,0 0 0 0 0,0-1 0 0 0,0 1 0 0 0,1 0-1 0 0,-1 0 1 0 0,0 0 0 0 0,0 0 0 0 0,1 0 0 0 0,-1 1 0 0 0,2-2-1 0 0,29-15 1965 0 0,-29 16-1982 0 0,20-7-173 0 0,1 0-1 0 0,0 2 1 0 0,1 0-1 0 0,-1 2 0 0 0,1 1 1 0 0,31-1-1 0 0,-29 3-1558 0 0,1-2 0 0 0,-1 0 0 0 0,0-2 0 0 0,42-13 0 0 0,-66 17 1506 0 0,-1 0 0 0 0,1 0 0 0 0,-1 0 0 0 0,1-1 0 0 0,-1 1 0 0 0,0-1 0 0 0,0 1 0 0 0,2-6 2623 0 0,-21 14 715 0 0,5 0-2564 0 0,0 1 0 0 0,0 1 0 0 0,1 0 0 0 0,0 0 0 0 0,1 1 0 0 0,0 0 0 0 0,-16 22 0 0 0,22-27-667 0 0,0 0 0 0 0,1 1 1 0 0,-1-1-1 0 0,1 1 0 0 0,0 0 0 0 0,0 0 0 0 0,1 1 0 0 0,0-1 1 0 0,0 0-1 0 0,1 1 0 0 0,-1-1 0 0 0,1 1 0 0 0,1-1 0 0 0,-1 1 1 0 0,1 0-1 0 0,0-1 0 0 0,1 1 0 0 0,2 12 0 0 0,-3-17-33 0 0,1-1 1 0 0,-1 1-1 0 0,1 0 0 0 0,-1-1 0 0 0,1 1 0 0 0,0-1 1 0 0,0 1-1 0 0,0-1 0 0 0,0 0 0 0 0,0 1 0 0 0,0-1 1 0 0,0 0-1 0 0,0 0 0 0 0,0 1 0 0 0,1-1 0 0 0,-1 0 1 0 0,0 0-1 0 0,1 0 0 0 0,-1-1 0 0 0,1 1 0 0 0,-1 0 1 0 0,2 0-1 0 0,0 0 13 0 0,0-1 1 0 0,-1 0-1 0 0,1 0 0 0 0,0 0 1 0 0,-1 0-1 0 0,1 0 1 0 0,-1 0-1 0 0,1-1 1 0 0,0 1-1 0 0,-1-1 0 0 0,1 0 1 0 0,4-2-1 0 0,1-1-35 0 0,1 0-1 0 0,-1-1 1 0 0,0 0-1 0 0,0-1 1 0 0,-1 0-1 0 0,12-11 1 0 0,-12 9-108 0 0,7-7 81 0 0,29-25 0 0 0,-39 38 74 0 0,-1-1 0 0 0,0 1 0 0 0,1-1 0 0 0,-1 1 0 0 0,1 0 0 0 0,0 0 0 0 0,-1 1 0 0 0,1-1 0 0 0,0 1 0 0 0,0 0 0 0 0,0 0 0 0 0,0 0 0 0 0,0 1 0 0 0,1-1 0 0 0,-1 1 0 0 0,4 0 0 0 0,-5 1-40 0 0,1 0 0 0 0,-1 0 0 0 0,0 1 0 0 0,0 0 0 0 0,0-1 0 0 0,0 1-1 0 0,0 0 1 0 0,0 0 0 0 0,-1 0 0 0 0,1 1 0 0 0,0-1 0 0 0,-1 1 0 0 0,0-1 0 0 0,3 5 0 0 0,17 15-2657 0 0</inkml:trace>
</inkml:ink>
</file>

<file path=ppt/ink/ink9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4:23.133"/>
    </inkml:context>
    <inkml:brush xml:id="br0">
      <inkml:brushProperty name="width" value="0.1" units="cm"/>
      <inkml:brushProperty name="height" value="0.1" units="cm"/>
      <inkml:brushProperty name="color" value="#F6630D"/>
    </inkml:brush>
  </inkml:definitions>
  <inkml:trace contextRef="#ctx0" brushRef="#br0">3 0 9218 0 0,'-1'5'747'0'0,"0"0"0"0"0,1-1 1 0 0,-1 1-1 0 0,1 0 0 0 0,0-1 0 0 0,2 10 0 0 0,32 162 5349 0 0,15-4-4112 0 0,-15-56-3488 0 0,-28-94-627 0 0,-3-2-4799 0 0</inkml:trace>
</inkml:ink>
</file>

<file path=ppt/ink/ink9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4:26.151"/>
    </inkml:context>
    <inkml:brush xml:id="br0">
      <inkml:brushProperty name="width" value="0.1" units="cm"/>
      <inkml:brushProperty name="height" value="0.1" units="cm"/>
      <inkml:brushProperty name="color" value="#F6630D"/>
    </inkml:brush>
  </inkml:definitions>
  <inkml:trace contextRef="#ctx0" brushRef="#br0">165 2 1376 0 0,'-10'1'450'0'0,"-1"1"-1"0"0,1 0 1 0 0,0 1 0 0 0,0 0-1 0 0,0 0 1 0 0,1 1-1 0 0,-1 1 1 0 0,-9 5-1 0 0,-28 12 2409 0 0,46-22-2636 0 0,0 0 0 0 0,0 0 0 0 0,0 0 0 0 0,-1 1 0 0 0,1-1 0 0 0,0 1 0 0 0,0-1 0 0 0,0 1 0 0 0,0-1 0 0 0,0 1 0 0 0,0 0 0 0 0,0-1 0 0 0,1 1 0 0 0,-1 0 0 0 0,0 0 0 0 0,-1 1-1 0 0,15 3 1992 0 0,37-5-937 0 0,-46 0-1295 0 0,84-3 689 0 0,38 0-507 0 0,202-30 1 0 0,-260 17-1622 0 0,-26-1-3002 0 0</inkml:trace>
</inkml:ink>
</file>

<file path=ppt/ink/ink9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4:26.469"/>
    </inkml:context>
    <inkml:brush xml:id="br0">
      <inkml:brushProperty name="width" value="0.1" units="cm"/>
      <inkml:brushProperty name="height" value="0.1" units="cm"/>
      <inkml:brushProperty name="color" value="#F6630D"/>
    </inkml:brush>
  </inkml:definitions>
  <inkml:trace contextRef="#ctx0" brushRef="#br0">1 66 920 0 0,'-1'-6'814'0'0,"2"1"-1"0"0,-1-1 0 0 0,1 0 0 0 0,-1 1 1 0 0,2-1-1 0 0,1-7 0 0 0,-2 12-676 0 0,-1-1-1 0 0,1 1 1 0 0,-1 0-1 0 0,1 0 1 0 0,-1 0-1 0 0,1 1 1 0 0,-1-1-1 0 0,1 0 1 0 0,0 0-1 0 0,0 0 1 0 0,-1 0-1 0 0,1 0 1 0 0,0 1-1 0 0,0-1 0 0 0,0 0 1 0 0,0 1-1 0 0,0-1 1 0 0,0 1-1 0 0,0-1 1 0 0,0 1-1 0 0,0 0 1 0 0,0-1-1 0 0,0 1 1 0 0,0 0-1 0 0,0-1 1 0 0,1 1-1 0 0,-1 0 1 0 0,0 0-1 0 0,0 0 1 0 0,0 0-1 0 0,0 0 1 0 0,0 1-1 0 0,0-1 1 0 0,1 0-1 0 0,-1 0 0 0 0,0 1 1 0 0,0-1-1 0 0,1 1 1 0 0,10 4 294 0 0,-2 0-1 0 0,1 1 1 0 0,-1 0 0 0 0,0 1-1 0 0,0 0 1 0 0,0 0 0 0 0,-1 1-1 0 0,14 16 1 0 0,-16-16-306 0 0,-1 0 0 0 0,1 0 0 0 0,-1 0 0 0 0,-1 1 0 0 0,0 0 0 0 0,0 0 0 0 0,-1 0 0 0 0,0 1 1 0 0,0 0-1 0 0,3 15 0 0 0,-6-19-65 0 0,-1 0 1 0 0,0 0 0 0 0,0 0-1 0 0,0 0 1 0 0,-1 0 0 0 0,1 0 0 0 0,-1 0-1 0 0,-1-1 1 0 0,1 1 0 0 0,-1 0-1 0 0,0 0 1 0 0,-1-1 0 0 0,1 1-1 0 0,-1-1 1 0 0,0 0 0 0 0,0 0-1 0 0,-8 9 1 0 0,-5 3-188 0 0,0 0-1 0 0,-2 0 1 0 0,-24 17 0 0 0,-7 7-3824 0 0,39-34 3918 0 0,2 0 33 0 0</inkml:trace>
</inkml:ink>
</file>

<file path=ppt/ink/ink9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4:27.452"/>
    </inkml:context>
    <inkml:brush xml:id="br0">
      <inkml:brushProperty name="width" value="0.1" units="cm"/>
      <inkml:brushProperty name="height" value="0.1" units="cm"/>
      <inkml:brushProperty name="color" value="#F6630D"/>
    </inkml:brush>
  </inkml:definitions>
  <inkml:trace contextRef="#ctx0" brushRef="#br0">9 40 5529 0 0,'4'-39'10697'0'0,"-2"62"-9727"0"0,0 32-416 0 0,-4 62 0 0 0,-7-4-3751 0 0,5-90 1010 0 0,3-14 885 0 0</inkml:trace>
</inkml:ink>
</file>

<file path=ppt/ink/ink9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4:27.657"/>
    </inkml:context>
    <inkml:brush xml:id="br0">
      <inkml:brushProperty name="width" value="0.1" units="cm"/>
      <inkml:brushProperty name="height" value="0.1" units="cm"/>
      <inkml:brushProperty name="color" value="#F6630D"/>
    </inkml:brush>
  </inkml:definitions>
  <inkml:trace contextRef="#ctx0" brushRef="#br0">0 190 1376 0 0,'3'-16'382'0'0,"0"-1"-1"0"0,2 1 0 0 0,-1 0 1 0 0,12-25-1 0 0,-13 35 70 0 0,0 0 1 0 0,0 0-1 0 0,0 0 1 0 0,1 1-1 0 0,0-1 1 0 0,0 1-1 0 0,0 0 1 0 0,1 1-1 0 0,0-1 1 0 0,0 1-1 0 0,0-1 1 0 0,0 2-1 0 0,0-1 1 0 0,11-5-1 0 0,-13 8-198 0 0,-1 0 0 0 0,1 1 0 0 0,-1-1 0 0 0,0 0 0 0 0,1 1 0 0 0,-1 0 0 0 0,1 0 0 0 0,-1 0 0 0 0,1 0 0 0 0,-1 0 0 0 0,1 0 0 0 0,-1 1 0 0 0,1-1 0 0 0,-1 1 0 0 0,1-1 0 0 0,4 3 0 0 0,-2 0 29 0 0,0-1 1 0 0,0 1-1 0 0,0 1 1 0 0,0-1 0 0 0,-1 1-1 0 0,1 0 1 0 0,3 4-1 0 0,3 5 42 0 0,0 1 0 0 0,0 0 0 0 0,15 30 0 0 0,-12-15-708 0 0,15 43 1 0 0,-7-2-3243 0 0,-18-58 2438 0 0</inkml:trace>
</inkml:ink>
</file>

<file path=ppt/ink/ink9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4:28.150"/>
    </inkml:context>
    <inkml:brush xml:id="br0">
      <inkml:brushProperty name="width" value="0.1" units="cm"/>
      <inkml:brushProperty name="height" value="0.1" units="cm"/>
      <inkml:brushProperty name="color" value="#F6630D"/>
    </inkml:brush>
  </inkml:definitions>
  <inkml:trace contextRef="#ctx0" brushRef="#br0">0 246 3225 0 0,'1'0'16'0'0,"-1"-1"1"0"0,0 0 0 0 0,0 1-1 0 0,0-1 1 0 0,0 1 0 0 0,1-1 0 0 0,-1 1-1 0 0,0-1 1 0 0,0 1 0 0 0,1-1-1 0 0,-1 1 1 0 0,0-1 0 0 0,1 1-1 0 0,-1-1 1 0 0,1 1 0 0 0,-1-1-1 0 0,1 1 1 0 0,-1 0 0 0 0,1-1 0 0 0,-1 1-1 0 0,1 0 1 0 0,-1-1 0 0 0,1 1-1 0 0,-1 0 1 0 0,1 0 0 0 0,-1 0-1 0 0,1-1 1 0 0,0 1 0 0 0,0 0-1 0 0,26-12 218 0 0,-22 10-200 0 0,315-125-1879 0 0,-246 100 945 0 0,-57 20 385 0 0,-15 5 834 0 0,1 1 1 0 0,0 0-1 0 0,0-1 0 0 0,0 1 0 0 0,0 1 0 0 0,0-1 0 0 0,0 0 0 0 0,0 1 0 0 0,4-1 0 0 0,-5 2-133 0 0,-1-1-1 0 0,0 1 0 0 0,1-1 1 0 0,-1 1-1 0 0,0-1 1 0 0,0 1-1 0 0,0 0 0 0 0,0 0 1 0 0,0 0-1 0 0,0 0 1 0 0,0 0-1 0 0,0 0 0 0 0,0 0 1 0 0,0 0-1 0 0,0 0 1 0 0,-1 0-1 0 0,1 0 0 0 0,0 0 1 0 0,-1 1-1 0 0,1-1 1 0 0,-1 0-1 0 0,1 0 0 0 0,-1 1 1 0 0,0-1-1 0 0,1 0 1 0 0,-1 2-1 0 0,13 49 2857 0 0,-7-26-1747 0 0,17 47 0 0 0,-23-73-1295 0 0,0 1 0 0 0,0-1 0 0 0,0 0 0 0 0,0 0 0 0 0,0 1 0 0 0,1-1 0 0 0,-1 0 0 0 0,0 0 0 0 0,0 1 0 0 0,0-1 0 0 0,0 0 0 0 0,0 0 0 0 0,0 1 0 0 0,1-1 0 0 0,-1 0 0 0 0,0 0 0 0 0,0 0 0 0 0,0 0 0 0 0,0 1 0 0 0,1-1 0 0 0,-1 0 0 0 0,0 0 0 0 0,0 0 0 0 0,1 0 0 0 0,-1 0 0 0 0,0 0 0 0 0,0 1 0 0 0,1-1 0 0 0,-1 0 0 0 0,0 0 0 0 0,0 0 0 0 0,1 0 0 0 0,-1 0 0 0 0,0 0 0 0 0,0 0 0 0 0,1 0 0 0 0,-1 0 0 0 0,0 0 0 0 0,1 0 0 0 0,7-10 94 0 0,4-20 199 0 0,-11 27-247 0 0,8-24 86 0 0,2 0 0 0 0,15-27 0 0 0,-23 47-112 0 0,1 2 0 0 0,-1-1 1 0 0,1 0-1 0 0,0 1 0 0 0,0-1 0 0 0,1 1 1 0 0,-1 0-1 0 0,1 1 0 0 0,0-1 1 0 0,1 1-1 0 0,-1 0 0 0 0,1 0 1 0 0,0 1-1 0 0,0 0 0 0 0,7-3 0 0 0,-10 5 33 0 0,-1 0 0 0 0,1 0 0 0 0,0 1 0 0 0,-1-1 0 0 0,1 1 0 0 0,0 0 0 0 0,-1 0 0 0 0,1 0 0 0 0,0 0-1 0 0,0 0 1 0 0,-1 1 0 0 0,1-1 0 0 0,0 1 0 0 0,-1 0 0 0 0,1-1 0 0 0,-1 1 0 0 0,1 1 0 0 0,-1-1 0 0 0,1 0-1 0 0,-1 0 1 0 0,0 1 0 0 0,0 0 0 0 0,1-1 0 0 0,-1 1 0 0 0,0 0 0 0 0,-1 0 0 0 0,1 0 0 0 0,0 0 0 0 0,0 0 0 0 0,-1 0-1 0 0,3 5 1 0 0,2 6 86 0 0,0 0-1 0 0,-1 1 0 0 0,0 0 0 0 0,5 27 0 0 0,0-4-987 0 0,-4-18-15 0 0,0-1-223 0 0</inkml:trace>
</inkml:ink>
</file>

<file path=ppt/ink/ink9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4:28.689"/>
    </inkml:context>
    <inkml:brush xml:id="br0">
      <inkml:brushProperty name="width" value="0.1" units="cm"/>
      <inkml:brushProperty name="height" value="0.1" units="cm"/>
      <inkml:brushProperty name="color" value="#F6630D"/>
    </inkml:brush>
  </inkml:definitions>
  <inkml:trace contextRef="#ctx0" brushRef="#br0">98 24 4145 0 0,'0'-1'91'0'0,"0"0"1"0"0,0 0-1 0 0,0 0 0 0 0,0 0 1 0 0,0 0-1 0 0,-1 0 0 0 0,1 0 1 0 0,0 1-1 0 0,0-1 1 0 0,-1 0-1 0 0,1 0 0 0 0,0 0 1 0 0,-1 0-1 0 0,1 1 0 0 0,-1-1 1 0 0,1 0-1 0 0,-1 0 0 0 0,0 1 1 0 0,1-1-1 0 0,-1 0 0 0 0,0 1 1 0 0,1-1-1 0 0,-1 1 1 0 0,0-1-1 0 0,0 1 0 0 0,1-1 1 0 0,-1 1-1 0 0,0 0 0 0 0,0-1 1 0 0,0 1-1 0 0,0 0 0 0 0,0-1 1 0 0,1 1-1 0 0,-1 0 1 0 0,0 0-1 0 0,0 0 0 0 0,0 0 1 0 0,0 0-1 0 0,0 0 0 0 0,0 0 1 0 0,0 0-1 0 0,0 0 0 0 0,0 1 1 0 0,1-1-1 0 0,-1 0 1 0 0,0 1-1 0 0,0-1 0 0 0,0 0 1 0 0,0 1-1 0 0,1-1 0 0 0,-1 1 1 0 0,0-1-1 0 0,0 1 0 0 0,1 0 1 0 0,-1-1-1 0 0,0 1 1 0 0,0 1-1 0 0,-4 2 161 0 0,1 1 0 0 0,-1 0 0 0 0,1 0 1 0 0,0 0-1 0 0,1 0 0 0 0,-1 0 0 0 0,-3 9 0 0 0,4-8-159 0 0,-14 41 346 0 0,16-45-418 0 0,1 1 0 0 0,-1-1 0 0 0,1 1 0 0 0,-1 0 0 0 0,1-1 0 0 0,0 1 0 0 0,0 0 0 0 0,0-1-1 0 0,0 1 1 0 0,1 0 0 0 0,-1-1 0 0 0,1 1 0 0 0,-1-1 0 0 0,1 1 0 0 0,2 3 0 0 0,-3-6-21 0 0,0 1 0 0 0,1-1 0 0 0,-1 0 1 0 0,1 0-1 0 0,-1 1 0 0 0,1-1 0 0 0,-1 0 0 0 0,1 0 0 0 0,-1 0 0 0 0,1 0 0 0 0,-1 0 1 0 0,1 1-1 0 0,-1-1 0 0 0,1 0 0 0 0,-1 0 0 0 0,1 0 0 0 0,0-1 0 0 0,-1 1 1 0 0,1 0-1 0 0,-1 0 0 0 0,1 0 0 0 0,-1 0 0 0 0,1 0 0 0 0,-1-1 0 0 0,1 1 1 0 0,-1 0-1 0 0,0 0 0 0 0,1-1 0 0 0,-1 1 0 0 0,1 0 0 0 0,-1-1 0 0 0,1 1 1 0 0,-1 0-1 0 0,0-1 0 0 0,1 1 0 0 0,-1-1 0 0 0,0 1 0 0 0,0 0 0 0 0,1-2 1 0 0,17-18-270 0 0,-16 18 229 0 0,25-42-1092 0 0,-24 37 1184 0 0,0 1 1 0 0,0-1-1 0 0,1 1 0 0 0,0 0 0 0 0,0 0 0 0 0,0 1 1 0 0,1-1-1 0 0,0 1 0 0 0,0 0 0 0 0,1 0 0 0 0,-1 1 1 0 0,8-6-1 0 0,-11 10 31 0 0,-1-1-1 0 0,0 1 1 0 0,1-1 0 0 0,-1 1 0 0 0,0 0 0 0 0,1 0-1 0 0,-1 0 1 0 0,1 0 0 0 0,-1-1 0 0 0,0 2-1 0 0,1-1 1 0 0,-1 0 0 0 0,1 0 0 0 0,-1 0 0 0 0,0 1-1 0 0,1-1 1 0 0,-1 1 0 0 0,0-1 0 0 0,1 1 0 0 0,-1-1-1 0 0,0 1 1 0 0,0 0 0 0 0,1 0 0 0 0,-1-1 0 0 0,1 3-1 0 0,27 31 899 0 0,-26-29-1536 0 0,0-1 0 0 0,0 1 0 0 0,1-1-1 0 0,-1 0 1 0 0,1-1 0 0 0,0 1 0 0 0,6 4 0 0 0</inkml:trace>
</inkml:ink>
</file>

<file path=ppt/ink/ink9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4:28.896"/>
    </inkml:context>
    <inkml:brush xml:id="br0">
      <inkml:brushProperty name="width" value="0.1" units="cm"/>
      <inkml:brushProperty name="height" value="0.1" units="cm"/>
      <inkml:brushProperty name="color" value="#F6630D"/>
    </inkml:brush>
  </inkml:definitions>
  <inkml:trace contextRef="#ctx0" brushRef="#br0">20 94 3225 0 0,'-12'-58'738'0'0,"4"22"8098"0"0,15 69-7452 0 0,2-1 0 0 0,1 0 0 0 0,20 46 0 0 0,-1-4 93 0 0,22 71-5972 0 0,-43-123-1220 0 0</inkml:trace>
</inkml:ink>
</file>

<file path=ppt/ink/ink9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4:29.193"/>
    </inkml:context>
    <inkml:brush xml:id="br0">
      <inkml:brushProperty name="width" value="0.1" units="cm"/>
      <inkml:brushProperty name="height" value="0.1" units="cm"/>
      <inkml:brushProperty name="color" value="#F6630D"/>
    </inkml:brush>
  </inkml:definitions>
  <inkml:trace contextRef="#ctx0" brushRef="#br0">30 42 4089 0 0,'0'0'54'0'0,"0"-1"0"0"0,0 1 0 0 0,0 0 0 0 0,0 0 0 0 0,0-1 0 0 0,0 1 0 0 0,0 0 0 0 0,-1 0-1 0 0,1 0 1 0 0,0-1 0 0 0,0 1 0 0 0,0 0 0 0 0,0 0 0 0 0,0 0 0 0 0,-1-1 0 0 0,1 1 0 0 0,0 0 0 0 0,0 0 0 0 0,0 0 0 0 0,-1 0 0 0 0,1-1 0 0 0,0 1 0 0 0,0 0 0 0 0,0 0 0 0 0,-1 0 0 0 0,1 0 0 0 0,0 0 0 0 0,0 0 0 0 0,-1 0 0 0 0,1 0-1 0 0,0 0 1 0 0,0 0 0 0 0,-1 0 0 0 0,1 0 0 0 0,0 0 0 0 0,0 0 0 0 0,-1 0 0 0 0,1 0 0 0 0,0 0 0 0 0,0 0 0 0 0,-1 0 0 0 0,1 0 0 0 0,0 1 0 0 0,-9 11 2240 0 0,-1 20-530 0 0,9-24-1384 0 0,0 1 0 0 0,1 0 1 0 0,0-1-1 0 0,0 1 0 0 0,1 0 0 0 0,0 0 1 0 0,1-1-1 0 0,0 1 0 0 0,0-1 0 0 0,4 10 1 0 0,-5-15-276 0 0,0-1 0 0 0,0 1 0 0 0,1-1 0 0 0,-1 0 0 0 0,0 1 0 0 0,1-1 0 0 0,0 0 0 0 0,-1 0 0 0 0,1 0 0 0 0,0 0-1 0 0,0 0 1 0 0,0 0 0 0 0,0 0 0 0 0,1-1 0 0 0,-1 1 0 0 0,0-1 0 0 0,1 0 0 0 0,-1 0 0 0 0,1 1 0 0 0,-1-2 0 0 0,1 1 0 0 0,-1 0 0 0 0,1 0 0 0 0,0-1 0 0 0,-1 1 0 0 0,1-1 0 0 0,0 0 0 0 0,0 0 0 0 0,-1 0 0 0 0,1 0 0 0 0,0-1 0 0 0,-1 1 0 0 0,1-1 0 0 0,0 1 0 0 0,-1-1 0 0 0,5-2 0 0 0,-4 2-86 0 0,0 0-1 0 0,1-1 1 0 0,-1 1 0 0 0,0-1-1 0 0,0 0 1 0 0,-1 0 0 0 0,1 0-1 0 0,0 0 1 0 0,-1 0 0 0 0,1-1-1 0 0,-1 1 1 0 0,1-1 0 0 0,-1 1-1 0 0,0-1 1 0 0,0 0 0 0 0,-1 0-1 0 0,1 0 1 0 0,2-6 0 0 0,-3 4 17 0 0,1 0 1 0 0,-1 0-1 0 0,0 0 1 0 0,-1 0-1 0 0,1-1 0 0 0,-1 1 1 0 0,0 0-1 0 0,0 0 1 0 0,-1-1-1 0 0,1 1 1 0 0,-3-8-1 0 0,1 7-139 0 0,1 0-1 0 0,-1 1 1 0 0,0-1-1 0 0,0 1 1 0 0,-1-1-1 0 0,1 1 0 0 0,-1 0 1 0 0,0 0-1 0 0,-1 0 1 0 0,1 1-1 0 0,-1-1 1 0 0,0 1-1 0 0,0 0 0 0 0,0 0 1 0 0,-1 0-1 0 0,1 0 1 0 0,-1 1-1 0 0,0 0 1 0 0,0 0-1 0 0,0 0 0 0 0,0 1 1 0 0,-12-4-1 0 0,6 5-1827 0 0</inkml:trace>
</inkml:ink>
</file>

<file path=ppt/ink/ink9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4:29.605"/>
    </inkml:context>
    <inkml:brush xml:id="br0">
      <inkml:brushProperty name="width" value="0.1" units="cm"/>
      <inkml:brushProperty name="height" value="0.1" units="cm"/>
      <inkml:brushProperty name="color" value="#F6630D"/>
    </inkml:brush>
  </inkml:definitions>
  <inkml:trace contextRef="#ctx0" brushRef="#br0">125 13 2160 0 0,'11'-12'3435'0'0,"-10"12"-3399"0"0,-31 12 3914 0 0,21-5-3603 0 0,0 0 1 0 0,1 1 0 0 0,0 0 0 0 0,0 0 0 0 0,1 1-1 0 0,0 0 1 0 0,0 0 0 0 0,1 1 0 0 0,0 0-1 0 0,1 0 1 0 0,0 0 0 0 0,1 0 0 0 0,0 1 0 0 0,0 0-1 0 0,1 0 1 0 0,1 0 0 0 0,-2 14 0 0 0,4-23-350 0 0,-1 0 1 0 0,1 0 0 0 0,0 0 0 0 0,0 0-1 0 0,0-1 1 0 0,1 1 0 0 0,-1 0 0 0 0,0 0-1 0 0,1 0 1 0 0,-1 0 0 0 0,1-1-1 0 0,-1 1 1 0 0,1 0 0 0 0,0-1 0 0 0,0 1-1 0 0,0 0 1 0 0,0-1 0 0 0,1 2 0 0 0,-1-3-16 0 0,-1 1 1 0 0,1-1 0 0 0,-1 0-1 0 0,0 0 1 0 0,1 1 0 0 0,-1-1-1 0 0,1 0 1 0 0,-1 0 0 0 0,1 0-1 0 0,-1 0 1 0 0,1 0 0 0 0,-1 0-1 0 0,1 0 1 0 0,-1 0 0 0 0,1 0-1 0 0,-1 0 1 0 0,0 0 0 0 0,1 0 0 0 0,-1 0-1 0 0,1 0 1 0 0,-1 0 0 0 0,1 0-1 0 0,-1 0 1 0 0,1-1 0 0 0,15-14-272 0 0,-3-6 421 0 0,-3 4 79 0 0,1 1 1 0 0,1 0 0 0 0,20-21-1 0 0,-30 34-140 0 0,1 0 0 0 0,-1 1 0 0 0,1-1 0 0 0,0 1 0 0 0,0 0 0 0 0,0 0 0 0 0,0 0-1 0 0,1 0 1 0 0,-1 0 0 0 0,1 1 0 0 0,-1-1 0 0 0,1 1 0 0 0,-1 0 0 0 0,1 0-1 0 0,0 0 1 0 0,-1 1 0 0 0,1-1 0 0 0,0 1 0 0 0,-1 0 0 0 0,1 0 0 0 0,0 0 0 0 0,0 0-1 0 0,-1 1 1 0 0,7 1 0 0 0,-6 0 16 0 0,0 0-1 0 0,0 1 1 0 0,0-1-1 0 0,0 1 0 0 0,0 0 1 0 0,-1 0-1 0 0,0 0 1 0 0,1 1-1 0 0,-1-1 1 0 0,0 1-1 0 0,0 0 1 0 0,-1 0-1 0 0,1 0 0 0 0,-1 0 1 0 0,0 0-1 0 0,0 0 1 0 0,0 0-1 0 0,-1 1 1 0 0,0-1-1 0 0,1 1 1 0 0,-1-1-1 0 0,-1 1 1 0 0,1 9-1 0 0,1 1-47 0 0,-2 1 0 0 0,0 0 0 0 0,-1-1 0 0 0,0 1 0 0 0,-7 29 0 0 0,6-35-119 0 0,-1 0 1 0 0,-1-1-1 0 0,1 1 0 0 0,-1-1 0 0 0,-1 0 0 0 0,0 0 0 0 0,-10 13 0 0 0,12-18-302 0 0,-1 1 0 0 0,1-1 0 0 0,-1-1 0 0 0,-1 1 0 0 0,1 0 0 0 0,0-1 0 0 0,-1 0 0 0 0,0 0 0 0 0,-8 4 0 0 0</inkml:trace>
</inkml:ink>
</file>

<file path=ppt/ink/ink9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4:29.971"/>
    </inkml:context>
    <inkml:brush xml:id="br0">
      <inkml:brushProperty name="width" value="0.1" units="cm"/>
      <inkml:brushProperty name="height" value="0.1" units="cm"/>
      <inkml:brushProperty name="color" value="#F6630D"/>
    </inkml:brush>
  </inkml:definitions>
  <inkml:trace contextRef="#ctx0" brushRef="#br0">19 13 8754 0 0,'-15'-12'4264'0'0,"11"38"175"0"0,4-20-4767 0 0,1 25 699 0 0,0-1-1 0 0,2-1 1 0 0,2 1 0 0 0,11 42 0 0 0,-11-56-1334 0 0,1-2-285 0 0</inkml:trace>
</inkml:ink>
</file>

<file path=ppt/ink/ink9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4:30.183"/>
    </inkml:context>
    <inkml:brush xml:id="br0">
      <inkml:brushProperty name="width" value="0.1" units="cm"/>
      <inkml:brushProperty name="height" value="0.1" units="cm"/>
      <inkml:brushProperty name="color" value="#F6630D"/>
    </inkml:brush>
  </inkml:definitions>
  <inkml:trace contextRef="#ctx0" brushRef="#br0">1 25 5065 0 0,'1'-25'4684'0'0,"6"36"-3920"0"0,-4-4-1607 0 0,-1-2 714 0 0,0 1-1 0 0,1-1 0 0 0,-1 1 1 0 0,1-1-1 0 0,0 0 1 0 0,1 0-1 0 0,-1 0 1 0 0,1-1-1 0 0,0 1 0 0 0,0-1 1 0 0,0 0-1 0 0,8 6 1 0 0,3-1 129 0 0</inkml:trace>
</inkml:ink>
</file>

<file path=ppt/ink/ink9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4:30.543"/>
    </inkml:context>
    <inkml:brush xml:id="br0">
      <inkml:brushProperty name="width" value="0.1" units="cm"/>
      <inkml:brushProperty name="height" value="0.1" units="cm"/>
      <inkml:brushProperty name="color" value="#F6630D"/>
    </inkml:brush>
  </inkml:definitions>
  <inkml:trace contextRef="#ctx0" brushRef="#br0">1 8 3681 0 0,'0'0'112'0'0,"0"-1"0"0"0,0 1 0 0 0,1-1 0 0 0,-1 1 0 0 0,0-1 0 0 0,0 1 0 0 0,1 0 0 0 0,-1-1 0 0 0,0 1 0 0 0,1 0 0 0 0,-1-1 0 0 0,0 1 0 0 0,1 0 0 0 0,-1-1 0 0 0,1 1 0 0 0,-1 0 0 0 0,0 0 0 0 0,1-1 0 0 0,-1 1 0 0 0,1 0 0 0 0,-1 0 0 0 0,1 0 0 0 0,-1-1 0 0 0,1 1 0 0 0,-1 0 0 0 0,1 0 0 0 0,-1 0 0 0 0,1 0 0 0 0,-1 0 0 0 0,1 0 0 0 0,-1 0 0 0 0,0 0 0 0 0,1 0 0 0 0,-1 1 0 0 0,1-1 0 0 0,-1 0 0 0 0,2 0 0 0 0,16 6 3048 0 0,-14 0-2904 0 0,-1 0 0 0 0,0 0-1 0 0,0 0 1 0 0,-1 0 0 0 0,0 0 0 0 0,0 0 0 0 0,0 1 0 0 0,-1-1-1 0 0,1 1 1 0 0,-2-1 0 0 0,1 8 0 0 0,3 12 31 0 0,-2-16-244 0 0,-1-3-38 0 0,0-1 0 0 0,1 1 0 0 0,-1-1 0 0 0,2 1 0 0 0,-1-1 0 0 0,0 0 0 0 0,7 10-1 0 0,-7-64 2 0 0,-1 38 161 0 0,1-1 0 0 0,1 1 0 0 0,-1 0 0 0 0,2 1 0 0 0,4-12 0 0 0,-7 18-80 0 0,0 1 0 0 0,0-1 1 0 0,0 1-1 0 0,0-1 0 0 0,1 1 0 0 0,0-1 0 0 0,-1 1 0 0 0,1 0 1 0 0,0 0-1 0 0,0 0 0 0 0,0 0 0 0 0,0 0 0 0 0,0 0 0 0 0,0 0 0 0 0,1 1 1 0 0,-1-1-1 0 0,1 1 0 0 0,-1 0 0 0 0,1 0 0 0 0,-1-1 0 0 0,1 2 0 0 0,0-1 1 0 0,4-1-1 0 0,-6 2-45 0 0,0 1-1 0 0,0-1 1 0 0,1 0 0 0 0,-1 1 0 0 0,0-1 0 0 0,0 1-1 0 0,0-1 1 0 0,0 1 0 0 0,1 0 0 0 0,-1-1-1 0 0,0 1 1 0 0,0 0 0 0 0,0 0 0 0 0,-1 0 0 0 0,1 0-1 0 0,0-1 1 0 0,0 1 0 0 0,0 1 0 0 0,0-1 0 0 0,-1 0-1 0 0,1 0 1 0 0,0 1 0 0 0,14 35 141 0 0,-5-12-338 0 0,1-8-1197 0 0,1-1-4847 0 0</inkml:trace>
</inkml:ink>
</file>

<file path=ppt/ink/ink9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4:31.430"/>
    </inkml:context>
    <inkml:brush xml:id="br0">
      <inkml:brushProperty name="width" value="0.1" units="cm"/>
      <inkml:brushProperty name="height" value="0.1" units="cm"/>
      <inkml:brushProperty name="color" value="#F6630D"/>
    </inkml:brush>
  </inkml:definitions>
  <inkml:trace contextRef="#ctx0" brushRef="#br0">33 1 8754 0 0,'0'0'985'0'0,"-15"20"2887"0"0,12-13-3662 0 0,0 0 0 0 0,1 0-1 0 0,-1 1 1 0 0,1-1 0 0 0,1 1 0 0 0,-1 0 0 0 0,1-1 0 0 0,1 1-1 0 0,-1 0 1 0 0,1 0 0 0 0,1 0 0 0 0,0 0 0 0 0,0-1 0 0 0,0 1-1 0 0,1 0 1 0 0,4 11 0 0 0,-3-10-119 0 0,0 1 1 0 0,1-1-1 0 0,0 0 0 0 0,1 0 0 0 0,0 0 0 0 0,0-1 1 0 0,1 0-1 0 0,0 0 0 0 0,0 0 0 0 0,1-1 0 0 0,0 1 1 0 0,12 8-1 0 0,-17-14-67 0 0,1 0-1 0 0,-1 0 1 0 0,1-1 0 0 0,-1 0-1 0 0,1 1 1 0 0,0-1 0 0 0,-1 0-1 0 0,1 0 1 0 0,0 0 0 0 0,0 0-1 0 0,-1-1 1 0 0,1 1 0 0 0,0-1-1 0 0,0 0 1 0 0,0 0 0 0 0,0 0-1 0 0,0 0 1 0 0,0 0 0 0 0,0-1-1 0 0,0 1 1 0 0,-1-1 0 0 0,1 0-1 0 0,4-1 1 0 0,-5 0 33 0 0,1 0-1 0 0,-1 0 1 0 0,1 0-1 0 0,-1 0 1 0 0,0 0-1 0 0,1-1 1 0 0,-1 1-1 0 0,-1-1 1 0 0,1 0-1 0 0,0 1 1 0 0,-1-1-1 0 0,1 0 1 0 0,-1 0-1 0 0,0 0 1 0 0,0 0-1 0 0,0 0 0 0 0,0 0 1 0 0,0 0-1 0 0,-1 0 1 0 0,1 0-1 0 0,-1-4 1 0 0,2-21 518 0 0,-3-46 0 0 0,0 64-598 0 0,0 1 0 0 0,0 0 0 0 0,-1-1 0 0 0,0 1 0 0 0,-1 0 1 0 0,0 0-1 0 0,0 0 0 0 0,-8-14 0 0 0,-6 6-2030 0 0,3 11-3674 0 0</inkml:trace>
</inkml:ink>
</file>

<file path=ppt/ink/ink9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4:31.873"/>
    </inkml:context>
    <inkml:brush xml:id="br0">
      <inkml:brushProperty name="width" value="0.1" units="cm"/>
      <inkml:brushProperty name="height" value="0.1" units="cm"/>
      <inkml:brushProperty name="color" value="#F6630D"/>
    </inkml:brush>
  </inkml:definitions>
  <inkml:trace contextRef="#ctx0" brushRef="#br0">0 15 10138 0 0,'10'-11'5816'0'0,"-7"23"-1529"0"0,-3-7-5541 0 0,2 20 1355 0 0,-1-10 55 0 0,0 0-1 0 0,1 1 1 0 0,1-1 0 0 0,7 25 0 0 0,-9-38-141 0 0,0 0-1 0 0,0 1 0 0 0,0-1 0 0 0,0 0 1 0 0,0 0-1 0 0,0 0 0 0 0,0 0 1 0 0,1 0-1 0 0,-1 0 0 0 0,1 0 1 0 0,-1-1-1 0 0,1 1 0 0 0,0 0 0 0 0,0-1 1 0 0,0 1-1 0 0,0-1 0 0 0,0 0 1 0 0,0 0-1 0 0,0 0 0 0 0,0 0 1 0 0,0 0-1 0 0,0 0 0 0 0,1 0 0 0 0,-1-1 1 0 0,0 1-1 0 0,1-1 0 0 0,-1 0 1 0 0,0 1-1 0 0,1-1 0 0 0,-1 0 1 0 0,0 0-1 0 0,1-1 0 0 0,-1 1 0 0 0,1-1 1 0 0,-1 1-1 0 0,4-2 0 0 0,-1 0-35 0 0,0 0 0 0 0,-1-1 0 0 0,1 1-1 0 0,-1-1 1 0 0,0 0 0 0 0,0 0-1 0 0,0 0 1 0 0,0-1 0 0 0,0 1 0 0 0,4-6-1 0 0,34-47-332 0 0,-27 34 294 0 0,-6 10 87 0 0,18-25 160 0 0,-26 36-178 0 0,0-1 0 0 0,1 0 0 0 0,-1 1 0 0 0,1-1 0 0 0,-1 1 0 0 0,1 0 0 0 0,0-1 0 0 0,0 1 0 0 0,-1 0 0 0 0,1 0 0 0 0,0 0 0 0 0,0 0 0 0 0,0 1 0 0 0,0-1 0 0 0,4-1 0 0 0,-5 3-3 0 0,-1-1 0 0 0,1 1 0 0 0,0-1 1 0 0,-1 1-1 0 0,1-1 0 0 0,-1 1 1 0 0,1-1-1 0 0,-1 1 0 0 0,1 0 0 0 0,-1-1 1 0 0,1 1-1 0 0,-1 0 0 0 0,1-1 0 0 0,-1 1 1 0 0,0 0-1 0 0,1 0 0 0 0,-1-1 0 0 0,0 1 1 0 0,0 0-1 0 0,0 0 0 0 0,0 0 1 0 0,1-1-1 0 0,-1 1 0 0 0,0 0 0 0 0,-1 1 1 0 0,3 26 29 0 0,-1-24-29 0 0,-1 0-202 0 0,0 0 0 0 0,0 0 0 0 0,1 0 0 0 0,-1-1 0 0 0,1 1 0 0 0,0 0 0 0 0,1 0 0 0 0,-1 0 0 0 0,0-1 0 0 0,1 1 0 0 0,0-1 0 0 0,0 1 0 0 0,3 2 0 0 0</inkml:trace>
</inkml:ink>
</file>

<file path=ppt/ink/ink9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4:32.109"/>
    </inkml:context>
    <inkml:brush xml:id="br0">
      <inkml:brushProperty name="width" value="0.1" units="cm"/>
      <inkml:brushProperty name="height" value="0.1" units="cm"/>
      <inkml:brushProperty name="color" value="#F6630D"/>
    </inkml:brush>
  </inkml:definitions>
  <inkml:trace contextRef="#ctx0" brushRef="#br0">1 0 7370 0 0,'3'5'510'0'0,"0"1"0"0"0,0-1 0 0 0,-1 0 1 0 0,0 1-1 0 0,0 0 0 0 0,0-1 0 0 0,-1 1 0 0 0,2 8 1 0 0,2 9 274 0 0,22 47 1749 0 0,3-2 0 0 0,77 127 0 0 0,-28-55-4494 0 0,-73-129 1360 0 0,13 26-2560 0 0,-18-35 2594 0 0,0 0 0 0 0,0 0 0 0 0,0 0-1 0 0,-1 1 1 0 0,1-1 0 0 0,-1 0 0 0 0,1 0-1 0 0,-1 0 1 0 0,0 1 0 0 0,0-1 0 0 0,0 0 0 0 0,0 0-1 0 0,0 1 1 0 0,-1 2 0 0 0,-3 1-337 0 0</inkml:trace>
</inkml:ink>
</file>

<file path=ppt/ink/ink9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4:32.283"/>
    </inkml:context>
    <inkml:brush xml:id="br0">
      <inkml:brushProperty name="width" value="0.1" units="cm"/>
      <inkml:brushProperty name="height" value="0.1" units="cm"/>
      <inkml:brushProperty name="color" value="#F6630D"/>
    </inkml:brush>
  </inkml:definitions>
  <inkml:trace contextRef="#ctx0" brushRef="#br0">1 192 15203 0 0,'3'-3'258'0'0,"0"0"-1"0"0,0 0 0 0 0,0 0 1 0 0,1 1-1 0 0,0 0 0 0 0,-1 0 1 0 0,1 0-1 0 0,0 0 0 0 0,0 0 1 0 0,6-1-1 0 0,6-4 498 0 0,-1 0-304 0 0,107-54 981 0 0,70-16-3803 0 0,-153 64 2346 0 0</inkml:trace>
</inkml:ink>
</file>

<file path=ppt/ink/ink9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10.313"/>
    </inkml:context>
    <inkml:brush xml:id="br0">
      <inkml:brushProperty name="width" value="0.1" units="cm"/>
      <inkml:brushProperty name="height" value="0.1" units="cm"/>
      <inkml:brushProperty name="color" value="#004F8B"/>
    </inkml:brush>
  </inkml:definitions>
  <inkml:trace contextRef="#ctx0" brushRef="#br0">45 368 5529 0 0,'-10'-245'4504'0'0,"10"207"-3363"0"0,1 28-750 0 0,-1 4-3 0 0,0 0-1 0 0,0 0 1 0 0,0 1-1 0 0,0-1 1 0 0,-1 0-1 0 0,0 0 1 0 0,-1 0-1 0 0,1 0 0 0 0,-1 1 1 0 0,-2-7-1 0 0,3 11-330 0 0,1 1-1 0 0,0 0 1 0 0,0 0-1 0 0,0-1 0 0 0,0 1 1 0 0,-1 0-1 0 0,1 0 1 0 0,0-1-1 0 0,0 1 1 0 0,-1 0-1 0 0,1 0 0 0 0,0-1 1 0 0,0 1-1 0 0,-1 0 1 0 0,1 0-1 0 0,0 0 1 0 0,-1 0-1 0 0,1 0 0 0 0,0-1 1 0 0,0 1-1 0 0,-1 0 1 0 0,1 0-1 0 0,0 0 0 0 0,-1 0 1 0 0,1 0-1 0 0,0 0 1 0 0,-1 0-1 0 0,1 0 1 0 0,0 0-1 0 0,-1 0 0 0 0,1 0 1 0 0,0 0-1 0 0,-1 0 1 0 0,1 1-1 0 0,0-1 1 0 0,-1 0-1 0 0,1 0 0 0 0,0 0 1 0 0,0 0-1 0 0,-1 0 1 0 0,1 1-1 0 0,0-1 0 0 0,0 0 1 0 0,-1 0-1 0 0,1 0 1 0 0,0 1-1 0 0,0-1 1 0 0,-1 0-1 0 0,1 0 0 0 0,0 1 1 0 0,0-1-1 0 0,0 0 1 0 0,0 1-1 0 0,0-1 0 0 0,-1 0 1 0 0,1 1-1 0 0,0-1 1 0 0,0 0-1 0 0,0 1 1 0 0,0-1-1 0 0,0 0 0 0 0,0 1 1 0 0,0-1-1 0 0,0 0 1 0 0,0 0-1 0 0,0 1 1 0 0,0 0-1 0 0,-5 23 739 0 0,1 47-638 0 0,8 129 0 0 0,26 73-100 0 0,-18-176-43 0 0,166 873 58 0 0,-162-905-95 0 0,35 137 109 0 0,31 251 1 0 0,-74-316-761 0 0,-8-118 94 0 0,-2-1 0 0 0,1 1 0 0 0,-2 0 0 0 0,-1-1 0 0 0,-6 22 0 0 0,9-37-135 0 0,0 0 1 0 0,0 0-1 0 0,-1 0 1 0 0,1 0-1 0 0,-1 0 1 0 0,0 0-1 0 0,-3 4 1 0 0</inkml:trace>
</inkml:ink>
</file>

<file path=ppt/ink/ink9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11.024"/>
    </inkml:context>
    <inkml:brush xml:id="br0">
      <inkml:brushProperty name="width" value="0.1" units="cm"/>
      <inkml:brushProperty name="height" value="0.1" units="cm"/>
      <inkml:brushProperty name="color" value="#004F8B"/>
    </inkml:brush>
  </inkml:definitions>
  <inkml:trace contextRef="#ctx0" brushRef="#br0">400 133 1840 0 0,'-24'-20'688'0'0,"0"1"1"0"0,-2 1-1 0 0,0 1 0 0 0,-32-15 0 0 0,47 27-429 0 0,1 1 1 0 0,-1 0-1 0 0,-1 1 0 0 0,1 0 1 0 0,0 0-1 0 0,-1 2 0 0 0,1-1 1 0 0,-1 1-1 0 0,0 1 0 0 0,1 0 1 0 0,-1 1-1 0 0,1 0 1 0 0,-1 0-1 0 0,-13 5 0 0 0,24-6-232 0 0,-5 1 682 0 0,0 1 1 0 0,0 0-1 0 0,0 0 0 0 0,0 1 1 0 0,0-1-1 0 0,-6 5 1 0 0,12-6-589 0 0,-1-1 0 0 0,0 1 0 0 0,0-1 0 0 0,1 1 0 0 0,-1 0 1 0 0,1 0-1 0 0,-1-1 0 0 0,1 1 0 0 0,-1 0 0 0 0,1 0 0 0 0,-1-1 1 0 0,1 1-1 0 0,-1 0 0 0 0,1 0 0 0 0,0 0 0 0 0,0 0 0 0 0,-1 0 0 0 0,1 0 1 0 0,0 1-1 0 0,0 0-94 0 0,1-1 0 0 0,-1 1 1 0 0,0-1-1 0 0,1 1 1 0 0,-1 0-1 0 0,1-1 0 0 0,0 1 1 0 0,0-1-1 0 0,-1 1 0 0 0,1-1 1 0 0,0 0-1 0 0,0 1 0 0 0,0-1 1 0 0,3 2-1 0 0,15 16 362 0 0,1-2 0 0 0,1 0 0 0 0,36 21-1 0 0,-4-3 63 0 0,444 302-5 0 0,-216-150-315 0 0,-197-125-382 0 0,78 76-1 0 0,15 12-85 0 0,-143-127 249 0 0,1-1 1 0 0,67 31-1 0 0,-55-30 183 0 0,-44-22-74 0 0,0 1-1 0 0,0-1 1 0 0,-1 1 0 0 0,1 0-1 0 0,-1 0 1 0 0,1 0 0 0 0,-1 0 0 0 0,0 0-1 0 0,1 1 1 0 0,-1-1 0 0 0,-1 1-1 0 0,1-1 1 0 0,0 1 0 0 0,0 0-1 0 0,-1-1 1 0 0,0 1 0 0 0,0 0 0 0 0,1 0-1 0 0,-2 0 1 0 0,1 0 0 0 0,0 1-1 0 0,-1-1 1 0 0,1 0 0 0 0,-1 0-1 0 0,0 0 1 0 0,0 0 0 0 0,0 1 0 0 0,0-1-1 0 0,-1 0 1 0 0,-1 6 0 0 0,-2 6 155 0 0,-1 1 1 0 0,-1-1-1 0 0,0 0 0 0 0,-15 25 1 0 0,19-37-150 0 0,-10 18 202 0 0,-1 0 1 0 0,-2-2-1 0 0,-32 37 0 0 0,-60 46 562 0 0,64-64-460 0 0,-51 59 0 0 0,-72 127-130 0 0,-36 43 6 0 0,190-253-213 0 0,-158 163-804 0 0,158-166 218 0 0</inkml:trace>
</inkml:ink>
</file>

<file path=ppt/ink/ink9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11.373"/>
    </inkml:context>
    <inkml:brush xml:id="br0">
      <inkml:brushProperty name="width" value="0.1" units="cm"/>
      <inkml:brushProperty name="height" value="0.1" units="cm"/>
      <inkml:brushProperty name="color" value="#004F8B"/>
    </inkml:brush>
  </inkml:definitions>
  <inkml:trace contextRef="#ctx0" brushRef="#br0">38 110 4105 0 0,'-37'-2'6186'0'0,"52"-5"-3441"0"0,113-36 1837 0 0,0-1-5688 0 0,-103 37-638 0 0,0 1-3694 0 0</inkml:trace>
</inkml:ink>
</file>

<file path=ppt/ink/ink9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12.005"/>
    </inkml:context>
    <inkml:brush xml:id="br0">
      <inkml:brushProperty name="width" value="0.1" units="cm"/>
      <inkml:brushProperty name="height" value="0.1" units="cm"/>
      <inkml:brushProperty name="color" value="#004F8B"/>
    </inkml:brush>
  </inkml:definitions>
  <inkml:trace contextRef="#ctx0" brushRef="#br0">423 48 4145 0 0,'0'-2'312'0'0,"-1"0"0"0"0,1 0 1 0 0,-1 0-1 0 0,1 0 0 0 0,-1 0 0 0 0,0 0 1 0 0,0 0-1 0 0,0 1 0 0 0,0-1 0 0 0,0 0 1 0 0,0 0-1 0 0,0 1 0 0 0,-1-1 1 0 0,1 0-1 0 0,0 1 0 0 0,-1 0 0 0 0,0-1 1 0 0,1 1-1 0 0,-1 0 0 0 0,0 0 0 0 0,1 0 1 0 0,-1 0-1 0 0,0 0 0 0 0,0 0 0 0 0,0 0 1 0 0,0 1-1 0 0,0-1 0 0 0,0 1 0 0 0,0-1 1 0 0,-3 1-1 0 0,-7-2 482 0 0,0 0-1 0 0,-1 1 1 0 0,-20 1 0 0 0,-5 3-281 0 0,0 3-1 0 0,1 1 1 0 0,-54 17 0 0 0,-5 1-1404 0 0,92-24 630 0 0,0 1-895 0 0</inkml:trace>
</inkml:ink>
</file>

<file path=ppt/ink/ink9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12.422"/>
    </inkml:context>
    <inkml:brush xml:id="br0">
      <inkml:brushProperty name="width" value="0.1" units="cm"/>
      <inkml:brushProperty name="height" value="0.1" units="cm"/>
      <inkml:brushProperty name="color" value="#004F8B"/>
    </inkml:brush>
  </inkml:definitions>
  <inkml:trace contextRef="#ctx0" brushRef="#br0">42 27 1376 0 0,'-1'-2'452'0'0,"1"1"0"0"0,-1-1-1 0 0,0 0 1 0 0,0 1 0 0 0,1-1-1 0 0,-1 0 1 0 0,0 1-1 0 0,-1-1 1 0 0,1 1 0 0 0,0 0-1 0 0,0-1 1 0 0,0 1 0 0 0,-1 0-1 0 0,1 0 1 0 0,-4-2 0 0 0,5 3-303 0 0,-1-1 1 0 0,1 1-1 0 0,0 0 1 0 0,-1 0-1 0 0,1 0 1 0 0,-1 0-1 0 0,1 0 1 0 0,0 0-1 0 0,-1 0 1 0 0,1 0-1 0 0,-1 0 1 0 0,1 0-1 0 0,0 0 1 0 0,-1 0-1 0 0,1 0 1 0 0,-1 0-1 0 0,1 0 1 0 0,0 1-1 0 0,-1-1 1 0 0,1 0-1 0 0,-2 1 449 0 0,2 0-448 0 0,-7 16 1139 0 0,4 21-321 0 0,2 0 0 0 0,1 0 0 0 0,8 53 0 0 0,0 13-656 0 0,-3 72-219 0 0,25 361-744 0 0,-15-364-395 0 0,-9-80-4975 0 0,-3-69 1548 0 0</inkml:trace>
</inkml:ink>
</file>

<file path=ppt/ink/ink9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12.704"/>
    </inkml:context>
    <inkml:brush xml:id="br0">
      <inkml:brushProperty name="width" value="0.1" units="cm"/>
      <inkml:brushProperty name="height" value="0.1" units="cm"/>
      <inkml:brushProperty name="color" value="#004F8B"/>
    </inkml:brush>
  </inkml:definitions>
  <inkml:trace contextRef="#ctx0" brushRef="#br0">2 58 7834 0 0,'-1'2'1795'0'0,"4"-2"-300"0"0,15-5 741 0 0,37-15 229 0 0,-29 11-1496 0 0,-3 2-609 0 0,0 1-1 0 0,0 2 0 0 0,0 0 1 0 0,30-1-1 0 0,96 5-1815 0 0,-115 1 479 0 0,-9 1-942 0 0,-5 0-3382 0 0</inkml:trace>
</inkml:ink>
</file>

<file path=ppt/ink/ink9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12.959"/>
    </inkml:context>
    <inkml:brush xml:id="br0">
      <inkml:brushProperty name="width" value="0.1" units="cm"/>
      <inkml:brushProperty name="height" value="0.1" units="cm"/>
      <inkml:brushProperty name="color" value="#004F8B"/>
    </inkml:brush>
  </inkml:definitions>
  <inkml:trace contextRef="#ctx0" brushRef="#br0">64 1 9218 0 0,'-13'1'348'0'0,"7"-1"287"0"0,1 1 0 0 0,-1-1 0 0 0,0 1 0 0 0,1 1 0 0 0,-1-1 0 0 0,-10 5 0 0 0,16-6-613 0 0,0 0 1 0 0,0 0-1 0 0,0 0 1 0 0,0 0-1 0 0,0 0 1 0 0,0 0-1 0 0,0 1 1 0 0,0-1-1 0 0,0 0 1 0 0,0 0-1 0 0,0 0 1 0 0,-1 0-1 0 0,1 0 1 0 0,0 0-1 0 0,0 0 1 0 0,0 0-1 0 0,0 1 1 0 0,0-1-1 0 0,0 0 1 0 0,0 0-1 0 0,0 0 1 0 0,0 0-1 0 0,0 0 1 0 0,0 0-1 0 0,0 1 1 0 0,0-1-1 0 0,0 0 1 0 0,0 0-1 0 0,0 0 1 0 0,0 0-1 0 0,1 0 1 0 0,-1 0-1 0 0,0 0 1 0 0,0 0-1 0 0,0 1 1 0 0,0-1-1 0 0,0 0 1 0 0,0 0-1 0 0,0 0 1 0 0,0 0-1 0 0,0 0 1 0 0,0 0-1 0 0,0 0 1 0 0,0 0-1 0 0,1 0 1 0 0,-1 0-1 0 0,0 0 1 0 0,0 1-1 0 0,0-1 1 0 0,0 0-1 0 0,0 0 1 0 0,0 0-1 0 0,1 0 1 0 0,10 6 490 0 0,11 4-9 0 0,41 13 523 0 0,76 23 72 0 0,-114-39-2978 0 0,46 5 0 0 0,-45-10-3546 0 0</inkml:trace>
</inkml:ink>
</file>

<file path=ppt/ink/ink9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13.135"/>
    </inkml:context>
    <inkml:brush xml:id="br0">
      <inkml:brushProperty name="width" value="0.1" units="cm"/>
      <inkml:brushProperty name="height" value="0.1" units="cm"/>
      <inkml:brushProperty name="color" value="#004F8B"/>
    </inkml:brush>
  </inkml:definitions>
  <inkml:trace contextRef="#ctx0" brushRef="#br0">226 1 1376 0 0,'-10'2'4908'0'0,"9"-2"-4793"0"0,-11 11 2060 0 0,2 0-528 0 0,1 1-1 0 0,-13 20 1 0 0,-28 62 1041 0 0,16-28-1840 0 0,18-38-888 0 0,-19 36 440 0 0,14-21-5582 0 0,15-28-77 0 0</inkml:trace>
</inkml:ink>
</file>

<file path=ppt/ink/ink10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14.005"/>
    </inkml:context>
    <inkml:brush xml:id="br0">
      <inkml:brushProperty name="width" value="0.1" units="cm"/>
      <inkml:brushProperty name="height" value="0.1" units="cm"/>
      <inkml:brushProperty name="color" value="#004F8B"/>
    </inkml:brush>
  </inkml:definitions>
  <inkml:trace contextRef="#ctx0" brushRef="#br0">47 0 3225 0 0,'-5'3'233'0'0,"0"1"0"0"0,0 0 0 0 0,1 0 0 0 0,-1 0 0 0 0,-3 5 0 0 0,6-8-65 0 0,1 1 0 0 0,-1 0 0 0 0,1 0 0 0 0,0-1 0 0 0,0 1 0 0 0,0 0 0 0 0,0 0 0 0 0,0 0 1 0 0,0 0-1 0 0,1 0 0 0 0,-1 0 0 0 0,1 0 0 0 0,-1 1 0 0 0,1-1 0 0 0,0 0 0 0 0,0 0 0 0 0,0 4 0 0 0,0-5-39 0 0,1 0-1 0 0,-1 0 1 0 0,1-1 0 0 0,-1 1-1 0 0,1 0 1 0 0,0 0-1 0 0,-1-1 1 0 0,1 1-1 0 0,0-1 1 0 0,-1 1-1 0 0,1 0 1 0 0,0-1 0 0 0,0 1-1 0 0,-1-1 1 0 0,1 1-1 0 0,0-1 1 0 0,0 0-1 0 0,0 1 1 0 0,0-1-1 0 0,0 0 1 0 0,0 0 0 0 0,-1 0-1 0 0,1 1 1 0 0,0-1-1 0 0,0 0 1 0 0,0 0-1 0 0,0 0 1 0 0,0-1 0 0 0,1 1-1 0 0,36-4 2391 0 0,-29 3-2069 0 0,59-7 768 0 0,-12 0-768 0 0,0 3-1 0 0,68 3 1 0 0,-95 4-412 0 0,-20-1-58 0 0,1 1 1 0 0,-1-2-1 0 0,0 1 1 0 0,1-2-1 0 0,-1 1 0 0 0,1-1 1 0 0,-1 0-1 0 0,0-1 1 0 0,0 0-1 0 0,14-6 1 0 0,-16 6 101 0 0,-1 1 0 0 0,1-1 0 0 0,-1 1 1 0 0,1 0-1 0 0,-1 1 0 0 0,1-1 0 0 0,-1 1 1 0 0,1 1-1 0 0,9 1 0 0 0,37-2-1577 0 0,-44-1-152 0 0</inkml:trace>
</inkml:ink>
</file>

<file path=ppt/ink/ink10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15.455"/>
    </inkml:context>
    <inkml:brush xml:id="br0">
      <inkml:brushProperty name="width" value="0.1" units="cm"/>
      <inkml:brushProperty name="height" value="0.1" units="cm"/>
      <inkml:brushProperty name="color" value="#004F8B"/>
    </inkml:brush>
  </inkml:definitions>
  <inkml:trace contextRef="#ctx0" brushRef="#br0">0 4 5985 0 0,'5'-1'261'0'0,"0"0"1"0"0,1 0-1 0 0,-1 1 0 0 0,0 0 0 0 0,0 0 0 0 0,9 1 1 0 0,136 7 4048 0 0,199-14-1927 0 0,-277 3-2263 0 0,-1 4 0 0 0,0 2 0 0 0,99 19 0 0 0,-160-20 18 0 0,1 0-1 0 0,0 0 1 0 0,0-1 0 0 0,0 0-1 0 0,0-1 1 0 0,0 0-1 0 0,0-1 1 0 0,0-1-1 0 0,0 1 1 0 0,0-2 0 0 0,12-3-1 0 0,-21 5-138 0 0,-1 1-1 0 0,0-1 0 0 0,1 0 1 0 0,-1 1-1 0 0,0 0 0 0 0,1-1 1 0 0,-1 1-1 0 0,1 0 0 0 0,-1 0 1 0 0,1 0-1 0 0,-1 0 0 0 0,1 0 1 0 0,-1 0-1 0 0,1 0 0 0 0,1 1 1 0 0</inkml:trace>
</inkml:ink>
</file>

<file path=ppt/ink/ink10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16.452"/>
    </inkml:context>
    <inkml:brush xml:id="br0">
      <inkml:brushProperty name="width" value="0.1" units="cm"/>
      <inkml:brushProperty name="height" value="0.1" units="cm"/>
      <inkml:brushProperty name="color" value="#004F8B"/>
    </inkml:brush>
  </inkml:definitions>
  <inkml:trace contextRef="#ctx0" brushRef="#br0">1 1489 6913 0 0,'0'0'529'0'0,"1"-1"-305"0"0,0 1 1 0 0,1-1-1 0 0,-1 1 1 0 0,0-1 0 0 0,0 1-1 0 0,1-1 1 0 0,-1 0-1 0 0,0 1 1 0 0,0-1 0 0 0,0 0-1 0 0,0 0 1 0 0,0 0-1 0 0,0 0 1 0 0,0 0 0 0 0,0 0-1 0 0,-1 0 1 0 0,1 0-1 0 0,0-1 1 0 0,-1 1 0 0 0,1 0-1 0 0,0-3 1 0 0,8-26 3181 0 0,-5-222 410 0 0,12-124-4097 0 0,-15 352 265 0 0,67-711-3286 0 0,-61 686 2339 0 0</inkml:trace>
</inkml:ink>
</file>

<file path=ppt/ink/ink10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16.785"/>
    </inkml:context>
    <inkml:brush xml:id="br0">
      <inkml:brushProperty name="width" value="0.1" units="cm"/>
      <inkml:brushProperty name="height" value="0.1" units="cm"/>
      <inkml:brushProperty name="color" value="#004F8B"/>
    </inkml:brush>
  </inkml:definitions>
  <inkml:trace contextRef="#ctx0" brushRef="#br0">45 51 4145 0 0,'-4'0'139'0'0,"-31"-12"4556"0"0,35 12-4602 0 0,0 0 0 0 0,-1 0-1 0 0,1 0 1 0 0,0 0-1 0 0,-1 0 1 0 0,1 0-1 0 0,0-1 1 0 0,0 1-1 0 0,-1 0 1 0 0,1 0-1 0 0,0 0 1 0 0,0-1 0 0 0,-1 1-1 0 0,1 0 1 0 0,0 0-1 0 0,0-1 1 0 0,-1 1-1 0 0,1 0 1 0 0,0-1-1 0 0,0 1 1 0 0,0 0-1 0 0,0-1 1 0 0,0 1 0 0 0,0 0-1 0 0,-1-1 1 0 0,1 1-1 0 0,0 0 1 0 0,0-1-1 0 0,0 1 1 0 0,16-9 1327 0 0,10 2-844 0 0,0 2 0 0 0,0 1 0 0 0,47-2 0 0 0,82 8-68 0 0,-138-1-462 0 0,220 13-4068 0 0,-199-12-476 0 0</inkml:trace>
</inkml:ink>
</file>

<file path=ppt/ink/ink10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17.502"/>
    </inkml:context>
    <inkml:brush xml:id="br0">
      <inkml:brushProperty name="width" value="0.1" units="cm"/>
      <inkml:brushProperty name="height" value="0.1" units="cm"/>
      <inkml:brushProperty name="color" value="#004F8B"/>
    </inkml:brush>
  </inkml:definitions>
  <inkml:trace contextRef="#ctx0" brushRef="#br0">57 374 3681 0 0,'-20'5'-92'0'0,"1"-6"4651"0"0,18 0-4259 0 0,-1 0 1 0 0,1 0 0 0 0,0-1 0 0 0,0 1 0 0 0,0-1 0 0 0,0 1-1 0 0,0-1 1 0 0,0 1 0 0 0,0-1 0 0 0,0 0 0 0 0,1 1 0 0 0,-1-1-1 0 0,1 0 1 0 0,-1 0 0 0 0,1 1 0 0 0,0-1 0 0 0,-1 0 0 0 0,1 0 0 0 0,0-3-1 0 0,-2-22 172 0 0,1 0-1 0 0,2-1 0 0 0,0 1 1 0 0,2-1-1 0 0,1 1 0 0 0,1 0 0 0 0,1 0 1 0 0,1 1-1 0 0,21-48 0 0 0,-13 53-452 0 0,-15 21-23 0 0,1-1 0 0 0,-1 1 1 0 0,1 0-1 0 0,-1-1 0 0 0,1 1 0 0 0,-1 0 1 0 0,1 0-1 0 0,-1 0 0 0 0,1-1 1 0 0,0 1-1 0 0,-1 0 0 0 0,1 0 0 0 0,-1 0 1 0 0,1 0-1 0 0,0 0 0 0 0,-1 0 0 0 0,1 0 1 0 0,-1 0-1 0 0,1 0 0 0 0,0 0 0 0 0,-1 0 1 0 0,2 1-1 0 0,0 0-42 0 0,0 1 0 0 0,0-1 0 0 0,-1 1 0 0 0,1 0 1 0 0,0-1-1 0 0,-1 1 0 0 0,1 0 0 0 0,-1 0 0 0 0,1 0 0 0 0,-1 1 0 0 0,0-1 0 0 0,0 0 0 0 0,0 0 1 0 0,0 1-1 0 0,0 2 0 0 0,32 107-2204 0 0,-24-75 1342 0 0,1 0 0 0 0,17 37-1 0 0,-25-71 866 0 0,0 1 0 0 0,-1-1 0 0 0,1 0 0 0 0,1 0-1 0 0,-1 0 1 0 0,0 0 0 0 0,1 0 0 0 0,-1 0 0 0 0,1 0-1 0 0,0-1 1 0 0,0 1 0 0 0,4 1 0 0 0,-7-3 42 0 0,1-1 1 0 0,0 1 0 0 0,0-1 0 0 0,0 0-1 0 0,0 1 1 0 0,0-1 0 0 0,0 0 0 0 0,0 0-1 0 0,0 0 1 0 0,0 0 0 0 0,0 0 0 0 0,0 0-1 0 0,0 0 1 0 0,0 0 0 0 0,0 0 0 0 0,0 0-1 0 0,0 0 1 0 0,0-1 0 0 0,1 1 0 0 0,0-1 29 0 0,-1 0 1 0 0,1-1-1 0 0,-1 1 1 0 0,1 0 0 0 0,-1 0-1 0 0,0 0 1 0 0,0-1-1 0 0,1 1 1 0 0,-1-1 0 0 0,0 1-1 0 0,0-1 1 0 0,-1 1 0 0 0,1-1-1 0 0,1-2 1 0 0,5-17 356 0 0,0 0 1 0 0,-2 0-1 0 0,0-1 1 0 0,2-30-1 0 0,-5 33 163 0 0,1 0 0 0 0,0 0 0 0 0,1 0 0 0 0,2 0 0 0 0,0 1 1 0 0,10-24-1 0 0,-15 41-509 0 0,-1 0 0 0 0,0 0 0 0 0,1 1 0 0 0,-1-1 0 0 0,1 0 0 0 0,-1 0 0 0 0,1 0 0 0 0,-1 1 0 0 0,1-1 0 0 0,0 0 0 0 0,-1 0 0 0 0,1 1 0 0 0,0-1 0 0 0,0 1 0 0 0,-1-1 0 0 0,1 1 0 0 0,0-1 0 0 0,0 1 0 0 0,0-1 0 0 0,0 1 0 0 0,0 0 0 0 0,-1-1 0 0 0,1 1 0 0 0,0 0 0 0 0,0 0 0 0 0,2 0 0 0 0,-2 0-25 0 0,1 1 0 0 0,-1-1-1 0 0,0 1 1 0 0,1-1 0 0 0,-1 1-1 0 0,0 0 1 0 0,1 0 0 0 0,-1 0-1 0 0,0 0 1 0 0,0 0 0 0 0,0 0-1 0 0,0 0 1 0 0,0 0 0 0 0,0 0-1 0 0,1 2 1 0 0,5 8-128 0 0,0 0 0 0 0,-1 1-1 0 0,6 14 1 0 0,-8-17 100 0 0,12 27-350 0 0,21 42-629 0 0,-33-70 637 0 0,0 0 0 0 0,1-1 1 0 0,0 0-1 0 0,1 0 0 0 0,0 0 1 0 0,0-1-1 0 0,9 7 0 0 0,-14-12 231 0 0,0 0 0 0 0,0 0 1 0 0,0 0-1 0 0,0 0 0 0 0,0-1 0 0 0,0 1 0 0 0,0-1 0 0 0,1 1 0 0 0,-1-1 0 0 0,0 1 0 0 0,0-1 0 0 0,1 0 0 0 0,-1 1 0 0 0,0-1 1 0 0,1 0-1 0 0,-1 0 0 0 0,0 0 0 0 0,1 0 0 0 0,-1 0 0 0 0,0 0 0 0 0,0 0 0 0 0,1-1 0 0 0,-1 1 0 0 0,0 0 0 0 0,2-2 0 0 0,0 1-18 0 0,-1-1 0 0 0,0 1 0 0 0,0-1 0 0 0,-1 0 0 0 0,1 0 0 0 0,0 0 0 0 0,0 0 0 0 0,-1 0 0 0 0,0 0 0 0 0,1 0 0 0 0,-1 0 0 0 0,1-4 0 0 0,4-7-1 0 0,-1-1-1 0 0,-1 0 1 0 0,3-22 0 0 0,-6 33 204 0 0,4-52 830 0 0,-5 44-330 0 0,1 0 1 0 0,0 0-1 0 0,0 0 0 0 0,1 0 0 0 0,1 0 0 0 0,0 0 0 0 0,7-17 0 0 0,-10 28-547 0 0,0 0-1 0 0,0-1 0 0 0,0 1 1 0 0,1 0-1 0 0,-1-1 0 0 0,0 1 1 0 0,0 0-1 0 0,0 0 0 0 0,1 0 1 0 0,-1-1-1 0 0,0 1 0 0 0,0 0 1 0 0,1 0-1 0 0,-1 0 0 0 0,0-1 1 0 0,0 1-1 0 0,1 0 0 0 0,-1 0 1 0 0,0 0-1 0 0,1 0 0 0 0,-1 0 1 0 0,0 0-1 0 0,0 0 0 0 0,1 0 1 0 0,-1 0-1 0 0,0 0 0 0 0,1 0 1 0 0,-1 0-1 0 0,0 0 0 0 0,1 0 1 0 0,-1 0-1 0 0,0 0 0 0 0,1 0 1 0 0,-1 0-1 0 0,0 0 0 0 0,0 0 1 0 0,1 0-1 0 0,-1 1 0 0 0,13 11 760 0 0,6 18 285 0 0,-19-30-1056 0 0,100 215-4765 0 0,-86-184-12 0 0</inkml:trace>
</inkml:ink>
</file>

<file path=ppt/ink/ink10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17.785"/>
    </inkml:context>
    <inkml:brush xml:id="br0">
      <inkml:brushProperty name="width" value="0.1" units="cm"/>
      <inkml:brushProperty name="height" value="0.1" units="cm"/>
      <inkml:brushProperty name="color" value="#004F8B"/>
    </inkml:brush>
  </inkml:definitions>
  <inkml:trace contextRef="#ctx0" brushRef="#br0">78 185 3225 0 0,'-40'17'782'0'0,"2"1"3917"0"0,162-78 1774 0 0,4 3-4212 0 0,-74 36-2590 0 0,0 3-1 0 0,109-23 1 0 0,-4 20-3687 0 0,-125 19-634 0 0</inkml:trace>
</inkml:ink>
</file>

<file path=ppt/ink/ink10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18.293"/>
    </inkml:context>
    <inkml:brush xml:id="br0">
      <inkml:brushProperty name="width" value="0.1" units="cm"/>
      <inkml:brushProperty name="height" value="0.1" units="cm"/>
      <inkml:brushProperty name="color" value="#004F8B"/>
    </inkml:brush>
  </inkml:definitions>
  <inkml:trace contextRef="#ctx0" brushRef="#br0">17 47 6913 0 0,'-2'-2'393'0'0,"1"0"-1"0"0,-1 0 0 0 0,1 0 1 0 0,-1 0-1 0 0,1-1 0 0 0,0 1 1 0 0,0 0-1 0 0,0-1 0 0 0,0 1 0 0 0,0-3 1 0 0,-2-15 7330 0 0,14 52-5840 0 0,-4-14-1681 0 0,79 296 378 0 0,-60-205-1575 0 0,14 134 1 0 0,4 18-518 0 0,-21-126 211 0 0,8 193 1 0 0,-31-323 1252 0 0,20 203 245 0 0,3 41 2156 0 0,-23-239-2593 0 0,2 62 1429 0 0,-6-24-6940 0 0,1-34 74 0 0</inkml:trace>
</inkml:ink>
</file>

<file path=ppt/ink/ink10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19.163"/>
    </inkml:context>
    <inkml:brush xml:id="br0">
      <inkml:brushProperty name="width" value="0.1" units="cm"/>
      <inkml:brushProperty name="height" value="0.1" units="cm"/>
      <inkml:brushProperty name="color" value="#004F8B"/>
    </inkml:brush>
  </inkml:definitions>
  <inkml:trace contextRef="#ctx0" brushRef="#br0">290 47 4977 0 0,'-72'25'1762'0'0,"37"-15"-25"0"0,1 3 1 0 0,0 0 0 0 0,0 3 0 0 0,-38 23-1 0 0,64-33 285 0 0,22-12-1042 0 0,-1-1-1074 0 0,28-9 208 0 0,0 2 1 0 0,0 2-1 0 0,1 2 1 0 0,78-10-1 0 0,179 5 84 0 0,-133 9-319 0 0,375-30 413 0 0,-333 35 50 0 0,-103 3-65 0 0,112-13 0 0 0,-182 6-260 0 0,86-6 177 0 0,-107 10-170 0 0,1 1-1 0 0,0 1 1 0 0,0 1-1 0 0,-1 0 1 0 0,29 8-1 0 0,-40-10-19 0 0,1 1-1 0 0,-1 1 1 0 0,0-1-1 0 0,0 0 1 0 0,0 1-1 0 0,0 0 1 0 0,0 0-1 0 0,-1 0 1 0 0,5 4-1 0 0,-6-6-34 0 0,-1 0 0 0 0,0 1 1 0 0,1-1-1 0 0,-1 1 0 0 0,0-1 0 0 0,1 1 0 0 0,-1-1 0 0 0,0 1 0 0 0,0-1 1 0 0,0 1-1 0 0,0 0 0 0 0,1-1 0 0 0,-1 1 0 0 0,0-1 0 0 0,0 1 0 0 0,0-1 0 0 0,0 1 1 0 0,0-1-1 0 0,0 1 0 0 0,-1 0 0 0 0,1-1 0 0 0,0 2 0 0 0,-1-1-145 0 0,0 0-1 0 0,1 1 0 0 0,-1-1 1 0 0,0 0-1 0 0,0 0 1 0 0,0 0-1 0 0,0 0 0 0 0,0 0 1 0 0,-1 0-1 0 0,1 0 0 0 0,0 0 1 0 0,-2 1-1 0 0,-5 2-1493 0 0</inkml:trace>
</inkml:ink>
</file>

<file path=ppt/ink/ink10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20.169"/>
    </inkml:context>
    <inkml:brush xml:id="br0">
      <inkml:brushProperty name="width" value="0.1" units="cm"/>
      <inkml:brushProperty name="height" value="0.1" units="cm"/>
      <inkml:brushProperty name="color" value="#004F8B"/>
    </inkml:brush>
  </inkml:definitions>
  <inkml:trace contextRef="#ctx0" brushRef="#br0">397 119 4033 0 0,'-37'-15'631'0'0,"30"12"-142"0"0,0 0-1 0 0,1 0 1 0 0,-1 0-1 0 0,-1 1 1 0 0,1 0-1 0 0,0 0 1 0 0,0 1 0 0 0,-1 0-1 0 0,1 0 1 0 0,-10 1-1 0 0,8 1 130 0 0,0 1-1 0 0,0 0 1 0 0,0 1-1 0 0,0 0 0 0 0,0 0 1 0 0,1 1-1 0 0,-1 0 1 0 0,1 0-1 0 0,-12 9 1 0 0,11-7-377 0 0,0 1-1 0 0,1 0 1 0 0,-1 0 0 0 0,2 1 0 0 0,-1 0-1 0 0,1 1 1 0 0,0-1 0 0 0,1 1 0 0 0,0 1-1 0 0,0-1 1 0 0,1 1 0 0 0,-8 20 0 0 0,13-29-244 0 0,-1 0 1 0 0,1 0 0 0 0,0 0-1 0 0,-1 0 1 0 0,1 0-1 0 0,0 0 1 0 0,0 0 0 0 0,0 0-1 0 0,0 0 1 0 0,-1 0-1 0 0,1 0 1 0 0,1 0-1 0 0,-1 0 1 0 0,0 0 0 0 0,0 0-1 0 0,0 0 1 0 0,0 0-1 0 0,1 0 1 0 0,-1-1 0 0 0,1 1-1 0 0,-1 0 1 0 0,0 0-1 0 0,1 0 1 0 0,0 0-1 0 0,-1 0 1 0 0,1-1 0 0 0,-1 1-1 0 0,1 0 1 0 0,0 0-1 0 0,0-1 1 0 0,-1 1 0 0 0,1-1-1 0 0,0 1 1 0 0,0 0-1 0 0,0-1 1 0 0,0 1 0 0 0,-1-1-1 0 0,1 0 1 0 0,0 1-1 0 0,0-1 1 0 0,0 0-1 0 0,0 0 1 0 0,0 1 0 0 0,0-1-1 0 0,0 0 1 0 0,0 0-1 0 0,2 0 1 0 0,1 0-83 0 0,-1-1-1 0 0,1 1 1 0 0,-1 0 0 0 0,1-1-1 0 0,-1 0 1 0 0,1 0-1 0 0,-1 0 1 0 0,0 0 0 0 0,0 0-1 0 0,1-1 1 0 0,-1 1 0 0 0,5-5-1 0 0,5-5 4 0 0,0-1-1 0 0,-1-1 0 0 0,-1 0 0 0 0,12-18 1 0 0,-19 26 190 0 0,0-2 0 0 0,0 1 0 0 0,-1 0 1 0 0,0-1-1 0 0,0 1 0 0 0,0-1 0 0 0,-1 0 1 0 0,0 0-1 0 0,0 0 0 0 0,-1 0 0 0 0,0 0 1 0 0,0-12-1 0 0,-2 14 38 0 0,0 0 0 0 0,-1 1 0 0 0,1-1 0 0 0,-1 0 0 0 0,0 1-1 0 0,-1 0 1 0 0,1-1 0 0 0,-1 1 0 0 0,0 0 0 0 0,0 0 0 0 0,0 0 0 0 0,0 1 0 0 0,0-1 0 0 0,-1 1 0 0 0,0 0 0 0 0,-5-4 0 0 0,7 5-129 0 0,0 1 0 0 0,0-1 0 0 0,0 1 0 0 0,0 0 0 0 0,0-1 0 0 0,0 1 0 0 0,0 0 0 0 0,-1 0 0 0 0,1 0 0 0 0,0 1 0 0 0,-1-1 0 0 0,1 0 0 0 0,0 1 0 0 0,-1 0 0 0 0,1-1 0 0 0,0 1-1 0 0,-1 0 1 0 0,1 0 0 0 0,-1 1 0 0 0,1-1 0 0 0,0 0 0 0 0,-1 1 0 0 0,1-1 0 0 0,0 1 0 0 0,-1 0 0 0 0,1 0 0 0 0,0 0 0 0 0,0 0 0 0 0,0 0 0 0 0,0 0 0 0 0,0 1 0 0 0,0-1 0 0 0,0 1 0 0 0,-2 1 0 0 0,2 1-93 0 0,-1 0-1 0 0,1 0 1 0 0,0 0 0 0 0,0 1-1 0 0,0-1 1 0 0,1 0 0 0 0,0 1-1 0 0,0-1 1 0 0,0 1 0 0 0,0-1-1 0 0,1 1 1 0 0,-1 0 0 0 0,1-1-1 0 0,0 1 1 0 0,1 4 0 0 0,-1-6-3 0 0,0 0 0 0 0,1 0 1 0 0,-1 0-1 0 0,1 0 0 0 0,0 0 1 0 0,-1 0-1 0 0,1 0 1 0 0,1 0-1 0 0,-1-1 0 0 0,0 1 1 0 0,1 0-1 0 0,-1-1 0 0 0,1 1 1 0 0,0-1-1 0 0,0 1 0 0 0,0-1 1 0 0,0 0-1 0 0,0 0 1 0 0,0 0-1 0 0,0 0 0 0 0,1 0 1 0 0,-1-1-1 0 0,5 3 0 0 0,-4-3 83 0 0,0-1 0 0 0,1 1-1 0 0,-1 0 1 0 0,0-1-1 0 0,1 0 1 0 0,-1 0 0 0 0,1 0-1 0 0,-1-1 1 0 0,0 1-1 0 0,1-1 1 0 0,-1 1 0 0 0,0-1-1 0 0,1 0 1 0 0,-1 0-1 0 0,0-1 1 0 0,0 1 0 0 0,0-1-1 0 0,0 1 1 0 0,0-1-1 0 0,0 0 1 0 0,-1 0 0 0 0,1-1-1 0 0,0 1 1 0 0,-1 0-1 0 0,0-1 1 0 0,1 1-1 0 0,-1-1 1 0 0,0 0 0 0 0,-1 0-1 0 0,1 0 1 0 0,0 0-1 0 0,-1 0 1 0 0,2-6 0 0 0,-1 7 55 0 0,-1-1-1 0 0,0 1 1 0 0,0-1 0 0 0,0 0 0 0 0,0 0 0 0 0,-1 1 0 0 0,1-1 0 0 0,-1 0 0 0 0,1 0 0 0 0,-1 0 0 0 0,0 0 0 0 0,0 0 0 0 0,0 0 0 0 0,-1 1-1 0 0,1-1 1 0 0,-1 0 0 0 0,0 0 0 0 0,1 0 0 0 0,-1 1 0 0 0,0-1 0 0 0,-1 0 0 0 0,1 1 0 0 0,0-1 0 0 0,-1 1 0 0 0,0-1 0 0 0,1 1 0 0 0,-1 0 0 0 0,0 0-1 0 0,0-1 1 0 0,0 1 0 0 0,0 1 0 0 0,-1-1 0 0 0,1 0 0 0 0,0 1 0 0 0,-1-1 0 0 0,0 1 0 0 0,1-1 0 0 0,-1 1 0 0 0,-4-1 0 0 0,2 0-34 0 0,-1 1 0 0 0,0 0 0 0 0,0 0 0 0 0,0 0 0 0 0,1 1 1 0 0,-1 0-1 0 0,0 0 0 0 0,0 1 0 0 0,0-1 0 0 0,0 1 0 0 0,0 0 1 0 0,1 1-1 0 0,-1 0 0 0 0,1 0 0 0 0,-1 0 0 0 0,1 0 0 0 0,-1 1 0 0 0,1 0 1 0 0,0 0-1 0 0,0 0 0 0 0,-7 7 0 0 0,6-4-122 0 0,-1 1-1 0 0,1 0 1 0 0,0 0 0 0 0,1 1-1 0 0,0-1 1 0 0,0 1 0 0 0,0 0-1 0 0,1 1 1 0 0,1-1 0 0 0,-1 1-1 0 0,1 0 1 0 0,1 0-1 0 0,-3 11 1 0 0,4-17 54 0 0,1-1 0 0 0,-1 1 0 0 0,1-1-1 0 0,0 1 1 0 0,-1-1 0 0 0,1 0 0 0 0,0 1 0 0 0,0-1-1 0 0,1 1 1 0 0,-1-1 0 0 0,0 1 0 0 0,1-1 0 0 0,0 1-1 0 0,-1-1 1 0 0,1 0 0 0 0,0 1 0 0 0,0-1 0 0 0,0 0-1 0 0,1 0 1 0 0,-1 0 0 0 0,1 0 0 0 0,-1 0 0 0 0,1 0-1 0 0,-1 0 1 0 0,1 0 0 0 0,0 0 0 0 0,0-1 0 0 0,0 1 0 0 0,0-1-1 0 0,0 0 1 0 0,0 1 0 0 0,0-1 0 0 0,1 0 0 0 0,-1 0-1 0 0,0 0 1 0 0,1-1 0 0 0,-1 1 0 0 0,1-1 0 0 0,-1 1-1 0 0,0-1 1 0 0,1 0 0 0 0,-1 0 0 0 0,5 0 0 0 0,-1 0 41 0 0,0 0 1 0 0,0 0 0 0 0,0-1 0 0 0,0 0 0 0 0,0-1 0 0 0,0 1-1 0 0,0-1 1 0 0,0 0 0 0 0,0 0 0 0 0,-1-1 0 0 0,1 0-1 0 0,-1 0 1 0 0,0 0 0 0 0,0 0 0 0 0,0-1 0 0 0,0 0 0 0 0,4-5-1 0 0,-7 6 79 0 0,1-1 0 0 0,-1 1 0 0 0,-1-1 0 0 0,1 1-1 0 0,0-1 1 0 0,-1 0 0 0 0,0 0 0 0 0,0 0 0 0 0,0 0-1 0 0,0 0 1 0 0,-1 0 0 0 0,1 0 0 0 0,-1 0 0 0 0,0 0 0 0 0,-1 0-1 0 0,1 0 1 0 0,-1 0 0 0 0,1 0 0 0 0,-1 0 0 0 0,-3-7-1 0 0,0 0 185 0 0,0 1-1 0 0,0 0 0 0 0,-1 0 1 0 0,-1 1-1 0 0,1-1 0 0 0,-13-14 1 0 0,17 23-252 0 0,0 0 1 0 0,0 0-1 0 0,0-1 1 0 0,0 1 0 0 0,-1 0-1 0 0,1 0 1 0 0,0 0-1 0 0,0 0 1 0 0,-1 1-1 0 0,1-1 1 0 0,-1 0 0 0 0,1 0-1 0 0,-1 1 1 0 0,1-1-1 0 0,-1 1 1 0 0,1-1-1 0 0,-1 1 1 0 0,1 0 0 0 0,-1 0-1 0 0,1 0 1 0 0,-1-1-1 0 0,0 2 1 0 0,-2-1-1 0 0,1 1 0 0 0,1 0-1 0 0,-1 0 0 0 0,0 0 0 0 0,1 0 0 0 0,-1 0 0 0 0,1 1 0 0 0,-1-1 0 0 0,1 1 0 0 0,0 0 0 0 0,-1 0 0 0 0,1 0 0 0 0,-2 3 0 0 0,-1 0-88 0 0,1 0 1 0 0,0 0-1 0 0,0 1 0 0 0,1 0 0 0 0,-1 0 0 0 0,1 0 0 0 0,0 0 0 0 0,1 0 0 0 0,0 0 1 0 0,-3 13-1 0 0,5-16 51 0 0,0-1 1 0 0,1 0 0 0 0,-1 0 0 0 0,1 0-1 0 0,-1 1 1 0 0,1-1 0 0 0,0 0 0 0 0,0 0-1 0 0,0 0 1 0 0,0 0 0 0 0,0-1 0 0 0,0 1-1 0 0,1 0 1 0 0,-1 0 0 0 0,1-1-1 0 0,-1 1 1 0 0,1 0 0 0 0,-1-1 0 0 0,1 0-1 0 0,0 1 1 0 0,0-1 0 0 0,0 0 0 0 0,0 0-1 0 0,0 0 1 0 0,0 0 0 0 0,4 1 0 0 0,-1 0-18 0 0,0 0 1 0 0,0 0 0 0 0,1-1-1 0 0,-1 0 1 0 0,1 0 0 0 0,-1 0-1 0 0,1 0 1 0 0,0-1 0 0 0,9 0-1 0 0,-13-1-41 0 0,0 1 0 0 0,0-1 0 0 0,0 1-1 0 0,0-1 1 0 0,0 0 0 0 0,0 1-1 0 0,0-1 1 0 0,-1 0 0 0 0,1 0 0 0 0,0-1-1 0 0,0 1 1 0 0,-1 0 0 0 0,1 0-1 0 0,-1-1 1 0 0,3-2 0 0 0,-3 3-358 0 0,-1 0 0 0 0,1-1-1 0 0,0 1 1 0 0,-1 0 0 0 0,1-1 0 0 0,-1 1 0 0 0,1 0 0 0 0,-1-1-1 0 0,0 1 1 0 0,1-1 0 0 0,-1 1 0 0 0,0-1 0 0 0,0 1 0 0 0,0 0-1 0 0,0-3 1 0 0</inkml:trace>
</inkml:ink>
</file>

<file path=ppt/ink/ink10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20.342"/>
    </inkml:context>
    <inkml:brush xml:id="br0">
      <inkml:brushProperty name="width" value="0.1" units="cm"/>
      <inkml:brushProperty name="height" value="0.1" units="cm"/>
      <inkml:brushProperty name="color" value="#004F8B"/>
    </inkml:brush>
  </inkml:definitions>
  <inkml:trace contextRef="#ctx0" brushRef="#br0">0 3 8754 0 0,'6'3'3353'0'0,"-1"-3"-2489"0"0,5-2-712 0 0,-2-2-152 0 0</inkml:trace>
</inkml:ink>
</file>

<file path=ppt/ink/ink10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25.418"/>
    </inkml:context>
    <inkml:brush xml:id="br0">
      <inkml:brushProperty name="width" value="0.1" units="cm"/>
      <inkml:brushProperty name="height" value="0.1" units="cm"/>
      <inkml:brushProperty name="color" value="#004F8B"/>
    </inkml:brush>
  </inkml:definitions>
  <inkml:trace contextRef="#ctx0" brushRef="#br0">13 1 920 0 0,'-13'9'7146'0'0,"29"-13"-6442"0"0,-13 3-205 0 0,1 0-1 0 0,-1 0 1 0 0,1 0 0 0 0,-1 0-1 0 0,1 1 1 0 0,-1-1-1 0 0,1 1 1 0 0,0 0 0 0 0,-1 0-1 0 0,1 0 1 0 0,-1 1-1 0 0,1-1 1 0 0,-1 1 0 0 0,1 0-1 0 0,-1 0 1 0 0,1 0 0 0 0,4 3-1 0 0,4 3 69 0 0,1 0-1 0 0,-1-1 1 0 0,1-1-1 0 0,16 5 1 0 0,28 0-4317 0 0</inkml:trace>
</inkml:ink>
</file>

<file path=ppt/ink/ink10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25.753"/>
    </inkml:context>
    <inkml:brush xml:id="br0">
      <inkml:brushProperty name="width" value="0.1" units="cm"/>
      <inkml:brushProperty name="height" value="0.1" units="cm"/>
      <inkml:brushProperty name="color" value="#004F8B"/>
    </inkml:brush>
  </inkml:definitions>
  <inkml:trace contextRef="#ctx0" brushRef="#br0">12 54 2761 0 0,'-1'-3'420'0'0,"-1"1"1"0"0,1-1 0 0 0,0 0 0 0 0,0 1 0 0 0,1-1 0 0 0,-1 0-1 0 0,0 0 1 0 0,1-5 0 0 0,-1 7-132 0 0,1 0 1 0 0,0 1-1 0 0,8-19 7812 0 0,-7 19-7812 0 0,0-1 1 0 0,-1 1-1 0 0,1 0 0 0 0,0-1 1 0 0,-1 1-1 0 0,2 0 0 0 0,-1 0-162 0 0,-1 1 0 0 0,1-1 0 0 0,-1 1 0 0 0,1-1-1 0 0,-1 1 1 0 0,1-1 0 0 0,-1 1 0 0 0,1 0 0 0 0,-1-1-1 0 0,0 1 1 0 0,1 0 0 0 0,-1-1 0 0 0,0 1-1 0 0,1 0 1 0 0,-1-1 0 0 0,0 1 0 0 0,0 0 0 0 0,0-1-1 0 0,0 1 1 0 0,0 0 0 0 0,0 0 0 0 0,0-1 0 0 0,0 1-1 0 0,0 0 1 0 0,0 1 0 0 0,-1 20 285 0 0,-6 40-55 0 0,-8 98 594 0 0,15-135-1506 0 0,0 0-1 0 0,2-1 1 0 0,0 1-1 0 0,9 34 1 0 0,-4-35-6600 0 0</inkml:trace>
</inkml:ink>
</file>

<file path=ppt/ink/ink10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26.624"/>
    </inkml:context>
    <inkml:brush xml:id="br0">
      <inkml:brushProperty name="width" value="0.1" units="cm"/>
      <inkml:brushProperty name="height" value="0.1" units="cm"/>
      <inkml:brushProperty name="color" value="#004F8B"/>
    </inkml:brush>
  </inkml:definitions>
  <inkml:trace contextRef="#ctx0" brushRef="#br0">3 81 2304 0 0,'-2'-7'13067'0'0,"9"6"-12752"0"0,0 0 0 0 0,0-1-1 0 0,1 0 1 0 0,-1 0 0 0 0,-1-1-1 0 0,1 0 1 0 0,0 0 0 0 0,-1 0-1 0 0,1-1 1 0 0,7-6 0 0 0,-7 5-244 0 0,-1 0 1 0 0,1 1 0 0 0,0 0-1 0 0,0 1 1 0 0,0 0 0 0 0,0 0-1 0 0,0 0 1 0 0,1 1 0 0 0,0 0-1 0 0,-1 0 1 0 0,1 1 0 0 0,9-1-1 0 0,-15 2-500 0 0,-1 0 0 0 0,1 0 0 0 0,0 1-1 0 0,-1-1 1 0 0,1 0 0 0 0,-1 1 0 0 0,1-1-1 0 0,-1 1 1 0 0,1 0 0 0 0,-1-1 0 0 0,1 1 0 0 0,1 1-1 0 0</inkml:trace>
</inkml:ink>
</file>

<file path=ppt/ink/ink10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28.661"/>
    </inkml:context>
    <inkml:brush xml:id="br0">
      <inkml:brushProperty name="width" value="0.1" units="cm"/>
      <inkml:brushProperty name="height" value="0.1" units="cm"/>
      <inkml:brushProperty name="color" value="#004F8B"/>
    </inkml:brush>
  </inkml:definitions>
  <inkml:trace contextRef="#ctx0" brushRef="#br0">120 165 6913 0 0,'-8'-14'-251'0'0,"-52"-77"809"0"0,53 82 339 0 0,0 1 1 0 0,0 0-1 0 0,-1 1 0 0 0,-15-18 4376 0 0,24 25-5194 0 0,14-3 1329 0 0,22 4-976 0 0,-21 2-278 0 0,0 1-1 0 0,0 0 0 0 0,-1 1 1 0 0,1 1-1 0 0,-1 0 0 0 0,0 1 1 0 0,0 0-1 0 0,-1 2 0 0 0,26 19 1 0 0,5 9 198 0 0,59 62 1 0 0,-62-57-221 0 0,80 73 8 0 0,-51-50 3 0 0,-3 2 0 0 0,91 116-1 0 0,-150-171-346 0 0,-2 1 0 0 0,0 0 0 0 0,0 0 0 0 0,-1 1 0 0 0,-1 0 0 0 0,0 0 0 0 0,-1 0 0 0 0,-1 0 0 0 0,0 1 0 0 0,-1-1 0 0 0,1 26 0 0 0,-3-27-1268 0 0</inkml:trace>
</inkml:ink>
</file>

<file path=ppt/ink/ink10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29.097"/>
    </inkml:context>
    <inkml:brush xml:id="br0">
      <inkml:brushProperty name="width" value="0.1" units="cm"/>
      <inkml:brushProperty name="height" value="0.1" units="cm"/>
      <inkml:brushProperty name="color" value="#004F8B"/>
    </inkml:brush>
  </inkml:definitions>
  <inkml:trace contextRef="#ctx0" brushRef="#br0">46 394 3225 0 0,'-3'-2'403'0'0,"0"0"0"0"0,0 0 0 0 0,0 0-1 0 0,0 0 1 0 0,0-1 0 0 0,0 0 0 0 0,1 1 0 0 0,-1-1 0 0 0,1 0 0 0 0,0 0 0 0 0,-1 0 0 0 0,-1-5 0 0 0,3 6-41 0 0,0 0 1 0 0,0 0-1 0 0,0 0 0 0 0,0 0 0 0 0,0 0 1 0 0,0 0-1 0 0,1 0 0 0 0,-1 0 1 0 0,1-1-1 0 0,-1 1 0 0 0,1 0 0 0 0,0 0 1 0 0,0-1-1 0 0,0 1 0 0 0,0 0 1 0 0,1 0-1 0 0,-1-1 0 0 0,0 1 0 0 0,1 0 1 0 0,0 0-1 0 0,-1 0 0 0 0,2-3 1 0 0,-1 4-308 0 0,0 0 0 0 0,0 0 0 0 0,1 0 0 0 0,-1 0 0 0 0,0 0 0 0 0,0 0 0 0 0,1 0 0 0 0,-1 0 0 0 0,0 0 0 0 0,1 0 0 0 0,-1 1 0 0 0,1-1 0 0 0,-1 1 0 0 0,1-1 0 0 0,-1 1 0 0 0,1 0 0 0 0,-1-1 0 0 0,1 1 0 0 0,-1 0 0 0 0,1 0 0 0 0,0 0 0 0 0,-1 0 0 0 0,1 0 0 0 0,-1 1 0 0 0,1-1 1 0 0,2 1-1 0 0,46 18 1911 0 0,-28-10-1538 0 0,-8-4-403 0 0,0-1-1 0 0,1-1 1 0 0,-1-1 0 0 0,1 0-1 0 0,0 0 1 0 0,17-2-1 0 0,-26 0-10 0 0,0 0 0 0 0,0-1 0 0 0,0 1 1 0 0,0-1-1 0 0,0-1 0 0 0,0 1 0 0 0,0-1 0 0 0,-1 0 0 0 0,1-1 0 0 0,-1 1 0 0 0,1-1 0 0 0,-1 0 0 0 0,0 0 0 0 0,0-1 1 0 0,-1 0-1 0 0,1 0 0 0 0,7-8 0 0 0,5-10 316 0 0,-1-1 0 0 0,-1-1 1 0 0,17-36-1 0 0,-26 46-271 0 0,0-1 1 0 0,0 0-1 0 0,-2 0 1 0 0,0 0-1 0 0,0 0 0 0 0,-2-1 1 0 0,2-25-1 0 0,-7 26-2682 0 0</inkml:trace>
</inkml:ink>
</file>

<file path=ppt/ink/ink10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30.064"/>
    </inkml:context>
    <inkml:brush xml:id="br0">
      <inkml:brushProperty name="width" value="0.1" units="cm"/>
      <inkml:brushProperty name="height" value="0.1" units="cm"/>
      <inkml:brushProperty name="color" value="#004F8B"/>
    </inkml:brush>
  </inkml:definitions>
  <inkml:trace contextRef="#ctx0" brushRef="#br0">152 19 2761 0 0,'-3'0'421'0'0,"1"-1"1"0"0,-1 1 0 0 0,1-1 0 0 0,-1 0 0 0 0,1 1 0 0 0,-1-1 0 0 0,1 0 0 0 0,0 0 0 0 0,-5-3 0 0 0,6 3-260 0 0,0 0 1 0 0,0 0-1 0 0,-1 1 1 0 0,1-1-1 0 0,0 0 1 0 0,0 1 0 0 0,-1-1-1 0 0,1 1 1 0 0,0-1-1 0 0,-1 1 1 0 0,1-1 0 0 0,-1 1-1 0 0,1 0 1 0 0,0 0-1 0 0,-1 0 1 0 0,1 0-1 0 0,-1 0 1 0 0,1 0 0 0 0,-1 0-1 0 0,1 0 1 0 0,0 1-1 0 0,-1-1 1 0 0,1 0-1 0 0,-1 1 1 0 0,1-1 0 0 0,0 1-1 0 0,0 0 1 0 0,-1-1-1 0 0,1 1 1 0 0,0 0-1 0 0,0 0 1 0 0,0 0 0 0 0,0 0-1 0 0,0 0 1 0 0,0 0-1 0 0,0 0 1 0 0,-1 1-1 0 0,-7 10 37 0 0,1-1-1 0 0,0 2 0 0 0,1-1 0 0 0,0 1 0 0 0,1 0 0 0 0,0 0 0 0 0,2 0 0 0 0,-1 1 0 0 0,1 0 1 0 0,1 0-1 0 0,1 0 0 0 0,0 0 0 0 0,0 1 0 0 0,2-1 0 0 0,0 0 0 0 0,0 1 0 0 0,2-1 0 0 0,-1 0 0 0 0,2 1 1 0 0,0-1-1 0 0,9 25 0 0 0,-9-33-103 0 0,-1 0 1 0 0,1 0 0 0 0,0-1-1 0 0,1 1 1 0 0,0-1 0 0 0,-1 0-1 0 0,2 0 1 0 0,-1 0 0 0 0,1 0-1 0 0,-1-1 1 0 0,1 1 0 0 0,0-1-1 0 0,1-1 1 0 0,-1 1 0 0 0,1-1-1 0 0,-1 0 1 0 0,1 0 0 0 0,0-1-1 0 0,0 1 1 0 0,0-1 0 0 0,10 1-1 0 0,-8-1-135 0 0,1-2-1 0 0,-1 1 1 0 0,1-1-1 0 0,0-1 0 0 0,-1 1 1 0 0,1-1-1 0 0,-1-1 1 0 0,0 0-1 0 0,1 0 0 0 0,-1 0 1 0 0,0-1-1 0 0,0-1 1 0 0,0 1-1 0 0,-1-1 0 0 0,13-9 1 0 0,-13 9-304 0 0,-1-1-1 0 0,1-1 1 0 0,-1 1 0 0 0,-1-1 0 0 0,1 0 0 0 0,6-9 0 0 0,11-25-4319 0 0,-19 32 3254 0 0</inkml:trace>
</inkml:ink>
</file>

<file path=ppt/ink/ink10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30.343"/>
    </inkml:context>
    <inkml:brush xml:id="br0">
      <inkml:brushProperty name="width" value="0.1" units="cm"/>
      <inkml:brushProperty name="height" value="0.1" units="cm"/>
      <inkml:brushProperty name="color" value="#004F8B"/>
    </inkml:brush>
  </inkml:definitions>
  <inkml:trace contextRef="#ctx0" brushRef="#br0">1 1 3209 0 0,'10'4'14652'0'0,"-5"6"-16262"0"0,0 2 2213 0 0,8 23 1104 0 0,28 52-1 0 0,-36-78-1695 0 0,1 0 1 0 0,0 0-1 0 0,0-1 1 0 0,1 1-1 0 0,0-1 0 0 0,0-1 1 0 0,1 1-1 0 0,0-2 1 0 0,1 1-1 0 0,11 7 0 0 0,-18-13-156 0 0,-1 0-1 0 0,0-1 1 0 0,0 1-1 0 0,0-1 1 0 0,0 0-1 0 0,1 1 1 0 0,-1-1-1 0 0,0 0 1 0 0,0 1-1 0 0,1-1 1 0 0,-1 0-1 0 0,0 0 1 0 0,1 0-1 0 0,-1 0 1 0 0,0 0-1 0 0,0-1 1 0 0,1 1-1 0 0,-1 0 0 0 0,0-1 1 0 0,0 1-1 0 0,0 0 1 0 0,1-1-1 0 0,-1 0 1 0 0,2 0-1 0 0,-1-1-412 0 0,0 0 0 0 0,0 0 0 0 0,1 0 0 0 0,-2 0 0 0 0,1 0 0 0 0,0-1 0 0 0,0 1 0 0 0,-1-1 0 0 0,3-3 0 0 0</inkml:trace>
</inkml:ink>
</file>

<file path=ppt/ink/ink10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30.753"/>
    </inkml:context>
    <inkml:brush xml:id="br0">
      <inkml:brushProperty name="width" value="0.1" units="cm"/>
      <inkml:brushProperty name="height" value="0.1" units="cm"/>
      <inkml:brushProperty name="color" value="#004F8B"/>
    </inkml:brush>
  </inkml:definitions>
  <inkml:trace contextRef="#ctx0" brushRef="#br0">1 114 5529 0 0,'10'-7'435'0'0,"0"0"0"0"0,-1-1 0 0 0,0 0 0 0 0,0-1 0 0 0,-1 0 0 0 0,0 0 0 0 0,9-15 0 0 0,-3 1-3260 0 0,-10 14 1738 0 0</inkml:trace>
</inkml:ink>
</file>

<file path=ppt/ink/ink10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30.962"/>
    </inkml:context>
    <inkml:brush xml:id="br0">
      <inkml:brushProperty name="width" value="0.1" units="cm"/>
      <inkml:brushProperty name="height" value="0.1" units="cm"/>
      <inkml:brushProperty name="color" value="#004F8B"/>
    </inkml:brush>
  </inkml:definitions>
  <inkml:trace contextRef="#ctx0" brushRef="#br0">40 5 6913 0 0,'-1'-1'122'0'0,"0"1"0"0"0,0-1 0 0 0,0 1 0 0 0,0-1 0 0 0,0 1 0 0 0,0 0 0 0 0,0-1 0 0 0,0 1 0 0 0,-1 0-1 0 0,1 0 1 0 0,0 0 0 0 0,0 0 0 0 0,0 0 0 0 0,0 0 0 0 0,0 0 0 0 0,0 0 0 0 0,0 0 0 0 0,0 0 0 0 0,0 1 0 0 0,0-1-1 0 0,0 0 1 0 0,0 1 0 0 0,0-1 0 0 0,0 1 0 0 0,0-1 0 0 0,0 1 0 0 0,0 0 0 0 0,0-1 0 0 0,0 1 0 0 0,1 0-1 0 0,-1 0 1 0 0,0-1 0 0 0,0 1 0 0 0,1 0 0 0 0,-1 0 0 0 0,1 0 0 0 0,-1 0 0 0 0,1 0 0 0 0,-1 0 0 0 0,1 0-1 0 0,-1 0 1 0 0,1 0 0 0 0,0 0 0 0 0,0 0 0 0 0,-1 0 0 0 0,1 0 0 0 0,0 2 0 0 0,0 2 474 0 0,0 1 0 0 0,0 0-1 0 0,0 0 1 0 0,1 0 0 0 0,0 0 0 0 0,0 0 0 0 0,3 7 0 0 0,14 44 1337 0 0,-8-21-1072 0 0,19 42-1 0 0,-24-67-1471 0 0,1 1 0 0 0,0-1 0 0 0,1 0 0 0 0,9 11 0 0 0,-2-6-508 0 0</inkml:trace>
</inkml:ink>
</file>

<file path=ppt/ink/ink10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31.359"/>
    </inkml:context>
    <inkml:brush xml:id="br0">
      <inkml:brushProperty name="width" value="0.1" units="cm"/>
      <inkml:brushProperty name="height" value="0.1" units="cm"/>
      <inkml:brushProperty name="color" value="#004F8B"/>
    </inkml:brush>
  </inkml:definitions>
  <inkml:trace contextRef="#ctx0" brushRef="#br0">1 84 3681 0 0,'2'-2'702'0'0,"0"0"-1"0"0,0 1 1 0 0,1-1 0 0 0,-1 1 0 0 0,1-1 0 0 0,0 1 0 0 0,-1 0-1 0 0,1 0 1 0 0,0 0 0 0 0,0 0 0 0 0,3 0 0 0 0,-1 1-474 0 0,0 0 1 0 0,0 1-1 0 0,0 0 1 0 0,0 0-1 0 0,0 0 1 0 0,-1 0-1 0 0,1 1 1 0 0,0 0-1 0 0,-1 0 1 0 0,1 0-1 0 0,-1 0 1 0 0,0 1-1 0 0,1 0 1 0 0,-1 0-1 0 0,-1 0 1 0 0,1 0-1 0 0,0 1 1 0 0,-1-1-1 0 0,1 1 1 0 0,4 7-1 0 0,-1-1-88 0 0,0 1 1 0 0,0-1-1 0 0,-1 2 0 0 0,-1-1 0 0 0,0 1 0 0 0,0-1 0 0 0,3 15 1 0 0,-25-45 1383 0 0,15 11-1574 0 0,-1-1-1 0 0,1 1 1 0 0,0-1 0 0 0,1 0-1 0 0,0 1 1 0 0,0-1 0 0 0,1 0-1 0 0,1-15 1 0 0,1 8-987 0 0,0 1-1 0 0,1-1 1 0 0,1 1-1 0 0,6-17 1 0 0,-3 16-4156 0 0</inkml:trace>
</inkml:ink>
</file>

<file path=ppt/ink/ink10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31.703"/>
    </inkml:context>
    <inkml:brush xml:id="br0">
      <inkml:brushProperty name="width" value="0.1" units="cm"/>
      <inkml:brushProperty name="height" value="0.1" units="cm"/>
      <inkml:brushProperty name="color" value="#004F8B"/>
    </inkml:brush>
  </inkml:definitions>
  <inkml:trace contextRef="#ctx0" brushRef="#br0">0 146 6913 0 0,'0'-1'118'0'0,"3"-2"1404"0"0,-3 3-1405 0 0,0-1 0 0 0,1 1 0 0 0,-1 0 0 0 0,0 0 0 0 0,0 0 0 0 0,1 0 0 0 0,-1 0 0 0 0,0-1 1 0 0,1 1-1 0 0,-1 0 0 0 0,0 0 0 0 0,1 0 0 0 0,-1 0 0 0 0,0 0 0 0 0,1 0 0 0 0,-1 0 0 0 0,0 0 0 0 0,1 0 0 0 0,-1 0 1 0 0,0 0-1 0 0,1 1 0 0 0,-1-1 0 0 0,0 0 0 0 0,1 0 0 0 0,-1 0 0 0 0,0 0 0 0 0,2 1 469 0 0,-2 0-469 0 0,16 7 2117 0 0,-9-3-2257 0 0,-1 0 377 0 0,0 0 0 0 0,0 0 0 0 0,-1 0 0 0 0,0 1 0 0 0,0 0 1 0 0,0 0-1 0 0,-1 1 0 0 0,7 11 0 0 0,-6-9-27 0 0,1 0 1 0 0,0 0-1 0 0,10 9 0 0 0,-11-12-309 0 0,6 3 745 0 0,-11-9-732 0 0,1-1-1 0 0,-1 1 0 0 0,0-1 0 0 0,1 1 0 0 0,-1-1 1 0 0,0 1-1 0 0,1 0 0 0 0,-1-1 0 0 0,0 1 0 0 0,1-1 1 0 0,-1 1-1 0 0,0-1 0 0 0,0 0 0 0 0,0 1 0 0 0,0-1 1 0 0,1 1-1 0 0,-1-1 0 0 0,0 1 0 0 0,0-1 0 0 0,0 1 1 0 0,0-1-1 0 0,0 0 0 0 0,0 1 0 0 0,-1-2 0 0 0,4-20-28 0 0,1 0-1 0 0,1 0 0 0 0,1 0 1 0 0,16-40-1 0 0,22-32-7611 0 0,-34 74 1971 0 0</inkml:trace>
</inkml:ink>
</file>

<file path=ppt/ink/ink10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32.386"/>
    </inkml:context>
    <inkml:brush xml:id="br0">
      <inkml:brushProperty name="width" value="0.1" units="cm"/>
      <inkml:brushProperty name="height" value="0.1" units="cm"/>
      <inkml:brushProperty name="color" value="#004F8B"/>
    </inkml:brush>
  </inkml:definitions>
  <inkml:trace contextRef="#ctx0" brushRef="#br0">47 291 7714 0 0,'4'-3'150'0'0,"0"0"1"0"0,0 0-1 0 0,0 0 1 0 0,-1 0-1 0 0,0-1 1 0 0,1 0-1 0 0,-1 1 1 0 0,0-1-1 0 0,-1 0 1 0 0,1-1-1 0 0,-1 1 0 0 0,0 0 1 0 0,0-1-1 0 0,0 1 1 0 0,0-1-1 0 0,-1 0 1 0 0,0 1-1 0 0,0-1 1 0 0,0 0-1 0 0,0 0 1 0 0,-1-7-1 0 0,0 6 30 0 0,1 0-1 0 0,-1 1 0 0 0,-1-1 0 0 0,1 0 1 0 0,-1 0-1 0 0,0 0 0 0 0,0 1 0 0 0,-1-1 1 0 0,1 0-1 0 0,-1 1 0 0 0,-1-1 0 0 0,1 1 1 0 0,-1 0-1 0 0,0 0 0 0 0,0 0 1 0 0,0 0-1 0 0,-8-7 0 0 0,11 11-185 0 0,-1 1 0 0 0,1-1 0 0 0,-1 1 1 0 0,0-1-1 0 0,0 1 0 0 0,1-1 0 0 0,-1 1 0 0 0,0 0 0 0 0,0-1 0 0 0,1 1 1 0 0,-1 0-1 0 0,0 0 0 0 0,0-1 0 0 0,0 1 0 0 0,1 0 0 0 0,-1 0 0 0 0,0 0 1 0 0,0 0-1 0 0,0 0 0 0 0,1 0 0 0 0,-1 1 0 0 0,0-1 0 0 0,0 0 0 0 0,0 0 1 0 0,-1 1-1 0 0,0 0-29 0 0,0 0-1 0 0,0 1 1 0 0,0-1 0 0 0,0 1 0 0 0,1-1 0 0 0,-1 1 0 0 0,0-1 0 0 0,1 1-1 0 0,-3 3 1 0 0,1-1-48 0 0,1 0 0 0 0,-1 1 0 0 0,0-1-1 0 0,1 1 1 0 0,0 0 0 0 0,0 0 0 0 0,-2 10-1 0 0,4-11 8 0 0,-1-1 0 0 0,2 1 0 0 0,-1 0 0 0 0,0 0 0 0 0,1 0 0 0 0,-1 0 0 0 0,1 0-1 0 0,0 0 1 0 0,0-1 0 0 0,1 1 0 0 0,-1 0 0 0 0,1-1 0 0 0,0 1 0 0 0,0-1 0 0 0,0 0 0 0 0,0 1-1 0 0,6 5 1 0 0,-4-5 49 0 0,1 1 0 0 0,0-1 0 0 0,0 0-1 0 0,1-1 1 0 0,-1 1 0 0 0,1-1 0 0 0,0 0 0 0 0,0 0-1 0 0,0-1 1 0 0,10 3 0 0 0,-9-3 19 0 0,-1 0 1 0 0,1-1 0 0 0,0 0-1 0 0,0-1 1 0 0,0 1-1 0 0,0-1 1 0 0,1-1-1 0 0,-1 1 1 0 0,12-4-1 0 0,-15 3-32 0 0,0 0-1 0 0,0 0 0 0 0,0-1 0 0 0,0 0 0 0 0,0 1 0 0 0,-1-1 0 0 0,1-1 0 0 0,-1 1 0 0 0,1-1 0 0 0,-1 1 1 0 0,0-1-1 0 0,0 0 0 0 0,0 0 0 0 0,0 0 0 0 0,0 0 0 0 0,3-6 0 0 0,39-81-243 0 0,-22 42 4096 0 0,-22 62-257 0 0,15 32-3105 0 0,-12-37-466 0 0,0 0 1 0 0,1-1 0 0 0,1 1 0 0 0,-1-1 0 0 0,1 0 0 0 0,1 0-1 0 0,0-1 1 0 0,0 0 0 0 0,0 0 0 0 0,16 11 0 0 0,-22-18-6 0 0,0 0-1 0 0,-1 0 1 0 0,1 0 0 0 0,0 0-1 0 0,0 0 1 0 0,-1 0 0 0 0,1 0 0 0 0,0 0-1 0 0,0 0 1 0 0,-1 0 0 0 0,1 0 0 0 0,0 0-1 0 0,0-1 1 0 0,-1 1 0 0 0,1 0 0 0 0,0 0-1 0 0,-1-1 1 0 0,1 1 0 0 0,0-1-1 0 0,-1 1 1 0 0,1 0 0 0 0,-1-1 0 0 0,1 0-1 0 0,0 1 1 0 0,-1-1 0 0 0,1 1 0 0 0,-1-1-1 0 0,0 1 1 0 0,1-1 0 0 0,-1 0-1 0 0,1 1 1 0 0,-1-1 0 0 0,1-1 0 0 0,14-28-115 0 0,-13 25 116 0 0,22-62-39 0 0,-19 51 194 0 0,0 0 0 0 0,1 1 0 0 0,0-1 1 0 0,2 1-1 0 0,14-23 0 0 0,-21 37-103 0 0,-1 1 1 0 0,0-1-1 0 0,0 1 0 0 0,0 0 0 0 0,1-1 0 0 0,-1 1 1 0 0,0-1-1 0 0,1 1 0 0 0,-1-1 0 0 0,0 1 0 0 0,1 0 1 0 0,-1-1-1 0 0,1 1 0 0 0,-1 0 0 0 0,0 0 0 0 0,1-1 1 0 0,-1 1-1 0 0,1 0 0 0 0,-1 0 0 0 0,1 0 0 0 0,-1-1 1 0 0,1 1-1 0 0,-1 0 0 0 0,1 0 0 0 0,-1 0 0 0 0,1 0 1 0 0,-1 0-1 0 0,1 0 0 0 0,-1 0 0 0 0,1 0 0 0 0,-1 0 0 0 0,1 0 1 0 0,0 0-1 0 0,6 17 432 0 0,-3 32-349 0 0,-4-43-63 0 0,0 1-227 0 0,0-1 0 0 0,1 0 0 0 0,0 1 0 0 0,1-1 0 0 0,2 10 0 0 0,-3-15-59 0 0,-1 1-1 0 0,1 0 1 0 0,0-1 0 0 0,0 1-1 0 0,0-1 1 0 0,0 1-1 0 0,0-1 1 0 0,0 1-1 0 0,0-1 1 0 0,0 0-1 0 0,1 0 1 0 0,-1 1-1 0 0,1-1 1 0 0,-1 0 0 0 0,1 0-1 0 0,-1 0 1 0 0,1-1-1 0 0,-1 1 1 0 0,1 0-1 0 0,0-1 1 0 0,-1 1-1 0 0,1-1 1 0 0,0 1 0 0 0,2-1-1 0 0,8 1-4595 0 0</inkml:trace>
</inkml:ink>
</file>

<file path=ppt/ink/ink10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32.591"/>
    </inkml:context>
    <inkml:brush xml:id="br0">
      <inkml:brushProperty name="width" value="0.1" units="cm"/>
      <inkml:brushProperty name="height" value="0.1" units="cm"/>
      <inkml:brushProperty name="color" value="#004F8B"/>
    </inkml:brush>
  </inkml:definitions>
  <inkml:trace contextRef="#ctx0" brushRef="#br0">14 6 3225 0 0,'-9'-6'5876'0'0,"6"27"-843"0"0,2-11-5572 0 0,1 10 1090 0 0,1 1 1 0 0,0-1-1 0 0,2 0 0 0 0,1 0 0 0 0,0 0 1 0 0,1-1-1 0 0,1 0 0 0 0,1 0 1 0 0,14 28-1 0 0,8 6-2763 0 0,64 91-1 0 0,-82-128 965 0 0</inkml:trace>
</inkml:ink>
</file>

<file path=ppt/ink/ink10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32.750"/>
    </inkml:context>
    <inkml:brush xml:id="br0">
      <inkml:brushProperty name="width" value="0.1" units="cm"/>
      <inkml:brushProperty name="height" value="0.1" units="cm"/>
      <inkml:brushProperty name="color" value="#004F8B"/>
    </inkml:brush>
  </inkml:definitions>
  <inkml:trace contextRef="#ctx0" brushRef="#br0">27 73 3225 0 0,'-25'-9'1650'0'0,"23"2"1349"0"0,15-3-1428 0 0,54-14-2976 0 0,-26 11 1287 0 0,-18 3 118 0 0</inkml:trace>
</inkml:ink>
</file>

<file path=ppt/ink/ink10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34.273"/>
    </inkml:context>
    <inkml:brush xml:id="br0">
      <inkml:brushProperty name="width" value="0.1" units="cm"/>
      <inkml:brushProperty name="height" value="0.1" units="cm"/>
      <inkml:brushProperty name="color" value="#004F8B"/>
    </inkml:brush>
  </inkml:definitions>
  <inkml:trace contextRef="#ctx0" brushRef="#br0">1 46 6449 0 0,'1'-7'517'0'0,"0"4"-227"0"0,-1-1 0 0 0,1 1 1 0 0,-1 0-1 0 0,1 0 0 0 0,0 0 0 0 0,0 0 1 0 0,1 1-1 0 0,-1-1 0 0 0,1 0 0 0 0,-1 0 1 0 0,3-3-1 0 0,-3 7-186 0 0,-1-1-1 0 0,1 0 1 0 0,-1 1 0 0 0,1-1-1 0 0,-1 0 1 0 0,1 1 0 0 0,-1-1-1 0 0,1 0 1 0 0,-1 1 0 0 0,0-1 0 0 0,1 1-1 0 0,-1-1 1 0 0,0 0 0 0 0,1 1-1 0 0,-1-1 1 0 0,0 1 0 0 0,0 0-1 0 0,1-1 1 0 0,-1 1 0 0 0,0-1 0 0 0,0 1-1 0 0,0-1 1 0 0,0 1 0 0 0,0-1-1 0 0,0 1 1 0 0,0 1 0 0 0,6 20 973 0 0,-6-21-855 0 0,43 194 4229 0 0,11-3-6945 0 0,-49-176 1291 0 0,-2-1-192 0 0</inkml:trace>
</inkml:ink>
</file>

<file path=ppt/ink/ink10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34.622"/>
    </inkml:context>
    <inkml:brush xml:id="br0">
      <inkml:brushProperty name="width" value="0.1" units="cm"/>
      <inkml:brushProperty name="height" value="0.1" units="cm"/>
      <inkml:brushProperty name="color" value="#004F8B"/>
    </inkml:brush>
  </inkml:definitions>
  <inkml:trace contextRef="#ctx0" brushRef="#br0">0 116 4609 0 0,'8'1'203'0'0,"-1"0"-1"0"0,1-1 1 0 0,-1 0-1 0 0,1-1 1 0 0,-1 0 0 0 0,1 0-1 0 0,-1-1 1 0 0,0 1-1 0 0,0-2 1 0 0,12-4 0 0 0,-3 2 114 0 0,88-36 2526 0 0,-72 26-1466 0 0,65-19 0 0 0,-92 33-1906 0 0,0-1 776 0 0,-1 1 1 0 0,1 0-1 0 0,-1 1 1 0 0,1-1 0 0 0,-1 1-1 0 0,1 0 1 0 0,-1 0-1 0 0,9 1 1 0 0,-8 0-368 0 0</inkml:trace>
</inkml:ink>
</file>

<file path=ppt/ink/ink10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34.971"/>
    </inkml:context>
    <inkml:brush xml:id="br0">
      <inkml:brushProperty name="width" value="0.1" units="cm"/>
      <inkml:brushProperty name="height" value="0.1" units="cm"/>
      <inkml:brushProperty name="color" value="#004F8B"/>
    </inkml:brush>
  </inkml:definitions>
  <inkml:trace contextRef="#ctx0" brushRef="#br0">103 1 5529 0 0,'-5'5'522'0'0,"0"0"1"0"0,0 0-1 0 0,1 0 0 0 0,0 1 0 0 0,0-1 0 0 0,0 1 0 0 0,0 0 1 0 0,-3 11-1 0 0,3-10 143 0 0,2-3-365 0 0,0 0 0 0 0,0 1 0 0 0,1-1 0 0 0,-1 0-1 0 0,1 1 1 0 0,0-1 0 0 0,0 1 0 0 0,1-1 0 0 0,-1 1-1 0 0,1 0 1 0 0,0-1 0 0 0,1 1 0 0 0,-1-1 0 0 0,1 1-1 0 0,-1-1 1 0 0,2 1 0 0 0,-1-1 0 0 0,0 1 0 0 0,4 6-1 0 0,-4-8-232 0 0,1-1 0 0 0,0 1 0 0 0,0 0 0 0 0,0-1 0 0 0,0 0 0 0 0,0 1 0 0 0,0-1 0 0 0,1 0 0 0 0,-1 0 0 0 0,1 0 0 0 0,-1 0 0 0 0,1-1 0 0 0,0 1 0 0 0,0-1 0 0 0,0 1 0 0 0,0-1 0 0 0,0 0 0 0 0,0 0 0 0 0,0-1 0 0 0,0 1 0 0 0,0-1 0 0 0,0 1 0 0 0,0-1 0 0 0,0 0 0 0 0,1 0 0 0 0,-1 0 0 0 0,0-1 0 0 0,0 1 0 0 0,4-2 0 0 0,-4 2-46 0 0,-1 0-1 0 0,1-1 1 0 0,-1 1-1 0 0,0-1 1 0 0,1 0 0 0 0,-1 0-1 0 0,0 0 1 0 0,0 0-1 0 0,1 0 1 0 0,-1 0-1 0 0,0-1 1 0 0,0 1 0 0 0,0-1-1 0 0,-1 1 1 0 0,1-1-1 0 0,0 0 1 0 0,-1 0 0 0 0,1 0-1 0 0,-1 0 1 0 0,1 0-1 0 0,-1 0 1 0 0,0 0-1 0 0,0 0 1 0 0,0 0 0 0 0,0-1-1 0 0,0 1 1 0 0,0 0-1 0 0,-1-1 1 0 0,1 1 0 0 0,-1 0-1 0 0,0-1 1 0 0,0 1-1 0 0,0-1 1 0 0,0 1-1 0 0,0-1 1 0 0,0 1 0 0 0,-1-4-1 0 0,0 1 17 0 0,0 1 0 0 0,-1-1 0 0 0,1 1 0 0 0,-1-1 0 0 0,0 1 0 0 0,0 0 0 0 0,-1 0-1 0 0,1 0 1 0 0,-1 0 0 0 0,0 0 0 0 0,0 1 0 0 0,0-1 0 0 0,0 1 0 0 0,-1 0 0 0 0,1 0 0 0 0,-1 0 0 0 0,0 0 0 0 0,0 1-1 0 0,-5-3 1 0 0,4 3-288 0 0,1 1-1 0 0,0 0 0 0 0,-1 0 1 0 0,1 0-1 0 0,-1 0 0 0 0,1 1 1 0 0,-1 0-1 0 0,1 0 0 0 0,-1 0 1 0 0,1 1-1 0 0,-1-1 0 0 0,1 1 1 0 0,-1 0-1 0 0,1 0 0 0 0,0 1 1 0 0,-6 2-1 0 0,7-3 71 0 0,0 1-1 0 0,0-1 0 0 0,0 1 1 0 0,0-1-1 0 0,0 1 1 0 0,1 0-1 0 0,-1 0 0 0 0,1 1 1 0 0,0-1-1 0 0,-1 0 1 0 0,1 1-1 0 0,0 0 0 0 0,0-1 1 0 0,1 1-1 0 0,-1 0 1 0 0,0 0-1 0 0,1 0 0 0 0,0 0 1 0 0,0 0-1 0 0,0 0 1 0 0,0 0-1 0 0,0 0 0 0 0,0 5 1 0 0,2 2 128 0 0</inkml:trace>
</inkml:ink>
</file>

<file path=ppt/ink/ink10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35.418"/>
    </inkml:context>
    <inkml:brush xml:id="br0">
      <inkml:brushProperty name="width" value="0.1" units="cm"/>
      <inkml:brushProperty name="height" value="0.1" units="cm"/>
      <inkml:brushProperty name="color" value="#004F8B"/>
    </inkml:brush>
  </inkml:definitions>
  <inkml:trace contextRef="#ctx0" brushRef="#br0">1 45 5985 0 0,'0'3'444'0'0,"1"-1"0"0"0,0 1 1 0 0,0-1-1 0 0,1 1 0 0 0,-1-1 0 0 0,0 1 0 0 0,1-1 0 0 0,-1 0 0 0 0,4 3 0 0 0,40 36 4066 0 0,52 44-205 0 0,-97-84-4289 0 0,1-1-1 0 0,0 1 0 0 0,-1 0 0 0 0,1-1 0 0 0,0 1 1 0 0,-1-1-1 0 0,1 1 0 0 0,0-1 0 0 0,0 1 0 0 0,0-1 1 0 0,0 1-1 0 0,0-1 0 0 0,-1 0 0 0 0,1 0 1 0 0,0 1-1 0 0,0-1 0 0 0,0 0 0 0 0,0 0 0 0 0,0 0 1 0 0,0 0-1 0 0,0 0 0 0 0,0 0 0 0 0,0 0 0 0 0,1-1 1 0 0,-1 1 26 0 0,0-1 0 0 0,-1 0 0 0 0,1 0 0 0 0,0 1 0 0 0,-1-1 0 0 0,1 0 0 0 0,0 0 0 0 0,-1 0 0 0 0,1 0 0 0 0,-1 0 0 0 0,1 0 0 0 0,-1 0 0 0 0,0 0 0 0 0,1 0 0 0 0,-1 0 0 0 0,0 0 0 0 0,0 0 0 0 0,0-1 0 0 0,1-10 346 0 0,0-1-1 0 0,-1 1 0 0 0,-2-14 0 0 0,1 13-239 0 0,-1-8-634 0 0,0-27-2165 0 0,2 46 2510 0 0,0-1 1 0 0,0 1 0 0 0,1-1 0 0 0,-1 1-1 0 0,1 0 1 0 0,-1-1 0 0 0,1 1 0 0 0,0 0-1 0 0,0 0 1 0 0,0 0 0 0 0,0-1 0 0 0,0 1-1 0 0,0 0 1 0 0,1 0 0 0 0,2-3 0 0 0,2 2-1945 0 0</inkml:trace>
</inkml:ink>
</file>

<file path=ppt/ink/ink10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35.736"/>
    </inkml:context>
    <inkml:brush xml:id="br0">
      <inkml:brushProperty name="width" value="0.1" units="cm"/>
      <inkml:brushProperty name="height" value="0.1" units="cm"/>
      <inkml:brushProperty name="color" value="#004F8B"/>
    </inkml:brush>
  </inkml:definitions>
  <inkml:trace contextRef="#ctx0" brushRef="#br0">104 2 2761 0 0,'-21'-1'3674'0'0,"17"2"-3301"0"0,0 1 0 0 0,0-1 0 0 0,0 1 1 0 0,1 1-1 0 0,-1-1 0 0 0,0 0 0 0 0,1 1 1 0 0,-1 0-1 0 0,1 0 0 0 0,0 0 0 0 0,0 0 0 0 0,0 0 1 0 0,1 1-1 0 0,-1-1 0 0 0,1 1 0 0 0,-1 0 1 0 0,1 0-1 0 0,1 0 0 0 0,-3 5 0 0 0,0 0-164 0 0,1 0-1 0 0,0 1 0 0 0,0-1 1 0 0,1 0-1 0 0,0 1 0 0 0,1 0 1 0 0,-1 16-1 0 0,2-22-190 0 0,1-1 0 0 0,-1 1 0 0 0,1 0 0 0 0,-1-1 0 0 0,1 1 1 0 0,0-1-1 0 0,0 1 0 0 0,1-1 0 0 0,-1 0 0 0 0,1 1 0 0 0,0-1 0 0 0,0 0 0 0 0,0 0 0 0 0,0 0 0 0 0,0 0 0 0 0,0 0 1 0 0,1-1-1 0 0,0 1 0 0 0,-1-1 0 0 0,1 0 0 0 0,0 1 0 0 0,0-1 0 0 0,0 0 0 0 0,1-1 0 0 0,-1 1 0 0 0,5 1 0 0 0,-6-2 1 0 0,1-1 0 0 0,0 1-1 0 0,1-1 1 0 0,-1 1 0 0 0,0-1-1 0 0,0 0 1 0 0,0 0 0 0 0,0-1-1 0 0,0 1 1 0 0,0-1 0 0 0,0 1-1 0 0,0-1 1 0 0,0 0 0 0 0,0 0-1 0 0,-1 0 1 0 0,1-1 0 0 0,0 1-1 0 0,0 0 1 0 0,-1-1 0 0 0,1 0-1 0 0,-1 0 1 0 0,0 0 0 0 0,1 0-1 0 0,-1 0 1 0 0,0 0 0 0 0,0-1-1 0 0,0 1 1 0 0,-1-1 0 0 0,1 1-1 0 0,0-1 1 0 0,1-4 0 0 0,0 1-56 0 0,0-1 0 0 0,-1 1 1 0 0,0-1-1 0 0,0 0 1 0 0,-1 0-1 0 0,1 0 1 0 0,-2 0-1 0 0,1 0 0 0 0,-1 0 1 0 0,0 0-1 0 0,0 0 1 0 0,-1 0-1 0 0,0 0 1 0 0,0 0-1 0 0,0 0 1 0 0,-1 0-1 0 0,-1 0 0 0 0,1 1 1 0 0,-1-1-1 0 0,0 1 1 0 0,0-1-1 0 0,-1 1 1 0 0,-5-8-1 0 0,-6 6-1930 0 0</inkml:trace>
</inkml:ink>
</file>

<file path=ppt/ink/ink10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35.988"/>
    </inkml:context>
    <inkml:brush xml:id="br0">
      <inkml:brushProperty name="width" value="0.1" units="cm"/>
      <inkml:brushProperty name="height" value="0.1" units="cm"/>
      <inkml:brushProperty name="color" value="#004F8B"/>
    </inkml:brush>
  </inkml:definitions>
  <inkml:trace contextRef="#ctx0" brushRef="#br0">4 53 3681 0 0,'5'-15'-1230'0'0,"9"-23"9604"0"0,-19 59-4580 0 0,0-1-3284 0 0,0 1 0 0 0,2 0 0 0 0,0 1 0 0 0,2-1 1 0 0,0 0-1 0 0,1 1 0 0 0,4 23 0 0 0,0-16-924 0 0,2-1 0 0 0,1 0 1 0 0,1 0-1 0 0,21 48 1 0 0,-16-45-5577 0 0</inkml:trace>
</inkml:ink>
</file>

<file path=ppt/ink/ink10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36.305"/>
    </inkml:context>
    <inkml:brush xml:id="br0">
      <inkml:brushProperty name="width" value="0.1" units="cm"/>
      <inkml:brushProperty name="height" value="0.1" units="cm"/>
      <inkml:brushProperty name="color" value="#004F8B"/>
    </inkml:brush>
  </inkml:definitions>
  <inkml:trace contextRef="#ctx0" brushRef="#br0">14 1 5985 0 0,'-9'2'4917'0'0,"8"-1"-4788"0"0,-2 15 2501 0 0,3 16-1 0 0,3-1-1710 0 0,2 0 0 0 0,2 1 1 0 0,13 39-1 0 0,40 87-2290 0 0,-48-129-5294 0 0</inkml:trace>
</inkml:ink>
</file>

<file path=ppt/ink/ink10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36.797"/>
    </inkml:context>
    <inkml:brush xml:id="br0">
      <inkml:brushProperty name="width" value="0.1" units="cm"/>
      <inkml:brushProperty name="height" value="0.1" units="cm"/>
      <inkml:brushProperty name="color" value="#004F8B"/>
    </inkml:brush>
  </inkml:definitions>
  <inkml:trace contextRef="#ctx0" brushRef="#br0">0 136 2761 0 0,'14'-3'567'0'0,"0"-1"0"0"0,0 0 1 0 0,26-12-1 0 0,-3 2 76 0 0,206-62 2710 0 0,-246 79-3235 0 0,0-1 0 0 0,-1 1 0 0 0,2-1 0 0 0,-1 1 0 0 0,0 0 0 0 0,0 0 0 0 0,1 0 0 0 0,0 0 0 0 0,-1 1 0 0 0,1-1 0 0 0,-3 8 0 0 0,3-8-21 0 0,1 0 0 0 0,-1 0 0 0 0,1 1 1 0 0,-1-1-1 0 0,1 0 0 0 0,0 1 0 0 0,1-1 0 0 0,-1 1 0 0 0,0 0 0 0 0,1-1 0 0 0,0 1 0 0 0,0-1 0 0 0,0 1 0 0 0,1 5 1 0 0,-1-8-93 0 0,1-1 1 0 0,-1 1-1 0 0,1 0 1 0 0,0-1-1 0 0,-1 1 1 0 0,1 0-1 0 0,0-1 1 0 0,-1 1 0 0 0,1-1-1 0 0,0 0 1 0 0,-1 1-1 0 0,1-1 1 0 0,0 1-1 0 0,0-1 1 0 0,0 0 0 0 0,0 0-1 0 0,-1 0 1 0 0,1 1-1 0 0,0-1 1 0 0,0 0-1 0 0,0 0 1 0 0,0 0-1 0 0,0 0 1 0 0,-1 0 0 0 0,1 0-1 0 0,0-1 1 0 0,0 1-1 0 0,0 0 1 0 0,0 0-1 0 0,-1 0 1 0 0,1-1-1 0 0,0 1 1 0 0,0-1 0 0 0,-1 1-1 0 0,1 0 1 0 0,0-1-1 0 0,0 0 1 0 0,-1 1-1 0 0,2-2 1 0 0,28-20-581 0 0,-27 18 335 0 0,0 0 0 0 0,0 0 0 0 0,-1 0 0 0 0,1-1 0 0 0,-1 1 0 0 0,0-1 0 0 0,0 1 0 0 0,-1-1 0 0 0,2-6 0 0 0,-2 7 429 0 0,1-1 0 0 0,-1 0-1 0 0,1 1 1 0 0,0-1 0 0 0,0 1-1 0 0,0 0 1 0 0,1-1 0 0 0,-1 1-1 0 0,5-4 1 0 0,-7 8-99 0 0,1 1 0 0 0,-1-1 0 0 0,1 0 0 0 0,-1 1 0 0 0,1 0 0 0 0,-1-1-1 0 0,1 1 1 0 0,-1-1 0 0 0,0 1 0 0 0,1-1 0 0 0,-1 1 0 0 0,0 0 0 0 0,0-1 0 0 0,1 1 0 0 0,-1 0 0 0 0,0-1 0 0 0,0 1 0 0 0,0 0-1 0 0,0-1 1 0 0,0 1 0 0 0,0 0 0 0 0,0-1 0 0 0,0 1 0 0 0,0 0 0 0 0,3 22 400 0 0,-3-8-722 0 0,1 1 1 0 0,0-1-1 0 0,1 1 0 0 0,1-1 0 0 0,1 0 1 0 0,0 0-1 0 0,11 24 0 0 0,-6-21-4139 0 0</inkml:trace>
</inkml:ink>
</file>

<file path=ppt/ink/ink10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37.208"/>
    </inkml:context>
    <inkml:brush xml:id="br0">
      <inkml:brushProperty name="width" value="0.1" units="cm"/>
      <inkml:brushProperty name="height" value="0.1" units="cm"/>
      <inkml:brushProperty name="color" value="#004F8B"/>
    </inkml:brush>
  </inkml:definitions>
  <inkml:trace contextRef="#ctx0" brushRef="#br0">143 9 4569 0 0,'0'-1'132'0'0,"0"1"0"0"0,0 0-1 0 0,0-1 1 0 0,-1 1 0 0 0,1-1 0 0 0,0 1-1 0 0,0 0 1 0 0,-1-1 0 0 0,1 1 0 0 0,0-1-1 0 0,0 1 1 0 0,-1 0 0 0 0,1-1 0 0 0,0 1-1 0 0,-1 0 1 0 0,1 0 0 0 0,0-1 0 0 0,-1 1 0 0 0,1 0-1 0 0,-1 0 1 0 0,1 0 0 0 0,0-1 0 0 0,-1 1-1 0 0,1 0 1 0 0,-1 0 0 0 0,1 0 0 0 0,-1 0-1 0 0,1 0 1 0 0,-1 0 0 0 0,1 0 0 0 0,0 0-1 0 0,-1 0 1 0 0,1 0 0 0 0,-1 0 0 0 0,1 0-1 0 0,-1 0 1 0 0,1 0 0 0 0,-1 0 0 0 0,1 1 0 0 0,0-1-1 0 0,-1 0 1 0 0,1 0 0 0 0,-1 0 0 0 0,1 1-1 0 0,0-1 1 0 0,-1 0 0 0 0,1 0 0 0 0,0 1-1 0 0,-1 0 1 0 0,-21 11 2665 0 0,12-2-2180 0 0,-1 1 1 0 0,2-1 0 0 0,-1 2 0 0 0,2-1 0 0 0,0 1-1 0 0,-13 24 1 0 0,17-29-541 0 0,1 1-1 0 0,-1-1 1 0 0,1 1 0 0 0,1 0-1 0 0,-1 0 1 0 0,1 1 0 0 0,1-1-1 0 0,0 0 1 0 0,0 1-1 0 0,0-1 1 0 0,1 1 0 0 0,0-1-1 0 0,2 9 1 0 0,-2-15-103 0 0,0 0 1 0 0,1 0-1 0 0,-1-1 1 0 0,1 1-1 0 0,0 0 1 0 0,0 0-1 0 0,-1-1 1 0 0,1 1-1 0 0,0 0 1 0 0,0-1-1 0 0,0 1 1 0 0,1-1 0 0 0,-1 1-1 0 0,2 1 1 0 0,-2-3-54 0 0,0 1 1 0 0,0-1-1 0 0,0 1 1 0 0,-1-1-1 0 0,1 1 1 0 0,0-1-1 0 0,0 0 1 0 0,0 0-1 0 0,0 1 1 0 0,0-1-1 0 0,0 0 1 0 0,0 0-1 0 0,0 0 1 0 0,0 0-1 0 0,0 0 1 0 0,0 0-1 0 0,0 0 1 0 0,0-1-1 0 0,2 1 1 0 0,0-2-98 0 0,0 1 0 0 0,0 0 1 0 0,0-1-1 0 0,-1 0 0 0 0,1 0 1 0 0,0 0-1 0 0,-1 0 0 0 0,1 0 0 0 0,-1 0 1 0 0,0-1-1 0 0,0 1 0 0 0,0-1 1 0 0,0 0-1 0 0,2-4 0 0 0,5-11-195 0 0,-1-1-1 0 0,6-20 1 0 0,-10 25 458 0 0,1 0 0 0 0,0 0 1 0 0,1 1-1 0 0,1-1 0 0 0,13-19 0 0 0,-19 32-50 0 0,-1 1 0 0 0,0-1 0 0 0,1 1 0 0 0,-1 0-1 0 0,1-1 1 0 0,-1 1 0 0 0,1-1 0 0 0,-1 1 0 0 0,1 0 0 0 0,-1-1-1 0 0,1 1 1 0 0,0 0 0 0 0,-1 0 0 0 0,1-1 0 0 0,-1 1-1 0 0,1 0 1 0 0,0 0 0 0 0,-1 0 0 0 0,1 0 0 0 0,0 0 0 0 0,-1 0-1 0 0,1 0 1 0 0,0 0 0 0 0,-1 0 0 0 0,1 0 0 0 0,-1 0-1 0 0,1 0 1 0 0,0 1 0 0 0,-1-1 0 0 0,1 0 0 0 0,-1 0 0 0 0,1 1-1 0 0,0-1 1 0 0,-1 0 0 0 0,1 1 0 0 0,-1-1 0 0 0,1 0-1 0 0,-1 1 1 0 0,1-1 0 0 0,-1 1 0 0 0,0-1 0 0 0,1 1 0 0 0,-1-1-1 0 0,0 1 1 0 0,1-1 0 0 0,-1 1 0 0 0,0-1 0 0 0,1 1-1 0 0,-1 0 1 0 0,0 0 0 0 0,18 37 1019 0 0,-16-34-998 0 0,6 19 107 0 0,-1 1 1 0 0,0 0 0 0 0,-2 0-1 0 0,-1 1 1 0 0,-1 0-1 0 0,-1-1 1 0 0,-1 1 0 0 0,-1 0-1 0 0,-2 0 1 0 0,-5 33 0 0 0,1-28-552 0 0,-1-1 1 0 0,-1 0-1 0 0,-1 0 1 0 0,-25 49-1 0 0,24-58-5782 0 0</inkml:trace>
</inkml:ink>
</file>

<file path=ppt/ink/ink10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37.796"/>
    </inkml:context>
    <inkml:brush xml:id="br0">
      <inkml:brushProperty name="width" value="0.1" units="cm"/>
      <inkml:brushProperty name="height" value="0.1" units="cm"/>
      <inkml:brushProperty name="color" value="#004F8B"/>
    </inkml:brush>
  </inkml:definitions>
  <inkml:trace contextRef="#ctx0" brushRef="#br0">1 115 11058 0 0,'0'2'248'0'0,"0"1"0"0"0,0-1 0 0 0,0 1-1 0 0,0-1 1 0 0,1 0 0 0 0,-1 1 0 0 0,1-1-1 0 0,-1 0 1 0 0,1 1 0 0 0,0-1 0 0 0,0 0 0 0 0,0 0-1 0 0,0 0 1 0 0,0 0 0 0 0,1 0 0 0 0,-1 0-1 0 0,3 3 1 0 0,-3-4-124 0 0,1 0 0 0 0,-1 0 0 0 0,1-1 0 0 0,0 1-1 0 0,-1 0 1 0 0,1-1 0 0 0,0 1 0 0 0,-1-1 0 0 0,1 0 0 0 0,0 0 0 0 0,0 1 0 0 0,-1-1-1 0 0,1 0 1 0 0,0-1 0 0 0,0 1 0 0 0,-1 0 0 0 0,1 0 0 0 0,0-1 0 0 0,-1 1-1 0 0,1-1 1 0 0,0 1 0 0 0,-1-1 0 0 0,1 0 0 0 0,-1 0 0 0 0,3-1 0 0 0,2-1-1 0 0,-1-1 1 0 0,0 0 0 0 0,0 0 0 0 0,0-1-1 0 0,0 1 1 0 0,-1-1 0 0 0,1 0 0 0 0,-1 0-1 0 0,-1 0 1 0 0,1-1 0 0 0,3-6-1 0 0,-5 9-219 0 0,0-1 0 0 0,0 0 0 0 0,-1 0 0 0 0,1 0 0 0 0,-1 0 0 0 0,1 0 0 0 0,-1 0 0 0 0,-1 0 0 0 0,1 0 0 0 0,-1 0 0 0 0,1 0 0 0 0,-1-1 0 0 0,0 1 0 0 0,0 0 0 0 0,-1 0 0 0 0,0-1 0 0 0,-1-7 0 0 0,1 12 83 0 0,1-1-1 0 0,0 0 1 0 0,-1 0 0 0 0,1 1 0 0 0,0-1 0 0 0,-1 0 0 0 0,1 1 0 0 0,-1-1 0 0 0,1 0-1 0 0,-1 1 1 0 0,1-1 0 0 0,-1 1 0 0 0,1-1 0 0 0,-1 1 0 0 0,0-1 0 0 0,1 1 0 0 0,-1-1-1 0 0,0 1 1 0 0,0-1 0 0 0,1 1 0 0 0,-1 0 0 0 0,0 0 0 0 0,0-1 0 0 0,1 1 0 0 0,-1 0 0 0 0,0 0-1 0 0,0 0 1 0 0,0 0 0 0 0,-1 0 0 0 0,0 0 33 0 0,0 1-1 0 0,0-1 0 0 0,0 1 1 0 0,1 0-1 0 0,-1 0 1 0 0,0 0-1 0 0,0 0 1 0 0,0 0-1 0 0,1 0 0 0 0,-1 0 1 0 0,-2 3-1 0 0,-1 1 103 0 0,1-1 0 0 0,-1 1 0 0 0,1 1 0 0 0,0-1 0 0 0,0 0 0 0 0,-4 10 0 0 0,6-10-66 0 0,1-1 0 0 0,-1 1 0 0 0,1 0 0 0 0,0 0 0 0 0,1 0 0 0 0,-1 0 0 0 0,1 0 0 0 0,0 0 0 0 0,0 0 0 0 0,0 0 0 0 0,1 0 0 0 0,-1 0 0 0 0,1 0 0 0 0,1 0 0 0 0,-1-1 0 0 0,1 1 0 0 0,-1 0 0 0 0,1-1 0 0 0,1 1 0 0 0,-1-1 0 0 0,1 0 0 0 0,-1 0 1 0 0,1 0-1 0 0,1 0 0 0 0,-1 0 0 0 0,0 0 0 0 0,1-1 0 0 0,0 0 0 0 0,0 1 0 0 0,0-2 0 0 0,7 5 0 0 0,2 1-138 0 0,1 0-1 0 0,1-1 1 0 0,-1-1 0 0 0,1 0 0 0 0,0-1 0 0 0,1-1 0 0 0,-1 0 0 0 0,28 3 0 0 0,-8-6-1592 0 0,1-2-5043 0 0</inkml:trace>
</inkml:ink>
</file>

<file path=ppt/ink/ink10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39.052"/>
    </inkml:context>
    <inkml:brush xml:id="br0">
      <inkml:brushProperty name="width" value="0.1" units="cm"/>
      <inkml:brushProperty name="height" value="0.1" units="cm"/>
      <inkml:brushProperty name="color" value="#004F8B"/>
    </inkml:brush>
  </inkml:definitions>
  <inkml:trace contextRef="#ctx0" brushRef="#br0">2 177 920 0 0,'-1'-2'1'0'0,"1"0"-1"0"0,0 0 1 0 0,-1 0-1 0 0,1 0 1 0 0,0 0-1 0 0,0 0 1 0 0,0 0-1 0 0,1 0 1 0 0,-1 0-1 0 0,0 0 1 0 0,1 1-1 0 0,-1-1 1 0 0,1 0-1 0 0,0 0 1 0 0,-1 0-1 0 0,1 1 1 0 0,0-1-1 0 0,0 0 1 0 0,0 1-1 0 0,1-1 1 0 0,-1 1-1 0 0,2-3 1 0 0,-1 1 44 0 0,0 1 0 0 0,1-1 1 0 0,-1 1-1 0 0,0 0 0 0 0,1 0 1 0 0,-1 0-1 0 0,1 0 0 0 0,0 0 0 0 0,-1 1 1 0 0,1-1-1 0 0,0 1 0 0 0,0 0 0 0 0,4-2 1 0 0,13 0-74 0 0,1-2 1 0 0,-1 0-1 0 0,22-10 1 0 0,4 0 262 0 0,-18 6 296 0 0,14-3-302 0 0,40-19 1 0 0,-61 21-230 0 0</inkml:trace>
</inkml:ink>
</file>

<file path=ppt/ink/ink10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39.318"/>
    </inkml:context>
    <inkml:brush xml:id="br0">
      <inkml:brushProperty name="width" value="0.1" units="cm"/>
      <inkml:brushProperty name="height" value="0.1" units="cm"/>
      <inkml:brushProperty name="color" value="#004F8B"/>
    </inkml:brush>
  </inkml:definitions>
  <inkml:trace contextRef="#ctx0" brushRef="#br0">0 8 5529 0 0,'203'-8'1585'0'0,"-183"8"-1600"0"0,2 3-58 0 0</inkml:trace>
</inkml:ink>
</file>

<file path=ppt/ink/ink10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39.494"/>
    </inkml:context>
    <inkml:brush xml:id="br0">
      <inkml:brushProperty name="width" value="0.1" units="cm"/>
      <inkml:brushProperty name="height" value="0.1" units="cm"/>
      <inkml:brushProperty name="color" value="#004F8B"/>
    </inkml:brush>
  </inkml:definitions>
  <inkml:trace contextRef="#ctx0" brushRef="#br0">0 18 7370 0 0,'31'-6'3'0'0,"0"1"0"0"0,1 2 0 0 0,0 0 0 0 0,-1 3 0 0 0,1 0 0 0 0,0 2 0 0 0,33 6 0 0 0,-55-6-551 0 0,-1-1 0 0 0,1 0 1 0 0,0-1-1 0 0,11-1 1 0 0,-5 0-260 0 0</inkml:trace>
</inkml:ink>
</file>

<file path=ppt/ink/ink10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39.637"/>
    </inkml:context>
    <inkml:brush xml:id="br0">
      <inkml:brushProperty name="width" value="0.1" units="cm"/>
      <inkml:brushProperty name="height" value="0.1" units="cm"/>
      <inkml:brushProperty name="color" value="#004F8B"/>
    </inkml:brush>
  </inkml:definitions>
  <inkml:trace contextRef="#ctx0" brushRef="#br0">1 1 920 0 0,'28'-1'2113'0'0,"-1"2"0"0"0,1 1 1 0 0,43 8-1 0 0,21 2-556 0 0,0-6-4320 0 0,-60-3 1654 0 0</inkml:trace>
</inkml:ink>
</file>

<file path=ppt/ink/ink10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39.844"/>
    </inkml:context>
    <inkml:brush xml:id="br0">
      <inkml:brushProperty name="width" value="0.1" units="cm"/>
      <inkml:brushProperty name="height" value="0.1" units="cm"/>
      <inkml:brushProperty name="color" value="#004F8B"/>
    </inkml:brush>
  </inkml:definitions>
  <inkml:trace contextRef="#ctx0" brushRef="#br0">0 5 7834 0 0,'56'-1'3952'0'0,"83"8"0"0"0,-123-7-5462 0 0,1 0 0 0 0,-1-1 0 0 0,17-3 0 0 0,31-2-1931 0 0,-37 6 3307 0 0,0 1 116 0 0</inkml:trace>
</inkml:ink>
</file>

<file path=ppt/ink/ink10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39.986"/>
    </inkml:context>
    <inkml:brush xml:id="br0">
      <inkml:brushProperty name="width" value="0.1" units="cm"/>
      <inkml:brushProperty name="height" value="0.1" units="cm"/>
      <inkml:brushProperty name="color" value="#004F8B"/>
    </inkml:brush>
  </inkml:definitions>
  <inkml:trace contextRef="#ctx0" brushRef="#br0">1 17 1840 0 0,'58'-3'4636'0'0,"-3"-3"-5469"0"0,12-1-3311 0 0,-49 7 4143 0 0,-10 1 87 0 0</inkml:trace>
</inkml:ink>
</file>

<file path=ppt/ink/ink10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40.162"/>
    </inkml:context>
    <inkml:brush xml:id="br0">
      <inkml:brushProperty name="width" value="0.1" units="cm"/>
      <inkml:brushProperty name="height" value="0.1" units="cm"/>
      <inkml:brushProperty name="color" value="#004F8B"/>
    </inkml:brush>
  </inkml:definitions>
  <inkml:trace contextRef="#ctx0" brushRef="#br0">13 1 3681 0 0,'1'2'272'0'0,"0"-1"0"0"0,0 1 0 0 0,0 0 1 0 0,-1 0-1 0 0,1-1 0 0 0,0 1 0 0 0,-1 0 1 0 0,0 0-1 0 0,1 0 0 0 0,-1 0 0 0 0,0 0 0 0 0,0 0 1 0 0,0-1-1 0 0,0 4 0 0 0,-4 32 1806 0 0,3-28-1462 0 0,-1 2-385 0 0,2-3-455 0 0,-1 0 1 0 0,0 0-1 0 0,-1 0 0 0 0,1 0 1 0 0,-6 12-1 0 0</inkml:trace>
</inkml:ink>
</file>

<file path=ppt/ink/ink10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40.385"/>
    </inkml:context>
    <inkml:brush xml:id="br0">
      <inkml:brushProperty name="width" value="0.1" units="cm"/>
      <inkml:brushProperty name="height" value="0.1" units="cm"/>
      <inkml:brushProperty name="color" value="#004F8B"/>
    </inkml:brush>
  </inkml:definitions>
  <inkml:trace contextRef="#ctx0" brushRef="#br0">49 2 920 0 0,'1'0'25'0'0,"-1"0"0"0"0,0 0 0 0 0,0 0-1 0 0,0 0 1 0 0,0-1 0 0 0,0 1 0 0 0,0 0 0 0 0,1 0 0 0 0,-1 0-1 0 0,0 0 1 0 0,0 0 0 0 0,0 0 0 0 0,0 0 0 0 0,0 0-1 0 0,1 0 1 0 0,-1 0 0 0 0,0 0 0 0 0,0 0 0 0 0,0 0 0 0 0,0 0-1 0 0,0 0 1 0 0,1 0 0 0 0,-1 0 0 0 0,0 0 0 0 0,0 0-1 0 0,0 0 1 0 0,0 0 0 0 0,0 0 0 0 0,1 0 0 0 0,-1 0 0 0 0,0 0-1 0 0,0 0 1 0 0,0 0 0 0 0,0 1 0 0 0,0-1 0 0 0,0 0-1 0 0,1 0 1 0 0,-1 0 0 0 0,0 0 0 0 0,0 0 0 0 0,0 0 0 0 0,0 0-1 0 0,0 1 1 0 0,0-1 0 0 0,0 0 0 0 0,0 0 0 0 0,0 0-1 0 0,0 0 1 0 0,0 0 0 0 0,1 1 0 0 0,-1-1 0 0 0,0 0-1 0 0,0 0 1 0 0,0 0 0 0 0,0 0 0 0 0,0 0 0 0 0,0 1 0 0 0,0-1-1 0 0,0 0 1 0 0,0 0 0 0 0,-1 0 0 0 0,1 0 0 0 0,0 0-1 0 0,0 1 1 0 0,0-1 0 0 0,0 0 0 0 0,0 0 0 0 0,0 0 0 0 0,-16 53 570 0 0,-14 78 0 0 0,26-102 678 0 0,1 0 0 0 0,2 0-1 0 0,0 0 1 0 0,6 50-1 0 0,1-18-1784 0 0,-4-44-2969 0 0</inkml:trace>
</inkml:ink>
</file>

<file path=ppt/ink/ink10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40.610"/>
    </inkml:context>
    <inkml:brush xml:id="br0">
      <inkml:brushProperty name="width" value="0.1" units="cm"/>
      <inkml:brushProperty name="height" value="0.1" units="cm"/>
      <inkml:brushProperty name="color" value="#004F8B"/>
    </inkml:brush>
  </inkml:definitions>
  <inkml:trace contextRef="#ctx0" brushRef="#br0">18 1 6449 0 0,'-5'42'1969'0'0,"-1"50"-1"0"0,2-24-1056 0 0,1-1 910 0 0,3 1 0 0 0,17 127 0 0 0,-15-178-2026 0 0,2 11-1166 0 0,0-10-3066 0 0,0-5-205 0 0</inkml:trace>
</inkml:ink>
</file>

<file path=ppt/ink/ink10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40.732"/>
    </inkml:context>
    <inkml:brush xml:id="br0">
      <inkml:brushProperty name="width" value="0.1" units="cm"/>
      <inkml:brushProperty name="height" value="0.1" units="cm"/>
      <inkml:brushProperty name="color" value="#004F8B"/>
    </inkml:brush>
  </inkml:definitions>
  <inkml:trace contextRef="#ctx0" brushRef="#br0">0 0 456 0 0,'7'47'121'0'0,"1"0"-1"0"0,2 0 1 0 0,2-1-1 0 0,33 80 1 0 0,-12-35-28 0 0,-23-63-93 0 0</inkml:trace>
</inkml:ink>
</file>

<file path=ppt/ink/ink10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40.902"/>
    </inkml:context>
    <inkml:brush xml:id="br0">
      <inkml:brushProperty name="width" value="0.1" units="cm"/>
      <inkml:brushProperty name="height" value="0.1" units="cm"/>
      <inkml:brushProperty name="color" value="#004F8B"/>
    </inkml:brush>
  </inkml:definitions>
  <inkml:trace contextRef="#ctx0" brushRef="#br0">0 0 4609 0 0,'13'40'1048'0'0,"-2"0"-1"0"0,-2 1 1 0 0,-2 0-1 0 0,4 80 1 0 0,-6-57 299 0 0,8 45 1770 0 0,4 53-2749 0 0,-17-146-5661 0 0</inkml:trace>
</inkml:ink>
</file>

<file path=ppt/ink/ink10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41.080"/>
    </inkml:context>
    <inkml:brush xml:id="br0">
      <inkml:brushProperty name="width" value="0.1" units="cm"/>
      <inkml:brushProperty name="height" value="0.1" units="cm"/>
      <inkml:brushProperty name="color" value="#004F8B"/>
    </inkml:brush>
  </inkml:definitions>
  <inkml:trace contextRef="#ctx0" brushRef="#br0">18 0 9674 0 0,'-9'164'4967'0'0,"0"27"-3118"0"0,17-131-4473 0 0</inkml:trace>
</inkml:ink>
</file>

<file path=ppt/ink/ink10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41.238"/>
    </inkml:context>
    <inkml:brush xml:id="br0">
      <inkml:brushProperty name="width" value="0.1" units="cm"/>
      <inkml:brushProperty name="height" value="0.1" units="cm"/>
      <inkml:brushProperty name="color" value="#004F8B"/>
    </inkml:brush>
  </inkml:definitions>
  <inkml:trace contextRef="#ctx0" brushRef="#br0">24 1 1376 0 0,'-1'4'128'0'0,"-1"0"-128"0"0,1 0 0 0 0,1-1 0 0 0,-1-1 0 0 0,-1 3 0 0 0,0 6 0 0 0,-3 5 0 0 0,3 7 144 0 0,-2 2 16 0 0,1-2 8 0 0,3 2 8 0 0</inkml:trace>
</inkml:ink>
</file>

<file path=ppt/ink/ink10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41.539"/>
    </inkml:context>
    <inkml:brush xml:id="br0">
      <inkml:brushProperty name="width" value="0.1" units="cm"/>
      <inkml:brushProperty name="height" value="0.1" units="cm"/>
      <inkml:brushProperty name="color" value="#004F8B"/>
    </inkml:brush>
  </inkml:definitions>
  <inkml:trace contextRef="#ctx0" brushRef="#br0">0 55 5065 0 0,'12'53'8970'0'0,"-13"-57"-10188"0"0,0 0-1 0 0,0-1 1 0 0,1 1-1 0 0,-1 0 1 0 0,1 0 0 0 0,0-1-1 0 0,0-7 1 0 0,9-17-109 0 0,7 1 1252 0 0,-12 20 22 0 0</inkml:trace>
</inkml:ink>
</file>

<file path=ppt/ink/ink10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41.937"/>
    </inkml:context>
    <inkml:brush xml:id="br0">
      <inkml:brushProperty name="width" value="0.1" units="cm"/>
      <inkml:brushProperty name="height" value="0.1" units="cm"/>
      <inkml:brushProperty name="color" value="#004F8B"/>
    </inkml:brush>
  </inkml:definitions>
  <inkml:trace contextRef="#ctx0" brushRef="#br0">1284 1 6913 0 0,'-1'1'94'0'0,"1"1"-1"0"0,0-1 0 0 0,0 0 0 0 0,-1 1 0 0 0,1-1 1 0 0,0 0-1 0 0,-1 1 0 0 0,0-1 0 0 0,1 0 0 0 0,-1 1 0 0 0,0-1 1 0 0,1 0-1 0 0,-1 0 0 0 0,0 0 0 0 0,0 0 0 0 0,0 0 1 0 0,0 0-1 0 0,0 0 0 0 0,0 0 0 0 0,0 0 0 0 0,-1 0 0 0 0,1-1 1 0 0,0 1-1 0 0,0 0 0 0 0,-1-1 0 0 0,1 1 0 0 0,0-1 0 0 0,-1 0 1 0 0,1 1-1 0 0,0-1 0 0 0,-3 0 0 0 0,-6 2-870 0 0,0-1-1 0 0,0 0 1 0 0,-15-1 0 0 0,8 0-144 0 0,-213-8 1673 0 0,170 3-1898 0 0,0 2 0 0 0,1 3 0 0 0,-84 10-1 0 0,128-7 1159 0 0,-155 32-19 0 0,151-29 425 0 0,0 1 0 0 0,0 0 0 0 0,0 2 0 0 0,1 0 1 0 0,0 1-1 0 0,-25 19 0 0 0,-6 7 2807 0 0,30-23-5 0 0,-1 0 1 0 0,-27 11 0 0 0,0-8-192 0 0,1-9-3646 0 0,40-8-456 0 0,0 1-1 0 0,0 0 1 0 0,0-1-1 0 0,0 0 0 0 0,0-1 1 0 0,0 1-1 0 0,0-1 1 0 0,-6-3-1 0 0</inkml:trace>
</inkml:ink>
</file>

<file path=ppt/ink/ink10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42.149"/>
    </inkml:context>
    <inkml:brush xml:id="br0">
      <inkml:brushProperty name="width" value="0.1" units="cm"/>
      <inkml:brushProperty name="height" value="0.1" units="cm"/>
      <inkml:brushProperty name="color" value="#004F8B"/>
    </inkml:brush>
  </inkml:definitions>
  <inkml:trace contextRef="#ctx0" brushRef="#br0">111 14 5217 0 0,'-4'3'464'0'0,"0"-2"-368"0"0,1 0-96 0 0,0 1 0 0 0,1-1 0 0 0,-4 0 0 0 0,-3 2 0 0 0,-5 3 0 0 0,-3-1 0 0 0,2-1 0 0 0,2-3 0 0 0,3-2 80 0 0,3-2-80 0 0,5-1 0 0 0,0-3 0 0 0,2-1 0 0 0,0-1 0 0 0,0-1 0 0 0</inkml:trace>
</inkml:ink>
</file>

<file path=ppt/ink/ink10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42.428"/>
    </inkml:context>
    <inkml:brush xml:id="br0">
      <inkml:brushProperty name="width" value="0.1" units="cm"/>
      <inkml:brushProperty name="height" value="0.1" units="cm"/>
      <inkml:brushProperty name="color" value="#004F8B"/>
    </inkml:brush>
  </inkml:definitions>
  <inkml:trace contextRef="#ctx0" brushRef="#br0">32 37 9218 0 0,'-4'-19'6736'0'0,"-8"11"-4665"0"0,-3-2-4675 0 0</inkml:trace>
</inkml:ink>
</file>

<file path=ppt/ink/ink10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42.650"/>
    </inkml:context>
    <inkml:brush xml:id="br0">
      <inkml:brushProperty name="width" value="0.1" units="cm"/>
      <inkml:brushProperty name="height" value="0.1" units="cm"/>
      <inkml:brushProperty name="color" value="#004F8B"/>
    </inkml:brush>
  </inkml:definitions>
  <inkml:trace contextRef="#ctx0" brushRef="#br0">500 1 5529 0 0,'-127'28'1705'0'0,"-107"18"-2794"0"0,202-42 941 0 0,20-2 318 0 0,-1 0 0 0 0,1-1 0 0 0,-1 0 0 0 0,1-1 0 0 0,-16-2 0 0 0,12-1-153 0 0</inkml:trace>
</inkml:ink>
</file>

<file path=ppt/ink/ink10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42.856"/>
    </inkml:context>
    <inkml:brush xml:id="br0">
      <inkml:brushProperty name="width" value="0.1" units="cm"/>
      <inkml:brushProperty name="height" value="0.1" units="cm"/>
      <inkml:brushProperty name="color" value="#004F8B"/>
    </inkml:brush>
  </inkml:definitions>
  <inkml:trace contextRef="#ctx0" brushRef="#br0">0 1 6801 0 0</inkml:trace>
</inkml:ink>
</file>

<file path=ppt/ink/ink10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42.982"/>
    </inkml:context>
    <inkml:brush xml:id="br0">
      <inkml:brushProperty name="width" value="0.1" units="cm"/>
      <inkml:brushProperty name="height" value="0.1" units="cm"/>
      <inkml:brushProperty name="color" value="#004F8B"/>
    </inkml:brush>
  </inkml:definitions>
  <inkml:trace contextRef="#ctx0" brushRef="#br0">69 15 456 0 0,'-4'0'0'0'0,"0"0"0"0"0,1 0 0 0 0,2 0 0 0 0,-2 0 496 0 0,-2 0 56 0 0,-3 0 16 0 0,-5-2 1 0 0,1-2-473 0 0,-3-5-96 0 0</inkml:trace>
</inkml:ink>
</file>

<file path=ppt/ink/ink10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43.092"/>
    </inkml:context>
    <inkml:brush xml:id="br0">
      <inkml:brushProperty name="width" value="0.1" units="cm"/>
      <inkml:brushProperty name="height" value="0.1" units="cm"/>
      <inkml:brushProperty name="color" value="#004F8B"/>
    </inkml:brush>
  </inkml:definitions>
  <inkml:trace contextRef="#ctx0" brushRef="#br0">83 1 5065 0 0,'-19'7'448'0'0,"10"-5"-352"0"0,1 1-96 0 0,1 0 0 0 0,3-2-88 0 0,1-1-32 0 0,-1 0-8 0 0,-3 2 0 0 0,-3-1 128 0 0,-2 2 0 0 0</inkml:trace>
</inkml:ink>
</file>

<file path=ppt/ink/ink10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43.807"/>
    </inkml:context>
    <inkml:brush xml:id="br0">
      <inkml:brushProperty name="width" value="0.1" units="cm"/>
      <inkml:brushProperty name="height" value="0.1" units="cm"/>
      <inkml:brushProperty name="color" value="#004F8B"/>
    </inkml:brush>
  </inkml:definitions>
  <inkml:trace contextRef="#ctx0" brushRef="#br0">48 4 6913 0 0,'0'0'28'0'0,"-1"-1"0"0"0,0 1 0 0 0,1 0-1 0 0,-1-1 1 0 0,0 1 0 0 0,1 0-1 0 0,-1 0 1 0 0,0-1 0 0 0,1 1-1 0 0,-1 0 1 0 0,0 0 0 0 0,1 0 0 0 0,-1 0-1 0 0,0 0 1 0 0,1 0 0 0 0,-1 0-1 0 0,0 0 1 0 0,0 0 0 0 0,1 0-1 0 0,-1 1 1 0 0,0-1 0 0 0,1 0 0 0 0,-1 0-1 0 0,0 1 1 0 0,1-1 0 0 0,-1 0-1 0 0,0 1 1 0 0,-15 19 1703 0 0,14-16-1448 0 0,0 0 1 0 0,0 0-1 0 0,1 1 1 0 0,-1-1 0 0 0,1 1-1 0 0,0-1 1 0 0,0 1-1 0 0,0 9 1 0 0,10 30-1936 0 0,-5-26-2123 0 0</inkml:trace>
</inkml:ink>
</file>

<file path=ppt/ink/ink10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43.997"/>
    </inkml:context>
    <inkml:brush xml:id="br0">
      <inkml:brushProperty name="width" value="0.1" units="cm"/>
      <inkml:brushProperty name="height" value="0.1" units="cm"/>
      <inkml:brushProperty name="color" value="#004F8B"/>
    </inkml:brush>
  </inkml:definitions>
  <inkml:trace contextRef="#ctx0" brushRef="#br0">27 0 10138 0 0,'-3'5'70'0'0,"0"0"0"0"0,0 0 0 0 0,1 0-1 0 0,0 1 1 0 0,0-1 0 0 0,0 0 0 0 0,1 1-1 0 0,0-1 1 0 0,-1 8 0 0 0,0 55-1120 0 0,2-37 1502 0 0,-2 8-158 0 0,1 3-1301 0 0,5 68 1 0 0,1-87-329 0 0,-1-9-1320 0 0</inkml:trace>
</inkml:ink>
</file>

<file path=ppt/ink/ink10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44.188"/>
    </inkml:context>
    <inkml:brush xml:id="br0">
      <inkml:brushProperty name="width" value="0.1" units="cm"/>
      <inkml:brushProperty name="height" value="0.1" units="cm"/>
      <inkml:brushProperty name="color" value="#004F8B"/>
    </inkml:brush>
  </inkml:definitions>
  <inkml:trace contextRef="#ctx0" brushRef="#br0">2 0 3225 0 0,'-1'23'647'0'0,"0"1"0"0"0,2-1 1 0 0,6 38-1 0 0,-1-12-736 0 0,12 86 52 0 0,-14-115-7 0 0,1-1 0 0 0,0 1 0 0 0,2-1 0 0 0,14 31 0 0 0,-8-34-64 0 0,-4-10 37 0 0</inkml:trace>
</inkml:ink>
</file>

<file path=ppt/ink/ink10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44.362"/>
    </inkml:context>
    <inkml:brush xml:id="br0">
      <inkml:brushProperty name="width" value="0.1" units="cm"/>
      <inkml:brushProperty name="height" value="0.1" units="cm"/>
      <inkml:brushProperty name="color" value="#004F8B"/>
    </inkml:brush>
  </inkml:definitions>
  <inkml:trace contextRef="#ctx0" brushRef="#br0">13 1 3425 0 0,'-5'94'678'0'0,"-2"109"4977"0"0,14-117-5675 0 0,-5-71-2376 0 0,1-1-761 0 0</inkml:trace>
</inkml:ink>
</file>

<file path=ppt/ink/ink10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44.490"/>
    </inkml:context>
    <inkml:brush xml:id="br0">
      <inkml:brushProperty name="width" value="0.1" units="cm"/>
      <inkml:brushProperty name="height" value="0.1" units="cm"/>
      <inkml:brushProperty name="color" value="#004F8B"/>
    </inkml:brush>
  </inkml:definitions>
  <inkml:trace contextRef="#ctx0" brushRef="#br0">1 1 5065 0 0,'3'77'2699'0'0,"18"94"0"0"0,-18-149-2434 0 0,24 103-3826 0 0,-5-29 1679 0 0,-19-79 1974 0 0</inkml:trace>
</inkml:ink>
</file>

<file path=ppt/ink/ink10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44.714"/>
    </inkml:context>
    <inkml:brush xml:id="br0">
      <inkml:brushProperty name="width" value="0.1" units="cm"/>
      <inkml:brushProperty name="height" value="0.1" units="cm"/>
      <inkml:brushProperty name="color" value="#004F8B"/>
    </inkml:brush>
  </inkml:definitions>
  <inkml:trace contextRef="#ctx0" brushRef="#br0">0 1 3225 0 0,'51'195'1285'0'0,"-46"-166"46"0"0,-2 0 0 0 0,0 0 1 0 0,-2 0-1 0 0,-5 56 0 0 0,1-58 488 0 0,1 1-1 0 0,3 32 0 0 0,8 17-1459 0 0,-3-42-1638 0 0,-2-11-2775 0 0,11 38-1 0 0,-11-50 1008 0 0</inkml:trace>
</inkml:ink>
</file>

<file path=ppt/ink/ink10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44.889"/>
    </inkml:context>
    <inkml:brush xml:id="br0">
      <inkml:brushProperty name="width" value="0.1" units="cm"/>
      <inkml:brushProperty name="height" value="0.1" units="cm"/>
      <inkml:brushProperty name="color" value="#004F8B"/>
    </inkml:brush>
  </inkml:definitions>
  <inkml:trace contextRef="#ctx0" brushRef="#br0">8 1 4609 0 0,'3'26'1828'0'0,"-2"1"1"0"0,-1-1-1 0 0,-3 30 0 0 0,1-29-523 0 0,0 1 129 0 0,0-15-1193 0 0,1-1 0 0 0,0 0 0 0 0,1 1 1 0 0,0-1-1 0 0,1 0 0 0 0,0 0 0 0 0,1 1 0 0 0,4 13 1 0 0,-5-24-330 0 0,0 0 0 0 0,1 0 0 0 0,-1 0 0 0 0,0-1 1 0 0,1 1-1 0 0,-1 0 0 0 0,1-1 0 0 0,-1 1 0 0 0,1-1 1 0 0,3 3-1 0 0,6 5-2603 0 0</inkml:trace>
</inkml:ink>
</file>

<file path=ppt/ink/ink10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45.032"/>
    </inkml:context>
    <inkml:brush xml:id="br0">
      <inkml:brushProperty name="width" value="0.1" units="cm"/>
      <inkml:brushProperty name="height" value="0.1" units="cm"/>
      <inkml:brushProperty name="color" value="#004F8B"/>
    </inkml:brush>
  </inkml:definitions>
  <inkml:trace contextRef="#ctx0" brushRef="#br0">26 0 4145 0 0,'-4'16'1190'0'0,"-15"69"4092"0"0,18-77-4548 0 0,0-1 1 0 0,1 1-1 0 0,0 0 1 0 0,0 0 0 0 0,0-1-1 0 0,1 1 1 0 0,0 0-1 0 0,4 12 1 0 0,11 8 825 0 0,-2-13-4975 0 0</inkml:trace>
</inkml:ink>
</file>

<file path=ppt/ink/ink10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5:45.158"/>
    </inkml:context>
    <inkml:brush xml:id="br0">
      <inkml:brushProperty name="width" value="0.1" units="cm"/>
      <inkml:brushProperty name="height" value="0.1" units="cm"/>
      <inkml:brushProperty name="color" value="#004F8B"/>
    </inkml:brush>
  </inkml:definitions>
  <inkml:trace contextRef="#ctx0" brushRef="#br0">18 32 6449 0 0,'-5'-13'288'0'0,"2"9"57"0"0,0 0-281 0 0,0 1-64 0 0,2 3 0 0 0,-2 2 712 0 0,5-4-328 0 0,0-6 8 0 0</inkml:trace>
</inkml:ink>
</file>

<file path=ppt/ink/ink10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7:52.054"/>
    </inkml:context>
    <inkml:brush xml:id="br0">
      <inkml:brushProperty name="width" value="0.1" units="cm"/>
      <inkml:brushProperty name="height" value="0.1" units="cm"/>
      <inkml:brushProperty name="color" value="#F6630D"/>
    </inkml:brush>
  </inkml:definitions>
  <inkml:trace contextRef="#ctx0" brushRef="#br0">11 39 1840 0 0,'0'0'-204'0'0,"-9"-22"2190"0"0,9 22-1856 0 0,0-1 1 0 0,-1 1 0 0 0,1-1 0 0 0,0 1-1 0 0,0-1 1 0 0,0 1 0 0 0,0 0-1 0 0,0-1 1 0 0,0 1 0 0 0,0-1 0 0 0,-1 1-1 0 0,1-1 1 0 0,0 1 0 0 0,1-1 0 0 0,-1 1-1 0 0,0-1 1 0 0,0 1 0 0 0,0 0 0 0 0,0-1-1 0 0,0 1 1 0 0,0-1 0 0 0,0 1-1 0 0,1-1 1 0 0,-1 1 0 0 0,0 0 0 0 0,0-1-1 0 0,1 1 1 0 0,-1-1 0 0 0,0 1 0 0 0,1 0-1 0 0,-1-1 1 0 0,0 1 0 0 0,1 0 0 0 0,-1 0-1 0 0,0-1 1 0 0,1 1 0 0 0,-1 0-1 0 0,1 0 1 0 0,-1-1 0 0 0,0 1 0 0 0,1 0-1 0 0,-1 0 1 0 0,1 0 0 0 0,-1 0 0 0 0,1 0-1 0 0,0 0 1 0 0,0 0-31 0 0,-1 0-1 0 0,1 1 1 0 0,0-1-1 0 0,0 1 1 0 0,-1-1-1 0 0,1 0 1 0 0,0 1-1 0 0,-1 0 1 0 0,1-1-1 0 0,0 1 1 0 0,-1-1-1 0 0,1 1 1 0 0,-1 0-1 0 0,1-1 1 0 0,-1 1-1 0 0,0 0 1 0 0,1 0-1 0 0,-1-1 1 0 0,1 1-1 0 0,-1 0 1 0 0,0 0-1 0 0,0 0 1 0 0,1 1-1 0 0,5 24 656 0 0,-5-21-493 0 0,13 75 541 0 0,-3 1 1 0 0,-1 135-1 0 0,-8-126-1000 0 0,23 160-1 0 0,-24-241-89 0 0,1-1 0 0 0,0 1 0 0 0,1-1-1 0 0,0 0 1 0 0,0 0 0 0 0,7 13 0 0 0,0-8-4503 0 0</inkml:trace>
</inkml:ink>
</file>

<file path=ppt/ink/ink10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7:55.261"/>
    </inkml:context>
    <inkml:brush xml:id="br0">
      <inkml:brushProperty name="width" value="0.1" units="cm"/>
      <inkml:brushProperty name="height" value="0.1" units="cm"/>
      <inkml:brushProperty name="color" value="#F6630D"/>
    </inkml:brush>
  </inkml:definitions>
  <inkml:trace contextRef="#ctx0" brushRef="#br0">21 207 3225 0 0,'-21'2'4536'0'0,"33"-5"-3639"0"0,34-7-498 0 0,1 1-1 0 0,0 3 1 0 0,0 2 0 0 0,1 1 0 0 0,69 6-1 0 0,-38 3 236 0 0,84-7-1 0 0,-59 0 525 0 0,-98 1-914 0 0,-1 0 0 0 0,1 1 0 0 0,0 0-1 0 0,0 1 1 0 0,-1-1 0 0 0,1 1 0 0 0,-1 0 0 0 0,1 0 0 0 0,-1 1 0 0 0,0-1 0 0 0,0 1-1 0 0,0 1 1 0 0,0-1 0 0 0,0 1 0 0 0,-1-1 0 0 0,0 1 0 0 0,1 0 0 0 0,5 9 0 0 0,-3-4 25 0 0,0 1 0 0 0,-1 0 1 0 0,0 0-1 0 0,-1 0 0 0 0,0 1 0 0 0,-1 0 1 0 0,0 0-1 0 0,4 17 0 0 0,125 502 203 0 0,-121-485-472 0 0,11 89 0 0 0,-23-133 1 0 0,7 26 27 0 0,-7-27-26 0 0,0 1-1 0 0,0-1 1 0 0,0 1 0 0 0,1-1-1 0 0,-1 1 1 0 0,0-1-1 0 0,0 0 1 0 0,1 1-1 0 0,-1-1 1 0 0,0 1-1 0 0,1-1 1 0 0,-1 0-1 0 0,1 1 1 0 0,-1-1 0 0 0,0 0-1 0 0,1 0 1 0 0,-1 1-1 0 0,1-1 1 0 0,-1 0-1 0 0,1 0 1 0 0,-1 0-1 0 0,1 1 1 0 0,-1-1-1 0 0,1 0 1 0 0,-1 0 0 0 0,0 0-1 0 0,1 0 1 0 0,0 0-1 0 0,-1 0 1 0 0,1 0-1 0 0,-1 0 1 0 0,1 0-1 0 0,-1 0 1 0 0,0 0-1 0 0,1 0 1 0 0,-1-1 0 0 0,1 1-1 0 0,-1 0 1 0 0,1 0-1 0 0,-1 0 1 0 0,1-1-1 0 0,-1 1 1 0 0,1 0-1 0 0,-1-1 1 0 0,1 1 0 0 0,5-4 29 0 0,1 1 0 0 0,-1 0 0 0 0,1 1 1 0 0,0-1-1 0 0,0 2 0 0 0,0-1 1 0 0,0 1-1 0 0,0 0 0 0 0,9-1 1 0 0,67 3 235 0 0,-30 4-272 0 0,82 1-30 0 0,-115-7 30 0 0,0 0 0 0 0,-1-1 0 0 0,1-1 0 0 0,36-12 1 0 0,74-30 68 0 0,-128 44-64 0 0,-1 0 0 0 0,0 0 0 0 0,1 0 0 0 0,-1 0 0 0 0,0 0 0 0 0,1-1 0 0 0,-1 1 0 0 0,0 0 0 0 0,0-1 0 0 0,0 1 0 0 0,0-1 0 0 0,0 1 0 0 0,-1-1 0 0 0,1 1 0 0 0,0-1 0 0 0,-1 0 0 0 0,1 1 0 0 0,-1-1 0 0 0,0 0 0 0 0,1 0 0 0 0,-1 1 0 0 0,0-1 0 0 0,0 0 0 0 0,0-2 0 0 0,-5-50 0 0 0,2 37 0 0 0,2-14-41 0 0,1-1 1 0 0,1 0-1 0 0,8-41 1 0 0,-4 36 3 0 0,-2-1-1 0 0,-1-37 1 0 0,-6 12 302 0 0,-3 0-1 0 0,-2 0 0 0 0,-20-66 1 0 0,21 101-254 0 0,5 21 1 0 0,1 0-1 0 0,0 0 1 0 0,0 0 0 0 0,1 0-1 0 0,-1-11 1 0 0,2 14-8 0 0,0 0-1 0 0,1 0 0 0 0,0 1 1 0 0,0-1-1 0 0,0 0 0 0 0,0 0 1 0 0,0 1-1 0 0,1-1 0 0 0,-1 1 1 0 0,1-1-1 0 0,0 1 0 0 0,0 0 1 0 0,5-6-1 0 0,1 0-3 0 0,1 1 0 0 0,-1 0 0 0 0,1 0 0 0 0,1 1 0 0 0,0 0 0 0 0,0 0 0 0 0,0 1 0 0 0,1 0 0 0 0,0 1 0 0 0,0 1 0 0 0,0-1 0 0 0,16-2 0 0 0,18-4 0 0 0,85-8 0 0 0,-84 13 0 0 0,-33 4 0 0 0,0 1 0 0 0,0 1 0 0 0,1-1 0 0 0,-1 2 0 0 0,0 0 0 0 0,0 1 0 0 0,0 0 0 0 0,0 0 0 0 0,0 2 0 0 0,0 0 0 0 0,-1 0 0 0 0,0 1 0 0 0,0 1 0 0 0,17 9 0 0 0,-10-3 0 0 0,-14-10 0 0 0,0 1 0 0 0,0 0 0 0 0,0 0 0 0 0,0 0 0 0 0,-1 1 0 0 0,0-1 0 0 0,0 1 0 0 0,0 0 0 0 0,0 0 0 0 0,0 1 0 0 0,-1-1 0 0 0,0 1 0 0 0,1 0 0 0 0,1 5 0 0 0,14 30 26 0 0,-5-10 34 0 0,0 1-1 0 0,-2 1 0 0 0,10 39 1 0 0,-11-23-60 0 0,18 80 0 0 0,14 158 0 0 0,-39-253 0 0 0,1 1 0 0 0,2-1 0 0 0,1-1 0 0 0,22 58 0 0 0,-24-53 0 0 0,-7-35 0 0 0,1 0 0 0 0,0 0 0 0 0,0 0 0 0 0,0 1 0 0 0,0-1 0 0 0,1 0 0 0 0,-1 0 0 0 0,0 0 0 0 0,1 0 0 0 0,-1 0 0 0 0,1 0 0 0 0,0 0 0 0 0,0 0 0 0 0,0 0 0 0 0,0 0 0 0 0,0 0 0 0 0,0 0 0 0 0,0-1 0 0 0,1 1 0 0 0,-1 0 0 0 0,1-1 0 0 0,-1 1 0 0 0,1-1 0 0 0,-1 0 0 0 0,1 1 0 0 0,0-1 0 0 0,0 0 0 0 0,0 0 0 0 0,2 1 0 0 0,6 0-5 0 0,0-1 1 0 0,0-1-1 0 0,0 1 1 0 0,0-2-1 0 0,0 1 0 0 0,0-1 1 0 0,0-1-1 0 0,0 0 1 0 0,0 0-1 0 0,15-6 1 0 0,26-5-10 0 0,-29 10 14 0 0,11-4 0 0 0,0 2 0 0 0,1 1 0 0 0,-1 1 0 0 0,1 2 0 0 0,58 6 0 0 0,136 32 0 0 0,-225-37 0 0 0,14 1 0 0 0,-15-6 0 0 0,-10-7 0 0 0,4 6-4 0 0,-1-1 0 0 0,1 1 0 0 0,1-1 0 0 0,-1 0 1 0 0,1 0-1 0 0,0 0 0 0 0,1-1 0 0 0,-1 1 0 0 0,1-1 0 0 0,1 1 1 0 0,0-1-1 0 0,0 1 0 0 0,0-1 0 0 0,2-15 0 0 0,1-12-22 0 0,2 0 0 0 0,9-38-1 0 0,-2 15 23 0 0,1-20 45 0 0,-1-5 67 0 0,4 0 0 0 0,28-84 0 0 0,-17 68-80 0 0,7-18 8 0 0,-30 94-348 0 0,5 28 312 0 0,0 0 0 0 0,0 0 0 0 0,1-1 0 0 0,-1 0 0 0 0,1-1 0 0 0,0 0 0 0 0,0 0 0 0 0,0-1 0 0 0,0 0 0 0 0,1-1 0 0 0,-1 0 0 0 0,1 0 0 0 0,12-2 0 0 0,18 0 0 0 0,72-12 0 0 0,-55 3 0 0 0,-24 3 0 0 0,-1 2 0 0 0,47-1 0 0 0,-60 4-1 0 0,22 0-1 0 0,-40 1 3 0 0,0 1-1 0 0,0 0 1 0 0,0 0-1 0 0,0 1 1 0 0,0-1-1 0 0,0 0 1 0 0,0 0-1 0 0,0 0 1 0 0,0 1-1 0 0,0-1 1 0 0,0 1-1 0 0,0-1 1 0 0,0 0-1 0 0,0 1 1 0 0,-1 0-1 0 0,1-1 1 0 0,0 1-1 0 0,0-1 1 0 0,0 1-1 0 0,-1 0 1 0 0,1 0-1 0 0,0 0 1 0 0,-1-1-1 0 0,1 1 1 0 0,0 0-1 0 0,-1 0 1 0 0,0 0-1 0 0,2 2 1 0 0,1 56 383 0 0,75 174-371 0 0,-54-171-13 0 0,-2 1 0 0 0,-3 2-1 0 0,12 71 1 0 0,-2 126 0 0 0,-28-256 0 0 0,0 1 0 0 0,1-1 0 0 0,-1 1 0 0 0,1-1 0 0 0,1 1 0 0 0,-1-1 0 0 0,1 0 0 0 0,0 0 0 0 0,1 0 0 0 0,-1-1 0 0 0,6 7 0 0 0,-6-11 0 0 0,0 0 0 0 0,0 0 0 0 0,0-1 0 0 0,-1 1 0 0 0,1-1 0 0 0,0 0 0 0 0,0 0 0 0 0,0 0 0 0 0,0 0 0 0 0,0 0 0 0 0,0-1 0 0 0,5 0 0 0 0,11-4-18 0 0,0 2-1 0 0,1 0 1 0 0,-1 1 0 0 0,30 1 0 0 0,82 12-32 0 0,-32-3 55 0 0,139 13-15 0 0,-181-14-33 0 0,-55-7 42 0 0,0 1 1 0 0,0-1-1 0 0,0 0 1 0 0,0 0-1 0 0,0 1 1 0 0,0-1-1 0 0,0-1 1 0 0,0 1-1 0 0,0 0 1 0 0,0 0-1 0 0,0-1 1 0 0,0 1-1 0 0,0-1 1 0 0,0 1-1 0 0,-1-1 1 0 0,1 0-1 0 0,0 0 1 0 0,0 0-1 0 0,-1 0 1 0 0,1 0-1 0 0,0 0 1 0 0,-1-1-1 0 0,3-1 1 0 0,-3 0 0 0 0,0 0 0 0 0,0 0 0 0 0,0-1 0 0 0,0 1 0 0 0,0 0 0 0 0,-1-1 0 0 0,1 1 1 0 0,-1-1-1 0 0,0 1 0 0 0,0 0 0 0 0,0-1 0 0 0,-1-5 0 0 0,-2-93 29 0 0,5 0 0 0 0,21-149 0 0 0,-15 182 65 0 0,1-4-30 0 0,-2 25-27 0 0,-2 0-1 0 0,-2-1 1 0 0,-6-76 0 0 0,3 124-39 0 0,-1-7-19 0 0,0 0 0 0 0,0 0 0 0 0,1 0 0 0 0,0 0 0 0 0,1 0 0 0 0,1-9 0 0 0,-1 15 15 0 0,-1-1 0 0 0,1 1 0 0 0,0 0 0 0 0,0 0-1 0 0,0 0 1 0 0,0 0 0 0 0,1 0 0 0 0,-1 0 0 0 0,1 0 0 0 0,-1 1 0 0 0,1-1 0 0 0,-1 0 0 0 0,1 1 0 0 0,0-1 0 0 0,0 1 0 0 0,0 0 0 0 0,0-1 0 0 0,0 1 0 0 0,0 0 0 0 0,0 0 0 0 0,0 0-1 0 0,0 1 1 0 0,1-1 0 0 0,-1 0 0 0 0,4 0 0 0 0,51-7-110 0 0,0 3-1 0 0,1 2 1 0 0,108 8-1 0 0,-63 0 2 0 0,201 14 115 0 0,-300-19 14 0 0,-1 0 1 0 0,0 1-1 0 0,0-1 0 0 0,1 1 1 0 0,-1 0-1 0 0,0 0 1 0 0,0 0-1 0 0,0 0 0 0 0,0 1 1 0 0,0-1-1 0 0,0 1 1 0 0,0 0-1 0 0,0 0 0 0 0,-1 0 1 0 0,1 0-1 0 0,-1 0 1 0 0,3 3-1 0 0,-2 0 26 0 0,0 0 1 0 0,0 0-1 0 0,-1 1 0 0 0,0-1 0 0 0,0 0 1 0 0,0 1-1 0 0,-1-1 0 0 0,2 11 0 0 0,31 123 42 0 0,2 11-89 0 0,-8 55 7 0 0,6 35 0 0 0,-24-193-29 0 0,18 120-158 0 0,-27-160-1464 0 0</inkml:trace>
</inkml:ink>
</file>

<file path=ppt/ink/ink10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48:04.323"/>
    </inkml:context>
    <inkml:brush xml:id="br0">
      <inkml:brushProperty name="width" value="0.1" units="cm"/>
      <inkml:brushProperty name="height" value="0.1" units="cm"/>
      <inkml:brushProperty name="color" value="#F6630D"/>
    </inkml:brush>
  </inkml:definitions>
  <inkml:trace contextRef="#ctx0" brushRef="#br0">35 1392 3681 0 0,'-2'-13'6953'0'0,"-4"1"-6297"0"0,1-1 1 0 0,0 0-1 0 0,1 0 0 0 0,1-1 0 0 0,0 1 0 0 0,0-1 0 0 0,2 1 0 0 0,-1-27 1 0 0,3 9-147 0 0,4-63 146 0 0,-4 83-618 0 0,1-1-1 0 0,0 1 1 0 0,1 0 0 0 0,0 0-1 0 0,8-19 1 0 0,-10 29-52 0 0,-1 1-1 0 0,0-1 1 0 0,0 1 0 0 0,0-1 0 0 0,0 1 0 0 0,0-1 0 0 0,0 1-1 0 0,0-1 1 0 0,1 1 0 0 0,-1 0 0 0 0,0-1 0 0 0,0 1-1 0 0,1-1 1 0 0,-1 1 0 0 0,0 0 0 0 0,0-1 0 0 0,1 1-1 0 0,-1 0 1 0 0,1-1 0 0 0,-1 1 0 0 0,0 0 0 0 0,1-1-1 0 0,-1 1 1 0 0,1 0 0 0 0,-1 0 0 0 0,0 0 0 0 0,1-1 0 0 0,-1 1-1 0 0,1 0 1 0 0,0 0 0 0 0,2 13-984 0 0,2 2 1136 0 0,6-17 74 0 0,16-7 296 0 0,1 1 0 0 0,53-6 0 0 0,-46 9-362 0 0,61-18 0 0 0,-77 23-147 0 0,-19 0 1 0 0,1 0 0 0 0,-1 0 1 0 0,0 0-1 0 0,0 0 0 0 0,1-1 0 0 0,-1 1 0 0 0,0 0 1 0 0,0 0-1 0 0,1 0 0 0 0,-1 0 0 0 0,0 0 0 0 0,0 0 1 0 0,1 0-1 0 0,-1 0 0 0 0,0 0 0 0 0,0 0 1 0 0,1 0-1 0 0,-1 1 0 0 0,0-1 0 0 0,1 0 0 0 0,-1 0 1 0 0,0 0-1 0 0,0 0 0 0 0,0 0 0 0 0,1 0 0 0 0,-1 1 1 0 0,0-1-1 0 0,0 0 0 0 0,1 0 0 0 0,-1 0 0 0 0,0 0 1 0 0,0 1-1 0 0,0-1 0 0 0,0 0 0 0 0,1 0 1 0 0,-1 1-1 0 0,0-1 0 0 0,0 0 0 0 0,0 0 0 0 0,0 1 1 0 0,0-1-1 0 0,0 0 0 0 0,0 0 0 0 0,0 1 0 0 0,0-1 1 0 0,0 0-1 0 0,0 0 0 0 0,0 1 0 0 0,0-1 0 0 0,-1 4 1535 0 0,-2-7-1393 0 0,-2-2-19 0 0,1 0 0 0 0,-1-1 0 0 0,1 1 0 0 0,1-1 1 0 0,-1 0-1 0 0,-4-12 0 0 0,-11-18 207 0 0,14 27-290 0 0,1-1 0 0 0,-1 0 0 0 0,2 0-1 0 0,-1 0 1 0 0,1-1 0 0 0,1 1 0 0 0,0-1 0 0 0,0 0 0 0 0,1 1 0 0 0,1-1 0 0 0,0 0 0 0 0,1-12-1 0 0,-1 10-16 0 0,-2-9 38 0 0,1 21-67 0 0,1-1 1 0 0,0 1-1 0 0,0 0 1 0 0,-1-1-1 0 0,1 1 1 0 0,0 0-1 0 0,0 0 1 0 0,0-1 0 0 0,1 1-1 0 0,-1 0 1 0 0,0-1-1 0 0,0 1 1 0 0,1-2-1 0 0,0 2-22 0 0,0 0-1 0 0,1 0 1 0 0,-1 0 0 0 0,0 0-1 0 0,0 0 1 0 0,1 0-1 0 0,-1 0 1 0 0,0 1 0 0 0,1-1-1 0 0,-1 1 1 0 0,1-1 0 0 0,-1 1-1 0 0,1-1 1 0 0,-1 1-1 0 0,1 0 1 0 0,1-1 0 0 0,75-32-156 0 0,-65 31 177 0 0,0 0 0 0 0,0 1 1 0 0,0 0-1 0 0,0 1 1 0 0,0 1-1 0 0,17 2 1 0 0,29 1-12 0 0,-48-5-15 0 0,0-1 0 0 0,0 0 0 0 0,0 0 0 0 0,0-1 0 0 0,0-1 0 0 0,15-7 0 0 0,-19 8 23 0 0,-6 3 10 0 0,-1 0 0 0 0,1-1 0 0 0,0 1 0 0 0,-1 0 0 0 0,1-1-1 0 0,-1 1 1 0 0,0-1 0 0 0,1 1 0 0 0,-1-1 0 0 0,1 1 0 0 0,-1-1-1 0 0,0 1 1 0 0,1-1 0 0 0,-1 1 0 0 0,0-1 0 0 0,0 1 0 0 0,1-1-1 0 0,-1 0 1 0 0,0 1 0 0 0,0-1 0 0 0,0 0 0 0 0,0 1 0 0 0,0-1-1 0 0,0 1 1 0 0,0-1 0 0 0,0 0 0 0 0,0 1 0 0 0,0-1 0 0 0,0 0-1 0 0,0 1 1 0 0,0-1 0 0 0,0 1 0 0 0,-1-1 0 0 0,1-1 0 0 0,-15-30 22 0 0,2 1-6 0 0,-16-129 680 0 0,25 137-596 0 0,0 0 0 0 0,2 0 0 0 0,0-38 0 0 0,4 57-163 0 0,1 0 1 0 0,-1 0-1 0 0,1 0 1 0 0,0 0-1 0 0,0 0 0 0 0,1 0 1 0 0,-1 1-1 0 0,1 0 1 0 0,0 0-1 0 0,6-5 1 0 0,-1 5 24 0 0,0-1 1 0 0,0-1-1 0 0,-1 1 1 0 0,0-1 0 0 0,0-1-1 0 0,9-7 1 0 0,31-19 311 0 0,-44 30-308 0 0,0 1 1 0 0,0-1 0 0 0,0 1-1 0 0,0 0 1 0 0,0 0 0 0 0,0 0-1 0 0,0 1 1 0 0,0-1 0 0 0,0 1-1 0 0,0 0 1 0 0,1 0 0 0 0,-1 1-1 0 0,8 1 1 0 0,20 1-434 0 0,-16-7 334 0 0,9-2 311 0 0,-23 26-220 0 0,0 0 34 0 0,2 0 0 0 0,0 0 0 0 0,1-1 0 0 0,2 1 0 0 0,12 28-1 0 0,-9-24 23 0 0,-1 0 0 0 0,-2 1 0 0 0,7 33-1 0 0,-13-49-15 0 0,0-1 0 0 0,1 0 0 0 0,0 1 0 0 0,0-1-1 0 0,0 0 1 0 0,1 0 0 0 0,1 0 0 0 0,-1 0-1 0 0,1-1 1 0 0,0 1 0 0 0,7 6 0 0 0,-10-12 20 0 0,1-1 1 0 0,0 0 0 0 0,0 0-1 0 0,1 0 1 0 0,-1 0 0 0 0,0 0-1 0 0,0 0 1 0 0,0-1-1 0 0,1 1 1 0 0,-1-1 0 0 0,0 0-1 0 0,1 1 1 0 0,-1-1 0 0 0,5-1-1 0 0,44-3 457 0 0,-14 0-274 0 0,-24 4-191 0 0,-6 0 7 0 0,0-1 0 0 0,0 1 0 0 0,0 1 0 0 0,0-1 0 0 0,0 1 0 0 0,0 1 0 0 0,10 2 0 0 0,-12 0 11 0 0,0-1 0 0 0,0 1 0 0 0,-1 0 0 0 0,0 0 0 0 0,0 1 0 0 0,0-1 0 0 0,-1 1 0 0 0,1 0-1 0 0,-1 0 1 0 0,0 0 0 0 0,0 0 0 0 0,-1 0 0 0 0,3 7 0 0 0,5 16 159 0 0,10 37 1 0 0,-15-40-188 0 0,-1 1 0 0 0,-1-1 0 0 0,-1 39 0 0 0,-3-45 0 0 0,2 1 0 0 0,0 0 0 0 0,1-1 0 0 0,1 1 0 0 0,1-1 0 0 0,0 0 0 0 0,10 24 0 0 0,10 37 0 0 0,-24-79 4 0 0,1-1-1 0 0,-1 1 1 0 0,1 0 0 0 0,0 0 0 0 0,0 0-1 0 0,-1 0 1 0 0,1 0 0 0 0,0-1 0 0 0,0 1-1 0 0,0 0 1 0 0,0-1 0 0 0,0 1 0 0 0,0 0-1 0 0,0-1 1 0 0,0 0 0 0 0,0 1 0 0 0,0-1-1 0 0,0 1 1 0 0,0-1 0 0 0,0 0 0 0 0,0 0 0 0 0,0 0-1 0 0,1 0 1 0 0,0 0 0 0 0,34-1 119 0 0,-29 1-116 0 0,43-5 1 0 0,-21 2 44 0 0,0 1-1 0 0,51 2 1 0 0,-71 2 64 0 0,-1-1 0 0 0,1 1 1 0 0,-1 1-1 0 0,13 5 1 0 0,0-1 11 0 0,-20-6-130 0 0,-1-1-1 0 0,1 0 0 0 0,-1 0 0 0 0,1 0 0 0 0,0 0 1 0 0,-1 0-1 0 0,1 0 0 0 0,-1 0 0 0 0,1 0 0 0 0,-1 0 1 0 0,1 0-1 0 0,-1 0 0 0 0,1 0 0 0 0,0 0 0 0 0,-1 0 1 0 0,1-1-1 0 0,-1 1 0 0 0,1 0 0 0 0,-1 0 1 0 0,1-1-1 0 0,-1 1 0 0 0,1 0 0 0 0,-1-1 0 0 0,0 1 1 0 0,1 0-1 0 0,-1-1 0 0 0,1 1 0 0 0,-1-1 0 0 0,1 0 1 0 0,7-21 13 0 0,-3-33-58 0 0,-5 46-54 0 0,6-55 286 0 0,-3 43-206 0 0,-1 0-1 0 0,-1 0 0 0 0,0 0 0 0 0,-2 0 1 0 0,-6-38-1 0 0,8 58 25 0 0,0-1 0 0 0,-1 1 0 0 0,1-1 0 0 0,0 1 0 0 0,0 0 0 0 0,-1 0 0 0 0,1-1 0 0 0,0 1 0 0 0,0 0 0 0 0,0 0 0 0 0,1 0 0 0 0,-1 0 0 0 0,0 0 0 0 0,0 0 0 0 0,1 1 0 0 0,-1-1 0 0 0,0 0 0 0 0,1 0 0 0 0,-1 1 0 0 0,0-1 0 0 0,1 1 0 0 0,-1 0 0 0 0,1-1 0 0 0,1 1 0 0 0,48-15 64 0 0,-45 13 6 0 0,5-1-88 0 0,0 0 1 0 0,0 0-1 0 0,0 1 0 0 0,0 1 1 0 0,0 0-1 0 0,0 0 1 0 0,1 1-1 0 0,-1 0 0 0 0,0 1 1 0 0,0 1-1 0 0,0-1 1 0 0,0 2-1 0 0,0 0 1 0 0,15 6-1 0 0,-3 10-32 0 0,-16-19 51 0 0,-3 0 6 0 0,-1-1-1 0 0,1 1 1 0 0,0-1 0 0 0,0 0 0 0 0,0 0-1 0 0,-1 0 1 0 0,8-4 0 0 0,-10 5-12 0 0,0-1 1 0 0,0 0-1 0 0,0 0 1 0 0,-1 0 0 0 0,1 0-1 0 0,0 0 1 0 0,0 0 0 0 0,0 0-1 0 0,-1 0 1 0 0,1-1-1 0 0,-1 1 1 0 0,1 0 0 0 0,-1 0-1 0 0,1 0 1 0 0,-1-1 0 0 0,0 1-1 0 0,1 0 1 0 0,-1-1-1 0 0,0 1 1 0 0,0 0 0 0 0,0 0-1 0 0,0-1 1 0 0,0 1 0 0 0,0 0-1 0 0,-1-1 1 0 0,1 1-1 0 0,0 0 1 0 0,-1 0 0 0 0,1-1-1 0 0,-1 0 1 0 0,-62-209 129 0 0,60 202-124 0 0,-15-56 36 0 0,17 60-30 0 0,-1-1-1 0 0,2 0 1 0 0,-1 1-1 0 0,1-1 1 0 0,0 0-1 0 0,0 1 0 0 0,0-1 1 0 0,1 1-1 0 0,1-8 1 0 0,0 9-13 0 0,-1 1 0 0 0,1 0 1 0 0,0-1-1 0 0,0 1 0 0 0,0 0 1 0 0,0 0-1 0 0,1 0 0 0 0,-1 0 1 0 0,1 1-1 0 0,0-1 0 0 0,0 1 1 0 0,0-1-1 0 0,0 1 0 0 0,0 0 1 0 0,0 0-1 0 0,7-2 0 0 0,6-3-16 0 0,0 1 0 0 0,27-5 0 0 0,10-5-1 0 0,-36 8 20 0 0,5-2-1 0 0,0 1-1 0 0,1 0 0 0 0,0 2 0 0 0,0 1 0 0 0,32-5 0 0 0,-38 11-2 0 0,-7-2-44 0 0,-8-18 23 0 0,3-17 25 0 0,-5 36 0 0 0,1 0 0 0 0,-1 0 0 0 0,1 0 0 0 0,-1 0 0 0 0,1 0 0 0 0,-1 0 0 0 0,1 0 0 0 0,0 0 0 0 0,-1 0 0 0 0,1 0 0 0 0,0 0 0 0 0,0 0 0 0 0,0 0 0 0 0,0 1 0 0 0,0-1 0 0 0,0 0 0 0 0,0 0 0 0 0,0 1 0 0 0,0-1 0 0 0,0 1 0 0 0,0-1 0 0 0,0 1 0 0 0,0 0 0 0 0,0-1 0 0 0,0 1 0 0 0,1 0 0 0 0,1-1 0 0 0,-2 2 0 0 0,-1-1 0 0 0,1 1 0 0 0,0-1 0 0 0,-1 0 0 0 0,1 1 0 0 0,0-1 0 0 0,-1 1 0 0 0,1 0 0 0 0,-1-1 0 0 0,1 1 0 0 0,-1-1 0 0 0,1 1 0 0 0,-1 0 0 0 0,1-1 0 0 0,-1 1 0 0 0,0 0 0 0 0,1 0 0 0 0,-1-1 0 0 0,0 1 0 0 0,0 0 0 0 0,0 0 0 0 0,1-1 0 0 0,-1 1 0 0 0,0 0 0 0 0,0 1 0 0 0,3 27 0 0 0,-3-26 0 0 0,34 280 11 0 0,-26-106-118 0 0,-7-167 107 0 0,2 22 0 0 0,-3-30 0 0 0,1-1 0 0 0,-1 0 0 0 0,0 1 0 0 0,1-1 0 0 0,-1 0 0 0 0,1 1 0 0 0,0-1 0 0 0,-1 0 0 0 0,1 1 0 0 0,0-1 0 0 0,0 0 0 0 0,0 0 0 0 0,0 0 0 0 0,0 0 0 0 0,0 0 0 0 0,0 0 0 0 0,2 2 0 0 0,1-2 0 0 0,1 0 0 0 0,-1 0 0 0 0,0-1 0 0 0,1 1 0 0 0,-1-1 0 0 0,9 0 0 0 0,11 1 0 0 0,-1 1-3 0 0,1-1-1 0 0,-1-1 1 0 0,29-3 0 0 0,-31 1 38 0 0,0 0 1 0 0,0 2 0 0 0,-1 1 0 0 0,28 3-1 0 0,-36 4-110 0 0,-5-2 184 0 0,-6-6-53 0 0,-1 0-131 0 0,3 2 102 0 0,2 2-23 0 0,0 0 1 0 0,-1 0 0 0 0,0 1-1 0 0,0-1 1 0 0,0 1-1 0 0,0 0 1 0 0,-1 0 0 0 0,0 0-1 0 0,0 0 1 0 0,0 1 0 0 0,-1-1-1 0 0,1 1 1 0 0,-2-1 0 0 0,1 1-1 0 0,2 12 1 0 0,0 9 17 0 0,-2 0 1 0 0,0 39 0 0 0,0 16-4 0 0,0-69-24 0 0,-2-6-3 0 0,0-1-1 0 0,1 1 0 0 0,0-1 0 0 0,0 1 0 0 0,0-1 0 0 0,1 1 1 0 0,0-1-1 0 0,1 0 0 0 0,-1 1 0 0 0,1-1 0 0 0,4 6 0 0 0,-5-11 12 0 0,-1-1-1 0 0,0 0 1 0 0,1 0-1 0 0,-1 0 0 0 0,0 1 1 0 0,1-1-1 0 0,-1 0 1 0 0,0-1-1 0 0,1 1 0 0 0,-1 0 1 0 0,1 0-1 0 0,-1-1 1 0 0,0 1-1 0 0,0 0 0 0 0,1-1 1 0 0,-1 1-1 0 0,0-1 1 0 0,0 0-1 0 0,1 0 0 0 0,0 0 1 0 0,0 0-10 0 0,7-2 6 0 0,0 0 0 0 0,0 1 0 0 0,0 0-1 0 0,0 1 1 0 0,0 0 0 0 0,0 0-1 0 0,0 1 1 0 0,0 0 0 0 0,1 1 0 0 0,-1 0-1 0 0,0 0 1 0 0,9 3 0 0 0,2 2 1 0 0,0 0 1 0 0,0 1 0 0 0,-1 1-1 0 0,18 10 1 0 0,-10-1 30 0 0,-24-14-22 0 0,1 0 0 0 0,-1-1 0 0 0,1 0 1 0 0,0 0-1 0 0,-1 0 0 0 0,1 0 0 0 0,0 0 1 0 0,0-1-1 0 0,0 0 0 0 0,0 1 0 0 0,1-2 1 0 0,-1 1-1 0 0,6 0 0 0 0,-7 0 0 0 0,0 0 1 0 0,0 0-1 0 0,0 0 0 0 0,0 0 0 0 0,-1 0 0 0 0,1 1 1 0 0,0-1-1 0 0,-1 1 0 0 0,1 0 0 0 0,-1 0 1 0 0,1 0-1 0 0,-1 0 0 0 0,0 0 0 0 0,0 1 0 0 0,0-1 1 0 0,0 0-1 0 0,2 5 0 0 0,9 7 1 0 0,-7-12-10 0 0,0-1 0 0 0,1 0 0 0 0,-1 0 0 0 0,0 0 0 0 0,11-1 0 0 0,2-3 0 0 0,-18 2 0 0 0,1 1 0 0 0,0-1 0 0 0,0 1 0 0 0,-1-1 0 0 0,1 1 0 0 0,0 0 0 0 0,0 0 0 0 0,-1 0 0 0 0,1 0 0 0 0,0 0 0 0 0,0 0 0 0 0,-1 1 0 0 0,1-1 0 0 0,0 0 0 0 0,2 2 0 0 0,-5-4 0 0 0,-1 0-1 0 0,1 0 1 0 0,0 0 0 0 0,0 0-1 0 0,0 0 1 0 0,0 0 0 0 0,1 0-1 0 0,-1 0 1 0 0,1-1 0 0 0,-1 1 0 0 0,1 0-1 0 0,0 0 1 0 0,0-1 0 0 0,0 1-1 0 0,0-4 1 0 0,2-38 65 0 0,3-14 8 0 0,-2 1 1 0 0,-5-71-1 0 0,2 126-64 0 0,0 0 0 0 0,-1 0-1 0 0,1 0 1 0 0,-1 0 0 0 0,1 0-1 0 0,-1 0 1 0 0,0 0 0 0 0,0 0-1 0 0,0 0 1 0 0,0 1 0 0 0,0-1 0 0 0,-1 0-1 0 0,-1-2 1 0 0,-6-12 72 0 0,6-7-85 0 0,4 11-3 0 0,-1 10-5 0 0,1 0 1 0 0,-1 0-1 0 0,1-1 0 0 0,0 1 1 0 0,-1 0-1 0 0,1 0 0 0 0,0 0 0 0 0,1 0 1 0 0,-1 0-1 0 0,0 0 0 0 0,0 0 0 0 0,1 0 1 0 0,-1 0-1 0 0,1 0 0 0 0,0 1 0 0 0,-1-1 1 0 0,1 1-1 0 0,0-1 0 0 0,0 1 1 0 0,0 0-1 0 0,0 0 0 0 0,0 0 0 0 0,0 0 1 0 0,0 0-1 0 0,1 0 0 0 0,3-1 0 0 0,10-2-133 0 0,0 0 0 0 0,29-3 0 0 0,-28 4 108 0 0,12 0 68 0 0,52 1 1 0 0,-58 2-26 0 0,-25-5-6 0 0,-7-36 0 0 0,1-1 0 0 0,-3-71 0 0 0,10 96 0 0 0,0 1 0 0 0,-2 0 0 0 0,1-1 0 0 0,-7-18 0 0 0,13 3-64 0 0,-2 29 64 0 0,1 1 1 0 0,0-1-1 0 0,0 1 1 0 0,0 0-1 0 0,0 0 1 0 0,1 0-1 0 0,-1 0 1 0 0,1 1-1 0 0,-1-1 1 0 0,1 1-1 0 0,3-1 0 0 0,40-11 2 0 0,40-14 47 0 0,-70 21-71 0 0,-14 6 14 0 0,-1-1 0 0 0,1 0 1 0 0,-1 0-1 0 0,0 0 0 0 0,0 0 1 0 0,1 0-1 0 0,-1 0 0 0 0,0-1 1 0 0,0 1-1 0 0,0 0 0 0 0,0-1 1 0 0,-1 0-1 0 0,1 0 0 0 0,0 1 1 0 0,-1-1-1 0 0,1 0 0 0 0,-1 0 1 0 0,3-4-1 0 0,-3 4 8 0 0,0 0 0 0 0,0 0 0 0 0,0-1 0 0 0,0 1 0 0 0,0 0 0 0 0,0 0 0 0 0,0-1 0 0 0,-1 1 0 0 0,1 0 0 0 0,-1-1 0 0 0,0 1 0 0 0,0 0 0 0 0,0-1 0 0 0,0 1 0 0 0,0-1 0 0 0,0 1 0 0 0,-1 0 0 0 0,1-1 0 0 0,-1 1 0 0 0,1 0 0 0 0,-2-3 0 0 0,-1-1 0 0 0,-1 0 1 0 0,0 0-1 0 0,0 0 1 0 0,-1 0-1 0 0,-7-7 1 0 0,7 8-11 0 0,0-1 1 0 0,1 1 0 0 0,0-1-1 0 0,-1 0 1 0 0,-3-8 0 0 0,8 11 7 0 0,-1 0 0 0 0,1 0 1 0 0,0 1-1 0 0,0-1 0 0 0,0 0 1 0 0,0 0-1 0 0,0 1 0 0 0,1-1 1 0 0,-1 0-1 0 0,1 1 0 0 0,0-1 1 0 0,0 0-1 0 0,0 1 0 0 0,0-1 1 0 0,0 1-1 0 0,0-1 0 0 0,1 1 1 0 0,-1 0-1 0 0,1 0 0 0 0,0-1 1 0 0,0 1-1 0 0,2-2 0 0 0,3-4 5 0 0,1 0-1 0 0,0 0 0 0 0,0 1 1 0 0,12-8-1 0 0,1 2-62 0 0,0 1 0 0 0,1 1 0 0 0,34-12 0 0 0,-17 9 60 0 0,-21 6 0 0 0,36-8 0 0 0,-46 16 32 0 0,-15 5 40 0 0,-13 4 56 0 0,20-7-177 0 0,7-1 26 0 0,337-28 103 0 0,-343 27-80 0 0,5 0 0 0 0,1-1 0 0 0,0 0 0 0 0,-1 0 0 0 0,1 0 0 0 0,-1-1 0 0 0,0 0 0 0 0,7-2 0 0 0,-12 3 480 0 0,1 4-420 0 0,2 5-47 0 0,0 1 0 0 0,-1-1 1 0 0,0 1-1 0 0,-1-1 0 0 0,0 1 0 0 0,2 13 0 0 0,3 257-43 0 0,-2-77-4 0 0,-5-157 34 0 0,0-20 0 0 0,1 1 0 0 0,2 0 0 0 0,6 33 0 0 0,-6-44 7 0 0,-1 1 0 0 0,0-1 0 0 0,-1 0 1 0 0,0 1-1 0 0,-2-1 0 0 0,1 1 0 0 0,-2-1 0 0 0,-4 18 0 0 0,6-32-7 0 0,0 1 0 0 0,0-1 0 0 0,0 0 0 0 0,0 0 0 0 0,0 1 0 0 0,0-1 0 0 0,0 0 0 0 0,0 1 0 0 0,0-1 0 0 0,1 0 0 0 0,-1 0 0 0 0,0 0 0 0 0,1 1 0 0 0,-1-1 0 0 0,1 0 0 0 0,0 0 0 0 0,-1 0 0 0 0,1 0 0 0 0,0 0 0 0 0,0 0 0 0 0,-1 0 0 0 0,1 0 0 0 0,0 0 0 0 0,0 0 0 0 0,2 1 0 0 0,35 19 0 0 0,-11-7 0 0 0,-23-12 0 0 0,-1 0 0 0 0,1 0 0 0 0,0 0 0 0 0,0 0 0 0 0,0-1 0 0 0,-1 0 0 0 0,2 0 0 0 0,-1 0 0 0 0,0 0 0 0 0,7 0 0 0 0,27 6 0 0 0,-28-2 0 0 0,0-2 0 0 0,0 1 0 0 0,0-1 0 0 0,0-1 0 0 0,1 0 0 0 0,18 1 0 0 0,-28-2 0 0 0,0-1 0 0 0,0 1 0 0 0,1-1 0 0 0,-1 1 0 0 0,0-1 0 0 0,0 1 0 0 0,0 0 0 0 0,0 0 0 0 0,0-1 0 0 0,0 1 0 0 0,-1 0 0 0 0,1 0 0 0 0,0 0 0 0 0,0 0 0 0 0,0 0 0 0 0,-1 0 0 0 0,1 0 0 0 0,0 2 0 0 0,-1-3 0 0 0,7 8 10 0 0,-1 1 1 0 0,1 0-1 0 0,-2 0 0 0 0,0 0 0 0 0,0 1 0 0 0,0 0 0 0 0,-1 0 1 0 0,-1 0-1 0 0,5 18 0 0 0,-1 9 61 0 0,3 53-1 0 0,-6-54-57 0 0,-4-31-176 0 0,1 0 1 0 0,-1 0-1 0 0,0 0 0 0 0,0 0 1 0 0,-1-1-1 0 0,0 1 0 0 0,1 0 1 0 0,-2-1-1 0 0,-2 9 0 0 0</inkml:trace>
</inkml:ink>
</file>

<file path=ppt/ink/ink10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23.480"/>
    </inkml:context>
    <inkml:brush xml:id="br0">
      <inkml:brushProperty name="width" value="0.1" units="cm"/>
      <inkml:brushProperty name="height" value="0.1" units="cm"/>
      <inkml:brushProperty name="color" value="#F6630D"/>
    </inkml:brush>
  </inkml:definitions>
  <inkml:trace contextRef="#ctx0" brushRef="#br0">24 209 14283 0 0,'0'-1'150'0'0,"-1"1"1"0"0,1-1-1 0 0,0 1 1 0 0,-1-1-1 0 0,1 1 1 0 0,-1-1-1 0 0,1 1 0 0 0,-1-1 1 0 0,1 1-1 0 0,-1 0 1 0 0,1-1-1 0 0,-1 1 0 0 0,1-1 1 0 0,-1 1-1 0 0,1 0 1 0 0,-1 0-1 0 0,0-1 1 0 0,1 1-1 0 0,-1 0 0 0 0,0 0 1 0 0,1 0-1 0 0,-1 0 1 0 0,0 0-1 0 0,1 0 0 0 0,-1 0 1 0 0,0 0-1 0 0,1 0 1 0 0,-1 0-1 0 0,0 0 1 0 0,0 0-1 0 0,0 1-66 0 0,1 0 0 0 0,-1 0 0 0 0,0 0-1 0 0,1 0 1 0 0,-1 0 0 0 0,1 0 0 0 0,0 0 0 0 0,-1 0 0 0 0,1 0 0 0 0,0 1 0 0 0,0-1 0 0 0,-1 0 0 0 0,1 0-1 0 0,0 0 1 0 0,0 2 0 0 0,5 44 20 0 0,1-26-76 0 0,1 0 0 0 0,1-1 0 0 0,1 0 0 0 0,0 0 0 0 0,2-1 0 0 0,18 26 0 0 0,88 103 231 0 0,-82-107-238 0 0,174 214-142 0 0,-162-206 73 0 0,-44-46 121 0 0,0 0-1 0 0,1-1 1 0 0,-1 1 0 0 0,1-1 0 0 0,0 1 0 0 0,-1-1-1 0 0,1 0 1 0 0,0 0 0 0 0,0-1 0 0 0,0 1 0 0 0,0-1-1 0 0,1 0 1 0 0,4 1 0 0 0,-8-3-44 0 0,0 1 0 0 0,0 0 0 0 0,1-1 0 0 0,-1 1 0 0 0,0-1 0 0 0,0 1 0 0 0,0-1 0 0 0,0 1 0 0 0,0-1 0 0 0,0 0 0 0 0,0 0 0 0 0,0 1 0 0 0,0-1 0 0 0,0 0 0 0 0,0 0-1 0 0,0 0 1 0 0,0 0 0 0 0,-1 0 0 0 0,1 0 0 0 0,0-1 0 0 0,-1 1 0 0 0,1 0 0 0 0,-1 0 0 0 0,1-3 0 0 0,10-34-72 0 0,-9 29 173 0 0,41-211 809 0 0,-7 28-578 0 0,35-175-1041 0 0,-70 362 361 0 0,9-49 405 0 0,0 28-1719 0 0,4 6-4165 0 0</inkml:trace>
</inkml:ink>
</file>

<file path=ppt/ink/ink10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23.893"/>
    </inkml:context>
    <inkml:brush xml:id="br0">
      <inkml:brushProperty name="width" value="0.1" units="cm"/>
      <inkml:brushProperty name="height" value="0.1" units="cm"/>
      <inkml:brushProperty name="color" value="#F6630D"/>
    </inkml:brush>
  </inkml:definitions>
  <inkml:trace contextRef="#ctx0" brushRef="#br0">52 1 8290 0 0,'-2'0'143'0'0,"0"1"-1"0"0,1 0 1 0 0,-1 0 0 0 0,1 0 0 0 0,-1-1 0 0 0,1 2 0 0 0,-1-1-1 0 0,1 0 1 0 0,0 0 0 0 0,-1 0 0 0 0,1 1 0 0 0,0-1-1 0 0,0 0 1 0 0,0 1 0 0 0,0-1 0 0 0,0 1 0 0 0,0 0 0 0 0,0-1-1 0 0,0 3 1 0 0,-14 34 931 0 0,12-31-990 0 0,1 0 1 0 0,1 1-1 0 0,-1-1 1 0 0,1 0-1 0 0,0 1 1 0 0,1-1-1 0 0,0 1 1 0 0,0-1-1 0 0,1 1 1 0 0,-1-1-1 0 0,2 0 1 0 0,-1 1-1 0 0,1-1 1 0 0,4 12-1 0 0,-1-10 6 0 0,-1 0 1 0 0,1-1-1 0 0,0 0 0 0 0,1 0 0 0 0,0 0 0 0 0,0 0 0 0 0,0-1 0 0 0,1 0 0 0 0,1-1 0 0 0,10 9 0 0 0,-5-7 31 0 0,0 1 0 0 0,0-2-1 0 0,1 0 1 0 0,0 0-1 0 0,0-1 1 0 0,1-1-1 0 0,-1-1 1 0 0,1 0-1 0 0,0 0 1 0 0,1-2-1 0 0,-1 0 1 0 0,0-1-1 0 0,1 0 1 0 0,18-2-1 0 0,-30 1-114 0 0,1-1 0 0 0,-1 0 0 0 0,0 1-1 0 0,1-1 1 0 0,-1-1 0 0 0,0 1 0 0 0,0-1-1 0 0,0 1 1 0 0,0-1 0 0 0,0 0 0 0 0,0-1 0 0 0,-1 1-1 0 0,1-1 1 0 0,-1 1 0 0 0,0-1 0 0 0,4-4 0 0 0,-4 3 60 0 0,-1 1 0 0 0,0-1 0 0 0,0 1 0 0 0,0-1 0 0 0,-1 1 1 0 0,0-1-1 0 0,1 0 0 0 0,-1 0 0 0 0,0 0 0 0 0,-1 0 0 0 0,1 0 1 0 0,-1 0-1 0 0,0 0 0 0 0,0-7 0 0 0,-1 1 75 0 0,-1 0 1 0 0,0 0-1 0 0,0 0 0 0 0,-1 1 1 0 0,-1-1-1 0 0,1 1 1 0 0,-1-1-1 0 0,-1 1 0 0 0,0 0 1 0 0,0 1-1 0 0,-1-1 0 0 0,-12-12 1 0 0,7 10-363 0 0,0 1 1 0 0,-1 1-1 0 0,0 0 1 0 0,-1 1-1 0 0,1 0 1 0 0,-2 1-1 0 0,1 1 1 0 0,-15-6-1 0 0,7 5-6015 0 0</inkml:trace>
</inkml:ink>
</file>

<file path=ppt/ink/ink10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24.296"/>
    </inkml:context>
    <inkml:brush xml:id="br0">
      <inkml:brushProperty name="width" value="0.1" units="cm"/>
      <inkml:brushProperty name="height" value="0.1" units="cm"/>
      <inkml:brushProperty name="color" value="#F6630D"/>
    </inkml:brush>
  </inkml:definitions>
  <inkml:trace contextRef="#ctx0" brushRef="#br0">0 100 4609 0 0,'4'-1'354'0'0,"-1"0"-1"0"0,0 0 1 0 0,1 0 0 0 0,-1 1-1 0 0,1-1 1 0 0,-1 1 0 0 0,1 0-1 0 0,-1 0 1 0 0,1 1 0 0 0,-1-1-1 0 0,1 1 1 0 0,-1-1 0 0 0,0 1-1 0 0,1 0 1 0 0,-1 0 0 0 0,0 1-1 0 0,1-1 1 0 0,-1 1 0 0 0,3 2-1 0 0,5 4 377 0 0,-1 0 0 0 0,0 1 0 0 0,18 19 0 0 0,-21-20-575 0 0,0 0-1 0 0,0-1 1 0 0,1 1-1 0 0,1-1 0 0 0,-1-1 1 0 0,16 9-1 0 0,-21-13-179 0 0,1 0-1 0 0,-1-1 0 0 0,1 0 1 0 0,0 1-1 0 0,-1-1 1 0 0,1-1-1 0 0,0 1 0 0 0,0 0 1 0 0,-1-1-1 0 0,1 0 0 0 0,0 0 1 0 0,0 0-1 0 0,0 0 0 0 0,0-1 1 0 0,-1 1-1 0 0,1-1 1 0 0,0 0-1 0 0,0 0 0 0 0,-1-1 1 0 0,6-1-1 0 0,-4-1-14 0 0,0 0-1 0 0,0 0 1 0 0,0 0-1 0 0,-1-1 1 0 0,1 1 0 0 0,-1-1-1 0 0,0 0 1 0 0,0 0 0 0 0,-1-1-1 0 0,0 1 1 0 0,5-10-1 0 0,13-37 8 0 0,-17 41 360 0 0,0 0 0 0 0,0 0 1 0 0,1 0-1 0 0,0 0 0 0 0,1 1 0 0 0,1 0 1 0 0,9-13-1 0 0,-15 23-278 0 0,-1-1 1 0 0,1 1-1 0 0,-1-1 1 0 0,0 1-1 0 0,1-1 1 0 0,-1 1-1 0 0,1-1 1 0 0,0 1-1 0 0,-1-1 1 0 0,1 1-1 0 0,-1 0 1 0 0,1 0-1 0 0,0-1 1 0 0,-1 1-1 0 0,1 0 1 0 0,-1 0-1 0 0,1-1 1 0 0,0 1-1 0 0,-1 0 1 0 0,1 0-1 0 0,0 0 1 0 0,-1 0-1 0 0,1 0 0 0 0,0 0 1 0 0,-1 0-1 0 0,1 0 1 0 0,0 1-1 0 0,-1-1 1 0 0,1 0-1 0 0,0 0 1 0 0,-1 0-1 0 0,1 1 1 0 0,0-1-1 0 0,-1 0 1 0 0,1 1-1 0 0,-1-1 1 0 0,1 0-1 0 0,-1 1 1 0 0,1-1-1 0 0,-1 1 1 0 0,1-1-1 0 0,-1 1 1 0 0,1-1-1 0 0,-1 1 0 0 0,0-1 1 0 0,1 1-1 0 0,-1 0 1 0 0,0-1-1 0 0,1 1 1 0 0,-1-1-1 0 0,0 1 1 0 0,0 0-1 0 0,1 0 1 0 0,12 47 564 0 0,-9-30-417 0 0,-2-12-277 0 0,0-1 0 0 0,1 1 0 0 0,0-1 0 0 0,-1 1 0 0 0,2-1 0 0 0,-1 0 0 0 0,1 0 0 0 0,-1-1 0 0 0,1 1-1 0 0,1-1 1 0 0,-1 0 0 0 0,1 0 0 0 0,-1 0 0 0 0,1-1 0 0 0,8 5 0 0 0,9 2-1059 0 0</inkml:trace>
</inkml:ink>
</file>

<file path=ppt/ink/ink10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24.493"/>
    </inkml:context>
    <inkml:brush xml:id="br0">
      <inkml:brushProperty name="width" value="0.1" units="cm"/>
      <inkml:brushProperty name="height" value="0.1" units="cm"/>
      <inkml:brushProperty name="color" value="#F6630D"/>
    </inkml:brush>
  </inkml:definitions>
  <inkml:trace contextRef="#ctx0" brushRef="#br0">42 43 10594 0 0,'1'-8'195'0'0,"-1"4"-83"0"0,1 1 0 0 0,-1 0 0 0 0,0 0 0 0 0,0 0 0 0 0,0 0-1 0 0,-1 0 1 0 0,1 0 0 0 0,-7-6 3483 0 0,-3 28-1784 0 0,3 8-1165 0 0,1 0 0 0 0,1 1 0 0 0,1 0 0 0 0,2 0 0 0 0,1 40 0 0 0,5 0-262 0 0,13 73 0 0 0,25 57-757 0 0,-40-189 226 0 0,7 30-679 0 0</inkml:trace>
</inkml:ink>
</file>

<file path=ppt/ink/ink10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24.719"/>
    </inkml:context>
    <inkml:brush xml:id="br0">
      <inkml:brushProperty name="width" value="0.1" units="cm"/>
      <inkml:brushProperty name="height" value="0.1" units="cm"/>
      <inkml:brushProperty name="color" value="#F6630D"/>
    </inkml:brush>
  </inkml:definitions>
  <inkml:trace contextRef="#ctx0" brushRef="#br0">8 265 7370 0 0,'0'0'60'0'0,"0"0"0"0"0,0 1 0 0 0,-1-1 1 0 0,1 0-1 0 0,0 0 0 0 0,0 0 1 0 0,0 0-1 0 0,-1 0 0 0 0,1 0 0 0 0,0 0 1 0 0,0 0-1 0 0,0 0 0 0 0,-1 0 1 0 0,1 0-1 0 0,0 0 0 0 0,0 0 0 0 0,-1 0 1 0 0,1 0-1 0 0,0 0 0 0 0,0 0 1 0 0,0 0-1 0 0,-1 0 0 0 0,1 0 0 0 0,0 0 1 0 0,0 0-1 0 0,0 0 0 0 0,-1 0 1 0 0,1-1-1 0 0,0 1 0 0 0,0 0 1 0 0,0 0-1 0 0,0 0 0 0 0,-1 0 0 0 0,1 0 1 0 0,0-1-1 0 0,0 1 0 0 0,0 0 1 0 0,0 0-1 0 0,0 0 0 0 0,0 0 0 0 0,0-1 1 0 0,-1 1-1 0 0,1 0 0 0 0,0 0 1 0 0,0 0-1 0 0,0-1 0 0 0,0 1 0 0 0,0 0 1 0 0,0 0-1 0 0,0 0 0 0 0,0-1 1 0 0,0 1-1 0 0,0 0 0 0 0,0 0 0 0 0,0 0 1 0 0,0-1-1 0 0,0 1 0 0 0,0 0 1 0 0,0 0-1 0 0,0 0 0 0 0,1-1 0 0 0,15-13 1736 0 0,27-11-657 0 0,167-52 689 0 0,-118 46-1464 0 0,19-4-3311 0 0,152-30 0 0 0,-204 53 2817 0 0</inkml:trace>
</inkml:ink>
</file>

<file path=ppt/ink/ink10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02.600"/>
    </inkml:context>
    <inkml:brush xml:id="br0">
      <inkml:brushProperty name="width" value="0.1" units="cm"/>
      <inkml:brushProperty name="height" value="0.1" units="cm"/>
      <inkml:brushProperty name="color" value="#F6630D"/>
    </inkml:brush>
  </inkml:definitions>
  <inkml:trace contextRef="#ctx0" brushRef="#br0">179 0 12899 0 0,'-4'7'179'0'0,"0"0"-1"0"0,1 0 1 0 0,0 1 0 0 0,0-1 0 0 0,0 1 0 0 0,1-1-1 0 0,1 1 1 0 0,-1 0 0 0 0,0 10 0 0 0,-3 13-32 0 0,-49 225 402 0 0,-36 460-1 0 0,88-611-59 0 0,20 190 0 0 0,48 101 1518 0 0,155 1037 1006 0 0,-151-918-2788 0 0,36 345 140 0 0,-91-539-213 0 0,-16-241-306 0 0,-23 158 0 0 0,23-227-146 0 0,1-7 18 0 0,-1 0 0 0 0,1 0 0 0 0,-1 0 0 0 0,0 1 0 0 0,0-1 0 0 0,0 0 0 0 0,0 0 0 0 0,-1-1 0 0 0,0 1 0 0 0,-3 6 0 0 0,1-12-23 0 0,-3-12 269 0 0</inkml:trace>
</inkml:ink>
</file>

<file path=ppt/ink/ink10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03.393"/>
    </inkml:context>
    <inkml:brush xml:id="br0">
      <inkml:brushProperty name="width" value="0.1" units="cm"/>
      <inkml:brushProperty name="height" value="0.1" units="cm"/>
      <inkml:brushProperty name="color" value="#F6630D"/>
    </inkml:brush>
  </inkml:definitions>
  <inkml:trace contextRef="#ctx0" brushRef="#br0">1 1 12443 0 0,'4'4'84'0'0,"-1"0"1"0"0,1-1 0 0 0,1 1-1 0 0,-1-1 1 0 0,0 0 0 0 0,1 0 0 0 0,0-1-1 0 0,-1 1 1 0 0,9 2 0 0 0,6 5-190 0 0,188 102 728 0 0,5-10-1 0 0,339 115 1 0 0,209 47 1144 0 0,-378-125-1156 0 0,280 106 94 0 0,-8 26-417 0 0,-552-225-270 0 0,282 134 29 0 0,-261-115-302 0 0,120 83 1 0 0,-146-85 60 0 0,-51-35 123 0 0,-2 1 0 0 0,-1 3 0 0 0,44 40 0 0 0,-85-70 71 0 0,0 0-1 0 0,0 0 1 0 0,0 0-1 0 0,-1 0 1 0 0,1 0-1 0 0,-1 1 1 0 0,1-1-1 0 0,-1 0 1 0 0,0 1-1 0 0,1-1 1 0 0,-1 1-1 0 0,0-1 1 0 0,-1 1-1 0 0,1 0 1 0 0,0-1-1 0 0,-1 1 1 0 0,0 0-1 0 0,1-1 0 0 0,-1 1 1 0 0,0 0-1 0 0,-1 0 1 0 0,0 4-1 0 0,0-2 49 0 0,-1 0 0 0 0,0-1-1 0 0,-1 1 1 0 0,1-1-1 0 0,-1 1 1 0 0,0-1-1 0 0,0 0 1 0 0,0 0-1 0 0,0 0 1 0 0,-1-1 0 0 0,-6 6-1 0 0,-60 46 335 0 0,-2-3 1 0 0,-118 63-1 0 0,159-96-362 0 0,-185 101-123 0 0,-144 88-317 0 0,-415 291-5866 0 0,514-328 4303 0 0,-62 40 1094 0 0,-164 123 823 0 0,25 31 1403 0 0,-117 156 4006 0 0,498-439-4550 0 0,-126 165 1 0 0,177-207-1154 0 0</inkml:trace>
</inkml:ink>
</file>

<file path=ppt/ink/ink10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03.904"/>
    </inkml:context>
    <inkml:brush xml:id="br0">
      <inkml:brushProperty name="width" value="0.1" units="cm"/>
      <inkml:brushProperty name="height" value="0.1" units="cm"/>
      <inkml:brushProperty name="color" value="#F6630D"/>
    </inkml:brush>
  </inkml:definitions>
  <inkml:trace contextRef="#ctx0" brushRef="#br0">0 228 11058 0 0,'1'0'103'0'0,"-1"-1"0"0"0,1 0-1 0 0,-1 0 1 0 0,1 0-1 0 0,0 0 1 0 0,-1 1-1 0 0,1-1 1 0 0,0 0 0 0 0,-1 1-1 0 0,1-1 1 0 0,0 0-1 0 0,0 1 1 0 0,0-1 0 0 0,0 1-1 0 0,0-1 1 0 0,-1 1-1 0 0,1 0 1 0 0,0-1-1 0 0,2 1 1 0 0,27-12 635 0 0,-26 10-627 0 0,123-40 492 0 0,204-41 0 0 0,-125 36-786 0 0,-203 46 156 0 0,25-6-549 0 0,-1 0 1 0 0,2 2-1 0 0,-1 0 0 0 0,0 2 1 0 0,36 1-1 0 0,-40 5-3691 0 0</inkml:trace>
</inkml:ink>
</file>

<file path=ppt/ink/ink10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04.853"/>
    </inkml:context>
    <inkml:brush xml:id="br0">
      <inkml:brushProperty name="width" value="0.1" units="cm"/>
      <inkml:brushProperty name="height" value="0.1" units="cm"/>
      <inkml:brushProperty name="color" value="#F6630D"/>
    </inkml:brush>
  </inkml:definitions>
  <inkml:trace contextRef="#ctx0" brushRef="#br0">0 90 10138 0 0,'116'-4'4644'0'0,"55"-14"-3022"0"0,-22 1-1434 0 0,-134 16-226 0 0,223-22 123 0 0,-81 0-3157 0 0,-135 19 1796 0 0</inkml:trace>
</inkml:ink>
</file>

<file path=ppt/ink/ink10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05.107"/>
    </inkml:context>
    <inkml:brush xml:id="br0">
      <inkml:brushProperty name="width" value="0.1" units="cm"/>
      <inkml:brushProperty name="height" value="0.1" units="cm"/>
      <inkml:brushProperty name="color" value="#F6630D"/>
    </inkml:brush>
  </inkml:definitions>
  <inkml:trace contextRef="#ctx0" brushRef="#br0">22 2 10594 0 0,'0'0'92'0'0,"-1"-1"0"0"0,0 1 0 0 0,1 0 0 0 0,-1 0-1 0 0,0 0 1 0 0,1 0 0 0 0,-1-1 0 0 0,0 1 0 0 0,1 0-1 0 0,-1 0 1 0 0,0 0 0 0 0,0 0 0 0 0,1 0 0 0 0,-1 1-1 0 0,0-1 1 0 0,1 0 0 0 0,-1 0 0 0 0,0 0 0 0 0,1 0-1 0 0,-1 1 1 0 0,0-1 0 0 0,1 0 0 0 0,-1 1 0 0 0,1-1 0 0 0,-1 1-1 0 0,1-1 1 0 0,-1 0 0 0 0,1 1 0 0 0,-1-1 0 0 0,1 1-1 0 0,-1-1 1 0 0,1 1 0 0 0,-1 0 0 0 0,0 0 0 0 0,6 25 3464 0 0,0-7-4164 0 0,52 312 1877 0 0,27 130 822 0 0,-61-382-7619 0 0,-12-45-730 0 0</inkml:trace>
</inkml:ink>
</file>

<file path=ppt/ink/ink10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05.838"/>
    </inkml:context>
    <inkml:brush xml:id="br0">
      <inkml:brushProperty name="width" value="0.1" units="cm"/>
      <inkml:brushProperty name="height" value="0.1" units="cm"/>
      <inkml:brushProperty name="color" value="#F6630D"/>
    </inkml:brush>
  </inkml:definitions>
  <inkml:trace contextRef="#ctx0" brushRef="#br0">3946 27 14283 0 0,'-2'-2'-79'0'0,"0"-1"0"0"0,0 1 0 0 0,0 0 0 0 0,-1 1 0 0 0,1-1 0 0 0,-1 0 0 0 0,0 1 0 0 0,1-1 0 0 0,-1 1 0 0 0,0 0 0 0 0,0 0 0 0 0,0 0 0 0 0,0 0 0 0 0,1 1 0 0 0,-1-1 0 0 0,-5 0 0 0 0,-57-1-365 0 0,46 2 383 0 0,-305 14 770 0 0,109-1 161 0 0,-472 34 2454 0 0,665-45-3292 0 0,-776 89 210 0 0,389-35-229 0 0,-22 10 402 0 0,-81 13 1135 0 0,174-15-3522 0 0,298-55-2414 0 0,3 2-1316 0 0</inkml:trace>
</inkml:ink>
</file>

<file path=ppt/ink/ink10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06.268"/>
    </inkml:context>
    <inkml:brush xml:id="br0">
      <inkml:brushProperty name="width" value="0.1" units="cm"/>
      <inkml:brushProperty name="height" value="0.1" units="cm"/>
      <inkml:brushProperty name="color" value="#F6630D"/>
    </inkml:brush>
  </inkml:definitions>
  <inkml:trace contextRef="#ctx0" brushRef="#br0">4 6 14283 0 0,'-3'-6'1453'0'0,"7"7"-1380"0"0,9 12-827 0 0,-5 10 1069 0 0,-2 1-1 0 0,0 0 1 0 0,-2 0-1 0 0,3 42 1 0 0,-2-15-121 0 0,207 1414 1264 0 0,-142-1009-1243 0 0,-9 74 594 0 0,-54-392 203 0 0,-21 258-1 0 0,-7-212-1087 0 0,-60 244 0 0 0,76-411-5072 0 0</inkml:trace>
</inkml:ink>
</file>

<file path=ppt/ink/ink10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07.395"/>
    </inkml:context>
    <inkml:brush xml:id="br0">
      <inkml:brushProperty name="width" value="0.1" units="cm"/>
      <inkml:brushProperty name="height" value="0.1" units="cm"/>
      <inkml:brushProperty name="color" value="#F6630D"/>
    </inkml:brush>
  </inkml:definitions>
  <inkml:trace contextRef="#ctx0" brushRef="#br0">547 128 4609 0 0,'10'-8'160'0'0,"15"-12"791"0"0,0 0-1 0 0,-2-2 1 0 0,23-26-1 0 0,-43 39 1101 0 0,-14 13-1049 0 0,-16 13 17 0 0,11-1-839 0 0,0 0 0 0 0,1 2 0 0 0,1-1 0 0 0,-16 28 0 0 0,-42 85 366 0 0,53-94-263 0 0,-296 617 3485 0 0,233-485-5671 0 0,21-60-4443 0 0</inkml:trace>
</inkml:ink>
</file>

<file path=ppt/ink/ink10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07.872"/>
    </inkml:context>
    <inkml:brush xml:id="br0">
      <inkml:brushProperty name="width" value="0.1" units="cm"/>
      <inkml:brushProperty name="height" value="0.1" units="cm"/>
      <inkml:brushProperty name="color" value="#F6630D"/>
    </inkml:brush>
  </inkml:definitions>
  <inkml:trace contextRef="#ctx0" brushRef="#br0">474 4 13827 0 0,'2'-1'212'0'0,"1"1"0"0"0,-1-1-1 0 0,0 1 1 0 0,0-1 0 0 0,1 1 0 0 0,-1 0 0 0 0,0 0-1 0 0,1 0 1 0 0,-1 0 0 0 0,0 0 0 0 0,1 0 0 0 0,-1 1-1 0 0,0-1 1 0 0,1 1 0 0 0,3 2 0 0 0,1-2-3 0 0,12 4-85 0 0,0 0-1 0 0,-1 2 1 0 0,1 0 0 0 0,-1 1-1 0 0,-1 1 1 0 0,0 0 0 0 0,0 1-1 0 0,-1 1 1 0 0,0 1 0 0 0,21 19 0 0 0,11 17 534 0 0,72 93 1 0 0,-6-6-46 0 0,48 21 212 0 0,19 20-177 0 0,-153-146-473 0 0,99 101-418 0 0,-113-121 317 0 0,1 0 63 0 0,-15-10-137 0 0,0 0 0 0 0,-1 0 0 0 0,1 0 0 0 0,0 0 1 0 0,0 0-1 0 0,0 0 0 0 0,0 0 0 0 0,0 0 0 0 0,0 0 1 0 0,-1 0-1 0 0,1 0 0 0 0,0 0 0 0 0,0 0 0 0 0,0 0 1 0 0,0 0-1 0 0,0 0 0 0 0,0 0 0 0 0,0 0 0 0 0,-1 0 1 0 0,1 0-1 0 0,0 0 0 0 0,0 0 0 0 0,0 1 0 0 0,0-1 1 0 0,0 0-1 0 0,0 0 0 0 0,0 0 0 0 0,0 0 0 0 0,0 0 1 0 0,0 0-1 0 0,0 0 0 0 0,0 0 0 0 0,0 1 0 0 0,-1-1 1 0 0,1 0-1 0 0,0 0 0 0 0,0 0 0 0 0,0 0 0 0 0,0 0 1 0 0,0 0-1 0 0,0 1 0 0 0,0-1 0 0 0,0 0 0 0 0,0 0 1 0 0,0 0-1 0 0,1 0 0 0 0,-1 0 0 0 0,0 0 0 0 0,0 1 1 0 0,0-1-1 0 0,0 0 0 0 0,0 0 0 0 0,0 0 0 0 0,0 0 1 0 0,0 0-1 0 0,0 0 0 0 0,0 0 0 0 0,0 0 0 0 0,0 1 1 0 0,0-1-1 0 0,1 0 0 0 0,-1 0 0 0 0,0 0 0 0 0,0 0 1 0 0,0 0-1 0 0,-723 119-1475 0 0,331-49 1850 0 0,285-53-118 0 0,-177 36-1172 0 0,284-53 905 0 0,-3 0-322 0 0,0 1 1 0 0,-1 0-1 0 0,1 0 0 0 0,0 0 1 0 0,0 0-1 0 0,0 1 0 0 0,0-1 1 0 0,1 1-1 0 0,-1 0 1 0 0,-3 2-1 0 0</inkml:trace>
</inkml:ink>
</file>

<file path=ppt/ink/ink10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08.253"/>
    </inkml:context>
    <inkml:brush xml:id="br0">
      <inkml:brushProperty name="width" value="0.1" units="cm"/>
      <inkml:brushProperty name="height" value="0.1" units="cm"/>
      <inkml:brushProperty name="color" value="#F6630D"/>
    </inkml:brush>
  </inkml:definitions>
  <inkml:trace contextRef="#ctx0" brushRef="#br0">0 0 14283 0 0,'0'7'30'0'0,"1"1"0"0"0,-1-1 0 0 0,1 0 0 0 0,0 0 0 0 0,0-1 1 0 0,1 1-1 0 0,0 0 0 0 0,1 0 0 0 0,-1-1 0 0 0,1 1 0 0 0,4 6 0 0 0,8 23-632 0 0,41 147 2141 0 0,-8 3 1 0 0,27 218-1 0 0,-24 138 938 0 0,-35-305-1793 0 0,-1-17-1253 0 0,-13-73-3657 0 0,-3-111 2763 0 0</inkml:trace>
</inkml:ink>
</file>

<file path=ppt/ink/ink10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10.045"/>
    </inkml:context>
    <inkml:brush xml:id="br0">
      <inkml:brushProperty name="width" value="0.1" units="cm"/>
      <inkml:brushProperty name="height" value="0.1" units="cm"/>
      <inkml:brushProperty name="color" value="#F6630D"/>
    </inkml:brush>
  </inkml:definitions>
  <inkml:trace contextRef="#ctx0" brushRef="#br0">1490 80 14283 0 0,'-2'-5'-7'0'0,"-1"0"-1"0"0,0 0 1 0 0,0 0 0 0 0,-1 0 0 0 0,1 1-1 0 0,-1-1 1 0 0,0 1 0 0 0,-1 0-1 0 0,1 0 1 0 0,-1 1 0 0 0,1-1 0 0 0,-1 1-1 0 0,0 0 1 0 0,0 0 0 0 0,-1 1-1 0 0,1-1 1 0 0,0 1 0 0 0,-1 0 0 0 0,0 1-1 0 0,1-1 1 0 0,-1 1 0 0 0,-10-1-1 0 0,-11 1 42 0 0,1 0-1 0 0,-1 1 1 0 0,-44 7-1 0 0,59-5-88 0 0,-534 82-602 0 0,248-34 1820 0 0,-38 6-718 0 0,304-52-947 0 0</inkml:trace>
</inkml:ink>
</file>

<file path=ppt/ink/ink10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10.725"/>
    </inkml:context>
    <inkml:brush xml:id="br0">
      <inkml:brushProperty name="width" value="0.1" units="cm"/>
      <inkml:brushProperty name="height" value="0.1" units="cm"/>
      <inkml:brushProperty name="color" value="#F6630D"/>
    </inkml:brush>
  </inkml:definitions>
  <inkml:trace contextRef="#ctx0" brushRef="#br0">3 0 6449 0 0,'-3'4'7556'0'0,"12"6"-4932"0"0,-2 1-3635 0 0,15 43 1495 0 0,-3 0 0 0 0,13 59-1 0 0,17 118-116 0 0,-37-170-223 0 0,47 270 353 0 0,45 207-244 0 0,-68-393-225 0 0,90 236-1 0 0,-73-254 86 0 0,41 106 509 0 0,-75-178-1003 0 0,-2 1 1 0 0,11 75 0 0 0,-21-85-4000 0 0,-1-2-1473 0 0</inkml:trace>
</inkml:ink>
</file>

<file path=ppt/ink/ink10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11.263"/>
    </inkml:context>
    <inkml:brush xml:id="br0">
      <inkml:brushProperty name="width" value="0.1" units="cm"/>
      <inkml:brushProperty name="height" value="0.1" units="cm"/>
      <inkml:brushProperty name="color" value="#F6630D"/>
    </inkml:brush>
  </inkml:definitions>
  <inkml:trace contextRef="#ctx0" brushRef="#br0">1 218 17972 0 0,'207'-34'1129'0'0,"-65"12"-1135"0"0,245-59 1595 0 0,-32 5-1977 0 0,-335 74-1312 0 0,-3 0-5029 0 0</inkml:trace>
</inkml:ink>
</file>

<file path=ppt/ink/ink10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11.738"/>
    </inkml:context>
    <inkml:brush xml:id="br0">
      <inkml:brushProperty name="width" value="0.1" units="cm"/>
      <inkml:brushProperty name="height" value="0.1" units="cm"/>
      <inkml:brushProperty name="color" value="#F6630D"/>
    </inkml:brush>
  </inkml:definitions>
  <inkml:trace contextRef="#ctx0" brushRef="#br0">0 0 17052 0 0,'16'13'698'0'0,"0"0"1"0"0,1-1-1 0 0,1-1 0 0 0,31 15 1 0 0,-9-4-487 0 0,337 177 420 0 0,-212-121-4118 0 0,-132-62-3086 0 0</inkml:trace>
</inkml:ink>
</file>

<file path=ppt/ink/ink10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11.946"/>
    </inkml:context>
    <inkml:brush xml:id="br0">
      <inkml:brushProperty name="width" value="0.1" units="cm"/>
      <inkml:brushProperty name="height" value="0.1" units="cm"/>
      <inkml:brushProperty name="color" value="#F6630D"/>
    </inkml:brush>
  </inkml:definitions>
  <inkml:trace contextRef="#ctx0" brushRef="#br0">404 1 15203 0 0,'-4'2'148'0'0,"0"0"0"0"0,0 0 0 0 0,0 1-1 0 0,0-1 1 0 0,1 1 0 0 0,-1 0 0 0 0,1 0 0 0 0,0 0-1 0 0,0 1 1 0 0,0-1 0 0 0,0 1 0 0 0,-4 7 0 0 0,-2 5-38 0 0,-12 34 0 0 0,3-8 158 0 0,-41 77 377 0 0,-154 337 1260 0 0,195-414-6759 0 0,1-3-1717 0 0</inkml:trace>
</inkml:ink>
</file>

<file path=ppt/ink/ink10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12.446"/>
    </inkml:context>
    <inkml:brush xml:id="br0">
      <inkml:brushProperty name="width" value="0.1" units="cm"/>
      <inkml:brushProperty name="height" value="0.1" units="cm"/>
      <inkml:brushProperty name="color" value="#F6630D"/>
    </inkml:brush>
  </inkml:definitions>
  <inkml:trace contextRef="#ctx0" brushRef="#br0">1 168 10594 0 0,'7'-5'215'0'0,"0"1"0"0"0,1 0 0 0 0,-1 0 0 0 0,1 1 0 0 0,0-1 0 0 0,0 2 0 0 0,0-1 0 0 0,1 1-1 0 0,-1 0 1 0 0,11 0 0 0 0,15-5 342 0 0,534-96 5054 0 0,-419 88-5143 0 0,283 7 0 0 0,-159 23-7817 0 0,-238-13 2558 0 0</inkml:trace>
</inkml:ink>
</file>

<file path=ppt/ink/ink10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12.716"/>
    </inkml:context>
    <inkml:brush xml:id="br0">
      <inkml:brushProperty name="width" value="0.1" units="cm"/>
      <inkml:brushProperty name="height" value="0.1" units="cm"/>
      <inkml:brushProperty name="color" value="#F6630D"/>
    </inkml:brush>
  </inkml:definitions>
  <inkml:trace contextRef="#ctx0" brushRef="#br0">0 0 6913 0 0,'10'6'1002'0'0,"1"0"-1"0"0,0-1 0 0 0,-1-1 0 0 0,2 0 0 0 0,-1 0 1 0 0,0-1-1 0 0,1 0 0 0 0,17 1 0 0 0,11 4-583 0 0,474 145 2248 0 0,-436-128-3952 0 0,-58-18 960 0 0,1-1 0 0 0,40 6 0 0 0,-36-11 266 0 0</inkml:trace>
</inkml:ink>
</file>

<file path=ppt/ink/ink10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12.906"/>
    </inkml:context>
    <inkml:brush xml:id="br0">
      <inkml:brushProperty name="width" value="0.1" units="cm"/>
      <inkml:brushProperty name="height" value="0.1" units="cm"/>
      <inkml:brushProperty name="color" value="#F6630D"/>
    </inkml:brush>
  </inkml:definitions>
  <inkml:trace contextRef="#ctx0" brushRef="#br0">525 1 17972 0 0,'-227'329'3089'0'0,"97"-135"-3001"0"0,93-143-193 0 0,13-18-393 0 0,1 1 1 0 0,2 1-1 0 0,-24 51 0 0 0,32-38-3090 0 0,9-28 1734 0 0</inkml:trace>
</inkml:ink>
</file>

<file path=ppt/ink/ink10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13.650"/>
    </inkml:context>
    <inkml:brush xml:id="br0">
      <inkml:brushProperty name="width" value="0.1" units="cm"/>
      <inkml:brushProperty name="height" value="0.1" units="cm"/>
      <inkml:brushProperty name="color" value="#F6630D"/>
    </inkml:brush>
  </inkml:definitions>
  <inkml:trace contextRef="#ctx0" brushRef="#br0">108 314 5529 0 0,'-16'2'777'0'0,"0"0"0"0"0,0-1-1 0 0,0-1 1 0 0,-23-2 0 0 0,39 2-750 0 0,0 0 0 0 0,0 0 0 0 0,0 0 1 0 0,0 1-1 0 0,0-1 0 0 0,-1 0 0 0 0,1 0 0 0 0,0 0 1 0 0,0 0-1 0 0,0 0 0 0 0,0 0 0 0 0,0 0 0 0 0,0 0 1 0 0,-1 0-1 0 0,1 0 0 0 0,0 0 0 0 0,0 0 0 0 0,0 0 1 0 0,0 0-1 0 0,0 0 0 0 0,0 0 0 0 0,-1 0 1 0 0,1 0-1 0 0,0-1 0 0 0,0 1 0 0 0,0 0 0 0 0,0 0 1 0 0,0 0-1 0 0,0 0 0 0 0,0 0 0 0 0,-1 0 0 0 0,1 0 1 0 0,0 0-1 0 0,0 0 0 0 0,0 0 0 0 0,0 0 1 0 0,0-1-1 0 0,0 1 0 0 0,0 0 0 0 0,0 0 0 0 0,0 0 1 0 0,0 0-1 0 0,0 0 0 0 0,0 0 0 0 0,0-1 0 0 0,0 1 1 0 0,0 0-1 0 0,0 0 0 0 0,0 0 0 0 0,0 0 0 0 0,0 0 1 0 0,0 0-1 0 0,0-1 0 0 0,0 1 0 0 0,0 0 1 0 0,0 0-1 0 0,0 0 0 0 0,0 0 0 0 0,0 0 0 0 0,0 0 1 0 0,0-1-1 0 0,0 1 0 0 0,11-6 763 0 0,18-5 24 0 0,278-46 2336 0 0,-107 25-1670 0 0,-103 12-920 0 0,261-44 1090 0 0,-227 46-1523 0 0,345-44 323 0 0,-358 43-365 0 0,-63 9-38 0 0,67-3 0 0 0,-93 14-1618 0 0</inkml:trace>
</inkml:ink>
</file>

<file path=ppt/ink/ink10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14.845"/>
    </inkml:context>
    <inkml:brush xml:id="br0">
      <inkml:brushProperty name="width" value="0.1" units="cm"/>
      <inkml:brushProperty name="height" value="0.1" units="cm"/>
      <inkml:brushProperty name="color" value="#F6630D"/>
    </inkml:brush>
  </inkml:definitions>
  <inkml:trace contextRef="#ctx0" brushRef="#br0">144 2792 11522 0 0,'-2'0'90'0'0,"0"-1"-1"0"0,0 1 0 0 0,-1-1 1 0 0,1 0-1 0 0,0 0 0 0 0,0 0 0 0 0,0 0 1 0 0,0 0-1 0 0,0 0 0 0 0,1-1 1 0 0,-1 1-1 0 0,0-1 0 0 0,0 1 1 0 0,1-1-1 0 0,-1 0 0 0 0,1 0 0 0 0,0 1 1 0 0,-1-1-1 0 0,1 0 0 0 0,0 0 1 0 0,0 0-1 0 0,0 0 0 0 0,0-1 0 0 0,1 1 1 0 0,-1 0-1 0 0,0 0 0 0 0,1-4 1 0 0,-3-6-23 0 0,0-1 0 0 0,1 1 0 0 0,-1-21 0 0 0,2-14 656 0 0,-20-341 3759 0 0,21 383-4469 0 0,-62-696 960 0 0,56-3-1220 0 0,15 570-380 0 0,3-165-2577 0 0,-20 212 3964 0 0,44 90-376 0 0,49-4-674 0 0,136-17 1 0 0,-46 1 900 0 0,-14 7 15 0 0,388-18 1222 0 0,-137 5-1030 0 0,420-77 1 0 0,-410 29-367 0 0,-30 26-1310 0 0,-363 45-749 0 0,-28 0 1517 0 0,-1 0 0 0 0,0 0 0 0 0,1 0 0 0 0,-1 0 0 0 0,1 0 0 0 0,-1 0 0 0 0,0 0 0 0 0,1 0 0 0 0,-1 1 0 0 0,1-1 0 0 0,-1 0 0 0 0,0 0 1 0 0,1 0-1 0 0,-1 0 0 0 0,0 1 0 0 0,1-1 0 0 0,-1 0 0 0 0,0 0 0 0 0,1 1 0 0 0,-1-1 0 0 0,0 0 0 0 0,0 0 0 0 0,1 1 0 0 0,-1-1 0 0 0,0 0 1 0 0,0 1-1 0 0,1-1 0 0 0,-1 0 0 0 0,0 1 0 0 0,0-1 0 0 0,0 1 0 0 0,0-1 0 0 0,0 0 0 0 0,0 1 0 0 0,0-1 0 0 0,1 0 0 0 0,-1 1 0 0 0,0-1 1 0 0,0 1-1 0 0,0-1 0 0 0,-1 0 0 0 0,1 1 0 0 0,0-1 0 0 0,0 1 0 0 0,0-1 0 0 0,0 0 0 0 0,0 1 0 0 0,0-1 0 0 0,0 0 0 0 0,-1 1 0 0 0,1-1 0 0 0,0 0 1 0 0,0 1-1 0 0,-1-1 0 0 0,1 0 0 0 0,0 1 0 0 0,0-1 0 0 0,-1 0 0 0 0,1 0 0 0 0,0 1 0 0 0,-1-1 0 0 0,0 0 0 0 0</inkml:trace>
</inkml:ink>
</file>

<file path=ppt/ink/ink10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15.226"/>
    </inkml:context>
    <inkml:brush xml:id="br0">
      <inkml:brushProperty name="width" value="0.1" units="cm"/>
      <inkml:brushProperty name="height" value="0.1" units="cm"/>
      <inkml:brushProperty name="color" value="#F6630D"/>
    </inkml:brush>
  </inkml:definitions>
  <inkml:trace contextRef="#ctx0" brushRef="#br0">60 34 456 0 0,'-9'0'219'0'0,"-41"-21"10017"0"0,50 20-9958 0 0,1 0-185 0 0,-1 0-1 0 0,1 1 1 0 0,-1-1 0 0 0,1 1-1 0 0,0-1 1 0 0,0 0-1 0 0,-1 1 1 0 0,1 0 0 0 0,0-1-1 0 0,0 1 1 0 0,0-1-1 0 0,-1 1 1 0 0,1 0 0 0 0,0-1-1 0 0,0 1 1 0 0,1 0 0 0 0,43-3-2119 0 0,-37 3 3039 0 0,33-1-460 0 0,0 2 1 0 0,0 2 0 0 0,0 2 0 0 0,0 2 0 0 0,-1 1-1 0 0,0 3 1 0 0,48 18 0 0 0,-55-16-447 0 0,0 1 0 0 0,-1 2 0 0 0,-1 2-1 0 0,-1 0 1 0 0,0 2 0 0 0,-2 2 0 0 0,0 0 0 0 0,42 45-1 0 0,-65-61-24 0 0,1 0 1 0 0,-1 1-1 0 0,0 0 0 0 0,-1 0 0 0 0,0 1 0 0 0,0-1 0 0 0,0 1 0 0 0,-1 0 0 0 0,0 0 0 0 0,-1 0 0 0 0,0 0 0 0 0,0 0 0 0 0,-1 0 1 0 0,0 1-1 0 0,0-1 0 0 0,-1 1 0 0 0,0 12 0 0 0,-2-8 183 0 0,-1-1-1 0 0,0 1 1 0 0,0-1 0 0 0,-1 0 0 0 0,-1 0-1 0 0,0 0 1 0 0,0-1 0 0 0,-2 0-1 0 0,1 0 1 0 0,-1 0 0 0 0,-9 10 0 0 0,5-7-194 0 0,-1 0 0 0 0,0-1 0 0 0,-1 0 1 0 0,-16 12-1 0 0,13-14-371 0 0</inkml:trace>
</inkml:ink>
</file>

<file path=ppt/ink/ink10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16.608"/>
    </inkml:context>
    <inkml:brush xml:id="br0">
      <inkml:brushProperty name="width" value="0.1" units="cm"/>
      <inkml:brushProperty name="height" value="0.1" units="cm"/>
      <inkml:brushProperty name="color" value="#F6630D"/>
    </inkml:brush>
  </inkml:definitions>
  <inkml:trace contextRef="#ctx0" brushRef="#br0">25 115 10138 0 0,'0'-23'1660'0'0,"-1"1"0"0"0,-1 0-1 0 0,-6-26 1 0 0,0 75 667 0 0,4 22-2185 0 0,3 0 0 0 0,2 0 0 0 0,1 1 0 0 0,3-1 0 0 0,14 59 0 0 0,-14-82-144 0 0,1-1 0 0 0,2 0 0 0 0,0 0 0 0 0,1 0 0 0 0,2-1 0 0 0,0-1 0 0 0,2 0-1 0 0,0 0 1 0 0,21 25 0 0 0,-24-36 0 0 0,0-1 0 0 0,0 0 0 0 0,1-1 0 0 0,0-1-1 0 0,1 1 1 0 0,0-2 0 0 0,1 0 0 0 0,0 0 0 0 0,0-1 0 0 0,0-1-1 0 0,1 0 1 0 0,0-1 0 0 0,0 0 0 0 0,0-1 0 0 0,1-1 0 0 0,0 0-1 0 0,24 1 1 0 0,-25-3-341 0 0,-1-1 1 0 0,1 0-1 0 0,0-1 0 0 0,-1-1 0 0 0,1 0 0 0 0,-1-1 1 0 0,0-1-1 0 0,0 1 0 0 0,0-2 0 0 0,0 0 0 0 0,-1-1 0 0 0,0 0 1 0 0,0-1-1 0 0,0 0 0 0 0,-1 0 0 0 0,19-18 0 0 0,-13 7-4851 0 0</inkml:trace>
</inkml:ink>
</file>

<file path=ppt/ink/ink10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17.274"/>
    </inkml:context>
    <inkml:brush xml:id="br0">
      <inkml:brushProperty name="width" value="0.1" units="cm"/>
      <inkml:brushProperty name="height" value="0.1" units="cm"/>
      <inkml:brushProperty name="color" value="#F6630D"/>
    </inkml:brush>
  </inkml:definitions>
  <inkml:trace contextRef="#ctx0" brushRef="#br0">30 1 10594 0 0,'-2'3'9048'0'0,"-26"43"-10705"0"0</inkml:trace>
</inkml:ink>
</file>

<file path=ppt/ink/ink10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18.098"/>
    </inkml:context>
    <inkml:brush xml:id="br0">
      <inkml:brushProperty name="width" value="0.1" units="cm"/>
      <inkml:brushProperty name="height" value="0.1" units="cm"/>
      <inkml:brushProperty name="color" value="#F6630D"/>
    </inkml:brush>
  </inkml:definitions>
  <inkml:trace contextRef="#ctx0" brushRef="#br0">335 13 6913 0 0,'-2'-2'225'0'0,"-1"1"0"0"0,1-1 0 0 0,-1 1 0 0 0,0 0 0 0 0,0 0 0 0 0,0 0 0 0 0,1 0 0 0 0,-1 0 0 0 0,0 0 0 0 0,0 1 0 0 0,0 0 0 0 0,0-1 0 0 0,0 1 0 0 0,0 0 0 0 0,-1 1 0 0 0,-3 0 0 0 0,2 0 45 0 0,0 1 0 0 0,0-1 0 0 0,0 1 1 0 0,0 1-1 0 0,0-1 0 0 0,1 1 0 0 0,-1-1 0 0 0,-7 7 1 0 0,-3 5 372 0 0,1 1 1 0 0,0 0 0 0 0,-22 31 0 0 0,35-45-610 0 0,-4 6 138 0 0,1 0 0 0 0,-1 0 0 0 0,1 1 0 0 0,0-1 0 0 0,1 1 0 0 0,0 0 0 0 0,0 0 0 0 0,1 0 0 0 0,0 0 0 0 0,0 0 0 0 0,0 12 0 0 0,2-16-177 0 0,0-1 0 0 0,0 1-1 0 0,0 0 1 0 0,1 0 0 0 0,0 0-1 0 0,0 0 1 0 0,0 0 0 0 0,0-1-1 0 0,0 1 1 0 0,1 0 0 0 0,-1-1 0 0 0,1 1-1 0 0,0-1 1 0 0,0 0 0 0 0,1 0-1 0 0,-1 0 1 0 0,0 0 0 0 0,1 0-1 0 0,0 0 1 0 0,0 0 0 0 0,0-1-1 0 0,0 1 1 0 0,0-1 0 0 0,0 0-1 0 0,1 0 1 0 0,4 2 0 0 0,15 5-428 0 0,1 0 1 0 0,29 6-1 0 0,-35-11 201 0 0,-1 1 1 0 0,0 0 0 0 0,0 1-1 0 0,-1 1 1 0 0,1 0-1 0 0,23 16 1 0 0,-38-21 231 0 0,0 0 1 0 0,1-1 0 0 0,-1 1-1 0 0,0 0 1 0 0,0 0-1 0 0,0 1 1 0 0,-1-1-1 0 0,1 0 1 0 0,-1 1 0 0 0,1-1-1 0 0,-1 1 1 0 0,0-1-1 0 0,1 1 1 0 0,-1-1-1 0 0,-1 1 1 0 0,1 0 0 0 0,0 0-1 0 0,-1 0 1 0 0,1 2-1 0 0,-1 0 112 0 0,0-1 1 0 0,-1 0-1 0 0,0 0 0 0 0,1 0 0 0 0,-1 0 1 0 0,-1 0-1 0 0,1 0 0 0 0,-1 0 0 0 0,1 0 0 0 0,-1 0 1 0 0,-4 6-1 0 0,0-2 160 0 0,0 0 0 0 0,0-1 0 0 0,-1 1 0 0 0,1-1 0 0 0,-2-1 0 0 0,1 1 0 0 0,-1-1 0 0 0,0 0 0 0 0,0-1 0 0 0,-13 6 0 0 0,-5-2 165 0 0,-1-1 1 0 0,0-1-1 0 0,0-2 0 0 0,-1 0 0 0 0,1-2 1 0 0,-47 0-1 0 0,-9 1-780 0 0,72-1-1104 0 0,12-1 688 0 0</inkml:trace>
</inkml:ink>
</file>

<file path=ppt/ink/ink10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19.656"/>
    </inkml:context>
    <inkml:brush xml:id="br0">
      <inkml:brushProperty name="width" value="0.1" units="cm"/>
      <inkml:brushProperty name="height" value="0.1" units="cm"/>
      <inkml:brushProperty name="color" value="#F6630D"/>
    </inkml:brush>
  </inkml:definitions>
  <inkml:trace contextRef="#ctx0" brushRef="#br0">451 3184 8290 0 0,'0'0'115'0'0,"-1"1"0"0"0,1 0 0 0 0,-1-1 0 0 0,1 1 0 0 0,-1-1 0 0 0,1 1-1 0 0,-1-1 1 0 0,0 1 0 0 0,1-1 0 0 0,-1 1 0 0 0,0-1 0 0 0,1 1 0 0 0,-1-1 0 0 0,0 0 0 0 0,1 1 0 0 0,-1-1 0 0 0,0 0 0 0 0,0 0 0 0 0,0 0 0 0 0,1 0 0 0 0,-1 1 0 0 0,0-1 0 0 0,0 0 0 0 0,0 0 0 0 0,1-1 0 0 0,-1 1 0 0 0,0 0 0 0 0,0 0 0 0 0,1 0 0 0 0,-1 0-1 0 0,0-1 1 0 0,0 1 0 0 0,1 0 0 0 0,-1-1 0 0 0,0 1 0 0 0,0 0 0 0 0,1-1 0 0 0,-1 1 0 0 0,-1-2 0 0 0,-22-20 2671 0 0,14 5-2272 0 0,2 1-1 0 0,0-2 1 0 0,0 1 0 0 0,2-1-1 0 0,-7-27 1 0 0,-12-99 142 0 0,18 93-404 0 0,-32-197 180 0 0,-74-507 608 0 0,48-7-326 0 0,54 478-2186 0 0,-49-286-1 0 0,51 522 1234 0 0,4 30 154 0 0,1 0 1 0 0,1 0 0 0 0,1-1 0 0 0,1 1-1 0 0,0 0 1 0 0,3-26 0 0 0,-2 44 4 0 0,0-1-1 0 0,0 0 1 0 0,0 0 0 0 0,0 1-1 0 0,0-1 1 0 0,0 0 0 0 0,0 0 0 0 0,0 1-1 0 0,1-1 1 0 0,-1 0 0 0 0,0 0-1 0 0,0 1 1 0 0,1-1 0 0 0,-1 0-1 0 0,1 1 1 0 0,-1-1 0 0 0,1 1 0 0 0,-1-1-1 0 0,0 0 1 0 0,1 1 0 0 0,0-1-1 0 0,-1 1 1 0 0,1-1 0 0 0,-1 1 0 0 0,1 0-1 0 0,0-1 1 0 0,-1 1 0 0 0,1 0-1 0 0,0-1 1 0 0,-1 1 0 0 0,1 0 0 0 0,0 0-1 0 0,1-1 1 0 0,4 2-1311 0 0</inkml:trace>
</inkml:ink>
</file>

<file path=ppt/ink/ink10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19.925"/>
    </inkml:context>
    <inkml:brush xml:id="br0">
      <inkml:brushProperty name="width" value="0.1" units="cm"/>
      <inkml:brushProperty name="height" value="0.1" units="cm"/>
      <inkml:brushProperty name="color" value="#F6630D"/>
    </inkml:brush>
  </inkml:definitions>
  <inkml:trace contextRef="#ctx0" brushRef="#br0">1 161 5065 0 0,'4'2'143'0'0,"0"0"-1"0"0,0-1 1 0 0,1 0-1 0 0,-1 0 1 0 0,1 0 0 0 0,-1 0-1 0 0,1-1 1 0 0,7 0-1 0 0,-3 1 305 0 0,487 21 3662 0 0,-334-24-3255 0 0,174-26 0 0 0,146-49-638 0 0,11-1-6968 0 0,-426 70 4109 0 0</inkml:trace>
</inkml:ink>
</file>

<file path=ppt/ink/ink10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20.718"/>
    </inkml:context>
    <inkml:brush xml:id="br0">
      <inkml:brushProperty name="width" value="0.1" units="cm"/>
      <inkml:brushProperty name="height" value="0.1" units="cm"/>
      <inkml:brushProperty name="color" value="#F6630D"/>
    </inkml:brush>
  </inkml:definitions>
  <inkml:trace contextRef="#ctx0" brushRef="#br0">15 791 1376 0 0,'-1'-1'106'0'0,"1"1"-1"0"0,-1 0 0 0 0,0-1 1 0 0,0 1-1 0 0,1 0 0 0 0,-1-1 1 0 0,0 1-1 0 0,0-1 0 0 0,1 1 0 0 0,-1-1 1 0 0,1 0-1 0 0,-1 1 0 0 0,0-1 1 0 0,1 1-1 0 0,-1-1 0 0 0,1 0 1 0 0,-1 0-1 0 0,1 1 0 0 0,0-1 1 0 0,-1 0-1 0 0,1 0 0 0 0,0 0 1 0 0,0 1-1 0 0,-1-1 0 0 0,1 0 1 0 0,0 0-1 0 0,0 0 0 0 0,0 0 1 0 0,0 1-1 0 0,0-1 0 0 0,0 0 0 0 0,0 0 1 0 0,1-1-1 0 0,2-38 3097 0 0,-2 34-2764 0 0,9-70 1726 0 0,-4 0 0 0 0,-4-130 1 0 0,-5 180-1613 0 0,1 15-212 0 0,1 1 1 0 0,0 0-1 0 0,0 0 1 0 0,1 0-1 0 0,1-1 1 0 0,0 1 0 0 0,0 0-1 0 0,5-17 1 0 0,-6 27-331 0 0,0-1 0 0 0,0 1 0 0 0,0 0 1 0 0,0 0-1 0 0,0-1 0 0 0,0 1 0 0 0,0 0 1 0 0,0 0-1 0 0,0-1 0 0 0,0 1 0 0 0,0 0 1 0 0,1 0-1 0 0,-1-1 0 0 0,0 1 0 0 0,0 0 1 0 0,0 0-1 0 0,0 0 0 0 0,1-1 0 0 0,-1 1 1 0 0,0 0-1 0 0,0 0 0 0 0,0 0 0 0 0,1 0 0 0 0,-1 0 1 0 0,0-1-1 0 0,0 1 0 0 0,1 0 0 0 0,-1 0 1 0 0,0 0-1 0 0,0 0 0 0 0,1 0 0 0 0,-1 0 1 0 0,0 0-1 0 0,1 0 0 0 0,-1 0 0 0 0,0 0 1 0 0,0 0-1 0 0,1 0 0 0 0,-1 0 0 0 0,0 0 1 0 0,0 0-1 0 0,1 0 0 0 0,-1 0 0 0 0,0 0 1 0 0,1 1-1 0 0,9 13-73 0 0,4 24-393 0 0,-13-35 462 0 0,9 30-516 0 0,-5-12 224 0 0,2 0 0 0 0,1 0-1 0 0,0 0 1 0 0,14 23 0 0 0,-20-40 253 0 0,0 0 1 0 0,1 0 0 0 0,-1 0-1 0 0,1-1 1 0 0,0 1 0 0 0,0-1-1 0 0,0 0 1 0 0,1 0 0 0 0,-1 0 0 0 0,1 0-1 0 0,-1-1 1 0 0,1 1 0 0 0,0-1-1 0 0,0 0 1 0 0,0 0 0 0 0,1 0-1 0 0,-1-1 1 0 0,0 1 0 0 0,0-1 0 0 0,1 0-1 0 0,-1-1 1 0 0,1 1 0 0 0,-1-1-1 0 0,1 0 1 0 0,-1 0 0 0 0,9-1-1 0 0,-8 0 25 0 0,-1 0 0 0 0,1-1 0 0 0,-1 1 0 0 0,0-1 0 0 0,1-1 0 0 0,-1 1 0 0 0,0 0 0 0 0,-1-1 0 0 0,1 0-1 0 0,0 0 1 0 0,-1 0 0 0 0,1 0 0 0 0,-1 0 0 0 0,0-1 0 0 0,0 0 0 0 0,0 1 0 0 0,-1-1 0 0 0,1 0 0 0 0,2-6 0 0 0,4-11 284 0 0,0 0 0 0 0,10-38 0 0 0,-11 34 22 0 0,12-46 551 0 0,16-46 323 0 0,-31 104-938 0 0,1-1-1 0 0,0 1 1 0 0,1 0-1 0 0,1 1 1 0 0,0 0 0 0 0,11-13-1 0 0,-18 24-194 0 0,0-1 0 0 0,0 1 0 0 0,0 0 0 0 0,0 0-1 0 0,1-1 1 0 0,-1 1 0 0 0,0 0 0 0 0,1 0 0 0 0,-1 0-1 0 0,0 0 1 0 0,1 1 0 0 0,-1-1 0 0 0,1 0 0 0 0,-1 0 0 0 0,1 1-1 0 0,0-1 1 0 0,-1 1 0 0 0,1 0 0 0 0,0-1 0 0 0,-1 1-1 0 0,4 0 1 0 0,-3 1-15 0 0,-1 0 0 0 0,1-1 1 0 0,-1 1-1 0 0,0 0 0 0 0,0 0 0 0 0,1 0 0 0 0,-1 0 0 0 0,0 0 0 0 0,0 0 0 0 0,0 1 0 0 0,0-1 0 0 0,0 0 1 0 0,0 1-1 0 0,0-1 0 0 0,-1 0 0 0 0,1 1 0 0 0,0-1 0 0 0,-1 1 0 0 0,1-1 0 0 0,-1 1 0 0 0,0-1 0 0 0,1 1 1 0 0,-1 1-1 0 0,10 47 424 0 0,-6-29-612 0 0,0 0 0 0 0,1-1 1 0 0,1 1-1 0 0,1-1 0 0 0,1 0 0 0 0,17 30 0 0 0,-14-32 43 0 0,2-1 0 0 0,24 28 0 0 0,-30-37 6 0 0,1-1 1 0 0,0 0-1 0 0,0 0 0 0 0,1-1 0 0 0,0 0 0 0 0,0-1 0 0 0,15 8 0 0 0,-23-13 53 0 0,1 1-1 0 0,0-1 0 0 0,0 0 0 0 0,0 0 1 0 0,-1 0-1 0 0,1 0 0 0 0,0 0 0 0 0,0 0 1 0 0,0 0-1 0 0,0 0 0 0 0,-1-1 0 0 0,1 1 1 0 0,0 0-1 0 0,0-1 0 0 0,-1 0 0 0 0,1 1 1 0 0,0-1-1 0 0,-1 0 0 0 0,1 0 1 0 0,-1 0-1 0 0,1 0 0 0 0,-1 0 0 0 0,1-1 1 0 0,-1 1-1 0 0,0 0 0 0 0,0-1 0 0 0,0 1 1 0 0,1 0-1 0 0,-1-1 0 0 0,-1 1 0 0 0,1-1 1 0 0,1-3-1 0 0,5-7-195 0 0,-1-1 1 0 0,0 0-1 0 0,4-18 1 0 0,-5 17 165 0 0,4-17-360 0 0,9-57 1 0 0,-13 61-124 0 0,0-1 1 0 0,18-48 0 0 0,-23 75 576 0 0,1-1 0 0 0,-1 1 0 0 0,1-1 1 0 0,-1 1-1 0 0,1-1 0 0 0,0 1 0 0 0,-1-1 1 0 0,1 1-1 0 0,0 0 0 0 0,0-1 0 0 0,0 1 1 0 0,0 0-1 0 0,0 0 0 0 0,0 0 0 0 0,0 0 1 0 0,1 0-1 0 0,-1 0 0 0 0,0 0 0 0 0,1 0 0 0 0,-1 0 1 0 0,1 0-1 0 0,-1 1 0 0 0,0-1 0 0 0,1 1 1 0 0,0-1-1 0 0,-1 1 0 0 0,1-1 0 0 0,1 1 1 0 0,0 1 50 0 0,-1-1 0 0 0,0 1 0 0 0,0 0 1 0 0,0 0-1 0 0,0 1 0 0 0,0-1 0 0 0,0 0 0 0 0,-1 0 1 0 0,1 1-1 0 0,0 0 0 0 0,-1-1 0 0 0,1 1 1 0 0,-1 0-1 0 0,1-1 0 0 0,-1 1 0 0 0,0 0 1 0 0,0 0-1 0 0,1 0 0 0 0,0 4 0 0 0,7 17 519 0 0,0 1-1 0 0,-2 0 0 0 0,0 1 0 0 0,4 37 0 0 0,5 19 85 0 0,-6-42-508 0 0,17 43 0 0 0,-4-33-5592 0 0,-11-28-401 0 0</inkml:trace>
</inkml:ink>
</file>

<file path=ppt/ink/ink10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21.145"/>
    </inkml:context>
    <inkml:brush xml:id="br0">
      <inkml:brushProperty name="width" value="0.1" units="cm"/>
      <inkml:brushProperty name="height" value="0.1" units="cm"/>
      <inkml:brushProperty name="color" value="#F6630D"/>
    </inkml:brush>
  </inkml:definitions>
  <inkml:trace contextRef="#ctx0" brushRef="#br0">24 157 8290 0 0,'-23'3'2017'0'0,"39"-7"-5"0"0,302-79 1760 0 0,-241 63-4015 0 0,1 4 0 0 0,141-10 0 0 0,161 17-1972 0 0,-205 7 2015 0 0,269 7-1696 0 0,-184 0 431 0 0,903 30 7284 0 0,-1076-31-7098 0 0,-30-4-2399 0 0,-42 0-289 0 0</inkml:trace>
</inkml:ink>
</file>

<file path=ppt/ink/ink1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21.574"/>
    </inkml:context>
    <inkml:brush xml:id="br0">
      <inkml:brushProperty name="width" value="0.1" units="cm"/>
      <inkml:brushProperty name="height" value="0.1" units="cm"/>
      <inkml:brushProperty name="color" value="#F6630D"/>
    </inkml:brush>
  </inkml:definitions>
  <inkml:trace contextRef="#ctx0" brushRef="#br0">0 1 12899 0 0,'9'6'193'0'0,"-1"0"0"0"0,-1 1-1 0 0,1 1 1 0 0,-1-1 0 0 0,0 1 0 0 0,-1 0 0 0 0,0 1 0 0 0,0-1 0 0 0,-1 1 0 0 0,6 14 0 0 0,-4-8-105 0 0,-1 0 1 0 0,-1 0 0 0 0,-1 0 0 0 0,0 0 0 0 0,0 1-1 0 0,1 31 1 0 0,-6 99 88 0 0,-2-59 239 0 0,-6 457 1227 0 0,0-132-2029 0 0,12-84 357 0 0,61 457 0 0 0,18 212 3263 0 0,-75-807-2525 0 0,-1-93-857 0 0,-5 1 1 0 0,-18 164-1 0 0,9-223-2505 0 0,4-23-4026 0 0</inkml:trace>
</inkml:ink>
</file>

<file path=ppt/ink/ink1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22.163"/>
    </inkml:context>
    <inkml:brush xml:id="br0">
      <inkml:brushProperty name="width" value="0.1" units="cm"/>
      <inkml:brushProperty name="height" value="0.1" units="cm"/>
      <inkml:brushProperty name="color" value="#F6630D"/>
    </inkml:brush>
  </inkml:definitions>
  <inkml:trace contextRef="#ctx0" brushRef="#br0">17 61 456 0 0,'0'0'101'0'0,"-1"0"1"0"0,0 0-1 0 0,0 0 0 0 0,1 0 1 0 0,-1 0-1 0 0,0 0 0 0 0,1 1 0 0 0,-1-1 1 0 0,0 0-1 0 0,0 1 0 0 0,1-1 1 0 0,-1 0-1 0 0,1 1 0 0 0,-1-1 0 0 0,0 1 1 0 0,1-1-1 0 0,-1 1 0 0 0,1-1 1 0 0,-1 1-1 0 0,1-1 0 0 0,0 1 1 0 0,-1 0-1 0 0,1-1 0 0 0,-1 1 0 0 0,1-1 1 0 0,0 1-1 0 0,0 0 0 0 0,-1 0 1 0 0,1-1-1 0 0,0 1 0 0 0,0 0 0 0 0,0 0 1 0 0,1 1 191 0 0,1-1 0 0 0,-1 1-1 0 0,1-1 1 0 0,0 0 0 0 0,0 1 0 0 0,0-1 0 0 0,0 0 0 0 0,-1 0 0 0 0,2 0 0 0 0,-1-1 0 0 0,3 2 0 0 0,7 2 347 0 0,1-1 1 0 0,-1 0-1 0 0,1 0 1 0 0,0-1-1 0 0,0-1 1 0 0,20 0-1 0 0,83-10 775 0 0,-61 3-897 0 0,504-37 825 0 0,107 11-1264 0 0,-360 20-60 0 0,613 23 860 0 0,-682-3-754 0 0,-70 0-72 0 0,126 1 155 0 0,-204-10-470 0 0,113-16 1 0 0,-192 16-953 0 0,0-1 0 0 0,0 0 0 0 0,0 0 1 0 0,-1 0-1 0 0,1-2 0 0 0,16-6 0 0 0</inkml:trace>
</inkml:ink>
</file>

<file path=ppt/ink/ink1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22.597"/>
    </inkml:context>
    <inkml:brush xml:id="br0">
      <inkml:brushProperty name="width" value="0.1" units="cm"/>
      <inkml:brushProperty name="height" value="0.1" units="cm"/>
      <inkml:brushProperty name="color" value="#F6630D"/>
    </inkml:brush>
  </inkml:definitions>
  <inkml:trace contextRef="#ctx0" brushRef="#br0">107 0 10594 0 0,'-4'2'227'0'0,"0"0"0"0"0,0-1-1 0 0,0 2 1 0 0,0-1 0 0 0,0 0 0 0 0,1 1-1 0 0,-1 0 1 0 0,1-1 0 0 0,0 2 0 0 0,0-1-1 0 0,0 0 1 0 0,0 0 0 0 0,0 1-1 0 0,1 0 1 0 0,-3 4 0 0 0,-3 6 439 0 0,0 1 0 0 0,-8 24-1 0 0,12-29-533 0 0,0 1-1 0 0,1 0 1 0 0,1 0-1 0 0,0 1 1 0 0,0-1-1 0 0,1 0 1 0 0,1 1-1 0 0,0-1 1 0 0,2 19-1 0 0,-1-26-111 0 0,-1 0 0 0 0,1 0 0 0 0,0-1 0 0 0,0 1-1 0 0,0 0 1 0 0,1-1 0 0 0,-1 1 0 0 0,1-1 0 0 0,0 0-1 0 0,0 1 1 0 0,0-1 0 0 0,1 0 0 0 0,-1 0 0 0 0,1 0-1 0 0,-1-1 1 0 0,1 1 0 0 0,0 0 0 0 0,0-1 0 0 0,0 0-1 0 0,0 0 1 0 0,1 0 0 0 0,-1 0 0 0 0,0 0 0 0 0,1-1-1 0 0,0 1 1 0 0,-1-1 0 0 0,1 0 0 0 0,0 0 0 0 0,0-1 0 0 0,-1 1-1 0 0,1-1 1 0 0,4 1 0 0 0,0-2 39 0 0,0 0 1 0 0,-1 0-1 0 0,1 0 1 0 0,0-1-1 0 0,-1 0 1 0 0,1 0-1 0 0,-1-1 1 0 0,0 0-1 0 0,0-1 0 0 0,0 1 1 0 0,0-1-1 0 0,-1-1 1 0 0,1 1-1 0 0,7-8 1 0 0,0 0 222 0 0,-1-1 1 0 0,0 0-1 0 0,-1-1 1 0 0,21-30-1 0 0,-29 38-176 0 0,0-2 0 0 0,0 1-1 0 0,0 0 1 0 0,-1-1-1 0 0,0 1 1 0 0,-1-1 0 0 0,1 0-1 0 0,-1 0 1 0 0,-1 0 0 0 0,1-10-1 0 0,-2 16-88 0 0,0-1-1 0 0,0 0 1 0 0,0 1 0 0 0,-1-1-1 0 0,1 0 1 0 0,-1 1 0 0 0,0-1-1 0 0,0 0 1 0 0,0 1 0 0 0,0-1-1 0 0,0 1 1 0 0,0-1 0 0 0,-1 1-1 0 0,1 0 1 0 0,-1 0 0 0 0,1-1-1 0 0,-1 1 1 0 0,0 0 0 0 0,0 1-1 0 0,0-1 1 0 0,0 0 0 0 0,-1 0-1 0 0,1 1 1 0 0,0-1 0 0 0,-1 1-1 0 0,1 0 1 0 0,0 0 0 0 0,-1 0-1 0 0,0 0 1 0 0,1 0 0 0 0,-1 1-1 0 0,0-1 1 0 0,-3 0 0 0 0,-1 1-4 0 0,1-1 1 0 0,-1 1 0 0 0,0 0-1 0 0,0 1 1 0 0,1-1 0 0 0,-1 2-1 0 0,1-1 1 0 0,-1 1 0 0 0,1-1-1 0 0,-1 2 1 0 0,1-1 0 0 0,-8 5-1 0 0,12-6-24 0 0,-1 0-1 0 0,0 0 0 0 0,0 1 0 0 0,1 0 0 0 0,-1-1 1 0 0,0 1-1 0 0,1 0 0 0 0,0 0 0 0 0,-1 0 1 0 0,1 1-1 0 0,0-1 0 0 0,0 0 0 0 0,1 1 0 0 0,-1 0 1 0 0,0-1-1 0 0,1 1 0 0 0,-1 0 0 0 0,1 0 1 0 0,0 0-1 0 0,0-1 0 0 0,0 1 0 0 0,0 1 1 0 0,1-1-1 0 0,-1 0 0 0 0,1 0 0 0 0,0 0 0 0 0,0 6 1 0 0,1-7 19 0 0,-1 0-1 0 0,1-1 1 0 0,-1 1 0 0 0,1 0 0 0 0,0-1 0 0 0,0 1 0 0 0,0-1 0 0 0,0 1 0 0 0,0-1 0 0 0,0 1-1 0 0,0-1 1 0 0,0 0 0 0 0,1 1 0 0 0,-1-1 0 0 0,0 0 0 0 0,1 0 0 0 0,-1 0 0 0 0,4 1 0 0 0,-4-1-83 0 0,0-1 1 0 0,-1 0-1 0 0,1 1 1 0 0,0-1-1 0 0,0 0 1 0 0,0 0 0 0 0,0 1-1 0 0,-1-1 1 0 0,1 0-1 0 0,0 0 1 0 0,0 0-1 0 0,0 0 1 0 0,0 0 0 0 0,0 0-1 0 0,-1-1 1 0 0,1 1-1 0 0,0 0 1 0 0,0 0-1 0 0,0-1 1 0 0,0 1 0 0 0,-1 0-1 0 0,1-1 1 0 0,0 1-1 0 0,0-1 1 0 0,-1 1-1 0 0,1-1 1 0 0,0 1 0 0 0,-1-1-1 0 0,1 1 1 0 0,0-1-1 0 0,-1 0 1 0 0,1 1-1 0 0,-1-1 1 0 0,1 0 0 0 0,-1 0-1 0 0,1 1 1 0 0,-1-1-1 0 0,0 0 1 0 0,1-1-1 0 0</inkml:trace>
</inkml:ink>
</file>

<file path=ppt/ink/ink1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26.285"/>
    </inkml:context>
    <inkml:brush xml:id="br0">
      <inkml:brushProperty name="width" value="0.1" units="cm"/>
      <inkml:brushProperty name="height" value="0.1" units="cm"/>
      <inkml:brushProperty name="color" value="#F6630D"/>
    </inkml:brush>
  </inkml:definitions>
  <inkml:trace contextRef="#ctx0" brushRef="#br0">56 1 5985 0 0,'-5'4'232'0'0,"0"0"0"0"0,1 1 0 0 0,-1-1 0 0 0,1 1 1 0 0,0 0-1 0 0,1 0 0 0 0,-1 1 0 0 0,1-1 0 0 0,0 1 0 0 0,0 0 0 0 0,1 0 0 0 0,0 0 0 0 0,0 0 0 0 0,0 0 0 0 0,1 0 0 0 0,0 0 0 0 0,0 1 0 0 0,0-1 0 0 0,1 0 0 0 0,1 12 0 0 0,-1-14-128 0 0,2 1 0 0 0,-1-1 0 0 0,0 0 1 0 0,1 0-1 0 0,0 0 0 0 0,0-1 0 0 0,0 1 0 0 0,0 0 0 0 0,1-1 0 0 0,-1 1 0 0 0,1-1 0 0 0,0 0 0 0 0,0 0 0 0 0,0 0 0 0 0,1 0 0 0 0,-1 0 0 0 0,1-1 0 0 0,-1 0 0 0 0,1 0 0 0 0,0 0 0 0 0,0 0 0 0 0,0 0 1 0 0,0-1-1 0 0,0 1 0 0 0,0-1 0 0 0,0 0 0 0 0,0-1 0 0 0,1 1 0 0 0,-1-1 0 0 0,0 1 0 0 0,1-1 0 0 0,-1-1 0 0 0,0 1 0 0 0,1-1 0 0 0,-1 1 0 0 0,0-1 0 0 0,0 0 0 0 0,0-1 0 0 0,0 1 0 0 0,0-1 0 0 0,0 0 0 0 0,0 0 1 0 0,0 0-1 0 0,3-3 0 0 0,2-3 262 0 0,0 0 1 0 0,-1-1-1 0 0,0 0 1 0 0,0 0-1 0 0,12-21 1 0 0,-18 26-289 0 0,1-1 1 0 0,-1 1-1 0 0,0-1 1 0 0,0 1 0 0 0,0-1-1 0 0,-1 1 1 0 0,1-1 0 0 0,-1 0-1 0 0,0 0 1 0 0,-1 0-1 0 0,1 0 1 0 0,-1 0 0 0 0,0 0-1 0 0,0 1 1 0 0,-1-1 0 0 0,1 0-1 0 0,-3-7 1 0 0,3 12-71 0 0,0-1 0 0 0,0 0 1 0 0,-1 0-1 0 0,1 0 0 0 0,0 0 1 0 0,-1 1-1 0 0,1-1 0 0 0,-1 0 1 0 0,1 0-1 0 0,-1 1 0 0 0,1-1 1 0 0,-1 0-1 0 0,1 1 0 0 0,-1-1 0 0 0,0 0 1 0 0,0 1-1 0 0,1-1 0 0 0,-1 1 1 0 0,0-1-1 0 0,0 1 0 0 0,1 0 1 0 0,-1-1-1 0 0,0 1 0 0 0,0 0 1 0 0,0-1-1 0 0,0 1 0 0 0,-1 0 1 0 0,0 0-13 0 0,0 0 0 0 0,0 1-1 0 0,0-1 1 0 0,0 1 0 0 0,0-1 0 0 0,0 1 0 0 0,0 0 0 0 0,1 0 0 0 0,-1 0 0 0 0,0 0 0 0 0,-3 2 0 0 0,-3 4-72 0 0,0 0 0 0 0,0 0 0 0 0,-11 14 0 0 0,-26 40-671 0 0,42-57 692 0 0,1 1-1 0 0,-1 0 0 0 0,1 0 0 0 0,0 0 1 0 0,0 0-1 0 0,0 0 0 0 0,0 1 1 0 0,1-1-1 0 0,0 0 0 0 0,0 1 0 0 0,1 9 1 0 0,-1-15 72 0 0,1 1-1 0 0,0 0 1 0 0,0 0 0 0 0,0 0 0 0 0,0 0 0 0 0,1-1-1 0 0,-1 1 1 0 0,0 0 0 0 0,0 0 0 0 0,0 0 0 0 0,1-1-1 0 0,-1 1 1 0 0,0 0 0 0 0,1 0 0 0 0,-1-1 0 0 0,1 1 0 0 0,-1 0-1 0 0,1-1 1 0 0,-1 1 0 0 0,1 0 0 0 0,-1-1 0 0 0,1 1-1 0 0,0-1 1 0 0,-1 1 0 0 0,1-1 0 0 0,0 1 0 0 0,-1-1-1 0 0,1 1 1 0 0,0-1 0 0 0,0 0 0 0 0,0 1 0 0 0,-1-1-1 0 0,1 0 1 0 0,0 0 0 0 0,0 0 0 0 0,0 0 0 0 0,-1 0 0 0 0,1 0-1 0 0,0 0 1 0 0,0 0 0 0 0,0 0 0 0 0,0 0 0 0 0,-1 0-1 0 0,1 0 1 0 0,0 0 0 0 0,0-1 0 0 0,0 1 0 0 0,-1 0-1 0 0,1-1 1 0 0,0 1 0 0 0,0 0 0 0 0,-1-1 0 0 0,1 1 0 0 0,0-1-1 0 0,4-2 121 0 0,-1 1-1 0 0,0-1 0 0 0,0 0 1 0 0,0 0-1 0 0,0-1 0 0 0,0 1 1 0 0,5-7-1 0 0,-3-1-121 0 0,0 0 0 0 0,0-1 0 0 0,-1 0-1 0 0,-1 0 1 0 0,0 0 0 0 0,0 0 0 0 0,1-17 0 0 0,-1 15-660 0 0,-2 0-596 0 0</inkml:trace>
</inkml:ink>
</file>

<file path=ppt/ink/ink1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27.441"/>
    </inkml:context>
    <inkml:brush xml:id="br0">
      <inkml:brushProperty name="width" value="0.1" units="cm"/>
      <inkml:brushProperty name="height" value="0.1" units="cm"/>
      <inkml:brushProperty name="color" value="#F6630D"/>
    </inkml:brush>
  </inkml:definitions>
  <inkml:trace contextRef="#ctx0" brushRef="#br0">99 222 10594 0 0,'-13'-13'-152'0'0,"1"1"0"0"0,0-2 0 0 0,1 0 0 0 0,-17-28 0 0 0,6-2 4161 0 0,28 54-660 0 0,25 39-2852 0 0,-13-13-346 0 0,159 285-300 0 0,-146-272-234 0 0,3-1-1 0 0,2-2 1 0 0,2-1-1 0 0,53 49 1 0 0,-62-67 387 0 0,-16-13 210 0 0,0-2-1 0 0,1 0 1 0 0,0 0 0 0 0,20 10-1 0 0,-33-21-133 0 0,0 0 0 0 0,0-1-1 0 0,0 1 1 0 0,0-1 0 0 0,0 1-1 0 0,1-1 1 0 0,-1 0 0 0 0,0 1-1 0 0,0-1 1 0 0,0 0 0 0 0,1 0 0 0 0,-1 0-1 0 0,0 0 1 0 0,1 0 0 0 0,-1 0-1 0 0,0 0 1 0 0,0-1 0 0 0,1 1-1 0 0,-1 0 1 0 0,0-1 0 0 0,0 1-1 0 0,0 0 1 0 0,0-1 0 0 0,2 0-1 0 0,-1-1 31 0 0,0 0 0 0 0,0 0 0 0 0,0 0 0 0 0,-1 0 0 0 0,1 0 0 0 0,0 0 0 0 0,-1 0 0 0 0,0 0 0 0 0,1-1 0 0 0,-1 1 0 0 0,1-4 0 0 0,3-8 213 0 0,-1-1 0 0 0,-1 0 0 0 0,3-20 0 0 0,-4 25-200 0 0,31-243 1138 0 0,-15 102-1355 0 0,44-180 0 0 0,-60 324-399 0 0,4-14 422 0 0</inkml:trace>
</inkml:ink>
</file>

<file path=ppt/ink/ink1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27.837"/>
    </inkml:context>
    <inkml:brush xml:id="br0">
      <inkml:brushProperty name="width" value="0.1" units="cm"/>
      <inkml:brushProperty name="height" value="0.1" units="cm"/>
      <inkml:brushProperty name="color" value="#F6630D"/>
    </inkml:brush>
  </inkml:definitions>
  <inkml:trace contextRef="#ctx0" brushRef="#br0">35 253 6913 0 0,'-6'-3'-104'0'0,"-14"-6"3754"0"0,19 9-3561 0 0,1 0 1 0 0,-1 0-1 0 0,1 1 1 0 0,-1-1-1 0 0,1 0 1 0 0,-1 1-1 0 0,1-1 1 0 0,-1 1-1 0 0,1-1 1 0 0,-1 1-1 0 0,1-1 1 0 0,0 1-1 0 0,-1-1 1 0 0,1 1-1 0 0,0-1 1 0 0,0 1-1 0 0,-1-1 1 0 0,1 1 0 0 0,0-1-1 0 0,0 1 1 0 0,0 0-1 0 0,-1-1 1 0 0,1 1-1 0 0,0-1 1 0 0,0 1-1 0 0,0 0 1 0 0,0-1-1 0 0,0 1 1 0 0,0-1-1 0 0,1 1 1 0 0,-1 0-1 0 0,0-1 1 0 0,0 1-1 0 0,0-1 1 0 0,0 1-1 0 0,1 0 1 0 0,0 9-72 0 0,1-1 0 0 0,0 1 0 0 0,0-1 0 0 0,1 0 0 0 0,0 0 0 0 0,1 0 1 0 0,0 0-1 0 0,0 0 0 0 0,1-1 0 0 0,0 0 0 0 0,0 0 0 0 0,1 0 0 0 0,12 12 0 0 0,-14-16-31 0 0,0-1 0 0 0,0 1 0 0 0,0-1 0 0 0,0 0 0 0 0,1-1 0 0 0,-1 1 0 0 0,1-1 0 0 0,0 0-1 0 0,0 0 1 0 0,-1 0 0 0 0,1 0 0 0 0,1-1 0 0 0,-1 0 0 0 0,0 0 0 0 0,0-1 0 0 0,0 1 0 0 0,1-1 0 0 0,-1 0 0 0 0,0 0 0 0 0,0-1-1 0 0,0 0 1 0 0,1 0 0 0 0,-1 0 0 0 0,0 0 0 0 0,0-1 0 0 0,7-3 0 0 0,-2 0 58 0 0,0 0 0 0 0,0 0 0 0 0,-1-1 0 0 0,0-1 0 0 0,0 0 0 0 0,0 0 0 0 0,-1 0 0 0 0,0-1 0 0 0,0 0 0 0 0,-1-1 0 0 0,0 0 0 0 0,-1 0 0 0 0,0 0 0 0 0,0-1 0 0 0,-1 0 0 0 0,0 0 0 0 0,-1 0 0 0 0,0-1 0 0 0,2-10 0 0 0,-4 12 105 0 0,0-1-1 0 0,-1 1 0 0 0,0 0 0 0 0,-1-1 0 0 0,0 1 1 0 0,0-1-1 0 0,-1 1 0 0 0,0 0 0 0 0,-1-1 0 0 0,0 1 0 0 0,0 0 1 0 0,-1 0-1 0 0,0 0 0 0 0,-1 1 0 0 0,0-1 0 0 0,0 1 0 0 0,-1 0 1 0 0,0 0-1 0 0,0 0 0 0 0,-1 0 0 0 0,0 1 0 0 0,-12-11 1 0 0,13 14-61 0 0,1 0 1 0 0,-1 0-1 0 0,1 1 1 0 0,-1 0 0 0 0,0 0-1 0 0,0 0 1 0 0,-1 0 0 0 0,-6-2-1 0 0,-16 3-1071 0 0,25 3 538 0 0,1-1 0 0 0,0 1 1 0 0,-1 0-1 0 0,1 0 0 0 0,0 0 1 0 0,0 0-1 0 0,0 0 1 0 0,-1 0-1 0 0,1 0 0 0 0,-2 3 1 0 0,-9 9-5126 0 0</inkml:trace>
</inkml:ink>
</file>

<file path=ppt/ink/ink1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28.236"/>
    </inkml:context>
    <inkml:brush xml:id="br0">
      <inkml:brushProperty name="width" value="0.1" units="cm"/>
      <inkml:brushProperty name="height" value="0.1" units="cm"/>
      <inkml:brushProperty name="color" value="#F6630D"/>
    </inkml:brush>
  </inkml:definitions>
  <inkml:trace contextRef="#ctx0" brushRef="#br0">44 1 9218 0 0,'-4'5'408'0'0,"0"0"1"0"0,0 1-1 0 0,1-1 1 0 0,0 1-1 0 0,0 0 1 0 0,0 0-1 0 0,1 0 1 0 0,-1 0-1 0 0,2 0 1 0 0,-2 7-1 0 0,-1 5 549 0 0,1 1 0 0 0,0 24 0 0 0,3-30-654 0 0,0-1-1 0 0,1 1 1 0 0,1-1 0 0 0,0 1-1 0 0,1-1 1 0 0,0 0 0 0 0,9 20-1 0 0,-10-27-313 0 0,0 0 0 0 0,1 0 0 0 0,0-1 0 0 0,0 1-1 0 0,0 0 1 0 0,1-1 0 0 0,-1 0 0 0 0,9 7 0 0 0,-10-9-66 0 0,1 0 0 0 0,0-1 1 0 0,-1 1-1 0 0,1 0 1 0 0,0-1-1 0 0,0 0 0 0 0,0 0 1 0 0,0 0-1 0 0,0 0 0 0 0,0 0 1 0 0,0-1-1 0 0,1 1 0 0 0,-1-1 1 0 0,0 0-1 0 0,0 0 0 0 0,4 0 1 0 0,-2-1-113 0 0,0-1 1 0 0,-1 1 0 0 0,1-1-1 0 0,-1 0 1 0 0,0 0 0 0 0,1 0-1 0 0,-1 0 1 0 0,0-1 0 0 0,0 0-1 0 0,-1 0 1 0 0,1 0 0 0 0,-1 0-1 0 0,1-1 1 0 0,-1 1 0 0 0,0-1 0 0 0,0 0-1 0 0,-1 0 1 0 0,4-6 0 0 0,3-6 123 0 0,0-1 0 0 0,-1 1 0 0 0,7-26 0 0 0,-6 14 712 0 0,-5 13-17 0 0,1 1-1 0 0,0 0 1 0 0,11-21 0 0 0,-16 35-565 0 0,0-1 1 0 0,0 1 0 0 0,1 0-1 0 0,-1-1 1 0 0,0 1 0 0 0,0-1-1 0 0,1 1 1 0 0,-1 0-1 0 0,0-1 1 0 0,0 1 0 0 0,1 0-1 0 0,-1-1 1 0 0,0 1 0 0 0,1 0-1 0 0,-1-1 1 0 0,1 1 0 0 0,-1 0-1 0 0,0 0 1 0 0,1 0 0 0 0,-1-1-1 0 0,1 1 1 0 0,-1 0 0 0 0,1 0-1 0 0,-1 0 1 0 0,0 0 0 0 0,1 0-1 0 0,-1 0 1 0 0,1 0 0 0 0,-1 0-1 0 0,1 0 1 0 0,-1 0-1 0 0,1 0 1 0 0,0 0 0 0 0,12 14 1045 0 0,4 27-351 0 0,-16-39-681 0 0,2 7-3 0 0,11 34-316 0 0,2-1 0 0 0,31 58 0 0 0,-32-75-766 0 0</inkml:trace>
</inkml:ink>
</file>

<file path=ppt/ink/ink1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28.493"/>
    </inkml:context>
    <inkml:brush xml:id="br0">
      <inkml:brushProperty name="width" value="0.1" units="cm"/>
      <inkml:brushProperty name="height" value="0.1" units="cm"/>
      <inkml:brushProperty name="color" value="#F6630D"/>
    </inkml:brush>
  </inkml:definitions>
  <inkml:trace contextRef="#ctx0" brushRef="#br0">59 19 9674 0 0,'0'-1'216'0'0,"-1"0"0"0"0,1 0-1 0 0,0 0 1 0 0,-1 0 0 0 0,1 0 0 0 0,-1 0 0 0 0,1 0-1 0 0,-1 1 1 0 0,1-1 0 0 0,-1 0 0 0 0,0 0 0 0 0,0 0-1 0 0,1 1 1 0 0,-1-1 0 0 0,0 0 0 0 0,0 1 0 0 0,0-1-1 0 0,1 0 1 0 0,-1 1 0 0 0,0 0 0 0 0,0-1 0 0 0,0 1-1 0 0,0-1 1 0 0,0 1 0 0 0,0 0 0 0 0,0 0 0 0 0,0-1-1 0 0,0 1 1 0 0,0 0 0 0 0,0 0 0 0 0,-1 0 0 0 0,1 0-1 0 0,0 0 1 0 0,0 1 0 0 0,0-1 0 0 0,0 0 0 0 0,0 0-1 0 0,0 1 1 0 0,-1 0 0 0 0,0-1-56 0 0,1 2 0 0 0,-1-1 1 0 0,0 0-1 0 0,1 0 0 0 0,-1 0 0 0 0,1 1 1 0 0,-1-1-1 0 0,1 1 0 0 0,0-1 0 0 0,0 1 1 0 0,0 0-1 0 0,0-1 0 0 0,0 1 0 0 0,0 0 1 0 0,0 0-1 0 0,0-1 0 0 0,1 1 0 0 0,-1 0 1 0 0,1 0-1 0 0,-1 0 0 0 0,1 3 0 0 0,0 28 93 0 0,1 0 0 0 0,2 0 0 0 0,14 64-1 0 0,-5-32-105 0 0,4 27-961 0 0,4 0 0 0 0,4-2-1 0 0,39 95 1 0 0,-48-147-274 0 0</inkml:trace>
</inkml:ink>
</file>

<file path=ppt/ink/ink1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28.663"/>
    </inkml:context>
    <inkml:brush xml:id="br0">
      <inkml:brushProperty name="width" value="0.1" units="cm"/>
      <inkml:brushProperty name="height" value="0.1" units="cm"/>
      <inkml:brushProperty name="color" value="#F6630D"/>
    </inkml:brush>
  </inkml:definitions>
  <inkml:trace contextRef="#ctx0" brushRef="#br0">0 103 6449 0 0,'18'-10'6240'0'0,"12"-6"-5170"0"0,11 0-1000 0 0,1 1-1 0 0,0 3 1 0 0,1 1-1 0 0,61-7 1 0 0,-63 13-70 0 0</inkml:trace>
</inkml:ink>
</file>

<file path=ppt/ink/ink1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32.516"/>
    </inkml:context>
    <inkml:brush xml:id="br0">
      <inkml:brushProperty name="width" value="0.1" units="cm"/>
      <inkml:brushProperty name="height" value="0.1" units="cm"/>
      <inkml:brushProperty name="color" value="#F6630D"/>
    </inkml:brush>
  </inkml:definitions>
  <inkml:trace contextRef="#ctx0" brushRef="#br0">1 734 10594 0 0,'240'-71'272'0'0,"451"-73"0"0"0,273 29-200 0 0,624 14 390 0 0,4 71 421 0 0,-57 2-339 0 0,-1000 13-369 0 0,675-29 2078 0 0,-296-33 398 0 0,-261 17-1241 0 0,-197 17-3912 0 0,-393 37-3702 0 0</inkml:trace>
</inkml:ink>
</file>

<file path=ppt/ink/ink1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34.622"/>
    </inkml:context>
    <inkml:brush xml:id="br0">
      <inkml:brushProperty name="width" value="0.1" units="cm"/>
      <inkml:brushProperty name="height" value="0.1" units="cm"/>
      <inkml:brushProperty name="color" value="#F6630D"/>
    </inkml:brush>
  </inkml:definitions>
  <inkml:trace contextRef="#ctx0" brushRef="#br0">1 1 14283 0 0,'1'0'85'0'0,"-1"0"0"0"0,1 0 0 0 0,0-1-1 0 0,0 1 1 0 0,0 0 0 0 0,-1 0 0 0 0,1 0 0 0 0,0 0 0 0 0,0 0-1 0 0,0 0 1 0 0,-1 0 0 0 0,1 0 0 0 0,0 1 0 0 0,0-1 0 0 0,0 0-1 0 0,-1 0 1 0 0,1 1 0 0 0,0-1 0 0 0,-1 0 0 0 0,1 1 0 0 0,0-1-1 0 0,0 0 1 0 0,-1 1 0 0 0,1-1 0 0 0,-1 1 0 0 0,2 0 0 0 0,24 15 970 0 0,-14-6-770 0 0,-1 1 1 0 0,0 0-1 0 0,0 0 0 0 0,-1 1 1 0 0,-1 1-1 0 0,0-1 0 0 0,-1 1 1 0 0,0 1-1 0 0,11 25 0 0 0,2 15 233 0 0,18 69 1 0 0,-37-115-460 0 0,29 119 49 0 0,6 19-995 0 0,-27-115-961 0 0,15 31 1 0 0,-10-32-4511 0 0</inkml:trace>
</inkml:ink>
</file>

<file path=ppt/ink/ink1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34.988"/>
    </inkml:context>
    <inkml:brush xml:id="br0">
      <inkml:brushProperty name="width" value="0.1" units="cm"/>
      <inkml:brushProperty name="height" value="0.1" units="cm"/>
      <inkml:brushProperty name="color" value="#F6630D"/>
    </inkml:brush>
  </inkml:definitions>
  <inkml:trace contextRef="#ctx0" brushRef="#br0">0 25 10138 0 0,'1'-2'117'0'0,"0"1"-1"0"0,0-1 1 0 0,0 0 0 0 0,1 1-1 0 0,-1-1 1 0 0,0 1 0 0 0,0 0-1 0 0,1-1 1 0 0,-1 1 0 0 0,1 0-1 0 0,-1 0 1 0 0,1 0-1 0 0,0 0 1 0 0,-1 0 0 0 0,1 0-1 0 0,0 0 1 0 0,0 0 0 0 0,0 1-1 0 0,0-1 1 0 0,-1 1 0 0 0,1 0-1 0 0,0-1 1 0 0,0 1 0 0 0,0 0-1 0 0,0 0 1 0 0,0 0-1 0 0,0 0 1 0 0,0 1 0 0 0,3 0-1 0 0,5-1 502 0 0,0 2-1 0 0,0-1 0 0 0,0 2 0 0 0,14 4 1 0 0,-17-4-534 0 0,0 1 0 0 0,0 0 0 0 0,0 0 0 0 0,-1 0 0 0 0,1 1 0 0 0,-1 0 0 0 0,-1 1 1 0 0,1-1-1 0 0,-1 1 0 0 0,0 0 0 0 0,0 0 0 0 0,0 1 0 0 0,-1-1 0 0 0,0 1 0 0 0,0 0 0 0 0,-1 0 1 0 0,0 1-1 0 0,0-1 0 0 0,-1 1 0 0 0,3 14 0 0 0,-1-1-149 0 0,0 1 0 0 0,-2 0 0 0 0,-1-1 1 0 0,0 1-1 0 0,-2 0 0 0 0,-4 30 0 0 0,-12 19 270 0 0,12-51 44 0 0,0-1 0 0 0,-3 28 0 0 0,8-46-213 0 0,0 0 1 0 0,1 0-1 0 0,-1 0 1 0 0,0 1-1 0 0,0-1 0 0 0,1 0 1 0 0,-1 0-1 0 0,1 0 1 0 0,-1 0-1 0 0,1 0 0 0 0,-1 0 1 0 0,1 0-1 0 0,0 0 1 0 0,0 0-1 0 0,-1 0 0 0 0,1 0 1 0 0,0 0-1 0 0,0 0 0 0 0,0-1 1 0 0,0 1-1 0 0,0 0 1 0 0,0-1-1 0 0,0 1 0 0 0,0-1 1 0 0,0 1-1 0 0,0-1 1 0 0,0 1-1 0 0,1-1 0 0 0,-1 0 1 0 0,0 1-1 0 0,0-1 1 0 0,0 0-1 0 0,1 0 0 0 0,-1 0 1 0 0,0 0-1 0 0,0 0 0 0 0,2 0 1 0 0,53-5 1041 0 0,-51 5-1012 0 0,159-38-201 0 0,-74 16-3177 0 0,-57 15-3314 0 0</inkml:trace>
</inkml:ink>
</file>

<file path=ppt/ink/ink1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35.272"/>
    </inkml:context>
    <inkml:brush xml:id="br0">
      <inkml:brushProperty name="width" value="0.1" units="cm"/>
      <inkml:brushProperty name="height" value="0.1" units="cm"/>
      <inkml:brushProperty name="color" value="#F6630D"/>
    </inkml:brush>
  </inkml:definitions>
  <inkml:trace contextRef="#ctx0" brushRef="#br0">236 23 10594 0 0,'-6'-3'167'0'0,"0"-1"-1"0"0,0 2 1 0 0,-1-1-1 0 0,0 1 1 0 0,1 0-1 0 0,-1 0 1 0 0,0 1-1 0 0,0-1 1 0 0,0 2-1 0 0,0-1 1 0 0,0 1-1 0 0,0 0 1 0 0,-12 2-1 0 0,14-2 55 0 0,-1 1 0 0 0,1 0 0 0 0,-1 0 0 0 0,1 1-1 0 0,-1-1 1 0 0,1 1 0 0 0,0 1 0 0 0,0-1 0 0 0,0 1-1 0 0,0-1 1 0 0,1 1 0 0 0,-1 1 0 0 0,1-1-1 0 0,-1 1 1 0 0,1 0 0 0 0,0 0 0 0 0,-5 7 0 0 0,3-1-85 0 0,1 0 1 0 0,0 1-1 0 0,1 0 0 0 0,0 0 1 0 0,1 1-1 0 0,0-1 1 0 0,1 1-1 0 0,0-1 1 0 0,1 1-1 0 0,0 0 1 0 0,1 0-1 0 0,0-1 1 0 0,1 1-1 0 0,0 0 1 0 0,1-1-1 0 0,6 23 1 0 0,-2-14-278 0 0,1 1 1 0 0,0-1 0 0 0,2 0 0 0 0,0-1 0 0 0,2 0 0 0 0,0-1 0 0 0,1 0 0 0 0,20 24 0 0 0,14 5-1713 0 0,-12-17-2532 0 0,-4-6-679 0 0</inkml:trace>
</inkml:ink>
</file>

<file path=ppt/ink/ink1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35.478"/>
    </inkml:context>
    <inkml:brush xml:id="br0">
      <inkml:brushProperty name="width" value="0.1" units="cm"/>
      <inkml:brushProperty name="height" value="0.1" units="cm"/>
      <inkml:brushProperty name="color" value="#F6630D"/>
    </inkml:brush>
  </inkml:definitions>
  <inkml:trace contextRef="#ctx0" brushRef="#br0">3 179 13363 0 0,'0'0'43'0'0,"0"0"1"0"0,0 0-1 0 0,0 0 1 0 0,-1-1-1 0 0,1 1 1 0 0,0 0-1 0 0,0 0 1 0 0,0 0 0 0 0,0 0-1 0 0,0-1 1 0 0,-1 1-1 0 0,1 0 1 0 0,0 0-1 0 0,0 0 1 0 0,0-1-1 0 0,0 1 1 0 0,0 0-1 0 0,0 0 1 0 0,0 0-1 0 0,0-1 1 0 0,0 1-1 0 0,0 0 1 0 0,0 0-1 0 0,0-1 1 0 0,0 1-1 0 0,0 0 1 0 0,0 0-1 0 0,0-1 1 0 0,0 1-1 0 0,0 0 1 0 0,0 0-1 0 0,0 0 1 0 0,0-1 0 0 0,0 1-1 0 0,0 0 1 0 0,0 0-1 0 0,1 0 1 0 0,-1-1-1 0 0,0 1 1 0 0,0 0-1 0 0,0 0 1 0 0,0 0-1 0 0,0-1 1 0 0,1 1-1 0 0,-1 0 1 0 0,0 0-1 0 0,1 0 1 0 0,17-10 1339 0 0,33-5 263 0 0,-41 12-1216 0 0,113-36 686 0 0,-69 18-2812 0 0,70-37 1 0 0,-82 34 1334 0 0</inkml:trace>
</inkml:ink>
</file>

<file path=ppt/ink/ink1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36.859"/>
    </inkml:context>
    <inkml:brush xml:id="br0">
      <inkml:brushProperty name="width" value="0.1" units="cm"/>
      <inkml:brushProperty name="height" value="0.1" units="cm"/>
      <inkml:brushProperty name="color" value="#F6630D"/>
    </inkml:brush>
  </inkml:definitions>
  <inkml:trace contextRef="#ctx0" brushRef="#br0">92 59 5065 0 0,'-62'11'3735'0'0,"32"-10"4246"0"0,127-28-6466 0 0,-2-6-3988 0 0,-69 22-3276 0 0</inkml:trace>
</inkml:ink>
</file>

<file path=ppt/ink/ink1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37.050"/>
    </inkml:context>
    <inkml:brush xml:id="br0">
      <inkml:brushProperty name="width" value="0.1" units="cm"/>
      <inkml:brushProperty name="height" value="0.1" units="cm"/>
      <inkml:brushProperty name="color" value="#F6630D"/>
    </inkml:brush>
  </inkml:definitions>
  <inkml:trace contextRef="#ctx0" brushRef="#br0">5 61 13363 0 0,'0'1'87'0'0,"-1"-1"0"0"0,1 1 0 0 0,-1 0-1 0 0,1 0 1 0 0,-1-1 0 0 0,1 1 0 0 0,0 0 0 0 0,-1 0 0 0 0,1-1 0 0 0,0 1 0 0 0,0 0-1 0 0,0 0 1 0 0,0 0 0 0 0,0 0 0 0 0,-1-1 0 0 0,1 1 0 0 0,1 0 0 0 0,-1 0 0 0 0,0 0 0 0 0,0 0-1 0 0,0-1 1 0 0,0 1 0 0 0,1 0 0 0 0,-1 0 0 0 0,0-1 0 0 0,1 1 0 0 0,-1 0 0 0 0,0 0-1 0 0,1-1 1 0 0,-1 1 0 0 0,1 0 0 0 0,-1-1 0 0 0,1 1 0 0 0,0 0 0 0 0,-1-1 0 0 0,2 1 0 0 0,0 0 119 0 0,1 0 1 0 0,-1 0 0 0 0,1 0 0 0 0,-1-1 0 0 0,1 1 0 0 0,-1-1 0 0 0,1 1 0 0 0,0-1-1 0 0,-1 0 1 0 0,1 0 0 0 0,4-1 0 0 0,4-1-152 0 0,1 0 0 0 0,-1-1 0 0 0,0-1-1 0 0,0 0 1 0 0,16-8 0 0 0,50-31-7645 0 0,-45 20 3329 0 0</inkml:trace>
</inkml:ink>
</file>

<file path=ppt/ink/ink1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45.623"/>
    </inkml:context>
    <inkml:brush xml:id="br0">
      <inkml:brushProperty name="width" value="0.1" units="cm"/>
      <inkml:brushProperty name="height" value="0.1" units="cm"/>
      <inkml:brushProperty name="color" value="#F6630D"/>
    </inkml:brush>
  </inkml:definitions>
  <inkml:trace contextRef="#ctx0" brushRef="#br0">287 85 9154 0 0,'-6'-20'296'0'0,"5"16"283"0"0,0-1-1 0 0,0 0 0 0 0,0 1 1 0 0,-1-1-1 0 0,0 1 0 0 0,0-1 1 0 0,0 1-1 0 0,0 0 1 0 0,-1 0-1 0 0,1 0 0 0 0,-1 0 1 0 0,-7-7-1 0 0,9 11-463 0 0,0-1 1 0 0,-1 1-1 0 0,1 0 0 0 0,0 0 1 0 0,0 0-1 0 0,-1 0 0 0 0,1 0 1 0 0,0 0-1 0 0,-1 0 1 0 0,1 1-1 0 0,0-1 0 0 0,0 0 1 0 0,0 1-1 0 0,-1-1 0 0 0,1 1 1 0 0,0-1-1 0 0,0 1 0 0 0,0-1 1 0 0,0 1-1 0 0,0 0 0 0 0,0 0 1 0 0,0-1-1 0 0,0 1 0 0 0,0 0 1 0 0,0 0-1 0 0,0 1 1 0 0,-25 30 397 0 0,21-26-306 0 0,-18 28-151 0 0,0 0 0 0 0,3 1 0 0 0,0 1 0 0 0,3 0 1 0 0,1 2-1 0 0,2 0 0 0 0,1 1 0 0 0,2 0 0 0 0,2 0 0 0 0,1 1 0 0 0,2 1 0 0 0,0 79 0 0 0,6-108-159 0 0,1 0 1 0 0,0 0 0 0 0,1 0-1 0 0,1 0 1 0 0,0 0 0 0 0,0 0-1 0 0,1-1 1 0 0,1 1 0 0 0,0-1-1 0 0,0 0 1 0 0,1-1-1 0 0,12 17 1 0 0,-12-20-53 0 0,0 0 0 0 0,0-1 1 0 0,1 0-1 0 0,1 0 0 0 0,-1 0 0 0 0,1-1 0 0 0,-1 0 0 0 0,1 0 0 0 0,1-1 0 0 0,-1 0 1 0 0,1 0-1 0 0,0-1 0 0 0,-1 0 0 0 0,1-1 0 0 0,1 0 0 0 0,-1 0 0 0 0,9 0 0 0 0,-7-2 51 0 0,-1 0 0 0 0,0 0-1 0 0,0-1 1 0 0,0-1-1 0 0,0 0 1 0 0,0 0 0 0 0,0-1-1 0 0,0 0 1 0 0,-1 0 0 0 0,1-1-1 0 0,-1-1 1 0 0,0 1-1 0 0,0-1 1 0 0,0-1 0 0 0,-1 0-1 0 0,0 0 1 0 0,0-1-1 0 0,7-8 1 0 0,-9 10 86 0 0,-1-1 0 0 0,0 0-1 0 0,0 0 1 0 0,0-1 0 0 0,-1 0-1 0 0,0 0 1 0 0,-1 0 0 0 0,1 0 0 0 0,-1 0-1 0 0,-1-1 1 0 0,1 1 0 0 0,-1-1 0 0 0,0 0-1 0 0,-1 1 1 0 0,0-1 0 0 0,0 0-1 0 0,-1 0 1 0 0,0 0 0 0 0,0 0 0 0 0,-1 0-1 0 0,0 0 1 0 0,0 0 0 0 0,-5-12 0 0 0,2 9 198 0 0,-1 1 0 0 0,-1-1 0 0 0,0 1 0 0 0,0 1 1 0 0,-1-1-1 0 0,0 1 0 0 0,-15-14 0 0 0,-10-15 1342 0 0,32 37-1491 0 0,-1-1-1 0 0,0 0 1 0 0,1 1 0 0 0,-1-1-1 0 0,1 0 1 0 0,0 1 0 0 0,-1-1-1 0 0,1 0 1 0 0,0 1 0 0 0,0-1-1 0 0,0 0 1 0 0,0 0 0 0 0,0 1 0 0 0,1-1-1 0 0,-1 0 1 0 0,0 1 0 0 0,1-1-1 0 0,0 0 1 0 0,-1 1 0 0 0,1-1-1 0 0,0 1 1 0 0,0-1 0 0 0,-1 1-1 0 0,1-1 1 0 0,0 1 0 0 0,1 0-1 0 0,-1-1 1 0 0,0 1 0 0 0,0 0 0 0 0,3-2-1 0 0,5-6-94 0 0,1-1 1 0 0,18-11-1 0 0,-25 18 83 0 0,3-1 19 0 0,1-1 1 0 0,-1 1-1 0 0,1 1 1 0 0,0-1 0 0 0,-1 1-1 0 0,2 0 1 0 0,-1 1-1 0 0,0-1 1 0 0,1 2-1 0 0,-1-1 1 0 0,1 1 0 0 0,-1 0-1 0 0,1 0 1 0 0,-1 1-1 0 0,1 0 1 0 0,0 0-1 0 0,-1 1 1 0 0,1 0 0 0 0,9 3-1 0 0,-9-1 29 0 0,0 0 0 0 0,0 0 0 0 0,0 1 0 0 0,-1 0 0 0 0,0 0 0 0 0,1 1 0 0 0,-1 0 0 0 0,-1 0 0 0 0,1 1 0 0 0,-1 0 0 0 0,0 0 0 0 0,0 0 0 0 0,-1 1 0 0 0,1 0 0 0 0,-2 0-1 0 0,9 15 1 0 0,-6-7-6 0 0,0 1-1 0 0,-1 0 1 0 0,-1 1-1 0 0,-1-1 0 0 0,0 1 1 0 0,-1 0-1 0 0,1 22 0 0 0,-3 13-732 0 0,-5 55 0 0 0,1-32-4449 0 0,2-52-1187 0 0</inkml:trace>
</inkml:ink>
</file>

<file path=ppt/ink/ink1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45.862"/>
    </inkml:context>
    <inkml:brush xml:id="br0">
      <inkml:brushProperty name="width" value="0.1" units="cm"/>
      <inkml:brushProperty name="height" value="0.1" units="cm"/>
      <inkml:brushProperty name="color" value="#F6630D"/>
    </inkml:brush>
  </inkml:definitions>
  <inkml:trace contextRef="#ctx0" brushRef="#br0">35 5 10594 0 0,'-1'-1'192'0'0,"1"1"0"0"0,-1 0 0 0 0,1-1 0 0 0,-1 1 0 0 0,1 0 0 0 0,-1-1 0 0 0,0 1 0 0 0,1 0-1 0 0,-1 0 1 0 0,1-1 0 0 0,-1 1 0 0 0,0 0 0 0 0,1 0 0 0 0,-1 0 0 0 0,1 0 0 0 0,-1 0 0 0 0,0 0 0 0 0,1 0 0 0 0,-1 0-1 0 0,1 0 1 0 0,-1 0 0 0 0,0 0 0 0 0,1 0 0 0 0,-1 1 0 0 0,1-1 0 0 0,-1 0 0 0 0,-1 1 0 0 0,-7 16 2775 0 0,4 34-1219 0 0,5-40-1608 0 0,-3 60-234 0 0,4 1 0 0 0,2-1 0 0 0,14 75 0 0 0,-11-117-944 0 0,2-2-247 0 0</inkml:trace>
</inkml:ink>
</file>

<file path=ppt/ink/ink1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46.163"/>
    </inkml:context>
    <inkml:brush xml:id="br0">
      <inkml:brushProperty name="width" value="0.1" units="cm"/>
      <inkml:brushProperty name="height" value="0.1" units="cm"/>
      <inkml:brushProperty name="color" value="#F6630D"/>
    </inkml:brush>
  </inkml:definitions>
  <inkml:trace contextRef="#ctx0" brushRef="#br0">14 419 7370 0 0,'-14'-69'12736'0'0,"14"69"-12706"0"0,7 7 651 0 0,6 10-268 0 0,-6-6-394 0 0,8 14-18 0 0,1-1 0 0 0,1-1-1 0 0,1 0 1 0 0,29 27 0 0 0,-42-44-7 0 0,1-1 0 0 0,1-1-1 0 0,-1 1 1 0 0,1-1 0 0 0,0-1-1 0 0,0 1 1 0 0,0-1 0 0 0,0 0-1 0 0,10 2 1 0 0,-12-4 4 0 0,1 0-1 0 0,-1 0 1 0 0,1-1 0 0 0,-1 0 0 0 0,1 0 0 0 0,0 0-1 0 0,-1-1 1 0 0,1 0 0 0 0,-1 0 0 0 0,1 0-1 0 0,-1-1 1 0 0,1 0 0 0 0,-1 0 0 0 0,6-3 0 0 0,-6 2 16 0 0,0 1 1 0 0,0-1 0 0 0,0 0 0 0 0,-1-1 0 0 0,1 1 0 0 0,-1-1 0 0 0,0 0 0 0 0,0 0 0 0 0,-1 0 0 0 0,1-1 0 0 0,-1 1 0 0 0,0-1 0 0 0,4-8 0 0 0,-4 5 37 0 0,0 0 0 0 0,0 0 0 0 0,-1 0-1 0 0,0-1 1 0 0,-1 1 0 0 0,1 0 0 0 0,-2-1 0 0 0,1-9-1 0 0,-4-12 94 0 0,0 1 0 0 0,-2 0-1 0 0,-1-1 1 0 0,-9-27-1 0 0,14 54-142 0 0,-13-47-140 0 0,-5-52 0 0 0,12 36-6653 0 0,6 48 119 0 0</inkml:trace>
</inkml:ink>
</file>

<file path=ppt/ink/ink1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46.370"/>
    </inkml:context>
    <inkml:brush xml:id="br0">
      <inkml:brushProperty name="width" value="0.1" units="cm"/>
      <inkml:brushProperty name="height" value="0.1" units="cm"/>
      <inkml:brushProperty name="color" value="#F6630D"/>
    </inkml:brush>
  </inkml:definitions>
  <inkml:trace contextRef="#ctx0" brushRef="#br0">1 0 1840 0 0,'3'2'1037'0'0,"0"1"0"0"0,1-1-1 0 0,-1 0 1 0 0,0 1-1 0 0,0 0 1 0 0,0-1-1 0 0,3 6 1 0 0,18 28 2846 0 0,9 43-1070 0 0,-31-75-2548 0 0,20 52 626 0 0,32 58-1 0 0,9-7-3726 0 0,-50-88-3009 0 0</inkml:trace>
</inkml:ink>
</file>

<file path=ppt/ink/ink1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46.670"/>
    </inkml:context>
    <inkml:brush xml:id="br0">
      <inkml:brushProperty name="width" value="0.1" units="cm"/>
      <inkml:brushProperty name="height" value="0.1" units="cm"/>
      <inkml:brushProperty name="color" value="#F6630D"/>
    </inkml:brush>
  </inkml:definitions>
  <inkml:trace contextRef="#ctx0" brushRef="#br0">27 92 6913 0 0,'-3'-3'411'0'0,"1"0"0"0"0,-1 1-1 0 0,1-1 1 0 0,0 0 0 0 0,0 0-1 0 0,0 0 1 0 0,1 0 0 0 0,-1 0-1 0 0,1-1 1 0 0,-1 1 0 0 0,1 0-1 0 0,0-1 1 0 0,0 1 0 0 0,1-1-1 0 0,-1 1 1 0 0,1-5 0 0 0,0 6-241 0 0,0 1 1 0 0,0-1-1 0 0,0 1 1 0 0,1 0 0 0 0,-1-1-1 0 0,0 1 1 0 0,1 0-1 0 0,0-1 1 0 0,-1 1-1 0 0,1 0 1 0 0,-1 0-1 0 0,1 0 1 0 0,0-1 0 0 0,0 1-1 0 0,0 0 1 0 0,0 0-1 0 0,0 0 1 0 0,0 0-1 0 0,0 0 1 0 0,0 1-1 0 0,2-3 1 0 0,-1 2-250 0 0,1 0 1 0 0,-1 0 0 0 0,1 1-1 0 0,-1-1 1 0 0,1 0-1 0 0,-1 1 1 0 0,1-1-1 0 0,-1 1 1 0 0,5 0-1 0 0,6 1 151 0 0,-1 0 1 0 0,0 2-1 0 0,0-1 0 0 0,0 1 0 0 0,0 1 0 0 0,0 0 1 0 0,-1 0-1 0 0,0 2 0 0 0,0-1 0 0 0,0 1 1 0 0,19 15-1 0 0,-5-2-283 0 0,0 2 1 0 0,-2 0 0 0 0,31 37 0 0 0,-46-49 180 0 0,-1 0 0 0 0,0 1 1 0 0,0 0-1 0 0,-1 0 0 0 0,-1 1 1 0 0,1-1-1 0 0,-2 1 0 0 0,1 0 1 0 0,-2 0-1 0 0,4 18 0 0 0,-5-20 29 0 0,-2 0 0 0 0,1 1-1 0 0,-1-1 1 0 0,0 0 0 0 0,-1 1-1 0 0,0-1 1 0 0,-1 0-1 0 0,0 0 1 0 0,0 0 0 0 0,-1 0-1 0 0,0 0 1 0 0,-1-1 0 0 0,-7 15-1 0 0,2-7-362 0 0,-1 0 1 0 0,-1-1-1 0 0,0 0 0 0 0,-1-1 0 0 0,0 0 0 0 0,-1 0 1 0 0,0-2-1 0 0,-2 0 0 0 0,-20 14 0 0 0,13-12-4394 0 0</inkml:trace>
</inkml:ink>
</file>

<file path=ppt/ink/ink1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46.970"/>
    </inkml:context>
    <inkml:brush xml:id="br0">
      <inkml:brushProperty name="width" value="0.1" units="cm"/>
      <inkml:brushProperty name="height" value="0.1" units="cm"/>
      <inkml:brushProperty name="color" value="#F6630D"/>
    </inkml:brush>
  </inkml:definitions>
  <inkml:trace contextRef="#ctx0" brushRef="#br0">1 132 3225 0 0,'50'-27'8752'0'0,"0"-4"-3300"0"0,50-27-926 0 0,-98 58-4559 0 0,2-3-64 0 0,-1 1 0 0 0,1 0-1 0 0,0 1 1 0 0,0-1 0 0 0,0 1 0 0 0,0 0-1 0 0,1-1 1 0 0,-1 2 0 0 0,0-1 0 0 0,0 1-1 0 0,6-1 1 0 0</inkml:trace>
</inkml:ink>
</file>

<file path=ppt/ink/ink1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48.892"/>
    </inkml:context>
    <inkml:brush xml:id="br0">
      <inkml:brushProperty name="width" value="0.1" units="cm"/>
      <inkml:brushProperty name="height" value="0.1" units="cm"/>
      <inkml:brushProperty name="color" value="#F6630D"/>
    </inkml:brush>
  </inkml:definitions>
  <inkml:trace contextRef="#ctx0" brushRef="#br0">1 54 7370 0 0,'0'-9'23'0'0,"5"-34"9274"0"0,-3 42-9003 0 0,-1 3-113 0 0,0 0 1 0 0,0 0-1 0 0,0 0 1 0 0,-1 0-1 0 0,1 0 1 0 0,0 0-1 0 0,-1 0 1 0 0,1 0-1 0 0,-1 1 1 0 0,0-1-1 0 0,0 4 1 0 0,0-5-61 0 0,11 98 557 0 0,-5-25-355 0 0,3-1-1 0 0,31 115 1 0 0,-34-166-280 0 0,1-1 0 0 0,1-1 1 0 0,1 1-1 0 0,1-2 0 0 0,1 1 0 0 0,0-1 0 0 0,2-1 1 0 0,0 0-1 0 0,1-1 0 0 0,0 0 0 0 0,2-1 1 0 0,0-1-1 0 0,21 16 0 0 0,-31-26-118 0 0,2-1 0 0 0,-1 1 0 0 0,15 5 1 0 0,-19-9-159 0 0,-1 0 1 0 0,1 0 0 0 0,0 0 0 0 0,0 0-1 0 0,-1-1 1 0 0,1 1 0 0 0,0-1 0 0 0,0 0-1 0 0,0 0 1 0 0,0 0 0 0 0,0 0-1 0 0,0 0 1 0 0,-1-1 0 0 0,1 1 0 0 0,3-2-1 0 0</inkml:trace>
</inkml:ink>
</file>

<file path=ppt/ink/ink1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49.082"/>
    </inkml:context>
    <inkml:brush xml:id="br0">
      <inkml:brushProperty name="width" value="0.1" units="cm"/>
      <inkml:brushProperty name="height" value="0.1" units="cm"/>
      <inkml:brushProperty name="color" value="#F6630D"/>
    </inkml:brush>
  </inkml:definitions>
  <inkml:trace contextRef="#ctx0" brushRef="#br0">47 13 14747 0 0,'-11'-4'546'0'0,"-25"-4"2241"0"0,45 17-64 0 0,7 9-3350 0 0,-5-8-1177 0 0,-1 0-1 0 0,-1 0 0 0 0,0 1 1 0 0,12 18-1 0 0,-4-3-2226 0 0</inkml:trace>
</inkml:ink>
</file>

<file path=ppt/ink/ink1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49.685"/>
    </inkml:context>
    <inkml:brush xml:id="br0">
      <inkml:brushProperty name="width" value="0.1" units="cm"/>
      <inkml:brushProperty name="height" value="0.1" units="cm"/>
      <inkml:brushProperty name="color" value="#F6630D"/>
    </inkml:brush>
  </inkml:definitions>
  <inkml:trace contextRef="#ctx0" brushRef="#br0">327 3 10594 0 0,'-1'0'185'0'0,"1"-1"1"0"0,-1 1-1 0 0,1 0 0 0 0,-1 0 0 0 0,1-1 1 0 0,-1 1-1 0 0,1 0 0 0 0,-1 0 0 0 0,1 0 0 0 0,-1 0 1 0 0,1 0-1 0 0,-1 0 0 0 0,1 0 0 0 0,-1 0 0 0 0,1 0 1 0 0,-1 0-1 0 0,1 0 0 0 0,-1 0 0 0 0,1 0 1 0 0,-1 0-1 0 0,1 1 0 0 0,-1-1 0 0 0,1 0 0 0 0,-1 0 1 0 0,1 0-1 0 0,-3 2 741 0 0,3-1-741 0 0,-22 10 1114 0 0,-1 2-933 0 0,0 2 1 0 0,1 0-1 0 0,1 1 1 0 0,-27 27 0 0 0,41-37-374 0 0,1 0 0 0 0,1 0 0 0 0,-1 1 0 0 0,1 0 0 0 0,0 0 1 0 0,0 1-1 0 0,1-1 0 0 0,0 1 0 0 0,1 0 0 0 0,-1 0 0 0 0,1 0 1 0 0,1 0-1 0 0,0 1 0 0 0,0-1 0 0 0,0 1 0 0 0,1-1 0 0 0,0 15 1 0 0,2-17-66 0 0,0 0 1 0 0,1-1 0 0 0,-1 1 0 0 0,1-1 0 0 0,0 1 0 0 0,0-1 0 0 0,1 0 0 0 0,-1 0 0 0 0,1 0 0 0 0,0 0 0 0 0,1 0 0 0 0,-1-1 0 0 0,1 1 0 0 0,0-1 0 0 0,0 0 0 0 0,0 0 0 0 0,1 0 0 0 0,-1-1 0 0 0,1 0 0 0 0,0 1 0 0 0,0-2 0 0 0,0 1 0 0 0,0-1 0 0 0,0 1 0 0 0,7 0 0 0 0,13 5-401 0 0,1-1 0 0 0,0-1 1 0 0,52 5-1 0 0,-70-10 431 0 0,23 2-234 0 0,-18-3 146 0 0,0 1-1 0 0,0 1 1 0 0,0 0 0 0 0,-1 0 0 0 0,1 2-1 0 0,0-1 1 0 0,16 9 0 0 0,-28-12 147 0 0,-1 0 0 0 0,1 1 0 0 0,0-1 0 0 0,0 1 0 0 0,-1-1 0 0 0,1 1 0 0 0,-1-1 0 0 0,1 1 0 0 0,0 0 0 0 0,-1-1 0 0 0,1 1-1 0 0,-1 0 1 0 0,0-1 0 0 0,1 1 0 0 0,-1 0 0 0 0,1 0 0 0 0,-1-1 0 0 0,0 1 0 0 0,0 0 0 0 0,1 0 0 0 0,-1 0 0 0 0,0-1 0 0 0,0 1 0 0 0,0 0 0 0 0,0 1 0 0 0,0 1 75 0 0,-1-1 1 0 0,1 0-1 0 0,-1 0 0 0 0,0 0 0 0 0,0 0 1 0 0,0 0-1 0 0,0 0 0 0 0,0 0 1 0 0,-2 3-1 0 0,-35 37 1674 0 0,35-40-1686 0 0,-27 25 898 0 0,-2-2-1 0 0,-2-1 0 0 0,-60 34 1 0 0,-119 41 309 0 0,207-96-1322 0 0,2-1-27 0 0,1 0 0 0 0,-1-1 0 0 0,0 0-1 0 0,0 1 1 0 0,1-1 0 0 0,-1-1 0 0 0,0 1 0 0 0,-7 0-1 0 0,7-2-692 0 0</inkml:trace>
</inkml:ink>
</file>

<file path=ppt/ink/ink1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33.008"/>
    </inkml:context>
    <inkml:brush xml:id="br0">
      <inkml:brushProperty name="width" value="0.1" units="cm"/>
      <inkml:brushProperty name="height" value="0.1" units="cm"/>
      <inkml:brushProperty name="color" value="#F6630D"/>
    </inkml:brush>
  </inkml:definitions>
  <inkml:trace contextRef="#ctx0" brushRef="#br0">93 7 3681 0 0,'-9'-2'185'0'0,"-37"-2"436"0"0,44 4-327 0 0,0-1 1 0 0,0 1-1 0 0,1 0 0 0 0,-1 0 1 0 0,0 0-1 0 0,0 1 0 0 0,1-1 1 0 0,-1 0-1 0 0,0 1 0 0 0,1-1 1 0 0,-1 1-1 0 0,0-1 0 0 0,1 1 0 0 0,-1 0 1 0 0,1 0-1 0 0,-1 0 0 0 0,1 0 1 0 0,-1 0-1 0 0,1 0 0 0 0,-2 1 1 0 0,3 0-137 0 0,0-1 1 0 0,-1 0 0 0 0,1 0-1 0 0,0 0 1 0 0,0 0-1 0 0,0 0 1 0 0,0 1 0 0 0,0-1-1 0 0,0 0 1 0 0,0 0 0 0 0,1 0-1 0 0,-1 0 1 0 0,0 0-1 0 0,1 0 1 0 0,-1 0 0 0 0,1 0-1 0 0,-1 0 1 0 0,1 0 0 0 0,0 2-1 0 0,17 23 982 0 0,-11-17-590 0 0,17 29 42 0 0,-2 1 0 0 0,-1 2 0 0 0,25 70 0 0 0,29 135 1266 0 0,-18-64-5183 0 0,-48-153 2944 0 0,-8-28 220 0 0,-1 0 0 0 0,0 0-1 0 0,1 0 1 0 0,-1 0 0 0 0,0 0-1 0 0,0 0 1 0 0,0 0 0 0 0,1 0-1 0 0,-1 0 1 0 0,0 0 0 0 0,-1 0 0 0 0,1 0-1 0 0,0 0 1 0 0,0 0 0 0 0,0 0-1 0 0,-1 0 1 0 0,1 0 0 0 0,-1 1-1 0 0,-2 1-1076 0 0</inkml:trace>
</inkml:ink>
</file>

<file path=ppt/ink/ink1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33.386"/>
    </inkml:context>
    <inkml:brush xml:id="br0">
      <inkml:brushProperty name="width" value="0.1" units="cm"/>
      <inkml:brushProperty name="height" value="0.1" units="cm"/>
      <inkml:brushProperty name="color" value="#F6630D"/>
    </inkml:brush>
  </inkml:definitions>
  <inkml:trace contextRef="#ctx0" brushRef="#br0">2 293 8290 0 0,'0'-1'148'0'0,"0"1"0"0"0,0-1 0 0 0,-1 0 0 0 0,1 0 0 0 0,0 0 0 0 0,0 0 0 0 0,0 0 0 0 0,0 1 0 0 0,0-1 0 0 0,0 0 0 0 0,0 0 0 0 0,0 0 0 0 0,0 0 0 0 0,1 0 0 0 0,-1 0 0 0 0,0 1 0 0 0,0-1 0 0 0,1 0 0 0 0,-1 0 0 0 0,1 0 0 0 0,-1 1 0 0 0,1-1 0 0 0,-1 0 0 0 0,1 1 0 0 0,-1-1 0 0 0,1 0 0 0 0,1 0 0 0 0,18-28 1600 0 0,2 3-807 0 0,0 1-1 0 0,1 1 1 0 0,2 1 0 0 0,27-20 0 0 0,-32 28-720 0 0,2 1 0 0 0,-1 1 0 0 0,2 0 0 0 0,-1 2 0 0 0,47-17 0 0 0,-65 27-237 0 0,0 0-1 0 0,0 0 0 0 0,-1 0 0 0 0,1 0 0 0 0,0 1 0 0 0,0-1 1 0 0,0 1-1 0 0,0 0 0 0 0,0 0 0 0 0,0 1 0 0 0,6 0 1 0 0,-8 0-27 0 0,-1 0 1 0 0,0 0 0 0 0,1 0 0 0 0,-1 0 0 0 0,0 0-1 0 0,0 0 1 0 0,0 0 0 0 0,0 0 0 0 0,0 0 0 0 0,0 0-1 0 0,0 0 1 0 0,0 1 0 0 0,-1-1 0 0 0,1 0-1 0 0,0 1 1 0 0,-1-1 0 0 0,1 1 0 0 0,-1-1 0 0 0,1 1-1 0 0,-1-1 1 0 0,0 1 0 0 0,0-1 0 0 0,1 1 0 0 0,-1-1-1 0 0,0 1 1 0 0,0-1 0 0 0,-1 1 0 0 0,1-1 0 0 0,0 1-1 0 0,0-1 1 0 0,-2 4 0 0 0,-6 31-254 0 0,-2-1-1 0 0,-2 0 1 0 0,-1 0-1 0 0,-2-1 1 0 0,-24 40 0 0 0,-9 27 74 0 0,38-81 182 0 0,1 0 369 0 0,0 0-1 0 0,-7 27 1 0 0,15-42-224 0 0,0 0 1 0 0,0-1-1 0 0,0 1 0 0 0,0 0 1 0 0,1 0-1 0 0,0 0 0 0 0,0 0 0 0 0,0-1 1 0 0,1 1-1 0 0,-1 0 0 0 0,1 0 1 0 0,0 0-1 0 0,0-1 0 0 0,1 1 1 0 0,0-1-1 0 0,2 5 0 0 0,-2-5-44 0 0,1-1 1 0 0,0 0-1 0 0,0 0 0 0 0,0 0 0 0 0,0 0 1 0 0,1-1-1 0 0,-1 0 0 0 0,1 1 0 0 0,-1-1 1 0 0,1 0-1 0 0,0-1 0 0 0,0 1 0 0 0,0-1 1 0 0,0 1-1 0 0,0-1 0 0 0,0-1 0 0 0,0 1 1 0 0,1 0-1 0 0,-1-1 0 0 0,0 0 0 0 0,7 0 1 0 0,10-1 215 0 0,1-1 0 0 0,38-9 0 0 0,-55 10-233 0 0,212-61 1427 0 0,-114 29-2517 0 0,2 5-5257 0 0,-70 21-468 0 0</inkml:trace>
</inkml:ink>
</file>

<file path=ppt/ink/ink1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33.672"/>
    </inkml:context>
    <inkml:brush xml:id="br0">
      <inkml:brushProperty name="width" value="0.1" units="cm"/>
      <inkml:brushProperty name="height" value="0.1" units="cm"/>
      <inkml:brushProperty name="color" value="#F6630D"/>
    </inkml:brush>
  </inkml:definitions>
  <inkml:trace contextRef="#ctx0" brushRef="#br0">367 42 7370 0 0,'-14'-7'902'0'0,"0"1"1"0"0,0 0-1 0 0,-1 1 1 0 0,1 0-1 0 0,-1 1 1 0 0,0 1-1 0 0,-25-2 1 0 0,31 4-658 0 0,1 2 0 0 0,0-1 0 0 0,0 1 1 0 0,0 0-1 0 0,0 0 0 0 0,0 1 0 0 0,0 1 1 0 0,0-1-1 0 0,0 1 0 0 0,1 0 0 0 0,-1 1 0 0 0,1 0 1 0 0,0 0-1 0 0,0 0 0 0 0,-12 11 0 0 0,11-8-184 0 0,1-1 0 0 0,-1 1 0 0 0,1 1 0 0 0,1-1 0 0 0,-1 1-1 0 0,2 0 1 0 0,-1 1 0 0 0,1-1 0 0 0,0 1 0 0 0,1 0 0 0 0,0 1 0 0 0,0-1-1 0 0,1 1 1 0 0,0-1 0 0 0,1 1 0 0 0,0 0 0 0 0,0 0 0 0 0,1 0-1 0 0,1 0 1 0 0,-1 0 0 0 0,2 1 0 0 0,-1-1 0 0 0,2 0 0 0 0,-1 0 0 0 0,1 0-1 0 0,6 16 1 0 0,5 10-85 0 0,1-1 0 0 0,2-1-1 0 0,2 0 1 0 0,0-1 0 0 0,3 0 0 0 0,1-2-1 0 0,41 46 1 0 0,-43-56-725 0 0,1-1-1 0 0,0-1 1 0 0,33 22 0 0 0,-29-25-5430 0 0</inkml:trace>
</inkml:ink>
</file>

<file path=ppt/ink/ink1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33.879"/>
    </inkml:context>
    <inkml:brush xml:id="br0">
      <inkml:brushProperty name="width" value="0.1" units="cm"/>
      <inkml:brushProperty name="height" value="0.1" units="cm"/>
      <inkml:brushProperty name="color" value="#F6630D"/>
    </inkml:brush>
  </inkml:definitions>
  <inkml:trace contextRef="#ctx0" brushRef="#br0">63 322 10594 0 0,'-6'-2'-50'0'0,"-1"0"837"0"0,0 0 0 0 0,0 0 0 0 0,0-1 0 0 0,-10-6 1 0 0,16 9-671 0 0,0-1 0 0 0,1 1 0 0 0,-1 0 0 0 0,0-1 0 0 0,1 1 0 0 0,-1-1 0 0 0,0 1 0 0 0,1-1 0 0 0,-1 0 0 0 0,1 1 0 0 0,-1-1 0 0 0,1 0 0 0 0,-1 1 0 0 0,1-1 0 0 0,-1 0 0 0 0,1 1 0 0 0,0-1 0 0 0,0 0 0 0 0,-1 0 0 0 0,1 0 0 0 0,0 1 0 0 0,0-1 0 0 0,0 0 0 0 0,0 0 0 0 0,0 0 0 0 0,0 0 0 0 0,0 1 0 0 0,0-1 0 0 0,0 0 0 0 0,0 0 0 0 0,0 0 0 0 0,0 1 0 0 0,1-1 0 0 0,-1 0 0 0 0,0 0 0 0 0,1 1 0 0 0,-1-1 0 0 0,0 0 0 0 0,1 0 0 0 0,-1 1 0 0 0,1-1 0 0 0,-1 0 0 0 0,1 1 0 0 0,-1-1 0 0 0,1 1 0 0 0,0-1 0 0 0,-1 1 0 0 0,1-1 0 0 0,0 1 0 0 0,0-1 0 0 0,202-163 2938 0 0,-108 88-3504 0 0,-58 49 233 0 0</inkml:trace>
</inkml:ink>
</file>

<file path=ppt/ink/ink1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52.137"/>
    </inkml:context>
    <inkml:brush xml:id="br0">
      <inkml:brushProperty name="width" value="0.1" units="cm"/>
      <inkml:brushProperty name="height" value="0.1" units="cm"/>
      <inkml:brushProperty name="color" value="#F6630D"/>
    </inkml:brush>
  </inkml:definitions>
  <inkml:trace contextRef="#ctx0" brushRef="#br0">42 131 10594 0 0,'-5'-4'254'0'0,"1"-1"-1"0"0,0 1 1 0 0,0-1-1 0 0,0 1 1 0 0,0-1-1 0 0,-5-11 1 0 0,2-4 3004 0 0,10 23-2873 0 0,0-1 0 0 0,1 1 0 0 0,-1-1 0 0 0,0 1 1 0 0,-1 0-1 0 0,6 6 0 0 0,208 347 87 0 0,-195-321-759 0 0,10 23-162 0 0,-22-38 201 0 0,2-1 0 0 0,0 1 0 0 0,1-1 0 0 0,1-1 0 0 0,22 23 1 0 0,-34-40 296 0 0,0 1 1 0 0,0-1-1 0 0,0 0 1 0 0,0 0-1 0 0,1 0 0 0 0,-1 0 1 0 0,1 0-1 0 0,-1 0 1 0 0,0-1-1 0 0,1 1 1 0 0,-1 0-1 0 0,1-1 1 0 0,0 1-1 0 0,-1-1 1 0 0,1 1-1 0 0,-1-1 1 0 0,1 0-1 0 0,0 0 1 0 0,-1 0-1 0 0,1 0 1 0 0,0 0-1 0 0,-1 0 1 0 0,1 0-1 0 0,-1 0 1 0 0,1-1-1 0 0,0 1 1 0 0,-1 0-1 0 0,1-1 1 0 0,-1 0-1 0 0,1 1 1 0 0,-1-1-1 0 0,1 0 1 0 0,-1 0-1 0 0,0 0 1 0 0,1 0-1 0 0,-1 0 1 0 0,0 0-1 0 0,0 0 1 0 0,1 0-1 0 0,-1 0 1 0 0,0-1-1 0 0,0 1 1 0 0,-1 0-1 0 0,3-4 1 0 0,2-4 313 0 0,0 0 1 0 0,0-1 0 0 0,0 0-1 0 0,-1 0 1 0 0,3-16-1 0 0,10-51 191 0 0,-4-1-1 0 0,4-83 0 0 0,-6 40-2549 0 0,7 3-3998 0 0,-10 77-318 0 0</inkml:trace>
</inkml:ink>
</file>

<file path=ppt/ink/ink1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52.469"/>
    </inkml:context>
    <inkml:brush xml:id="br0">
      <inkml:brushProperty name="width" value="0.1" units="cm"/>
      <inkml:brushProperty name="height" value="0.1" units="cm"/>
      <inkml:brushProperty name="color" value="#F6630D"/>
    </inkml:brush>
  </inkml:definitions>
  <inkml:trace contextRef="#ctx0" brushRef="#br0">52 4 8290 0 0,'-1'-1'222'0'0,"0"1"1"0"0,0-1 0 0 0,1 1-1 0 0,-1 0 1 0 0,0-1-1 0 0,0 1 1 0 0,0 0 0 0 0,0-1-1 0 0,0 1 1 0 0,0 0-1 0 0,0 0 1 0 0,0 0 0 0 0,0 0-1 0 0,0 0 1 0 0,-1 0-1 0 0,1 0 1 0 0,0 1 0 0 0,0-1-1 0 0,1 0 1 0 0,-1 0-1 0 0,0 1 1 0 0,0-1 0 0 0,0 1-1 0 0,0-1 1 0 0,0 1-1 0 0,-1 0 1 0 0,0 1-28 0 0,0 0-1 0 0,1 0 1 0 0,-1 0-1 0 0,1 0 1 0 0,0 0 0 0 0,-1 0-1 0 0,1 1 1 0 0,0-1 0 0 0,0 0-1 0 0,-1 5 1 0 0,0 4-97 0 0,-1 0 1 0 0,2 0-1 0 0,-2 18 0 0 0,3-11-155 0 0,1 0 1 0 0,1 0-1 0 0,0 0 0 0 0,1 0 0 0 0,1 0 0 0 0,7 21 1 0 0,-8-31 31 0 0,0-1 1 0 0,1 0 0 0 0,-1 0 0 0 0,1 0-1 0 0,1 0 1 0 0,-1 0 0 0 0,8 7 0 0 0,-9-11 32 0 0,0 0 0 0 0,1 0 1 0 0,-1 0-1 0 0,0-1 1 0 0,1 0-1 0 0,0 1 0 0 0,-1-1 1 0 0,1-1-1 0 0,0 1 1 0 0,0 0-1 0 0,0-1 1 0 0,0 0-1 0 0,0 0 0 0 0,7 1 1 0 0,-7-2 25 0 0,-1 1 0 0 0,0-1 0 0 0,1 0 0 0 0,-1 0 1 0 0,0-1-1 0 0,1 1 0 0 0,-1-1 0 0 0,0 1 0 0 0,1-1 0 0 0,-1 0 0 0 0,0 0 0 0 0,0-1 1 0 0,0 1-1 0 0,0 0 0 0 0,0-1 0 0 0,0 0 0 0 0,0 0 0 0 0,-1 0 0 0 0,1 0 1 0 0,-1 0-1 0 0,1-1 0 0 0,-1 1 0 0 0,0-1 0 0 0,0 1 0 0 0,0-1 0 0 0,0 0 1 0 0,0 0-1 0 0,2-4 0 0 0,-2 0 60 0 0,0 1 0 0 0,0 0-1 0 0,-1-1 1 0 0,1 1 0 0 0,-1-1 0 0 0,-1 0 0 0 0,1 1 0 0 0,-1-1 0 0 0,0 1 0 0 0,-1-1 0 0 0,0 0 0 0 0,0 1-1 0 0,-2-11 1 0 0,-4-2-68 0 0,1 0 0 0 0,-2 0 0 0 0,-1 0 0 0 0,-10-17 0 0 0,-11-7-5666 0 0,17 29-25 0 0</inkml:trace>
</inkml:ink>
</file>

<file path=ppt/ink/ink1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52.849"/>
    </inkml:context>
    <inkml:brush xml:id="br0">
      <inkml:brushProperty name="width" value="0.1" units="cm"/>
      <inkml:brushProperty name="height" value="0.1" units="cm"/>
      <inkml:brushProperty name="color" value="#F6630D"/>
    </inkml:brush>
  </inkml:definitions>
  <inkml:trace contextRef="#ctx0" brushRef="#br0">28 30 8754 0 0,'-3'1'31'0'0,"1"0"502"0"0,1 0 0 0 0,-1 0 1 0 0,0 0-1 0 0,1 0 0 0 0,-1 0 0 0 0,1 1 1 0 0,-1-1-1 0 0,1 0 0 0 0,0 1 0 0 0,0-1 1 0 0,-1 1-1 0 0,1-1 0 0 0,0 1 0 0 0,0 0 1 0 0,0-1-1 0 0,0 4 0 0 0,0 14 388 0 0,3-6-780 0 0,1 0-1 0 0,0-1 1 0 0,1 1 0 0 0,0-1 0 0 0,1 0 0 0 0,0 0 0 0 0,1-1 0 0 0,1 1-1 0 0,-1-1 1 0 0,10 10 0 0 0,-11-15-202 0 0,0 0 0 0 0,0 0 0 0 0,1-1 0 0 0,0 0 0 0 0,0 0 0 0 0,0 0 0 0 0,0-1 0 0 0,9 5 0 0 0,-11-7-70 0 0,0-1 1 0 0,0 1-1 0 0,0-1 0 0 0,0 0 1 0 0,0 0-1 0 0,0 0 0 0 0,1 0 0 0 0,-1-1 1 0 0,0 0-1 0 0,0 0 0 0 0,1 0 1 0 0,-1 0-1 0 0,0-1 0 0 0,0 1 0 0 0,6-3 1 0 0,-4 1-152 0 0,-1-1-1 0 0,1 0 1 0 0,-1 0 0 0 0,0 0 0 0 0,0 0 0 0 0,-1-1 0 0 0,1 0 0 0 0,-1 0-1 0 0,0 0 1 0 0,0-1 0 0 0,0 1 0 0 0,0-1 0 0 0,-1 0 0 0 0,4-8 0 0 0,6-10-597 0 0,17-46 1 0 0,-29 67 861 0 0,8-26 165 0 0,9-24 1278 0 0,-17 49-1160 0 0,0 1 0 0 0,1-1 0 0 0,-1 1 0 0 0,1-1 1 0 0,-1 1-1 0 0,1 0 0 0 0,0 0 0 0 0,-1-1 1 0 0,1 1-1 0 0,1 1 0 0 0,-1-1 0 0 0,0 0 1 0 0,0 0-1 0 0,5-2 0 0 0,-6 4-132 0 0,1 0 0 0 0,0-1 0 0 0,0 1 0 0 0,-1 0 1 0 0,1 0-1 0 0,0 0 0 0 0,0 0 0 0 0,-1 0 0 0 0,1 1 0 0 0,0-1 0 0 0,0 1 0 0 0,-1-1 0 0 0,1 1 1 0 0,0-1-1 0 0,-1 1 0 0 0,1 0 0 0 0,-1 0 0 0 0,1 0 0 0 0,-1 0 0 0 0,1 0 0 0 0,-1 0 1 0 0,0 0-1 0 0,1 0 0 0 0,-1 1 0 0 0,1 0 0 0 0,32 42 820 0 0,-27-33-679 0 0,18 29 101 0 0,-18-28-883 0 0,0 0-1 0 0,0-1 1 0 0,2 0 0 0 0,11 13-1 0 0</inkml:trace>
</inkml:ink>
</file>

<file path=ppt/ink/ink1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53.040"/>
    </inkml:context>
    <inkml:brush xml:id="br0">
      <inkml:brushProperty name="width" value="0.1" units="cm"/>
      <inkml:brushProperty name="height" value="0.1" units="cm"/>
      <inkml:brushProperty name="color" value="#F6630D"/>
    </inkml:brush>
  </inkml:definitions>
  <inkml:trace contextRef="#ctx0" brushRef="#br0">9 81 12243 0 0,'-2'-28'332'0'0,"-4"-24"3826"0"0,27 143 906 0 0,-1 3-3401 0 0,45 180-2439 0 0,-33-174-933 0 0,-23-71 242 0 0</inkml:trace>
</inkml:ink>
</file>

<file path=ppt/ink/ink1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53.232"/>
    </inkml:context>
    <inkml:brush xml:id="br0">
      <inkml:brushProperty name="width" value="0.1" units="cm"/>
      <inkml:brushProperty name="height" value="0.1" units="cm"/>
      <inkml:brushProperty name="color" value="#F6630D"/>
    </inkml:brush>
  </inkml:definitions>
  <inkml:trace contextRef="#ctx0" brushRef="#br0">0 91 456 0 0,'5'-15'18753'0'0,"10"9"-15723"0"0,-6 2-5183 0 0,94-33 4197 0 0,-34 17-3874 0 0,-39 12-5451 0 0</inkml:trace>
</inkml:ink>
</file>

<file path=ppt/ink/ink1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53.454"/>
    </inkml:context>
    <inkml:brush xml:id="br0">
      <inkml:brushProperty name="width" value="0.1" units="cm"/>
      <inkml:brushProperty name="height" value="0.1" units="cm"/>
      <inkml:brushProperty name="color" value="#F6630D"/>
    </inkml:brush>
  </inkml:definitions>
  <inkml:trace contextRef="#ctx0" brushRef="#br0">19 14 17052 0 0,'-9'10'752'0'0,"5"-6"160"0"0,2-1-728 0 0,0-1-184 0 0,1 0 0 0 0,5-6-1696 0 0,0 0 479 0 0,1-2-143 0 0,4-1-32 0 0,0 2-8 0 0,4 1 1151 0 0,-4 0 249 0 0</inkml:trace>
</inkml:ink>
</file>

<file path=ppt/ink/ink1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53.578"/>
    </inkml:context>
    <inkml:brush xml:id="br0">
      <inkml:brushProperty name="width" value="0.1" units="cm"/>
      <inkml:brushProperty name="height" value="0.1" units="cm"/>
      <inkml:brushProperty name="color" value="#F6630D"/>
    </inkml:brush>
  </inkml:definitions>
  <inkml:trace contextRef="#ctx0" brushRef="#br0">0 41 3225 0 0,'6'-3'288'0'0,"-1"1"-288"0"0,-1-1 0 0 0,1 0 0 0 0,-1 0 0 0 0,4-2-152 0 0,6-3 24 0 0,6-6 0 0 0</inkml:trace>
</inkml:ink>
</file>

<file path=ppt/ink/ink1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56.185"/>
    </inkml:context>
    <inkml:brush xml:id="br0">
      <inkml:brushProperty name="width" value="0.1" units="cm"/>
      <inkml:brushProperty name="height" value="0.1" units="cm"/>
      <inkml:brushProperty name="color" value="#F6630D"/>
    </inkml:brush>
  </inkml:definitions>
  <inkml:trace contextRef="#ctx0" brushRef="#br0">97 1 8754 0 0,'-2'1'-11'0'0,"-55"30"3101"0"0,54-29-2642 0 0,0 0 1 0 0,0 0-1 0 0,1 0 0 0 0,-1 0 0 0 0,0 1 1 0 0,1-1-1 0 0,0 1 0 0 0,0-1 0 0 0,-1 1 1 0 0,2 0-1 0 0,-1 0 0 0 0,0 0 0 0 0,1 0 1 0 0,-1 1-1 0 0,1-1 0 0 0,-1 5 0 0 0,3-7-490 0 0,0 1-1 0 0,0-1 1 0 0,0 0-1 0 0,1 1 1 0 0,-1-1-1 0 0,1 0 1 0 0,-1 0-1 0 0,1 0 1 0 0,-1 0-1 0 0,1 0 1 0 0,0 0-1 0 0,0 0 1 0 0,-1-1-1 0 0,1 1 0 0 0,3 0 1 0 0,14 8-704 0 0,-8 2 723 0 0</inkml:trace>
</inkml:ink>
</file>

<file path=ppt/ink/ink1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53.958"/>
    </inkml:context>
    <inkml:brush xml:id="br0">
      <inkml:brushProperty name="width" value="0.1" units="cm"/>
      <inkml:brushProperty name="height" value="0.1" units="cm"/>
      <inkml:brushProperty name="color" value="#F6630D"/>
    </inkml:brush>
  </inkml:definitions>
  <inkml:trace contextRef="#ctx0" brushRef="#br0">0 73 6913 0 0,'2'5'4873'0'0,"-2"-5"-4797"0"0,15 3 2342 0 0,18 0-86 0 0,21-8-396 0 0,-1-2 0 0 0,78-21 0 0 0,-71 14-2677 0 0,93-11 0 0 0,-127 23-4367 0 0,-1 0-1696 0 0</inkml:trace>
</inkml:ink>
</file>

<file path=ppt/ink/ink1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55.994"/>
    </inkml:context>
    <inkml:brush xml:id="br0">
      <inkml:brushProperty name="width" value="0.1" units="cm"/>
      <inkml:brushProperty name="height" value="0.1" units="cm"/>
      <inkml:brushProperty name="color" value="#F6630D"/>
    </inkml:brush>
  </inkml:definitions>
  <inkml:trace contextRef="#ctx0" brushRef="#br0">1 5 7370 0 0,'11'-4'10590'0'0,"-12"3"-10432"0"0,13 14 999 0 0,-8-5-988 0 0,0 1-1 0 0,0-1 1 0 0,-1 1 0 0 0,0 0-1 0 0,0 0 1 0 0,-1 0 0 0 0,0 0 0 0 0,-1 0-1 0 0,1 11 1 0 0,1 6 71 0 0,2 3-121 0 0,34 161 38 0 0,-33-171-93 0 0,0 0 0 0 0,1 0 0 0 0,1-1 0 0 0,1 0-1 0 0,0 0 1 0 0,1-1 0 0 0,20 25 0 0 0,-26-37 24 0 0,2 0 1 0 0,-1 0 0 0 0,0-1 0 0 0,1 1 0 0 0,0-1-1 0 0,0 0 1 0 0,0-1 0 0 0,0 0 0 0 0,1 1-1 0 0,-1-2 1 0 0,11 4 0 0 0,-13-5-201 0 0,0-1 0 0 0,-1 1 1 0 0,1-1-1 0 0,0 1 0 0 0,0-1 0 0 0,0 0 1 0 0,0 0-1 0 0,0-1 0 0 0,7-1 0 0 0,-8 1-318 0 0,0 0 0 0 0,-1 0-1 0 0,1 0 1 0 0,-1-1-1 0 0,1 1 1 0 0,-1-1 0 0 0,1 1-1 0 0,-1-1 1 0 0,0 0 0 0 0,1 0-1 0 0,-1 0 1 0 0,0 0-1 0 0,-1-1 1 0 0,4-2 0 0 0,4-11-6233 0 0</inkml:trace>
</inkml:ink>
</file>

<file path=ppt/ink/ink1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56.646"/>
    </inkml:context>
    <inkml:brush xml:id="br0">
      <inkml:brushProperty name="width" value="0.1" units="cm"/>
      <inkml:brushProperty name="height" value="0.1" units="cm"/>
      <inkml:brushProperty name="color" value="#F6630D"/>
    </inkml:brush>
  </inkml:definitions>
  <inkml:trace contextRef="#ctx0" brushRef="#br0">49 5 9218 0 0,'-3'-4'4081'0'0,"3"4"-4016"0"0,-14 6 3193 0 0,11-4-3263 0 0,0 1-1 0 0,0 0 0 0 0,1 0 1 0 0,-1 0-1 0 0,1 1 0 0 0,-1-1 0 0 0,1 0 1 0 0,0 1-1 0 0,0 0 0 0 0,1-1 1 0 0,-3 6-1 0 0,4-7-2 0 0,0 0-1 0 0,-1 1 1 0 0,1-1-1 0 0,0 1 1 0 0,0-1-1 0 0,0 0 1 0 0,0 1-1 0 0,0-1 1 0 0,1 1-1 0 0,-1-1 1 0 0,1 0-1 0 0,0 1 1 0 0,-1-1-1 0 0,1 0 1 0 0,0 0-1 0 0,0 0 1 0 0,0 0-1 0 0,1 0 1 0 0,-1 0-1 0 0,1 0 1 0 0,-1 0-1 0 0,1 0 1 0 0,2 2-1 0 0,38 37 7 0 0,64 69-1387 0 0,-92-93 1060 0 0,-1 0 0 0 0,0 1 0 0 0,-1 0 1 0 0,17 38-1 0 0,-27-52 438 0 0,0-1 0 0 0,-1 1 0 0 0,0 0 0 0 0,1 0 0 0 0,-2 0 0 0 0,1 0 0 0 0,0 0 1 0 0,-1 0-1 0 0,0 1 0 0 0,0-1 0 0 0,0 0 0 0 0,0 0 0 0 0,-1 0 0 0 0,1 0 0 0 0,-1 0 0 0 0,0 0 0 0 0,-1 0 1 0 0,1 0-1 0 0,0 0 0 0 0,-4 5 0 0 0,2-6 27 0 0,1 0 1 0 0,0-1-1 0 0,0 1 1 0 0,-1-1-1 0 0,0 0 1 0 0,1 1-1 0 0,-1-1 1 0 0,0-1-1 0 0,0 1 0 0 0,0 0 1 0 0,0-1-1 0 0,0 1 1 0 0,0-1-1 0 0,-1 0 1 0 0,1 0-1 0 0,0 0 1 0 0,-1-1-1 0 0,1 1 1 0 0,-1-1-1 0 0,1 0 1 0 0,-1 0-1 0 0,1 0 0 0 0,0 0 1 0 0,-6-2-1 0 0,-31-6-600 0 0,16-1-4575 0 0,8 3-777 0 0</inkml:trace>
</inkml:ink>
</file>

<file path=ppt/ink/ink1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57.870"/>
    </inkml:context>
    <inkml:brush xml:id="br0">
      <inkml:brushProperty name="width" value="0.1" units="cm"/>
      <inkml:brushProperty name="height" value="0.1" units="cm"/>
      <inkml:brushProperty name="color" value="#F6630D"/>
    </inkml:brush>
  </inkml:definitions>
  <inkml:trace contextRef="#ctx0" brushRef="#br0">0 1 11058 0 0,'4'2'4406'0'0,"17"13"-1826"0"0,-11-6-2101 0 0,0 1 1 0 0,-1 1 0 0 0,0 0-1 0 0,-1 0 1 0 0,0 1 0 0 0,0 0-1 0 0,-2 0 1 0 0,8 16-1 0 0,-1 5-381 0 0,-1 0-1 0 0,8 37 1 0 0,-9-15-214 0 0,4 61 0 0 0,3 10-2199 0 0,-13-98 765 0 0</inkml:trace>
</inkml:ink>
</file>

<file path=ppt/ink/ink1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58.313"/>
    </inkml:context>
    <inkml:brush xml:id="br0">
      <inkml:brushProperty name="width" value="0.1" units="cm"/>
      <inkml:brushProperty name="height" value="0.1" units="cm"/>
      <inkml:brushProperty name="color" value="#F6630D"/>
    </inkml:brush>
  </inkml:definitions>
  <inkml:trace contextRef="#ctx0" brushRef="#br0">45 161 5985 0 0,'-5'-3'468'0'0,"0"0"0"0"0,0-1-1 0 0,1 0 1 0 0,0 0 0 0 0,-1 0-1 0 0,1-1 1 0 0,-4-5-1 0 0,7 8-388 0 0,1 1 0 0 0,-1 0-1 0 0,1-1 1 0 0,-1 1 0 0 0,1 0 0 0 0,-1-1-1 0 0,1 1 1 0 0,0-1 0 0 0,0 1-1 0 0,0-1 1 0 0,0 1 0 0 0,0-1-1 0 0,0 1 1 0 0,0 0 0 0 0,0-1-1 0 0,0 1 1 0 0,1-1 0 0 0,-1 1-1 0 0,1 0 1 0 0,-1-1 0 0 0,1 1-1 0 0,-1 0 1 0 0,1-1 0 0 0,0 1-1 0 0,0 0 1 0 0,-1 0 0 0 0,1 0-1 0 0,0-1 1 0 0,0 1 0 0 0,0 0-1 0 0,0 0 1 0 0,1 1 0 0 0,-1-1-1 0 0,2-1 1 0 0,12-10 97 0 0,0 1 0 0 0,1 1 0 0 0,22-10 1 0 0,-29 16-31 0 0,0 0 1 0 0,1 0 0 0 0,-1 1-1 0 0,1 0 1 0 0,0 1-1 0 0,0 0 1 0 0,18-1 0 0 0,-24 3-153 0 0,-1 1 1 0 0,0-1-1 0 0,1 1 0 0 0,-1-1 1 0 0,0 1-1 0 0,0 0 0 0 0,0 0 1 0 0,1 1-1 0 0,-1-1 1 0 0,0 1-1 0 0,-1-1 0 0 0,1 1 1 0 0,0 0-1 0 0,0 0 1 0 0,-1 0-1 0 0,1 0 0 0 0,-1 1 1 0 0,0-1-1 0 0,0 1 1 0 0,0-1-1 0 0,0 1 0 0 0,0 0 1 0 0,0 0-1 0 0,-1 0 1 0 0,1 0-1 0 0,-1 0 0 0 0,1 3 1 0 0,0 1 12 0 0,0-1 0 0 0,0 0 1 0 0,-1 1-1 0 0,0-1 0 0 0,0 1 0 0 0,-1-1 1 0 0,1 1-1 0 0,-1 0 0 0 0,-1-1 0 0 0,1 1 1 0 0,-1-1-1 0 0,-3 12 0 0 0,-37 76 716 0 0,30-72 94 0 0,1 0-1 0 0,1 1 0 0 0,1 0 1 0 0,-9 38-1 0 0,17-58-690 0 0,-1 0 0 0 0,1 0 0 0 0,-1 0 0 0 0,1 0 0 0 0,0 0 1 0 0,0 0-1 0 0,1 0 0 0 0,-1 0 0 0 0,0 0 0 0 0,1 0 0 0 0,0 0 0 0 0,0 0 0 0 0,0 0 0 0 0,0 0 0 0 0,0-1 0 0 0,0 1 0 0 0,1 0 0 0 0,-1-1 0 0 0,4 5 1 0 0,-2-5-93 0 0,-1 0 1 0 0,1-1 0 0 0,0 1-1 0 0,0 0 1 0 0,0-1 0 0 0,-1 0-1 0 0,2 1 1 0 0,-1-1 0 0 0,0 0 0 0 0,0-1-1 0 0,0 1 1 0 0,0-1 0 0 0,0 1-1 0 0,1-1 1 0 0,-1 0 0 0 0,0 0-1 0 0,0 0 1 0 0,5-1 0 0 0,9-2-35 0 0,1 0 0 0 0,32-11 0 0 0,-34 9-1022 0 0,1 0 0 0 0,0 1 0 0 0,24-2 0 0 0,-20 5-5665 0 0</inkml:trace>
</inkml:ink>
</file>

<file path=ppt/ink/ink1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58.659"/>
    </inkml:context>
    <inkml:brush xml:id="br0">
      <inkml:brushProperty name="width" value="0.1" units="cm"/>
      <inkml:brushProperty name="height" value="0.1" units="cm"/>
      <inkml:brushProperty name="color" value="#F6630D"/>
    </inkml:brush>
  </inkml:definitions>
  <inkml:trace contextRef="#ctx0" brushRef="#br0">187 32 9562 0 0,'-2'-2'261'0'0,"1"-1"1"0"0,-1 1-1 0 0,0 0 1 0 0,0 0-1 0 0,0 0 1 0 0,0 0-1 0 0,-1 0 0 0 0,1 0 1 0 0,0 0-1 0 0,-1 1 1 0 0,1-1-1 0 0,-1 1 1 0 0,0 0-1 0 0,1 0 0 0 0,-1 0 1 0 0,0 0-1 0 0,0 0 1 0 0,0 1-1 0 0,1-1 0 0 0,-1 1 1 0 0,0-1-1 0 0,0 1 1 0 0,0 0-1 0 0,0 1 1 0 0,0-1-1 0 0,0 0 0 0 0,0 1 1 0 0,0-1-1 0 0,1 1 1 0 0,-1 0-1 0 0,-5 2 1 0 0,3 0-66 0 0,-1-1 1 0 0,1 1 0 0 0,0 0 0 0 0,0 1 0 0 0,0-1-1 0 0,1 1 1 0 0,-1 0 0 0 0,1 0 0 0 0,0 0 0 0 0,0 1-1 0 0,0 0 1 0 0,1-1 0 0 0,-1 1 0 0 0,1 0 0 0 0,-2 6 0 0 0,-1 4-146 0 0,1 1 0 0 0,0-1 0 0 0,1 1 1 0 0,1 0-1 0 0,1 0 0 0 0,0 0 1 0 0,1 0-1 0 0,0 0 0 0 0,2 0 1 0 0,0 1-1 0 0,0-1 0 0 0,2 0 1 0 0,0 0-1 0 0,1-1 0 0 0,6 19 1 0 0,2-5-285 0 0,1 1 0 0 0,2-2 0 0 0,1 0 1 0 0,0 0-1 0 0,2-2 0 0 0,36 41 0 0 0,-51-64 222 0 0,40 51-682 0 0,-40-48 404 0 0,0-1 0 0 0,0 0-1 0 0,0 1 1 0 0,0-1 0 0 0,-1 1 0 0 0,0 0-1 0 0,-1 0 1 0 0,1 0 0 0 0,0 6 0 0 0,-1 3-988 0 0</inkml:trace>
</inkml:ink>
</file>

<file path=ppt/ink/ink1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2:58.867"/>
    </inkml:context>
    <inkml:brush xml:id="br0">
      <inkml:brushProperty name="width" value="0.1" units="cm"/>
      <inkml:brushProperty name="height" value="0.1" units="cm"/>
      <inkml:brushProperty name="color" value="#F6630D"/>
    </inkml:brush>
  </inkml:definitions>
  <inkml:trace contextRef="#ctx0" brushRef="#br0">2 200 11578 0 0,'-1'-2'148'0'0,"1"0"-1"0"0,0 0 0 0 0,0 0 0 0 0,0-1 0 0 0,0 1 0 0 0,0 0 0 0 0,1 0 0 0 0,-1 0 0 0 0,0 0 0 0 0,1 0 0 0 0,0 0 0 0 0,-1 0 0 0 0,1 1 0 0 0,0-1 0 0 0,0 0 0 0 0,0 0 1 0 0,0 1-1 0 0,1-1 0 0 0,-1 0 0 0 0,0 1 0 0 0,1-1 0 0 0,-1 1 0 0 0,2-2 0 0 0,47-37 5063 0 0,-27 23-4570 0 0,71-62-795 0 0,-72 61-7253 0 0</inkml:trace>
</inkml:ink>
</file>

<file path=ppt/ink/ink1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3:04.913"/>
    </inkml:context>
    <inkml:brush xml:id="br0">
      <inkml:brushProperty name="width" value="0.1" units="cm"/>
      <inkml:brushProperty name="height" value="0.1" units="cm"/>
      <inkml:brushProperty name="color" value="#F6630D"/>
    </inkml:brush>
  </inkml:definitions>
  <inkml:trace contextRef="#ctx0" brushRef="#br0">980 269 5065 0 0,'0'-2'109'0'0,"-1"0"1"0"0,1 0-1 0 0,0-1 0 0 0,-1 1 0 0 0,1 0 0 0 0,-1 0 1 0 0,0 0-1 0 0,0 0 0 0 0,0 0 0 0 0,0 0 1 0 0,0 0-1 0 0,0 1 0 0 0,0-1 0 0 0,-1 0 0 0 0,1 0 1 0 0,0 1-1 0 0,-1-1 0 0 0,0 1 0 0 0,1-1 1 0 0,-1 1-1 0 0,0 0 0 0 0,0 0 0 0 0,0 0 0 0 0,0 0 1 0 0,0 0-1 0 0,0 0 0 0 0,0 0 0 0 0,0 1 1 0 0,0-1-1 0 0,-3 0 0 0 0,-8-1 563 0 0,0-1 1 0 0,0 2-1 0 0,-25 0 0 0 0,22 0 7 0 0,2 1-394 0 0,1 1 1 0 0,-1 0 0 0 0,1 1 0 0 0,0 1 0 0 0,0 0 0 0 0,-1 1 0 0 0,2 0-1 0 0,-1 1 1 0 0,1 0 0 0 0,-18 11 0 0 0,-11 8 79 0 0,-60 50-1 0 0,65-46-205 0 0,5-4-56 0 0,2 1-1 0 0,0 1 1 0 0,1 2 0 0 0,2 1-1 0 0,1 1 1 0 0,1 1-1 0 0,2 2 1 0 0,1 0-1 0 0,-31 67 1 0 0,0 19-96 0 0,6 1 1 0 0,-60 248 0 0 0,100-335-11 0 0,3 0 0 0 0,0 0 1 0 0,3 1-1 0 0,0-1 1 0 0,3 1-1 0 0,0-1 0 0 0,9 34 1 0 0,71 226-362 0 0,-76-269 302 0 0,21 58-381 0 0,4-2-1 0 0,3-1 1 0 0,52 87 0 0 0,-56-116 69 0 0,2-1-1 0 0,2-2 1 0 0,2-2 0 0 0,2-1 0 0 0,71 61 0 0 0,-60-64-319 0 0,82 52 0 0 0,-103-76 700 0 0,0-1-1 0 0,2-2 1 0 0,-1-1 0 0 0,58 16-1 0 0,-14-11 596 0 0,0-3 0 0 0,113 7 0 0 0,-137-20-451 0 0,0-2 0 0 0,0-2 0 0 0,0-2 0 0 0,88-20 0 0 0,-111 16-100 0 0,0-2 0 0 0,-1 0 0 0 0,0-2 0 0 0,-1-1 1 0 0,0-1-1 0 0,-1 0 0 0 0,0-2 0 0 0,-1-1 0 0 0,-1-1 0 0 0,-1-1 0 0 0,30-35 0 0 0,-14 10 251 0 0,-3-1-1 0 0,-1-1 1 0 0,-3-2-1 0 0,45-95 0 0 0,-55 96-169 0 0,-3-2 0 0 0,-1 0 0 0 0,-3-1 0 0 0,10-68 0 0 0,9-210 611 0 0,-28 268-392 0 0,13-319 772 0 0,-37 0-727 0 0,-31 87 415 0 0,38 244-680 0 0,-2 0 1 0 0,-2 1-1 0 0,-44-85 0 0 0,48 108-88 0 0,-101-165 362 0 0,102 171-365 0 0,-2 1 0 0 0,-1 0 0 0 0,0 0 0 0 0,-1 1 0 0 0,0 1 0 0 0,-1 1 0 0 0,-33-21 1 0 0,35 28-29 0 0,-1 0 1 0 0,1 1 0 0 0,-2 0 0 0 0,1 2 0 0 0,-1 0-1 0 0,1 0 1 0 0,-1 2 0 0 0,0 0 0 0 0,0 1 0 0 0,0 1-1 0 0,0 0 1 0 0,0 1 0 0 0,0 1 0 0 0,0 1 0 0 0,-18 4-1 0 0,-3 4 3 0 0,0 1-1 0 0,0 1 0 0 0,2 3 0 0 0,0 0 0 0 0,-47 31 0 0 0,59-32-322 0 0,0 1-1 0 0,1 2 1 0 0,-30 28-1 0 0,42-34-757 0 0,0 0 0 0 0,1 1 0 0 0,0 0 0 0 0,-10 19 0 0 0,10-12-4502 0 0</inkml:trace>
</inkml:ink>
</file>

<file path=ppt/ink/ink1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3:05.546"/>
    </inkml:context>
    <inkml:brush xml:id="br0">
      <inkml:brushProperty name="width" value="0.1" units="cm"/>
      <inkml:brushProperty name="height" value="0.1" units="cm"/>
      <inkml:brushProperty name="color" value="#F6630D"/>
    </inkml:brush>
  </inkml:definitions>
  <inkml:trace contextRef="#ctx0" brushRef="#br0">48 1085 3681 0 0,'-48'29'3725'0'0,"153"-131"3292"0"0,2 3-3472 0 0,221-191-3125 0 0,-199 179 55 0 0,-55 50-1017 0 0,127-79 1 0 0,93-31-3840 0 0,-95 57-3121 0 0,-189 109 6865 0 0,-8 4 484 0 0,1 0 0 0 0,-1 0 0 0 0,1-1 0 0 0,-1 1 0 0 0,0-1 0 0 0,0 1 0 0 0,1-1 0 0 0,-1 0 0 0 0,2-3 0 0 0,-3 2-224 0 0</inkml:trace>
</inkml:ink>
</file>

<file path=ppt/ink/ink1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3:05.887"/>
    </inkml:context>
    <inkml:brush xml:id="br0">
      <inkml:brushProperty name="width" value="0.1" units="cm"/>
      <inkml:brushProperty name="height" value="0.1" units="cm"/>
      <inkml:brushProperty name="color" value="#F6630D"/>
    </inkml:brush>
  </inkml:definitions>
  <inkml:trace contextRef="#ctx0" brushRef="#br0">134 77 3393 0 0,'-10'-11'-248'0'0,"-1"-1"1832"0"0,0 2 0 0 0,-21-16 1 0 0,30 24-1212 0 0,-1 0-1 0 0,0 0 1 0 0,1 0 0 0 0,-1 1 0 0 0,0-1 0 0 0,0 1 0 0 0,0 0 0 0 0,0 0 0 0 0,0 0-1 0 0,0 0 1 0 0,0 1 0 0 0,0-1 0 0 0,0 1 0 0 0,0 0 0 0 0,0 0 0 0 0,-1 0 0 0 0,1 0 0 0 0,0 0-1 0 0,-4 2 1 0 0,0 4 708 0 0,16-1-823 0 0,22 2-562 0 0,-27-6 374 0 0,108 26-222 0 0,179 32 1393 0 0,-273-57-1027 0 0,45 6 159 0 0,-59-7-329 0 0,1 0-1 0 0,-1 0 0 0 0,0 0 0 0 0,1 1 1 0 0,-1 0-1 0 0,0-1 0 0 0,0 2 0 0 0,0-1 0 0 0,0 0 1 0 0,5 5-1 0 0,-8-5 1 0 0,0-1 0 0 0,0 1 0 0 0,0 0 0 0 0,0 0-1 0 0,0-1 1 0 0,0 1 0 0 0,-1 0 0 0 0,1 0 0 0 0,0 0 0 0 0,-1 0 0 0 0,0 0 0 0 0,1 0-1 0 0,-1 0 1 0 0,0 0 0 0 0,0 0 0 0 0,0 0 0 0 0,-1 0 0 0 0,1 0 0 0 0,0 0 0 0 0,-1 0-1 0 0,1 0 1 0 0,-1 0 0 0 0,-1 2 0 0 0,-22 48 713 0 0,19-44-663 0 0,-9 17-225 0 0,-27 53 609 0 0,17-26-6554 0 0,14-24-277 0 0</inkml:trace>
</inkml:ink>
</file>

<file path=ppt/ink/ink1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3:06.640"/>
    </inkml:context>
    <inkml:brush xml:id="br0">
      <inkml:brushProperty name="width" value="0.1" units="cm"/>
      <inkml:brushProperty name="height" value="0.1" units="cm"/>
      <inkml:brushProperty name="color" value="#F6630D"/>
    </inkml:brush>
  </inkml:definitions>
  <inkml:trace contextRef="#ctx0" brushRef="#br0">10 66 5065 0 0,'0'-18'-106'0'0,"4"-29"12470"0"0,-6 73-10940 0 0,-8 269 323 0 0,9-193-1477 0 0,1-74-325 0 0,1 113-1255 0 0,0-120 1027 0 0,2-1 1 0 0,0 1 0 0 0,1-1 0 0 0,11 33 0 0 0,0-24-1765 0 0,-7-19 741 0 0</inkml:trace>
</inkml:ink>
</file>

<file path=ppt/ink/ink1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3:06.926"/>
    </inkml:context>
    <inkml:brush xml:id="br0">
      <inkml:brushProperty name="width" value="0.1" units="cm"/>
      <inkml:brushProperty name="height" value="0.1" units="cm"/>
      <inkml:brushProperty name="color" value="#F6630D"/>
    </inkml:brush>
  </inkml:definitions>
  <inkml:trace contextRef="#ctx0" brushRef="#br0">8 99 920 0 0,'-2'-4'118'0'0,"1"-1"0"0"0,-1 0 0 0 0,1 0 0 0 0,1 0 0 0 0,-1 0 0 0 0,1-11 0 0 0,0 14 225 0 0,1 0 1 0 0,-1-1 0 0 0,1 1 0 0 0,0 0 0 0 0,0-1 0 0 0,0 1-1 0 0,1 0 1 0 0,-1 0 0 0 0,0 0 0 0 0,1 0 0 0 0,-1 0 0 0 0,1 0 0 0 0,0 1-1 0 0,0-1 1 0 0,0 0 0 0 0,3-2 0 0 0,-3 2-35 0 0,1 1-1 0 0,-1-1 1 0 0,1 0-1 0 0,-1 1 1 0 0,1 0 0 0 0,0-1-1 0 0,-1 1 1 0 0,1 0-1 0 0,0 0 1 0 0,0 0 0 0 0,0 1-1 0 0,-1-1 1 0 0,1 1 0 0 0,0 0-1 0 0,0-1 1 0 0,0 1-1 0 0,0 1 1 0 0,0-1 0 0 0,4 1-1 0 0,-3 0 64 0 0,1 1 0 0 0,-1 0 1 0 0,0 0-1 0 0,0 0 0 0 0,1 0 0 0 0,-1 1 0 0 0,0-1 0 0 0,-1 1 0 0 0,1 0 0 0 0,6 7 1 0 0,4 6 356 0 0,-1 1 0 0 0,-1 0 0 0 0,-1 1 0 0 0,12 23 0 0 0,-23-40-720 0 0,121 250 1567 0 0,-58-77-6496 0 0,-56-145 1137 0 0,-6-19-93 0 0,-8-26-2542 0 0,-2 4 6401 0 0</inkml:trace>
</inkml:ink>
</file>

<file path=ppt/ink/ink1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3:07.071"/>
    </inkml:context>
    <inkml:brush xml:id="br0">
      <inkml:brushProperty name="width" value="0.1" units="cm"/>
      <inkml:brushProperty name="height" value="0.1" units="cm"/>
      <inkml:brushProperty name="color" value="#F6630D"/>
    </inkml:brush>
  </inkml:definitions>
  <inkml:trace contextRef="#ctx0" brushRef="#br0">0 175 2304 0 0,'8'-9'270'0'0,"-1"0"0"0"0,1 0 0 0 0,1 1 0 0 0,-1 1 0 0 0,1-1 0 0 0,1 1 0 0 0,10-6 0 0 0,3-3-280 0 0,-22 15 14 0 0,23-17 67 0 0,45-26 1 0 0,-62 40-72 0 0,1 0 0 0 0,0 1 0 0 0,-1 0 0 0 0,1 0 0 0 0,0 1 0 0 0,0 0 0 0 0,0 0 0 0 0,1 1 0 0 0,-1 0 0 0 0,0 0 0 0 0,12 1 0 0 0,-8 2 0 0 0</inkml:trace>
</inkml:ink>
</file>

<file path=ppt/ink/ink1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3:07.640"/>
    </inkml:context>
    <inkml:brush xml:id="br0">
      <inkml:brushProperty name="width" value="0.1" units="cm"/>
      <inkml:brushProperty name="height" value="0.1" units="cm"/>
      <inkml:brushProperty name="color" value="#F6630D"/>
    </inkml:brush>
  </inkml:definitions>
  <inkml:trace contextRef="#ctx0" brushRef="#br0">1 141 1376 0 0,'1'-1'290'0'0,"0"-1"-1"0"0,1 1 1 0 0,0 0-1 0 0,-1 0 0 0 0,1 0 1 0 0,0 0-1 0 0,-1 0 1 0 0,1 1-1 0 0,0-1 1 0 0,0 0-1 0 0,0 1 0 0 0,0-1 1 0 0,0 1-1 0 0,-1 0 1 0 0,1 0-1 0 0,0 0 1 0 0,0 0-1 0 0,0 0 0 0 0,0 0 1 0 0,0 0-1 0 0,0 0 1 0 0,0 1-1 0 0,0-1 0 0 0,0 1 1 0 0,-1 0-1 0 0,1-1 1 0 0,0 1-1 0 0,0 0 1 0 0,-1 0-1 0 0,1 0 0 0 0,0 0 1 0 0,-1 0-1 0 0,3 2 1 0 0,0 1 221 0 0,0-1 0 0 0,0 1-1 0 0,0 0 1 0 0,0 0 0 0 0,-1 0 0 0 0,0 1 0 0 0,0-1 0 0 0,0 1 0 0 0,0-1 0 0 0,-1 1 0 0 0,2 5 0 0 0,25 121 3484 0 0,-31-144-4238 0 0,1 1 0 0 0,0-1 0 0 0,1 1 0 0 0,0-1-1 0 0,3-13 1 0 0,-1 11 56 0 0,1 0 0 0 0,0-1 0 0 0,1 1-1 0 0,1 1 1 0 0,11-24 0 0 0,-13 32 142 0 0,0-1 1 0 0,1 1-1 0 0,0 0 1 0 0,0 0-1 0 0,0 0 1 0 0,1 0-1 0 0,0 1 1 0 0,0 0-1 0 0,1 0 0 0 0,-1 0 1 0 0,1 0-1 0 0,0 1 1 0 0,13-7-1 0 0,-17 10 94 0 0,0 0-1 0 0,1 1 1 0 0,-1-1-1 0 0,0 0 1 0 0,1 1-1 0 0,-1 0 1 0 0,0-1 0 0 0,1 1-1 0 0,-1 0 1 0 0,1 0-1 0 0,-1 0 1 0 0,1 0-1 0 0,-1 1 1 0 0,0-1-1 0 0,1 1 1 0 0,-1 0-1 0 0,0-1 1 0 0,1 1 0 0 0,-1 0-1 0 0,0 0 1 0 0,0 0-1 0 0,0 1 1 0 0,0-1-1 0 0,0 0 1 0 0,0 1-1 0 0,0 0 1 0 0,0-1-1 0 0,-1 1 1 0 0,1 0 0 0 0,0 0-1 0 0,-1 0 1 0 0,0 0-1 0 0,2 3 1 0 0,5 8 238 0 0,-1 1 1 0 0,0 0-1 0 0,-1 1 1 0 0,5 18 0 0 0,0-2-317 0 0,-9-24 41 0 0,-1-4-11 0 0,-1 0-1 0 0,1-1 0 0 0,0 1 0 0 0,0 0 1 0 0,0-1-1 0 0,0 1 0 0 0,1-1 0 0 0,-1 1 0 0 0,1-1 1 0 0,-1 0-1 0 0,1 1 0 0 0,0-1 0 0 0,0 0 0 0 0,2 2 1 0 0,-3-7-68 0 0,0-1 1 0 0,0 1 0 0 0,0-1-1 0 0,-1 1 1 0 0,1 0 0 0 0,-1-1 0 0 0,0 1-1 0 0,0-7 1 0 0,0 4-26 0 0,1-15-4 0 0,-1-2-64 0 0,8-44-1 0 0,-7 62 134 0 0,0 1 0 0 0,0-1 1 0 0,0 1-1 0 0,1-1 0 0 0,-1 1 0 0 0,1-1 1 0 0,0 1-1 0 0,1 0 0 0 0,-1 0 0 0 0,1 0 1 0 0,-1 0-1 0 0,1 0 0 0 0,1 1 0 0 0,-1-1 1 0 0,6-4-1 0 0,-7 7 39 0 0,0 0-1 0 0,0-1 1 0 0,1 1 0 0 0,-1 0-1 0 0,0 1 1 0 0,1-1 0 0 0,-1 0 0 0 0,1 1-1 0 0,-1-1 1 0 0,1 1 0 0 0,0 0-1 0 0,-1-1 1 0 0,1 1 0 0 0,-1 1-1 0 0,1-1 1 0 0,-1 0 0 0 0,1 1 0 0 0,-1-1-1 0 0,1 1 1 0 0,-1 0 0 0 0,4 1-1 0 0,5 3 197 0 0,-1 1 0 0 0,0 0-1 0 0,17 13 1 0 0,-21-14-711 0 0,1 0 1 0 0,0 0-1 0 0,0-1 0 0 0,0 1 0 0 0,0-2 0 0 0,13 6 1 0 0</inkml:trace>
</inkml:ink>
</file>

<file path=ppt/ink/ink1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3:07.870"/>
    </inkml:context>
    <inkml:brush xml:id="br0">
      <inkml:brushProperty name="width" value="0.1" units="cm"/>
      <inkml:brushProperty name="height" value="0.1" units="cm"/>
      <inkml:brushProperty name="color" value="#F6630D"/>
    </inkml:brush>
  </inkml:definitions>
  <inkml:trace contextRef="#ctx0" brushRef="#br0">4 12 3681 0 0,'0'0'28'0'0,"0"-1"-1"0"0,0 1 1 0 0,-1 0 0 0 0,1 0 0 0 0,0-1 0 0 0,0 1-1 0 0,-1 0 1 0 0,1 0 0 0 0,0-1 0 0 0,0 1 0 0 0,0 0 0 0 0,-1-1-1 0 0,1 1 1 0 0,0 0 0 0 0,0-1 0 0 0,0 1 0 0 0,0 0-1 0 0,0-1 1 0 0,0 1 0 0 0,0 0 0 0 0,0-1 0 0 0,0 1-1 0 0,0-1 1 0 0,0 1 0 0 0,0 0 0 0 0,0-1 0 0 0,0 1 0 0 0,0 0-1 0 0,0-1 1 0 0,0 1 0 0 0,1-1 0 0 0,11 2 2364 0 0,-8 3-1761 0 0,18 16 967 0 0,-1 2-1 0 0,-1 0 1 0 0,-1 1 0 0 0,-1 1 0 0 0,-1 0 0 0 0,25 51 0 0 0,-31-52-1528 0 0,11 38 0 0 0,-16-39-1508 0 0,-1 0 0 0 0,3 23-1 0 0</inkml:trace>
</inkml:ink>
</file>

<file path=ppt/ink/ink1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3:08.083"/>
    </inkml:context>
    <inkml:brush xml:id="br0">
      <inkml:brushProperty name="width" value="0.1" units="cm"/>
      <inkml:brushProperty name="height" value="0.1" units="cm"/>
      <inkml:brushProperty name="color" value="#F6630D"/>
    </inkml:brush>
  </inkml:definitions>
  <inkml:trace contextRef="#ctx0" brushRef="#br0">1 85 920 0 0,'17'-10'1110'0'0,"0"-1"0"0"0,1 2-1 0 0,1 0 1 0 0,0 1 0 0 0,0 1-1 0 0,34-7 1 0 0,-47 12-843 0 0,6-2 529 0 0,1 1 0 0 0,0 1-1 0 0,0-1 1 0 0,0 2-1 0 0,23 0 1 0 0,-34 1-663 0 0,0 0 1 0 0,0 0-1 0 0,1 0 0 0 0,-1 0 0 0 0,0 1 1 0 0,0-1-1 0 0,0 1 0 0 0,0 0 0 0 0,0-1 1 0 0,0 1-1 0 0,0 0 0 0 0,0 0 0 0 0,0 0 1 0 0,0 0-1 0 0,0 1 0 0 0,0-1 0 0 0,-1 0 1 0 0,1 1-1 0 0,-1 0 0 0 0,1-1 0 0 0,-1 1 1 0 0,1 0-1 0 0,-1-1 0 0 0,0 1 0 0 0,0 0 1 0 0,0 0-1 0 0,0 0 0 0 0,0 0 0 0 0,0 0 0 0 0,-1 0 1 0 0,1 0-1 0 0,-1 1 0 0 0,1-1 0 0 0,-1 0 1 0 0,0 0-1 0 0,0 0 0 0 0,0 1 0 0 0,0-1 1 0 0,0 0-1 0 0,-1 0 0 0 0,0 4 0 0 0,-3 11 39 0 0,0 0 0 0 0,-1-1 0 0 0,-1 0-1 0 0,-1 0 1 0 0,0 0 0 0 0,-1-1-1 0 0,-13 18 1 0 0,-12 26-3851 0 0,26-44-2595 0 0</inkml:trace>
</inkml:ink>
</file>

<file path=ppt/ink/ink1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3:08.278"/>
    </inkml:context>
    <inkml:brush xml:id="br0">
      <inkml:brushProperty name="width" value="0.1" units="cm"/>
      <inkml:brushProperty name="height" value="0.1" units="cm"/>
      <inkml:brushProperty name="color" value="#F6630D"/>
    </inkml:brush>
  </inkml:definitions>
  <inkml:trace contextRef="#ctx0" brushRef="#br0">1 30 6449 0 0,'0'-1'85'0'0,"0"0"-1"0"0,0 0 1 0 0,0 0-1 0 0,0 0 1 0 0,0 0-1 0 0,0-1 0 0 0,0 1 1 0 0,0 0-1 0 0,0 0 1 0 0,1 0-1 0 0,-1 0 1 0 0,0 0-1 0 0,1 0 0 0 0,-1 0 1 0 0,1 0-1 0 0,-1 0 1 0 0,1 0-1 0 0,0 1 1 0 0,-1-1-1 0 0,1 0 0 0 0,0 0 1 0 0,-1 0-1 0 0,1 1 1 0 0,0-1-1 0 0,0 0 1 0 0,0 1-1 0 0,0-1 1 0 0,0 1-1 0 0,0-1 0 0 0,0 1 1 0 0,0-1-1 0 0,0 1 1 0 0,0 0-1 0 0,0-1 1 0 0,0 1-1 0 0,0 0 0 0 0,0 0 1 0 0,0 0-1 0 0,2 0 1 0 0,-1 0 157 0 0,0 0 1 0 0,1 1-1 0 0,-1-1 1 0 0,0 1-1 0 0,0 0 1 0 0,0 0-1 0 0,0-1 1 0 0,0 1-1 0 0,0 0 1 0 0,0 1-1 0 0,-1-1 1 0 0,1 0-1 0 0,0 0 1 0 0,-1 1-1 0 0,1-1 1 0 0,-1 1-1 0 0,1 0 1 0 0,-1-1-1 0 0,2 4 0 0 0,2 5 176 0 0,0 1 0 0 0,-1 0-1 0 0,0 0 1 0 0,-1 0-1 0 0,3 18 1 0 0,6 20-639 0 0,-7-35-465 0 0</inkml:trace>
</inkml:ink>
</file>

<file path=ppt/ink/ink1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3:08.466"/>
    </inkml:context>
    <inkml:brush xml:id="br0">
      <inkml:brushProperty name="width" value="0.1" units="cm"/>
      <inkml:brushProperty name="height" value="0.1" units="cm"/>
      <inkml:brushProperty name="color" value="#F6630D"/>
    </inkml:brush>
  </inkml:definitions>
  <inkml:trace contextRef="#ctx0" brushRef="#br0">1 1 7026 0 0,'4'10'0'0'0,"-1"-4"0"0"0,-2-2 0 0 0</inkml:trace>
</inkml:ink>
</file>

<file path=ppt/ink/ink1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3:08.782"/>
    </inkml:context>
    <inkml:brush xml:id="br0">
      <inkml:brushProperty name="width" value="0.1" units="cm"/>
      <inkml:brushProperty name="height" value="0.1" units="cm"/>
      <inkml:brushProperty name="color" value="#F6630D"/>
    </inkml:brush>
  </inkml:definitions>
  <inkml:trace contextRef="#ctx0" brushRef="#br0">9 8 17052 0 0,'-4'-4'818'0'0,"-1"0"22"0"0,9 22-609 0 0,38 189 773 0 0,21 89 19 0 0,-47-239-2625 0 0,2-1 0 0 0,2-1 0 0 0,31 58 0 0 0,-50-111 1498 0 0,2 6-796 0 0,1 0-1 0 0,1-1 1 0 0,-1 1-1 0 0,1-1 1 0 0,0 0-1 0 0,1 0 1 0 0,0 0 0 0 0,9 7-1 0 0,-5-7-1290 0 0</inkml:trace>
</inkml:ink>
</file>

<file path=ppt/ink/ink1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3:09.478"/>
    </inkml:context>
    <inkml:brush xml:id="br0">
      <inkml:brushProperty name="width" value="0.1" units="cm"/>
      <inkml:brushProperty name="height" value="0.1" units="cm"/>
      <inkml:brushProperty name="color" value="#F6630D"/>
    </inkml:brush>
  </inkml:definitions>
  <inkml:trace contextRef="#ctx0" brushRef="#br0">122 85 5529 0 0,'-18'-21'2613'0'0,"-24"-21"80"0"0,39 39-2540 0 0,1 1 1 0 0,-1 0 0 0 0,0 0-1 0 0,0 0 1 0 0,0 1 0 0 0,0-1-1 0 0,0 1 1 0 0,0-1-1 0 0,-1 1 1 0 0,1 0 0 0 0,0 0-1 0 0,-1 1 1 0 0,-5-1-1 0 0,9 1-94 0 0,-1 0-1 0 0,0 0 0 0 0,1 0 1 0 0,-1 0-1 0 0,1 1 0 0 0,-1-1 1 0 0,0 0-1 0 0,1 1 0 0 0,-1-1 1 0 0,1 0-1 0 0,-1 1 0 0 0,1-1 1 0 0,-1 1-1 0 0,1-1 0 0 0,-1 1 1 0 0,1-1-1 0 0,0 1 0 0 0,-1-1 0 0 0,1 1 1 0 0,-1-1-1 0 0,1 1 0 0 0,0-1 1 0 0,0 1-1 0 0,-1 0 0 0 0,1-1 1 0 0,0 1-1 0 0,0 0 0 0 0,0-1 1 0 0,0 1-1 0 0,0-1 0 0 0,0 1 1 0 0,0 0-1 0 0,0-1 0 0 0,0 1 1 0 0,0 0-1 0 0,0-1 0 0 0,0 1 0 0 0,0 0 1 0 0,0-1-1 0 0,1 1 0 0 0,-1 0 1 0 0,1 0-1 0 0,10 35 775 0 0,-9-30-627 0 0,45 116 1940 0 0,-18-49-1495 0 0,-3 1 1 0 0,30 141-1 0 0,-50-182-2323 0 0,-2-1-5173 0 0</inkml:trace>
</inkml:ink>
</file>

<file path=ppt/ink/ink1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3:09.905"/>
    </inkml:context>
    <inkml:brush xml:id="br0">
      <inkml:brushProperty name="width" value="0.1" units="cm"/>
      <inkml:brushProperty name="height" value="0.1" units="cm"/>
      <inkml:brushProperty name="color" value="#F6630D"/>
    </inkml:brush>
  </inkml:definitions>
  <inkml:trace contextRef="#ctx0" brushRef="#br0">66 29 12443 0 0,'0'-1'193'0'0,"0"0"1"0"0,1 1 0 0 0,-1-1 0 0 0,0 0-1 0 0,0 0 1 0 0,0 0 0 0 0,0 1-1 0 0,0-1 1 0 0,0 0 0 0 0,0 0 0 0 0,0 0-1 0 0,0 1 1 0 0,0-1 0 0 0,0 0 0 0 0,-1 0-1 0 0,1 1 1 0 0,0-1 0 0 0,0 0-1 0 0,-1 0 1 0 0,1 1 0 0 0,-1-1 0 0 0,1 0-1 0 0,-1 1 1 0 0,1-1 0 0 0,-1 0 0 0 0,1 1-1 0 0,-1-1 1 0 0,1 1 0 0 0,-1-1-1 0 0,0 1 1 0 0,1-1 0 0 0,-1 1 0 0 0,0-1-1 0 0,1 1 1 0 0,-1 0 0 0 0,0 0-1 0 0,0-1 1 0 0,-1 0-184 0 0,1 1 0 0 0,0 0-1 0 0,0-1 1 0 0,0 1 0 0 0,-1 0 0 0 0,1-1-1 0 0,0 1 1 0 0,0 0 0 0 0,-1 0 0 0 0,1 0-1 0 0,0 0 1 0 0,0 0 0 0 0,-1 0-1 0 0,1 0 1 0 0,0 1 0 0 0,0-1 0 0 0,0 0-1 0 0,-1 1 1 0 0,1-1 0 0 0,0 1 0 0 0,0-1-1 0 0,0 1 1 0 0,0 0 0 0 0,0-1-1 0 0,0 1 1 0 0,-1 1 0 0 0,-1 1-486 0 0,1 1-1 0 0,0-1 1 0 0,0 1-1 0 0,0-1 1 0 0,0 1-1 0 0,1 0 1 0 0,-1 0-1 0 0,1 0 1 0 0,0 0 0 0 0,0 0-1 0 0,1 0 1 0 0,-1 6-1 0 0,2 51-2671 0 0,1-31 2961 0 0</inkml:trace>
</inkml:ink>
</file>

<file path=ppt/ink/ink1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3:10.334"/>
    </inkml:context>
    <inkml:brush xml:id="br0">
      <inkml:brushProperty name="width" value="0.1" units="cm"/>
      <inkml:brushProperty name="height" value="0.1" units="cm"/>
      <inkml:brushProperty name="color" value="#F6630D"/>
    </inkml:brush>
  </inkml:definitions>
  <inkml:trace contextRef="#ctx0" brushRef="#br0">94 0 5985 0 0,'-2'1'258'0'0,"0"0"1"0"0,0 0-1 0 0,0-1 0 0 0,0 1 0 0 0,-1 1 1 0 0,2-1-1 0 0,-1 0 0 0 0,0 0 0 0 0,0 1 0 0 0,0-1 1 0 0,0 1-1 0 0,1-1 0 0 0,-1 1 0 0 0,1 0 0 0 0,-1 0 1 0 0,1 0-1 0 0,0 0 0 0 0,0 0 0 0 0,-1 2 0 0 0,-21 44 1972 0 0,15-26-1742 0 0,1 1 0 0 0,1 0 0 0 0,1 0 0 0 0,1 1 1 0 0,1-1-1 0 0,2 1 0 0 0,0 0 0 0 0,1-1 0 0 0,1 1 0 0 0,2 0 0 0 0,5 26 1 0 0,3-3-115 0 0,1-1 0 0 0,3 0 1 0 0,2-1-1 0 0,33 65 1 0 0,-32-76-588 0 0,2-1 0 0 0,26 33 0 0 0,21 13-5870 0 0</inkml:trace>
</inkml:ink>
</file>

<file path=ppt/ink/ink1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3:10.809"/>
    </inkml:context>
    <inkml:brush xml:id="br0">
      <inkml:brushProperty name="width" value="0.1" units="cm"/>
      <inkml:brushProperty name="height" value="0.1" units="cm"/>
      <inkml:brushProperty name="color" value="#F6630D"/>
    </inkml:brush>
  </inkml:definitions>
  <inkml:trace contextRef="#ctx0" brushRef="#br0">6 536 3681 0 0,'-1'-1'68'0'0,"0"-1"1"0"0,0 0 0 0 0,1 0-1 0 0,-1 0 1 0 0,1 1-1 0 0,-1-1 1 0 0,1 0-1 0 0,0 0 1 0 0,-1 0 0 0 0,1 0-1 0 0,0 0 1 0 0,0 0-1 0 0,0 0 1 0 0,1 0 0 0 0,-1 1-1 0 0,0-1 1 0 0,1 0-1 0 0,-1 0 1 0 0,1 0-1 0 0,0 0 1 0 0,-1 1 0 0 0,1-1-1 0 0,0 0 1 0 0,3-3-1 0 0,2-4 723 0 0,1-1 0 0 0,1 1-1 0 0,9-9 1 0 0,-1 1-382 0 0,143-155 3507 0 0,-135 150-4114 0 0,1 0 0 0 0,1 2 1 0 0,1 1-1 0 0,1 1 1 0 0,32-16-1 0 0,-59 33 246 0 0,0 1 0 0 0,1-1 0 0 0,-1 1 0 0 0,0-1-1 0 0,0 0 1 0 0,1 1 0 0 0,-1 0 0 0 0,0-1 0 0 0,1 1 0 0 0,-1 0-1 0 0,1 0 1 0 0,-1 0 0 0 0,0 0 0 0 0,1 0 0 0 0,-1 0 0 0 0,1 0-1 0 0,-1 0 1 0 0,0 1 0 0 0,1-1 0 0 0,-1 0 0 0 0,0 1 0 0 0,1-1-1 0 0,-1 1 1 0 0,0-1 0 0 0,0 1 0 0 0,0 0 0 0 0,2 1 0 0 0,0 1 346 0 0,0 1 1 0 0,0 0-1 0 0,-1-1 0 0 0,0 1 1 0 0,0 0-1 0 0,0 0 1 0 0,2 5-1 0 0,2 5 91 0 0,1 0 12 0 0,1 0 0 0 0,1 0 0 0 0,13 17 0 0 0,-17-25-453 0 0,-1-1 0 0 0,1 1 0 0 0,0-1-1 0 0,0-1 1 0 0,1 1 0 0 0,-1-1 0 0 0,1 0 0 0 0,0 0 0 0 0,0-1 0 0 0,9 4 0 0 0,-15-7-40 0 0,1 0-1 0 0,-1 0 1 0 0,1 0 0 0 0,-1 0-1 0 0,1 0 1 0 0,-1-1-1 0 0,1 1 1 0 0,-1 0 0 0 0,1-1-1 0 0,-1 1 1 0 0,1 0 0 0 0,-1-1-1 0 0,1 1 1 0 0,-1 0-1 0 0,1-1 1 0 0,-1 1 0 0 0,0-1-1 0 0,1 1 1 0 0,-1 0-1 0 0,0-1 1 0 0,0 1 0 0 0,1-1-1 0 0,-1 1 1 0 0,0-1 0 0 0,0 0-1 0 0,0 1 1 0 0,1-1-1 0 0,-1 1 1 0 0,0-1 0 0 0,0 1-1 0 0,0-1 1 0 0,0 1 0 0 0,0-1-1 0 0,0 0 1 0 0,0 0-1 0 0,2-28 51 0 0,-2 24-27 0 0,2-28 403 0 0,11-58 1 0 0,-10 78-210 0 0,0-1-1 0 0,1 1 1 0 0,1-1 0 0 0,0 1-1 0 0,1 0 1 0 0,13-21 0 0 0,-19 33-205 0 0,1 1 0 0 0,-1-1 0 0 0,1 1 0 0 0,-1-1 0 0 0,1 1-1 0 0,0 0 1 0 0,-1-1 0 0 0,1 1 0 0 0,-1-1 0 0 0,1 1 0 0 0,0 0 0 0 0,-1 0 0 0 0,1-1 0 0 0,0 1 0 0 0,-1 0 0 0 0,1 0 0 0 0,0 0 0 0 0,0 0 0 0 0,-1 0 0 0 0,1 0 0 0 0,0 0 0 0 0,0 0 0 0 0,-1 0 0 0 0,1 0 0 0 0,0 0 0 0 0,-1 0 0 0 0,1 0 0 0 0,0 1 0 0 0,-1-1 0 0 0,1 0 0 0 0,0 1 0 0 0,-1-1 0 0 0,1 0 0 0 0,0 1 0 0 0,-1-1 0 0 0,1 1 0 0 0,-1-1 0 0 0,1 1 0 0 0,0 0 0 0 0,23 25 176 0 0,-21-22-167 0 0,17 20-7 0 0,-1 2 0 0 0,-2 0 0 0 0,0 1 0 0 0,-2 1 0 0 0,-1 0 0 0 0,-1 1 0 0 0,-2 0 0 0 0,-1 1 0 0 0,-1 0 0 0 0,-1 1 0 0 0,-2 0 0 0 0,-1 0 0 0 0,-2 1 0 0 0,-1-1 0 0 0,-1 1 0 0 0,-2-1 0 0 0,-1 1 0 0 0,-1-1 0 0 0,-2 0 1 0 0,-14 49-1 0 0,1-25-1130 0 0,-2-1 0 0 0,-28 51 0 0 0,20-52-6053 0 0</inkml:trace>
</inkml:ink>
</file>

<file path=ppt/ink/ink1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2:53:11.812"/>
    </inkml:context>
    <inkml:brush xml:id="br0">
      <inkml:brushProperty name="width" value="0.1" units="cm"/>
      <inkml:brushProperty name="height" value="0.1" units="cm"/>
      <inkml:brushProperty name="color" value="#F6630D"/>
    </inkml:brush>
  </inkml:definitions>
  <inkml:trace contextRef="#ctx0" brushRef="#br0">144 224 7834 0 0,'-3'-16'642'0'0,"-1"-1"1"0"0,0 1-1 0 0,-1 0 1 0 0,-1 0 0 0 0,0 1-1 0 0,-1-1 1 0 0,-1 1-1 0 0,0 1 1 0 0,-1 0-1 0 0,-1 0 1 0 0,-20-23 0 0 0,29 36-526 0 0,-1-1 1 0 0,0 0 0 0 0,0 1 0 0 0,0-1 0 0 0,0 1 0 0 0,0 0-1 0 0,0 0 1 0 0,0-1 0 0 0,0 1 0 0 0,0 1 0 0 0,0-1-1 0 0,-1 0 1 0 0,1 0 0 0 0,-4 0 0 0 0,5 1-73 0 0,1 0 1 0 0,0 0-1 0 0,-1 1 0 0 0,1-1 1 0 0,-1 0-1 0 0,1 0 0 0 0,-1 0 1 0 0,1 0-1 0 0,0 0 1 0 0,-1 1-1 0 0,1-1 0 0 0,0 0 1 0 0,-1 0-1 0 0,1 1 1 0 0,0-1-1 0 0,-1 0 0 0 0,1 0 1 0 0,0 1-1 0 0,-1-1 0 0 0,1 0 1 0 0,0 1-1 0 0,0-1 1 0 0,-1 1-1 0 0,1-1 0 0 0,0 0 1 0 0,0 1-1 0 0,0 0 1 0 0,1 22 614 0 0,91 372 1048 0 0,-23-80-3659 0 0,-48-239-4886 0 0</inkml:trace>
</inkml:ink>
</file>

<file path=ppt/ink/ink1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08:26.814"/>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552 420 5065 0 0,'-87'18'1094'0'0,"0"5"-1"0"0,-86 34 1 0 0,161-51-1091 0 0,25-7-11 0 0,25-7 71 0 0,195-87 2623 0 0,-74 27-1441 0 0,185-96-354 0 0,-15 6-178 0 0,-312 152-650 0 0,-11 5-104 0 0,-1-1-1 0 0,1 0 1 0 0,-1-1 0 0 0,0 1-1 0 0,0-1 1 0 0,0 0-1 0 0,6-4 1 0 0,-44 9-2105 0 0,-31 12 1282 0 0,0 3-1 0 0,-88 36 1 0 0,-117 67 314 0 0,-23 9-38 0 0,186-88 199 0 0,10-2-1185 0 0,-159 41 0 0 0,232-74 1075 0 0,4-2 411 0 0,37-11 507 0 0,221-58 2043 0 0,-137 41-1474 0 0,198-40 790 0 0,81-22-1157 0 0,232-94 221 0 0,-595 175-762 0 0,11-5 52 0 0,0 2-1 0 0,1 2 0 0 0,0 0 1 0 0,39-1-1 0 0,-68 6-137 0 0,0 1 0 0 0,-1 0 0 0 0,1 0-1 0 0,0 0 1 0 0,-1 0 0 0 0,1 0 0 0 0,0 0-1 0 0,0 0 1 0 0,-1 0 0 0 0,1 0 0 0 0,0 0 0 0 0,-1 1-1 0 0,1-1 1 0 0,0 0 0 0 0,-1 0 0 0 0,1 1 0 0 0,0-1-1 0 0,-1 0 1 0 0,1 1 0 0 0,-1-1 0 0 0,1 1 0 0 0,0-1-1 0 0,-1 0 1 0 0,1 1 0 0 0,-1 0 0 0 0,1-1 0 0 0,-1 1-1 0 0,0-1 1 0 0,1 2 0 0 0,-1-1-18 0 0,0 0 0 0 0,0 0 0 0 0,0 0-1 0 0,0 0 1 0 0,-1 0 0 0 0,1 0 0 0 0,0 1 0 0 0,-1-1 0 0 0,1 0 0 0 0,-1 0-1 0 0,1 0 1 0 0,-1 0 0 0 0,0 0 0 0 0,1-1 0 0 0,-3 3 0 0 0,-33 31-663 0 0,-10 3 642 0 0,-243 185 9 0 0,-17-22 117 0 0,160-114-401 0 0,-192 147 0 0 0,336-231 306 0 0,-19 18-149 0 0,20-13 99 0 0,16-5 38 0 0,3-4 87 0 0,1-1 1 0 0,-1-1-1 0 0,0-1 0 0 0,0-1 0 0 0,26-11 0 0 0,86-51 561 0 0,-76 38-454 0 0,765-337 2823 0 0,-534 245-2305 0 0,141-50-12 0 0,-426 172-676 0 0,0 1 0 0 0,0-1 0 0 0,0 0 0 0 0,0 0 0 0 0,0 0 0 0 0,-1 0 0 0 0,1 0 0 0 0,0 0 0 0 0,0 0 0 0 0,0 0 0 0 0,0 0 0 0 0,0 0 0 0 0,0 0 0 0 0,0 0 0 0 0,0 0 0 0 0,0 1 0 0 0,0-1 0 0 0,0 0 0 0 0,0 0 0 0 0,0 0 0 0 0,0 0 0 0 0,0 0 0 0 0,0 0 0 0 0,0 0 0 0 0,0 0 0 0 0,0 0 0 0 0,0 0 0 0 0,0 0 0 0 0,0 1 0 0 0,0-1 0 0 0,0 0 0 0 0,0 0 0 0 0,1 0 0 0 0,-1 0 0 0 0,0 0 0 0 0,0 0 0 0 0,0 0 0 0 0,0 0-1 0 0,0 0 1 0 0,0 0 0 0 0,0 0 0 0 0,0 0 0 0 0,0 0 0 0 0,0 0 0 0 0,0 0 0 0 0,0 0 0 0 0,0 0 0 0 0,0 0 0 0 0,1 0 0 0 0,-1 0 0 0 0,0 0 0 0 0,0 1 0 0 0,0-1 0 0 0,0 0 0 0 0,-10 11-36 0 0,-17 12 22 0 0,-320 202-309 0 0,-15-22-193 0 0,333-187 463 0 0,-9 4-39 0 0,-42 24-539 0 0,-114 80 0 0 0,174-104 493 0 0,20-20 138 0 0,0 0 1 0 0,0 0-1 0 0,0 0 1 0 0,0 1-1 0 0,0-1 1 0 0,0 0 0 0 0,0 0-1 0 0,-1 0 1 0 0,1 0-1 0 0,0 0 1 0 0,0 0-1 0 0,0 0 1 0 0,0 1-1 0 0,0-1 1 0 0,0 0-1 0 0,0 0 1 0 0,0 0-1 0 0,0 0 1 0 0,0 0 0 0 0,0 0-1 0 0,0 1 1 0 0,0-1-1 0 0,0 0 1 0 0,1 0-1 0 0,-1 0 1 0 0,0 0-1 0 0,0 0 1 0 0,0 0-1 0 0,0 0 1 0 0,0 1-1 0 0,0-1 1 0 0,0 0 0 0 0,0 0-1 0 0,0 0 1 0 0,0 0-1 0 0,0 0 1 0 0,1 0-1 0 0,-1 0 1 0 0,0 0-1 0 0,0 0 1 0 0,0 0-1 0 0,0 0 1 0 0,0 1-1 0 0,0-1 1 0 0,0 0 0 0 0,1 0-1 0 0,-1 0 1 0 0,0 0-1 0 0,0 0 1 0 0,16-3-22 0 0,17-11-671 0 0,0 0 0 0 0,0-3 0 0 0,32-21 1 0 0,10-6 310 0 0,661-298 4488 0 0,-614 288-3175 0 0,106-42 769 0 0,-192 83-1445 0 0,1 2-1 0 0,1 1 1 0 0,0 2-1 0 0,48-3 1 0 0,-83 10-248 0 0,1 1 0 0 0,0 0 0 0 0,-1 0 0 0 0,1 1 0 0 0,-1-1 0 0 0,1 1 0 0 0,-1 0 0 0 0,7 2 0 0 0,-10-3-17 0 0,1 0-1 0 0,0 1 1 0 0,-1-1-1 0 0,1 1 0 0 0,-1-1 1 0 0,1 1-1 0 0,-1-1 0 0 0,1 1 1 0 0,-1-1-1 0 0,1 1 0 0 0,-1-1 1 0 0,1 1-1 0 0,-1 0 1 0 0,0-1-1 0 0,1 1 0 0 0,-1 0 1 0 0,0-1-1 0 0,0 1 0 0 0,1 0 1 0 0,-1 0-1 0 0,0-1 0 0 0,0 1 1 0 0,0 0-1 0 0,0-1 1 0 0,0 1-1 0 0,0 0 0 0 0,0 0 1 0 0,0-1-1 0 0,0 1 0 0 0,0 0 1 0 0,-1 0-1 0 0,1-1 0 0 0,0 1 1 0 0,0 0-1 0 0,-1-1 1 0 0,1 1-1 0 0,0 0 0 0 0,-1-1 1 0 0,1 1-1 0 0,-1-1 0 0 0,1 1 1 0 0,-1-1-1 0 0,1 1 0 0 0,-1-1 1 0 0,1 1-1 0 0,-2 0 1 0 0,-13 16-343 0 0,0 0 1 0 0,-2 0-1 0 0,0-2 1 0 0,-29 21-1 0 0,-81 45-1195 0 0,-58 30 1593 0 0,-263 164 128 0 0,438-268-174 0 0,-72 46-375 0 0,-124 106 0 0 0,203-156 367 0 0,1-1 0 0 0,-1 0 0 0 0,1 1 0 0 0,0-1 0 0 0,0 1 0 0 0,0 0 0 0 0,0 0 1 0 0,1 0-1 0 0,-3 5 0 0 0,4-8 5 0 0,0 1-1 0 0,0-1 1 0 0,0 1 0 0 0,0-1 0 0 0,-1 1 0 0 0,1-1-1 0 0,0 1 1 0 0,0-1 0 0 0,1 1 0 0 0,-1-1-1 0 0,0 1 1 0 0,0-1 0 0 0,0 1 0 0 0,0-1 0 0 0,0 1-1 0 0,0-1 1 0 0,1 1 0 0 0,-1-1 0 0 0,0 1 0 0 0,0-1-1 0 0,1 1 1 0 0,-1-1 0 0 0,1 1 0 0 0,0 0-15 0 0,0 0-1 0 0,1-1 1 0 0,-1 1 0 0 0,0 0 0 0 0,1-1 0 0 0,-1 1-1 0 0,0-1 1 0 0,1 0 0 0 0,-1 1 0 0 0,0-1 0 0 0,1 0-1 0 0,-1 0 1 0 0,2 0 0 0 0,10 0-140 0 0,-1-1-1 0 0,0 0 1 0 0,-1-1-1 0 0,1-1 1 0 0,0 1 0 0 0,21-10-1 0 0,70-34-526 0 0,-67 28 953 0 0,190-92 1428 0 0,375-164 619 0 0,-522 241-2295 0 0,78-27 192 0 0,-133 52-444 0 0,0 2 1 0 0,1 0-1 0 0,0 2 1 0 0,37-3-1 0 0,-60 7 124 0 0,-1 0-1 0 0,1 0 1 0 0,0 0 0 0 0,0 0-1 0 0,0 0 1 0 0,0 0 0 0 0,0 0 0 0 0,-1 0-1 0 0,1 1 1 0 0,0-1 0 0 0,0 1-1 0 0,0-1 1 0 0,-1 1 0 0 0,1 0-1 0 0,0 0 1 0 0,-1 0 0 0 0,3 2 0 0 0,-3-2 12 0 0,-1 0 0 0 0,0 0 0 0 0,0 1 0 0 0,0-1 0 0 0,0 0 0 0 0,0 0 0 0 0,0 1 0 0 0,0-1 1 0 0,-1 0-1 0 0,1 0 0 0 0,0 0 0 0 0,-1 1 0 0 0,1-1 0 0 0,0 0 0 0 0,-1 0 0 0 0,0 0 0 0 0,1 0 1 0 0,-1 0-1 0 0,0 0 0 0 0,1 0 0 0 0,-1 0 0 0 0,0 0 0 0 0,0 0 0 0 0,0 0 0 0 0,0-1 0 0 0,0 1 0 0 0,-1 1 1 0 0,-180 160-1100 0 0,71-68 1477 0 0,-170 155-258 0 0,273-243-21 0 0,3-2-1 0 0,1-1 1 0 0,-1 1 0 0 0,1 0 0 0 0,-1 0-1 0 0,1 0 1 0 0,1 1 0 0 0,-1-1 0 0 0,1 1-1 0 0,-1 0 1 0 0,1 0 0 0 0,1 0 0 0 0,-5 11-1 0 0,7-15 3 0 0,0 0 0 0 0,0-1 0 0 0,0 1-1 0 0,0 0 1 0 0,0 0 0 0 0,1 0 0 0 0,-1-1-1 0 0,0 1 1 0 0,0 0 0 0 0,1 0-1 0 0,-1-1 1 0 0,0 1 0 0 0,1 0 0 0 0,-1-1-1 0 0,1 1 1 0 0,-1 0 0 0 0,1-1 0 0 0,-1 1-1 0 0,1-1 1 0 0,0 1 0 0 0,-1-1-1 0 0,1 1 1 0 0,0-1 0 0 0,-1 1 0 0 0,1-1-1 0 0,0 0 1 0 0,-1 1 0 0 0,1-1 0 0 0,0 0-1 0 0,0 0 1 0 0,-1 1 0 0 0,1-1-1 0 0,0 0 1 0 0,0 0 0 0 0,1 0 0 0 0,32 1 76 0 0,-33-1-78 0 0,21-2 14 0 0,1-1 0 0 0,-1-1 0 0 0,1-1-1 0 0,-1-1 1 0 0,-1-1 0 0 0,22-10 0 0 0,125-68 243 0 0,-85 40 274 0 0,752-360 5746 0 0,-808 393-6100 0 0,661-281 1794 0 0,-669 286-1965 0 0,-9 3-29 0 0,0 0 0 0 0,0 0 0 0 0,0 1 0 0 0,0 1 0 0 0,19-3 0 0 0,-29 5 9 0 0,1 0 0 0 0,-1 0 1 0 0,0 0-1 0 0,0 0 0 0 0,0 0 0 0 0,0 0 1 0 0,0 0-1 0 0,0 0 0 0 0,0 0 0 0 0,1 0 1 0 0,-1 0-1 0 0,0 0 0 0 0,0 0 0 0 0,0 0 1 0 0,0 0-1 0 0,0 0 0 0 0,0 0 0 0 0,0 0 1 0 0,1 0-1 0 0,-1 0 0 0 0,0 1 0 0 0,0-1 1 0 0,0 0-78 0 0,0 0 78 0 0,0 0-1 0 0,0 1 0 0 0,0-1 0 0 0,1 0 1 0 0,-1 0-1 0 0,0 0 0 0 0,0 0 0 0 0,0 0 1 0 0,0 0-1 0 0,0 0 0 0 0,0 1 0 0 0,0-1 1 0 0,0 0-1 0 0,0 0 0 0 0,0 0 0 0 0,0 0 1 0 0,0 0-1 0 0,0 0 0 0 0,-1 0 0 0 0,1 1 1 0 0,0-1-1 0 0,-5 8-323 0 0,-9 8-36 0 0,-34 27-402 0 0,-2-2 1 0 0,-90 56-1 0 0,-121 53 318 0 0,92-56-397 0 0,68-37 325 0 0,19-12-438 0 0,3 3 1 0 0,-84 66-1 0 0,162-113 931 0 0,0-1-1 0 0,1 0 1 0 0,-1 1 0 0 0,0-1 0 0 0,0 1-1 0 0,1 0 1 0 0,-1-1 0 0 0,0 1-1 0 0,1 0 1 0 0,-1-1 0 0 0,0 1 0 0 0,1 0-1 0 0,-1 0 1 0 0,1-1 0 0 0,-1 1 0 0 0,1 0-1 0 0,0 0 1 0 0,-1 0 0 0 0,1 0-1 0 0,-1 1 1 0 0,17-1-690 0 0,29-15-366 0 0,299-148 417 0 0,-1 1 4697 0 0,-214 106-2706 0 0,237-88 2156 0 0,-294 119-2944 0 0,-34 10-99 0 0,0 1 0 0 0,54-9 1 0 0,-91 22-422 0 0,0-1 0 0 0,1 1 0 0 0,-1-1 0 0 0,0 1 0 0 0,0 0 0 0 0,1 0 0 0 0,-1 0 0 0 0,0 0 0 0 0,1 0 1 0 0,-1 0-1 0 0,0 0 0 0 0,1 0 0 0 0,-1 1 0 0 0,0-1 0 0 0,0 0 0 0 0,1 1 0 0 0,-1-1 0 0 0,0 1 1 0 0,0 0-1 0 0,2 0 0 0 0,-3 0-22 0 0,1 0 0 0 0,-1 0 0 0 0,0 0 0 0 0,0 0 0 0 0,0-1 0 0 0,0 1 0 0 0,0 0 1 0 0,0 0-1 0 0,0 0 0 0 0,0-1 0 0 0,-1 1 0 0 0,1 0 0 0 0,0 0 0 0 0,0 0 0 0 0,-1-1 0 0 0,1 1 0 0 0,0 0 0 0 0,-1 0 1 0 0,1-1-1 0 0,-1 1 0 0 0,1 0 0 0 0,-1-1 0 0 0,0 1 0 0 0,-7 9-226 0 0,0-1 0 0 0,-18 15-1 0 0,26-23 239 0 0,-59 45-491 0 0,-2-3 1 0 0,-120 64-1 0 0,26-17 435 0 0,129-74 85 0 0,-77 47-22 0 0,3 5-1 0 0,-91 81 1 0 0,189-147-14 0 0,-1 0 1 0 0,1 0-1 0 0,0 0 1 0 0,0 0-1 0 0,0 0 0 0 0,1 1 1 0 0,-1-1-1 0 0,0 1 1 0 0,1-1-1 0 0,-1 1 0 0 0,1 0 1 0 0,0 0-1 0 0,-1 3 1 0 0,2-6-3 0 0,0 1-1 0 0,0-1 1 0 0,0 1 0 0 0,0-1 0 0 0,0 1 0 0 0,0-1 0 0 0,1 1 0 0 0,-1-1-1 0 0,0 1 1 0 0,0-1 0 0 0,0 1 0 0 0,0-1 0 0 0,1 1 0 0 0,-1-1 0 0 0,0 1-1 0 0,0-1 1 0 0,1 1 0 0 0,-1-1 0 0 0,0 0 0 0 0,1 1 0 0 0,-1-1 0 0 0,1 0-1 0 0,-1 1 1 0 0,0-1 0 0 0,1 0 0 0 0,-1 1 0 0 0,1-1 0 0 0,2 1-22 0 0,-1-1 0 0 0,0 1 0 0 0,0-1 0 0 0,1 1 1 0 0,-1-1-1 0 0,0 0 0 0 0,0 0 0 0 0,1 0 0 0 0,-1 0 1 0 0,3-1-1 0 0,32-4-349 0 0,1-2 0 0 0,-1-2 0 0 0,-1-2 0 0 0,39-15-1 0 0,140-73 621 0 0,-76 33 490 0 0,720-263 3410 0 0,-856 328-4094 0 0,57-14 507 0 0,-58 14-515 0 0,1 1 1 0 0,0 0-1 0 0,-1-1 1 0 0,1 1-1 0 0,0 0 0 0 0,0 0 1 0 0,-1 0-1 0 0,1 0 1 0 0,0 1-1 0 0,-1-1 1 0 0,1 1-1 0 0,0 0 0 0 0,-1 0 1 0 0,1 0-1 0 0,-1 0 1 0 0,1 0-1 0 0,-1 0 0 0 0,5 4 1 0 0,-6-4-39 0 0,-1 1-1 0 0,1-1 1 0 0,0 1 0 0 0,-1 0 0 0 0,1-1 0 0 0,-1 1-1 0 0,0 0 1 0 0,1 0 0 0 0,-1-1 0 0 0,0 1 0 0 0,0 0-1 0 0,0 0 1 0 0,0-1 0 0 0,-1 1 0 0 0,1 0 0 0 0,0 0-1 0 0,-1-1 1 0 0,1 1 0 0 0,-1 0 0 0 0,1-1 0 0 0,-1 1-1 0 0,0 0 1 0 0,0-1 0 0 0,0 1 0 0 0,0-1-1 0 0,0 0 1 0 0,0 1 0 0 0,-2 1 0 0 0,-37 41-410 0 0,38-42 387 0 0,-89 77-202 0 0,-143 94 0 0 0,131-101 93 0 0,-109 99 0 0 0,202-162 102 0 0,-23 23-363 0 0,31-30 300 0 0,1 0 1 0 0,-1 1-1 0 0,0-1 0 0 0,1 0 1 0 0,-1 1-1 0 0,1-1 1 0 0,0 1-1 0 0,0 0 0 0 0,0-1 1 0 0,0 1-1 0 0,0 0 0 0 0,0 3 1 0 0,1-6 40 0 0,0 1 1 0 0,0 0 0 0 0,0-1-1 0 0,0 1 1 0 0,0-1-1 0 0,0 1 1 0 0,0-1-1 0 0,0 1 1 0 0,0-1-1 0 0,1 1 1 0 0,-1 0 0 0 0,0-1-1 0 0,0 1 1 0 0,0-1-1 0 0,1 1 1 0 0,-1-1-1 0 0,0 0 1 0 0,1 1 0 0 0,-1-1-1 0 0,1 1 1 0 0,-1-1-1 0 0,0 0 1 0 0,1 1-1 0 0,-1-1 1 0 0,1 0-1 0 0,-1 1 1 0 0,1-1 0 0 0,0 1-1 0 0,20 1-1040 0 0,25-12-386 0 0,-43 9 1331 0 0,216-73-2495 0 0,98-66 4463 0 0,-223 94-1056 0 0,188-86 1689 0 0,-209 102-898 0 0,148-39 0 0 0,-185 65-1047 0 0,-35 4-500 0 0,-1 0-1 0 0,1 0 1 0 0,-1 0 0 0 0,1 0-1 0 0,-1 0 1 0 0,0 0 0 0 0,1 0-1 0 0,-1 0 1 0 0,1 0 0 0 0,-1 0-1 0 0,0 0 1 0 0,1 1 0 0 0,-1-1 0 0 0,0 0-1 0 0,1 0 1 0 0,-1 0 0 0 0,1 1-1 0 0,-1-1 1 0 0,0 0 0 0 0,0 1-1 0 0,1-1 1 0 0,-1 0 0 0 0,0 1-1 0 0,1-1 1 0 0,-1 0 0 0 0,0 1 0 0 0,0 0-9 0 0,0 0 1 0 0,0 0 0 0 0,0 0 0 0 0,-1 0 0 0 0,1 0 0 0 0,0 0 0 0 0,-1 0 0 0 0,1-1 0 0 0,0 1 0 0 0,-1 0 0 0 0,1 0 0 0 0,-1 0 0 0 0,0-1 0 0 0,1 1 0 0 0,-1 0 0 0 0,1-1 0 0 0,-3 2 0 0 0,-36 35-506 0 0,-81 59 0 0 0,56-48 332 0 0,-76 54 19 0 0,-42 34-1661 0 0,147-105-3197 0 0</inkml:trace>
</inkml:ink>
</file>

<file path=ppt/ink/ink1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08:29.746"/>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664 147 5529 0 0,'7'-23'5080'0'0,"-17"34"-4821"0"0,-395 411 119 0 0,371-391-326 0 0,14-15 7 0 0,1 1 0 0 0,1 1 1 0 0,0 1-1 0 0,-25 36 0 0 0,39-47-45 0 0,6-5 21 0 0,13-11 81 0 0,19-19 120 0 0,215-180 286 0 0,-7 7 229 0 0,-207 169-506 0 0,95-77 432 0 0,-275 240-1928 0 0,-284 257 1008 0 0,418-379 238 0 0,-197 193-458 0 0,194-183-27 0 0,14-20 465 0 0,0 0 0 0 0,0 0 1 0 0,0 1-1 0 0,1-1 1 0 0,-1 0-1 0 0,0 0 0 0 0,0 0 1 0 0,0 1-1 0 0,0-1 1 0 0,44-16-2882 0 0,346-256-3447 0 0,-25 15 7514 0 0,-171 129 1076 0 0,14-8 1581 0 0,-108 81-1634 0 0,-86 48-1856 0 0,1 1-1 0 0,-1 1 0 0 0,1 1 1 0 0,0 0-1 0 0,20-3 1 0 0,-33 7-299 0 0,0-1-1 0 0,-1 1 1 0 0,1 0 0 0 0,0 0 0 0 0,0 0 0 0 0,-1 0 0 0 0,1 0 0 0 0,0 0 0 0 0,-1 0 0 0 0,1 0 0 0 0,0 1 0 0 0,-1-1 0 0 0,1 1 0 0 0,0-1 0 0 0,-1 1 0 0 0,1 0 0 0 0,-1 0 0 0 0,1-1 0 0 0,-1 1 0 0 0,1 0-1 0 0,1 2 1 0 0,-3-2-28 0 0,1 0 0 0 0,0 1 0 0 0,-1-1-1 0 0,1 1 1 0 0,-1-1 0 0 0,0 0 0 0 0,1 1 0 0 0,-1-1-1 0 0,0 1 1 0 0,0-1 0 0 0,0 1 0 0 0,0-1-1 0 0,0 1 1 0 0,0-1 0 0 0,0 0 0 0 0,-1 1-1 0 0,1-1 1 0 0,-1 1 0 0 0,0 1 0 0 0,-4 9-113 0 0,0-1 0 0 0,-1 1 0 0 0,0-1 0 0 0,-10 13 0 0 0,15-23 104 0 0,-276 339-1279 0 0,182-231 1372 0 0,-202 206-378 0 0,204-219 157 0 0,82-85 104 0 0,-2 2-66 0 0,0 0 0 0 0,1 0 1 0 0,1 2-1 0 0,0-1 1 0 0,-10 20-1 0 0,21-34 85 0 0,-1 0-1 0 0,1 1 1 0 0,0-1-1 0 0,0 0 1 0 0,0 0-1 0 0,-1 0 1 0 0,1 1-1 0 0,0-1 1 0 0,0 0-1 0 0,0 0 1 0 0,0 1 0 0 0,0-1-1 0 0,0 0 1 0 0,0 0-1 0 0,0 1 1 0 0,-1-1-1 0 0,1 0 1 0 0,0 1-1 0 0,0-1 1 0 0,0 0-1 0 0,0 0 1 0 0,0 1-1 0 0,1-1 1 0 0,-1 0-1 0 0,0 1 1 0 0,0-1 0 0 0,0 0-1 0 0,0 0 1 0 0,0 1-1 0 0,0-1 1 0 0,0 0-1 0 0,0 0 1 0 0,1 1-1 0 0,-1-1 1 0 0,0 0-1 0 0,0 0 1 0 0,0 0-1 0 0,0 1 1 0 0,1-1-1 0 0,-1 0 1 0 0,0 0 0 0 0,0 0-1 0 0,1 0 1 0 0,-1 1-1 0 0,0-1 1 0 0,0 0-1 0 0,1 0 1 0 0,17-3-520 0 0,21-15-184 0 0,122-81-49 0 0,195-159 0 0 0,21-14 3733 0 0,-265 199-2016 0 0,325-197 2881 0 0,-424 263-3632 0 0,44-22 390 0 0,-52 27-521 0 0,0 0 0 0 0,0 0 1 0 0,0 1-1 0 0,0 0 1 0 0,0 0-1 0 0,0 0 0 0 0,0 0 1 0 0,0 1-1 0 0,9 0 0 0 0,-13 0-83 0 0,-1 1 0 0 0,1-1 0 0 0,-1 0 0 0 0,0 0 0 0 0,1 0 0 0 0,-1 0 0 0 0,1 1 1 0 0,-1-1-1 0 0,1 0 0 0 0,-1 0 0 0 0,0 1 0 0 0,1-1 0 0 0,-1 0 0 0 0,0 1 0 0 0,1-1 0 0 0,-1 1 0 0 0,0-1 0 0 0,1 0 0 0 0,-1 1 0 0 0,0-1 0 0 0,0 1 0 0 0,1-1 0 0 0,-1 1 0 0 0,0-1 0 0 0,0 1 0 0 0,0-1 0 0 0,0 1 0 0 0,0-1 0 0 0,0 1 0 0 0,0-1 0 0 0,0 0 0 0 0,0 1 0 0 0,0-1 0 0 0,0 1 0 0 0,0-1 0 0 0,0 1 0 0 0,0-1 0 0 0,0 1 0 0 0,0-1 0 0 0,-1 1 0 0 0,1-1 0 0 0,0 1 0 0 0,0-1 0 0 0,0 1 0 0 0,-1-1 0 0 0,0 1 0 0 0,-13 24-523 0 0,13-24 523 0 0,-28 38-752 0 0,-2-1 0 0 0,-2-2 0 0 0,-56 49 0 0 0,-124 84 606 0 0,56-47 294 0 0,111-84-30 0 0,-301 235 95 0 0,315-251-216 0 0,-6 4-455 0 0,2 2 0 0 0,-52 50-1 0 0,83-69-311 0 0,14-11 126 0 0,16-8-50 0 0,176-109-1846 0 0,-121 69 2114 0 0,190-126-380 0 0,86-51 1638 0 0,-281 184-116 0 0,181-99 2618 0 0,-187 108-1301 0 0,129-45 0 0 0,-195 78-1986 0 0,9-2 158 0 0,-1-1 1 0 0,1 2-1 0 0,22-3 1 0 0,-33 4-171 0 0,1 1 1 0 0,0 0-1 0 0,0 0 1 0 0,-1 1-1 0 0,1-1 1 0 0,0 0-1 0 0,0 0 1 0 0,-1 1-1 0 0,1-1 1 0 0,0 1-1 0 0,-1 0 1 0 0,1-1-1 0 0,-1 1 1 0 0,4 2-1 0 0,-4-2-20 0 0,-1 0 1 0 0,1 0-1 0 0,0 0 0 0 0,-1 0 1 0 0,1 0-1 0 0,-1 0 0 0 0,1 0 1 0 0,-1 1-1 0 0,1-1 0 0 0,-1 0 0 0 0,0 0 1 0 0,1 0-1 0 0,-1 1 0 0 0,0-1 1 0 0,0 0-1 0 0,0 0 0 0 0,0 1 1 0 0,0-1-1 0 0,0 0 0 0 0,-1 0 0 0 0,1 0 1 0 0,0 1-1 0 0,-1-1 0 0 0,0 1 1 0 0,-3 10-135 0 0,-1 0 1 0 0,0 0 0 0 0,-1 0-1 0 0,0-1 1 0 0,-1 0-1 0 0,0-1 1 0 0,-15 17 0 0 0,-67 65-214 0 0,76-80 342 0 0,-142 133-16 0 0,-94 93 47 0 0,210-200-140 0 0,25-27 12 0 0,1 2 0 0 0,1 0-1 0 0,0 0 1 0 0,0 1 0 0 0,-11 18 0 0 0,23-31 89 0 0,0-1-1 0 0,0 0 1 0 0,0 0 0 0 0,0 0-1 0 0,0 0 1 0 0,0 0 0 0 0,0 0-1 0 0,-1 0 1 0 0,1 1 0 0 0,0-1-1 0 0,0 0 1 0 0,0 0 0 0 0,0 0-1 0 0,0 0 1 0 0,0 0 0 0 0,0 1-1 0 0,0-1 1 0 0,0 0 0 0 0,0 0-1 0 0,0 0 1 0 0,0 0 0 0 0,0 0-1 0 0,0 1 1 0 0,0-1 0 0 0,0 0-1 0 0,0 0 1 0 0,1 0 0 0 0,-1 0-1 0 0,0 0 1 0 0,0 0 0 0 0,0 1-1 0 0,0-1 1 0 0,0 0 0 0 0,0 0-1 0 0,0 0 1 0 0,0 0 0 0 0,0 0-1 0 0,0 0 1 0 0,1 0 0 0 0,-1 0-1 0 0,0 1 1 0 0,0-1 0 0 0,0 0-1 0 0,0 0 1 0 0,0 0 0 0 0,0 0-1 0 0,1 0 1 0 0,-1 0 0 0 0,0 0-1 0 0,0 0 1 0 0,0 0 0 0 0,0 0-1 0 0,0 0 1 0 0,1 0 0 0 0,12-1-612 0 0,15-8-365 0 0,31-18-641 0 0,-1-2 0 0 0,56-40 0 0 0,-31 19 507 0 0,19-10 1080 0 0,530-293 3233 0 0,-536 302-2306 0 0,43-22 519 0 0,-114 62-961 0 0,1 0 0 0 0,0 2-1 0 0,41-9 1 0 0,-62 17-391 0 0,0 0 1 0 0,-1 1-1 0 0,1-1 0 0 0,0 1 1 0 0,0 0-1 0 0,0 0 1 0 0,0 1-1 0 0,-1 0 0 0 0,1-1 1 0 0,0 2-1 0 0,5 0 0 0 0,-9-1-45 0 0,0-1 0 0 0,0 1-1 0 0,0 0 1 0 0,0-1 0 0 0,0 1 0 0 0,0-1-1 0 0,-1 1 1 0 0,1 0 0 0 0,0 0-1 0 0,0 0 1 0 0,-1-1 0 0 0,1 1 0 0 0,0 0-1 0 0,-1 0 1 0 0,1 0 0 0 0,-1 0 0 0 0,1 0-1 0 0,-1 0 1 0 0,1 0 0 0 0,-1 2-1 0 0,0 0-21 0 0,0-1 0 0 0,0 0 0 0 0,0 1 0 0 0,0-1-1 0 0,-1 0 1 0 0,1 1 0 0 0,-1-1 0 0 0,1 0 0 0 0,-1 1-1 0 0,0-1 1 0 0,0 0 0 0 0,0 0 0 0 0,-2 4-1 0 0,-6 7-34 0 0,-1 1 0 0 0,0-2-1 0 0,0 1 1 0 0,-24 20 0 0 0,-57 41-44 0 0,38-33 88 0 0,-180 140 320 0 0,-111 96-113 0 0,335-270-241 0 0,6-5 31 0 0,1 0 0 0 0,0 0 0 0 0,-1-1 0 0 0,1 1 0 0 0,0 1 0 0 0,0-1 0 0 0,0 0 0 0 0,0 1 0 0 0,0-1 0 0 0,1 1 0 0 0,-3 3 0 0 0,4-5 5 0 0,0-1 0 0 0,1 0 1 0 0,-1 0-1 0 0,0 1 0 0 0,0-1 1 0 0,0 0-1 0 0,0 0 0 0 0,0 1 0 0 0,0-1 1 0 0,1 0-1 0 0,-1 0 0 0 0,0 0 1 0 0,0 1-1 0 0,0-1 0 0 0,1 0 0 0 0,-1 0 1 0 0,0 0-1 0 0,0 1 0 0 0,0-1 1 0 0,1 0-1 0 0,-1 0 0 0 0,0 0 0 0 0,0 0 1 0 0,1 0-1 0 0,-1 0 0 0 0,0 0 1 0 0,1 0-1 0 0,-1 0 0 0 0,0 0 1 0 0,0 0-1 0 0,1 0 0 0 0,-1 0 0 0 0,0 0 1 0 0,0 0-1 0 0,1 0 0 0 0,-1 0 1 0 0,0 0-1 0 0,1 0 0 0 0,-1 0 0 0 0,1 0 1 0 0,14-3-525 0 0,-15 2 471 0 0,32-9-1073 0 0,0-2 0 0 0,57-31-1 0 0,-36 17 249 0 0,288-162-1152 0 0,-27 12 4119 0 0,-196 111-1024 0 0,-69 37 114 0 0,93-38 781 0 0,-141 66-1938 0 0,-13 10 280 0 0,-18 13-232 0 0,-661 499-216 0 0,530-403-872 0 0,119-89 500 0 0,42-30 517 0 0,0 1-1 0 0,0-1 0 0 0,0 0 0 0 0,1 0-27 0 0,-1 0 27 0 0,0 0 0 0 0,0 0 1 0 0,0 0-1 0 0,0 0 0 0 0,0 0 0 0 0,0 0 0 0 0,0 0 1 0 0,0 0-1 0 0,0 0 0 0 0,0 0 0 0 0,0 1 0 0 0,0-1 1 0 0,0 0-1 0 0,0 0 0 0 0,0 0 0 0 0,0 0 0 0 0,0 0 0 0 0,0 0 1 0 0,0 0-1 0 0,0 0 0 0 0,0 0 0 0 0,0 0 0 0 0,0 0 1 0 0,0 0-1 0 0,0 0 0 0 0,0 0 0 0 0,0 1 0 0 0,0-1 1 0 0,0 0-1 0 0,0 0 0 0 0,-1 0-7 0 0,14-4-38 0 0,18-7-24 0 0,60-37-663 0 0,159-113 0 0 0,-74 43 716 0 0,484-252 1949 0 0,-562 320-1165 0 0,-30 14 698 0 0,81-30-1 0 0,-146 65-1385 0 0,-1 0-1 0 0,1 0 1 0 0,0 0-1 0 0,0 0 1 0 0,-1 1-1 0 0,1-1 1 0 0,0 1 0 0 0,0 0-1 0 0,-1 0 1 0 0,1 0-1 0 0,0 0 1 0 0,3 1-1 0 0,-6-1-55 0 0,0 0 1 0 0,1 0-1 0 0,-1 0 0 0 0,0 1 0 0 0,1-1 0 0 0,-1 0 0 0 0,0 0 0 0 0,1 1 0 0 0,-1-1 0 0 0,0 0 0 0 0,0 0 1 0 0,1 1-1 0 0,-1-1 0 0 0,0 0 0 0 0,0 1 0 0 0,1-1 0 0 0,-1 0 0 0 0,0 1 0 0 0,0-1 0 0 0,0 0 1 0 0,0 1-1 0 0,0-1 0 0 0,0 0 0 0 0,1 1 0 0 0,-1-1 0 0 0,0 1 0 0 0,0-1 0 0 0,0 0 0 0 0,0 1 0 0 0,0 0 1 0 0,-11 20 259 0 0,-14 7-492 0 0,-1-1-1 0 0,-1-1 1 0 0,-1-2 0 0 0,-1 0-1 0 0,-34 20 1 0 0,11-7-52 0 0,-87 64-264 0 0,-281 222-253 0 0,389-297 570 0 0,16-14 73 0 0,0 1 0 0 0,-16 17 0 0 0,38-30 154 0 0,-1-1-1 0 0,0 0 1 0 0,0-1 0 0 0,12-4 0 0 0,259-137 763 0 0,-77 36-160 0 0,129-43 261 0 0,-255 121-843 0 0,1 4 0 0 0,121-25 0 0 0,-187 49 5 0 0,0 0 1 0 0,0 0-1 0 0,1 1 0 0 0,-1 0 1 0 0,0 0-1 0 0,12 2 0 0 0,-19-1-29 0 0,-1-1 1 0 0,1 0-1 0 0,-1 0 0 0 0,1 1 0 0 0,-1-1 0 0 0,0 0 0 0 0,1 1 0 0 0,-1 0 0 0 0,0-1 1 0 0,1 1-1 0 0,-1 0 0 0 0,0-1 0 0 0,0 1 0 0 0,1 0 0 0 0,-1 0 0 0 0,0 0 0 0 0,0 0 1 0 0,0 0-1 0 0,0 0 0 0 0,0 1 0 0 0,-1-1 0 0 0,1 0 0 0 0,0 0 0 0 0,0 1 1 0 0,-1-1-1 0 0,1 0 0 0 0,-1 1 0 0 0,1-1 0 0 0,-1 1 0 0 0,0-1 0 0 0,1 1 0 0 0,-1-1 1 0 0,0 1-1 0 0,0-1 0 0 0,0 1 0 0 0,0-1 0 0 0,0 0 0 0 0,0 1 0 0 0,-1-1 0 0 0,1 1 1 0 0,0-1-1 0 0,-1 1 0 0 0,1-1 0 0 0,-1 0 0 0 0,0 1 0 0 0,1-1 0 0 0,-2 2 0 0 0,-6 12 78 0 0,0 0 0 0 0,-1 0 0 0 0,-1 0 0 0 0,0-1-1 0 0,-23 23 1 0 0,-71 60 571 0 0,62-60-568 0 0,-163 133-274 0 0,171-142 128 0 0,28-24-41 0 0,3-2 14 0 0,1-1-1 0 0,0 1 0 0 0,0 0 1 0 0,0-1-1 0 0,0 1 0 0 0,0 0 0 0 0,0 0 1 0 0,1 1-1 0 0,-3 3 0 0 0,6-6-99 0 0,1 0-1 0 0,-1 0 1 0 0,1 0-1 0 0,-1 0 1 0 0,1 0-1 0 0,-1-1 0 0 0,1 1 1 0 0,-1-1-1 0 0,0 1 1 0 0,5-3-1 0 0,40-16-559 0 0,-1-2-1 0 0,65-41 1 0 0,81-68 1441 0 0,-35 23 1105 0 0,-116 81-1326 0 0,-7 3 337 0 0,0 1-1 0 0,2 2 1 0 0,54-22 0 0 0,-90 42-776 0 0,1-1 0 0 0,-1 1 0 0 0,1 0 0 0 0,-1 0 1 0 0,0-1-1 0 0,1 1 0 0 0,-1 0 0 0 0,1 0 0 0 0,-1 0 0 0 0,1 0 0 0 0,0-1 0 0 0,-1 1 1 0 0,1 0-1 0 0,-1 0 0 0 0,1 0 0 0 0,-1 0 0 0 0,1 0 0 0 0,-1 0 0 0 0,1 1 0 0 0,-1-1 1 0 0,1 0-1 0 0,-1 0 0 0 0,1 0 0 0 0,-1 0 0 0 0,1 1 0 0 0,-1-1 0 0 0,1 0 0 0 0,-1 0 1 0 0,1 1-1 0 0,-1-1 0 0 0,1 1 0 0 0,-4 16 416 0 0,-19 18-454 0 0,-72 78-2321 0 0,72-87 1806 0 0,-22 24-477 0 0</inkml:trace>
</inkml:ink>
</file>

<file path=ppt/ink/ink1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09:18.602"/>
    </inkml:context>
    <inkml:brush xml:id="br0">
      <inkml:brushProperty name="width" value="0.1" units="cm"/>
      <inkml:brushProperty name="height" value="0.1" units="cm"/>
      <inkml:brushProperty name="color" value="#F6630D"/>
    </inkml:brush>
  </inkml:definitions>
  <inkml:trace contextRef="#ctx0" brushRef="#br0">170 1755 8754 0 0,'10'16'1153'0'0,"-9"-16"-1102"0"0,0 1 0 0 0,-1 0 0 0 0,1-1 0 0 0,0 1 0 0 0,-1 0 0 0 0,1 0 0 0 0,0-1 0 0 0,-1 1 0 0 0,1 0 0 0 0,-1 0 0 0 0,1 0 0 0 0,-1 0 0 0 0,1 0 0 0 0,-1 0 0 0 0,0 0 0 0 0,0 0 0 0 0,1 0 0 0 0,-1 0 0 0 0,0 0 0 0 0,0 0 0 0 0,0 0 0 0 0,0 0 0 0 0,0 0 0 0 0,0 2 0 0 0,0-4 79 0 0,0 0 1 0 0,0 1-1 0 0,0-1 0 0 0,0 0 0 0 0,0 0 0 0 0,0 1 0 0 0,0-1 0 0 0,0 0 0 0 0,0 1 0 0 0,0-1 0 0 0,0 0 0 0 0,0 1 0 0 0,0-1 0 0 0,-1 0 1 0 0,1 0-1 0 0,0 1 0 0 0,-1-1 0 0 0,1 1 0 0 0,0-1 0 0 0,-1 0 0 0 0,1 1 0 0 0,0-1 0 0 0,-1 1 0 0 0,1-1 0 0 0,-1 1 0 0 0,0-1 0 0 0,1 1 1 0 0,-2-1-1 0 0,-25-18 1294 0 0,23 16-1296 0 0,0 1 0 0 0,0-1 0 0 0,0 1 0 0 0,0-1 0 0 0,1 0 0 0 0,-1-1 0 0 0,-3-3-1 0 0,-1-9-48 0 0,1 0-1 0 0,0 0 0 0 0,1-1 0 0 0,-5-25 0 0 0,-10-75-167 0 0,14 73 61 0 0,-41-364 332 0 0,43 299-140 0 0,16-192 0 0 0,51-88-308 0 0,-57 364 98 0 0,-5 20-22 0 0,1 0 0 0 0,-1 0 0 0 0,1-1 0 0 0,1 1 0 0 0,-1 0 0 0 0,1 0 0 0 0,0 0-1 0 0,0 0 1 0 0,0 1 0 0 0,0-1 0 0 0,4-4 0 0 0,0 13-95 0 0,9 4 173 0 0,17-10-10 0 0,1 1 0 0 0,59 5 0 0 0,0 1 0 0 0,409-27-63 0 0,-359 13 54 0 0,-36-3 93 0 0,-76 6-31 0 0,0 2-1 0 0,1 2 0 0 0,56 2 0 0 0,-82 0-20 0 0,0 1 1 0 0,1 0-1 0 0,-1 0 0 0 0,0 0 1 0 0,0 0-1 0 0,-1 1 0 0 0,1 0 0 0 0,5 3 1 0 0,-8-4-11 0 0,-1 0 1 0 0,1 0 0 0 0,-1 0-1 0 0,1 1 1 0 0,-1-1-1 0 0,0 1 1 0 0,0-1 0 0 0,1 1-1 0 0,-1 0 1 0 0,0-1 0 0 0,0 1-1 0 0,-1 0 1 0 0,1 0-1 0 0,0 0 1 0 0,0 0 0 0 0,-1-1-1 0 0,1 1 1 0 0,-1 0-1 0 0,0 0 1 0 0,0 0 0 0 0,0 0-1 0 0,0 4 1 0 0,1-3 16 0 0,0 0 0 0 0,0 0 1 0 0,0 0-1 0 0,1 0 0 0 0,-1-1 1 0 0,1 1-1 0 0,-1 0 0 0 0,1 0 1 0 0,0-1-1 0 0,4 5 0 0 0,8 13 288 0 0,-8-7-291 0 0,0 1 0 0 0,-2 0 0 0 0,0 0 0 0 0,0 0 0 0 0,-1 1-1 0 0,0 15 1 0 0,2 93 168 0 0,-4-79-132 0 0,38 472-18 0 0,-12-240-42 0 0,-17-175 116 0 0,4 81 259 0 0,-14-178-335 0 0,0-1 0 0 0,0 1 0 0 0,0-1 0 0 0,-1 1 1 0 0,0-1-1 0 0,1 0 0 0 0,-1 1 0 0 0,0-1 0 0 0,-1 0 0 0 0,-1 4 0 0 0,3-6-55 0 0,0 0 0 0 0,0 0-1 0 0,0-1 1 0 0,1 1 0 0 0,-1 0 0 0 0,0-1-1 0 0,1 1 1 0 0,-1-1 0 0 0,0 1-1 0 0,1 0 1 0 0,-1-1 0 0 0,0 1-1 0 0,1-1 1 0 0,-1 1 0 0 0,1-1-1 0 0,-1 1 1 0 0,1-1 0 0 0,0 1-1 0 0,-1-1 1 0 0,1 0 0 0 0,-1 1-1 0 0,1-1 1 0 0,0 0 0 0 0,-1 1 0 0 0,1-1-1 0 0,0 0 1 0 0,-1 0 0 0 0,1 0-1 0 0,0 0 1 0 0,-1 0 0 0 0,1 0-1 0 0,1 0 1 0 0,15 4-29 0 0,6 0 75 0 0,0-2 1 0 0,0-1-1 0 0,0-1 0 0 0,0-1 0 0 0,24-3 1 0 0,3-1-56 0 0,299-30-183 0 0,-133 10 200 0 0,-175 23-19 0 0,0 2-1 0 0,0 2 1 0 0,52 9-1 0 0,-61-5 7 0 0,-16-5 7 0 0,1 2 1 0 0,-1 0 0 0 0,0 1-1 0 0,0 1 1 0 0,-1 0 0 0 0,0 1 0 0 0,22 12-1 0 0,-53-58 76 0 0,7 17-59 0 0,0 0-1 0 0,2 0 1 0 0,0-1-1 0 0,-6-46 1 0 0,0-101 153 0 0,9 92-139 0 0,-34-494-222 0 0,15 381 209 0 0,9 97-490 0 0,0-116 1 0 0,17 217 338 0 0,0 0-1 0 0,1 0 0 0 0,0-1 0 0 0,0 1 1 0 0,0-1-1 0 0,1 0 0 0 0,0 0 1 0 0,0-1-1 0 0,0 1 0 0 0,0-1 1 0 0,12 6-1 0 0,-9-7 135 0 0,1-1 0 0 0,-1-1 0 0 0,1 1 0 0 0,0-1 0 0 0,0-1 0 0 0,0 0 0 0 0,0 0 0 0 0,-1 0 0 0 0,15-4 0 0 0,9-3 0 0 0,39-13 0 0 0,-22 5 0 0 0,29-6-123 0 0,1 3 0 0 0,0 4 0 0 0,2 3 0 0 0,152-1 0 0 0,-98 7-199 0 0,-91 2 445 0 0,0 2 0 0 0,62 6 0 0 0,-100-4-85 0 0,0 1 1 0 0,0 0-1 0 0,-1 0 1 0 0,1 0 0 0 0,-1 1-1 0 0,1-1 1 0 0,-1 1-1 0 0,0 1 1 0 0,0-1-1 0 0,4 5 1 0 0,44 44 361 0 0,-45-43-355 0 0,-1 1 0 0 0,0 1 0 0 0,-1-1 0 0 0,0 1 1 0 0,-1 1-1 0 0,0-1 0 0 0,-1 1 0 0 0,6 23 0 0 0,-1 10 187 0 0,4 47 1 0 0,-13-90-232 0 0,20 441 617 0 0,-16-219-446 0 0,-3-70 199 0 0,6 81 461 0 0,-4-81-591 0 0,-4-102-202 0 0,1-51-39 0 0,1 0 0 0 0,-1 0 0 0 0,0 0 0 0 0,0 0 0 0 0,0 0 0 0 0,0 0 0 0 0,1 0 0 0 0,-1 0 0 0 0,0 0 0 0 0,1-1 0 0 0,-1 1 0 0 0,1 0 0 0 0,-1 0 0 0 0,1 0 0 0 0,-1-1 0 0 0,1 1 0 0 0,0 0 0 0 0,-1-1 0 0 0,1 1 0 0 0,0 0 0 0 0,0-1 0 0 0,-1 1 0 0 0,1-1 0 0 0,0 1 0 0 0,0-1 0 0 0,0 0 0 0 0,-1 1 0 0 0,1-1 0 0 0,0 0 0 0 0,0 1 0 0 0,0-1 0 0 0,0 0 0 0 0,0 0 0 0 0,0 0 0 0 0,0 0 0 0 0,0 0 0 0 0,0 0 0 0 0,0 0 0 0 0,0 0 0 0 0,-1 0 0 0 0,1-1 0 0 0,0 1 0 0 0,0 0 0 0 0,1-1 0 0 0,9-1 0 0 0,0-1 0 0 0,0-1 0 0 0,11-4 0 0 0,-5 1 0 0 0,60-17-28 0 0,1 3 0 0 0,1 3 0 0 0,1 3 0 0 0,142-6 0 0 0,-34 28 93 0 0,-106-2-67 0 0,82-6-1 0 0,-150 0 65 0 0,0-1 1 0 0,0 0 0 0 0,0 0 0 0 0,-1-2 0 0 0,1 0 0 0 0,18-7 0 0 0,-32 9-59 0 0,0 0 0 0 0,0 0 1 0 0,-1 1-1 0 0,1-1 0 0 0,-1 0 1 0 0,1 1-1 0 0,-1-1 0 0 0,1 1 1 0 0,-1-1-1 0 0,0 1 0 0 0,0-1 1 0 0,1 1-1 0 0,-1-1 0 0 0,0 1 1 0 0,-2-2-1 0 0,2 1-1 0 0,-7-12-43 0 0,2 0 0 0 0,-1 0 0 0 0,2-1 0 0 0,0 1 1 0 0,1-1-1 0 0,0-1 0 0 0,-1-21 0 0 0,-3-115-502 0 0,7 71 370 0 0,-2 27 6 0 0,-11-506-748 0 0,15 513 940 0 0,2-18 10 0 0,-10-94 0 0 0,1 138 384 0 0,5 18-348 0 0,0 1 0 0 0,0-1 0 0 0,0 1 0 0 0,0-1 0 0 0,1 1 0 0 0,-1-1 0 0 0,1 0 0 0 0,0 1 0 0 0,0-1 0 0 0,0 0 0 0 0,0-4 0 0 0,1 5-91 0 0,0 1 0 0 0,0 0 0 0 0,0 1 1 0 0,0-1-1 0 0,0 0 0 0 0,0 0 0 0 0,0 0 0 0 0,0 0 1 0 0,0 1-1 0 0,1-1 0 0 0,-1 1 0 0 0,0-1 0 0 0,0 1 1 0 0,1-1-1 0 0,-1 1 0 0 0,0 0 0 0 0,1-1 0 0 0,1 1 1 0 0,33-2-217 0 0,-17 1 153 0 0,298-65-1249 0 0,-102 18 1554 0 0,-63 14-40 0 0,-57 12 352 0 0,156-16-1 0 0,-232 37-526 0 0,-1 1-1 0 0,0 1 1 0 0,31 6 0 0 0,-39-6 35 0 0,-1 1 0 0 0,0 1 1 0 0,0-1-1 0 0,0 2 1 0 0,0-1-1 0 0,-1 1 0 0 0,1 1 1 0 0,-1-1-1 0 0,8 7 1 0 0,-9-4 65 0 0,-1 0 0 0 0,1 0 0 0 0,-1 0 0 0 0,-1 1 0 0 0,0 0 0 0 0,0 0 0 0 0,0 1 0 0 0,-1-1 0 0 0,0 1 0 0 0,3 11 0 0 0,3 15-297 0 0,8 45-1 0 0,-15-69 179 0 0,22 154-468 0 0,5 176 0 0 0,-6-41-136 0 0,24-57 144 0 0,-21-127 605 0 0,-17-62 441 0 0,-3-1 1 0 0,2 92-1 0 0,-9-143-580 0 0,0 0 0 0 0,-1 0 1 0 0,1 0-1 0 0,-1-1 0 0 0,1 1 0 0 0,-1 0 1 0 0,0 0-1 0 0,1 0 0 0 0,-1 0 1 0 0,-2 2-1 0 0,-5 0-1020 0 0,1-15-1455 0 0,6 8 1540 0 0,1-1-1 0 0,0 0 1 0 0,1 0-1 0 0,-1 1 1 0 0,1-1-1 0 0,-1 0 1 0 0,1 1-1 0 0,0-1 1 0 0,0 1-1 0 0,1-1 1 0 0,-1 1-1 0 0,1-1 1 0 0,0 1-1 0 0,0 0 1 0 0,0 0-1 0 0,4-6 1 0 0,-5 9 966 0 0,-1 0 1 0 0,1-1-1 0 0,-1 1 1 0 0,1 0-1 0 0,-1 0 1 0 0,1-1-1 0 0,-1 1 1 0 0,1 0-1 0 0,-1 0 1 0 0,1 0-1 0 0,0 0 1 0 0,-1-1 0 0 0,1 1-1 0 0,-1 0 1 0 0,1 0-1 0 0,-1 0 1 0 0,1 1-1 0 0,0-1 1 0 0,-1 0-1 0 0,1 0 1 0 0,-1 0-1 0 0,1 0 1 0 0,-1 0-1 0 0,1 1 1 0 0,-1-1-1 0 0,1 0 1 0 0,0 1-1 0 0,15 1 1858 0 0,-12-6-1533 0 0</inkml:trace>
</inkml:ink>
</file>

<file path=ppt/ink/ink1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09:36.502"/>
    </inkml:context>
    <inkml:brush xml:id="br0">
      <inkml:brushProperty name="width" value="0.1" units="cm"/>
      <inkml:brushProperty name="height" value="0.1" units="cm"/>
      <inkml:brushProperty name="color" value="#008C3A"/>
    </inkml:brush>
  </inkml:definitions>
  <inkml:trace contextRef="#ctx0" brushRef="#br0">236 0 6449 0 0,'-1'1'38'0'0,"0"-1"-1"0"0,0 1 0 0 0,0 0 1 0 0,1 0-1 0 0,-1-1 0 0 0,0 1 0 0 0,1 0 1 0 0,-1 0-1 0 0,0 0 0 0 0,1 0 1 0 0,-1 0-1 0 0,1 0 0 0 0,0 0 0 0 0,-1 0 1 0 0,1 0-1 0 0,0 0 0 0 0,-1 0 1 0 0,1 0-1 0 0,0 2 0 0 0,-10 29-60 0 0,-88 450 3438 0 0,9-33 1713 0 0,87-436-4718 0 0,1-9-283 0 0,1 0 1 0 0,-1-1 0 0 0,1 1-1 0 0,-1-1 1 0 0,0 1 0 0 0,-1-1-1 0 0,1 1 1 0 0,-1-1 0 0 0,1 0-1 0 0,-4 6 1 0 0,-2-37-1176 0 0,4-14 758 0 0,3 0 1 0 0,1-1-1 0 0,8-52 0 0 0,33-123 595 0 0,-40 206-258 0 0,0 2 21 0 0,0 0 1 0 0,1 0 0 0 0,0 0-1 0 0,0 0 1 0 0,1 0 0 0 0,0 1-1 0 0,1 0 1 0 0,10-17-1 0 0,-14 25-53 0 0,-1 1-1 0 0,0-1 0 0 0,1 1 0 0 0,-1-1 1 0 0,0 1-1 0 0,1 0 0 0 0,-1-1 1 0 0,1 1-1 0 0,-1 0 0 0 0,0-1 0 0 0,1 1 1 0 0,-1 0-1 0 0,1-1 0 0 0,-1 1 0 0 0,1 0 1 0 0,-1 0-1 0 0,1 0 0 0 0,-1 0 0 0 0,1-1 1 0 0,0 1-1 0 0,-1 0 0 0 0,1 0 0 0 0,-1 0 1 0 0,1 0-1 0 0,-1 0 0 0 0,1 0 0 0 0,-1 0 1 0 0,1 1-1 0 0,-1-1 0 0 0,1 0 0 0 0,-1 0 1 0 0,1 0-1 0 0,-1 0 0 0 0,2 1 0 0 0,9 18 561 0 0,0 29 303 0 0,-11-47-857 0 0,19 263 1297 0 0,2 14-136 0 0,0-114-1126 0 0,1 243 0 0 0,-22-373 8 0 0,1-1 0 0 0,9 54 1 0 0,-31-159-2071 0 0,11 43 1289 0 0,-9-49 0 0 0,8 0 15 0 0,4 1-1 0 0,5-138 1 0 0,1 213 729 0 0,2 0 0 0 0,-1 0 0 0 0,0 1 0 0 0,0-1 0 0 0,0 0 0 0 0,1 0 0 0 0,-1 0 0 0 0,1 0-1 0 0,0 1 1 0 0,-1-1 0 0 0,1 0 0 0 0,0 0 0 0 0,0 1 0 0 0,0-1 0 0 0,0 1 0 0 0,3-3 0 0 0,-4 4-20 0 0,0-1 0 0 0,1 1 0 0 0,-1 0 0 0 0,1 0 0 0 0,-1 0 0 0 0,0 0 0 0 0,1-1 1 0 0,-1 1-1 0 0,1 0 0 0 0,-1 0 0 0 0,0 0 0 0 0,1 0 0 0 0,-1 0 0 0 0,1 0 0 0 0,-1 0 0 0 0,0 0 0 0 0,1 0 0 0 0,-1 0 0 0 0,1 1 0 0 0,-1-1 0 0 0,1 0 1 0 0,-1 0-1 0 0,0 0 0 0 0,1 0 0 0 0,-1 1 0 0 0,1-1 0 0 0,12 18-127 0 0,-6-3 193 0 0,-1 0 0 0 0,-1 1 0 0 0,0-1 0 0 0,-2 1 0 0 0,4 23 0 0 0,2 88 493 0 0,-6-66-297 0 0,2 10-12 0 0,-1 7 107 0 0,3-1 0 0 0,22 97 0 0 0,-35-210-481 0 0,1 1-1 0 0,0-61 1 0 0,2 30-722 0 0,1 27 412 0 0,-11-245-1019 0 0,14 218 1458 0 0,2 0 0 0 0,15-83 0 0 0,-16 137-53 0 0,-1 5 3 0 0,0 1-1 0 0,0-1 1 0 0,0 1-1 0 0,1-1 1 0 0,0 1 0 0 0,0 0-1 0 0,1-1 1 0 0,-1 1-1 0 0,1 0 1 0 0,1 1 0 0 0,5-9-1 0 0,-9 14 37 0 0,0 0-1 0 0,0 0 0 0 0,0 0 1 0 0,0 0-1 0 0,0-1 0 0 0,0 1 1 0 0,1 0-1 0 0,-1 0 1 0 0,0 0-1 0 0,0 0 0 0 0,0 0 1 0 0,0 0-1 0 0,0 0 0 0 0,1 0 1 0 0,-1 0-1 0 0,0 0 1 0 0,0 0-1 0 0,0 0 0 0 0,0 0 1 0 0,1 0-1 0 0,-1 0 0 0 0,0 0 1 0 0,0 0-1 0 0,0 0 1 0 0,0 0-1 0 0,0 0 0 0 0,1 0 1 0 0,-1 0-1 0 0,0 0 0 0 0,0 0 1 0 0,0 0-1 0 0,0 0 1 0 0,0 1-1 0 0,1-1 0 0 0,-1 0 1 0 0,0 0-1 0 0,0 0 0 0 0,0 0 1 0 0,0 0-1 0 0,0 0 1 0 0,0 0-1 0 0,0 1 0 0 0,0-1 1 0 0,1 0-1 0 0,2 11 11 0 0,0 11 386 0 0,3 193 736 0 0,-5-111 14 0 0,25 183-1 0 0,-9-186-1079 0 0,-21-149-1162 0 0,1-1 1 0 0,5-62-1 0 0,16-107-2441 0 0,-16 201 3497 0 0,29-238-1833 0 0,-20 196 1372 0 0,1 1 0 0 0,26-71 0 0 0,-35 121 509 0 0,-2 3 11 0 0,1 1 0 0 0,-1-1 1 0 0,1 1-1 0 0,0-1 0 0 0,0 1 1 0 0,0 0-1 0 0,1-1 0 0 0,-1 1 0 0 0,1 0 1 0 0,0 1-1 0 0,0-1 0 0 0,1 0 1 0 0,3-2-1 0 0,-6 6 22 0 0,-1 0 1 0 0,1 0-1 0 0,0 0 0 0 0,0 0 1 0 0,-1 1-1 0 0,1-1 1 0 0,0 0-1 0 0,-1 1 0 0 0,1-1 1 0 0,0 0-1 0 0,-1 1 1 0 0,1-1-1 0 0,0 1 0 0 0,-1-1 1 0 0,1 1-1 0 0,-1-1 1 0 0,1 1-1 0 0,-1-1 0 0 0,1 1 1 0 0,-1 0-1 0 0,1-1 1 0 0,-1 1-1 0 0,0 0 0 0 0,1-1 1 0 0,-1 1-1 0 0,0 0 1 0 0,0-1-1 0 0,0 1 0 0 0,1 0 1 0 0,-1 0-1 0 0,0-1 0 0 0,0 1 1 0 0,0 1-1 0 0,7 30 1198 0 0,0 48-27 0 0,-4 0 0 0 0,-13 151-1 0 0,7-190-1134 0 0,-21 212 74 0 0,1-30 2440 0 0,53-453-7862 0 0,8-83 3455 0 0,-24 229 2121 0 0,42-137 1 0 0,-52 208-224 0 0,1 1 0 0 0,0-1 1 0 0,1 1-1 0 0,0 0 0 0 0,1 1 0 0 0,10-14 1 0 0,-16 23-23 0 0,1 0 1 0 0,0 1 0 0 0,0-1-1 0 0,-1 0 1 0 0,1 0-1 0 0,0 1 1 0 0,0 0 0 0 0,1-1-1 0 0,-1 1 1 0 0,0 0 0 0 0,0 0-1 0 0,1 0 1 0 0,-1 0 0 0 0,0 0-1 0 0,1 0 1 0 0,4 0 0 0 0,-5 2 37 0 0,1-1 1 0 0,0 0 0 0 0,-1 1 0 0 0,1 0 0 0 0,-1 0-1 0 0,0 0 1 0 0,1 0 0 0 0,-1 0 0 0 0,0 0 0 0 0,1 0-1 0 0,-1 1 1 0 0,0-1 0 0 0,0 1 0 0 0,0 0-1 0 0,0-1 1 0 0,0 1 0 0 0,-1 0 0 0 0,1 0 0 0 0,0 0-1 0 0,0 3 1 0 0,6 6 288 0 0,-2 0-1 0 0,1 0 0 0 0,-2 1 1 0 0,0 0-1 0 0,0 0 0 0 0,-1 0 1 0 0,0 0-1 0 0,3 23 0 0 0,-1 13 100 0 0,1 47-1 0 0,-5-49-185 0 0,1 10-275 0 0,3 0 0 0 0,2 0 0 0 0,3-1 0 0 0,18 55 0 0 0,-24-94-151 0 0,0-4-46 0 0,-1 0 0 0 0,-1 0 0 0 0,0 1 0 0 0,0-1 0 0 0,0 17 1 0 0,1-87-2145 0 0,3 1 0 0 0,2 0 0 0 0,25-84 0 0 0,-4 19 502 0 0,-9 8 1576 0 0,-12 55 621 0 0,4 1 0 0 0,25-76 0 0 0,-29 118 211 0 0,-6 27 46 0 0,-4 28 818 0 0,-38 286 4317 0 0,0-6-4869 0 0,26-1-1268 0 0,13-296 73 0 0,1-1 0 0 0,1 1 0 0 0,1 0 0 0 0,0-1 0 0 0,2 0-1 0 0,12 35 1 0 0,-17-55 272 0 0,0 0 0 0 0,1-1 0 0 0,-1 1 0 0 0,0-1 0 0 0,0 1 0 0 0,1 0 0 0 0,-1-1 0 0 0,0 1 0 0 0,1-1 0 0 0,-1 1 0 0 0,1-1 0 0 0,-1 1 0 0 0,1-1 0 0 0,-1 0 0 0 0,1 1 0 0 0,-1-1 0 0 0,1 1 0 0 0,-1-1 0 0 0,1 0 0 0 0,-1 1 0 0 0,1-1 0 0 0,0 0 0 0 0,-1 0-1 0 0,1 0 1 0 0,-1 1 0 0 0,1-1 0 0 0,0 0 0 0 0,-1 0 0 0 0,1 0 0 0 0,0 0 0 0 0,-1 0 0 0 0,2 0 0 0 0,-1-1-8 0 0,1 0 0 0 0,0 1 1 0 0,-1-1-1 0 0,1 0 0 0 0,-1 0 0 0 0,1 0 0 0 0,-1 0 0 0 0,0-1 1 0 0,1 1-1 0 0,-1 0 0 0 0,2-3 0 0 0,24-40-351 0 0,-14 15-255 0 0,-2 1 0 0 0,-1-1-1 0 0,7-37 1 0 0,11-96-1343 0 0,-11 61 1189 0 0,-11 66 716 0 0,12-68 65 0 0,4 1 1 0 0,40-110-1 0 0,-60 207 11 0 0,22-50 165 0 0,-22 52-182 0 0,-1 0 1 0 0,1 0-1 0 0,0 0 1 0 0,0 0-1 0 0,0 0 0 0 0,1 1 1 0 0,-1-1-1 0 0,1 1 0 0 0,-1-1 1 0 0,1 1-1 0 0,0 0 0 0 0,0 0 1 0 0,5-2-1 0 0,-8 3 31 0 0,1 1 0 0 0,0 0 1 0 0,0 0-1 0 0,0 0 0 0 0,0 0 0 0 0,-1 0 0 0 0,1 0 0 0 0,0 0 0 0 0,0 1 1 0 0,0-1-1 0 0,0 0 0 0 0,-1 0 0 0 0,1 1 0 0 0,0-1 0 0 0,0 0 0 0 0,-1 1 1 0 0,1-1-1 0 0,0 1 0 0 0,-1-1 0 0 0,1 1 0 0 0,0-1 0 0 0,-1 1 0 0 0,1-1 1 0 0,-1 1-1 0 0,1 0 0 0 0,-1-1 0 0 0,1 1 0 0 0,-1 0 0 0 0,1-1 0 0 0,-1 1 1 0 0,0 0-1 0 0,1 0 0 0 0,-1-1 0 0 0,0 1 0 0 0,1 0 0 0 0,-1 0 0 0 0,0 0 1 0 0,0 0-1 0 0,0 0 0 0 0,6 39 1904 0 0,-5-37-1825 0 0,5 138 2085 0 0,-13 149 0 0 0,2-167-1651 0 0,2-45-692 0 0,1 17-561 0 0,-19 120 1 0 0,20-208 641 0 0,1-3-3 0 0,0 0 0 0 0,-1 0 0 0 0,1 0 0 0 0,-1 0 0 0 0,0 0 0 0 0,0-1 0 0 0,-1 1 0 0 0,-3 7 0 0 0,4-15-270 0 0,0 0 0 0 0,0 1-1 0 0,0-1 1 0 0,1 0 0 0 0,-1 1 0 0 0,1-1 0 0 0,0-5 0 0 0,27-324-5933 0 0,-18 261 5890 0 0,-7 51 310 0 0,9-81 783 0 0,4 1 0 0 0,39-138-1 0 0,-51 233 12 0 0,-1 8-166 0 0,1 16 213 0 0,-4 29 580 0 0,-3 27 506 0 0,-65 765 4504 0 0,66-819-6194 0 0,2-28-1045 0 0,3-34-961 0 0,39-392-4638 0 0,33-241 6361 0 0,-70 635-428 0 0,1 1 199 0 0,-4 37 547 0 0,-1 6 176 0 0,0 21 1021 0 0,-17 289 5010 0 0,-44 153-6044 0 0,53-426-538 0 0,-19 58 0 0 0,24-88 163 0 0,-1-1 0 0 0,0 1 0 0 0,-1-1 0 0 0,0 0 1 0 0,-1 0-1 0 0,0-1 0 0 0,0 0 0 0 0,-1 0 0 0 0,-1 0 1 0 0,-12 12-1 0 0,19-21-11 0 0,0 1 1 0 0,1 0 0 0 0,-1 0-1 0 0,0-1 1 0 0,0 1 0 0 0,0 0-1 0 0,0-1 1 0 0,0 1 0 0 0,1-1-1 0 0,-1 1 1 0 0,0-1 0 0 0,0 1-1 0 0,0-1 1 0 0,-1 0 0 0 0,1 0-1 0 0,0 1 1 0 0,0-1-1 0 0,0 0 1 0 0,0 0 0 0 0,0 0-1 0 0,0 0 1 0 0,0 0 0 0 0,0 0-1 0 0,0-1 1 0 0,0 1 0 0 0,0 0-1 0 0,0 0 1 0 0,0-1 0 0 0,0 1-1 0 0,0-1 1 0 0,0 1 0 0 0,0-1-1 0 0,0 1 1 0 0,0-1 0 0 0,0 0-1 0 0,0 1 1 0 0,1-1 0 0 0,-1 0-1 0 0,0 0 1 0 0,0 1 0 0 0,1-1-1 0 0,-1 0 1 0 0,1 0-1 0 0,-1 0 1 0 0,1 0 0 0 0,-1 0-1 0 0,1 0 1 0 0,-1-1 0 0 0,-1-3-214 0 0,0-1 1 0 0,0 1 0 0 0,1 0-1 0 0,0-1 1 0 0,0 1-1 0 0,0-1 1 0 0,1 1 0 0 0,0-8-1 0 0,3-17-545 0 0,1-1-1 0 0,1 1 1 0 0,11-31-1 0 0,34-88 901 0 0,-33 101-20 0 0,156-382 4783 0 0,-170 423-4770 0 0,-1 3 0 0 0,0 0-1 0 0,0 0 1 0 0,0 0-1 0 0,0 0 0 0 0,0 1 1 0 0,1-1-1 0 0,0 0 1 0 0,0 1-1 0 0,0 0 0 0 0,6-5 1 0 0,-8 8-73 0 0,-1 0 0 0 0,1 0 1 0 0,0 0-1 0 0,-1 1 0 0 0,1-1 0 0 0,-1 0 1 0 0,1 1-1 0 0,0-1 0 0 0,-1 0 0 0 0,1 1 1 0 0,-1-1-1 0 0,1 1 0 0 0,-1-1 0 0 0,1 1 1 0 0,-1-1-1 0 0,1 1 0 0 0,-1-1 0 0 0,1 1 1 0 0,-1-1-1 0 0,0 1 0 0 0,1 0 0 0 0,-1-1 1 0 0,0 1-1 0 0,0 0 0 0 0,0-1 0 0 0,1 1 1 0 0,-1 0-1 0 0,0-1 0 0 0,0 1 0 0 0,0 0 1 0 0,0-1-1 0 0,0 2 0 0 0,6 27 477 0 0,-6-28-485 0 0,7 68 663 0 0,-4 1-1 0 0,-10 137 1 0 0,4-174-613 0 0,1 13 3 0 0,-3 0 0 0 0,-13 59 0 0 0,15-93-329 0 0,-1 1 1 0 0,0-1-1 0 0,0 0 1 0 0,-1 0-1 0 0,-1 0 1 0 0,0 0-1 0 0,0-1 0 0 0,-1 0 1 0 0,-1 0-1 0 0,0-1 1 0 0,0 0-1 0 0,-1-1 0 0 0,-11 10 1 0 0,18-17 21 0 0,-1 0 1 0 0,0 0-1 0 0,0 0 0 0 0,-1 0 1 0 0,1-1-1 0 0,0 1 0 0 0,0-1 1 0 0,-1 0-1 0 0,1 0 0 0 0,-1 0 1 0 0,1-1-1 0 0,-1 1 1 0 0,1-1-1 0 0,-1 0 0 0 0,1 0 1 0 0,-1 0-1 0 0,-5-1 0 0 0,3 0-101 0 0,-1-1 0 0 0,1 0-1 0 0,-1 0 1 0 0,1-1-1 0 0,0 0 1 0 0,0 0 0 0 0,0 0-1 0 0,-9-7 1 0 0,-1-4-121 0 0,0 0 0 0 0,0-1 0 0 0,2 0 0 0 0,-25-34 1 0 0,0-12 579 0 0,-57-118 1 0 0,61 106 34 0 0,-49-72-1 0 0,12 48-174 0 0,61 84 12 0 0,0 1 0 0 0,-1 1 0 0 0,-1 0 1 0 0,1 0-1 0 0,-17-9 0 0 0,28 19 5 0 0,0 0 0 0 0,1 1 0 0 0,-1-1 0 0 0,0 1 0 0 0,0-1 0 0 0,1 1 1 0 0,-1 0-1 0 0,0-1 0 0 0,0 1 0 0 0,0 0 0 0 0,1 0 0 0 0,-1-1 0 0 0,0 1 0 0 0,0 0 0 0 0,0 0 0 0 0,0 0 0 0 0,0 0 0 0 0,1 0 0 0 0,-1 0 1 0 0,0 0-1 0 0,0 0 0 0 0,0 1 0 0 0,0-1 0 0 0,0 0 0 0 0,1 0 0 0 0,-1 1 0 0 0,0-1 0 0 0,0 1 0 0 0,1-1 0 0 0,-1 0 0 0 0,0 1 0 0 0,0-1 1 0 0,1 1-1 0 0,-1 0 0 0 0,0-1 0 0 0,1 1 0 0 0,-1-1 0 0 0,1 1 0 0 0,-1 0 0 0 0,1 0 0 0 0,-1-1 0 0 0,1 1 0 0 0,0 0 0 0 0,-1 0 0 0 0,1 0 1 0 0,0-1-1 0 0,0 1 0 0 0,-1 0 0 0 0,1 0 0 0 0,0 0 0 0 0,0 0 0 0 0,0 1 0 0 0,-2 9 162 0 0,1 0 0 0 0,1 0 0 0 0,0 17 0 0 0,0-11 263 0 0,1 258 1900 0 0,3-151-435 0 0,-20 194 0 0 0,10-292-1191 0 0,5-21-325 0 0,-1 0-1 0 0,1 0 1 0 0,0 0-1 0 0,0 0 1 0 0,1 0-1 0 0,0 0 1 0 0,0 0-1 0 0,0 8 1 0 0,15-40-637 0 0,3-46-811 0 0,9-83 1 0 0,-2 10 826 0 0,-16 97-30 0 0,-3 16-227 0 0,1 1-1 0 0,1-1 0 0 0,14-31 1 0 0,-16 55-524 0 0,-5 18 162 0 0,-3 17 1068 0 0,-20 89 2833 0 0,-21 149-1059 0 0,40-246-1971 0 0,2-13-11 0 0,0-1 1 0 0,1 1-1 0 0,-1 0 0 0 0,1 0 0 0 0,0 0 1 0 0,0 0-1 0 0,0-1 0 0 0,1 1 1 0 0,0 0-1 0 0,1 7 0 0 0,-1-11 3 0 0,-1-1 0 0 0,1 0 0 0 0,-1 0-1 0 0,0 0 1 0 0,1 1 0 0 0,-1-1-1 0 0,0 0 1 0 0,1 0 0 0 0,-1 0 0 0 0,1 0-1 0 0,-1 0 1 0 0,1 0 0 0 0,-1 0 0 0 0,0 0-1 0 0,1 0 1 0 0,-1 0 0 0 0,1 0-1 0 0,-1 0 1 0 0,0 0 0 0 0,1 0 0 0 0,-1 0-1 0 0,1 0 1 0 0,-1-1 0 0 0,0 1 0 0 0,1 0-1 0 0,-1 0 1 0 0,1 0 0 0 0,-1-1 0 0 0,0 1-1 0 0,1 0 1 0 0,-1 0 0 0 0,0-1-1 0 0,0 1 1 0 0,1 0 0 0 0,-1-1 0 0 0,0 1-1 0 0,0 0 1 0 0,1-1 0 0 0,14-15-233 0 0,-14 16 203 0 0,15-20-370 0 0,0-1 1 0 0,-2 0 0 0 0,0-1-1 0 0,-2-1 1 0 0,0 0-1 0 0,15-45 1 0 0,34-157-1493 0 0,-21 64 2827 0 0,-35 145-807 0 0,-3 5 15 0 0,2 0 1 0 0,-1 0-1 0 0,1 0 0 0 0,1 1 0 0 0,0-1 0 0 0,0 1 1 0 0,10-13-1 0 0,-15 23-153 0 0,0-1 1 0 0,1 1-1 0 0,-1-1 1 0 0,0 1-1 0 0,1 0 1 0 0,-1-1-1 0 0,0 1 1 0 0,1-1-1 0 0,-1 1 1 0 0,1 0-1 0 0,-1-1 1 0 0,1 1-1 0 0,-1 0 1 0 0,1 0-1 0 0,-1-1 1 0 0,1 1-1 0 0,-1 0 1 0 0,1 0-1 0 0,-1 0 1 0 0,1 0-1 0 0,-1 0 1 0 0,1-1-1 0 0,-1 1 1 0 0,1 0-1 0 0,0 0 1 0 0,-1 0-1 0 0,1 0 1 0 0,0 1-1 0 0,7 12-129 0 0,-2 27 746 0 0,-6-38-479 0 0,0 56 1318 0 0,-11 91 0 0 0,5-96-874 0 0,2 0 0 0 0,4 67 1 0 0,0-118-544 0 0,1 1 0 0 0,-1-1 1 0 0,0 1-1 0 0,1-1 0 0 0,0 1 1 0 0,0-1-1 0 0,0 0 0 0 0,0 1 0 0 0,1 2 1 0 0,6-2-17 0 0,1-17-151 0 0,0-13-629 0 0,-1-1 1 0 0,6-40-1 0 0,0 1 66 0 0,-6 35 353 0 0,30-111-1372 0 0,-30 119 1300 0 0,1-1 0 0 0,1 1 1 0 0,20-34-1 0 0,-29 57 432 0 0,-1 0 0 0 0,1 0 0 0 0,-1 0 0 0 0,0 0 0 0 0,1 0 0 0 0,-1 0 0 0 0,1 0 0 0 0,0 1 0 0 0,-1-1 0 0 0,1 0 0 0 0,0 0 1 0 0,-1 1-1 0 0,1-1 0 0 0,0 1 0 0 0,0-1 0 0 0,0 0 0 0 0,0 1 0 0 0,-1 0 0 0 0,1-1 0 0 0,0 1 0 0 0,0-1 0 0 0,0 1 0 0 0,0 0 0 0 0,2-1 1 0 0,-2 2 53 0 0,0 0 0 0 0,-1-1 0 0 0,1 1 0 0 0,0-1 0 0 0,0 1 1 0 0,-1 0-1 0 0,1 0 0 0 0,0-1 0 0 0,-1 1 0 0 0,1 0 0 0 0,-1 0 1 0 0,1 0-1 0 0,-1 0 0 0 0,1-1 0 0 0,-1 1 0 0 0,1 0 0 0 0,-1 0 0 0 0,0 0 1 0 0,1 2-1 0 0,7 56 2472 0 0,-8-54-2445 0 0,4 135 3037 0 0,-5-91-2927 0 0,3 0-1 0 0,2-1 1 0 0,13 70-1 0 0,-12-111 484 0 0,-1-19-406 0 0,3-32-502 0 0,-5 29-46 0 0,16-71-1297 0 0,4 1 1 0 0,3 0-1 0 0,37-80 0 0 0,-60 161 1593 0 0,1-6 115 0 0,1 0-1 0 0,1 0 1 0 0,0 1-1 0 0,0-1 1 0 0,1 1 0 0 0,0 0-1 0 0,12-14 1 0 0,-17 23-118 0 0,-1-1 1 0 0,1 1 0 0 0,-1-1-1 0 0,1 1 1 0 0,-1-1 0 0 0,1 1 0 0 0,-1 0-1 0 0,1-1 1 0 0,-1 1 0 0 0,1 0-1 0 0,0-1 1 0 0,-1 1 0 0 0,1 0-1 0 0,0 0 1 0 0,-1-1 0 0 0,1 1-1 0 0,0 0 1 0 0,-1 0 0 0 0,1 0 0 0 0,0 0-1 0 0,-1 0 1 0 0,1 0 0 0 0,0 0-1 0 0,-1 0 1 0 0,1 0 0 0 0,0 0-1 0 0,-1 0 1 0 0,1 1 0 0 0,0-1-1 0 0,0 1 1 0 0,0 0 26 0 0,0 0 0 0 0,0 0-1 0 0,0 0 1 0 0,0 0 0 0 0,0 1 0 0 0,0-1-1 0 0,0 0 1 0 0,-1 1 0 0 0,1-1 0 0 0,-1 0-1 0 0,1 1 1 0 0,-1-1 0 0 0,1 2 0 0 0,4 48 860 0 0,-20 185 1008 0 0,1-57-1215 0 0,-17 173 947 0 0,31-352-1643 0 0,1 0 0 0 0,-1 0-1 0 0,0 0 1 0 0,0 0 0 0 0,0 0-1 0 0,0 0 1 0 0,0 0 0 0 0,0 0-1 0 0,0 0 1 0 0,0 0 0 0 0,0 0-1 0 0,0 0 1 0 0,0 0 0 0 0,0 0-1 0 0,0 0 1 0 0,0 0 0 0 0,0 0-1 0 0,1 0 1 0 0,-1 0 0 0 0,0 0-1 0 0,0 0 1 0 0,0 0 0 0 0,0 0-1 0 0,0 0 1 0 0,0 0-1 0 0,0 0 1 0 0,0 0 0 0 0,0 0-1 0 0,0 0 1 0 0,0 0 0 0 0,0 0-1 0 0,0 0 1 0 0,0 0 0 0 0,0 1-1 0 0,0-1 1 0 0,1 0 0 0 0,-1 0-1 0 0,0 0 1 0 0,0 0 0 0 0,0 0-1 0 0,0 0 1 0 0,0 0 0 0 0,0 0-1 0 0,0 0 1 0 0,0 0 0 0 0,0 0-1 0 0,0 0 1 0 0,0 0 0 0 0,0 0-1 0 0,0 0 1 0 0,0 0 0 0 0,0 1-1 0 0,0-1 1 0 0,0 0 0 0 0,0 0-1 0 0,0 0 1 0 0,0 0 0 0 0,0 0-1 0 0,0 0 1 0 0,7-8-88 0 0,5-13-540 0 0,56-180-1769 0 0,5-15 1634 0 0,-61 188 747 0 0,0 1 1 0 0,2 1-1 0 0,2 0 0 0 0,0 1 0 0 0,30-35 1 0 0,-42 55 50 0 0,0 1 1 0 0,0-1 0 0 0,1 1 0 0 0,0 0 0 0 0,0 1-1 0 0,0-1 1 0 0,0 1 0 0 0,0 0 0 0 0,1 0 0 0 0,6-2 0 0 0,-10 4-1 0 0,1 1 1 0 0,-1-1 0 0 0,0 1 0 0 0,0 0-1 0 0,1 0 1 0 0,-1-1 0 0 0,0 1 0 0 0,0 1-1 0 0,1-1 1 0 0,-1 0 0 0 0,0 1 0 0 0,0-1-1 0 0,1 1 1 0 0,-1-1 0 0 0,0 1 0 0 0,0 0-1 0 0,0 0 1 0 0,0 0 0 0 0,0 0 0 0 0,0 1-1 0 0,0-1 1 0 0,0 0 0 0 0,-1 1 0 0 0,1-1-1 0 0,0 1 1 0 0,-1 0 0 0 0,0-1 0 0 0,1 1-1 0 0,-1 0 1 0 0,1 2 0 0 0,4 6 178 0 0,-1-1 0 0 0,0 1 1 0 0,0 1-1 0 0,-1-1 0 0 0,-1 1 0 0 0,4 15 1 0 0,7 72 595 0 0,-4-25-693 0 0,130 463 268 0 0,-140-536-388 0 0,8 24-12 0 0,-6-22-22 0 0,-2-16 43 0 0,-18-517-4122 0 0,19 481 3869 0 0,0-47-1501 0 0,-20-153 1 0 0,19 248 1725 0 0,0 1-1 0 0,0 0 1 0 0,0-1 0 0 0,0 1 0 0 0,0 0 0 0 0,-1-1-1 0 0,1 1 1 0 0,-1 0 0 0 0,1-1 0 0 0,-1 1 0 0 0,1 0-1 0 0,-1 0 1 0 0,0 0 0 0 0,1-1 0 0 0,-1 1 0 0 0,0 0-1 0 0,-1-1 1 0 0,2 2 41 0 0,-1 0 1 0 0,1 0-1 0 0,-1 0 0 0 0,0 0 1 0 0,1 0-1 0 0,-1 0 0 0 0,1 0 0 0 0,-1 0 1 0 0,1 0-1 0 0,-1 1 0 0 0,1-1 1 0 0,-1 0-1 0 0,1 0 0 0 0,0 0 0 0 0,-1 1 1 0 0,1-1-1 0 0,-1 0 0 0 0,1 0 1 0 0,-1 1-1 0 0,1-1 0 0 0,0 0 0 0 0,-1 1 1 0 0,1-1-1 0 0,0 1 0 0 0,-1-1 1 0 0,1 0-1 0 0,0 1 0 0 0,-1 0 0 0 0,-2 4 165 0 0,0 0-1 0 0,0 1 0 0 0,0-1 1 0 0,0 1-1 0 0,-2 10 0 0 0,-104 545 3340 0 0,103-496-3261 0 0,5-45-223 0 0,-1 0 0 0 0,-1 0 1 0 0,-10 38-1 0 0,13-58-55 0 0,0 1 1 0 0,0-1-1 0 0,0 1 1 0 0,0-1-1 0 0,0 1 1 0 0,0-1-1 0 0,0 1 1 0 0,0-1-1 0 0,-1 1 1 0 0,1-1-1 0 0,0 0 1 0 0,0 1-1 0 0,0-1 1 0 0,-1 1-1 0 0,1-1 1 0 0,0 1-1 0 0,-1-1 1 0 0,1 0-1 0 0,0 1 1 0 0,-1-1-1 0 0,1 0 1 0 0,0 1-1 0 0,-1-1 1 0 0,1 0-1 0 0,-1 0 1 0 0,1 1-1 0 0,0-1 1 0 0,-1 0-1 0 0,1 0 1 0 0,-1 0-1 0 0,1 1 1 0 0,-1-1-1 0 0,1 0 1 0 0,-1 0-1 0 0,-7-16 26 0 0,0-30 719 0 0,-33-467-2822 0 0,41 508 2040 0 0,-2-31-341 0 0,-1 0 1 0 0,-1 0 0 0 0,-3 0-1 0 0,-10-36 1 0 0,16 69 255 0 0,1 1 0 0 0,-1 0 1 0 0,0 0-1 0 0,0-1 0 0 0,0 1 0 0 0,0 0 1 0 0,-1 0-1 0 0,1 0 0 0 0,-1 0 0 0 0,1 0 1 0 0,-1 0-1 0 0,0 1 0 0 0,1-1 0 0 0,-1 1 1 0 0,0-1-1 0 0,0 1 0 0 0,0-1 0 0 0,0 1 1 0 0,0 0-1 0 0,-1 0 0 0 0,1 0 0 0 0,0 0 1 0 0,-5-1-1 0 0,4 2 25 0 0,0 0 0 0 0,1 0 1 0 0,-1 1-1 0 0,0-1 0 0 0,1 1 0 0 0,-1-1 0 0 0,0 1 1 0 0,1 0-1 0 0,-1 0 0 0 0,1 0 0 0 0,-1 0 1 0 0,1 0-1 0 0,0 1 0 0 0,0-1 0 0 0,-1 1 0 0 0,1-1 1 0 0,0 1-1 0 0,0 0 0 0 0,0 0 0 0 0,1 0 1 0 0,-4 4-1 0 0,-4 7 346 0 0,0 1 0 0 0,0 0 0 0 0,2 1 0 0 0,0 0 0 0 0,-6 17 1 0 0,-21 82 1053 0 0,23-73-931 0 0,3-13-358 0 0,1 1 1 0 0,1-1 0 0 0,-2 40-1 0 0,8-60 65 0 0,-1 0 0 0 0,1 1 0 0 0,0-1 0 0 0,1 0-1 0 0,0 0 1 0 0,1 0 0 0 0,-1 0 0 0 0,1 0-1 0 0,1 0 1 0 0,0-1 0 0 0,0 1 0 0 0,0-1 0 0 0,1 0-1 0 0,0 0 1 0 0,0 0 0 0 0,11 12 0 0 0,-15-18-42 0 0,1-1 0 0 0,-1 1 0 0 0,1-1 0 0 0,-1 1 0 0 0,1-1 0 0 0,-1 0 0 0 0,1 0 0 0 0,0 1 0 0 0,-1-1 0 0 0,1 0 0 0 0,0 0 0 0 0,-1 1 0 0 0,1-1 0 0 0,0 0 0 0 0,-1 0 0 0 0,1 0 0 0 0,0 0 0 0 0,-1 0 0 0 0,1 0 0 0 0,0 0 0 0 0,-1 0 1 0 0,1 0-1 0 0,-1-1 0 0 0,1 1 0 0 0,0 0 0 0 0,-1 0 0 0 0,1-1 0 0 0,0 1 0 0 0,-1 0 0 0 0,1 0 0 0 0,-1-1 0 0 0,1 1 0 0 0,-1-1 0 0 0,1 1 0 0 0,-1-1 0 0 0,1 1 0 0 0,-1-1 0 0 0,1 1 0 0 0,-1-1 0 0 0,0 1 0 0 0,1-1 0 0 0,-1 1 0 0 0,0-1 0 0 0,1 0 0 0 0,-1 1 0 0 0,0-1 1 0 0,0 1-1 0 0,0-1 0 0 0,1-1 0 0 0,14-39 69 0 0,-13 33-257 0 0,104-345-5414 0 0,-99 320 5258 0 0,-2 9-8 0 0,1 0 0 0 0,16-42 1 0 0,-12 53 619 0 0,-9 13-277 0 0,-1 0 0 0 0,0 0 0 0 0,0 0 0 0 0,1 0 1 0 0,-1 0-1 0 0,0 0 0 0 0,0 0 0 0 0,1 0 0 0 0,-1 0 0 0 0,0 1 0 0 0,0-1 0 0 0,1 0 0 0 0,-1 0 0 0 0,0 0 0 0 0,0 0 0 0 0,0 1 0 0 0,1-1 0 0 0,-1 0 0 0 0,0 0 1 0 0,0 1-1 0 0,0-1 0 0 0,0 0 0 0 0,1 0 0 0 0,-1 1 0 0 0,0-1 0 0 0,0 0 0 0 0,0 0 0 0 0,0 1 0 0 0,0-1 0 0 0,0 0 0 0 0,0 0 0 0 0,0 1 0 0 0,2 32 949 0 0,-33 180 1869 0 0,1-16-1395 0 0,20-99-960 0 0,0-8 366 0 0,2 112 0 0 0,8-200-773 0 0,0-1 0 0 0,0 1 1 0 0,0 0-1 0 0,0 0 0 0 0,0 0 1 0 0,0-1-1 0 0,1 1 1 0 0,-1 0-1 0 0,1 0 0 0 0,-1-1 1 0 0,1 1-1 0 0,-1 0 1 0 0,1-1-1 0 0,0 1 0 0 0,0-1 1 0 0,0 1-1 0 0,0-1 0 0 0,0 1 1 0 0,0-1-1 0 0,0 1 1 0 0,1-1-1 0 0,-1 0 0 0 0,0 0 1 0 0,3 2-1 0 0,-2-3-58 0 0,0 0-1 0 0,0 0 1 0 0,0 0 0 0 0,-1 0-1 0 0,1 0 1 0 0,0 0 0 0 0,0-1-1 0 0,0 1 1 0 0,0-1-1 0 0,0 1 1 0 0,0-1 0 0 0,-1 0-1 0 0,1 1 1 0 0,0-1 0 0 0,-1 0-1 0 0,1 0 1 0 0,0 0 0 0 0,-1 0-1 0 0,1-1 1 0 0,-1 1-1 0 0,0 0 1 0 0,3-4 0 0 0,6-5-597 0 0,0-1 0 0 0,-1-1 0 0 0,-1 0 0 0 0,1 0 0 0 0,-2-1 0 0 0,9-19 0 0 0,31-89-215 0 0,-35 86 984 0 0,4-10 282 0 0,50-126 1655 0 0,-56 149-1700 0 0,1 1 0 0 0,1 0 0 0 0,1 0 0 0 0,1 2 0 0 0,23-27 0 0 0,-36 45-378 0 0,0-1 0 0 0,0 1 1 0 0,0 0-1 0 0,0 0 0 0 0,1 0 0 0 0,-1 0 0 0 0,0 0 0 0 0,1 0 1 0 0,-1 0-1 0 0,0 0 0 0 0,1 0 0 0 0,-1 0 0 0 0,1 1 0 0 0,0-1 1 0 0,-1 1-1 0 0,1-1 0 0 0,-1 1 0 0 0,1 0 0 0 0,0 0 0 0 0,-1-1 1 0 0,1 1-1 0 0,3 1 0 0 0,-4-1-3 0 0,1 1 0 0 0,0 0 0 0 0,0 0 0 0 0,-1 0 0 0 0,1 0 0 0 0,-1 0 0 0 0,1 0-1 0 0,-1 1 1 0 0,0-1 0 0 0,1 0 0 0 0,-1 1 0 0 0,0-1 0 0 0,0 1 0 0 0,0-1 0 0 0,0 1 0 0 0,1 3 0 0 0,3 6 80 0 0,0 1 1 0 0,-1-1-1 0 0,-1 1 0 0 0,4 21 1 0 0,-5-15-435 0 0,0 0 1 0 0,-1 0-1 0 0,-2 36 1 0 0,-3-16-6994 0 0</inkml:trace>
</inkml:ink>
</file>

<file path=ppt/ink/ink1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09:24.505"/>
    </inkml:context>
    <inkml:brush xml:id="br0">
      <inkml:brushProperty name="width" value="0.1" units="cm"/>
      <inkml:brushProperty name="height" value="0.1" units="cm"/>
      <inkml:brushProperty name="color" value="#008C3A"/>
    </inkml:brush>
  </inkml:definitions>
  <inkml:trace contextRef="#ctx0" brushRef="#br0">1 2917 7834 0 0,'0'1'36'0'0,"0"0"1"0"0,0-1 0 0 0,1 1 0 0 0,-1-1 0 0 0,0 1 0 0 0,0-1-1 0 0,1 1 1 0 0,-1-1 0 0 0,0 1 0 0 0,1-1 0 0 0,-1 1-1 0 0,1-1 1 0 0,-1 1 0 0 0,0-1 0 0 0,1 0 0 0 0,-1 1 0 0 0,1-1-1 0 0,-1 0 1 0 0,1 1 0 0 0,0-1 0 0 0,-1 0 0 0 0,1 0-1 0 0,-1 1 1 0 0,1-1 0 0 0,-1 0 0 0 0,1 0 0 0 0,0 0 0 0 0,-1 0-1 0 0,1 0 1 0 0,-1 0 0 0 0,1 0 0 0 0,0 0 0 0 0,-1 0-1 0 0,1 0 1 0 0,-1 0 0 0 0,1 0 0 0 0,-1-1 0 0 0,1 1 0 0 0,0 0-1 0 0,-1 0 1 0 0,2-1 0 0 0,0 1-47 0 0,0-1-1 0 0,0 1 1 0 0,0-1-1 0 0,0 0 1 0 0,0 0 0 0 0,0 0-1 0 0,-1 0 1 0 0,1 0-1 0 0,0 0 1 0 0,0 0 0 0 0,2-3-1 0 0,2-7 160 0 0,-1 0 1 0 0,-1 0-1 0 0,0 0 0 0 0,-1-1 0 0 0,0 1 0 0 0,0-1 0 0 0,1-20 0 0 0,3-10 421 0 0,10-49 192 0 0,-3-1 0 0 0,-5 0 0 0 0,-2-101 0 0 0,-15-86-520 0 0,7-357 444 0 0,11 523-1004 0 0,-3 44-368 0 0,-3 0 1 0 0,-5-86-1 0 0,-2 157 902 0 0,-2 12-37 0 0,-4 22-185 0 0,-12 119-341 0 0,7 0-1 0 0,6 0 1 0 0,15 184-1 0 0,29-87 344 0 0,-22-182 38 0 0,-4-1-1 0 0,-2 2 1 0 0,-3 81 0 0 0,-17-73 38 0 0,0-9 318 0 0,12-69-357 0 0,0-1 1 0 0,0 0 0 0 0,0 1-1 0 0,0-1 1 0 0,0 0 0 0 0,0 1-1 0 0,0-1 1 0 0,0 1 0 0 0,0-1-1 0 0,0 0 1 0 0,0 1 0 0 0,0-1-1 0 0,0 1 1 0 0,0-1 0 0 0,0 0-1 0 0,0 1 1 0 0,0-1 0 0 0,0 1-1 0 0,1-1 1 0 0,-1 0 0 0 0,0 1-1 0 0,0-1 1 0 0,0 0 0 0 0,1 1 0 0 0,-1-1-1 0 0,0 0 1 0 0,0 1 0 0 0,1-1-1 0 0,-1 0 1 0 0,1 1 0 0 0,9-7 998 0 0,8-18-37 0 0,-8 5-905 0 0,-2-1 1 0 0,0 0-1 0 0,0 0 0 0 0,-2-1 1 0 0,-1 0-1 0 0,0 0 1 0 0,1-29-1 0 0,0-156 42 0 0,-7 124 449 0 0,16-246 1148 0 0,0-29-1933 0 0,-16 287-67 0 0,13 116 592 0 0,-2 119-664 0 0,-13 165 0 0 0,8 134-94 0 0,-1-418 383 0 0,3 0-1 0 0,2-1 0 0 0,2 0 1 0 0,2-1-1 0 0,2 0 0 0 0,33 67 1 0 0,-48-110 52 0 0,0 0 1 0 0,0 0-1 0 0,1 0 1 0 0,-1 0 0 0 0,1 0-1 0 0,-1 0 1 0 0,1 0-1 0 0,-1 0 1 0 0,1 0 0 0 0,0-1-1 0 0,-1 1 1 0 0,1 0-1 0 0,0 0 1 0 0,0-1 0 0 0,0 1-1 0 0,-1 0 1 0 0,1-1-1 0 0,0 1 1 0 0,1 0 0 0 0,-1-2 5 0 0,-1 1 1 0 0,1 0-1 0 0,-1-1 1 0 0,1 1-1 0 0,-1 0 1 0 0,0-1-1 0 0,1 1 1 0 0,-1 0-1 0 0,1-1 1 0 0,-1 1-1 0 0,0-1 1 0 0,1 1 0 0 0,-1-1-1 0 0,0 1 1 0 0,0-1-1 0 0,1 1 1 0 0,-1-1-1 0 0,0 1 1 0 0,0-1-1 0 0,0 1 1 0 0,0-1-1 0 0,0 1 1 0 0,1-1-1 0 0,-1 0 1 0 0,3-50 438 0 0,-2 44-330 0 0,-17-594 1430 0 0,0 311-2072 0 0,7-181-464 0 0,35 0-914 0 0,-17 406 1325 0 0,2-1-1 0 0,23-73 0 0 0,-33 136 617 0 0,0 0 0 0 0,0 0 0 0 0,0 0 0 0 0,0 0 0 0 0,1 0 0 0 0,0 0 0 0 0,-1 0 0 0 0,1 0 0 0 0,0 1 0 0 0,0-1 0 0 0,3-2 0 0 0,-4 5-25 0 0,-1-1 0 0 0,0 1 0 0 0,1 0 0 0 0,-1 0 0 0 0,0 0 0 0 0,1-1 0 0 0,-1 1 0 0 0,1 0 0 0 0,-1 0 0 0 0,0 0 0 0 0,1 0 0 0 0,-1 0 0 0 0,0 0 0 0 0,1 0 0 0 0,-1 0 0 0 0,1 0 0 0 0,-1 0 0 0 0,0 0 0 0 0,1 0 0 0 0,-1 0 0 0 0,1 0 0 0 0,-1 0 0 0 0,0 0 0 0 0,1 0-1 0 0,-1 1 1 0 0,0-1 0 0 0,1 0 0 0 0,-1 0 0 0 0,1 0 0 0 0,-1 1 0 0 0,1-1 0 0 0,0 2 5 0 0,0 0-1 0 0,0-1 0 0 0,0 1 0 0 0,0 0 0 0 0,0 0 0 0 0,0 0 0 0 0,0-1 1 0 0,-1 1-1 0 0,1 0 0 0 0,0 4 0 0 0,9 58 41 0 0,-3 0 0 0 0,-3 1 0 0 0,-5 93-1 0 0,0-88-44 0 0,-12 439-51 0 0,3 349-1067 0 0,34-606 3 0 0,-4-59 1696 0 0,-21-170-423 0 0,1-23-163 0 0,-1 1 1 0 0,1-1-1 0 0,0 0 1 0 0,0 0-1 0 0,0 0 1 0 0,0 1-1 0 0,0-1 1 0 0,0 0-1 0 0,0 0 1 0 0,-1 0-1 0 0,1 1 1 0 0,0-1-1 0 0,0 0 1 0 0,0 0-1 0 0,0 0 1 0 0,-1 0-1 0 0,1 0 1 0 0,0 1-1 0 0,0-1 1 0 0,0 0-1 0 0,-1 0 1 0 0,1 0-1 0 0,0 0 0 0 0,0 0 1 0 0,0 0-1 0 0,-1 0 1 0 0,1 0-1 0 0,0 0 1 0 0,0 0-1 0 0,-1 0 1 0 0,1 0-1 0 0,0 0 1 0 0,0 0-1 0 0,-1 0 1 0 0,1 0-1 0 0,0 0 1 0 0,0 0-1 0 0,0 0 1 0 0,-1 0-1 0 0,1 0 1 0 0,-2-2 10 0 0,0 0 1 0 0,0 0-1 0 0,0 0 1 0 0,1 0-1 0 0,-1 0 1 0 0,1 0-1 0 0,-1 0 1 0 0,1 0-1 0 0,0 0 1 0 0,0-1-1 0 0,0 1 1 0 0,-1-4-1 0 0,-7-19 69 0 0,2-1 1 0 0,1 0-1 0 0,-4-46 0 0 0,1-84 289 0 0,8 112-344 0 0,-1-209-1336 0 0,37-303 0 0 0,74-247-1704 0 0,-98 700 2168 0 0,0-2 3177 0 0,-12 116-1606 0 0,0 0 1 0 0,1 1-1 0 0,2 13 1 0 0,0 15-309 0 0,-5 334 410 0 0,3 263-506 0 0,42-3-3803 0 0,-40-619 3182 0 0,17 120-1984 0 0,-15-114 2061 0 0,2 0 1 0 0,0 0-1 0 0,1 0 0 0 0,10 20 1 0 0,-17-40 256 0 0,0-1 1 0 0,0 1 0 0 0,0 0 0 0 0,0-1-1 0 0,1 1 1 0 0,-1-1 0 0 0,0 1 0 0 0,1-1-1 0 0,-1 1 1 0 0,0-1 0 0 0,1 1-1 0 0,-1-1 1 0 0,0 1 0 0 0,1-1 0 0 0,-1 0-1 0 0,1 1 1 0 0,-1-1 0 0 0,0 0 0 0 0,1 1-1 0 0,-1-1 1 0 0,1 0 0 0 0,0 1 0 0 0,-1-1-1 0 0,1 0 1 0 0,-1 0 0 0 0,1 0 0 0 0,0 1-1 0 0,5-14 1305 0 0,-1-27 419 0 0,-5 38-1755 0 0,-13-470 2577 0 0,-1 174-2530 0 0,49-861-845 0 0,-33 1072 174 0 0,-2 46 695 0 0,1 1 0 0 0,8-45 0 0 0,-9 84-50 0 0,0 0 0 0 0,0 1 0 0 0,0-1-1 0 0,0 0 1 0 0,1 0 0 0 0,-1 0 0 0 0,0 0 0 0 0,0 0 0 0 0,1 0-1 0 0,-1 0 1 0 0,0 0 0 0 0,1 0 0 0 0,-1 1 0 0 0,1-1-1 0 0,-1 0 1 0 0,1 0 0 0 0,-1 0 0 0 0,1 1 0 0 0,0-1 0 0 0,-1 0-1 0 0,1 1 1 0 0,1-2 0 0 0,-1 2 17 0 0,0 1-1 0 0,0-1 1 0 0,-1 0-1 0 0,1 1 1 0 0,0-1-1 0 0,-1 1 1 0 0,1-1-1 0 0,0 1 1 0 0,-1-1 0 0 0,1 1-1 0 0,-1-1 1 0 0,1 1-1 0 0,-1-1 1 0 0,1 1-1 0 0,-1 0 1 0 0,1-1 0 0 0,-1 1-1 0 0,0 0 1 0 0,1-1-1 0 0,-1 2 1 0 0,17 46 1147 0 0,-3 24-1131 0 0,8 123 0 0 0,-13 79 179 0 0,-8-230-201 0 0,-7 564 625 0 0,0-73-935 0 0,31 2-2660 0 0,-19-479 2335 0 0,2 1 0 0 0,23 83 0 0 0,-31-141 665 0 0,0 0 0 0 0,1 0-1 0 0,-1 0 1 0 0,0 0 0 0 0,0 0 0 0 0,1 0 0 0 0,-1 0-1 0 0,0 0 1 0 0,1 0 0 0 0,-1 0 0 0 0,1-1 0 0 0,0 1-1 0 0,-1 0 1 0 0,1 0 0 0 0,-1-1 0 0 0,1 1 0 0 0,0 0-1 0 0,1 0 1 0 0,-2-1 12 0 0,1 0 0 0 0,-1 0 0 0 0,0-1 0 0 0,1 1 0 0 0,-1 0 0 0 0,1-1 0 0 0,-1 1 0 0 0,0 0 0 0 0,1-1 0 0 0,-1 1 0 0 0,0 0 0 0 0,1-1-1 0 0,-1 1 1 0 0,0-1 0 0 0,1 1 0 0 0,-1 0 0 0 0,0-1 0 0 0,0 1 0 0 0,0-1 0 0 0,0 1 0 0 0,1-1 0 0 0,-1 1 0 0 0,0-1 0 0 0,0 0 0 0 0,7-40 1527 0 0,23-530-1008 0 0,-16 175-1943 0 0,75-522-655 0 0,-35 411 729 0 0,-43 337 781 0 0,-8 93 674 0 0,4 0 0 0 0,19-92-1 0 0,-26 168-177 0 0,13-38 264 0 0,-2 26-55 0 0,-10 13-206 0 0,-1 0 0 0 0,1 0 0 0 0,-1 0 0 0 0,1 0-1 0 0,0 1 1 0 0,-1-1 0 0 0,1 0 0 0 0,-1 0 0 0 0,1 0-1 0 0,-1 0 1 0 0,1 1 0 0 0,-1-1 0 0 0,1 0 0 0 0,-1 1-1 0 0,1-1 1 0 0,-1 0 0 0 0,1 1 0 0 0,-1-1 0 0 0,1 0-1 0 0,-1 1 1 0 0,0-1 0 0 0,1 1 0 0 0,-1-1 0 0 0,0 1 0 0 0,1-1-1 0 0,-1 1 1 0 0,0-1 0 0 0,1 1 0 0 0,-1 0 0 0 0,5 12 42 0 0,-1 1 0 0 0,0-1 0 0 0,0 1 0 0 0,-2-1 0 0 0,0 1 0 0 0,0 0 0 0 0,-1 0 0 0 0,-2 18 0 0 0,2-8-15 0 0,-28 611 845 0 0,0-235-667 0 0,25-278-747 0 0,16 155-1 0 0,-10-236 80 0 0,2 0 1 0 0,1 0-1 0 0,3 0 0 0 0,1-1 0 0 0,26 60 0 0 0,-37-99 478 0 0,0-1 0 0 0,0 0 0 0 0,0 1 0 0 0,0-1 0 0 0,0 0 0 0 0,0 0 0 0 0,0 1 0 0 0,0-1 0 0 0,0 0 0 0 0,0 1 0 0 0,0-1 0 0 0,0 0 0 0 0,1 0 0 0 0,-1 1 0 0 0,0-1 0 0 0,0 0 0 0 0,0 0 0 0 0,0 1 0 0 0,1-1 0 0 0,-1 0 0 0 0,0 0 0 0 0,0 1 0 0 0,0-1 0 0 0,1 0 0 0 0,-1 0 0 0 0,0 0 0 0 0,0 0 0 0 0,1 1 0 0 0,-1-1 0 0 0,0 0 0 0 0,0 0-1 0 0,1 0 1 0 0,-1 0 0 0 0,0 0 0 0 0,0 0 0 0 0,1 0 0 0 0,-1 0 0 0 0,0 0 0 0 0,1 0 0 0 0,-1 0 0 0 0,0 0 0 0 0,1 0 0 0 0,-1 0 0 0 0,0 0 0 0 0,0 0 0 0 0,1 0 0 0 0,-1 0 0 0 0,0 0 0 0 0,1 0 0 0 0,-1 0 0 0 0,0 0 0 0 0,1-1 0 0 0,5-20 967 0 0,0-41 63 0 0,-5 57-1001 0 0,15-425-2741 0 0,-12 296 865 0 0</inkml:trace>
</inkml:ink>
</file>

<file path=ppt/ink/ink1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09:24.696"/>
    </inkml:context>
    <inkml:brush xml:id="br0">
      <inkml:brushProperty name="width" value="0.1" units="cm"/>
      <inkml:brushProperty name="height" value="0.1" units="cm"/>
      <inkml:brushProperty name="color" value="#008C3A"/>
    </inkml:brush>
  </inkml:definitions>
  <inkml:trace contextRef="#ctx0" brushRef="#br0">228 261 2761 0 0,'12'-84'991'0'0,"-9"59"-552"0"0,0 0-1 0 0,2 0 1 0 0,0 1 0 0 0,18-48-1 0 0,-23 72-422 0 0,0 0 1 0 0,0 0-1 0 0,0 0 0 0 0,0 0 0 0 0,0-1 0 0 0,0 1 0 0 0,0 0 1 0 0,0 0-1 0 0,0 0 0 0 0,0-1 0 0 0,0 1 0 0 0,0 0 0 0 0,0 0 1 0 0,0 0-1 0 0,0 0 0 0 0,0-1 0 0 0,0 1 0 0 0,1 0 0 0 0,-1 0 1 0 0,0 0-1 0 0,0 0 0 0 0,0-1 0 0 0,0 1 0 0 0,0 0 0 0 0,0 0 1 0 0,0 0-1 0 0,1 0 0 0 0,-1 0 0 0 0,0 0 0 0 0,0-1 0 0 0,0 1 1 0 0,0 0-1 0 0,1 0 0 0 0,-1 0 0 0 0,0 0 0 0 0,0 0 0 0 0,0 0 1 0 0,0 0-1 0 0,1 0 0 0 0,-1 0 0 0 0,0 0 0 0 0,0 0 0 0 0,0 0 1 0 0,1 0-1 0 0,-1 0 0 0 0,0 0 0 0 0,0 0 0 0 0,0 0 0 0 0,0 0 0 0 0,1 0 1 0 0,-1 0-1 0 0,0 0 0 0 0,3 13 268 0 0,-4 22-112 0 0,-70 501-1738 0 0,42-352 1454 0 0,-145 1151-675 0 0,162-1245 4991 0 0,13-92-3638 0 0,1-8-3848 0 0</inkml:trace>
</inkml:ink>
</file>

<file path=ppt/ink/ink1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09:25.048"/>
    </inkml:context>
    <inkml:brush xml:id="br0">
      <inkml:brushProperty name="width" value="0.1" units="cm"/>
      <inkml:brushProperty name="height" value="0.1" units="cm"/>
      <inkml:brushProperty name="color" value="#008C3A"/>
    </inkml:brush>
  </inkml:definitions>
  <inkml:trace contextRef="#ctx0" brushRef="#br0">60 160 4633 0 0,'7'39'94'0'0,"-2"0"0"0"0,-2 0 0 0 0,-2 0 0 0 0,-4 59 0 0 0,1-45-31 0 0,-35 456 44 0 0,8-147-107 0 0,26-334 35 0 0,2-1 0 0 0,0 1 0 0 0,2-1 1 0 0,2 1-1 0 0,7 36 0 0 0,-10-63 4 0 0,0 0 1 0 0,0 0 0 0 0,0 0-1 0 0,0 0 1 0 0,1 0-1 0 0,-1 0 1 0 0,0 0 0 0 0,1 0-1 0 0,-1 0 1 0 0,1 0-1 0 0,-1 0 1 0 0,1 0 0 0 0,-1-1-1 0 0,1 1 1 0 0,0 0-1 0 0,-1 0 1 0 0,2 0-1 0 0,4-11 485 0 0,1-34-16 0 0,-6 38-489 0 0,53-502-3488 0 0,55-330 1739 0 0,-89 695 1745 0 0,-18 136 873 0 0,0 13 485 0 0,-1 15 904 0 0,-4-11-1980 0 0,-1 1 0 0 0,1-1 0 0 0,-2 0 0 0 0,-9 18-1 0 0,3-11-934 0 0,-1-1 0 0 0,0 0-1 0 0,-23 23 1 0 0,14-19 371 0 0</inkml:trace>
</inkml:ink>
</file>

<file path=ppt/ink/ink1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09:29.731"/>
    </inkml:context>
    <inkml:brush xml:id="br0">
      <inkml:brushProperty name="width" value="0.1" units="cm"/>
      <inkml:brushProperty name="height" value="0.1" units="cm"/>
      <inkml:brushProperty name="color" value="#008C3A"/>
    </inkml:brush>
  </inkml:definitions>
  <inkml:trace contextRef="#ctx0" brushRef="#br0">3 361 5065 0 0,'2'-23'346'0'0,"1"0"-1"0"0,1 0 1 0 0,1 1-1 0 0,1 0 1 0 0,16-39 0 0 0,-3 7 278 0 0,-14 39-410 0 0,-1 0 56 0 0,1 0-1 0 0,0 1 1 0 0,1-1-1 0 0,1 1 1 0 0,14-23-1 0 0,-21 37-252 0 0,0-1 0 0 0,1 1 0 0 0,-1 0 0 0 0,0-1 0 0 0,0 1 0 0 0,0-1 0 0 0,1 1 0 0 0,-1 0 0 0 0,0-1 0 0 0,0 1 0 0 0,1 0 0 0 0,-1-1 0 0 0,0 1 0 0 0,1 0 0 0 0,-1 0 0 0 0,0-1 0 0 0,1 1 1 0 0,-1 0-1 0 0,1 0 0 0 0,-1 0 0 0 0,0-1 0 0 0,1 1 0 0 0,-1 0 0 0 0,1 0 0 0 0,-1 0 0 0 0,1 0 0 0 0,-1 0 0 0 0,0 0 0 0 0,1 0 0 0 0,-1 0 0 0 0,1 0 0 0 0,-1 0 0 0 0,1 0 0 0 0,-1 0 0 0 0,0 0 0 0 0,1 0 0 0 0,-1 0 0 0 0,1 1 0 0 0,-1-1 0 0 0,0 0 0 0 0,1 0 0 0 0,-1 0 0 0 0,1 1 0 0 0,-1-1 0 0 0,0 0 0 0 0,1 1 0 0 0,-1-1 0 0 0,0 0 0 0 0,0 0 0 0 0,1 1 0 0 0,-1-1 0 0 0,0 1 0 0 0,0-1 0 0 0,1 0 0 0 0,-1 1 0 0 0,0-1 1 0 0,0 0-1 0 0,0 1 0 0 0,0-1 0 0 0,0 1 0 0 0,1-1 0 0 0,-1 1 0 0 0,0-1 0 0 0,0 0 0 0 0,0 1 0 0 0,0 0 0 0 0,5 32 632 0 0,-5-33-644 0 0,2 106 1011 0 0,-4 0 1 0 0,-5 0-1 0 0,-22 106 0 0 0,23-163-625 0 0,-3 0 0 0 0,-2-1 0 0 0,-2 0 0 0 0,-31 72 0 0 0,44-119-367 0 0,0 1-1 0 0,-1-1 1 0 0,1 0 0 0 0,-1 0-1 0 0,0 0 1 0 0,1 0 0 0 0,-1 0-1 0 0,0 0 1 0 0,0 0 0 0 0,1 0-1 0 0,-1 0 1 0 0,0 0 0 0 0,0-1-1 0 0,-2 2 1 0 0,3-2-18 0 0,-1 0 1 0 0,1 0-1 0 0,0 0 1 0 0,-1 0-1 0 0,1 0 1 0 0,0 0-1 0 0,0 0 0 0 0,-1 0 1 0 0,1-1-1 0 0,0 1 1 0 0,-1 0-1 0 0,1 0 1 0 0,0 0-1 0 0,0-1 1 0 0,-1 1-1 0 0,1 0 0 0 0,0 0 1 0 0,0-1-1 0 0,0 1 1 0 0,-1 0-1 0 0,1 0 1 0 0,0-1-1 0 0,0 1 0 0 0,0 0 1 0 0,0-1-1 0 0,0 1 1 0 0,-1 0-1 0 0,1-1 1 0 0,0 1-1 0 0,0 0 0 0 0,0-1 1 0 0,0 1-1 0 0,-4-38 65 0 0,8-37-406 0 0,16-92 1 0 0,-5 47-658 0 0,-11 84 833 0 0,23-164-496 0 0,-21 169 759 0 0,1 0 1 0 0,2 1-1 0 0,1 0 1 0 0,18-36-1 0 0,-26 61-83 0 0,0 1-1 0 0,0 0 1 0 0,1 0-1 0 0,-1 0 0 0 0,1 1 1 0 0,0-1-1 0 0,0 0 1 0 0,1 1-1 0 0,-1 0 1 0 0,7-5-1 0 0,-9 7-1 0 0,0 1-1 0 0,0-1 1 0 0,0 1-1 0 0,0-1 1 0 0,1 1-1 0 0,-1 0 1 0 0,0 0-1 0 0,0-1 1 0 0,0 1-1 0 0,0 0 1 0 0,0 0-1 0 0,1 0 1 0 0,-1 0-1 0 0,0 0 1 0 0,0 0-1 0 0,0 1 1 0 0,0-1-1 0 0,2 1 0 0 0,-1 0 21 0 0,0 0-1 0 0,0 0 0 0 0,-1 0 1 0 0,1 0-1 0 0,0 1 0 0 0,-1-1 0 0 0,1 1 1 0 0,-1-1-1 0 0,1 1 0 0 0,-1 0 1 0 0,0 0-1 0 0,1-1 0 0 0,0 4 0 0 0,5 9 159 0 0,0 0 0 0 0,-1 1 0 0 0,-1 0 0 0 0,0 0 0 0 0,-1 1 0 0 0,2 18 0 0 0,7 99 372 0 0,-10-97-455 0 0,3 226 508 0 0,-5-135-540 0 0,0-107-60 0 0,5 40-1 0 0,-6-56-15 0 0,1 0 0 0 0,0 1 0 0 0,0-1-1 0 0,0 0 1 0 0,0 0 0 0 0,1 0-1 0 0,0 0 1 0 0,0-1 0 0 0,0 1-1 0 0,0 0 1 0 0,0-1 0 0 0,1 1 0 0 0,-1-1-1 0 0,1 0 1 0 0,0 0 0 0 0,4 3-1 0 0,-6-5-30 0 0,1-1-1 0 0,-1 1 1 0 0,0-1-1 0 0,1 1 1 0 0,-1-1 0 0 0,0 0-1 0 0,1 0 1 0 0,-1 0-1 0 0,1 0 1 0 0,-1 0-1 0 0,0 0 1 0 0,1 0-1 0 0,-1 0 1 0 0,0 0 0 0 0,1-1-1 0 0,-1 1 1 0 0,0-1-1 0 0,1 1 1 0 0,-1-1-1 0 0,0 1 1 0 0,1-1-1 0 0,-1 0 1 0 0,0 1-1 0 0,0-1 1 0 0,0 0 0 0 0,0 0-1 0 0,0 0 1 0 0,0 0-1 0 0,0 0 1 0 0,0 0-1 0 0,0 0 1 0 0,0 0-1 0 0,-1-1 1 0 0,2 0-1 0 0,23-44-1068 0 0,-24 45 1080 0 0,25-69-917 0 0,35-136-1 0 0,-43 133 211 0 0,47-121-1 0 0,-65 192 705 0 0,1 1-1 0 0,-1 0 1 0 0,1-1 0 0 0,-1 1-1 0 0,1-1 1 0 0,0 1 0 0 0,-1 0-1 0 0,1-1 1 0 0,0 1 0 0 0,0 0-1 0 0,0 0 1 0 0,0-1-1 0 0,0 1 1 0 0,0 0 0 0 0,1 0-1 0 0,-1 0 1 0 0,2-1 0 0 0,-3 3 11 0 0,1-1 0 0 0,0 0 1 0 0,-1 1-1 0 0,1-1 0 0 0,-1 1 0 0 0,1-1 1 0 0,-1 1-1 0 0,1-1 0 0 0,-1 1 0 0 0,0-1 1 0 0,1 1-1 0 0,-1-1 0 0 0,1 1 1 0 0,-1-1-1 0 0,0 1 0 0 0,0 0 0 0 0,1-1 1 0 0,-1 1-1 0 0,0 0 0 0 0,0-1 0 0 0,0 1 1 0 0,0 0-1 0 0,0-1 0 0 0,0 1 1 0 0,0 1-1 0 0,4 58 294 0 0,-11 189 896 0 0,0-112-1075 0 0,15 179-1 0 0,11-71-108 0 0,-13-261-113 0 0,1-16-360 0 0,-1-228-2715 0 0,-5 59 1945 0 0,28-126 85 0 0,-5 61 581 0 0,-18 223 913 0 0,-4 32 401 0 0,-5 29 375 0 0,-48 278 1899 0 0,-29 197-1463 0 0,75-448-1435 0 0,-88 553 112 0 0,92-595-192 0 0,-7 29 62 0 0,8-31-70 0 0,0 0 0 0 0,-1 0 1 0 0,1 0-1 0 0,0 0 0 0 0,-1 0 1 0 0,1 0-1 0 0,-1 0 0 0 0,1 0 1 0 0,-1 0-1 0 0,1 0 0 0 0,-1 0 1 0 0,0 0-1 0 0,1-1 1 0 0,-1 1-1 0 0,0 0 0 0 0,0 0 1 0 0,0-1-1 0 0,0 1 0 0 0,1 0 1 0 0,-1-1-1 0 0,0 1 0 0 0,-2 0 1 0 0,2-2-9 0 0,0 1 0 0 0,1 0 0 0 0,-1-1 0 0 0,0 1 0 0 0,0-1 1 0 0,0 1-1 0 0,0-1 0 0 0,0 1 0 0 0,0-1 0 0 0,1 0 0 0 0,-1 1 0 0 0,0-1 0 0 0,0 0 1 0 0,1 0-1 0 0,-1 0 0 0 0,1 1 0 0 0,-1-1 0 0 0,1 0 0 0 0,-1 0 0 0 0,1 0 1 0 0,-1-1-1 0 0,-10-25 33 0 0,10 22-16 0 0,-9-25-238 0 0,2 0 0 0 0,1-1-1 0 0,-6-51 1 0 0,4-97-2193 0 0,8 145 1937 0 0,9-391-2655 0 0,2 317 3042 0 0,46-204 0 0 0,-52 296 233 0 0,-1 1 173 0 0,1-1-1 0 0,1 0 0 0 0,0 1 0 0 0,1 0 1 0 0,0 0-1 0 0,1 1 0 0 0,10-16 0 0 0,-17 30-280 0 0,0-1-1 0 0,1 1 1 0 0,-1 0-1 0 0,0 0 1 0 0,0-1-1 0 0,1 1 0 0 0,-1 0 1 0 0,0-1-1 0 0,0 1 1 0 0,1 0-1 0 0,-1 0 1 0 0,0 0-1 0 0,0-1 1 0 0,1 1-1 0 0,-1 0 1 0 0,0 0-1 0 0,1 0 1 0 0,-1 0-1 0 0,0-1 1 0 0,1 1-1 0 0,-1 0 0 0 0,1 0 1 0 0,-1 0-1 0 0,0 0 1 0 0,1 0-1 0 0,-1 0 1 0 0,0 0-1 0 0,1 0 1 0 0,-1 0-1 0 0,0 0 1 0 0,1 0-1 0 0,-1 1 1 0 0,1-1-1 0 0,-1 0 0 0 0,0 0 1 0 0,1 0-1 0 0,-1 0 1 0 0,1 1-1 0 0,9 15 964 0 0,0 22-327 0 0,2 38-414 0 0,-4 0 0 0 0,-2 102-1 0 0,-22 153-366 0 0,1-63-459 0 0,15-224 554 0 0,1-1-1 0 0,3 1 0 0 0,1-1 1 0 0,13 48-1 0 0,-26-129-135 0 0,2-1 0 0 0,1 0 0 0 0,1-56 0 0 0,18-120-2177 0 0,-14 209 2295 0 0,6-33-361 0 0,-6 38 412 0 0,0 0 0 0 0,1-1 1 0 0,-1 1-1 0 0,0-1 0 0 0,1 1 0 0 0,-1 0 0 0 0,1-1 0 0 0,0 1 0 0 0,-1 0 1 0 0,1-1-1 0 0,0 1 0 0 0,0 0 0 0 0,-1 0 0 0 0,1 0 0 0 0,0-1 0 0 0,0 1 1 0 0,0 0-1 0 0,1 1 0 0 0,-1-1 0 0 0,2-1 0 0 0,-2 2 18 0 0,0 0 0 0 0,0 0 1 0 0,0 0-1 0 0,0 0 0 0 0,0 1 0 0 0,1-1 0 0 0,-1 0 0 0 0,0 1 0 0 0,0-1 1 0 0,-1 1-1 0 0,1-1 0 0 0,0 1 0 0 0,0-1 0 0 0,0 1 0 0 0,0 0 0 0 0,0-1 0 0 0,0 1 1 0 0,-1 0-1 0 0,1 0 0 0 0,0 0 0 0 0,-1 0 0 0 0,1-1 0 0 0,-1 1 0 0 0,1 0 1 0 0,-1 0-1 0 0,1 0 0 0 0,0 2 0 0 0,11 32 669 0 0,-12-33-670 0 0,15 65 291 0 0,-3 0 1 0 0,5 114-1 0 0,-6-39-358 0 0,26 271-3346 0 0,-33-382 3664 0 0,1-1 1 0 0,1 1-1 0 0,1-1 0 0 0,15 39 0 0 0,-22-68-303 0 0,1 1 0 0 0,-1-1 0 0 0,0 0-1 0 0,1 1 1 0 0,-1-1 0 0 0,1 0-1 0 0,-1 0 1 0 0,1 0 0 0 0,-1 1-1 0 0,1-1 1 0 0,0 0 0 0 0,0 0-1 0 0,-1 0 1 0 0,1 0 0 0 0,0 0-1 0 0,0 0 1 0 0,0-1 0 0 0,0 1-1 0 0,0 0 1 0 0,0 0 0 0 0,0-1-1 0 0,1 1 1 0 0,-1 0 0 0 0,0-1-1 0 0,0 1 1 0 0,0-1 0 0 0,1 0-1 0 0,-1 1 1 0 0,0-1 0 0 0,1 0-1 0 0,-1 0 1 0 0,0 0 0 0 0,2 0 0 0 0,0-1 18 0 0,0 0 0 0 0,-1-1 1 0 0,1 1-1 0 0,-1-1 0 0 0,0 1 1 0 0,1-1-1 0 0,-1 0 0 0 0,0 0 1 0 0,0 0-1 0 0,0 0 0 0 0,0-1 1 0 0,-1 1-1 0 0,1 0 0 0 0,2-6 1 0 0,10-19-76 0 0,-2-2 0 0 0,0 0 0 0 0,-2 0 0 0 0,-1-1 0 0 0,8-51 0 0 0,-11 47 42 0 0,2 1 0 0 0,1 0 0 0 0,1 0 0 0 0,18-36 0 0 0,-26 65 13 0 0,0 0 1 0 0,1 0-1 0 0,-1 0 0 0 0,1 1 0 0 0,0-1 0 0 0,0 1 0 0 0,0 0 0 0 0,0-1 0 0 0,0 1 0 0 0,1 1 0 0 0,0-1 0 0 0,-1 0 0 0 0,5-1 0 0 0,-6 3 6 0 0,0 1 0 0 0,0-1 1 0 0,-1 1-1 0 0,1-1 0 0 0,0 1 0 0 0,0 0 1 0 0,0 0-1 0 0,-1 0 0 0 0,1 0 0 0 0,0 0 1 0 0,0 0-1 0 0,0 0 0 0 0,-1 1 0 0 0,1-1 1 0 0,0 1-1 0 0,0-1 0 0 0,-1 1 0 0 0,1 0 1 0 0,0-1-1 0 0,-1 1 0 0 0,1 0 1 0 0,-1 0-1 0 0,1 0 0 0 0,-1 0 0 0 0,0 1 1 0 0,1-1-1 0 0,-1 0 0 0 0,0 1 0 0 0,0-1 1 0 0,0 1-1 0 0,0-1 0 0 0,0 1 0 0 0,0-1 1 0 0,1 3-1 0 0,7 15 67 0 0,-2 0 0 0 0,0 0 0 0 0,-1 1 0 0 0,0 0 0 0 0,-2 1 0 0 0,-1-1 0 0 0,2 25 0 0 0,3 13-80 0 0,7 50 255 0 0,6 34 1068 0 0,-16-202-1065 0 0,70-761-2825 0 0,-70 787 2642 0 0,-2 4 19 0 0,2 0 0 0 0,0 0-1 0 0,2 1 1 0 0,1 0 0 0 0,14-32 0 0 0,-22 60-84 0 0,0 1 1 0 0,0 0-1 0 0,0 0 1 0 0,0 0-1 0 0,0 0 1 0 0,0-1-1 0 0,1 1 1 0 0,-1 0 0 0 0,0 0-1 0 0,0 0 1 0 0,0 0-1 0 0,0 0 1 0 0,0-1-1 0 0,0 1 1 0 0,0 0-1 0 0,0 0 1 0 0,0 0 0 0 0,0 0-1 0 0,0 0 1 0 0,0 0-1 0 0,1-1 1 0 0,-1 1-1 0 0,0 0 1 0 0,0 0-1 0 0,0 0 1 0 0,0 0 0 0 0,0 0-1 0 0,0 0 1 0 0,1 0-1 0 0,-1 0 1 0 0,0 0-1 0 0,0 0 1 0 0,0-1-1 0 0,0 1 1 0 0,1 0 0 0 0,-1 0-1 0 0,0 0 1 0 0,0 0-1 0 0,0 0 1 0 0,0 0-1 0 0,0 0 1 0 0,1 0-1 0 0,-1 0 1 0 0,0 0 0 0 0,0 1-1 0 0,0-1 1 0 0,0 0-1 0 0,1 0 1 0 0,-1 0-1 0 0,3 10 189 0 0,-1 17 264 0 0,-6 49 84 0 0,-14 82 0 0 0,3-34-391 0 0,-6 366 51 0 0,16-276-156 0 0,5-207-42 0 0,0-3 0 0 0,0 0 0 0 0,0 0 0 0 0,0 0 0 0 0,-1 0 0 0 0,0 0 0 0 0,0 0 0 0 0,-2 6 0 0 0,-4-44-25 0 0,-17-303-2584 0 0,1 19 1202 0 0,21 266 1264 0 0,-3-57 40 0 0,10-119 0 0 0,-5 227 136 0 0,0-1 1 0 0,0 0-1 0 0,0 1 1 0 0,0-1-1 0 0,1 0 1 0 0,-1 1-1 0 0,0-1 1 0 0,1 0-1 0 0,-1 1 1 0 0,1-1-1 0 0,0 1 1 0 0,-1-1-1 0 0,3-2 1 0 0,-3 4 19 0 0,1 1-1 0 0,-1-1 1 0 0,1 0-1 0 0,-1 0 1 0 0,1 1 0 0 0,-1-1-1 0 0,1 0 1 0 0,-1 1 0 0 0,0-1-1 0 0,1 1 1 0 0,-1-1 0 0 0,1 0-1 0 0,-1 1 1 0 0,0-1 0 0 0,0 1-1 0 0,1-1 1 0 0,-1 1-1 0 0,0-1 1 0 0,0 1 0 0 0,1-1-1 0 0,-1 1 1 0 0,0-1 0 0 0,0 1-1 0 0,0 0 1 0 0,0 0 0 0 0,13 52 1484 0 0,0 66-416 0 0,-2 197 1 0 0,-33 122-541 0 0,14-311-502 0 0,-2-18-55 0 0,-2 54-737 0 0,-7-608-5738 0 0,17 411 6110 0 0,-2-74-601 0 0,11-110-1 0 0,25-107-864 0 0,-28 258 2736 0 0,-33 132 2529 0 0,-12 62-2646 0 0,-44 227 1 0 0,51-192-573 0 0,4-19-211 0 0,-46 171 110 0 0,78-365-289 0 0,6-55-921 0 0,80-691-1319 0 0,-82 756 2602 0 0,2 0 0 0 0,2 0 0 0 0,2 1 0 0 0,23-54 0 0 0,-34 91-234 0 0,0 0-1 0 0,1 1 1 0 0,-1-1-1 0 0,1 1 1 0 0,-1-1-1 0 0,1 1 1 0 0,0-1-1 0 0,0 1 1 0 0,0 0-1 0 0,0 0 1 0 0,1 0-1 0 0,3-2 1 0 0,-6 4 22 0 0,1-1 0 0 0,-1 1 0 0 0,1 0 0 0 0,-1 0-1 0 0,1 0 1 0 0,-1 0 0 0 0,1 0 0 0 0,-1 0 0 0 0,1 0 0 0 0,0 0 0 0 0,-1 0 0 0 0,1 0 0 0 0,-1 0 0 0 0,1 0 0 0 0,-1 0 0 0 0,1 0 0 0 0,-1 1 0 0 0,1-1 0 0 0,-1 0-1 0 0,1 0 1 0 0,-1 1 0 0 0,1-1 0 0 0,-1 0 0 0 0,1 1 0 0 0,12 20 261 0 0,26 109 748 0 0,-4 1 1 0 0,-7 1-1 0 0,12 142 1 0 0,-23 61-1139 0 0,-9-97-684 0 0,-7-228 788 0 0,-1 6 67 0 0,1 0 1 0 0,1 0-1 0 0,1 0 1 0 0,0 0-1 0 0,1 0 1 0 0,10 27 0 0 0,-14-43-29 0 0,0 1 1 0 0,0-1 0 0 0,1 1-1 0 0,-1-1 1 0 0,0 1 0 0 0,0-1-1 0 0,1 1 1 0 0,-1-1-1 0 0,0 0 1 0 0,1 1 0 0 0,-1-1-1 0 0,0 1 1 0 0,1-1 0 0 0,-1 0-1 0 0,0 0 1 0 0,1 1 0 0 0,-1-1-1 0 0,1 0 1 0 0,-1 1 0 0 0,1-1-1 0 0,-1 0 1 0 0,0 0 0 0 0,1 0-1 0 0,-1 0 1 0 0,1 0 0 0 0,-1 1-1 0 0,1-1 1 0 0,-1 0 0 0 0,1 0-1 0 0,-1 0 1 0 0,1 0 0 0 0,-1 0-1 0 0,1 0 1 0 0,-1-1 0 0 0,1 1-1 0 0,-1 0 1 0 0,1 0-1 0 0,-1 0 1 0 0,1 0 0 0 0,-1-1-1 0 0,1 1 1 0 0,-1 0 0 0 0,1 0-1 0 0,-1-1 1 0 0,0 1 0 0 0,1 0-1 0 0,-1-1 1 0 0,0 1 0 0 0,1 0-1 0 0,-1-1 1 0 0,0 1 0 0 0,1 0-1 0 0,-1-1 1 0 0,0 1 0 0 0,0-1-1 0 0,1 1 1 0 0,-1-1 0 0 0,0 1-1 0 0,0-1 1 0 0,0 0 0 0 0,16-30-60 0 0,-16 30 22 0 0,17-47-510 0 0,-2 0-1 0 0,16-94 0 0 0,0-105-735 0 0,-28 213 1047 0 0,9-97-530 0 0,-1 2 447 0 0,35-162-1 0 0,-44 281 285 0 0,22-72-604 0 0,-22 76 568 0 0,0 0-1 0 0,1 1 0 0 0,-1-1 1 0 0,1 1-1 0 0,1-1 0 0 0,-1 1 0 0 0,1 0 1 0 0,0 0-1 0 0,0 1 0 0 0,9-9 1 0 0,-11 12 114 0 0,0 0 0 0 0,0 0 0 0 0,-1 0 0 0 0,1 0 0 0 0,0 0 0 0 0,0 0 0 0 0,0 1 0 0 0,0-1 0 0 0,0 1 0 0 0,0-1 1 0 0,0 1-1 0 0,0 0 0 0 0,0 0 0 0 0,1-1 0 0 0,-1 2 0 0 0,0-1 0 0 0,0 0 0 0 0,0 0 0 0 0,0 1 0 0 0,0-1 0 0 0,0 1 1 0 0,0-1-1 0 0,0 1 0 0 0,0 0 0 0 0,0 0 0 0 0,0 0 0 0 0,-1 0 0 0 0,1 0 0 0 0,0 0 0 0 0,-1 1 0 0 0,1-1 1 0 0,-1 0-1 0 0,1 1 0 0 0,-1 0 0 0 0,1-1 0 0 0,1 3 0 0 0,3 5 170 0 0,0-1 0 0 0,-1 1 0 0 0,0 0 0 0 0,0 1 0 0 0,7 18 0 0 0,2 18 165 0 0,-2 0 1 0 0,-2 1-1 0 0,-2 1 1 0 0,3 95-1 0 0,-20 195 182 0 0,8-321-555 0 0,-3 72 13 0 0,-12 118-1186 0 0,11-186-6 0 0,1-32 409 0 0,0-35 159 0 0,1-56-219 0 0,-2-324-2112 0 0,8 291 3160 0 0,25-150 1 0 0,-24 257 121 0 0,1 1 1 0 0,0 0 0 0 0,2 1 0 0 0,16-40 0 0 0,-23 66-354 0 0,0 0 1 0 0,0-1 0 0 0,0 1-1 0 0,0-1 1 0 0,0 1-1 0 0,0 0 1 0 0,1-1 0 0 0,-1 1-1 0 0,0 0 1 0 0,0-1-1 0 0,0 1 1 0 0,0 0-1 0 0,1-1 1 0 0,-1 1 0 0 0,0 0-1 0 0,0 0 1 0 0,1-1-1 0 0,-1 1 1 0 0,0 0 0 0 0,1 0-1 0 0,-1-1 1 0 0,0 1-1 0 0,0 0 1 0 0,1 0 0 0 0,-1 0-1 0 0,0 0 1 0 0,1-1-1 0 0,-1 1 1 0 0,1 0 0 0 0,-1 0-1 0 0,0 0 1 0 0,1 0-1 0 0,-1 0 1 0 0,0 0 0 0 0,1 0-1 0 0,6 14 602 0 0,-1 33 718 0 0,-5-39-1147 0 0,7 83 608 0 0,-5 1 1 0 0,-4-1 0 0 0,-12 94 0 0 0,-57 272-1384 0 0,51-345 80 0 0,6-32-1373 0 0,13-80 1866 0 0,-1 0-1 0 0,1-1 1 0 0,0 1-1 0 0,0 0 1 0 0,0 0-1 0 0,0 0 1 0 0,0 0-1 0 0,0 0 1 0 0,0 0-1 0 0,0 0 1 0 0,0 0-1 0 0,0 0 1 0 0,0 0-1 0 0,0 0 1 0 0,0 0-1 0 0,-1 0 1 0 0,1 0-1 0 0,0 0 1 0 0,0 0 0 0 0,0 0-1 0 0,0 0 1 0 0,0 0-1 0 0,0 0 1 0 0,0 0-1 0 0,0 0 1 0 0,0 0-1 0 0,0 0 1 0 0,0 0-1 0 0,0 0 1 0 0,-1 0-1 0 0,1 0 1 0 0,0 0-1 0 0,0 0 1 0 0,0 0-1 0 0,0 0 1 0 0,0 0-1 0 0,0 0 1 0 0,0 0-1 0 0,0 0 1 0 0,0 0-1 0 0,0 1 1 0 0,0-1-1 0 0,0 0 1 0 0,0 0-1 0 0,0 0 1 0 0,0 0-1 0 0,0 0 1 0 0,-1 0-1 0 0,1 0 1 0 0,0 0-1 0 0,0 0 1 0 0,0 0-1 0 0,0 0 1 0 0,0 0-1 0 0,0 0 1 0 0,0 1-1 0 0,0-1 1 0 0,-4-12-560 0 0,-3-17 48 0 0,-31-691-3269 0 0,37 687 3943 0 0,4-172 513 0 0,-1 174-396 0 0,1 1 0 0 0,2 0-1 0 0,1 0 1 0 0,17-48 0 0 0,-23 76-160 0 0,1 0-1 0 0,0 0 1 0 0,-1 1 0 0 0,1-1-1 0 0,0 0 1 0 0,0 0 0 0 0,0 1-1 0 0,0-1 1 0 0,1 0 0 0 0,-1 1-1 0 0,0-1 1 0 0,1 1 0 0 0,-1 0-1 0 0,1-1 1 0 0,-1 1 0 0 0,1 0-1 0 0,-1 0 1 0 0,4-1 0 0 0,-5 2-32 0 0,1-1 1 0 0,0 1 0 0 0,-1 0 0 0 0,1 0-1 0 0,0 0 1 0 0,-1 0 0 0 0,1 1-1 0 0,-1-1 1 0 0,1 0 0 0 0,0 0-1 0 0,-1 0 1 0 0,1 0 0 0 0,-1 1-1 0 0,1-1 1 0 0,0 0 0 0 0,-1 0-1 0 0,1 1 1 0 0,-1-1 0 0 0,1 0-1 0 0,-1 1 1 0 0,1-1 0 0 0,0 1-1 0 0,10 22 905 0 0,-3 15-695 0 0,-2 0-1 0 0,-1 0 1 0 0,-3 1 0 0 0,-3 71-1 0 0,0-44-142 0 0,-19 468 552 0 0,5-228-572 0 0,14-293-118 0 0,0-6-1 0 0,1 1 0 0 0,0 0-1 0 0,0-1 1 0 0,1 1 0 0 0,-1 0 0 0 0,2 0 0 0 0,-1-1 0 0 0,3 9 0 0 0,0-16-323 0 0,0-10 24 0 0,1-10-143 0 0,55-393-2636 0 0,-46 273 2726 0 0,58-242-1 0 0,-68 369 429 0 0,13-43 187 0 0,-15 51-176 0 0,0 1 1 0 0,0 0-1 0 0,0 0 1 0 0,1 0-1 0 0,-1 0 1 0 0,1 0-1 0 0,0 0 1 0 0,0 1-1 0 0,5-6 1 0 0,-7 8-35 0 0,0 0-1 0 0,0 1 1 0 0,0-1 0 0 0,0 0-1 0 0,1 1 1 0 0,-1-1-1 0 0,0 0 1 0 0,0 1 0 0 0,0 0-1 0 0,1-1 1 0 0,-1 1 0 0 0,0 0-1 0 0,0-1 1 0 0,1 1 0 0 0,-1 0-1 0 0,0 0 1 0 0,1 0 0 0 0,-1 0-1 0 0,0 0 1 0 0,0 0 0 0 0,1 1-1 0 0,-1-1 1 0 0,0 0 0 0 0,2 1-1 0 0,-1 1 56 0 0,1-1 0 0 0,-1 1 1 0 0,0-1-1 0 0,1 1 0 0 0,-1 0 0 0 0,0 0 0 0 0,0 0 0 0 0,-1 0 0 0 0,1 0 0 0 0,3 5 0 0 0,0 3 133 0 0,1 0 1 0 0,-1 0-1 0 0,-1 1 0 0 0,5 15 0 0 0,54 290 854 0 0,-50-230-1310 0 0,3 0-1 0 0,46 142 0 0 0,-60-223 41 0 0,-1-1 0 0 0,1 1-1 0 0,0-1 1 0 0,1 0 0 0 0,-1 1-1 0 0,1-1 1 0 0,0 0-1 0 0,5 6 1 0 0,-7-10 127 0 0,-1 1-1 0 0,1-1 1 0 0,0 1-1 0 0,0-1 1 0 0,-1 1 0 0 0,1-1-1 0 0,0 0 1 0 0,0 1 0 0 0,-1-1-1 0 0,1 0 1 0 0,0 0-1 0 0,0 1 1 0 0,0-1 0 0 0,0 0-1 0 0,-1 0 1 0 0,1 0-1 0 0,0 0 1 0 0,0 0 0 0 0,0 0-1 0 0,0 0 1 0 0,0-1-1 0 0,1 1 26 0 0,0-1-1 0 0,0 0 0 0 0,-1 0 1 0 0,1 0-1 0 0,0 0 0 0 0,-1-1 0 0 0,1 1 1 0 0,-1 0-1 0 0,0-1 0 0 0,1 1 0 0 0,-1-1 1 0 0,2-2-1 0 0,6-9-11 0 0,-1-1 1 0 0,-1 0-1 0 0,0 0 0 0 0,0-1 1 0 0,-2 1-1 0 0,0-1 0 0 0,-1-1 1 0 0,4-22-1 0 0,0-18-360 0 0,-1-58 0 0 0,-4 62 218 0 0,3-40-110 0 0,33-384 406 0 0,-37 458-184 0 0,0 7-49 0 0,0-1 1 0 0,-1 1-1 0 0,-1-1 0 0 0,0 1 1 0 0,-2-16-1 0 0,-7 74 1469 0 0,-41 486-618 0 0,-1 6-331 0 0,48-516-392 0 0,-10 59 62 0 0,12-75-60 0 0,-1 0 1 0 0,0 1 0 0 0,-1-1 0 0 0,0 0-1 0 0,0-1 1 0 0,0 1 0 0 0,-1 0-1 0 0,-5 6 1 0 0,9-13-9 0 0,0 1 0 0 0,0-1-1 0 0,0 0 1 0 0,-1 0 0 0 0,1 0 0 0 0,0 0-1 0 0,0 0 1 0 0,0 0 0 0 0,0 1 0 0 0,0-1-1 0 0,0 0 1 0 0,0 0 0 0 0,0 0 0 0 0,-1 0 0 0 0,1 0-1 0 0,0 0 1 0 0,0 0 0 0 0,0 0 0 0 0,0 0-1 0 0,0 0 1 0 0,0 0 0 0 0,-1 0 0 0 0,1 0-1 0 0,0 0 1 0 0,0 0 0 0 0,0 0 0 0 0,0 0-1 0 0,0 0 1 0 0,-1 0 0 0 0,1 0 0 0 0,0 0-1 0 0,0 0 1 0 0,0 0 0 0 0,0 0 0 0 0,0 0 0 0 0,0 0-1 0 0,-1 0 1 0 0,1 0 0 0 0,0 0 0 0 0,0 0-1 0 0,0 0 1 0 0,0 0 0 0 0,0 0 0 0 0,0 0-1 0 0,0-1 1 0 0,-1 1 0 0 0,1 0 0 0 0,-3-9-77 0 0,0-11-72 0 0,2-269-567 0 0,3 136 982 0 0,-1-13 7 0 0,8 0-1 0 0,39-221 1 0 0,-47 382-355 0 0,3-18 645 0 0,-7 21-46 0 0,-5 14-110 0 0,-3 11-286 0 0,0 1 0 0 0,1 0-1 0 0,-11 45 1 0 0,-10 82-169 0 0,20-87 62 0 0,-116 579-335 0 0,126-635 318 0 0,0-2 13 0 0,0 0 0 0 0,0 0 0 0 0,0 0 0 0 0,-1-1 0 0 0,0 1 1 0 0,0 0-1 0 0,0-1 0 0 0,-1 0 0 0 0,0 1 0 0 0,0-1 0 0 0,-4 5 0 0 0,7-10-8 0 0,-1 1 0 0 0,1-1 0 0 0,0 0 0 0 0,-1 1 0 0 0,1-1 0 0 0,-1 0 0 0 0,1 1 0 0 0,-1-1 0 0 0,1 0 0 0 0,-1 0 0 0 0,1 0 0 0 0,-1 0 1 0 0,1 1-1 0 0,-1-1 0 0 0,1 0 0 0 0,-1 0 0 0 0,1 0 0 0 0,-1 0 0 0 0,1 0 0 0 0,-1 0 0 0 0,1 0 0 0 0,-1 0 0 0 0,1 0 0 0 0,-1-1 0 0 0,1 1 0 0 0,-1 0 0 0 0,1 0 0 0 0,-1 0 0 0 0,1-1 0 0 0,-1 1 1 0 0,1 0-1 0 0,-1 0 0 0 0,0-1 0 0 0,-12-20 10 0 0,-1-26-133 0 0,2-28 207 0 0,3-2 0 0 0,3-91-1 0 0,4 95 58 0 0,0 24-76 0 0,-1-217 259 0 0,5 214-363 0 0,2 1-1 0 0,3 0 1 0 0,15-56 0 0 0,-20 98 34 0 0,-2 5 8 0 0,1 0 1 0 0,0 0-1 0 0,0 1 1 0 0,1-1-1 0 0,-1 0 0 0 0,1 1 1 0 0,-1-1-1 0 0,1 1 0 0 0,0-1 1 0 0,4-4-1 0 0,-5 8 1 0 0,-1 0 0 0 0,0 0 0 0 0,0 0 0 0 0,0-1 0 0 0,0 1 0 0 0,0 0 0 0 0,1 0 0 0 0,-1 0 0 0 0,0 0-1 0 0,0 0 1 0 0,0 0 0 0 0,1 0 0 0 0,-1 0 0 0 0,0 0 0 0 0,0 0 0 0 0,0 0 0 0 0,1 0 0 0 0,-1 0 0 0 0,0 0 0 0 0,0 0 0 0 0,0 0 0 0 0,0 0-1 0 0,1 0 1 0 0,-1 0 0 0 0,0 0 0 0 0,0 0 0 0 0,0 0 0 0 0,1 0 0 0 0,-1 0 0 0 0,0 0 0 0 0,0 1 0 0 0,0-1 0 0 0,0 0 0 0 0,0 0-1 0 0,1 0 1 0 0,-1 0 0 0 0,0 0 0 0 0,0 0 0 0 0,0 1 0 0 0,0-1 0 0 0,0 0 0 0 0,6 12 200 0 0,1 14 97 0 0,-3 5-181 0 0,-1 0 1 0 0,-1 0-1 0 0,-3 45 1 0 0,-17 98 54 0 0,11-113-43 0 0,-12 83-33 0 0,-9 91 129 0 0,25-179-189 0 0,1 0 1 0 0,8 65-1 0 0,-6-115-37 0 0,0-3 1 0 0,0-1 0 0 0,0 1 0 0 0,1 0 0 0 0,-1 0 0 0 0,1-1 0 0 0,-1 1 0 0 0,1-1 0 0 0,0 1 0 0 0,0-1 0 0 0,0 1 0 0 0,2 2 0 0 0,-1-8-5 0 0,0 0 0 0 0,0 0 0 0 0,-1-1 0 0 0,0 1 0 0 0,1-1 0 0 0,-1 1 0 0 0,1-8 0 0 0,47-296-1047 0 0,-29 162-56 0 0,51-191 0 0 0,-66 320 1064 0 0,19-58-341 0 0,-21 68 361 0 0,0 0 1 0 0,0 0-1 0 0,0 1 0 0 0,1-1 1 0 0,-1 1-1 0 0,1-1 1 0 0,1 1-1 0 0,-1 0 0 0 0,6-4 1 0 0,-9 8 56 0 0,-1 0 0 0 0,1 1 1 0 0,0-1-1 0 0,0 1 0 0 0,0-1 0 0 0,0 1 0 0 0,0-1 1 0 0,0 1-1 0 0,0-1 0 0 0,0 1 0 0 0,0 0 1 0 0,0-1-1 0 0,0 1 0 0 0,0 0 0 0 0,0 0 0 0 0,0 0 1 0 0,0 0-1 0 0,0 0 0 0 0,0 0 0 0 0,0 0 1 0 0,0 0-1 0 0,0 0 0 0 0,0 1 0 0 0,1-1 0 0 0,0 1 41 0 0,0 0-1 0 0,-1 1 0 0 0,1-1 1 0 0,-1 0-1 0 0,1 0 0 0 0,-1 1 1 0 0,1-1-1 0 0,-1 1 1 0 0,0-1-1 0 0,0 1 0 0 0,0 0 1 0 0,1 1-1 0 0,3 7 251 0 0,-1-1 0 0 0,0 1 0 0 0,4 17 0 0 0,-8-26-321 0 0,14 69 324 0 0,-4 1-1 0 0,-2 0 1 0 0,-2 72 0 0 0,-3-57-279 0 0,20 130 1 0 0,-21-209-86 0 0,-1 1 1 0 0,1-1 0 0 0,1 0 0 0 0,-1 0-1 0 0,1 0 1 0 0,0 0 0 0 0,5 7 0 0 0,-7-13 19 0 0,0 0 1 0 0,0 1-1 0 0,0-1 0 0 0,0 0 1 0 0,0 0-1 0 0,0-1 1 0 0,0 1-1 0 0,0 0 1 0 0,0 0-1 0 0,0 0 0 0 0,0-1 1 0 0,0 1-1 0 0,1 0 1 0 0,-1-1-1 0 0,0 0 0 0 0,1 1 1 0 0,-1-1-1 0 0,2 1 1 0 0,-1-1 0 0 0,0-1 1 0 0,0 1-1 0 0,0 0 1 0 0,0-1-1 0 0,0 1 1 0 0,-1-1-1 0 0,1 0 1 0 0,0 0-1 0 0,0 0 1 0 0,-1 0-1 0 0,1 0 1 0 0,-1 0-1 0 0,1 0 1 0 0,-1 0-1 0 0,1 0 1 0 0,-1-1-1 0 0,2-2 1 0 0,7-7-128 0 0,-1-1 0 0 0,-1 0 0 0 0,0 0 0 0 0,0-1 1 0 0,-2 0-1 0 0,1-1 0 0 0,-2 0 0 0 0,6-18 0 0 0,23-119-1446 0 0,-5-58 966 0 0,7-34 1286 0 0,-26 193-447 0 0,2 1-1 0 0,33-84 0 0 0,-44 129-224 0 0,12-23-54 0 0,-13 26 43 0 0,0 0 0 0 0,1 0 1 0 0,-1 0-1 0 0,1 0 0 0 0,-1 0 0 0 0,1 0 1 0 0,0 0-1 0 0,-1 0 0 0 0,1 1 0 0 0,0-1 1 0 0,-1 0-1 0 0,1 0 0 0 0,0 1 0 0 0,0-1 0 0 0,0 0 1 0 0,0 1-1 0 0,0-1 0 0 0,0 1 0 0 0,1-1 1 0 0,-1 1 12 0 0,-1 1 0 0 0,1-1 0 0 0,-1 1 0 0 0,1-1 0 0 0,-1 1 0 0 0,1-1 0 0 0,-1 1 0 0 0,0-1 0 0 0,1 1 0 0 0,-1 0 0 0 0,0-1 0 0 0,1 1-1 0 0,-1 0 1 0 0,0-1 0 0 0,0 1 0 0 0,0 0 0 0 0,0-1 0 0 0,0 1 0 0 0,1 0 0 0 0,-1-1 0 0 0,0 1 0 0 0,-1 0 0 0 0,1-1 0 0 0,0 2 0 0 0,-1 20 178 0 0,1-21-171 0 0,-13 83 713 0 0,-36 126 0 0 0,21-101-441 0 0,-11 57-56 0 0,-63 233-428 0 0,101-395 196 0 0,-4 13-41 0 0,-1 0 1 0 0,-10 20-1 0 0,15-36 55 0 0,1-1 0 0 0,0 0 0 0 0,0 1 0 0 0,0-1 0 0 0,0 0 0 0 0,0 1 0 0 0,-1-1 0 0 0,1 0 0 0 0,0 0 0 0 0,0 1 0 0 0,0-1 0 0 0,-1 0 0 0 0,1 0 0 0 0,0 0 0 0 0,0 1 0 0 0,-1-1 0 0 0,1 0 1 0 0,0 0-1 0 0,-1 0 0 0 0,1 0 0 0 0,0 1 0 0 0,0-1 0 0 0,-1 0 0 0 0,1 0 0 0 0,0 0 0 0 0,-1 0 0 0 0,1 0 0 0 0,0 0 0 0 0,-1 0 0 0 0,1 0 0 0 0,0 0 0 0 0,-1 0 0 0 0,1 0 0 0 0,0 0 0 0 0,-1 0 0 0 0,1-1 0 0 0,-11-9 80 0 0,-3-19-157 0 0,8 8-192 0 0,1 0 0 0 0,1-1 0 0 0,1 1-1 0 0,0-1 1 0 0,2-39 0 0 0,15-112-1626 0 0,-12 152 1779 0 0,30-215-1294 0 0,-22 178 1502 0 0,38-113-1 0 0,-45 162-80 0 0,-3 6-13 0 0,1-1-1 0 0,0 1 1 0 0,1-1-1 0 0,-1 1 1 0 0,1-1 0 0 0,-1 1-1 0 0,1 0 1 0 0,0-1 0 0 0,0 1-1 0 0,0 0 1 0 0,1 0 0 0 0,-1 1-1 0 0,4-4 1 0 0,-6 6 24 0 0,1 0 0 0 0,0 0 1 0 0,-1 0-1 0 0,1 0 0 0 0,-1 0 0 0 0,1 0 0 0 0,-1 0 1 0 0,1 1-1 0 0,0-1 0 0 0,-1 0 0 0 0,1 0 1 0 0,-1 0-1 0 0,1 1 0 0 0,-1-1 0 0 0,1 0 0 0 0,-1 0 1 0 0,1 1-1 0 0,-1-1 0 0 0,1 0 0 0 0,-1 1 0 0 0,1-1 1 0 0,-1 1-1 0 0,0-1 0 0 0,1 1 0 0 0,-1-1 1 0 0,0 1-1 0 0,1-1 0 0 0,-1 1 0 0 0,0-1 0 0 0,0 1 1 0 0,1 0-1 0 0,8 22 827 0 0,-7-18-725 0 0,24 81 1670 0 0,15 89 1 0 0,15 54-408 0 0,4-45-1169 0 0,57 193 205 0 0,-115-369-426 0 0,8 25 3 0 0,-10-32-4 0 0,1 0 0 0 0,-1 1 0 0 0,1-1 0 0 0,-1 0 0 0 0,1 1 0 0 0,0-1 0 0 0,-1 0 0 0 0,1 0 0 0 0,0 0 0 0 0,0 0 0 0 0,0 1 0 0 0,0-1 0 0 0,0 0 0 0 0,0-1 0 0 0,0 1 0 0 0,1 0 0 0 0,1 1 0 0 0,-2-2-18 0 0,0 0 1 0 0,-1-1 0 0 0,1 1-1 0 0,0 0 1 0 0,-1-1 0 0 0,1 1-1 0 0,-1-1 1 0 0,1 1 0 0 0,0-1-1 0 0,-1 1 1 0 0,1-1 0 0 0,-1 0-1 0 0,1 1 1 0 0,-1-1 0 0 0,0 0-1 0 0,1 1 1 0 0,-1-1-1 0 0,1 0 1 0 0,-1 1 0 0 0,0-1-1 0 0,0 0 1 0 0,0 0 0 0 0,1 1-1 0 0,-1-1 1 0 0,0 0 0 0 0,0 0-1 0 0,0-1 1 0 0,4-26-766 0 0,-3 25 614 0 0,3-68-1647 0 0,-4 53 1176 0 0,0-1 0 0 0,2 1 0 0 0,0 0-1 0 0,9-32 1 0 0,-2 47 657 0 0,-8 3 0 0 0,1-1 1 0 0,-1 1-1 0 0,1 0 0 0 0,-1-1 1 0 0,1 1-1 0 0,-1-1 1 0 0,1 0-1 0 0,-1 1 0 0 0,1-1 1 0 0,-1 0-1 0 0,0 0 1 0 0,1 0-1 0 0,-1 0 1 0 0,0 0-1 0 0,0 0 0 0 0,2-2 1 0 0,-1-2-1 0 0,0-1 0 0 0,0 1 0 0 0,-1-1 0 0 0,0 0 0 0 0,0 0 0 0 0,0 1 0 0 0,-1-1 0 0 0,1-7 0 0 0,-5-14 1666 0 0,2 32-1713 0 0,2-3-24 0 0,0-1 0 0 0,0 0 0 0 0,0 1 0 0 0,-1-1 1 0 0,1 0-1 0 0,-1 1 0 0 0,1-1 0 0 0,-1 0 0 0 0,1 0 0 0 0,-1 1 0 0 0,0-1 0 0 0,0 0 1 0 0,1 0-1 0 0,-1 0 0 0 0,0 0 0 0 0,0 0 0 0 0,0 0 0 0 0,-2 1 0 0 0,-5-5-1404 0 0,3-13-219 0 0,2-18-2645 0 0,2-46 0 0 0,1 50 3089 0 0,0 30 1231 0 0,0 0 1 0 0,0 1 0 0 0,0-1 0 0 0,0 0 0 0 0,0 0 0 0 0,-1 0 0 0 0,1 0-1 0 0,0 0 1 0 0,0 1 0 0 0,0-1 0 0 0,0 0 0 0 0,0 0 0 0 0,-1 0 0 0 0,1 0-1 0 0,0 0 1 0 0,-10-3 4321 0 0,-1-47-4186 0 0,8 35-133 0 0</inkml:trace>
</inkml:ink>
</file>

<file path=ppt/ink/ink1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09:32.165"/>
    </inkml:context>
    <inkml:brush xml:id="br0">
      <inkml:brushProperty name="width" value="0.1" units="cm"/>
      <inkml:brushProperty name="height" value="0.1" units="cm"/>
      <inkml:brushProperty name="color" value="#008C3A"/>
    </inkml:brush>
  </inkml:definitions>
  <inkml:trace contextRef="#ctx0" brushRef="#br0">1 2562 5985 0 0,'0'-1'200'0'0,"0"-1"0"0"0,-1 0 0 0 0,1 1-1 0 0,0-1 1 0 0,0 0 0 0 0,0 0 0 0 0,0 1-1 0 0,1-1 1 0 0,-1 0 0 0 0,0 1 0 0 0,1-1-1 0 0,-1 1 1 0 0,2-3 0 0 0,3-4 1814 0 0,0 11-185 0 0,4-39-1322 0 0,-5-148 2655 0 0,3-49-2095 0 0,43-384-2755 0 0,-10 110 1498 0 0,-31 442-28 0 0,-5 39-174 0 0,2-44-1 0 0,4 135-547 0 0,29 518-85 0 0,-38-570 909 0 0,-1-6-30 0 0,1 0 1 0 0,-1 0-1 0 0,0 0 1 0 0,-1 0-1 0 0,0 0 1 0 0,0 1-1 0 0,0-1 1 0 0,-1 0-1 0 0,-4 12 1 0 0,6-19 138 0 0,0 0 1 0 0,0 0 0 0 0,-1 1-1 0 0,1-1 1 0 0,0 0 0 0 0,0 0 0 0 0,0 1-1 0 0,0-1 1 0 0,0 0 0 0 0,0 0-1 0 0,0 0 1 0 0,0 1 0 0 0,0-1-1 0 0,-1 0 1 0 0,1 0 0 0 0,0 0 0 0 0,0 1-1 0 0,0-1 1 0 0,0 0 0 0 0,-1 0-1 0 0,1 0 1 0 0,0 0 0 0 0,0 0 0 0 0,0 1-1 0 0,-1-1 1 0 0,1 0 0 0 0,0 0-1 0 0,0 0 1 0 0,-1 0 0 0 0,1 0-1 0 0,0 0 1 0 0,0 0 0 0 0,-1 0 0 0 0,1 0-1 0 0,0 0 1 0 0,0 0 0 0 0,-1 0-1 0 0,1 0 1 0 0,0 0 0 0 0,0 0-1 0 0,0 0 1 0 0,-1 0 0 0 0,1 0 0 0 0,0 0-1 0 0,0 0 1 0 0,-1-1 0 0 0,-5-12 500 0 0,1-19 520 0 0,-8-224 1687 0 0,21-269-1 0 0,4 380-2098 0 0,4-101-1240 0 0,-17 207 989 0 0,-2 29 282 0 0,-2 26 155 0 0,-88 735-829 0 0,95-617-162 0 0,0-68-30 0 0,15-289-464 0 0,-1 66 553 0 0,-8-27-140 0 0,9-113 121 0 0,-8 210 288 0 0,27-117 0 0 0,-34 194-136 0 0,0-1-21 0 0,1 1 0 0 0,0 0 0 0 0,0 0 0 0 0,1 0 0 0 0,7-14-1 0 0,-11 24 46 0 0,0-1 0 0 0,0 1 0 0 0,0 0 0 0 0,0 0 0 0 0,1-1 0 0 0,-1 1 0 0 0,0 0-1 0 0,0 0 1 0 0,0-1 0 0 0,0 1 0 0 0,0 0 0 0 0,1 0 0 0 0,-1 0 0 0 0,0-1 0 0 0,0 1-1 0 0,0 0 1 0 0,1 0 0 0 0,-1 0 0 0 0,0 0 0 0 0,0-1 0 0 0,1 1 0 0 0,-1 0 0 0 0,0 0-1 0 0,0 0 1 0 0,1 0 0 0 0,-1 0 0 0 0,0 0 0 0 0,1 0 0 0 0,-1 0 0 0 0,0 0 0 0 0,0 0-1 0 0,1 0 1 0 0,-1 0 0 0 0,0 0 0 0 0,1 0 0 0 0,-1 0 0 0 0,0 0 0 0 0,0 0 0 0 0,1 0-1 0 0,-1 0 1 0 0,0 0 0 0 0,1 1 0 0 0,6 12 372 0 0,-1 22 17 0 0,1 73 102 0 0,-14 179 0 0 0,2-180-425 0 0,3-43-106 0 0,-10 357 110 0 0,15-287-338 0 0,22 154 0 0 0,-24-280 239 0 0,4 27 2 0 0,-4-33 15 0 0,-1-1-1 0 0,0 1 1 0 0,1 0-1 0 0,-1-1 0 0 0,1 1 1 0 0,-1 0-1 0 0,1-1 1 0 0,0 1-1 0 0,0-1 0 0 0,0 1 1 0 0,0-1-1 0 0,0 1 0 0 0,0-1 1 0 0,2 2-1 0 0,-2-3 0 0 0,0 0 0 0 0,-1-1 0 0 0,1 1 0 0 0,0-1 0 0 0,-1 1 0 0 0,1-1 0 0 0,-1 1 0 0 0,1-1 0 0 0,0 1 0 0 0,-1-1 0 0 0,1 1 0 0 0,-1-1 0 0 0,1 0 0 0 0,-1 1 0 0 0,0-1 0 0 0,1 0 0 0 0,-1 0 0 0 0,0 1 0 0 0,1-1 0 0 0,-1 0 0 0 0,0 0 0 0 0,0 0 0 0 0,0 1 0 0 0,0-1 0 0 0,1-1 0 0 0,5-24 0 0 0,14-123-472 0 0,1-168 0 0 0,-5 48 105 0 0,-4 130 207 0 0,38-163-1 0 0,-42 281-372 0 0,-4 31 889 0 0,-3 35 656 0 0,-24 161-286 0 0,-2 17-543 0 0,15 422-759 0 0,10-636 492 0 0,0-4 50 0 0,0-1-1 0 0,0 0 1 0 0,0 1 0 0 0,0-1-1 0 0,1 1 1 0 0,0-1 0 0 0,0 0-1 0 0,0 0 1 0 0,0 1 0 0 0,1-1-1 0 0,3 6 1 0 0,-5-10 26 0 0,1 1 1 0 0,-1-1-1 0 0,1 0 0 0 0,-1 0 1 0 0,0 0-1 0 0,1 0 0 0 0,-1 1 1 0 0,1-1-1 0 0,-1 0 1 0 0,1 0-1 0 0,-1 0 0 0 0,1 0 1 0 0,-1 0-1 0 0,1 0 0 0 0,-1 0 1 0 0,0 0-1 0 0,1-1 0 0 0,-1 1 1 0 0,1 0-1 0 0,-1 0 0 0 0,1 0 1 0 0,-1 0-1 0 0,1-1 0 0 0,-1 1 1 0 0,0 0-1 0 0,1 0 1 0 0,-1-1-1 0 0,0 1 0 0 0,1 0 1 0 0,-1-1-1 0 0,0 1 0 0 0,1 0 1 0 0,-1-1-1 0 0,0 1 0 0 0,1 0 1 0 0,-1-1-1 0 0,0 1 0 0 0,0-1 1 0 0,0 1-1 0 0,1 0 0 0 0,-1-1 1 0 0,0 1-1 0 0,0-1 1 0 0,11-23-157 0 0,-10 22 147 0 0,19-54-259 0 0,-2-2 1 0 0,14-77-1 0 0,7-124-411 0 0,-37 245 679 0 0,13-108-142 0 0,17-110 231 0 0,-21 171 93 0 0,34-103 0 0 0,-43 158-154 0 0,14-35 108 0 0,-15 38-111 0 0,1 1 0 0 0,-1 0 0 0 0,0 0 0 0 0,1 0-1 0 0,-1 0 1 0 0,1 0 0 0 0,0 0 0 0 0,-1 0 0 0 0,1 0-1 0 0,0 1 1 0 0,0-1 0 0 0,0 1 0 0 0,5-3 0 0 0,-6 4-7 0 0,0 0 0 0 0,0 0 1 0 0,1 0-1 0 0,-1 0 1 0 0,0 0-1 0 0,0 1 0 0 0,0-1 1 0 0,0 0-1 0 0,0 1 1 0 0,0-1-1 0 0,1 1 0 0 0,-1-1 1 0 0,0 1-1 0 0,0 0 1 0 0,0-1-1 0 0,-1 1 0 0 0,1 0 1 0 0,0 0-1 0 0,0 0 1 0 0,0 0-1 0 0,0 0 0 0 0,-1 0 1 0 0,1 0-1 0 0,0 0 1 0 0,-1 0-1 0 0,1 0 0 0 0,-1 0 1 0 0,1 0-1 0 0,-1 0 0 0 0,0 0 1 0 0,0 0-1 0 0,1 2 1 0 0,12 41 196 0 0,-2 15 305 0 0,-3 0 0 0 0,2 105 0 0 0,-19 122-273 0 0,7-236-233 0 0,-11 143 270 0 0,-2 254-4228 0 0,17-429 3459 0 0,1-31 560 0 0,-1-29 247 0 0,9-375-4760 0 0,31-355 4451 0 0,-40 762 51 0 0,2-23 451 0 0,17-33 3062 0 0,-16 79-2769 0 0,4 45-360 0 0,-3 0 0 0 0,-3 0 0 0 0,-5 79 0 0 0,1-90-287 0 0,-5 169-537 0 0,-1 189 166 0 0,7-389 206 0 0,1 14-260 0 0,5 39 0 0 0,-6-63 232 0 0,1 0 1 0 0,1 1-1 0 0,-1-1 0 0 0,1 0 1 0 0,0 0-1 0 0,1 0 1 0 0,-1 0-1 0 0,1-1 1 0 0,0 1-1 0 0,0-1 0 0 0,1 1 1 0 0,6 7-1 0 0,-9-13 45 0 0,-1 1 1 0 0,1 0-1 0 0,0-1 0 0 0,0 1 1 0 0,0 0-1 0 0,-1-1 0 0 0,1 1 0 0 0,0-1 1 0 0,0 1-1 0 0,0-1 0 0 0,0 0 0 0 0,0 1 1 0 0,0-1-1 0 0,0 0 0 0 0,0 0 1 0 0,0 0-1 0 0,0 1 0 0 0,0-1 0 0 0,0 0 1 0 0,0 0-1 0 0,0 0 0 0 0,0-1 1 0 0,0 1-1 0 0,0 0 0 0 0,1-1 0 0 0,0 0 27 0 0,0 0-1 0 0,0 0 1 0 0,-1 0-1 0 0,1 0 0 0 0,0-1 1 0 0,-1 1-1 0 0,1-1 0 0 0,-1 1 1 0 0,1-1-1 0 0,-1 1 1 0 0,2-4-1 0 0,3-5 96 0 0,-1 0-1 0 0,0-1 1 0 0,5-15-1 0 0,-9 24-138 0 0,29-102-343 0 0,-5 0 0 0 0,18-155 0 0 0,-26 144 9 0 0,-9 61 131 0 0,38-206-193 0 0,-34 206 403 0 0,3 1 0 0 0,36-88 0 0 0,-49 136-7 0 0,0 0 1 0 0,1 0 0 0 0,-1 1-1 0 0,1-1 1 0 0,1 1 0 0 0,4-7 0 0 0,-7 11 18 0 0,-1 0 1 0 0,0-1-1 0 0,1 1 1 0 0,-1 0-1 0 0,1-1 1 0 0,-1 1-1 0 0,0 0 1 0 0,1 0-1 0 0,-1-1 1 0 0,1 1-1 0 0,-1 0 1 0 0,1 0-1 0 0,-1 0 1 0 0,1 0-1 0 0,-1-1 0 0 0,1 1 1 0 0,-1 0-1 0 0,0 0 1 0 0,1 0-1 0 0,-1 0 1 0 0,1 0-1 0 0,-1 0 1 0 0,1 0-1 0 0,-1 0 1 0 0,1 1-1 0 0,-1-1 1 0 0,1 0-1 0 0,-1 0 1 0 0,1 0-1 0 0,0 2 32 0 0,0-1 0 0 0,0 0 0 0 0,0 0-1 0 0,0 0 1 0 0,0 1 0 0 0,0-1 0 0 0,-1 1-1 0 0,1-1 1 0 0,0 0 0 0 0,-1 1 0 0 0,1-1-1 0 0,-1 1 1 0 0,0-1 0 0 0,1 4-1 0 0,3 26 405 0 0,-2 1-1 0 0,-1 0 1 0 0,-1 0-1 0 0,-5 38 1 0 0,2-26-148 0 0,-21 208-267 0 0,-1 29-397 0 0,22-198-962 0 0,9 114-1 0 0,-5-188 1298 0 0,-2-3 70 0 0,2-1 0 0 0,-1 1 0 0 0,1-1 1 0 0,-1 1-1 0 0,1-1 0 0 0,1 1 0 0 0,-1-1 1 0 0,1 0-1 0 0,0 0 0 0 0,0 0 0 0 0,5 7 0 0 0,-7-12-6 0 0,0 0 0 0 0,1 1 0 0 0,-1-1-1 0 0,1 0 1 0 0,-1 0 0 0 0,1 0-1 0 0,-1 0 1 0 0,1 0 0 0 0,-1 0 0 0 0,1 0-1 0 0,-1 0 1 0 0,0 0 0 0 0,1 0-1 0 0,-1 0 1 0 0,1 0 0 0 0,-1 0 0 0 0,1 0-1 0 0,-1 0 1 0 0,1 0 0 0 0,-1 0-1 0 0,1-1 1 0 0,-1 1 0 0 0,0 0 0 0 0,1 0-1 0 0,-1-1 1 0 0,1 1 0 0 0,-1 0-1 0 0,0 0 1 0 0,1-1 0 0 0,-1 1 0 0 0,0-1-1 0 0,1 1 1 0 0,-1 0 0 0 0,0-1-1 0 0,0 1 1 0 0,1-1 0 0 0,-1 1 0 0 0,0 0-1 0 0,0-1 1 0 0,0 1 0 0 0,1-1-1 0 0,-1 1 1 0 0,0-1 0 0 0,0 0 0 0 0,8-22 247 0 0,56-402-2718 0 0,-17 83 966 0 0,-35 276 1298 0 0,3 0 0 0 0,3 1 0 0 0,27-64 1 0 0,-45 127 153 0 0,1 1 0 0 0,-1 0 0 0 0,1-1 0 0 0,0 1 0 0 0,-1-1 0 0 0,1 1 1 0 0,0 0-1 0 0,0 0 0 0 0,0 0 0 0 0,0-1 0 0 0,0 1 0 0 0,0 0 0 0 0,3-1 0 0 0,-4 2 21 0 0,0 0 0 0 0,1 0 0 0 0,-1 0 1 0 0,1 0-1 0 0,-1 0 0 0 0,0 0 0 0 0,1 0 0 0 0,-1 0 0 0 0,0 0 0 0 0,1 0 0 0 0,-1 0 0 0 0,0 0 0 0 0,1 0 0 0 0,-1 0 0 0 0,1 1 0 0 0,-1-1 0 0 0,0 0 0 0 0,0 0 0 0 0,1 0 0 0 0,-1 1 0 0 0,0-1 0 0 0,1 0 0 0 0,-1 0 0 0 0,0 1 0 0 0,0-1 0 0 0,1 0 0 0 0,-1 1 0 0 0,0-1 0 0 0,0 0 0 0 0,0 1 1 0 0,0-1-1 0 0,1 1 0 0 0,1 4 149 0 0,0 1 1 0 0,-1-1-1 0 0,1 1 1 0 0,-1-1-1 0 0,1 11 1 0 0,1 38 618 0 0,-3 0 1 0 0,-8 70 0 0 0,-25 108 10 0 0,15-124-1267 0 0,-5 133 1 0 0,22-214 701 0 0,0-11 180 0 0,0 0 0 0 0,2 1 0 0 0,3 21 0 0 0,12-74 29 0 0,57-315-4529 0 0,-38 151 2849 0 0,-13 90 814 0 0,53-222 418 0 0,-72 321-25 0 0,-2 8 23 0 0,-1 0 0 0 0,1-1-1 0 0,0 1 1 0 0,0 0-1 0 0,0 0 1 0 0,0 0 0 0 0,1 0-1 0 0,-1 0 1 0 0,1 0-1 0 0,0 0 1 0 0,0 0 0 0 0,0 0-1 0 0,3-3 1 0 0,-4 6 42 0 0,-1 0 1 0 0,1 1 0 0 0,-1-1 0 0 0,0 0-1 0 0,1 0 1 0 0,-1 0 0 0 0,1 0-1 0 0,-1 0 1 0 0,0 0 0 0 0,1 0-1 0 0,-1 1 1 0 0,0-1 0 0 0,1 0-1 0 0,-1 0 1 0 0,0 0 0 0 0,1 1-1 0 0,-1-1 1 0 0,0 0 0 0 0,1 1 0 0 0,-1-1-1 0 0,0 0 1 0 0,0 0 0 0 0,1 1-1 0 0,-1-1 1 0 0,0 1 0 0 0,0-1-1 0 0,0 0 1 0 0,0 1 0 0 0,1-1-1 0 0,-1 0 1 0 0,0 1 0 0 0,0-1-1 0 0,0 1 1 0 0,0-1 0 0 0,0 0-1 0 0,0 2 1 0 0,4 17 352 0 0,0 45 267 0 0,-3 0-1 0 0,-8 81 1 0 0,-1-18-173 0 0,4 67-434 0 0,21 193 0 0 0,-16-356 697 0 0,-1-23-510 0 0,0 0-1 0 0,0-1 0 0 0,1 1 1 0 0,0-1-1 0 0,0 1 0 0 0,1-1 0 0 0,3 10 1 0 0,-5-17-242 0 0,0-1-1 0 0,1 1 1 0 0,-1 0 0 0 0,0 0 0 0 0,1 0 0 0 0,-1 0 0 0 0,0-1-1 0 0,1 1 1 0 0,-1 0 0 0 0,0 0 0 0 0,0-1 0 0 0,1 1 0 0 0,-1 0 0 0 0,0-1-1 0 0,0 1 1 0 0,1 0 0 0 0,-1 0 0 0 0,0-1 0 0 0,0 1 0 0 0,0-1 0 0 0,0 1-1 0 0,0 0 1 0 0,1-1 0 0 0,-1 1 0 0 0,0 0 0 0 0,0-1 0 0 0,0 1-1 0 0,0 0 1 0 0,0-1 0 0 0,0 1 0 0 0,0-1 0 0 0,0 1 0 0 0,-1-1 0 0 0,5-17-677 0 0,36-284-4173 0 0,-11-2 4444 0 0,11-73 4437 0 0,-39 395-2909 0 0,-1 25-139 0 0,-16 131 320 0 0,9 197 1 0 0,-3 121-880 0 0,9-467-393 0 0,-1 5-8 0 0,0-13-5 0 0,1 0 0 0 0,1 0 0 0 0,0 0 0 0 0,2 0 0 0 0,5 33 0 0 0,-7-50 12 0 0,0 1 0 0 0,0-1 1 0 0,0 1-1 0 0,0-1 0 0 0,0 1 0 0 0,0-1 0 0 0,1 1 0 0 0,-1-1 0 0 0,0 1 1 0 0,0-1-1 0 0,0 1 0 0 0,1-1 0 0 0,-1 1 0 0 0,0-1 0 0 0,0 1 0 0 0,1-1 1 0 0,-1 1-1 0 0,0-1 0 0 0,1 0 0 0 0,-1 1 0 0 0,0-1 0 0 0,1 0 0 0 0,-1 1 1 0 0,1-1-1 0 0,-1 0 0 0 0,1 1 0 0 0,-1-1 0 0 0,1 0 0 0 0,-1 0 0 0 0,1 0 1 0 0,-1 1-1 0 0,1-1 0 0 0,-1 0 0 0 0,1 0 0 0 0,12-15 87 0 0,2-29 40 0 0,1-42-897 0 0,-5 0 0 0 0,1-92 0 0 0,2-9-149 0 0,-13 173 846 0 0,20-143 163 0 0,-16 129 235 0 0,1 1 0 0 0,2 0 0 0 0,17-42 0 0 0,-25 68-313 0 0,0 1 0 0 0,0-1 0 0 0,0 1 0 0 0,0-1 0 0 0,0 1 0 0 0,0 0 0 0 0,0-1 0 0 0,0 1 0 0 0,1-1 0 0 0,-1 1 0 0 0,0-1 0 0 0,0 1 0 0 0,0 0 0 0 0,1-1 0 0 0,-1 1 0 0 0,0 0 0 0 0,0-1 0 0 0,1 1-1 0 0,-1 0 1 0 0,0-1 0 0 0,1 1 0 0 0,-1 0 0 0 0,0-1 0 0 0,1 1 0 0 0,-1 0 0 0 0,0 0 0 0 0,1-1 0 0 0,-1 1 0 0 0,1 0 0 0 0,-1 0 0 0 0,1 0 0 0 0,-1 0 0 0 0,0 0 0 0 0,1 0 0 0 0,-1 0 0 0 0,1 0 0 0 0,0 0 0 0 0,3 17 203 0 0,-4 31-143 0 0,-37 249 157 0 0,1-20-153 0 0,30-205-713 0 0,8 134-1 0 0,-2-200 217 0 0,0 0-1 0 0,1 1 0 0 0,-1-1 1 0 0,2 0-1 0 0,-1 0 0 0 0,1 0 0 0 0,0 0 1 0 0,0 0-1 0 0,0 0 0 0 0,5 6 1 0 0,-3-8-140 0 0</inkml:trace>
</inkml:ink>
</file>

<file path=ppt/ink/ink1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09:45.746"/>
    </inkml:context>
    <inkml:brush xml:id="br0">
      <inkml:brushProperty name="width" value="0.1" units="cm"/>
      <inkml:brushProperty name="height" value="0.1" units="cm"/>
      <inkml:brushProperty name="color" value="#008C3A"/>
    </inkml:brush>
  </inkml:definitions>
  <inkml:trace contextRef="#ctx0" brushRef="#br0">129 112 5529 0 0,'-6'-28'851'0'0,"5"17"80"0"0,-1 0 0 0 0,0 1-1 0 0,-1-1 1 0 0,-1 1 0 0 0,-8-19 0 0 0,7 27 1210 0 0,1 11-1139 0 0,-2 17-371 0 0,6-22-448 0 0,-40 337 1706 0 0,29-216-1709 0 0,4-44-201 0 0,-8 66-766 0 0,5 169 0 0 0,19-224-1029 0 0,-2-55 487 0 0</inkml:trace>
</inkml:ink>
</file>

<file path=ppt/ink/ink1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09:46.269"/>
    </inkml:context>
    <inkml:brush xml:id="br0">
      <inkml:brushProperty name="width" value="0.1" units="cm"/>
      <inkml:brushProperty name="height" value="0.1" units="cm"/>
      <inkml:brushProperty name="color" value="#008C3A"/>
    </inkml:brush>
  </inkml:definitions>
  <inkml:trace contextRef="#ctx0" brushRef="#br0">590 325 8290 0 0,'-4'-8'190'0'0,"0"1"1"0"0,-1-1-1 0 0,0 1 0 0 0,0 0 1 0 0,-1 1-1 0 0,0-1 1 0 0,-11-9-1 0 0,13 13-60 0 0,-1 0 1 0 0,0 1-1 0 0,0-1 0 0 0,0 1 0 0 0,0 0 0 0 0,0 0 0 0 0,-1 0 1 0 0,1 1-1 0 0,0 0 0 0 0,-1 0 0 0 0,1 0 0 0 0,-1 1 1 0 0,-6 0-1 0 0,0 0 90 0 0,0 1 0 0 0,-1 0 0 0 0,1 1 0 0 0,0 1 0 0 0,0 0 1 0 0,0 0-1 0 0,1 1 0 0 0,-1 0 0 0 0,-17 11 0 0 0,13-6-80 0 0,1 1-1 0 0,1 1 1 0 0,0 0-1 0 0,0 1 1 0 0,1 0-1 0 0,-12 15 0 0 0,2 2-106 0 0,2 1-1 0 0,1 2 0 0 0,1 0 1 0 0,1 0-1 0 0,-23 64 0 0 0,25-55-77 0 0,3 0-1 0 0,1 2 1 0 0,2-1-1 0 0,-5 55 1 0 0,13-69 17 0 0,1 0-1 0 0,2 1 1 0 0,0-1-1 0 0,2 0 1 0 0,1 0-1 0 0,1 0 1 0 0,15 45-1 0 0,-4-27-77 0 0,1-2 0 0 0,3 0-1 0 0,1-1 1 0 0,49 72-1 0 0,-57-96-24 0 0,2-2-1 0 0,0 1 0 0 0,1-2 0 0 0,1 0 0 0 0,20 14 0 0 0,-24-21 6 0 0,0 0 0 0 0,0-1 0 0 0,1-1 0 0 0,0 0 0 0 0,0-1 0 0 0,1-1 0 0 0,-1 0 0 0 0,23 3 0 0 0,-20-6 84 0 0,0 0 0 0 0,0-2 0 0 0,0 0 0 0 0,1-1 0 0 0,-1-1 0 0 0,0-1 0 0 0,0 0 0 0 0,0-1 0 0 0,-1-1 1 0 0,0 0-1 0 0,1-2 0 0 0,-2 1 0 0 0,19-12 0 0 0,-8 3 275 0 0,0-1 1 0 0,0-2-1 0 0,-2 0 0 0 0,0-2 1 0 0,-1-1-1 0 0,31-36 0 0 0,-31 27 329 0 0,0-1-1 0 0,-2-1 0 0 0,-2-1 0 0 0,22-51 0 0 0,-18 29 390 0 0,-3-1 0 0 0,15-68 0 0 0,-27 81-698 0 0,-1 0 0 0 0,-3-1 0 0 0,-1 0 0 0 0,-2 0 0 0 0,-6-48 0 0 0,-6-6 370 0 0,-27-110 1 0 0,29 167-462 0 0,-1 1 1 0 0,-27-66-1 0 0,33 95-155 0 0,-1 0 0 0 0,-1 1 0 0 0,0-1 0 0 0,0 1 0 0 0,-1 1 0 0 0,-1-1 0 0 0,1 1 0 0 0,-1 0 0 0 0,-1 1 0 0 0,0 0 0 0 0,0 0 0 0 0,0 1 0 0 0,-1 0 0 0 0,-12-6 0 0 0,16 10-54 0 0,-2 0 0 0 0,1 1 0 0 0,0 0 0 0 0,0 0 1 0 0,-1 0-1 0 0,1 1 0 0 0,-1 1 0 0 0,1-1 0 0 0,-1 1 1 0 0,0 0-1 0 0,1 1 0 0 0,-1-1 0 0 0,1 2 0 0 0,-10 2 1 0 0,8-2-324 0 0,-1 1 1 0 0,1 1 0 0 0,0 0-1 0 0,0 0 1 0 0,0 1-1 0 0,0 0 1 0 0,1 1 0 0 0,0-1-1 0 0,0 2 1 0 0,-10 9 0 0 0,-12 20-6061 0 0</inkml:trace>
</inkml:ink>
</file>

<file path=ppt/ink/ink1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09:46.990"/>
    </inkml:context>
    <inkml:brush xml:id="br0">
      <inkml:brushProperty name="width" value="0.1" units="cm"/>
      <inkml:brushProperty name="height" value="0.1" units="cm"/>
      <inkml:brushProperty name="color" value="#008C3A"/>
    </inkml:brush>
  </inkml:definitions>
  <inkml:trace contextRef="#ctx0" brushRef="#br0">153 0 5985 0 0,'-14'10'85'0'0,"1"1"0"0"0,0 0 0 0 0,0 1-1 0 0,-21 26 1 0 0,27-29 469 0 0,0 0 0 0 0,1 0 0 0 0,0 1 0 0 0,0 0 0 0 0,1 1 0 0 0,1-1 0 0 0,0 1 0 0 0,-5 15-1 0 0,9-18-314 0 0,0 0-1 0 0,0 1 0 0 0,1-1 0 0 0,0 0 1 0 0,0 0-1 0 0,1 0 0 0 0,0-1 0 0 0,0 1 0 0 0,6 12 1 0 0,-1-1-213 0 0,-10-29 2060 0 0,-23-58-221 0 0,24 64-2179 0 0,-2-5-1489 0 0</inkml:trace>
</inkml:ink>
</file>

<file path=ppt/ink/ink1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09:47.365"/>
    </inkml:context>
    <inkml:brush xml:id="br0">
      <inkml:brushProperty name="width" value="0.1" units="cm"/>
      <inkml:brushProperty name="height" value="0.1" units="cm"/>
      <inkml:brushProperty name="color" value="#008C3A"/>
    </inkml:brush>
  </inkml:definitions>
  <inkml:trace contextRef="#ctx0" brushRef="#br0">75 73 456 0 0,'-1'-1'217'0'0,"1"1"-1"0"0,-1-1 1 0 0,1 1-1 0 0,-1-1 1 0 0,1 1-1 0 0,-1 0 1 0 0,0-1 0 0 0,1 1-1 0 0,-1-1 1 0 0,0 1-1 0 0,1 0 1 0 0,-1 0-1 0 0,0-1 1 0 0,0 1 0 0 0,1 0-1 0 0,-1 0 1 0 0,0 0-1 0 0,0 0 1 0 0,1 0-1 0 0,-1 0 1 0 0,0 0-1 0 0,0 0 1 0 0,-18 0 3103 0 0,17 0-3078 0 0,0 1 1 0 0,0-1 0 0 0,1 0 0 0 0,-1 1 0 0 0,0 0 0 0 0,1-1 0 0 0,-1 1 0 0 0,0 0 0 0 0,1-1 0 0 0,-1 1 0 0 0,1 0 0 0 0,0 0 0 0 0,-1 0 0 0 0,1 1 0 0 0,0-1 0 0 0,-1 0 0 0 0,1 0 0 0 0,0 1 0 0 0,0-1 0 0 0,0 1-1 0 0,0-1 1 0 0,-1 2 0 0 0,1 1-74 0 0,0 0 1 0 0,0-1-1 0 0,0 1 0 0 0,0 0 0 0 0,1 0 0 0 0,-1-1 0 0 0,1 1 0 0 0,0 0 1 0 0,0 0-1 0 0,1 3 0 0 0,2 11-125 0 0,1 0 1 0 0,1-1-1 0 0,9 25 0 0 0,-12-38 98 0 0,2 6-136 0 0,0 1 1 0 0,1-2 0 0 0,0 1 0 0 0,1 0-1 0 0,0-1 1 0 0,0 0 0 0 0,1-1 0 0 0,0 1-1 0 0,1-1 1 0 0,11 9 0 0 0,-16-15-6 0 0,0 0-1 0 0,0 0 1 0 0,0 0-1 0 0,0 0 1 0 0,0-1-1 0 0,0 1 1 0 0,1-1 0 0 0,-1 0-1 0 0,0 0 1 0 0,1 0-1 0 0,-1-1 1 0 0,1 1 0 0 0,-1-1-1 0 0,1 0 1 0 0,3 0-1 0 0,-3-1 9 0 0,-1 0-1 0 0,1 0 0 0 0,0 0 0 0 0,0 0 1 0 0,-1-1-1 0 0,1 0 0 0 0,-1 0 0 0 0,1 0 1 0 0,-1 0-1 0 0,0 0 0 0 0,0-1 0 0 0,0 1 1 0 0,0-1-1 0 0,0 0 0 0 0,-1 0 0 0 0,4-4 1 0 0,1-3 183 0 0,0-1 0 0 0,-1 0 1 0 0,0 0-1 0 0,-1 0 1 0 0,0-1-1 0 0,0 0 0 0 0,-2 0 1 0 0,1 0-1 0 0,-2 0 1 0 0,1-1-1 0 0,-2 1 1 0 0,1-15-1 0 0,-2 20-142 0 0,1 0 0 0 0,-1 0 1 0 0,-1 0-1 0 0,1 0 0 0 0,-1 0 0 0 0,0 0 0 0 0,-1 0 0 0 0,0 0 1 0 0,0 1-1 0 0,0-1 0 0 0,-1 1 0 0 0,0-1 0 0 0,0 1 0 0 0,-1 0 1 0 0,1 0-1 0 0,-1 0 0 0 0,-1 1 0 0 0,1-1 0 0 0,-1 1 0 0 0,0 0 1 0 0,0 0-1 0 0,-12-8 0 0 0,-1 8-2603 0 0</inkml:trace>
</inkml:ink>
</file>

<file path=ppt/ink/ink1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09:47.792"/>
    </inkml:context>
    <inkml:brush xml:id="br0">
      <inkml:brushProperty name="width" value="0.1" units="cm"/>
      <inkml:brushProperty name="height" value="0.1" units="cm"/>
      <inkml:brushProperty name="color" value="#008C3A"/>
    </inkml:brush>
  </inkml:definitions>
  <inkml:trace contextRef="#ctx0" brushRef="#br0">517 269 5065 0 0,'-4'-6'297'0'0,"-2"-1"-1"0"0,1 1 1 0 0,0 0-1 0 0,-1 0 1 0 0,0 1-1 0 0,-1 0 1 0 0,1 0 0 0 0,-1 0-1 0 0,0 1 1 0 0,-9-5-1 0 0,1 2 473 0 0,0 0 1 0 0,-1 1-1 0 0,-31-7 0 0 0,38 11-586 0 0,0 0 0 0 0,0 0 1 0 0,0 1-1 0 0,-1 0 1 0 0,1 1-1 0 0,-1 0 0 0 0,1 1 1 0 0,0 0-1 0 0,-1 0 0 0 0,1 1 1 0 0,0 0-1 0 0,0 0 0 0 0,0 1 1 0 0,0 1-1 0 0,1-1 0 0 0,-1 1 1 0 0,1 1-1 0 0,0 0 0 0 0,0 0 1 0 0,0 0-1 0 0,1 1 0 0 0,0 0 1 0 0,0 1-1 0 0,1-1 1 0 0,-1 1-1 0 0,1 1 0 0 0,1-1 1 0 0,-9 14-1 0 0,-2 10-182 0 0,1 0-1 0 0,1 1 1 0 0,2 1 0 0 0,1 0 0 0 0,2 0-1 0 0,1 1 1 0 0,2 0 0 0 0,-5 69-1 0 0,10-58-41 0 0,2-1 0 0 0,2 1 0 0 0,2-1-1 0 0,1 0 1 0 0,3 0 0 0 0,21 66-1 0 0,-22-90-167 0 0,0 1 0 0 0,1-1 0 0 0,1 0 0 0 0,1-1 0 0 0,18 26 0 0 0,-22-36 50 0 0,1 0 1 0 0,0 0 0 0 0,0-1-1 0 0,1 1 1 0 0,0-2-1 0 0,1 0 1 0 0,-1 0 0 0 0,1 0-1 0 0,1-1 1 0 0,-1-1-1 0 0,19 7 1 0 0,-4-4 158 0 0,-1-2 0 0 0,1-1 0 0 0,-1 0 0 0 0,2-2 0 0 0,-1-1 0 0 0,0-1 0 0 0,0-1 0 0 0,0-2 0 0 0,0 0 0 0 0,0-1 0 0 0,0-2 1 0 0,0-1-1 0 0,-1 0 0 0 0,0-2 0 0 0,0-1 0 0 0,-1-1 0 0 0,0 0 0 0 0,-1-2 0 0 0,0-1 0 0 0,-1-1 0 0 0,0 0 0 0 0,32-31 0 0 0,-32 25 388 0 0,-1 0 0 0 0,-1-2-1 0 0,-1 0 1 0 0,-1-1 0 0 0,-1 0-1 0 0,-2-1 1 0 0,0-1 0 0 0,-1-1 0 0 0,-1 0-1 0 0,-2 0 1 0 0,-1-1 0 0 0,-1 0-1 0 0,-1-1 1 0 0,-1 0 0 0 0,-2 0 0 0 0,0 0-1 0 0,-2-41 1 0 0,-2 34-175 0 0,-2 0 0 0 0,-1 0-1 0 0,-2 0 1 0 0,-1 1 0 0 0,-2 0 0 0 0,-2 0 0 0 0,-1 0-1 0 0,-1 2 1 0 0,-21-42 0 0 0,22 56-254 0 0,0-1 1 0 0,0 2-1 0 0,-2-1 0 0 0,0 2 1 0 0,-1 0-1 0 0,-1 0 0 0 0,-1 1 1 0 0,0 1-1 0 0,0 1 0 0 0,-1 0 0 0 0,-1 1 1 0 0,0 1-1 0 0,-1 1 0 0 0,0 0 1 0 0,-1 2-1 0 0,-30-10 0 0 0,20 10-686 0 0</inkml:trace>
</inkml:ink>
</file>

<file path=ppt/ink/ink1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09:48.295"/>
    </inkml:context>
    <inkml:brush xml:id="br0">
      <inkml:brushProperty name="width" value="0.1" units="cm"/>
      <inkml:brushProperty name="height" value="0.1" units="cm"/>
      <inkml:brushProperty name="color" value="#008C3A"/>
    </inkml:brush>
  </inkml:definitions>
  <inkml:trace contextRef="#ctx0" brushRef="#br0">32 0 6913 0 0,'-1'12'3792'0'0,"-1"13"-2758"0"0,-12 202 2254 0 0,0 144-5362 0 0,16-319-2677 0 0</inkml:trace>
</inkml:ink>
</file>

<file path=ppt/ink/ink1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09:48.807"/>
    </inkml:context>
    <inkml:brush xml:id="br0">
      <inkml:brushProperty name="width" value="0.1" units="cm"/>
      <inkml:brushProperty name="height" value="0.1" units="cm"/>
      <inkml:brushProperty name="color" value="#008C3A"/>
    </inkml:brush>
  </inkml:definitions>
  <inkml:trace contextRef="#ctx0" brushRef="#br0">548 248 7834 0 0,'-5'-4'202'0'0,"-13"-11"187"0"0,-1 1 0 0 0,-1 1-1 0 0,0 1 1 0 0,-27-11-1 0 0,41 20-338 0 0,-1 1-1 0 0,0 0 0 0 0,0 0 0 0 0,0 1 0 0 0,0 0 1 0 0,0 0-1 0 0,0 0 0 0 0,-1 1 0 0 0,1 0 0 0 0,0 1 1 0 0,0-1-1 0 0,0 1 0 0 0,0 1 0 0 0,0-1 1 0 0,0 1-1 0 0,0 1 0 0 0,0-1 0 0 0,-8 5 0 0 0,3 0 98 0 0,0 1 0 0 0,1 0-1 0 0,0 1 1 0 0,0 0 0 0 0,1 0-1 0 0,1 1 1 0 0,-1 0-1 0 0,1 1 1 0 0,1 0 0 0 0,0 0-1 0 0,1 1 1 0 0,0 0 0 0 0,-8 22-1 0 0,-3 12 18 0 0,2 1 1 0 0,-14 69-1 0 0,28-106-160 0 0,-57 294-404 0 0,53-251 64 0 0,2 0 0 0 0,2 0 0 0 0,9 96 0 0 0,-5-130 143 0 0,2 1 0 0 0,0-1 0 0 0,1 0-1 0 0,1 0 1 0 0,1-1 0 0 0,0 0 0 0 0,1 0 0 0 0,1-1 0 0 0,15 22 0 0 0,-14-25-78 0 0,1 0 0 0 0,1-1 0 0 0,0-1 0 0 0,1 0 1 0 0,0-1-1 0 0,1 0 0 0 0,0-1 0 0 0,1 0 0 0 0,0-2 0 0 0,27 13 0 0 0,-21-12 187 0 0,0-2-1 0 0,1 0 0 0 0,0-1 0 0 0,0-1 0 0 0,1-1 0 0 0,0-1 1 0 0,-1-1-1 0 0,1-1 0 0 0,0-1 0 0 0,37-5 0 0 0,-36 1 282 0 0,-1-1-1 0 0,-1-1 0 0 0,1-1 0 0 0,-1-1 0 0 0,0 0 0 0 0,-1-2 1 0 0,0-1-1 0 0,0 0 0 0 0,-1-2 0 0 0,-1 0 0 0 0,0-1 0 0 0,-1-1 1 0 0,0-1-1 0 0,-1-1 0 0 0,-1 0 0 0 0,17-24 0 0 0,-12 10 321 0 0,-1-1-1 0 0,-2 0 0 0 0,-1-1 1 0 0,-2-1-1 0 0,-1-1 0 0 0,-2 0 0 0 0,-1 0 1 0 0,-2-1-1 0 0,-2-1 0 0 0,-1 1 1 0 0,2-46-1 0 0,-7 31-53 0 0,-1 0 0 0 0,-3 1 0 0 0,-2 0 0 0 0,-3 0 0 0 0,-1 0 0 0 0,-3 1 0 0 0,-29-81 0 0 0,32 108-389 0 0,0 1 0 0 0,-2 0 1 0 0,0 0-1 0 0,-1 1 0 0 0,-1 1 1 0 0,-1 0-1 0 0,-1 0 0 0 0,0 2 1 0 0,-2 0-1 0 0,0 1 0 0 0,0 0 1 0 0,-2 2-1 0 0,1 0 0 0 0,-36-19 1 0 0,24 16-420 0 0,-1 2 1 0 0,0 0 0 0 0,0 3 0 0 0,-2 0-1 0 0,1 2 1 0 0,-43-7 0 0 0,26 13-6118 0 0</inkml:trace>
</inkml:ink>
</file>

<file path=ppt/ink/ink1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09:50.538"/>
    </inkml:context>
    <inkml:brush xml:id="br0">
      <inkml:brushProperty name="width" value="0.1" units="cm"/>
      <inkml:brushProperty name="height" value="0.1" units="cm"/>
      <inkml:brushProperty name="color" value="#008C3A"/>
    </inkml:brush>
  </inkml:definitions>
  <inkml:trace contextRef="#ctx0" brushRef="#br0">43 153 3225 0 0,'2'-3'206'0'0,"0"0"0"0"0,-1 0 0 0 0,0 0 1 0 0,0 0-1 0 0,1 0 0 0 0,-2 0 0 0 0,1-1 1 0 0,0 1-1 0 0,-1 0 0 0 0,1-1 0 0 0,-1 1 1 0 0,0 0-1 0 0,0-1 0 0 0,-1 1 0 0 0,1 0 1 0 0,-2-6-1 0 0,2 7 50 0 0,-1 0 1 0 0,1-1 0 0 0,-1 1 0 0 0,0 0-1 0 0,0 0 1 0 0,0 0 0 0 0,0-1 0 0 0,0 1-1 0 0,0 0 1 0 0,-1 0 0 0 0,-1-2 0 0 0,2 4-191 0 0,0-1 0 0 0,1 0-1 0 0,-1 1 1 0 0,0-1 0 0 0,0 0 0 0 0,0 1 0 0 0,0-1 0 0 0,0 1 0 0 0,0 0 0 0 0,0-1 0 0 0,0 1 0 0 0,0 0 0 0 0,0-1 0 0 0,0 1 0 0 0,0 0 0 0 0,0 0 0 0 0,0 0 0 0 0,-1 0 0 0 0,1 0 0 0 0,0 0 0 0 0,0 0 0 0 0,0 1 0 0 0,0-1 0 0 0,-2 1 0 0 0,-2 11 2731 0 0,2 21-2887 0 0,3-24 326 0 0,-2 9-43 0 0,1 0-1 0 0,1 0 1 0 0,1 0-1 0 0,0 0 0 0 0,1 0 1 0 0,6 21-1 0 0,-7-34-190 0 0,0 1-1 0 0,1 0 1 0 0,0-1-1 0 0,1 0 1 0 0,-1 1-1 0 0,1-1 1 0 0,0 0-1 0 0,0 0 1 0 0,0 0-1 0 0,1-1 1 0 0,0 1-1 0 0,0-1 1 0 0,0 0-1 0 0,0 0 1 0 0,1 0-1 0 0,-1 0 1 0 0,1-1-1 0 0,0 0 1 0 0,0 0-1 0 0,0 0 1 0 0,1-1-1 0 0,-1 0 1 0 0,6 2-1 0 0,-7-3-4 0 0,0 0 1 0 0,0-1-1 0 0,0 1 0 0 0,0-1 0 0 0,0 0 0 0 0,0 0 0 0 0,0-1 0 0 0,0 1 0 0 0,0-1 0 0 0,0 0 0 0 0,0 0 0 0 0,0 0 0 0 0,0-1 0 0 0,0 1 1 0 0,-1-1-1 0 0,1 0 0 0 0,-1 0 0 0 0,1 0 0 0 0,-1 0 0 0 0,0-1 0 0 0,0 1 0 0 0,0-1 0 0 0,0 0 0 0 0,0 0 0 0 0,0 0 0 0 0,3-6 0 0 0,-3 4 40 0 0,0 1 1 0 0,0-1-1 0 0,0 0 0 0 0,-1 0 0 0 0,0 0 0 0 0,0 0 0 0 0,0-1 0 0 0,-1 1 0 0 0,0 0 0 0 0,0-1 0 0 0,0 1 0 0 0,-1-1 0 0 0,1 1 0 0 0,-1-1 1 0 0,-1 1-1 0 0,1-1 0 0 0,-1 1 0 0 0,-2-11 0 0 0,-4-2 439 0 0,0 0 0 0 0,-2 0 1 0 0,0 1-1 0 0,0 0 0 0 0,-19-24 0 0 0,22 33-587 0 0,-1 1 0 0 0,1-1 0 0 0,-1 1 0 0 0,-1 1 1 0 0,1-1-1 0 0,-1 1 0 0 0,0 1 0 0 0,-1-1 0 0 0,1 1 0 0 0,-1 1 0 0 0,0 0 0 0 0,-16-5 0 0 0,7 9-1762 0 0,11 3 609 0 0</inkml:trace>
</inkml:ink>
</file>

<file path=ppt/ink/ink1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09:51.095"/>
    </inkml:context>
    <inkml:brush xml:id="br0">
      <inkml:brushProperty name="width" value="0.1" units="cm"/>
      <inkml:brushProperty name="height" value="0.1" units="cm"/>
      <inkml:brushProperty name="color" value="#008C3A"/>
    </inkml:brush>
  </inkml:definitions>
  <inkml:trace contextRef="#ctx0" brushRef="#br0">541 164 7834 0 0,'-5'-13'308'0'0,"-1"0"1"0"0,-1 0-1 0 0,0 1 1 0 0,0 0-1 0 0,-1 0 1 0 0,-18-18-1 0 0,21 24-105 0 0,-1 0 0 0 0,-1 1 0 0 0,1 0 0 0 0,-1 1 0 0 0,0-1-1 0 0,0 1 1 0 0,0 1 0 0 0,0-1 0 0 0,-1 1 0 0 0,1 0 0 0 0,-1 1 0 0 0,0 0 0 0 0,-11-2-1 0 0,11 3-32 0 0,1 0 0 0 0,-1 1 0 0 0,0 0 0 0 0,0 0 0 0 0,0 0 0 0 0,1 1 0 0 0,-1 0 0 0 0,0 1 0 0 0,1 0-1 0 0,-1 0 1 0 0,1 1 0 0 0,0-1 0 0 0,-1 2 0 0 0,1-1 0 0 0,1 1 0 0 0,-1 0 0 0 0,0 0 0 0 0,1 1 0 0 0,0 0-1 0 0,0 0 1 0 0,1 0 0 0 0,-1 1 0 0 0,1 0 0 0 0,0 0 0 0 0,1 0 0 0 0,-1 1 0 0 0,1-1 0 0 0,0 1 0 0 0,-2 8 0 0 0,-21 42 123 0 0,4 2 1 0 0,1 0-1 0 0,-13 65 1 0 0,-20 189-315 0 0,51-278 16 0 0,2 1-1 0 0,1 0 1 0 0,1 0-1 0 0,2-1 1 0 0,2 1-1 0 0,12 53 1 0 0,-11-70-83 0 0,1-1 1 0 0,1 1-1 0 0,0-1 1 0 0,2 0-1 0 0,0-1 1 0 0,1 0-1 0 0,0 0 1 0 0,1-1-1 0 0,1-1 1 0 0,1 0 0 0 0,0 0-1 0 0,1-2 1 0 0,23 19-1 0 0,0-5-134 0 0,1-2 0 0 0,1-2 1 0 0,1-1-1 0 0,0-2 0 0 0,2-2 0 0 0,75 21 0 0 0,-90-31 334 0 0,0-2 0 0 0,0-1-1 0 0,1-1 1 0 0,-1-1 0 0 0,1-2 0 0 0,0-1-1 0 0,0-1 1 0 0,-1-1 0 0 0,1-1 0 0 0,-1-2 0 0 0,0-1-1 0 0,32-10 1 0 0,-47 11 64 0 0,0-1 0 0 0,0 0 0 0 0,-1 0 0 0 0,1-1 0 0 0,-1 0 0 0 0,-1-1 0 0 0,0-1 0 0 0,0 1 1 0 0,0-2-1 0 0,-1 1 0 0 0,9-13 0 0 0,-7 6 24 0 0,-1 0 1 0 0,-1 0-1 0 0,0-1 1 0 0,-1 0-1 0 0,-1-1 1 0 0,-1 0-1 0 0,5-19 1 0 0,-2-9 2 0 0,-2 1 1 0 0,-3-1-1 0 0,-1 0 0 0 0,-2-1 1 0 0,-8-71-1 0 0,-25-108 77 0 0,24 188-214 0 0,-2 0 0 0 0,-1 0 0 0 0,-30-63 0 0 0,33 86-36 0 0,-1 0 0 0 0,-1 1 0 0 0,0 0-1 0 0,-1 1 1 0 0,-1 0 0 0 0,0 0-1 0 0,-1 2 1 0 0,0-1 0 0 0,0 2 0 0 0,-2 0-1 0 0,1 0 1 0 0,-1 1 0 0 0,-24-10 0 0 0,8 6-477 0 0,0 1 1 0 0,-37-10-1 0 0,-62-3-6167 0 0,93 20-129 0 0</inkml:trace>
</inkml:ink>
</file>

<file path=ppt/ink/ink1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09:58.818"/>
    </inkml:context>
    <inkml:brush xml:id="br0">
      <inkml:brushProperty name="width" value="0.1" units="cm"/>
      <inkml:brushProperty name="height" value="0.1" units="cm"/>
      <inkml:brushProperty name="color" value="#004F8B"/>
    </inkml:brush>
  </inkml:definitions>
  <inkml:trace contextRef="#ctx0" brushRef="#br0">167 406 1376 0 0,'-1'0'309'0'0,"0"0"0"0"0,0 0 0 0 0,0 1 0 0 0,0-1 0 0 0,0 0 0 0 0,0 0 0 0 0,0 1 0 0 0,0-1 0 0 0,0 1-1 0 0,0-1 1 0 0,0 1 0 0 0,1-1 0 0 0,-1 1 0 0 0,0-1 0 0 0,0 1 0 0 0,0 0 0 0 0,0 1 0 0 0,-12 19 1767 0 0,-4 36-2517 0 0,11-33 920 0 0,-11 28 188 0 0,3 1 0 0 0,2 1 0 0 0,3 0 0 0 0,-5 104-1 0 0,8 7-93 0 0,0 160 55 0 0,20 49-383 0 0,6 247-1152 0 0,-7-220 142 0 0,-9 375 1978 0 0,-6-740-628 0 0,-1 0 0 0 0,-2-1 0 0 0,-12 44-1 0 0,13-70 194 0 0,1-10-283 0 0,0-22-152 0 0,1-35-790 0 0,51-953-8375 0 0,69 2 5672 0 0,-70 671 2903 0 0,21-155 266 0 0,-26-1-394 0 0,-41 460 371 0 0,1-93-65 0 0,-3 108 284 0 0,-2-1 1 0 0,0 1-1 0 0,-1 0 0 0 0,-8-26 0 0 0,10 43-68 0 0,1 0 0 0 0,-1-1 1 0 0,0 1-1 0 0,0 0 0 0 0,0 0 1 0 0,0 0-1 0 0,0 0 0 0 0,-1 0 0 0 0,1 0 1 0 0,-1 0-1 0 0,1 0 0 0 0,-1 0 1 0 0,0 1-1 0 0,1-1 0 0 0,-5-2 1 0 0,6 4-70 0 0,-1 0 0 0 0,0 0 0 0 0,1-1 0 0 0,-1 1 1 0 0,1 0-1 0 0,-1 0 0 0 0,1 0 0 0 0,-1 0 0 0 0,1 0 1 0 0,-1 0-1 0 0,1 0 0 0 0,-1 0 0 0 0,0 0 0 0 0,1 0 1 0 0,-1 1-1 0 0,1-1 0 0 0,-1 0 0 0 0,1 0 0 0 0,-1 0 1 0 0,1 1-1 0 0,-1-1 0 0 0,1 0 0 0 0,-1 1 0 0 0,1-1 1 0 0,-1 1-1 0 0,0 0-5 0 0,0 1 0 0 0,-1-1 0 0 0,1 1 0 0 0,0-1 1 0 0,0 1-1 0 0,0 0 0 0 0,1 0 0 0 0,-1-1 0 0 0,0 1 0 0 0,0 3 0 0 0,-9 39 149 0 0,3 0-1 0 0,1 1 1 0 0,1 56-1 0 0,2-30-287 0 0,-8 106-135 0 0,-101 1477 738 0 0,37-478 3114 0 0,27-364 460 0 0,12-444-3041 0 0,43-631-2882 0 0,-7 134 1234 0 0,5-455-1660 0 0,19-660-3723 0 0,43 490 4787 0 0,38 5 2151 0 0,-73 529-471 0 0,12-10 1108 0 0,-46 289-817 0 0,2-23-923 0 0,31 840-205 0 0,-1-328 527 0 0,-33 345-205 0 0,0-16 1094 0 0,3-848-906 0 0,1 42 622 0 0,3 0-1 0 0,20 107 1 0 0,-12-147-815 0 0,-12-30 11 0 0,0-1 0 0 0,0 0-1 0 0,1 0 1 0 0,-1 1 0 0 0,0-1 0 0 0,0 0 0 0 0,1 0 0 0 0,-1 1 0 0 0,0-1 0 0 0,1 0 0 0 0,-1 0-1 0 0,0 0 1 0 0,0 1 0 0 0,1-1 0 0 0,-1 0 0 0 0,0 0 0 0 0,1 0 0 0 0,-1 0 0 0 0,0 0 0 0 0,1 0 0 0 0,-1 0-1 0 0,0 0 1 0 0,1 0 0 0 0,-1 0 0 0 0,0 0 0 0 0,1 0 0 0 0,-1 0 0 0 0,1 0 0 0 0,-1 0 0 0 0,12-14-128 0 0,-4-3-80 0 0,-1 0 0 0 0,-1-1 0 0 0,0 0-1 0 0,-2 0 1 0 0,4-24 0 0 0,6-99-421 0 0,-11 97 595 0 0,36-888-578 0 0,-39 0-55 0 0,-2 609 552 0 0,10-181 174 0 0,41 3-144 0 0,-48 497 73 0 0,2-15-180 0 0,0-1-1 0 0,2 1 1 0 0,0 0-1 0 0,8-19 1 0 0,-13 38 194 0 0,0 0 0 0 0,0 0 1 0 0,0 0-1 0 0,0 1 0 0 0,0-1 0 0 0,1 0 1 0 0,-1 0-1 0 0,0 0 0 0 0,0 0 0 0 0,0 0 1 0 0,0 0-1 0 0,0 0 0 0 0,0 0 0 0 0,0 0 1 0 0,0 0-1 0 0,0 0 0 0 0,0 0 0 0 0,0 0 1 0 0,0 0-1 0 0,0 0 0 0 0,1 0 0 0 0,-1 0 1 0 0,0 1-1 0 0,0-1 0 0 0,0 0 0 0 0,0 0 1 0 0,0 0-1 0 0,0 0 0 0 0,0 0 0 0 0,0 0 1 0 0,0 0-1 0 0,1 0 0 0 0,-1 0 0 0 0,0-1 1 0 0,0 1-1 0 0,0 0 0 0 0,0 0 0 0 0,0 0 1 0 0,0 0-1 0 0,0 0 0 0 0,0 0 0 0 0,0 0 1 0 0,0 0-1 0 0,0 0 0 0 0,1 0 0 0 0,-1 0 1 0 0,0 0-1 0 0,0 0 0 0 0,0 0 0 0 0,0 0 1 0 0,0 0-1 0 0,0 0 0 0 0,0 0 0 0 0,0-1 1 0 0,0 1-1 0 0,0 0 0 0 0,0 0 0 0 0,0 0 1 0 0,0 0-1 0 0,0 0 0 0 0,0 0 0 0 0,0 0 1 0 0,0 0-1 0 0,0 0 0 0 0,0-1 0 0 0,0 1 1 0 0,3 12-8 0 0,-1 16 12 0 0,24 966-16 0 0,1-2 0 0 0,-39-313 1930 0 0,2 227 1423 0 0,13-820-2920 0 0,0 1-31 0 0,-3 0 0 0 0,-14 104 0 0 0,6-163-488 0 0,8-28 95 0 0,0 0 0 0 0,0 0 0 0 0,0 0-1 0 0,0 1 1 0 0,0-1 0 0 0,0 0 0 0 0,0 0 0 0 0,0 0 0 0 0,0 0-1 0 0,0 0 1 0 0,0 0 0 0 0,0 0 0 0 0,0 0 0 0 0,-1 1 0 0 0,1-1-1 0 0,0 0 1 0 0,0 0 0 0 0,0 0 0 0 0,0 0 0 0 0,0 0 0 0 0,0 0-1 0 0,0 0 1 0 0,0 0 0 0 0,0 0 0 0 0,-1 0 0 0 0,1 0 0 0 0,0 0 0 0 0,0 0-1 0 0,0 0 1 0 0,0 0 0 0 0,0 0 0 0 0,0 0 0 0 0,0 0 0 0 0,-1 0-1 0 0,1 0 1 0 0,0 0 0 0 0,0 0 0 0 0,0 0 0 0 0,0 0 0 0 0,0 0-1 0 0,0 0 1 0 0,0 0 0 0 0,0 0 0 0 0,-1 0 0 0 0,1 0 0 0 0,0 0-1 0 0,0 0 1 0 0,0 0 0 0 0,0 0 0 0 0,0 0 0 0 0,0 0 0 0 0,0 0-1 0 0,0-1 1 0 0,-4-14-140 0 0,-19-396-2285 0 0,21 293 1899 0 0,-24-1950-4255 0 0,37 1645 4214 0 0,89-581 0 0 0,-91 937-555 0 0,-21 167 2621 0 0,2 158 0 0 0,23 113-929 0 0,-11-341-495 0 0,100 1534 2371 0 0,-35-946 118 0 0,-42-463-1486 0 0,87 292 0 0 0,-112-446-1077 0 0,44 121 88 0 0,-36-102-209 0 0,1-2 0 0 0,1 1 0 0 0,0-1 0 0 0,15 19 0 0 0,-24-35 48 0 0,0-1 0 0 0,1 1 0 0 0,-1 0-1 0 0,0-1 1 0 0,0 1 0 0 0,1-1 0 0 0,-1 1 0 0 0,1-1 0 0 0,0 0 0 0 0,-1 0 0 0 0,1 1 0 0 0,0-1-1 0 0,-1 0 1 0 0,1 0 0 0 0,0-1 0 0 0,0 1 0 0 0,0 0 0 0 0,0-1 0 0 0,0 1 0 0 0,0-1 0 0 0,0 0-1 0 0,0 1 1 0 0,0-1 0 0 0,0 0 0 0 0,3-1 0 0 0,-2 0-72 0 0,-1 0 0 0 0,0 0 0 0 0,0-1 0 0 0,1 0 0 0 0,-1 1 0 0 0,0-1 0 0 0,-1 0 0 0 0,1 0 0 0 0,0 0 0 0 0,-1 0 0 0 0,1 0 0 0 0,-1 0 0 0 0,1-1 0 0 0,-1 1 0 0 0,0 0 0 0 0,0-1 0 0 0,0 1 0 0 0,0-1 0 0 0,0-4 0 0 0,9-37-556 0 0,-1 0 1 0 0,-3-1 0 0 0,-2 0-1 0 0,-2-53 1 0 0,0 44 350 0 0,-28-1045 2867 0 0,0 521-1143 0 0,28 0-507 0 0,55-46-934 0 0,6 211-5775 0 0,-88 555 10117 0 0,-8 472-4637 0 0,34 3 811 0 0,1-393-65 0 0,-1-63-88 0 0,11 693 1021 0 0,39-5-573 0 0,-5-258-1076 0 0,-46-590 351 0 0,-1 0 1 0 0,1 0 0 0 0,0 0-1 0 0,0 0 1 0 0,0 0 0 0 0,1 0-1 0 0,-1 0 1 0 0,0 0 0 0 0,0 0 0 0 0,0 0-1 0 0,1 0 1 0 0,-1 0 0 0 0,0-1-1 0 0,1 1 1 0 0,-1 0 0 0 0,1 0 0 0 0,-1 0-1 0 0,1 0 1 0 0,0-1 0 0 0,-1 1-1 0 0,2 1 1 0 0,-2-3 10 0 0,1 1 1 0 0,0 0-1 0 0,-1-1 1 0 0,1 1-1 0 0,0-1 1 0 0,-1 1-1 0 0,1-1 1 0 0,-1 1-1 0 0,1-1 0 0 0,-1 1 1 0 0,1-1-1 0 0,-1 0 1 0 0,1 1-1 0 0,-1-1 1 0 0,1 0-1 0 0,-1 1 0 0 0,0-1 1 0 0,0 0-1 0 0,1-1 1 0 0,15-45 498 0 0,-3-4-1040 0 0,-3-1 0 0 0,4-64 0 0 0,-3-108-939 0 0,-11 198 1284 0 0,-11-701-4371 0 0,-39 0 1446 0 0,25 397 2558 0 0,6 85 192 0 0,-13-206-706 0 0,28 309 1246 0 0,17-165 0 0 0,-2 233 516 0 0,3 1 0 0 0,3 1 0 0 0,33-90-1 0 0,-58 268 961 0 0,-18 1021 2883 0 0,27-1000-4271 0 0,42 998 2546 0 0,-36-1030-2652 0 0,5 125 417 0 0,-12-173-483 0 0,-2 0 0 0 0,-13 76 0 0 0,14-119-114 0 0,-9 33-75 0 0,10-36 63 0 0,0 1 1 0 0,-1-1-1 0 0,1 0 0 0 0,-1 1 0 0 0,0-1 0 0 0,1 0 0 0 0,-1 0 1 0 0,0 1-1 0 0,0-1 0 0 0,0 0 0 0 0,0 0 0 0 0,0 0 0 0 0,0 0 1 0 0,0 0-1 0 0,0 0 0 0 0,0 0 0 0 0,0-1 0 0 0,-1 1 0 0 0,1 0 1 0 0,0-1-1 0 0,-3 2 0 0 0,3-3-34 0 0,0 1 0 0 0,0 0 0 0 0,0-1 1 0 0,-1 1-1 0 0,1 0 0 0 0,0-1 0 0 0,0 1 0 0 0,0-1 0 0 0,0 0 1 0 0,0 1-1 0 0,0-1 0 0 0,1 0 0 0 0,-1 0 0 0 0,0 1 0 0 0,0-1 1 0 0,0 0-1 0 0,1 0 0 0 0,-1 0 0 0 0,0 0 0 0 0,1 0 0 0 0,-1 0 1 0 0,1 0-1 0 0,-1 0 0 0 0,1 0 0 0 0,0 0 0 0 0,-1-2 0 0 0,-11-38-571 0 0,10 33 459 0 0,-26-129-1062 0 0,-13-183 0 0 0,37 283 1111 0 0,-38-810-47 0 0,66-2 1891 0 0,-20 790-1653 0 0,55-651 581 0 0,-56 684-679 0 0,13-64-12 0 0,-14 81-7 0 0,0 0 0 0 0,1 0 0 0 0,0 0 0 0 0,1 1 0 0 0,0-1 0 0 0,1 1 0 0 0,6-10-1 0 0,-11 18 35 0 0,0-1-1 0 0,1 1 1 0 0,-1-1 0 0 0,0 1-1 0 0,0 0 1 0 0,1-1-1 0 0,-1 1 1 0 0,0 0-1 0 0,1-1 1 0 0,-1 1-1 0 0,0 0 1 0 0,1-1-1 0 0,-1 1 1 0 0,1 0 0 0 0,-1 0-1 0 0,0 0 1 0 0,1-1-1 0 0,-1 1 1 0 0,1 0-1 0 0,-1 0 1 0 0,1 0-1 0 0,-1 0 1 0 0,1 0-1 0 0,-1 0 1 0 0,1 0 0 0 0,-1 0-1 0 0,1 0 1 0 0,-1 0-1 0 0,0 0 1 0 0,1 0-1 0 0,-1 0 1 0 0,1 0-1 0 0,-1 0 1 0 0,1 0-1 0 0,-1 1 1 0 0,1-1-1 0 0,-1 0 1 0 0,0 0 0 0 0,1 1-1 0 0,-1-1 1 0 0,1 0-1 0 0,-1 0 1 0 0,0 1-1 0 0,1-1 1 0 0,-1 0-1 0 0,0 1 1 0 0,1-1-1 0 0,-1 1 1 0 0,0-1 0 0 0,0 0-1 0 0,0 1 1 0 0,1-1-1 0 0,-1 1 1 0 0,0 0-1 0 0,12 27 185 0 0,0 23-72 0 0,-3 1-1 0 0,4 54 1 0 0,-3-25-111 0 0,67 511 1 0 0,77 563 12 0 0,-82-571 588 0 0,-54 1 1183 0 0,-19-538-1349 0 0,-3 1 0 0 0,-15 73 0 0 0,13-105-47 0 0,1-21-163 0 0,1-29-404 0 0,-23-528-4425 0 0,5-284 2614 0 0,20 772 1955 0 0,36-1230 209 0 0,-29 1236-250 0 0,3-1-1 0 0,3 2 1 0 0,20-69 0 0 0,-18 107 547 0 0,-4 24 172 0 0,-9 5-609 0 0,1 1 0 0 0,0-1 0 0 0,-1 1-1 0 0,1-1 1 0 0,-1 1 0 0 0,1 0 0 0 0,-1-1 0 0 0,0 1-1 0 0,1-1 1 0 0,-1 1 0 0 0,0 0 0 0 0,1 0-1 0 0,-1-1 1 0 0,0 1 0 0 0,0 0 0 0 0,1-1 0 0 0,-1 1-1 0 0,0 0 1 0 0,0 1 0 0 0,6 40 462 0 0,-1 1 1 0 0,-2 62-1 0 0,-2-42-339 0 0,10 622 205 0 0,-4-131-868 0 0,-3-368 168 0 0,28 1056 282 0 0,-28-1171 272 0 0,-1-36-239 0 0,-1 1 1 0 0,-5 43-1 0 0,3-211-3346 0 0,18-427 291 0 0,11-340 2904 0 0,23 208 1256 0 0,-27 512 228 0 0,89-322 1 0 0,-93 429-1051 0 0,0-4 128 0 0,4 1 0 0 0,63-136 0 0 0,-77 196-592 0 0,-11 15 198 0 0,0 0 1 0 0,0 0 0 0 0,0 0 0 0 0,0 0 0 0 0,1 0 0 0 0,-1-1 0 0 0,0 1 0 0 0,0 0 0 0 0,0 0-1 0 0,0 0 1 0 0,0 0 0 0 0,0 0 0 0 0,1 0 0 0 0,-1 0 0 0 0,0 0 0 0 0,0 0 0 0 0,0 0 0 0 0,0 0-1 0 0,0 0 1 0 0,1 0 0 0 0,-1 0 0 0 0,0 0 0 0 0,0 0 0 0 0,0 0 0 0 0,0 0 0 0 0,0 0 0 0 0,0 0-1 0 0,1 0 1 0 0,-1 1 0 0 0,0-1 0 0 0,0 0 0 0 0,0 0 0 0 0,0 0 0 0 0,0 0 0 0 0,0 0 0 0 0,0 0-1 0 0,0 0 1 0 0,1 0 0 0 0,-1 0 0 0 0,0 1 0 0 0,0-1 0 0 0,0 0 0 0 0,0 0 0 0 0,0 0 0 0 0,0 0-1 0 0,0 0 1 0 0,0 0 0 0 0,0 1 0 0 0,0-1 0 0 0,0 0 0 0 0,0 0 0 0 0,0 0 0 0 0,-1 33-292 0 0,-59 684 1178 0 0,42 2-524 0 0,23 325 474 0 0,12-351 2856 0 0,-16-625-3211 0 0,7 119 826 0 0,-8-186-1299 0 0,0-1 0 0 0,0 1 0 0 0,-1-1-1 0 0,1 1 1 0 0,0-1 0 0 0,0 1 0 0 0,0-1 0 0 0,0 1-1 0 0,0 0 1 0 0,0-1 0 0 0,0 1 0 0 0,0-1-1 0 0,1 1 1 0 0,-1-1 0 0 0,0 1 0 0 0,0-1-1 0 0,0 1 1 0 0,1-1 0 0 0,-1 1 0 0 0,0-1 0 0 0,0 1-1 0 0,1-1 1 0 0,-1 0 0 0 0,0 1 0 0 0,1-1-1 0 0,-1 1 1 0 0,0-1 0 0 0,2 1 0 0 0,4-16-142 0 0,5-32-426 0 0,23-300-756 0 0,-26-4-414 0 0,-5 159 1367 0 0,-4-1562-703 0 0,-1 1699 893 0 0,-1 1-586 0 0,7-90 0 0 0,2 117 684 0 0,1 21 243 0 0,3 14 353 0 0,1 15-210 0 0,0 0 1 0 0,-1 1-1 0 0,-2 0 1 0 0,0 0-1 0 0,-2 1 1 0 0,4 27-1 0 0,-2-14-164 0 0,78 451 700 0 0,-25 5-447 0 0,-49-386-360 0 0,113 1222 644 0 0,-126-1302-223 0 0,-1-26-315 0 0,0-17-202 0 0,-11-140-902 0 0,-60-1041-2278 0 0,90 426 2010 0 0,-5 631 1516 0 0,7 1 0 0 0,6 1 0 0 0,63-202 0 0 0,-86 331-264 0 0,0 0-10 0 0,1 0 1 0 0,0 0 0 0 0,1 0 0 0 0,0 0-1 0 0,8-13 1 0 0,-12 21-9 0 0,0 0-1 0 0,0-1 1 0 0,1 1-1 0 0,-1 0 0 0 0,0 0 1 0 0,0-1-1 0 0,1 1 1 0 0,-1 0-1 0 0,0 0 1 0 0,1-1-1 0 0,-1 1 1 0 0,0 0-1 0 0,1 0 1 0 0,-1 0-1 0 0,0 0 1 0 0,1 0-1 0 0,-1 0 1 0 0,0-1-1 0 0,1 1 1 0 0,-1 0-1 0 0,0 0 1 0 0,1 0-1 0 0,-1 0 1 0 0,0 0-1 0 0,1 0 0 0 0,-1 0 1 0 0,0 0-1 0 0,1 1 1 0 0,-1-1-1 0 0,0 0 1 0 0,1 0-1 0 0,-1 0 1 0 0,0 0-1 0 0,1 0 1 0 0,-1 0-1 0 0,0 1 1 0 0,1-1-1 0 0,-1 0 1 0 0,0 0-1 0 0,0 1 1 0 0,1-1-1 0 0,-1 0 1 0 0,0 0-1 0 0,0 1 1 0 0,0-1-1 0 0,1 0 0 0 0,-1 1 1 0 0,0-1-1 0 0,0 0 1 0 0,0 0-1 0 0,0 1 1 0 0,1-1-1 0 0,-1 0 1 0 0,0 1-1 0 0,8 22 73 0 0,2 26 44 0 0,-3-1-1 0 0,2 98 1 0 0,-6-83 16 0 0,20 824 945 0 0,10 172-1000 0 0,-24-932-291 0 0,2 4-353 0 0,-12 231 0 0 0,1-355 606 0 0,-1 3 171 0 0,0 1-1 0 0,0-1 1 0 0,-1 0 0 0 0,0-1-1 0 0,-1 1 1 0 0,-5 13 0 0 0,8-22-193 0 0,0-1 1 0 0,0 0-1 0 0,0 0 1 0 0,0 0 0 0 0,0 0-1 0 0,0 1 1 0 0,0-1 0 0 0,0 0-1 0 0,0 0 1 0 0,0 0 0 0 0,0 0-1 0 0,0 1 1 0 0,-1-1 0 0 0,1 0-1 0 0,0 0 1 0 0,0 0 0 0 0,0 0-1 0 0,0 0 1 0 0,0 0 0 0 0,0 1-1 0 0,0-1 1 0 0,-1 0-1 0 0,1 0 1 0 0,0 0 0 0 0,0 0-1 0 0,0 0 1 0 0,0 0 0 0 0,-1 0-1 0 0,1 0 1 0 0,0 0 0 0 0,0 0-1 0 0,0 0 1 0 0,0 0 0 0 0,-1 0-1 0 0,1 0 1 0 0,0 0 0 0 0,0 0-1 0 0,0 0 1 0 0,0 0 0 0 0,-1 0-1 0 0,1 0 1 0 0,0 0-1 0 0,0 0 1 0 0,0 0 0 0 0,0 0-1 0 0,-1 0 1 0 0,1 0 0 0 0,0 0-1 0 0,0 0 1 0 0,0 0 0 0 0,0 0-1 0 0,0-1 1 0 0,-1 1 0 0 0,1 0-1 0 0,-6-14 471 0 0,-1-20-332 0 0,-10-260-873 0 0,12 140 150 0 0,-53-1136-1260 0 0,56 1258 1825 0 0,-8-442 10 0 0,13 361 69 0 0,5 0 0 0 0,28-132 0 0 0,-35 236-130 0 0,18-70-414 0 0,-16 70 248 0 0,0 1-1 0 0,0 0 1 0 0,1 0-1 0 0,0 0 1 0 0,0 0 0 0 0,10-13-1 0 0,-13 21 175 0 0,-1 0 0 0 0,0-1 0 0 0,0 1 0 0 0,0 0 0 0 0,0-1 1 0 0,1 1-1 0 0,-1 0 0 0 0,0-1 0 0 0,0 1 0 0 0,1 0 0 0 0,-1 0 0 0 0,0-1 0 0 0,1 1 0 0 0,-1 0 0 0 0,0 0 0 0 0,1 0 0 0 0,-1-1 0 0 0,0 1 0 0 0,1 0 0 0 0,-1 0 0 0 0,0 0 0 0 0,1 0 1 0 0,-1 0-1 0 0,0 0 0 0 0,1 0 0 0 0,-1 0 0 0 0,1 0 0 0 0,-1 0 0 0 0,0 0 0 0 0,1 0 0 0 0,-1 0 0 0 0,0 0 0 0 0,1 0 0 0 0,-1 0 0 0 0,1 0 0 0 0,-1 1 0 0 0,7 14-830 0 0,-4 25 128 0 0,-3-37 662 0 0,-11 355-227 0 0,-1-87 806 0 0,68 1121 7364 0 0,-1-1038-6787 0 0,0-122-3436 0 0,-49-198-236 0 0,-10-26 137 0 0,-10-18 1022 0 0,7-1 1484 0 0,-1 0 0 0 0,2 0 1 0 0,-1 0-1 0 0,2-1 0 0 0,-1 0 1 0 0,2-1-1 0 0,-7-23 0 0 0,3 0 136 0 0,-5-57-1 0 0,11 64-5 0 0,1 0 1 0 0,2 0-1 0 0,7-50 0 0 0,26-84-783 0 0,0 4-767 0 0,-31 138 1376 0 0</inkml:trace>
</inkml:ink>
</file>

<file path=ppt/ink/ink1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0:03.564"/>
    </inkml:context>
    <inkml:brush xml:id="br0">
      <inkml:brushProperty name="width" value="0.1" units="cm"/>
      <inkml:brushProperty name="height" value="0.1" units="cm"/>
      <inkml:brushProperty name="color" value="#004F8B"/>
    </inkml:brush>
  </inkml:definitions>
  <inkml:trace contextRef="#ctx0" brushRef="#br0">161 2705 3225 0 0,'4'-74'1789'0'0,"20"-114"0"0"0,-14 124-931 0 0,-2 0 1 0 0,0-102-1 0 0,-8 163-726 0 0,0 0 1 0 0,-1 1-1 0 0,1-1 0 0 0,0 0 1 0 0,-1 0-1 0 0,0 1 0 0 0,0-1 1 0 0,-1-4-1 0 0,1 7-89 0 0,1-1-1 0 0,0 1 1 0 0,0 0 0 0 0,0 0 0 0 0,0 0-1 0 0,0-1 1 0 0,-1 1 0 0 0,1 0 0 0 0,0 0-1 0 0,0 0 1 0 0,-1 0 0 0 0,1-1-1 0 0,0 1 1 0 0,0 0 0 0 0,0 0 0 0 0,-1 0-1 0 0,1 0 1 0 0,0 0 0 0 0,-1 0-1 0 0,1 0 1 0 0,0 0 0 0 0,0 0 0 0 0,-1 0-1 0 0,1 0 1 0 0,0 0 0 0 0,0 0-1 0 0,-1 0 1 0 0,1 0 0 0 0,0 0 0 0 0,0 0-1 0 0,-1 0 1 0 0,1 0 0 0 0,-13 13 1264 0 0,6-1-946 0 0,1 1 1 0 0,0 0 0 0 0,1 0 0 0 0,0 0 0 0 0,1 1 0 0 0,-4 22 0 0 0,-8 92-267 0 0,12-85-107 0 0,-23 439-34 0 0,9-107 452 0 0,-30-2 2369 0 0,43-342-2243 0 0,0-5 267 0 0,0-1 0 0 0,-14 38 0 0 0,19-102-567 0 0,15-551-1824 0 0,15-229-595 0 0,-27 791 1946 0 0,6-58-413 0 0,-8 78 583 0 0,1 0 1 0 0,0 1-1 0 0,0-1 1 0 0,1 0-1 0 0,0 1 1 0 0,0 0-1 0 0,1-1 0 0 0,4-5 1 0 0,-8 12 78 0 0,1 1 1 0 0,-1-1-1 0 0,0 1 1 0 0,0-1-1 0 0,1 1 0 0 0,-1-1 1 0 0,0 1-1 0 0,1 0 1 0 0,-1-1-1 0 0,1 1 0 0 0,-1 0 1 0 0,1-1-1 0 0,-1 1 1 0 0,0 0-1 0 0,1 0 0 0 0,-1-1 1 0 0,1 1-1 0 0,-1 0 1 0 0,1 0-1 0 0,-1 0 0 0 0,1 0 1 0 0,0-1-1 0 0,-1 1 1 0 0,1 0-1 0 0,-1 0 0 0 0,1 0 1 0 0,-1 0-1 0 0,1 0 1 0 0,-1 1-1 0 0,1-1 0 0 0,-1 0 1 0 0,1 0-1 0 0,-1 0 1 0 0,1 0-1 0 0,-1 0 0 0 0,1 1 1 0 0,15 18 155 0 0,4 31 4 0 0,0 35 184 0 0,-4 0 1 0 0,9 149 0 0 0,-19-168-235 0 0,26 375 936 0 0,-21-278-418 0 0,-10-143-514 0 0,-1-7-24 0 0,1 0-1 0 0,0 0 1 0 0,0 0-1 0 0,2 0 1 0 0,0-1-1 0 0,0 1 1 0 0,8 18 0 0 0,-11-31-100 0 0,0 0 1 0 0,0 1 0 0 0,0-1-1 0 0,1 1 1 0 0,-1-1 0 0 0,0 0 0 0 0,0 1-1 0 0,0-1 1 0 0,1 0 0 0 0,-1 1 0 0 0,0-1-1 0 0,0 0 1 0 0,1 1 0 0 0,-1-1-1 0 0,0 0 1 0 0,0 0 0 0 0,1 1 0 0 0,-1-1-1 0 0,0 0 1 0 0,1 0 0 0 0,-1 0 0 0 0,1 1-1 0 0,-1-1 1 0 0,0 0 0 0 0,1 0-1 0 0,-1 0 1 0 0,0 0 0 0 0,1 0 0 0 0,-1 0-1 0 0,1 0 1 0 0,-1 0 0 0 0,0 0 0 0 0,1 0-1 0 0,-1 0 1 0 0,1 0 0 0 0,-1 0-1 0 0,1 0 1 0 0,10-14-158 0 0,3-25-307 0 0,3-38-377 0 0,-4-2 1 0 0,4-81-1 0 0,-9 74 328 0 0,18-332-1766 0 0,-19 274 1797 0 0,-6 111 353 0 0,-1 10 122 0 0,1 1-1 0 0,0-1 1 0 0,2 1 0 0 0,1 0 0 0 0,1 0-1 0 0,12-36 1 0 0,-17 57 9 0 0,0 0 0 0 0,0 0 0 0 0,1 1 0 0 0,-1-1 0 0 0,0 0 0 0 0,0 1 0 0 0,1-1 0 0 0,-1 0 0 0 0,0 1 0 0 0,1-1 0 0 0,-1 0 0 0 0,1 1 0 0 0,-1-1 0 0 0,0 1 0 0 0,1-1 1 0 0,-1 1-1 0 0,1-1 0 0 0,0 1 0 0 0,-1-1 0 0 0,1 1 0 0 0,-1-1 0 0 0,1 1 0 0 0,0 0 0 0 0,-1-1 0 0 0,1 1 0 0 0,0 0 0 0 0,-1 0 0 0 0,1 0 0 0 0,0-1 0 0 0,0 1 0 0 0,0 0 0 0 0,0 1 5 0 0,0 0 0 0 0,0 0-1 0 0,0 0 1 0 0,0 0 0 0 0,0 0 0 0 0,0 0 0 0 0,-1 0 0 0 0,1 0 0 0 0,0 0-1 0 0,-1 0 1 0 0,1 1 0 0 0,-1-1 0 0 0,1 0 0 0 0,-1 0 0 0 0,1 2-1 0 0,10 53 244 0 0,3 115 302 0 0,-8 197 0 0 0,-47 171 181 0 0,-2-224 1956 0 0,67-437-3198 0 0,23-254-1767 0 0,-9 66 1355 0 0,-19 201 654 0 0,-15 96 255 0 0,-1 1-1 0 0,1-1 1 0 0,1 1 0 0 0,0 0 0 0 0,1 1 0 0 0,11-17 0 0 0,-16 26 11 0 0,0 0 0 0 0,0 1-1 0 0,0-1 1 0 0,0 0-1 0 0,1 1 1 0 0,-1-1 0 0 0,1 1-1 0 0,-1 0 1 0 0,1-1 0 0 0,-1 1-1 0 0,1 0 1 0 0,0 0 0 0 0,0 0-1 0 0,0 0 1 0 0,-1 0-1 0 0,1 0 1 0 0,0 1 0 0 0,0-1-1 0 0,0 1 1 0 0,0-1 0 0 0,4 1-1 0 0,-4 0 37 0 0,0 0 0 0 0,0 1 0 0 0,0 0 1 0 0,0 0-1 0 0,0 0 0 0 0,0-1 0 0 0,0 2 0 0 0,0-1 0 0 0,0 0 0 0 0,0 0 0 0 0,-1 1 0 0 0,1-1 0 0 0,0 1 1 0 0,-1-1-1 0 0,1 1 0 0 0,1 3 0 0 0,5 6 188 0 0,-1 1 1 0 0,-1 0-1 0 0,0 0 1 0 0,0 1-1 0 0,3 13 1 0 0,12 42 195 0 0,-4 1 0 0 0,14 110 1 0 0,-4 145 100 0 0,-23-259-373 0 0,-3-52-86 0 0,-2-9-23 0 0,1 0-1 0 0,0 0 0 0 0,0 0 1 0 0,1 0-1 0 0,0 0 0 0 0,-1 0 1 0 0,1 0-1 0 0,0 0 0 0 0,1 0 1 0 0,2 6-1 0 0,-2-14-68 0 0,1 0 0 0 0,-1 0-1 0 0,0 0 1 0 0,0 0-1 0 0,0-1 1 0 0,-1 1 0 0 0,2-8-1 0 0,10-52-943 0 0,-4-2-1 0 0,3-126 1 0 0,-9 130 733 0 0,-1-73 50 0 0,-3 75 458 0 0,3 0 0 0 0,2 1 0 0 0,18-90-1 0 0,-20 141-83 0 0,1 0-1 0 0,-1 0 0 0 0,1 0 1 0 0,9-14-1 0 0,-12 21-167 0 0,0 1 1 0 0,1-1-1 0 0,-1 0 1 0 0,1 0-1 0 0,-1 0 1 0 0,1 0-1 0 0,-1 0 1 0 0,1 1-1 0 0,0-1 1 0 0,-1 0-1 0 0,1 1 1 0 0,0-1-1 0 0,0 0 1 0 0,-1 1-1 0 0,1-1 1 0 0,0 1-1 0 0,0-1 1 0 0,0 1-1 0 0,0-1 1 0 0,0 1-1 0 0,0 0 1 0 0,0-1-1 0 0,0 1 1 0 0,0 0-1 0 0,0 0 1 0 0,0 0-1 0 0,0 0 1 0 0,0 0-1 0 0,0 0 1 0 0,0 0-1 0 0,0 0 1 0 0,0 0-1 0 0,0 0 1 0 0,0 1-1 0 0,-1-1 1 0 0,1 0-1 0 0,0 1 1 0 0,0-1-1 0 0,0 0 1 0 0,0 1-1 0 0,0-1 1 0 0,0 1-1 0 0,-1 0 1 0 0,1-1-1 0 0,0 1 1 0 0,0 0-1 0 0,-1-1 1 0 0,1 1-1 0 0,0 0 1 0 0,-1 0-1 0 0,1 0 1 0 0,0 1-1 0 0,7 10-1 0 0,0 0-1 0 0,-2 0 1 0 0,1 0 0 0 0,-1 1-1 0 0,-1 0 1 0 0,5 17-1 0 0,18 88 68 0 0,-20-79 48 0 0,48 333 753 0 0,3 8-301 0 0,-57-370-471 0 0,0-1 0 0 0,1 1-1 0 0,0-1 1 0 0,1 0-1 0 0,4 9 1 0 0,-7-17-101 0 0,0 0 0 0 0,-1 0 0 0 0,1 0 0 0 0,0 0 0 0 0,-1 0 0 0 0,1 0 0 0 0,0-1 0 0 0,0 1 0 0 0,0 0 0 0 0,0 0 0 0 0,0-1 0 0 0,0 1 0 0 0,0 0 0 0 0,0-1 0 0 0,0 1 0 0 0,0-1 0 0 0,0 1 0 0 0,0-1 0 0 0,0 0 0 0 0,2 1 0 0 0,-1-1-33 0 0,-1-1-1 0 0,1 1 0 0 0,-1-1 0 0 0,1 1 0 0 0,0-1 0 0 0,-1 1 0 0 0,0-1 0 0 0,1 0 0 0 0,-1 0 0 0 0,1 0 1 0 0,-1 0-1 0 0,0 0 0 0 0,0 0 0 0 0,1 0 0 0 0,-1 0 0 0 0,0-1 0 0 0,0 1 0 0 0,0 0 0 0 0,1-3 0 0 0,5-7-178 0 0,-1-1-1 0 0,0 1 0 0 0,0-1 0 0 0,-1 0 1 0 0,-1 0-1 0 0,4-18 0 0 0,13-80-869 0 0,-17 84 904 0 0,44-608 281 0 0,-43 492 42 0 0,14-448 282 0 0,52-804-8042 0 0,-56 1252 6206 0 0,17-307-4368 0 0,-33 426 7146 0 0,-2 38 1406 0 0,-3 38-138 0 0,-1 752 601 0 0,13-550-1835 0 0,-15 1095 2184 0 0,-3-195-2145 0 0,25-399 179 0 0,-1 303-269 0 0,-38-554-1958 0 0,30-564-167 0 0,-3 0 1 0 0,-9-76-1 0 0,3 42 302 0 0,-19-407-92 0 0,-24-682 1112 0 0,73-940 167 0 0,66 1185-1166 0 0,-84 889 351 0 0,3 1 0 0 0,28-84-1 0 0,-29 113 4 0 0,-9 18 91 0 0,0 0 0 0 0,0 0 0 0 0,0 0 0 0 0,0 0 0 0 0,0-1-1 0 0,1 1 1 0 0,-1 0 0 0 0,0 0 0 0 0,0 0 0 0 0,0 0 0 0 0,0 0 0 0 0,0 0 0 0 0,0 0 0 0 0,0 0-1 0 0,0 0 1 0 0,0 0 0 0 0,1 0 0 0 0,-1 0 0 0 0,0 0 0 0 0,0 0 0 0 0,0 0 0 0 0,0 0-1 0 0,0 0 1 0 0,0 0 0 0 0,0 0 0 0 0,0 0 0 0 0,1 0 0 0 0,-1 0 0 0 0,0 0 0 0 0,0 0 0 0 0,0 0-1 0 0,0 0 1 0 0,0 0 0 0 0,0 0 0 0 0,0 0 0 0 0,0 0 0 0 0,1 0 0 0 0,-1 0 0 0 0,0 0 0 0 0,0 0-1 0 0,0 0 1 0 0,0 0 0 0 0,0 0 0 0 0,0 0 0 0 0,0 1 0 0 0,0-1 0 0 0,0 0 0 0 0,0 0-1 0 0,0 0 1 0 0,0 0 0 0 0,1 0 0 0 0,-1 0 0 0 0,0 0 0 0 0,0 0 0 0 0,0 0 0 0 0,0 1 0 0 0,0-1-1 0 0,0 0 1 0 0,0 0 0 0 0,0 0 0 0 0,0 0 0 0 0,0 0 0 0 0,0 35 388 0 0,-29 710 1126 0 0,28-670-1559 0 0,39 1108-662 0 0,-21 238 1755 0 0,-33-1272-2042 0 0,26-521-2915 0 0,-18-189 2258 0 0,1 167 940 0 0,-2-64 551 0 0,0-97 824 0 0,26 3 1122 0 0,-5 425-1007 0 0,5 0-1 0 0,37-136 1 0 0,-52 258-761 0 0,-1 0 15 0 0,0-1 1 0 0,1 0-1 0 0,0 1 1 0 0,0-1-1 0 0,0 1 1 0 0,1-1-1 0 0,5-8 1 0 0,-7 14-33 0 0,-1 0 1 0 0,0-1-1 0 0,0 1 0 0 0,0 0 1 0 0,1 0-1 0 0,-1-1 1 0 0,0 1-1 0 0,0 0 0 0 0,1 0 1 0 0,-1 0-1 0 0,0-1 1 0 0,0 1-1 0 0,1 0 0 0 0,-1 0 1 0 0,0 0-1 0 0,1 0 0 0 0,-1 0 1 0 0,0 0-1 0 0,1-1 1 0 0,-1 1-1 0 0,0 0 0 0 0,1 0 1 0 0,-1 0-1 0 0,0 0 1 0 0,1 0-1 0 0,-1 0 0 0 0,0 0 1 0 0,1 0-1 0 0,-1 1 1 0 0,0-1-1 0 0,1 0 0 0 0,-1 0 1 0 0,0 0-1 0 0,0 0 1 0 0,1 0-1 0 0,-1 0 0 0 0,0 1 1 0 0,1-1-1 0 0,-1 0 0 0 0,0 0 1 0 0,0 0-1 0 0,1 1 1 0 0,-1-1-1 0 0,0 0 0 0 0,0 0 1 0 0,0 1-1 0 0,1-1 1 0 0,-1 0-1 0 0,0 1 0 0 0,0-1 1 0 0,0 0-1 0 0,0 0 1 0 0,0 1-1 0 0,0-1 0 0 0,1 0 1 0 0,-1 1-1 0 0,0-1 1 0 0,0 0-1 0 0,0 1 0 0 0,0-1 1 0 0,0 1-1 0 0,5 23 63 0 0,16 310 24 0 0,-11-147 73 0 0,123 1530 102 0 0,-88-1182-235 0 0,-40-465-16 0 0,0 1 44 0 0,2 0 0 0 0,19 77 0 0 0,-24-143-43 0 0,-2-3-34 0 0,0 1 0 0 0,1 0-1 0 0,-1 0 1 0 0,1-1 0 0 0,0 1-1 0 0,0 0 1 0 0,0-1 0 0 0,0 1-1 0 0,1-1 1 0 0,-1 1 0 0 0,1-1-1 0 0,-1 0 1 0 0,1 0 0 0 0,0 0-1 0 0,0 1 1 0 0,0-2 0 0 0,4 5-1 0 0,-6-6 1 0 0,1-1-1 0 0,0 1 0 0 0,0 0 1 0 0,0 0-1 0 0,-1 0 1 0 0,1 0-1 0 0,0 0 0 0 0,0-1 1 0 0,0 1-1 0 0,-1 0 0 0 0,1-1 1 0 0,0 1-1 0 0,-1-1 1 0 0,1 1-1 0 0,0-1 0 0 0,-1 1 1 0 0,1-1-1 0 0,0 1 0 0 0,-1-1 1 0 0,1 1-1 0 0,-1-1 0 0 0,1 0 1 0 0,-1 1-1 0 0,0-1 1 0 0,1 0-1 0 0,-1 0 0 0 0,0 1 1 0 0,1-1-1 0 0,-1 0 0 0 0,0 0 1 0 0,0 1-1 0 0,1-3 1 0 0,7-28-207 0 0,-8 31 223 0 0,12-95-151 0 0,-3 1-1 0 0,-6-114 0 0 0,-2 150 113 0 0,-26-804-167 0 0,-34 1-1260 0 0,21 352 461 0 0,29 407 756 0 0,-3-62 914 0 0,14 149 378 0 0,2 25-212 0 0,5 29-71 0 0,5 59-287 0 0,4 128 0 0 0,-16 103-311 0 0,-2-305-118 0 0,-55 1412 337 0 0,30-974-386 0 0,23-355-132 0 0,-4 43 233 0 0,3-139-283 0 0,0-24-59 0 0,0-24-158 0 0,23-510-4316 0 0,35 1 2576 0 0,-41 429 1741 0 0,-6 40 235 0 0,60-461-269 0 0,-40 376 1469 0 0,61-203 0 0 0,-83 347-848 0 0,23-66 729 0 0,-26 76-727 0 0,1-1-1 0 0,1 1 1 0 0,0 0-1 0 0,0 0 1 0 0,0 0-1 0 0,1 1 1 0 0,7-8 0 0 0,-12 14-149 0 0,-1 0 0 0 0,1 0 0 0 0,0 0 0 0 0,0 0 1 0 0,-1 0-1 0 0,1 1 0 0 0,0-1 0 0 0,0 0 0 0 0,0 0 1 0 0,0 1-1 0 0,0-1 0 0 0,0 1 0 0 0,0-1 1 0 0,0 1-1 0 0,1-1 0 0 0,-1 1 0 0 0,0-1 0 0 0,0 1 1 0 0,0 0-1 0 0,0 0 0 0 0,1 0 0 0 0,-1 0 0 0 0,0 0 1 0 0,0 0-1 0 0,0 0 0 0 0,1 0 0 0 0,-1 0 1 0 0,0 0-1 0 0,0 1 0 0 0,0-1 0 0 0,0 0 0 0 0,0 1 1 0 0,1-1-1 0 0,-1 1 0 0 0,0-1 0 0 0,0 1 0 0 0,0 0 1 0 0,0-1-1 0 0,0 1 0 0 0,-1 0 0 0 0,1 0 0 0 0,0 0 1 0 0,0 0-1 0 0,0-1 0 0 0,-1 1 0 0 0,1 0 1 0 0,0 0-1 0 0,-1 1 0 0 0,1-1 0 0 0,-1 0 0 0 0,1 1 1 0 0,3 7 71 0 0,-1 0 0 0 0,0 0 1 0 0,-1 0-1 0 0,1 1 0 0 0,0 11 1 0 0,14 373 1156 0 0,-16-254-1089 0 0,0 524 188 0 0,6 257-616 0 0,-6-878-96 0 0,0-15-437 0 0,0 1 1 0 0,2-1-1 0 0,6 30 0 0 0,-7-90-1221 0 0,0 16 1774 0 0,3-346-2370 0 0,-7 206 1989 0 0,-1-170-169 0 0,2-203-1070 0 0,35 5 1221 0 0,5 278 1617 0 0,-30 204-193 0 0,3 1 1 0 0,1 0-1 0 0,33-70 1 0 0,-43 105-600 0 0,0 1-1 0 0,1-1 1 0 0,-1 0 0 0 0,1 1-1 0 0,5-5 1 0 0,-8 9-132 0 0,-1 1-1 0 0,1-1 1 0 0,-1 1-1 0 0,1-1 1 0 0,-1 1-1 0 0,1-1 1 0 0,0 1-1 0 0,-1 0 1 0 0,1-1-1 0 0,-1 1 1 0 0,1 0-1 0 0,0-1 1 0 0,-1 1-1 0 0,1 0 1 0 0,0 0-1 0 0,0 0 1 0 0,-1 0-1 0 0,1 0 1 0 0,0 0-1 0 0,-1 0 1 0 0,1 0 0 0 0,1 0-1 0 0,-1 1 13 0 0,0-1 1 0 0,0 1-1 0 0,0 0 1 0 0,0 0-1 0 0,0-1 1 0 0,-1 1-1 0 0,1 0 1 0 0,0 0-1 0 0,0 0 0 0 0,-1 0 1 0 0,1 0-1 0 0,-1 0 1 0 0,1 0-1 0 0,-1 0 1 0 0,1 1-1 0 0,-1-1 1 0 0,0 0-1 0 0,1 2 0 0 0,9 45 666 0 0,-1 0 1 0 0,2 84-1 0 0,-6-60-463 0 0,24 626 935 0 0,-37 2-988 0 0,5-598-220 0 0,1 8 25 0 0,-1 208 343 0 0,6-240 218 0 0,27 156 0 0 0,-23-216-631 0 0,-7-18 36 0 0,0 0 1 0 0,0 0 0 0 0,0 0-1 0 0,0 0 1 0 0,0 0 0 0 0,0 1 0 0 0,1-1-1 0 0,-1 0 1 0 0,0 0 0 0 0,0 0-1 0 0,0 0 1 0 0,0 0 0 0 0,0 0-1 0 0,1 0 1 0 0,-1 0 0 0 0,0 0 0 0 0,0 0-1 0 0,0 0 1 0 0,0 0 0 0 0,0 0-1 0 0,1 0 1 0 0,-1 0 0 0 0,0 0 0 0 0,0 0-1 0 0,0 0 1 0 0,0 0 0 0 0,0 0-1 0 0,1-1 1 0 0,-1 1 0 0 0,0 0-1 0 0,0 0 1 0 0,0 0 0 0 0,0 0 0 0 0,0 0-1 0 0,0 0 1 0 0,0 0 0 0 0,1 0-1 0 0,-1-1 1 0 0,0 1 0 0 0,0 0-1 0 0,0 0 1 0 0,0 0 0 0 0,0 0 0 0 0,0 0-1 0 0,0 0 1 0 0,0-1 0 0 0,0 1-1 0 0,0 0 1 0 0,0 0 0 0 0,0 0-1 0 0,9-34-680 0 0,9-112-676 0 0,-1-164-1 0 0,-14 218 1070 0 0,7-655-1364 0 0,9-203 2775 0 0,-14 853-246 0 0,5-1 1 0 0,42-183-1 0 0,-50 275-840 0 0,-2 3-13 0 0,1-1 0 0 0,0 1 0 0 0,0 0 0 0 0,0 0 0 0 0,0 0 0 0 0,0 1 0 0 0,0-1-1 0 0,1 0 1 0 0,-1 0 0 0 0,1 1 0 0 0,0-1 0 0 0,0 0 0 0 0,0 1 0 0 0,3-3 0 0 0,-5 5-18 0 0,1 0-1 0 0,-1 0 0 0 0,1 0 1 0 0,-1 0-1 0 0,1 0 0 0 0,-1 0 1 0 0,1 0-1 0 0,-1 1 0 0 0,1-1 1 0 0,-1 0-1 0 0,1 0 0 0 0,-1 0 1 0 0,0 1-1 0 0,1-1 0 0 0,-1 0 1 0 0,1 0-1 0 0,-1 1 0 0 0,0-1 1 0 0,1 1-1 0 0,-1-1 0 0 0,0 0 1 0 0,1 1-1 0 0,-1-1 0 0 0,0 0 1 0 0,0 1-1 0 0,1-1 1 0 0,-1 1-1 0 0,0-1 0 0 0,0 1 1 0 0,0-1-1 0 0,0 1 0 0 0,0-1 1 0 0,1 1-1 0 0,-1 0 0 0 0,5 24-84 0 0,-5-21 78 0 0,10 77 8 0 0,-4 1-1 0 0,-5 87 0 0 0,-1-95 6 0 0,-25 707 126 0 0,0-84 18 0 0,27-531 562 0 0,8-1 0 0 0,60 322-1 0 0,-64-474-1360 0 0,-1-23 141 0 0,1-32-127 0 0,-5 35 552 0 0,25-493-4859 0 0,-21 296 3773 0 0,2-29 261 0 0,25-538 682 0 0,-16 614 1271 0 0,-12 131-444 0 0,1 0 1 0 0,2 1 0 0 0,0 0 0 0 0,12-24-1 0 0,-19 48-569 0 0,1-1 1 0 0,-1 1-1 0 0,1-1 0 0 0,0 1 0 0 0,-1 0 0 0 0,1-1 0 0 0,0 1 0 0 0,0 0 0 0 0,0 0 0 0 0,0 0 0 0 0,0 0 1 0 0,0 0-1 0 0,0 0 0 0 0,2-1 0 0 0,-2 1-15 0 0,-1 1 0 0 0,1 0 0 0 0,-1 0 0 0 0,1 0 0 0 0,-1 0 1 0 0,1 0-1 0 0,-1 0 0 0 0,1 0 0 0 0,-1 0 0 0 0,1 0 0 0 0,-1 0 0 0 0,1 1 0 0 0,-1-1 0 0 0,1 0 1 0 0,-1 0-1 0 0,1 0 0 0 0,-1 0 0 0 0,1 1 0 0 0,-1-1 0 0 0,0 0 0 0 0,1 0 0 0 0,-1 1 1 0 0,1-1-1 0 0,-1 0 0 0 0,0 1 0 0 0,1-1 0 0 0,-1 1 0 0 0,0-1 0 0 0,3 4 38 0 0,-1 0-1 0 0,1 1 1 0 0,-1-1-1 0 0,-1 0 1 0 0,1 1-1 0 0,-1-1 0 0 0,2 9 1 0 0,13 95-388 0 0,-4 0 1 0 0,-4 133-1 0 0,-7-186 295 0 0,-6 545-87 0 0,1 59-76 0 0,11-557 141 0 0,-6-91 137 0 0,1-1 0 0 0,0 1 1 0 0,1 0-1 0 0,0-1 0 0 0,1 0 1 0 0,9 20-1 0 0,-13-30-68 0 0,0 0 0 0 0,0 0-1 0 0,0 0 1 0 0,0 0 0 0 0,0 1 0 0 0,0-1-1 0 0,1 0 1 0 0,-1 0 0 0 0,0 0 0 0 0,0 0-1 0 0,0 0 1 0 0,0 0 0 0 0,0 0 0 0 0,0 0-1 0 0,0 0 1 0 0,0 0 0 0 0,1 0 0 0 0,-1 0-1 0 0,0 0 1 0 0,0 0 0 0 0,0 0 0 0 0,0 0 0 0 0,0 0-1 0 0,0 0 1 0 0,0 0 0 0 0,1 0 0 0 0,-1 0-1 0 0,0 0 1 0 0,0 0 0 0 0,0 0 0 0 0,0 0-1 0 0,0 0 1 0 0,0 0 0 0 0,0 0 0 0 0,0 0-1 0 0,1 0 1 0 0,-1 0 0 0 0,0 0 0 0 0,0 0-1 0 0,0 0 1 0 0,0 0 0 0 0,0 0 0 0 0,0 0-1 0 0,0-1 1 0 0,0 1 0 0 0,0 0 0 0 0,0 0 0 0 0,1 0-1 0 0,-1 0 1 0 0,0 0 0 0 0,0 0 0 0 0,0 0-1 0 0,0 0 1 0 0,0-1 0 0 0,0 1 0 0 0,0 0-1 0 0,0 0 1 0 0,0 0 0 0 0,0 0 0 0 0,0 0-1 0 0,0 0 1 0 0,0-1 0 0 0,4-13-103 0 0,1-15-439 0 0,18-688-1918 0 0,-21 545 1959 0 0,0-42 131 0 0,20-427-416 0 0,-21 627 770 0 0,21-154-123 0 0,-18 148 170 0 0,1 1 0 0 0,0 0 0 0 0,2 0 0 0 0,0 1 1 0 0,1 0-1 0 0,15-25 0 0 0,-22 40-13 0 0,1 0 1 0 0,0 1-1 0 0,-1-1 1 0 0,1 1-1 0 0,0 0 0 0 0,0 0 1 0 0,1 0-1 0 0,-1 0 1 0 0,0 0-1 0 0,1 0 0 0 0,-1 0 1 0 0,1 1-1 0 0,0-1 1 0 0,4-1-1 0 0,-6 3-2 0 0,0 0 0 0 0,0 0-1 0 0,0 0 1 0 0,0 0 0 0 0,0 0 0 0 0,0 0 0 0 0,0 0-1 0 0,0 0 1 0 0,0 0 0 0 0,0 0 0 0 0,0 1-1 0 0,0-1 1 0 0,0 0 0 0 0,-1 1 0 0 0,1-1 0 0 0,0 1-1 0 0,0-1 1 0 0,1 2 0 0 0,0-1 43 0 0,0 1 0 0 0,-1 0 0 0 0,1 0 0 0 0,0 0 0 0 0,-1 0 0 0 0,0 0 0 0 0,0 0 0 0 0,1 1 0 0 0,-1-1 0 0 0,1 3 1 0 0,6 19 492 0 0,-2 0 1 0 0,0 0-1 0 0,5 41 1 0 0,-1 79 191 0 0,-8-102-623 0 0,4 652 255 0 0,-7-183-2422 0 0,2-428 1601 0 0,0 23-197 0 0,28 204-1 0 0,-26-296 760 0 0,11 49 728 0 0,-13-58-799 0 0,1-1 1 0 0,-1 1-1 0 0,1 0 1 0 0,0-1 0 0 0,1 0-1 0 0,-1 1 1 0 0,1-1-1 0 0,0 0 1 0 0,6 7-1 0 0,-9-11-57 0 0,1 0 0 0 0,-1 1 0 0 0,0-1 0 0 0,1 0 0 0 0,-1 0 0 0 0,0 0 0 0 0,1 0 0 0 0,-1 1 0 0 0,1-1 0 0 0,-1 0 0 0 0,0 0-1 0 0,1 0 1 0 0,-1 0 0 0 0,1 0 0 0 0,-1 0 0 0 0,0 0 0 0 0,1 0 0 0 0,-1 0 0 0 0,1 0 0 0 0,-1 0 0 0 0,0-1 0 0 0,1 1-1 0 0,-1 0 1 0 0,1 0 0 0 0,-1 0 0 0 0,0 0 0 0 0,1-1 0 0 0,-1 1 0 0 0,0 0 0 0 0,1 0 0 0 0,-1-1 0 0 0,0 1 0 0 0,0 0-1 0 0,1 0 1 0 0,-1-1 0 0 0,0 1 0 0 0,0 0 0 0 0,1-1 0 0 0,-1 1 0 0 0,0-1 0 0 0,0 1 0 0 0,0 0 0 0 0,0-1 0 0 0,1 1-1 0 0,-1 0 1 0 0,0-1 0 0 0,0 0 0 0 0,7-21-269 0 0,-7 22 266 0 0,8-47-771 0 0,-3 1 0 0 0,-1-1 0 0 0,-3-52 0 0 0,0 14-181 0 0,13-769-1612 0 0,-13 839 2618 0 0,9-192 502 0 0,-7 171-199 0 0,2 0 0 0 0,2 1 1 0 0,19-58-1 0 0,-24 87-149 0 0,1 0 0 0 0,-1 0 1 0 0,2 0-1 0 0,-1 0 0 0 0,1 0 1 0 0,7-8-1 0 0,-11 13-174 0 0,1 0 0 0 0,0 0-1 0 0,-1 0 1 0 0,1 1 0 0 0,0-1 0 0 0,0 0 0 0 0,0 1-1 0 0,0-1 1 0 0,0 1 0 0 0,-1-1 0 0 0,1 1 0 0 0,0-1-1 0 0,0 1 1 0 0,0-1 0 0 0,0 1 0 0 0,0 0 0 0 0,0 0-1 0 0,0 0 1 0 0,1-1 0 0 0,-1 1 0 0 0,0 0-1 0 0,0 0 1 0 0,0 0 0 0 0,0 0 0 0 0,0 1 0 0 0,0-1-1 0 0,0 0 1 0 0,0 0 0 0 0,0 1 0 0 0,0-1 0 0 0,0 1-1 0 0,0-1 1 0 0,0 0 0 0 0,0 1 0 0 0,0 0 0 0 0,-1-1-1 0 0,1 1 1 0 0,0 0 0 0 0,0-1 0 0 0,0 1 0 0 0,-1 0-1 0 0,1 0 1 0 0,0 0 0 0 0,-1-1 0 0 0,1 1-1 0 0,-1 0 1 0 0,1 0 0 0 0,-1 0 0 0 0,1 1 0 0 0,6 13 142 0 0,-1-1-1 0 0,-1 2 1 0 0,0-1 0 0 0,-1 0 0 0 0,0 1 0 0 0,-2 0 0 0 0,3 27 0 0 0,-2-13 167 0 0,31 409 1665 0 0,-24 5-1735 0 0,0 15-198 0 0,-6-315-153 0 0,19 236 996 0 0,-22-368-743 0 0,0-5-1 0 0,-1-1 0 0 0,1 1 0 0 0,1-1 1 0 0,-1 1-1 0 0,4 7 0 0 0,-2-14-273 0 0,1-9-1 0 0,0-10-103 0 0,4-49-1170 0 0,-2-133 0 0 0,-5 115 770 0 0,-1-629-2017 0 0,-2 192 1992 0 0,3 473 612 0 0,6-216 57 0 0,-3 218-25 0 0,2 0-1 0 0,2 0 1 0 0,20-65 0 0 0,-25 105 15 0 0,0 0 0 0 0,0 0 0 0 0,1 1 0 0 0,0-1 0 0 0,1 1 0 0 0,0 0 0 0 0,9-11 0 0 0,-13 17 13 0 0,1 0 1 0 0,-1-1 0 0 0,0 1-1 0 0,1 0 1 0 0,-1 0 0 0 0,0 0-1 0 0,1 0 1 0 0,-1 1 0 0 0,1-1-1 0 0,-1 0 1 0 0,1 1 0 0 0,0-1-1 0 0,-1 1 1 0 0,1-1 0 0 0,0 1-1 0 0,-1 0 1 0 0,1-1 0 0 0,2 1-1 0 0,-2 1 28 0 0,0-1 0 0 0,-1 1 0 0 0,1 0 0 0 0,0 0-1 0 0,0 0 1 0 0,-1 0 0 0 0,1 0 0 0 0,0 0 0 0 0,-1 0-1 0 0,1 0 1 0 0,-1 1 0 0 0,0-1 0 0 0,1 0 0 0 0,-1 1-1 0 0,0-1 1 0 0,0 1 0 0 0,0 0 0 0 0,0-1 0 0 0,0 1-1 0 0,1 2 1 0 0,5 14 343 0 0,-1 0 0 0 0,0 0 0 0 0,-1 1 0 0 0,-1-1 0 0 0,-1 1 0 0 0,1 27 0 0 0,-1-17-206 0 0,28 412 1354 0 0,-25 4-1517 0 0,-6-328-131 0 0,0-2 51 0 0,0 22 49 0 0,17 143-1 0 0,-16-271-8 0 0,-1-5 0 0 0,0 0 0 0 0,1 0 0 0 0,0-1 0 0 0,-1 1 0 0 0,1 0 0 0 0,0-1 0 0 0,1 1 0 0 0,-1-1 0 0 0,3 5 0 0 0,-4-8 3 0 0,1 0-1 0 0,-1 0 1 0 0,0 0 0 0 0,1 0-1 0 0,-1 0 1 0 0,0 0 0 0 0,1 0-1 0 0,-1 0 1 0 0,0 0-1 0 0,1 0 1 0 0,-1 0 0 0 0,0-1-1 0 0,1 1 1 0 0,-1 0-1 0 0,0 0 1 0 0,0 0 0 0 0,1 0-1 0 0,-1-1 1 0 0,0 1-1 0 0,0 0 1 0 0,1 0 0 0 0,-1 0-1 0 0,0-1 1 0 0,0 1-1 0 0,1 0 1 0 0,-1-1 0 0 0,0 1-1 0 0,0 0 1 0 0,0 0-1 0 0,0-1 1 0 0,0 1 0 0 0,0 0-1 0 0,1-1 1 0 0,-1 1 0 0 0,0 0-1 0 0,0-1 1 0 0,0 1-1 0 0,0 0 1 0 0,0-1 0 0 0,0 1-1 0 0,0 0 1 0 0,0-1-1 0 0,0 0 1 0 0,5-18 104 0 0,2-51-453 0 0,-3 1 1 0 0,-7-105 0 0 0,0 82 103 0 0,-6-218 30 0 0,-2-194 169 0 0,28 5 170 0 0,-14 451-107 0 0,2 0 0 0 0,2 1 0 0 0,17-58 0 0 0,-24 103-13 0 0,1-1 0 0 0,0 1 0 0 0,0-1 0 0 0,0 1-1 0 0,0-1 1 0 0,1 1 0 0 0,-1 0 0 0 0,1-1 0 0 0,-1 1 0 0 0,3-2 0 0 0,-3 3-2 0 0,-1 1 1 0 0,0 0 0 0 0,0 0 0 0 0,0 0 0 0 0,1 0-1 0 0,-1 0 1 0 0,0 0 0 0 0,0-1 0 0 0,1 1 0 0 0,-1 0-1 0 0,0 0 1 0 0,0 0 0 0 0,1 0 0 0 0,-1 0 0 0 0,0 0-1 0 0,0 0 1 0 0,1 0 0 0 0,-1 0 0 0 0,0 0 0 0 0,0 0-1 0 0,1 0 1 0 0,-1 1 0 0 0,0-1 0 0 0,0 0 0 0 0,1 0-1 0 0,-1 0 1 0 0,0 0 0 0 0,0 0 0 0 0,1 0 0 0 0,-1 0-1 0 0,0 1 1 0 0,0-1 0 0 0,0 0 0 0 0,1 1 0 0 0,6 17 211 0 0,-2 18 189 0 0,-1 0 1 0 0,-2 0-1 0 0,-4 64 1 0 0,0-35-95 0 0,-36 682 218 0 0,1-65-2198 0 0,25-316 1332 0 0,32-450 982 0 0,44-576-5867 0 0,-43 383 4190 0 0,-11 160 926 0 0,19-197-62 0 0,23 5 227 0 0,-50 301-54 0 0,22-74 214 0 0,-22 76-136 0 0,0 0 1 0 0,1 0-1 0 0,0 1 0 0 0,0-1 0 0 0,1 0 1 0 0,0 1-1 0 0,0 0 0 0 0,0 0 1 0 0,0 0-1 0 0,7-5 0 0 0,-10 9-37 0 0,0 0 0 0 0,0 0-1 0 0,0 1 1 0 0,1-1 0 0 0,-1 0-1 0 0,0 1 1 0 0,1-1 0 0 0,-1 1-1 0 0,1-1 1 0 0,-1 1 0 0 0,0 0-1 0 0,1 0 1 0 0,-1 0 0 0 0,1-1-1 0 0,-1 1 1 0 0,1 0 0 0 0,-1 1 0 0 0,0-1-1 0 0,1 0 1 0 0,-1 0 0 0 0,1 1-1 0 0,-1-1 1 0 0,0 0 0 0 0,1 1-1 0 0,-1 0 1 0 0,0-1 0 0 0,1 1-1 0 0,-1 0 1 0 0,0 0 0 0 0,0-1-1 0 0,0 1 1 0 0,1 0 0 0 0,-1 0-1 0 0,0 0 1 0 0,0 0 0 0 0,-1 1 0 0 0,1-1-1 0 0,0 0 1 0 0,0 0 0 0 0,0 2-1 0 0,4 4 132 0 0,-1 1 1 0 0,0 0-1 0 0,0 0 0 0 0,-1 0 0 0 0,4 12 1 0 0,3 19 173 0 0,-2 1 1 0 0,-2-1 0 0 0,1 44-1 0 0,-4 124-235 0 0,-3-163-128 0 0,-18 387-884 0 0,1-73 400 0 0,17-346 492 0 0,-2 17 62 0 0,2 0-1 0 0,1 0 0 0 0,1 0 0 0 0,1-1 1 0 0,10 42-1 0 0,-1-94-338 0 0,45-251-1770 0 0,-31 133 1715 0 0,16-105 227 0 0,2-13 541 0 0,-28 183 37 0 0,36-98 0 0 0,-49 167-427 0 0,16-38 280 0 0,-18 44-297 0 0,0 0 0 0 0,0 0-1 0 0,0 0 1 0 0,1 0 0 0 0,-1 0 0 0 0,1 0-1 0 0,-1 0 1 0 0,1 0 0 0 0,0 1 0 0 0,0-1-1 0 0,-1 1 1 0 0,1-1 0 0 0,0 1 0 0 0,1 0-1 0 0,-1-1 1 0 0,3 0 0 0 0,-4 2-19 0 0,0 0 1 0 0,0 0-1 0 0,0 0 0 0 0,0 0 1 0 0,0 0-1 0 0,1 0 1 0 0,-1 0-1 0 0,0 0 0 0 0,0 1 1 0 0,0-1-1 0 0,0 0 1 0 0,0 1-1 0 0,0-1 0 0 0,-1 1 1 0 0,1-1-1 0 0,0 1 1 0 0,0-1-1 0 0,0 1 0 0 0,0 0 1 0 0,0-1-1 0 0,-1 1 1 0 0,1 0-1 0 0,0 0 0 0 0,-1 0 1 0 0,1-1-1 0 0,-1 1 1 0 0,1 0-1 0 0,-1 0 0 0 0,2 2 1 0 0,9 31 153 0 0,0 29-45 0 0,-2 0 0 0 0,-4 1 0 0 0,-3 77 0 0 0,-1-77-87 0 0,-7 267-255 0 0,4 118-132 0 0,3-429 340 0 0,-1-11-3 0 0,0 1 0 0 0,1-1 0 0 0,0 1 0 0 0,0 0-1 0 0,1-1 1 0 0,0 0 0 0 0,5 11 0 0 0,-7-20 7 0 0,0 1 0 0 0,0-1 0 0 0,0 0 1 0 0,0 0-1 0 0,0 0 0 0 0,0 0 0 0 0,0 0 0 0 0,0 0 0 0 0,0 0 0 0 0,1 0 0 0 0,-1 0 0 0 0,0 1 0 0 0,0-1 1 0 0,0 0-1 0 0,0 0 0 0 0,0 0 0 0 0,0 0 0 0 0,0 0 0 0 0,0 0 0 0 0,1 0 0 0 0,-1 0 0 0 0,0 0 0 0 0,0 0 1 0 0,0 0-1 0 0,0 0 0 0 0,0 0 0 0 0,0 0 0 0 0,1 0 0 0 0,-1 0 0 0 0,0 0 0 0 0,0 0 0 0 0,0 0 0 0 0,0 0 0 0 0,0 0 1 0 0,0 0-1 0 0,0 0 0 0 0,1 0 0 0 0,-1 0 0 0 0,0 0 0 0 0,0 0 0 0 0,0 0 0 0 0,0 0 0 0 0,0-1 0 0 0,0 1 1 0 0,0 0-1 0 0,0 0 0 0 0,0 0 0 0 0,0 0 0 0 0,1 0 0 0 0,-1 0 0 0 0,0 0 0 0 0,0 0 0 0 0,0-1 0 0 0,0 1 0 0 0,0 0 1 0 0,0 0-1 0 0,0 0 0 0 0,0 0 0 0 0,0 0 0 0 0,0 0 0 0 0,0-1 0 0 0,6-13-412 0 0,2-16-36 0 0,19-119 22 0 0,10-188-1 0 0,-23 185 634 0 0,-4 46-7 0 0,0-16-129 0 0,39-178 0 0 0,-47 290-75 0 0,-1 2-7 0 0,1 1 1 0 0,0 0-1 0 0,0-1 0 0 0,0 1 0 0 0,1 0 0 0 0,0 0 0 0 0,1 1 0 0 0,-1-1 0 0 0,1 0 0 0 0,7-7 0 0 0,-11 13 27 0 0,1 1 0 0 0,-1-1 0 0 0,1 1 1 0 0,0 0-1 0 0,-1-1 0 0 0,1 1 0 0 0,-1-1 0 0 0,1 1 0 0 0,0 0 0 0 0,-1 0 0 0 0,1-1 0 0 0,0 1 0 0 0,-1 0 0 0 0,1 0 0 0 0,0 0 0 0 0,0 0 0 0 0,-1 0 0 0 0,1 0 0 0 0,0 0 0 0 0,-1 0 0 0 0,1 0 0 0 0,0 0 0 0 0,-1 0 1 0 0,1 0-1 0 0,0 1 0 0 0,0-1 0 0 0,-1 0 0 0 0,1 1 0 0 0,-1-1 0 0 0,1 0 0 0 0,0 1 0 0 0,-1-1 0 0 0,1 0 0 0 0,-1 1 0 0 0,1-1 0 0 0,-1 1 0 0 0,1-1 0 0 0,-1 1 0 0 0,1 0 0 0 0,-1-1 0 0 0,1 1 0 0 0,-1-1 0 0 0,1 2 1 0 0,14 32 266 0 0,-7-6 149 0 0,-2 1 0 0 0,-1 0-1 0 0,2 52 1 0 0,-7 93 1014 0 0,-1-137-1333 0 0,-15 260 377 0 0,1 138-494 0 0,15-423 48 0 0,2 41 193 0 0,-2-50-187 0 0,1-1 1 0 0,-1 1-1 0 0,1 0 0 0 0,-1 0 0 0 0,1 0 0 0 0,0-1 1 0 0,0 1-1 0 0,0 0 0 0 0,1-1 0 0 0,-1 1 0 0 0,0-1 0 0 0,1 1 1 0 0,0-1-1 0 0,2 3 0 0 0,-4-5-31 0 0,1 1-1 0 0,0-1 1 0 0,-1 1-1 0 0,1-1 1 0 0,-1 0-1 0 0,1 1 1 0 0,0-1-1 0 0,-1 0 1 0 0,1 0 0 0 0,0 1-1 0 0,-1-1 1 0 0,1 0-1 0 0,0 0 1 0 0,-1 0-1 0 0,1 0 1 0 0,0 0-1 0 0,0 0 1 0 0,-1 0-1 0 0,1 0 1 0 0,0 0-1 0 0,-1 0 1 0 0,1 0 0 0 0,0-1-1 0 0,-1 1 1 0 0,1 0-1 0 0,0 0 1 0 0,-1-1-1 0 0,2 1 1 0 0,15-20-859 0 0,3-25-892 0 0,-8-1 217 0 0,-2 0 0 0 0,-1-1 0 0 0,2-67 0 0 0,-8 70 1277 0 0,1 0 0 0 0,3 0 0 0 0,1 1 0 0 0,17-50 1 0 0,-24 91 217 0 0,-1-1 1 0 0,1 1-1 0 0,0 0 1 0 0,0 0-1 0 0,0 0 1 0 0,0 0-1 0 0,0 1 1 0 0,0-1 0 0 0,1 0-1 0 0,-1 0 1 0 0,0 1-1 0 0,1-1 1 0 0,0 1-1 0 0,-1-1 1 0 0,1 1-1 0 0,0 0 1 0 0,3-2 0 0 0,-5 3 68 0 0,1-1 0 0 0,-1 1 0 0 0,1 0 0 0 0,0 0 0 0 0,-1 0 0 0 0,1 0 0 0 0,-1 0 0 0 0,1 0 0 0 0,0 0 0 0 0,-1 1 1 0 0,1-1-1 0 0,0 0 0 0 0,-1 0 0 0 0,1 0 0 0 0,-1 1 0 0 0,1-1 0 0 0,-1 0 0 0 0,1 1 0 0 0,-1-1 0 0 0,1 0 0 0 0,-1 1 0 0 0,2 0 1 0 0,10 21 1138 0 0,-5 12-1002 0 0,-7-26-673 0 0</inkml:trace>
</inkml:ink>
</file>

<file path=ppt/ink/ink1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0:04.058"/>
    </inkml:context>
    <inkml:brush xml:id="br0">
      <inkml:brushProperty name="width" value="0.1" units="cm"/>
      <inkml:brushProperty name="height" value="0.1" units="cm"/>
      <inkml:brushProperty name="color" value="#004F8B"/>
    </inkml:brush>
  </inkml:definitions>
  <inkml:trace contextRef="#ctx0" brushRef="#br0">1 31 4609 0 0,'0'0'353'0'0,"34"-15"6311"0"0,-27 12-6334 0 0,1 0 0 0 0,-1 1 0 0 0,1 0 0 0 0,0 0-1 0 0,-1 1 1 0 0,1 0 0 0 0,0 0 0 0 0,0 1-1 0 0,11 0 1 0 0,77 13 1806 0 0,-61-7-1530 0 0,32 2 52 0 0,117-2-1 0 0,69-18 26 0 0,-98 3 168 0 0,-103 6-565 0 0,168-2 396 0 0,-171 6-491 0 0,-1 3 0 0 0,74 14-1 0 0,-111-16-143 0 0,13 3 77 0 0,0 0 0 0 0,-1 2 1 0 0,1 1-1 0 0,33 15 1 0 0,-52-20-252 0 0</inkml:trace>
</inkml:ink>
</file>

<file path=ppt/ink/ink1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02.724"/>
    </inkml:context>
    <inkml:brush xml:id="br0">
      <inkml:brushProperty name="width" value="0.1" units="cm"/>
      <inkml:brushProperty name="height" value="0.1" units="cm"/>
      <inkml:brushProperty name="color" value="#004F8B"/>
    </inkml:brush>
  </inkml:definitions>
  <inkml:trace contextRef="#ctx0" brushRef="#br0">5 2087 1376 0 0,'-5'3'4953'0'0,"5"-3"-4856"0"0,7 10 2972 0 0,-6-9-3689 0 0,0 0 741 0 0,0 0 0 0 0,0 0 0 0 0,0-1-1 0 0,0 1 1 0 0,-1-1 0 0 0,1 1 0 0 0,0-1 0 0 0,1 1-1 0 0,-1-1 1 0 0,0 0 0 0 0,0 1 0 0 0,0-1-1 0 0,0 0 1 0 0,0 0 0 0 0,0 0 0 0 0,0 1 0 0 0,0-1-1 0 0,0-1 1 0 0,1 1 0 0 0,-1 0 0 0 0,0 0 0 0 0,0 0-1 0 0,0 0 1 0 0,0-1 0 0 0,0 1 0 0 0,0-1-1 0 0,0 1 1 0 0,0-1 0 0 0,0 1 0 0 0,0-1 0 0 0,1 0-1 0 0,2-1 48 0 0,-1-1 0 0 0,1 1-1 0 0,-1 0 1 0 0,0-1-1 0 0,0 0 1 0 0,4-4 0 0 0,-1-3 12 0 0,0 1 1 0 0,-1-1-1 0 0,0 0 1 0 0,-1 0-1 0 0,0 0 1 0 0,0-1-1 0 0,2-13 1 0 0,10-80 704 0 0,-13 82-671 0 0,34-553 2718 0 0,-26 294-2350 0 0,-3 178-387 0 0,27-141 0 0 0,-21 183-111 0 0,2 2 0 0 0,2-1 0 0 0,43-91 1 0 0,-52 132-36 0 0,0 0 0 0 0,2 1 0 0 0,0 1 0 0 0,0-1 0 0 0,2 2 0 0 0,0 0 0 0 0,1 0 0 0 0,1 1 0 0 0,17-13 1 0 0,-28 26-57 0 0,0-1 1 0 0,0 1-1 0 0,0 0 1 0 0,0 0-1 0 0,1 1 1 0 0,-1-1-1 0 0,0 1 1 0 0,1 0-1 0 0,0 0 1 0 0,-1 0-1 0 0,1 1 1 0 0,-1 0-1 0 0,1 0 1 0 0,6 0-1 0 0,-3 1-20 0 0,0 1 0 0 0,0 0 0 0 0,0 0 0 0 0,0 1 0 0 0,0 0 0 0 0,0 0 0 0 0,10 7 0 0 0,-4-2-14 0 0,-1 1 0 0 0,0 1-1 0 0,0 0 1 0 0,-1 1 0 0 0,0 0-1 0 0,-1 0 1 0 0,17 24-1 0 0,-12-9 27 0 0,-1 0 0 0 0,-1 1 0 0 0,-1 0 0 0 0,13 43 0 0 0,23 119 249 0 0,-35-130-173 0 0,52 152 207 0 0,-26-91-119 0 0,59 171-275 0 0,-93-274 161 0 0,1 0 0 0 0,11 20 0 0 0,-15-33-30 0 0,-1 0 0 0 0,1 0 0 0 0,0 0 0 0 0,0 0 0 0 0,0 0 1 0 0,0-1-1 0 0,1 0 0 0 0,-1 1 0 0 0,1-1 0 0 0,0-1 0 0 0,0 1 0 0 0,0 0 0 0 0,0-1 0 0 0,5 2 1 0 0,-7-3 3 0 0,0-1 1 0 0,0 0-1 0 0,0 0 1 0 0,-1 0-1 0 0,1 0 1 0 0,0 0 0 0 0,0-1-1 0 0,0 1 1 0 0,0 0-1 0 0,-1-1 1 0 0,1 1-1 0 0,0-1 1 0 0,0 0 0 0 0,-1 0-1 0 0,1 0 1 0 0,0 1-1 0 0,-1-2 1 0 0,1 1 0 0 0,-1 0-1 0 0,1 0 1 0 0,-1 0-1 0 0,0-1 1 0 0,1 1-1 0 0,1-3 1 0 0,30-45 366 0 0,-26 38-311 0 0,13-21 157 0 0,32-37 0 0 0,-44 60-176 0 0,1-1 1 0 0,0 1-1 0 0,1 0 1 0 0,0 1-1 0 0,0 0 1 0 0,1 0-1 0 0,16-8 1 0 0,-21 13-42 0 0,0 1 0 0 0,0-1 0 0 0,0 2-1 0 0,0-1 1 0 0,0 0 0 0 0,0 1 0 0 0,0 0 0 0 0,1 1 0 0 0,-1-1 0 0 0,0 1 0 0 0,1 1 0 0 0,-1-1 0 0 0,0 1-1 0 0,0 0 1 0 0,1 0 0 0 0,-1 1 0 0 0,0 0 0 0 0,0 0 0 0 0,10 5 0 0 0,-8-2 6 0 0,0 0 0 0 0,-1 0 1 0 0,0 1-1 0 0,0 0 0 0 0,0 0 1 0 0,-1 0-1 0 0,0 1 0 0 0,0 0 0 0 0,-1 0 1 0 0,0 1-1 0 0,0 0 0 0 0,-1-1 1 0 0,5 11-1 0 0,69 203-565 0 0,-73-207 536 0 0,1 0-1 0 0,0-1 0 0 0,1 0 1 0 0,1 0-1 0 0,0-1 0 0 0,1 0 1 0 0,0 0-1 0 0,1-1 0 0 0,0 0 1 0 0,0-1-1 0 0,15 11 0 0 0,-8-8-31 0 0,0 0 0 0 0,1-1-1 0 0,1-1 1 0 0,0-1 0 0 0,0-1-1 0 0,1 0 1 0 0,22 6 0 0 0,-23-10 48 0 0,-1 0 0 0 0,1-1 0 0 0,0-1 0 0 0,0-1 0 0 0,0-1 0 0 0,1-1 0 0 0,-1 0 0 0 0,20-3 0 0 0,-31 2 19 0 0,1-1 0 0 0,-1 0 0 0 0,0-1 0 0 0,1 1 1 0 0,-1-2-1 0 0,0 1 0 0 0,0-1 0 0 0,-1 0 0 0 0,1-1 0 0 0,-1 1 0 0 0,0-2 0 0 0,0 1 0 0 0,-1-1 0 0 0,0 0 0 0 0,0 0 0 0 0,0-1 1 0 0,0 1-1 0 0,-1-1 0 0 0,8-15 0 0 0,5-16 11 0 0,-1-1 0 0 0,-2 0 0 0 0,-1-1 1 0 0,-3-1-1 0 0,12-75 0 0 0,3-215 248 0 0,-3 25-145 0 0,-22 297-131 0 0,42-251 98 0 0,-32 209-56 0 0,3 0 0 0 0,39-96 0 0 0,-37 109-89 0 0,19-39 249 0 0,-31 70-204 0 0,-1 1 1 0 0,1 0 0 0 0,1 0-1 0 0,-1 0 1 0 0,1 0 0 0 0,0 1-1 0 0,0 0 1 0 0,11-8 0 0 0,-14 12-6 0 0,0-1 1 0 0,1 1 0 0 0,-1 0 0 0 0,1 0 0 0 0,-1 0 0 0 0,1 1 0 0 0,0-1 0 0 0,-1 1-1 0 0,1-1 1 0 0,0 1 0 0 0,-1 0 0 0 0,1 0 0 0 0,0 0 0 0 0,-1 0 0 0 0,1 1-1 0 0,0-1 1 0 0,-1 1 0 0 0,1-1 0 0 0,0 1 0 0 0,-1 0 0 0 0,1 0 0 0 0,-1 0 0 0 0,1 0-1 0 0,-1 1 1 0 0,0-1 0 0 0,0 1 0 0 0,1-1 0 0 0,-1 1 0 0 0,0 0 0 0 0,0 0-1 0 0,-1 0 1 0 0,3 2 0 0 0,4 5-11 0 0,0 0 1 0 0,-1 1-1 0 0,0 0 0 0 0,-1 0 1 0 0,9 20-1 0 0,7 21 5 0 0,-4 0 0 0 0,22 93 0 0 0,1 111-24 0 0,-28-179 36 0 0,4-2 0 0 0,51 143 0 0 0,-56-185 0 0 0,1-1 0 0 0,2-1 0 0 0,1-1 0 0 0,24 34 0 0 0,-38-61 4 0 0,-1 0 1 0 0,1 0-1 0 0,0 0 0 0 0,0 0 1 0 0,0-1-1 0 0,0 1 1 0 0,1-1-1 0 0,-1 0 1 0 0,0 1-1 0 0,1-1 0 0 0,-1 0 1 0 0,1 0-1 0 0,-1 0 1 0 0,1-1-1 0 0,-1 1 0 0 0,1-1 1 0 0,-1 1-1 0 0,1-1 1 0 0,0 0-1 0 0,-1 0 0 0 0,1 0 1 0 0,0 0-1 0 0,-1 0 1 0 0,1-1-1 0 0,-1 1 0 0 0,1-1 1 0 0,0 0-1 0 0,-1 0 1 0 0,1 0-1 0 0,-1 0 0 0 0,3-2 1 0 0,11-4 33 0 0,-1-2 0 0 0,-1 0 0 0 0,24-18 0 0 0,-24 16-44 0 0,51-42-88 0 0,-46 35 64 0 0,1 2 0 0 0,40-26 0 0 0,-53 38 26 0 0,0 0-1 0 0,1 1 1 0 0,0 0-1 0 0,-1 0 1 0 0,1 0-1 0 0,0 1 1 0 0,0 1-1 0 0,0-1 1 0 0,1 1-1 0 0,-1 1 0 0 0,0-1 1 0 0,0 1-1 0 0,9 2 1 0 0,-9-1 13 0 0,-1 0 0 0 0,0 0-1 0 0,1 1 1 0 0,-1 0 0 0 0,0 1 0 0 0,0 0 0 0 0,0 0 0 0 0,0 0 0 0 0,-1 1-1 0 0,1 0 1 0 0,-1 0 0 0 0,0 0 0 0 0,10 11 0 0 0,-7-6-29 0 0,-1 1 0 0 0,-1 1 0 0 0,0 0 0 0 0,0 0 0 0 0,-1 0 0 0 0,-1 0 0 0 0,7 18 0 0 0,18 58 683 0 0,-18-48-869 0 0,3 0-1 0 0,22 45 1 0 0,-27-68 216 0 0,0-1 0 0 0,1-1-1 0 0,0 0 1 0 0,1-1 0 0 0,0 0 0 0 0,1 0 0 0 0,1-2 0 0 0,0 1 0 0 0,30 16 0 0 0,-35-23 1 0 0,1-1 1 0 0,1 0-1 0 0,-1-1 1 0 0,0 0 0 0 0,1 0-1 0 0,0-2 1 0 0,-1 1-1 0 0,1-1 1 0 0,0-1 0 0 0,0 1-1 0 0,0-2 1 0 0,0 0-1 0 0,-1 0 1 0 0,1-1 0 0 0,0 0-1 0 0,16-7 1 0 0,-13 4 22 0 0,0 0-1 0 0,-1-2 1 0 0,0 0 0 0 0,0 0 0 0 0,0-1 0 0 0,-1-1-1 0 0,0 0 1 0 0,-1 0 0 0 0,0-1 0 0 0,-1-1 0 0 0,17-20-1 0 0,-20 20-43 0 0,0 0-1 0 0,-1-1 0 0 0,0 0 0 0 0,-1 0 0 0 0,-1 0 0 0 0,1 0 0 0 0,-2-1 1 0 0,0 0-1 0 0,2-20 0 0 0,-1-13-35 0 0,-2-65 1 0 0,-2 14 23 0 0,12-58 87 0 0,2-56 38 0 0,-11 89 205 0 0,27-183 0 0 0,-28 294-338 0 0,0 1 0 0 0,0-1 0 0 0,1 1 1 0 0,1 0-1 0 0,-1 0 0 0 0,2 1 0 0 0,-1-1 0 0 0,7-9 0 0 0,-8 15 15 0 0,0 0 0 0 0,1 1 0 0 0,-1-1 0 0 0,1 1 0 0 0,0-1-1 0 0,0 1 1 0 0,0 0 0 0 0,0 1 0 0 0,0-1 0 0 0,1 1 0 0 0,-1 0 0 0 0,1 0 0 0 0,0 0 0 0 0,-1 0-1 0 0,1 1 1 0 0,0 0 0 0 0,0 0 0 0 0,10 0 0 0 0,-8 0-3 0 0,0 0-1 0 0,0 0 1 0 0,1 1 0 0 0,-1 0 0 0 0,0 1-1 0 0,0 0 1 0 0,1 0 0 0 0,-1 0 0 0 0,0 1-1 0 0,0 0 1 0 0,0 1 0 0 0,-1-1-1 0 0,1 1 1 0 0,-1 1 0 0 0,1-1 0 0 0,-1 1-1 0 0,0 0 1 0 0,0 0 0 0 0,0 1 0 0 0,-1 0-1 0 0,0 0 1 0 0,0 0 0 0 0,0 1 0 0 0,-1-1-1 0 0,1 1 1 0 0,-1 0 0 0 0,-1 1-1 0 0,1-1 1 0 0,4 13 0 0 0,12 31-39 0 0,27 105 0 0 0,-5 56-169 0 0,17 65 46 0 0,-55-263 181 0 0,2 9 22 0 0,14 35-1 0 0,-18-53-18 0 0,0 0 0 0 0,0 0 0 0 0,0 0-1 0 0,0 0 1 0 0,1 0 0 0 0,-1 0 0 0 0,1-1 0 0 0,0 1 0 0 0,0-1 0 0 0,1 0 0 0 0,-1 0 0 0 0,1 0 0 0 0,-1 0 0 0 0,8 4 0 0 0,-7-7 3 0 0,-1 1 1 0 0,1-1-1 0 0,-1 1 0 0 0,1-1 1 0 0,-1 0-1 0 0,0-1 0 0 0,1 1 1 0 0,-1 0-1 0 0,1-1 0 0 0,-1 0 1 0 0,0 0-1 0 0,1 0 0 0 0,-1 0 0 0 0,0-1 1 0 0,5-2-1 0 0,49-30 110 0 0,-48 29-112 0 0,68-53 26 0 0,-60 43-27 0 0,1 1-1 0 0,0 1 1 0 0,1 0-1 0 0,0 2 1 0 0,1 0-1 0 0,39-15 1 0 0,-56 25-5 0 0,0 0 0 0 0,0 0 0 0 0,0 0-1 0 0,0 0 1 0 0,1 1 0 0 0,-1 0 0 0 0,0 0 0 0 0,0 0 0 0 0,0 0 0 0 0,0 0 0 0 0,1 0-1 0 0,-1 1 1 0 0,0 0 0 0 0,0-1 0 0 0,0 1 0 0 0,0 0 0 0 0,0 1 0 0 0,0-1 0 0 0,0 0 0 0 0,-1 1-1 0 0,1 0 1 0 0,0-1 0 0 0,2 3 0 0 0,1 3-2 0 0,0 1 0 0 0,0-1 0 0 0,-1 1 0 0 0,0 0 0 0 0,-1 0 0 0 0,7 15 0 0 0,46 86 81 0 0,21 48 260 0 0,-70-138-301 0 0,1 0-1 0 0,1-1 1 0 0,0 0 0 0 0,2 0 0 0 0,0-1 0 0 0,1-1-1 0 0,0 0 1 0 0,1 0 0 0 0,1-2 0 0 0,1 0-1 0 0,0 0 1 0 0,1-2 0 0 0,23 14 0 0 0,-32-22-32 0 0,1-1 0 0 0,0 0 0 0 0,-1-1 0 0 0,1 0 0 0 0,0-1 0 0 0,0 1 0 0 0,0-2 0 0 0,0 1 1 0 0,0-1-1 0 0,0-1 0 0 0,0 1 0 0 0,16-5 0 0 0,20 1-2182 0 0</inkml:trace>
</inkml:ink>
</file>

<file path=ppt/ink/ink1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04.161"/>
    </inkml:context>
    <inkml:brush xml:id="br0">
      <inkml:brushProperty name="width" value="0.1" units="cm"/>
      <inkml:brushProperty name="height" value="0.1" units="cm"/>
      <inkml:brushProperty name="color" value="#004F8B"/>
    </inkml:brush>
  </inkml:definitions>
  <inkml:trace contextRef="#ctx0" brushRef="#br0">262 73 7370 0 0,'-1'-2'264'0'0,"1"-1"0"0"0,-1 0 0 0 0,0 0 0 0 0,0 0 0 0 0,0 1 1 0 0,0-1-1 0 0,0 0 0 0 0,0 1 0 0 0,-1-1 0 0 0,0 1 0 0 0,1-1 1 0 0,-1 1-1 0 0,0 0 0 0 0,0 0 0 0 0,0 0 0 0 0,0 0 1 0 0,-1 0-1 0 0,-2-2 0 0 0,1 1 26 0 0,0 0 0 0 0,-1 0 1 0 0,1 1-1 0 0,-1 0 0 0 0,1-1 0 0 0,-1 2 1 0 0,0-1-1 0 0,0 0 0 0 0,-8-1 0 0 0,8 3-100 0 0,-1 0-1 0 0,0 0 0 0 0,1 0 1 0 0,-1 1-1 0 0,1-1 0 0 0,-1 1 0 0 0,1 1 1 0 0,-1-1-1 0 0,1 1 0 0 0,0 0 1 0 0,0 0-1 0 0,0 0 0 0 0,0 1 1 0 0,-6 4-1 0 0,4-2-13 0 0,1 0 0 0 0,0 1 1 0 0,0-1-1 0 0,1 1 0 0 0,-1 1 0 0 0,1-1 0 0 0,1 1 0 0 0,-1 0 1 0 0,-3 8-1 0 0,2-3-77 0 0,1 0-1 0 0,1 0 1 0 0,-1 0 0 0 0,2 1 0 0 0,0 0 0 0 0,1-1 0 0 0,0 1 0 0 0,0 0-1 0 0,2 0 1 0 0,0 0 0 0 0,0 0 0 0 0,3 15 0 0 0,0-14-6 0 0,0-1 0 0 0,1 1 0 0 0,0 0 0 0 0,2-1 0 0 0,-1 0 0 0 0,2 0 1 0 0,-1-1-1 0 0,2 0 0 0 0,0 0 0 0 0,0 0 0 0 0,13 12 0 0 0,-14-16-152 0 0,1-1 1 0 0,-1 0-1 0 0,1-1 0 0 0,1 0 1 0 0,-1 0-1 0 0,1-1 0 0 0,0 0 1 0 0,1-1-1 0 0,-1 0 0 0 0,1 0 1 0 0,0-1-1 0 0,0 0 0 0 0,0-1 1 0 0,0 0-1 0 0,0 0 1 0 0,13-1-1 0 0,5-1-1842 0 0,1-1-5149 0 0</inkml:trace>
</inkml:ink>
</file>

<file path=ppt/ink/ink1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04.400"/>
    </inkml:context>
    <inkml:brush xml:id="br0">
      <inkml:brushProperty name="width" value="0.1" units="cm"/>
      <inkml:brushProperty name="height" value="0.1" units="cm"/>
      <inkml:brushProperty name="color" value="#004F8B"/>
    </inkml:brush>
  </inkml:definitions>
  <inkml:trace contextRef="#ctx0" brushRef="#br0">20 18 8754 0 0,'-1'-2'272'0'0,"1"1"1"0"0,0 0 0 0 0,-1-1-1 0 0,1 1 1 0 0,-1 0 0 0 0,0 0-1 0 0,1 0 1 0 0,-1-1 0 0 0,0 1-1 0 0,1 0 1 0 0,-1 0-1 0 0,0 0 1 0 0,0 0 0 0 0,0 0-1 0 0,-6 2 1756 0 0,7 0-1853 0 0,-1-1 1 0 0,1 0-1 0 0,0 1 1 0 0,0-1-1 0 0,-1 1 1 0 0,1-1-1 0 0,0 1 0 0 0,0-1 1 0 0,0 1-1 0 0,0-1 1 0 0,0 1-1 0 0,0-1 1 0 0,0 1-1 0 0,0-1 1 0 0,0 1-1 0 0,0 0 1 0 0,-1 48 3152 0 0,28 125-1370 0 0,-22-155-2031 0 0,1 1 1 0 0,0-1 0 0 0,2 0-1 0 0,0 0 1 0 0,1-1-1 0 0,18 29 1 0 0,14 14-3400 0 0,-27-38-3534 0 0</inkml:trace>
</inkml:ink>
</file>

<file path=ppt/ink/ink1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04.749"/>
    </inkml:context>
    <inkml:brush xml:id="br0">
      <inkml:brushProperty name="width" value="0.1" units="cm"/>
      <inkml:brushProperty name="height" value="0.1" units="cm"/>
      <inkml:brushProperty name="color" value="#004F8B"/>
    </inkml:brush>
  </inkml:definitions>
  <inkml:trace contextRef="#ctx0" brushRef="#br0">0 272 5529 0 0,'1'-2'208'0'0,"0"0"0"0"0,0 0-1 0 0,0 0 1 0 0,0 1 0 0 0,1-1 0 0 0,-1 0-1 0 0,0 0 1 0 0,1 1 0 0 0,-1-1-1 0 0,1 1 1 0 0,0-1 0 0 0,-1 1 0 0 0,1 0-1 0 0,0 0 1 0 0,0-1 0 0 0,0 1 0 0 0,2 0-1 0 0,43-17 3064 0 0,-26 11-1636 0 0,-7 2-871 0 0,-1-1 0 0 0,0 0 1 0 0,-1-1-1 0 0,1-1 0 0 0,-2 0 1 0 0,1 0-1 0 0,15-15 0 0 0,-25 20-753 0 0,1 1-1 0 0,-1-1 0 0 0,0 0 1 0 0,1 0-1 0 0,-1 1 1 0 0,0-2-1 0 0,-1 1 1 0 0,1 0-1 0 0,-1 0 1 0 0,1-1-1 0 0,-1 1 0 0 0,0 0 1 0 0,0-1-1 0 0,0 1 1 0 0,-1-1-1 0 0,1 0 1 0 0,-1 1-1 0 0,0-1 1 0 0,0 1-1 0 0,0-1 0 0 0,-1 0 1 0 0,1 1-1 0 0,-1-1 1 0 0,0 1-1 0 0,0-1 1 0 0,0 1-1 0 0,0 0 1 0 0,0-1-1 0 0,-1 1 1 0 0,0 0-1 0 0,0 0 0 0 0,0 0 1 0 0,0 0-1 0 0,-4-5 1 0 0,4 6-1 0 0,1 0 1 0 0,-1 0 0 0 0,0 0 0 0 0,0 0-1 0 0,0 0 1 0 0,0 0 0 0 0,0 0-1 0 0,0 1 1 0 0,-1-1 0 0 0,1 1 0 0 0,-1-1-1 0 0,1 1 1 0 0,-1 0 0 0 0,1 0-1 0 0,-1 0 1 0 0,0 0 0 0 0,1 1 0 0 0,-1-1-1 0 0,0 1 1 0 0,0 0 0 0 0,0-1-1 0 0,1 1 1 0 0,-1 0 0 0 0,0 1 0 0 0,0-1-1 0 0,0 0 1 0 0,1 1 0 0 0,-1 0-1 0 0,0 0 1 0 0,1-1 0 0 0,-1 2 0 0 0,1-1-1 0 0,-1 0 1 0 0,1 0 0 0 0,-1 1-1 0 0,-3 2 1 0 0,3-1 2 0 0,0-1-1 0 0,1 1 0 0 0,-1-1 1 0 0,0 1-1 0 0,1 0 0 0 0,0 0 1 0 0,0 0-1 0 0,0 1 1 0 0,0-1-1 0 0,0 0 0 0 0,1 1 1 0 0,-1-1-1 0 0,1 1 0 0 0,0-1 1 0 0,0 1-1 0 0,0 0 1 0 0,1-1-1 0 0,-1 1 0 0 0,1 0 1 0 0,0 0-1 0 0,0-1 0 0 0,0 1 1 0 0,1 0-1 0 0,-1 0 0 0 0,1-1 1 0 0,0 1-1 0 0,1 4 1 0 0,3 4-276 0 0,0-1 1 0 0,1 1 0 0 0,1-1 0 0 0,0-1 0 0 0,0 1-1 0 0,1-1 1 0 0,0 0 0 0 0,0-1 0 0 0,1 0 0 0 0,17 13-1 0 0,-19-17 21 0 0,1 0-1 0 0,-1 0 1 0 0,1-1 0 0 0,0 0-1 0 0,0 0 1 0 0,1-1-1 0 0,-1 0 1 0 0,1 0 0 0 0,-1-1-1 0 0,1 0 1 0 0,0-1-1 0 0,0 0 1 0 0,0 0 0 0 0,-1-1-1 0 0,18-1 1 0 0,0-3-1797 0 0</inkml:trace>
</inkml:ink>
</file>

<file path=ppt/ink/ink1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05.082"/>
    </inkml:context>
    <inkml:brush xml:id="br0">
      <inkml:brushProperty name="width" value="0.1" units="cm"/>
      <inkml:brushProperty name="height" value="0.1" units="cm"/>
      <inkml:brushProperty name="color" value="#004F8B"/>
    </inkml:brush>
  </inkml:definitions>
  <inkml:trace contextRef="#ctx0" brushRef="#br0">196 50 920 0 0,'0'-1'232'0'0,"1"0"0"0"0,-1-1 0 0 0,1 1 0 0 0,-1-1-1 0 0,0 1 1 0 0,1 0 0 0 0,-1-1 0 0 0,0 1 0 0 0,0-1 0 0 0,0 1 0 0 0,0 0-1 0 0,0-1 1 0 0,0 1 0 0 0,0-1 0 0 0,-1 1 0 0 0,1 0 0 0 0,-1-1-1 0 0,1 1 1 0 0,-1 0 0 0 0,1-1 0 0 0,-1 1 0 0 0,1 0 0 0 0,-1 0 0 0 0,0-1-1 0 0,0 1 1 0 0,0 0 0 0 0,0 0 0 0 0,0 0 0 0 0,0 0 0 0 0,0 0 0 0 0,0 0-1 0 0,0 1 1 0 0,0-1 0 0 0,-1 0 0 0 0,-1 0 0 0 0,0 0 107 0 0,0 0 1 0 0,0 0-1 0 0,0 0 0 0 0,0 0 1 0 0,0 1-1 0 0,0 0 0 0 0,0 0 1 0 0,0 0-1 0 0,-1 0 0 0 0,1 0 1 0 0,0 0-1 0 0,0 1 0 0 0,0 0 1 0 0,0-1-1 0 0,-4 3 0 0 0,-3 1 112 0 0,1 0 0 0 0,-1 1 0 0 0,1 0 0 0 0,0 1 0 0 0,0 0 0 0 0,1 0 0 0 0,0 1 0 0 0,0 0 0 0 0,-8 11 0 0 0,12-15-388 0 0,1 1 0 0 0,1 0 1 0 0,-1 0-1 0 0,0 0 0 0 0,1 0 1 0 0,0 0-1 0 0,0 1 0 0 0,0-1 0 0 0,1 1 1 0 0,-1-1-1 0 0,1 1 0 0 0,0 0 1 0 0,0-1-1 0 0,1 1 0 0 0,-1 0 1 0 0,1 0-1 0 0,0 0 0 0 0,1-1 1 0 0,-1 1-1 0 0,1 0 0 0 0,0 0 0 0 0,2 7 1 0 0,-3-11-108 0 0,1 1-1 0 0,-1-1 1 0 0,1 1 0 0 0,0 0 0 0 0,0-1 0 0 0,-1 1-1 0 0,1-1 1 0 0,0 0 0 0 0,0 1 0 0 0,0-1 0 0 0,0 0-1 0 0,1 0 1 0 0,-1 1 0 0 0,0-1 0 0 0,0 0 0 0 0,1 0-1 0 0,-1 0 1 0 0,1-1 0 0 0,-1 1 0 0 0,1 0 0 0 0,-1 0-1 0 0,1-1 1 0 0,2 1 0 0 0,-1 0-97 0 0,-1-1 0 0 0,1 0-1 0 0,0-1 1 0 0,0 1 0 0 0,-1 0 0 0 0,1-1 0 0 0,0 1-1 0 0,0-1 1 0 0,-1 0 0 0 0,1 0 0 0 0,-1 0-1 0 0,6-3 1 0 0,-1-1-161 0 0,1 0 0 0 0,-1 0 0 0 0,0-1 0 0 0,0 0 0 0 0,0 0 0 0 0,-1-1 0 0 0,9-12 0 0 0,10-31 2 0 0,-20 39 596 0 0,0 0 1 0 0,0 1-1 0 0,10-15 0 0 0,-14 24-240 0 0,-1 1-1 0 0,0-1 1 0 0,1 0-1 0 0,-1 1 1 0 0,1-1-1 0 0,-1 1 1 0 0,1-1-1 0 0,-1 1 1 0 0,1-1-1 0 0,0 1 1 0 0,-1-1-1 0 0,1 1 1 0 0,-1 0-1 0 0,1-1 1 0 0,0 1-1 0 0,-1 0 1 0 0,1 0-1 0 0,0-1 1 0 0,0 1-1 0 0,-1 0 1 0 0,1 0 0 0 0,0 0-1 0 0,0 0 1 0 0,-1 0-1 0 0,1 0 1 0 0,0 0-1 0 0,-1 0 1 0 0,1 0-1 0 0,0 0 1 0 0,0 0-1 0 0,-1 1 1 0 0,1-1-1 0 0,0 0 1 0 0,-1 0-1 0 0,1 1 1 0 0,0-1-1 0 0,-1 0 1 0 0,1 1-1 0 0,0-1 1 0 0,-1 1-1 0 0,1-1 1 0 0,-1 1-1 0 0,1-1 1 0 0,-1 1-1 0 0,1-1 1 0 0,-1 1-1 0 0,0 0 1 0 0,1-1 0 0 0,-1 1-1 0 0,1-1 1 0 0,-1 1-1 0 0,0 0 1 0 0,0 0-1 0 0,1 1 1 0 0,17 44 893 0 0,-16-40-902 0 0,1 2-428 0 0,1 0 0 0 0,-1 0 0 0 0,1-1 0 0 0,0 1 0 0 0,7 8 1 0 0</inkml:trace>
</inkml:ink>
</file>

<file path=ppt/ink/ink1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05.525"/>
    </inkml:context>
    <inkml:brush xml:id="br0">
      <inkml:brushProperty name="width" value="0.1" units="cm"/>
      <inkml:brushProperty name="height" value="0.1" units="cm"/>
      <inkml:brushProperty name="color" value="#004F8B"/>
    </inkml:brush>
  </inkml:definitions>
  <inkml:trace contextRef="#ctx0" brushRef="#br0">1 5 4145 0 0,'0'0'45'0'0,"0"0"1"0"0,0-1-1 0 0,0 1 1 0 0,0 0-1 0 0,0 0 0 0 0,0-1 1 0 0,0 1-1 0 0,0 0 1 0 0,0 0-1 0 0,0-1 0 0 0,0 1 1 0 0,1 0-1 0 0,-1 0 1 0 0,0 0-1 0 0,0-1 1 0 0,0 1-1 0 0,0 0 0 0 0,0 0 1 0 0,1 0-1 0 0,-1-1 1 0 0,0 1-1 0 0,17 7 7498 0 0,-12 1-7181 0 0,0 0 1 0 0,-1 0-1 0 0,-1 0 1 0 0,1 1-1 0 0,-1 0 1 0 0,-1 0-1 0 0,0 0 1 0 0,0 0-1 0 0,1 10 1 0 0,-1-4-191 0 0,1 1 0 0 0,9 25 0 0 0,-11-39-176 0 0,0 0 1 0 0,-1 1-1 0 0,1-2 1 0 0,0 1-1 0 0,0 0 1 0 0,0 0-1 0 0,0 0 0 0 0,1 0 1 0 0,-1-1-1 0 0,0 1 1 0 0,1 0-1 0 0,-1-1 1 0 0,1 1-1 0 0,0-1 1 0 0,-1 0-1 0 0,1 1 1 0 0,0-1-1 0 0,2 1 1 0 0,-3-2-6 0 0,1 0 0 0 0,-1 0 0 0 0,1 0 0 0 0,-1 0 0 0 0,0 0 0 0 0,1 0 0 0 0,-1 0 0 0 0,1 0 0 0 0,-1-1 0 0 0,0 1 0 0 0,1 0 0 0 0,-1-1 0 0 0,0 1 0 0 0,1-1 0 0 0,-1 0 0 0 0,0 1 0 0 0,0-1 0 0 0,0 0 0 0 0,0 0 0 0 0,2-1 0 0 0,6-8-71 0 0,-1 1 0 0 0,0-1-1 0 0,0 0 1 0 0,11-21 0 0 0,-9 14 32 0 0,-4 8 60 0 0,0 0 0 0 0,1 0 0 0 0,0 1-1 0 0,0 0 1 0 0,0 0 0 0 0,11-8 0 0 0,-16 14 78 0 0,1 1 0 0 0,-1-1 1 0 0,1 1-1 0 0,-1 0 0 0 0,1 0 0 0 0,0 0 1 0 0,-1 0-1 0 0,1 0 0 0 0,0 0 1 0 0,0 1-1 0 0,0-1 0 0 0,0 1 0 0 0,-1 0 1 0 0,1 0-1 0 0,0 0 0 0 0,0 0 1 0 0,0 1-1 0 0,0-1 0 0 0,-1 1 0 0 0,1-1 1 0 0,0 1-1 0 0,0 0 0 0 0,-1 0 1 0 0,1 0-1 0 0,-1 1 0 0 0,1-1 0 0 0,-1 1 1 0 0,3 1-1 0 0,13 11 213 0 0,-1 0-1 0 0,-1 0 1 0 0,23 28 0 0 0,-13-14-3014 0 0,-11-13-3651 0 0</inkml:trace>
</inkml:ink>
</file>

<file path=ppt/ink/ink1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06.427"/>
    </inkml:context>
    <inkml:brush xml:id="br0">
      <inkml:brushProperty name="width" value="0.1" units="cm"/>
      <inkml:brushProperty name="height" value="0.1" units="cm"/>
      <inkml:brushProperty name="color" value="#004F8B"/>
    </inkml:brush>
  </inkml:definitions>
  <inkml:trace contextRef="#ctx0" brushRef="#br0">0 5 8754 0 0,'10'-4'5904'0'0,"-8"10"-4948"0"0,48 277 4571 0 0,-12-53-5231 0 0,-32-203-640 0 0,11 59-510 0 0,-12-29-4383 0 0</inkml:trace>
</inkml:ink>
</file>

<file path=ppt/ink/ink1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06.682"/>
    </inkml:context>
    <inkml:brush xml:id="br0">
      <inkml:brushProperty name="width" value="0.1" units="cm"/>
      <inkml:brushProperty name="height" value="0.1" units="cm"/>
      <inkml:brushProperty name="color" value="#004F8B"/>
    </inkml:brush>
  </inkml:definitions>
  <inkml:trace contextRef="#ctx0" brushRef="#br0">1 97 1376 0 0,'3'-5'272'0'0,"0"1"0"0"0,0 0 0 0 0,0 0 0 0 0,1 0 0 0 0,0 1 0 0 0,0-1 0 0 0,0 1 0 0 0,0 0 0 0 0,0 0 0 0 0,1 0 0 0 0,-1 0 0 0 0,7-2 0 0 0,2-2 104 0 0,-3 1 308 0 0,1 0 0 0 0,1 1 0 0 0,-1 0 1 0 0,1 0-1 0 0,0 2 0 0 0,0-1 0 0 0,21-2 1 0 0,-29 6-468 0 0,-1-1 0 0 0,1 1 0 0 0,-1-1 0 0 0,1 1 0 0 0,-1 0 0 0 0,1 0 1 0 0,0 1-1 0 0,-1-1 0 0 0,1 1 0 0 0,-1 0 0 0 0,1 0 0 0 0,-1 0 1 0 0,0 0-1 0 0,1 0 0 0 0,-1 1 0 0 0,0 0 0 0 0,0 0 0 0 0,0-1 0 0 0,0 2 1 0 0,0-1-1 0 0,-1 0 0 0 0,1 1 0 0 0,-1-1 0 0 0,1 1 0 0 0,-1-1 1 0 0,0 1-1 0 0,0 0 0 0 0,0 0 0 0 0,0 0 0 0 0,0 1 0 0 0,1 4 0 0 0,-2-3-122 0 0,0 1-1 0 0,-1-1 0 0 0,1 1 0 0 0,-1-1 0 0 0,0 1 0 0 0,-1-1 0 0 0,0 1 1 0 0,1-1-1 0 0,-2 1 0 0 0,1-1 0 0 0,-1 1 0 0 0,1-1 0 0 0,-1 0 0 0 0,-1 0 1 0 0,1 0-1 0 0,-1 0 0 0 0,0 0 0 0 0,-5 6 0 0 0,-3 3 50 0 0,0 0 1 0 0,0 0-1 0 0,-1-1 0 0 0,-22 17 0 0 0,18-17-197 0 0,-2-1 0 0 0,1 0 0 0 0,-2-1-1 0 0,-27 12 1 0 0,-9-5-6247 0 0</inkml:trace>
</inkml:ink>
</file>

<file path=ppt/ink/ink1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06.998"/>
    </inkml:context>
    <inkml:brush xml:id="br0">
      <inkml:brushProperty name="width" value="0.1" units="cm"/>
      <inkml:brushProperty name="height" value="0.1" units="cm"/>
      <inkml:brushProperty name="color" value="#004F8B"/>
    </inkml:brush>
  </inkml:definitions>
  <inkml:trace contextRef="#ctx0" brushRef="#br0">15 1 5529 0 0,'-14'0'11967'0'0,"20"29"-8352"0"0,-5-22-3947 0 0,10 57 907 0 0,-3 0-1 0 0,0 112 1 0 0,-4-34-2402 0 0,-3-139 1848 0 0,-1 11-2383 0 0,-13-11-2434 0 0</inkml:trace>
</inkml:ink>
</file>

<file path=ppt/ink/ink1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07.235"/>
    </inkml:context>
    <inkml:brush xml:id="br0">
      <inkml:brushProperty name="width" value="0.1" units="cm"/>
      <inkml:brushProperty name="height" value="0.1" units="cm"/>
      <inkml:brushProperty name="color" value="#004F8B"/>
    </inkml:brush>
  </inkml:definitions>
  <inkml:trace contextRef="#ctx0" brushRef="#br0">0 73 4609 0 0,'4'-5'237'0'0,"0"0"1"0"0,0 1 0 0 0,0-1-1 0 0,1 1 1 0 0,-1 0-1 0 0,1 1 1 0 0,0-1-1 0 0,0 1 1 0 0,1 0-1 0 0,5-2 1 0 0,0-1 597 0 0,1 1 1 0 0,-1 1-1 0 0,24-6 1 0 0,-30 9-479 0 0,1 1 1 0 0,-1-1 0 0 0,1 1 0 0 0,-1 0-1 0 0,1 0 1 0 0,0 1 0 0 0,-1-1 0 0 0,1 1-1 0 0,-1 0 1 0 0,1 1 0 0 0,-1-1 0 0 0,0 1-1 0 0,0 0 1 0 0,0 1 0 0 0,0-1 0 0 0,6 5-1 0 0,-8-5-268 0 0,0 0-1 0 0,-1 0 0 0 0,1 1 0 0 0,-1-1 0 0 0,0 1 1 0 0,1-1-1 0 0,-1 1 0 0 0,-1 0 0 0 0,1 0 0 0 0,0 0 1 0 0,-1 0-1 0 0,1 0 0 0 0,-1 0 0 0 0,0 0 0 0 0,0 1 0 0 0,0-1 1 0 0,-1 0-1 0 0,1 1 0 0 0,-1-1 0 0 0,1 0 0 0 0,-1 1 1 0 0,0-1-1 0 0,-1 0 0 0 0,1 1 0 0 0,0-1 0 0 0,-1 1 1 0 0,-2 4-1 0 0,-1 5-9 0 0,-1 0 0 0 0,-1 0 0 0 0,-1 0 0 0 0,0-1 0 0 0,0 0 0 0 0,-1-1 0 0 0,0 0 0 0 0,-20 20 0 0 0,10-13 74 0 0,-1-1-1 0 0,-1 0 1 0 0,-43 26-1 0 0,40-34-540 0 0,15-8-160 0 0</inkml:trace>
</inkml:ink>
</file>

<file path=ppt/ink/ink1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08.249"/>
    </inkml:context>
    <inkml:brush xml:id="br0">
      <inkml:brushProperty name="width" value="0.1" units="cm"/>
      <inkml:brushProperty name="height" value="0.1" units="cm"/>
      <inkml:brushProperty name="color" value="#004F8B"/>
    </inkml:brush>
  </inkml:definitions>
  <inkml:trace contextRef="#ctx0" brushRef="#br0">125 59 8090 0 0,'6'-30'1006'0'0,"-6"29"-787"0"0,1-1-1 0 0,-1 1 1 0 0,0-1 0 0 0,0 1-1 0 0,0-1 1 0 0,0 1-1 0 0,0-1 1 0 0,0 0 0 0 0,-1 1-1 0 0,1-1 1 0 0,0 1-1 0 0,-1-1 1 0 0,1 1-1 0 0,-1-1 1 0 0,1 1 0 0 0,-1 0-1 0 0,-1-2 1 0 0,2 3-161 0 0,-1 0 0 0 0,0-1 1 0 0,1 1-1 0 0,-1 0 0 0 0,0 0 1 0 0,0 0-1 0 0,1 0 0 0 0,-1 0 1 0 0,0 0-1 0 0,1 1 0 0 0,-1-1 1 0 0,0 0-1 0 0,0 0 0 0 0,1 0 1 0 0,-1 1-1 0 0,1-1 0 0 0,-1 0 1 0 0,0 1-1 0 0,1-1 0 0 0,-1 0 0 0 0,0 1 1 0 0,1-1-1 0 0,-1 1 0 0 0,1-1 1 0 0,-1 1-1 0 0,1-1 0 0 0,0 1 1 0 0,-1 0-1 0 0,0 0 0 0 0,-15 20 705 0 0,15-20-637 0 0,-9 16 218 0 0,0 0 1 0 0,1 1-1 0 0,1 0 1 0 0,1 0-1 0 0,-9 35 1 0 0,6-9-174 0 0,-6 64 1 0 0,14-86-228 0 0,1 0 1 0 0,1 1 0 0 0,1-1 0 0 0,0 0-1 0 0,8 34 1 0 0,-7-47-33 0 0,1 1 0 0 0,0 0-1 0 0,0-1 1 0 0,1 1 0 0 0,0-1-1 0 0,1 0 1 0 0,0 0 0 0 0,0-1-1 0 0,1 0 1 0 0,0 0 0 0 0,1 0-1 0 0,-1 0 1 0 0,2-1 0 0 0,10 9-1 0 0,-17-15 89 0 0,0-1-1 0 0,0 1 1 0 0,0 0-1 0 0,0 0 1 0 0,0 0-1 0 0,0 0 1 0 0,1-1-1 0 0,-1 1 1 0 0,0-1 0 0 0,1 1-1 0 0,-1-1 1 0 0,0 1-1 0 0,1-1 1 0 0,-1 0-1 0 0,0 0 1 0 0,1 1-1 0 0,-1-1 1 0 0,1 0-1 0 0,-1 0 1 0 0,1-1-1 0 0,-1 1 1 0 0,3-1 0 0 0,-3 1 13 0 0,0-1 1 0 0,0 0-1 0 0,0 0 1 0 0,0 0-1 0 0,0 0 1 0 0,0 0-1 0 0,0 0 1 0 0,-1 0-1 0 0,1 0 1 0 0,0-1-1 0 0,0 1 1 0 0,-1 0-1 0 0,1 0 1 0 0,-1-1-1 0 0,1 1 1 0 0,-1 0-1 0 0,0-1 1 0 0,1-1-1 0 0,0-6 4 0 0,0 1 0 0 0,-1-1 0 0 0,0 0 0 0 0,0 1 0 0 0,-3-17 0 0 0,-9-27-64 0 0,5 27 548 0 0,-6-43-1 0 0,13 61-412 0 0,-1 1 0 0 0,1-1 0 0 0,0 0-1 0 0,0 1 1 0 0,1-1 0 0 0,0 1 0 0 0,0 0 0 0 0,1-1 0 0 0,-1 1 0 0 0,1 0 0 0 0,5-10 0 0 0,-5 13-61 0 0,0 0 1 0 0,-1 1 0 0 0,1-1 0 0 0,1 1-1 0 0,-1-1 1 0 0,0 1 0 0 0,1 0 0 0 0,-1 0 0 0 0,1 0-1 0 0,-1 0 1 0 0,1 0 0 0 0,0 1 0 0 0,0-1-1 0 0,0 1 1 0 0,0 0 0 0 0,0 0 0 0 0,0 0-1 0 0,0 0 1 0 0,0 0 0 0 0,0 1 0 0 0,1-1-1 0 0,-1 1 1 0 0,0 0 0 0 0,0 0 0 0 0,1 0-1 0 0,4 2 1 0 0,-3-2-14 0 0,-1 1 0 0 0,0 0 0 0 0,0 0-1 0 0,0 0 1 0 0,0 1 0 0 0,0-1 0 0 0,0 1 0 0 0,-1 0-1 0 0,1 0 1 0 0,0 1 0 0 0,-1-1 0 0 0,0 1 0 0 0,0 0-1 0 0,1-1 1 0 0,-1 2 0 0 0,-1-1 0 0 0,1 0 0 0 0,0 0-1 0 0,3 7 1 0 0,2 12-28 0 0,0 1 0 0 0,-2-1-1 0 0,0 1 1 0 0,-2 0 0 0 0,3 39 0 0 0,6 28-404 0 0,-13-90 351 0 0,0 0 0 0 0,0 1-1 0 0,0-1 1 0 0,0 0-1 0 0,0 0 1 0 0,1 0-1 0 0,-1 1 1 0 0,0-1 0 0 0,0 0-1 0 0,0 0 1 0 0,0 0-1 0 0,0 0 1 0 0,1 1-1 0 0,-1-1 1 0 0,0 0 0 0 0,0 0-1 0 0,0 0 1 0 0,1 0-1 0 0,-1 0 1 0 0,0 0-1 0 0,0 0 1 0 0,0 1 0 0 0,1-1-1 0 0,-1 0 1 0 0,0 0-1 0 0,0 0 1 0 0,0 0-1 0 0,1 0 1 0 0,-1 0 0 0 0,0 0-1 0 0,0 0 1 0 0,1 0-1 0 0,-1 0 1 0 0,0 0-1 0 0,0-1 1 0 0,0 1 0 0 0,1 0-1 0 0,-1 0 1 0 0,0 0-1 0 0,0 0 1 0 0,0 0-1 0 0,1 0 1 0 0,-1 0 0 0 0,0 0-1 0 0,0-1 1 0 0,0 1-1 0 0,0 0 1 0 0,1 0-1 0 0,-1 0 1 0 0,0 0 0 0 0,0-1-1 0 0,0 1 1 0 0,0 0-1 0 0,0 0 1 0 0,0 0-1 0 0,1-1 1 0 0</inkml:trace>
</inkml:ink>
</file>

<file path=ppt/ink/ink1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08.392"/>
    </inkml:context>
    <inkml:brush xml:id="br0">
      <inkml:brushProperty name="width" value="0.1" units="cm"/>
      <inkml:brushProperty name="height" value="0.1" units="cm"/>
      <inkml:brushProperty name="color" value="#004F8B"/>
    </inkml:brush>
  </inkml:definitions>
  <inkml:trace contextRef="#ctx0" brushRef="#br0">2 0 5529 0 0,'2'3'488'0'0,"-2"0"-392"0"0,2-1-96 0 0,-1 4 1249 0 0,-1-4-553 0 0,-1 1 0 0 0,1 3-352 0 0,-3 0-72 0 0,2 3-16 0 0,-1-1 0 0 0,2 0-184 0 0,0-4-72 0 0</inkml:trace>
</inkml:ink>
</file>

<file path=ppt/ink/ink1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21.852"/>
    </inkml:context>
    <inkml:brush xml:id="br0">
      <inkml:brushProperty name="width" value="0.1" units="cm"/>
      <inkml:brushProperty name="height" value="0.1" units="cm"/>
      <inkml:brushProperty name="color" value="#E71224"/>
    </inkml:brush>
  </inkml:definitions>
  <inkml:trace contextRef="#ctx0" brushRef="#br0">129 2782 3225 0 0,'-2'-4'354'0'0,"1"1"0"0"0,0 0 0 0 0,-1-1 0 0 0,1 1 0 0 0,0-1 0 0 0,1 0 0 0 0,-1-3 0 0 0,-16-160 3628 0 0,-22-128 334 0 0,21 210-3509 0 0,4 26 243 0 0,2 0 0 0 0,3-1 1 0 0,-2-67-1 0 0,11 126-899 0 0,6 27 379 0 0,78 337-1574 0 0,0 1 112 0 0,-78-330 763 0 0,1 0-883 0 0,10 34 0 0 0,-18-73 955 0 0,0 0 0 0 0,1 0 1 0 0,0 0-1 0 0,0 0 0 0 0,0-1 0 0 0,2-8 0 0 0,1-12 305 0 0,-38-797 3798 0 0,29 738-3685 0 0,4 45-228 0 0,-5-99 447 0 0,8 116-333 0 0,0 0 1 0 0,1 0 0 0 0,10-43-1 0 0,-12 65-190 0 0,0 0 0 0 0,1 0 0 0 0,-1-1 0 0 0,0 1 0 0 0,1 0 0 0 0,-1 0 0 0 0,1-1 0 0 0,-1 1 0 0 0,1 0-1 0 0,-1 0 1 0 0,1 0 0 0 0,0 0 0 0 0,0 0 0 0 0,0 0 0 0 0,-1 0 0 0 0,1 0 0 0 0,1-1 0 0 0,-1 2-4 0 0,-1 0 1 0 0,1 0-1 0 0,-1 0 1 0 0,1 1-1 0 0,-1-1 0 0 0,1 0 1 0 0,-1 0-1 0 0,1 1 1 0 0,-1-1-1 0 0,1 0 1 0 0,-1 0-1 0 0,0 1 1 0 0,1-1-1 0 0,-1 1 0 0 0,0-1 1 0 0,1 0-1 0 0,-1 1 1 0 0,0-1-1 0 0,1 1 1 0 0,-1-1-1 0 0,0 1 0 0 0,0-1 1 0 0,1 0-1 0 0,-1 1 1 0 0,0-1-1 0 0,0 1 1 0 0,0 0-1 0 0,13 47 121 0 0,43 415-1449 0 0,17 89-2298 0 0,-68-529 3335 0 0,-4-14 33 0 0,1 1 0 0 0,0-1 0 0 0,1 1 0 0 0,0-1 1 0 0,0 0-1 0 0,6 11 0 0 0,-4-42-1329 0 0,1-111 1842 0 0,-16-191 0 0 0,-17-8-32 0 0,-8-202 1098 0 0,38 368-348 0 0,0 136-459 0 0,1 0 0 0 0,1 1-1 0 0,17-44 1775 0 0,-22 72-2261 0 0,2 22 593 0 0,-1 46-959 0 0,0-33 446 0 0,72 643-2711 0 0,-62-600 1622 0 0,-6-29-466 0 0,3-1 1 0 0,19 66-1 0 0,-23-104 1036 0 0,-1-9 125 0 0,0-20 18 0 0,-2-33 284 0 0,-2 52-27 0 0,-11-370 954 0 0,1-368 2670 0 0,13 654-2938 0 0,-2 39-201 0 0,1 1 0 0 0,2 0 0 0 0,19-88 0 0 0,-22 132-456 0 0,0-1-1 0 0,1 1 1 0 0,-1-1 0 0 0,0 1 0 0 0,1-1 0 0 0,0 1 0 0 0,-1-1 0 0 0,1 1-1 0 0,0 0 1 0 0,-1-1 0 0 0,1 1 0 0 0,0 0 0 0 0,0 0 0 0 0,0 0-1 0 0,2-2 1 0 0,-3 3-10 0 0,1 0 0 0 0,-1 0 0 0 0,1 0-1 0 0,-1 1 1 0 0,1-1 0 0 0,-1 0 0 0 0,0 0 0 0 0,1 0-1 0 0,-1 1 1 0 0,1-1 0 0 0,-1 0 0 0 0,0 0-1 0 0,1 1 1 0 0,-1-1 0 0 0,0 0 0 0 0,1 1 0 0 0,-1-1-1 0 0,0 0 1 0 0,1 1 0 0 0,-1-1 0 0 0,0 1-1 0 0,0-1 1 0 0,1 0 0 0 0,-1 1 0 0 0,0-1 0 0 0,0 1-1 0 0,0-1 1 0 0,0 1 0 0 0,0-1 0 0 0,1 1-1 0 0,10 50 366 0 0,9 253-279 0 0,6 38-1403 0 0,-24-325 1043 0 0,-2-10 128 0 0,1-1-1 0 0,0 1 1 0 0,0-1-1 0 0,0 0 1 0 0,1 1-1 0 0,0-1 1 0 0,0 0 0 0 0,0 0-1 0 0,1 0 1 0 0,0 0-1 0 0,4 5 1 0 0,-6-10 115 0 0,-1-1 0 0 0,0 0 0 0 0,1 0 0 0 0,-1 0 0 0 0,0 0 0 0 0,1 0 0 0 0,-1 0 0 0 0,0 0 0 0 0,1 0 0 0 0,-1 0 0 0 0,0 0-1 0 0,1 0 1 0 0,-1 0 0 0 0,1 0 0 0 0,-1 0 0 0 0,0 0 0 0 0,1 0 0 0 0,-1 0 0 0 0,0 0 0 0 0,1 0 0 0 0,-1-1 0 0 0,0 1 0 0 0,1 0 0 0 0,-1 0 0 0 0,0 0 0 0 0,1-1 0 0 0,-1 1 0 0 0,0 0 0 0 0,0 0 0 0 0,1-1 0 0 0,-1 1 0 0 0,0 0 0 0 0,0-1 0 0 0,0 1 0 0 0,1 0 0 0 0,-1-1 0 0 0,0 1 0 0 0,0 0 0 0 0,0-1 0 0 0,0 1 0 0 0,0 0 0 0 0,0-1 0 0 0,0 0 0 0 0,7-16-162 0 0,-2-10 51 0 0,-2 0 1 0 0,0 0-1 0 0,-4-52 0 0 0,1 20 235 0 0,1-81 321 0 0,8-216 191 0 0,-2 263-234 0 0,34-166 0 0 0,-39 248-316 0 0,15-50 192 0 0,-16 56-188 0 0,1 1 1 0 0,0-1-1 0 0,0 0 1 0 0,1 1-1 0 0,-1 0 1 0 0,1-1-1 0 0,0 1 1 0 0,0 0-1 0 0,7-6 1 0 0,-9 10-61 0 0,-1-1 0 0 0,1 1 1 0 0,0 0-1 0 0,0-1 0 0 0,-1 1 1 0 0,1 0-1 0 0,0 0 0 0 0,0 0 1 0 0,-1-1-1 0 0,1 1 0 0 0,0 0 1 0 0,0 0-1 0 0,0 0 1 0 0,-1 0-1 0 0,1 0 0 0 0,0 0 1 0 0,0 1-1 0 0,0-1 0 0 0,-1 0 1 0 0,1 0-1 0 0,0 1 0 0 0,0-1 1 0 0,-1 0-1 0 0,1 1 0 0 0,0-1 1 0 0,-1 0-1 0 0,1 1 1 0 0,0-1-1 0 0,-1 1 0 0 0,1-1 1 0 0,-1 1-1 0 0,1 0 0 0 0,-1-1 1 0 0,1 1-1 0 0,-1-1 0 0 0,1 1 1 0 0,-1 0-1 0 0,0-1 0 0 0,1 1 1 0 0,-1 0-1 0 0,0 0 0 0 0,1 0 1 0 0,15 36 186 0 0,-5 1-168 0 0,-2 0-1 0 0,-1 0 0 0 0,4 63 0 0 0,-7 123-122 0 0,-4-95 9 0 0,5 37-118 0 0,-3 332-3340 0 0,-5-478 3397 0 0,1-11 40 0 0,0-1 0 0 0,1 1 0 0 0,-1-1 1 0 0,2 1-1 0 0,-1 0 0 0 0,3 11 0 0 0,12-63-1789 0 0,32-315 2275 0 0,-40 289-136 0 0,0-34 177 0 0,-5 54 46 0 0,2-1 0 0 0,3 0 1 0 0,22-87-1 0 0,-29 135-429 0 0,0 1 1 0 0,1 0-1 0 0,-1-1 0 0 0,1 1 1 0 0,-1 0-1 0 0,1-1 0 0 0,-1 1 1 0 0,1 0-1 0 0,0 0 1 0 0,-1-1-1 0 0,1 1 0 0 0,0 0 1 0 0,0 0-1 0 0,0 0 1 0 0,0 0-1 0 0,0 0 0 0 0,2-1 1 0 0,-3 2-18 0 0,1 0 1 0 0,-1 0-1 0 0,1 1 1 0 0,0-1-1 0 0,-1 0 0 0 0,1 0 1 0 0,-1 1-1 0 0,1-1 1 0 0,-1 0-1 0 0,0 0 0 0 0,1 1 1 0 0,-1-1-1 0 0,1 1 1 0 0,-1-1-1 0 0,1 0 1 0 0,-1 1-1 0 0,0-1 0 0 0,1 1 1 0 0,-1-1-1 0 0,0 1 1 0 0,0-1-1 0 0,1 1 1 0 0,-1-1-1 0 0,0 1 0 0 0,0-1 1 0 0,0 1-1 0 0,1 0 1 0 0,1 8 114 0 0,1 0 1 0 0,-1 0-1 0 0,1 16 1 0 0,2 92 25 0 0,-15 166 0 0 0,1 68-540 0 0,21-148 239 0 0,-11-196-1002 0 0,6-29-784 0 0,1-28 1364 0 0,5-92 529 0 0,-10 82 528 0 0,3 0-1 0 0,3 0 0 0 0,26-94 0 0 0,-26 134 427 0 0,-9 20-914 0 0,0 0 0 0 0,1 0 0 0 0,-1 0 0 0 0,0 0 0 0 0,0 0 0 0 0,0 0 0 0 0,1 0 0 0 0,-1 0 0 0 0,0 0 0 0 0,0 0 1 0 0,0 0-1 0 0,0 0 0 0 0,1 0 0 0 0,-1 0 0 0 0,0 0 0 0 0,0 0 0 0 0,0 0 0 0 0,0 1 0 0 0,1-1 0 0 0,-1 0 0 0 0,0 0 1 0 0,0 0-1 0 0,0 0 0 0 0,0 0 0 0 0,0 0 0 0 0,1 1 0 0 0,-1-1 0 0 0,0 0 0 0 0,0 0 0 0 0,0 0 0 0 0,0 0 0 0 0,0 0 1 0 0,0 1-1 0 0,0-1 0 0 0,0 0 0 0 0,0 0 0 0 0,0 0 0 0 0,0 1 0 0 0,0-1 0 0 0,1 0 0 0 0,-1 0 0 0 0,0 0 0 0 0,0 0 1 0 0,-1 1-1 0 0,1-1 0 0 0,0 0 0 0 0,0 0 0 0 0,0 1 0 0 0,3 43 880 0 0,-2-29-1015 0 0,4 252 270 0 0,7 92-711 0 0,-11-353 508 0 0,-1 1 0 0 0,1-1 0 0 0,0 1 0 0 0,0-1 0 0 0,1 0 0 0 0,0 1 0 0 0,0-1 0 0 0,0 0 0 0 0,1 0 0 0 0,0 0 0 0 0,0-1 0 0 0,1 1 0 0 0,5 7-1 0 0,-8-12 18 0 0,0-1 0 0 0,0 0-1 0 0,-1 1 1 0 0,1-1 0 0 0,0 0-1 0 0,0 0 1 0 0,0 1-1 0 0,0-1 1 0 0,-1 0 0 0 0,1 0-1 0 0,0 0 1 0 0,0 0 0 0 0,0 0-1 0 0,0 0 1 0 0,0-1-1 0 0,0 1 1 0 0,-1 0 0 0 0,1 0-1 0 0,0 0 1 0 0,0-1 0 0 0,0 1-1 0 0,-1-1 1 0 0,1 1-1 0 0,0 0 1 0 0,0-1 0 0 0,-1 1-1 0 0,1-1 1 0 0,0 0 0 0 0,-1 1-1 0 0,1-1 1 0 0,-1 1-1 0 0,1-1 1 0 0,-1 0 0 0 0,1 0-1 0 0,-1 1 1 0 0,1-1 0 0 0,-1 0-1 0 0,1 0 1 0 0,-1 0 0 0 0,18-33-885 0 0,-7 1 463 0 0,-1 0 1 0 0,10-62-1 0 0,-17 70 563 0 0,2 0 0 0 0,0 1 0 0 0,2 0 0 0 0,0 0 0 0 0,2 0 0 0 0,1 1 0 0 0,13-24 0 0 0,-22 46-58 0 0,0-1 0 0 0,-1 1 0 0 0,1 0 0 0 0,0-1 0 0 0,0 1 0 0 0,0 0 0 0 0,0 0 0 0 0,0 0 0 0 0,0 0 0 0 0,0 0 0 0 0,0 0 0 0 0,1 0 0 0 0,-1 0 0 0 0,0 0 0 0 0,0 0-1 0 0,1 1 1 0 0,-1-1 0 0 0,1 0 0 0 0,-1 1 0 0 0,2-1 0 0 0,-2 1 3 0 0,0 1 0 0 0,0-1-1 0 0,0 0 1 0 0,0 1 0 0 0,-1-1-1 0 0,1 1 1 0 0,0-1 0 0 0,0 1-1 0 0,0-1 1 0 0,-1 1 0 0 0,1-1-1 0 0,0 1 1 0 0,-1 0 0 0 0,1-1 0 0 0,0 1-1 0 0,-1 0 1 0 0,1 0 0 0 0,-1 0-1 0 0,1-1 1 0 0,-1 1 0 0 0,0 0-1 0 0,1 2 1 0 0,3 6 197 0 0,-2 1 0 0 0,1-1 1 0 0,-1 1-1 0 0,1 15 0 0 0,4 132 461 0 0,-7-99-785 0 0,3 1-1 0 0,20 106 0 0 0,-22-159 4 0 0,1-1 1 0 0,0 0-1 0 0,0 1 1 0 0,0-1-1 0 0,0 0 0 0 0,5 8 1 0 0,-6-13 32 0 0,-1 1 1 0 0,0-1-1 0 0,1 0 0 0 0,-1 1 1 0 0,0-1-1 0 0,0 1 0 0 0,1-1 1 0 0,-1 0-1 0 0,1 0 1 0 0,-1 1-1 0 0,0-1 0 0 0,1 0 1 0 0,-1 0-1 0 0,1 1 0 0 0,-1-1 1 0 0,1 0-1 0 0,-1 0 1 0 0,0 0-1 0 0,1 0 0 0 0,-1 0 1 0 0,1 0-1 0 0,-1 1 0 0 0,1-1 1 0 0,-1 0-1 0 0,1 0 1 0 0,-1 0-1 0 0,1-1 0 0 0,-1 1 1 0 0,1 0-1 0 0,0 0 0 0 0,0-1-77 0 0,0 0 0 0 0,1 0 0 0 0,-1-1 0 0 0,0 1 0 0 0,0 0 0 0 0,0-1-1 0 0,0 1 1 0 0,0 0 0 0 0,0-1 0 0 0,-1 0 0 0 0,1 1 0 0 0,0-1-1 0 0,0-3 1 0 0,9-26-956 0 0,8-48-1 0 0,-14 57 1105 0 0,1 0 1 0 0,0 1-1 0 0,2-1 0 0 0,0 1 1 0 0,15-29-1 0 0,-22 50 21 0 0,0-1-1 0 0,1 1 0 0 0,-1-1 1 0 0,0 0-1 0 0,1 1 0 0 0,-1-1 1 0 0,0 1-1 0 0,1-1 0 0 0,-1 1 1 0 0,0-1-1 0 0,1 1 0 0 0,-1-1 1 0 0,1 1-1 0 0,-1-1 0 0 0,1 1 1 0 0,-1 0-1 0 0,1-1 0 0 0,-1 1 1 0 0,1 0-1 0 0,-1-1 0 0 0,1 1 1 0 0,0 0-1 0 0,-1 0 0 0 0,1 0 1 0 0,-1-1-1 0 0,1 1 0 0 0,0 0 1 0 0,-1 0-1 0 0,1 0 0 0 0,0 0 1 0 0,-1 0-1 0 0,2 0 0 0 0,-1 1 28 0 0,0 0 0 0 0,0 0 0 0 0,0 0 0 0 0,0 0 0 0 0,0 0 0 0 0,0 0-1 0 0,0 0 1 0 0,0 0 0 0 0,0 1 0 0 0,-1-1 0 0 0,1 0 0 0 0,0 0 0 0 0,0 3 0 0 0,16 55 960 0 0,-16-52-930 0 0,19 92 201 0 0,-5 1 1 0 0,-4 0-1 0 0,-2 130 0 0 0,5-648-2215 0 0,-12 375 2131 0 0,0 12 667 0 0,10-54 0 0 0,-12 85-869 0 0,0 0-1 0 0,0 0 1 0 0,0 1-1 0 0,0-1 1 0 0,0 0-1 0 0,0 0 1 0 0,0 0-1 0 0,0 0 1 0 0,0 0-1 0 0,0 0 1 0 0,0 0-1 0 0,0 0 1 0 0,0 0-1 0 0,0 0 1 0 0,0 0-1 0 0,0 0 1 0 0,1 1-1 0 0,-1-1 1 0 0,0 0-1 0 0,0 0 1 0 0,0 0-1 0 0,0 0 1 0 0,0 0 0 0 0,0 0-1 0 0,0 0 1 0 0,0 0-1 0 0,0 0 1 0 0,0 0-1 0 0,1 0 1 0 0,-1 0-1 0 0,0 0 1 0 0,0 0-1 0 0,0 0 1 0 0,0 0-1 0 0,0 0 1 0 0,0 0-1 0 0,0 0 1 0 0,0 0-1 0 0,0 0 1 0 0,1 0-1 0 0,-1 0 1 0 0,0 0-1 0 0,0 0 1 0 0,0-1-1 0 0,0 1 1 0 0,0 0-1 0 0,0 0 1 0 0,0 0-1 0 0,0 0 1 0 0,0 0 0 0 0,0 0-1 0 0,5 17 351 0 0,3 25-257 0 0,4 55 34 0 0,0 156 0 0 0,4 46-582 0 0,-16-297 414 0 0,1 6-60 0 0,0 0 0 0 0,0 1-1 0 0,1-1 1 0 0,0 0-1 0 0,0 1 1 0 0,1-1 0 0 0,0 0-1 0 0,8 14 1 0 0,-11-23 12 0 0,1 1-1 0 0,-1 0 1 0 0,1-1-1 0 0,-1 1 1 0 0,1-1-1 0 0,-1 1 1 0 0,1-1 0 0 0,-1 1-1 0 0,1-1 1 0 0,-1 1-1 0 0,0-1 1 0 0,0 0 0 0 0,1 1-1 0 0,-1-1 1 0 0,0 1-1 0 0,0-1 1 0 0,1 0 0 0 0,-1 1-1 0 0,0-1 1 0 0,0 0-1 0 0,0 1 1 0 0,0-1 0 0 0,0 0-1 0 0,0 1 1 0 0,0-2-1 0 0,4-24-694 0 0,7-153-183 0 0,2-10 1403 0 0,-8 149-222 0 0,1 0 0 0 0,20-64 0 0 0,-24 99-106 0 0,0 0 0 0 0,0 0 0 0 0,0-1 1 0 0,1 1-1 0 0,5-8 0 0 0,-8 13-93 0 0,1-1 0 0 0,-1 1 0 0 0,1-1 0 0 0,-1 1 1 0 0,1-1-1 0 0,-1 1 0 0 0,1-1 0 0 0,0 1 0 0 0,-1-1 1 0 0,1 1-1 0 0,0 0 0 0 0,-1-1 0 0 0,1 1 0 0 0,0 0 1 0 0,-1-1-1 0 0,1 1 0 0 0,0 0 0 0 0,-1 0 0 0 0,1 0 1 0 0,1 0-1 0 0,-1 0 4 0 0,0 0 0 0 0,0 1 0 0 0,0-1 1 0 0,0 1-1 0 0,0-1 0 0 0,0 1 0 0 0,0 0 1 0 0,0-1-1 0 0,0 1 0 0 0,0 0 0 0 0,-1 0 1 0 0,1-1-1 0 0,0 1 0 0 0,-1 0 0 0 0,1 0 0 0 0,0 0 1 0 0,-1 0-1 0 0,1 0 0 0 0,0 1 0 0 0,11 27 94 0 0,0 1-1 0 0,-2 1 0 0 0,-1-1 1 0 0,-1 1-1 0 0,5 53 0 0 0,-2-22-99 0 0,-1-19-235 0 0,2-1-1 0 0,34 76 1 0 0,-24-65-1244 0 0,-10-92-1112 0 0,2-49 1503 0 0,-11 60 1275 0 0,2-1 0 0 0,0 1-1 0 0,1 1 1 0 0,2-1 0 0 0,22-51-1 0 0,-30 79-199 0 0,0 0-1 0 0,0 0 0 0 0,0-1 0 0 0,0 1 1 0 0,1 0-1 0 0,-1-1 0 0 0,0 1 0 0 0,0 0 0 0 0,0 0 1 0 0,0-1-1 0 0,0 1 0 0 0,1 0 0 0 0,-1 0 1 0 0,0 0-1 0 0,0-1 0 0 0,1 1 0 0 0,-1 0 1 0 0,0 0-1 0 0,0 0 0 0 0,1-1 0 0 0,-1 1 1 0 0,0 0-1 0 0,0 0 0 0 0,1 0 0 0 0,-1 0 1 0 0,0 0-1 0 0,1 0 0 0 0,-1 0 0 0 0,0 0 1 0 0,0 0-1 0 0,1 0 0 0 0,-1 0 0 0 0,0 0 1 0 0,1 0-1 0 0,-1 0 0 0 0,0 0 0 0 0,1 0 1 0 0,-1 0-1 0 0,0 0 0 0 0,0 0 0 0 0,1 0 1 0 0,-1 0-1 0 0,1 1 0 0 0,9 14 466 0 0,5 30-205 0 0,-14-41-200 0 0,31 118-116 0 0,-17-58-89 0 0,38 98-1 0 0,-52-160 97 0 0,0 1 0 0 0,0-1 0 0 0,0 1-1 0 0,1-1 1 0 0,-1 0 0 0 0,1 1-1 0 0,0-1 1 0 0,2 3 0 0 0,-3-5 3 0 0,-1 1 1 0 0,1-1-1 0 0,-1 1 0 0 0,1-1 0 0 0,0 0 1 0 0,-1 0-1 0 0,1 1 0 0 0,-1-1 1 0 0,1 0-1 0 0,0 0 0 0 0,-1 1 1 0 0,1-1-1 0 0,-1 0 0 0 0,1 0 0 0 0,0 0 1 0 0,-1 0-1 0 0,1 0 0 0 0,0 0 1 0 0,-1 0-1 0 0,1 0 0 0 0,0 0 1 0 0,-1 0-1 0 0,2-1 0 0 0,1-1-47 0 0,-1 0 1 0 0,1 0-1 0 0,-1 0 0 0 0,0 0 0 0 0,1 0 0 0 0,-1-1 1 0 0,0 1-1 0 0,0-1 0 0 0,0 0 0 0 0,-1 1 1 0 0,1-1-1 0 0,1-6 0 0 0,22-43-763 0 0,-12 23 673 0 0,1 0 0 0 0,2 1 1 0 0,25-35-1 0 0,-40 61 241 0 0,0 0 0 0 0,1 1-1 0 0,-1-1 1 0 0,0 0-1 0 0,0 1 1 0 0,1-1 0 0 0,-1 1-1 0 0,1 0 1 0 0,0-1-1 0 0,-1 1 1 0 0,1 0 0 0 0,0 0-1 0 0,0 0 1 0 0,-1 0-1 0 0,1 0 1 0 0,0 1 0 0 0,0-1-1 0 0,0 0 1 0 0,0 1-1 0 0,0 0 1 0 0,0-1 0 0 0,0 1-1 0 0,3 0 1 0 0,-3 1-2 0 0,0 0 0 0 0,0 0 0 0 0,0 0-1 0 0,0 1 1 0 0,0-1 0 0 0,-1 1 0 0 0,1-1 0 0 0,0 1 0 0 0,-1-1 0 0 0,0 1 0 0 0,1 0 0 0 0,-1 0-1 0 0,0 0 1 0 0,0 0 0 0 0,0 0 0 0 0,0 0 0 0 0,0 0 0 0 0,0 0 0 0 0,-1 0 0 0 0,1 0 0 0 0,0 3-1 0 0,14 61 523 0 0,11 117 0 0 0,-14-89-638 0 0,16 55-2041 0 0,-19-247 725 0 0,-12-285 1517 0 0,-3 118 40 0 0,-8-130 1845 0 0,0 112-1308 0 0,13 263-712 0 0,0 13 9 0 0,1 1 0 0 0,0-1-1 0 0,0 0 1 0 0,0 1 0 0 0,1-1 0 0 0,0 1 0 0 0,3-12-1 0 0,7 52 439 0 0,13 183-454 0 0,-19-152-10 0 0,2-1-1 0 0,24 102 0 0 0,-13-115-37 0 0,-17-48 1 0 0,0 1-1 0 0,1-1 1 0 0,0 0-1 0 0,0 0 1 0 0,0 0 0 0 0,0 0-1 0 0,0 0 1 0 0,0 0-1 0 0,1 0 1 0 0,0-1 0 0 0,-1 1-1 0 0,5 2 1 0 0,-7-5 14 0 0,1 0 1 0 0,-1 0-1 0 0,0-1 1 0 0,1 1-1 0 0,-1 0 1 0 0,0 0-1 0 0,1 0 1 0 0,-1-1 0 0 0,0 1-1 0 0,1 0 1 0 0,-1-1-1 0 0,0 1 1 0 0,1 0-1 0 0,-1-1 1 0 0,0 1-1 0 0,0 0 1 0 0,1-1-1 0 0,-1 1 1 0 0,0 0-1 0 0,0-1 1 0 0,0 1-1 0 0,0-1 1 0 0,1 1-1 0 0,-1 0 1 0 0,0-1 0 0 0,0 1-1 0 0,0-1 1 0 0,0 1-1 0 0,0 0 1 0 0,0-1-1 0 0,0 1 1 0 0,0-1-1 0 0,0 0 1 0 0,1-17-121 0 0,-1 18 122 0 0,0-52 71 0 0,-12-83 0 0 0,2 49 78 0 0,-19-204 157 0 0,-10-139-71 0 0,33 0 415 0 0,30 606-432 0 0,-17-143-373 0 0,1 0 0 0 0,1-1 0 0 0,2 0 0 0 0,1-1 1 0 0,17 32-1 0 0,-29-64 159 0 0,0 0 0 0 0,0 0 0 0 0,0 0 0 0 0,1 1 1 0 0,-1-1-1 0 0,0 0 0 0 0,0 0 0 0 0,0 0 0 0 0,0 0 0 0 0,0 1 1 0 0,0-1-1 0 0,0 0 0 0 0,0 0 0 0 0,1 0 0 0 0,-1 0 1 0 0,0 0-1 0 0,0 1 0 0 0,0-1 0 0 0,0 0 0 0 0,0 0 0 0 0,1 0 1 0 0,-1 0-1 0 0,0 0 0 0 0,0 0 0 0 0,0 0 0 0 0,0 0 0 0 0,1 0 1 0 0,-1 0-1 0 0,0 0 0 0 0,0 0 0 0 0,0 0 0 0 0,1 0 0 0 0,-1 0 1 0 0,0 0-1 0 0,0 0 0 0 0,0 0 0 0 0,0 0 0 0 0,1 0 0 0 0,-1 0 1 0 0,0 0-1 0 0,0 0 0 0 0,0 0 0 0 0,0 0 0 0 0,1 0 0 0 0,-1 0 1 0 0,0 0-1 0 0,0-1 0 0 0,0 1 0 0 0,0 0 0 0 0,0 0 0 0 0,1 0 1 0 0,-1 0-1 0 0,0 0 0 0 0,0-1 0 0 0,7-14-210 0 0,2-19-178 0 0,22-345 203 0 0,-20 208 400 0 0,-11 157-167 0 0,0 10-15 0 0,0 0 0 0 0,0 0 0 0 0,1 0 0 0 0,-1 0 0 0 0,1 0-1 0 0,0 0 1 0 0,0 0 0 0 0,0 0 0 0 0,3-6 0 0 0,-4 10-23 0 0,1 0 1 0 0,-1 0 0 0 0,0 0-1 0 0,0 0 1 0 0,0 0-1 0 0,1 0 1 0 0,-1 0 0 0 0,0-1-1 0 0,0 1 1 0 0,0 0-1 0 0,1 0 1 0 0,-1 0 0 0 0,0 0-1 0 0,0 0 1 0 0,1 0-1 0 0,-1 0 1 0 0,0 0 0 0 0,0 0-1 0 0,0 0 1 0 0,1 1-1 0 0,-1-1 1 0 0,0 0 0 0 0,0 0-1 0 0,0 0 1 0 0,1 0 0 0 0,-1 0-1 0 0,0 0 1 0 0,0 0-1 0 0,0 0 1 0 0,1 1 0 0 0,-1-1-1 0 0,0 0 1 0 0,0 0-1 0 0,0 0 1 0 0,0 0 0 0 0,0 1-1 0 0,1-1 1 0 0,-1 0-1 0 0,0 0 1 0 0,0 0 0 0 0,0 1-1 0 0,0-1 1 0 0,0 0-1 0 0,0 0 1 0 0,0 0 0 0 0,0 1-1 0 0,0-1 1 0 0,0 0-1 0 0,0 0 1 0 0,0 1 0 0 0,0-1-1 0 0,0 0 1 0 0,0 1-1 0 0,6 16 22 0 0,-5-15-2 0 0,10 41 25 0 0,6 59-1 0 0,-10-56-46 0 0,17 62-1 0 0,-20-95-69 0 0,0 0-1 0 0,1 0 0 0 0,1-1 1 0 0,0 0-1 0 0,0 0 1 0 0,1-1-1 0 0,1 0 1 0 0,0 0-1 0 0,12 13 0 0 0,-19-23 12 0 0,0 0 1 0 0,0 1-1 0 0,0-1 0 0 0,0 0 0 0 0,0 0 0 0 0,1 0 0 0 0,-1 0 0 0 0,0 0 1 0 0,1 0-1 0 0,-1 0 0 0 0,1 0 0 0 0,-1-1 0 0 0,1 1 0 0 0,-1 0 0 0 0,1-1 0 0 0,-1 1 1 0 0,1-1-1 0 0,-1 0 0 0 0,1 1 0 0 0,0-1 0 0 0,-1 0 0 0 0,1 0 0 0 0,0 0 0 0 0,-1 0 1 0 0,1 0-1 0 0,0-1 0 0 0,-1 1 0 0 0,1 0 0 0 0,-1-1 0 0 0,1 1 0 0 0,-1-1 0 0 0,3-1 1 0 0,-1 0-23 0 0,0-1 1 0 0,-1 0 0 0 0,1 0 0 0 0,-1 0 0 0 0,1 0-1 0 0,-1 0 1 0 0,0-1 0 0 0,0 1 0 0 0,0-1 0 0 0,-1 1 0 0 0,1-1-1 0 0,1-6 1 0 0,12-46 267 0 0,-3-2 1 0 0,-2 1-1 0 0,2-60 0 0 0,0 2 81 0 0,-11 105-227 0 0,1-4 70 0 0,0 1 1 0 0,0 0-1 0 0,1 0 0 0 0,7-19 1 0 0,-10 32-113 0 0,0 0 0 0 0,0 0 1 0 0,0 0-1 0 0,0 0 1 0 0,0 0-1 0 0,0 0 0 0 0,0 0 1 0 0,0 0-1 0 0,0 0 0 0 0,0 0 1 0 0,1 0-1 0 0,-1 0 0 0 0,0 1 1 0 0,0-1-1 0 0,0 0 0 0 0,0 0 1 0 0,0 0-1 0 0,0 0 0 0 0,0 0 1 0 0,0 0-1 0 0,0 0 0 0 0,0 0 1 0 0,0 0-1 0 0,0 0 0 0 0,0 0 1 0 0,0 0-1 0 0,0 0 0 0 0,0 0 1 0 0,0 0-1 0 0,1 0 0 0 0,-1 0 1 0 0,0 0-1 0 0,0 0 0 0 0,0 0 1 0 0,0 0-1 0 0,0 0 1 0 0,0 0-1 0 0,0 0 0 0 0,0 0 1 0 0,0 0-1 0 0,0 0 0 0 0,0 0 1 0 0,0 0-1 0 0,0 0 0 0 0,1 0 1 0 0,-1 0-1 0 0,0 0 0 0 0,0 0 1 0 0,0 0-1 0 0,0 0 0 0 0,0 0 1 0 0,0 0-1 0 0,0 0 0 0 0,0-1 1 0 0,0 1-1 0 0,0 0 0 0 0,0 0 1 0 0,0 0-1 0 0,0 0 0 0 0,0 0 1 0 0,0 0-1 0 0,2 11 126 0 0,0 15 2 0 0,-25 334 148 0 0,1-37-1369 0 0,22-308 988 0 0,-1-3-34 0 0,1 0 0 0 0,0 0 1 0 0,1 0-1 0 0,0 0 1 0 0,5 20-1 0 0,-6-32 119 0 0,0 1 1 0 0,0-1 0 0 0,0 0-1 0 0,0 0 1 0 0,0 0-1 0 0,0 0 1 0 0,0 1 0 0 0,0-1-1 0 0,0 0 1 0 0,0 0-1 0 0,1 0 1 0 0,-1 0 0 0 0,0 0-1 0 0,0 1 1 0 0,0-1-1 0 0,0 0 1 0 0,0 0 0 0 0,0 0-1 0 0,0 0 1 0 0,0 0-1 0 0,0 0 1 0 0,1 1 0 0 0,-1-1-1 0 0,0 0 1 0 0,0 0-1 0 0,0 0 1 0 0,0 0-1 0 0,0 0 1 0 0,1 0 0 0 0,-1 0-1 0 0,0 0 1 0 0,0 0-1 0 0,0 0 1 0 0,0 0 0 0 0,0 0-1 0 0,1 0 1 0 0,-1 0-1 0 0,0 0 1 0 0,0 0 0 0 0,0 0-1 0 0,0 0 1 0 0,1 0-1 0 0,-1 0 1 0 0,0 0 0 0 0,0 0-1 0 0,0 0 1 0 0,0 0-1 0 0,1 0 1 0 0,5-9-422 0 0,3-13-46 0 0,46-421 442 0 0,-38 262 727 0 0,-14 150-499 0 0,-3 18-15 0 0,1-1 0 0 0,1 1 0 0 0,0 0 0 0 0,0 0 0 0 0,2 0 0 0 0,8-23 0 0 0,-9 36 217 0 0,0 9-182 0 0,-1 11 77 0 0,12 181 105 0 0,-10-96-120 0 0,6-1 0 0 0,22 104 1 0 0,-22-156-351 0 0,-8-36 18 0 0,1 1 0 0 0,1-1 0 0 0,0 0 1 0 0,1 0-1 0 0,8 18 0 0 0,-13-33 40 0 0,1 0 1 0 0,-1 0-1 0 0,0 0 0 0 0,1 0 0 0 0,-1-1 0 0 0,1 1 0 0 0,-1 0 0 0 0,1 0 0 0 0,-1 0 1 0 0,1-1-1 0 0,0 1 0 0 0,-1 0 0 0 0,1-1 0 0 0,0 1 0 0 0,-1-1 0 0 0,1 1 1 0 0,0-1-1 0 0,0 1 0 0 0,0-1 0 0 0,0 1 0 0 0,-1-1 0 0 0,1 0 0 0 0,0 1 0 0 0,0-1 1 0 0,0 0-1 0 0,0 0 0 0 0,0 0 0 0 0,0 0 0 0 0,1 0 0 0 0,0 0-18 0 0,-1-1 0 0 0,1 0-1 0 0,-1 0 1 0 0,0 0 0 0 0,1 0-1 0 0,-1 0 1 0 0,0 0 0 0 0,1 0-1 0 0,-1 0 1 0 0,0 0 0 0 0,0-1-1 0 0,0 1 1 0 0,0-1 0 0 0,1-2-1 0 0,3-5-75 0 0,-1 0 0 0 0,0-1 0 0 0,0 1 0 0 0,3-15 0 0 0,-1-15 116 0 0,1-75 1 0 0,-6 81 221 0 0,1-1 1 0 0,1 1-1 0 0,9-38 0 0 0,-11 68-161 0 0,0-1 0 0 0,1 0 0 0 0,-1 1-1 0 0,1-1 1 0 0,-1 1 0 0 0,1-1-1 0 0,0 1 1 0 0,0 0 0 0 0,3-4-1 0 0,-4 7-43 0 0,-1-1 0 0 0,0 1 0 0 0,1 0 0 0 0,-1 0 0 0 0,0-1 0 0 0,1 1 0 0 0,-1 0 0 0 0,0 0 0 0 0,1-1 0 0 0,-1 1 0 0 0,0 0 0 0 0,1 0 0 0 0,-1 0 0 0 0,1 0 0 0 0,-1 0 0 0 0,1 0 0 0 0,-1 0 0 0 0,0 0 0 0 0,1-1 0 0 0,-1 1 0 0 0,1 1 0 0 0,-1-1 0 0 0,0 0 0 0 0,1 0 0 0 0,-1 0 0 0 0,1 0-1 0 0,-1 0 1 0 0,0 0 0 0 0,1 0 0 0 0,0 1 0 0 0,0 0 19 0 0,0 0 0 0 0,0 0 0 0 0,0 1 0 0 0,0-1-1 0 0,0 0 1 0 0,0 1 0 0 0,0-1 0 0 0,0 1 0 0 0,-1-1-1 0 0,1 1 1 0 0,0-1 0 0 0,0 4 0 0 0,9 37 61 0 0,-1 0 1 0 0,-2 1 0 0 0,1 68-1 0 0,10 58 62 0 0,-17-159-166 0 0,-1-7 1 0 0,0 1 0 0 0,1-1-1 0 0,-1 0 1 0 0,1 1 0 0 0,-1-1 0 0 0,1 0 0 0 0,0 0 0 0 0,0 1 0 0 0,1-1 0 0 0,-1 0 0 0 0,4 4 0 0 0,-4-9-35 0 0,1 0 0 0 0,-1 0 1 0 0,0 0-1 0 0,1 0 0 0 0,-1-1 1 0 0,0 1-1 0 0,0-1 1 0 0,-1 1-1 0 0,2-4 0 0 0,44-187-265 0 0,-10 36 324 0 0,-33 147-16 0 0,-2 2 0 0 0,1 0 1 0 0,0 0-1 0 0,1 1 1 0 0,0-1-1 0 0,0 1 1 0 0,1-1-1 0 0,0 1 1 0 0,5-8-1 0 0,-9 15 3 0 0,0 0 0 0 0,1-1 0 0 0,-1 1-1 0 0,0 0 1 0 0,0 0 0 0 0,0 0 0 0 0,0-1 0 0 0,1 1-1 0 0,-1 0 1 0 0,0 0 0 0 0,0 0 0 0 0,1 0-1 0 0,-1 0 1 0 0,0-1 0 0 0,0 1 0 0 0,1 0-1 0 0,-1 0 1 0 0,0 0 0 0 0,1 0 0 0 0,-1 0 0 0 0,0 0-1 0 0,0 0 1 0 0,1 0 0 0 0,-1 0 0 0 0,0 0-1 0 0,1 0 1 0 0,-1 0 0 0 0,0 0 0 0 0,0 0 0 0 0,1 0-1 0 0,-1 0 1 0 0,0 0 0 0 0,0 1 0 0 0,1-1-1 0 0,-1 0 1 0 0,0 0 0 0 0,0 0 0 0 0,1 0-1 0 0,-1 0 1 0 0,0 1 0 0 0,1-1 0 0 0,7 16 167 0 0,1 20 85 0 0,3 42-177 0 0,3 106 0 0 0,-14 83-140 0 0,-2-139 16 0 0,2-122-342 0 0,2-7 64 0 0,5-18-174 0 0,9-27-213 0 0,67-281 230 0 0,-80 310 567 0 0,-4 10 6 0 0,1 0-1 0 0,1 1 1 0 0,-1-1 0 0 0,1 1-1 0 0,0-1 1 0 0,1 1-1 0 0,-1 0 1 0 0,1 0-1 0 0,0 0 1 0 0,1 0-1 0 0,6-8 1 0 0,-10 14-80 0 0,0 0 1 0 0,1-1-1 0 0,-1 1 0 0 0,1 0 1 0 0,-1 0-1 0 0,0 0 0 0 0,1 0 1 0 0,-1-1-1 0 0,1 1 1 0 0,-1 0-1 0 0,1 0 0 0 0,-1 0 1 0 0,1 0-1 0 0,-1 0 0 0 0,0 0 1 0 0,1 0-1 0 0,-1 0 0 0 0,1 0 1 0 0,-1 0-1 0 0,1 0 0 0 0,-1 1 1 0 0,0-1-1 0 0,1 0 1 0 0,-1 0-1 0 0,1 0 0 0 0,-1 0 1 0 0,0 1-1 0 0,1-1 0 0 0,-1 0 1 0 0,0 0-1 0 0,1 1 0 0 0,-1-1 1 0 0,0 0-1 0 0,1 1 1 0 0,-1-1-1 0 0,0 0 0 0 0,0 1 1 0 0,1-1-1 0 0,-1 1 0 0 0,0-1 1 0 0,0 0-1 0 0,0 1 0 0 0,1-1 1 0 0,-1 1-1 0 0,0-1 1 0 0,0 1-1 0 0,0-1 0 0 0,0 0 1 0 0,0 1-1 0 0,0 0 0 0 0,6 26 217 0 0,-6-24-194 0 0,6 75 118 0 0,-3 0 0 0 0,-13 130-1 0 0,1-46-10 0 0,4-30-257 0 0,-2 67 176 0 0,7-198-66 0 0,0-1 0 0 0,-1 1 1 0 0,1-1-1 0 0,0 1 0 0 0,0-1 0 0 0,0 1 1 0 0,0-1-1 0 0,0 1 0 0 0,0-1 0 0 0,0 1 0 0 0,0-1 1 0 0,0 1-1 0 0,0-1 0 0 0,0 1 0 0 0,0-1 1 0 0,0 1-1 0 0,0-1 0 0 0,0 1 0 0 0,0-1 1 0 0,1 1-1 0 0,-1-1 0 0 0,0 0 0 0 0,0 1 0 0 0,1-1 1 0 0,-1 1-1 0 0,0-1 0 0 0,1 1 0 0 0,-1-1 1 0 0,0 0-1 0 0,1 1 0 0 0,-1-1 0 0 0,1 1 1 0 0,8-17-361 0 0,5-28-150 0 0,29-190 757 0 0,-17 81 212 0 0,-24 142-402 0 0,6-31 117 0 0,-7 40-147 0 0,0 0 0 0 0,-1 0-1 0 0,1-1 1 0 0,0 1 0 0 0,0 0 0 0 0,0 0 0 0 0,0 0 0 0 0,1 0 0 0 0,-1 0 0 0 0,0 0 0 0 0,1 1 0 0 0,-1-1 0 0 0,4-3 0 0 0,-4 5-15 0 0,0 0 0 0 0,0 0 0 0 0,0 0 1 0 0,0 0-1 0 0,-1 0 0 0 0,1 0 0 0 0,0 0 0 0 0,0 0 0 0 0,0 0 1 0 0,0 1-1 0 0,-1-1 0 0 0,1 0 0 0 0,0 0 0 0 0,0 1 0 0 0,-1-1 1 0 0,1 1-1 0 0,0-1 0 0 0,-1 1 0 0 0,1-1 0 0 0,0 1 0 0 0,-1-1 1 0 0,1 1-1 0 0,-1-1 0 0 0,1 1 0 0 0,0 0 0 0 0,-1-1 0 0 0,0 1 1 0 0,1 0-1 0 0,-1-1 0 0 0,1 1 0 0 0,-1 0 0 0 0,0 0 0 0 0,0 0 1 0 0,1-1-1 0 0,-1 2 0 0 0,12 31 50 0 0,41 231 156 0 0,-18-69-287 0 0,-11-82-83 0 0,24 97-506 0 0,-48-209 642 0 0,0 0 0 0 0,0 0 0 0 0,0 0 0 0 0,1 0 0 0 0,-1 0 0 0 0,0 0 0 0 0,1 1 0 0 0,-1-1 0 0 0,1 0 0 0 0,-1 0 0 0 0,1-1 0 0 0,0 1 0 0 0,-1 0 0 0 0,1 0 0 0 0,0 0 0 0 0,0 0 0 0 0,-1 0 0 0 0,2 0 0 0 0,-1-1-3 0 0,-1 0 1 0 0,1 0-1 0 0,-1-1 1 0 0,1 1-1 0 0,-1 0 0 0 0,1-1 1 0 0,-1 1-1 0 0,1 0 1 0 0,-1-1-1 0 0,0 1 1 0 0,1 0-1 0 0,-1-1 0 0 0,0 1 1 0 0,1-1-1 0 0,-1 1 1 0 0,0-1-1 0 0,1 1 0 0 0,-1-1 1 0 0,0 1-1 0 0,0-1 1 0 0,0 1-1 0 0,0-1 0 0 0,1 1 1 0 0,-1-2-1 0 0,9-42-583 0 0,-2-85 372 0 0,-7 103 326 0 0,0-1 0 0 0,2 0 0 0 0,1 0 0 0 0,1 1-1 0 0,1-1 1 0 0,10-30 0 0 0,-14 55-90 0 0,-1 0 0 0 0,1 1 0 0 0,-1-1 1 0 0,1 0-1 0 0,0 1 0 0 0,0-1 0 0 0,-1 1 0 0 0,1-1 0 0 0,0 1 1 0 0,0 0-1 0 0,1-1 0 0 0,-1 1 0 0 0,0 0 0 0 0,0 0 0 0 0,1 0 1 0 0,-1-1-1 0 0,1 2 0 0 0,-1-1 0 0 0,1 0 0 0 0,1-1 0 0 0,-2 2 6 0 0,1 0 0 0 0,-1 1 0 0 0,0-1-1 0 0,0 0 1 0 0,1 1 0 0 0,-1-1 0 0 0,0 1-1 0 0,0-1 1 0 0,0 1 0 0 0,1 0 0 0 0,-1-1-1 0 0,0 1 1 0 0,0 0 0 0 0,0 0 0 0 0,0 0-1 0 0,0 0 1 0 0,-1 0 0 0 0,1 0 0 0 0,0 0-1 0 0,0 0 1 0 0,-1 0 0 0 0,1 0 0 0 0,0 0-1 0 0,-1 1 1 0 0,1-1 0 0 0,0 2 0 0 0,10 24 46 0 0,-1 2 0 0 0,-1-1-1 0 0,-2 1 1 0 0,7 42 0 0 0,1 8-55 0 0,1-7 5 0 0,-10-35-34 0 0,3 0 0 0 0,1 0 0 0 0,1-1 0 0 0,30 64 0 0 0,-39-97 22 0 0,0 0 0 0 0,-1 0 0 0 0,1 0-1 0 0,0 0 1 0 0,0 0 0 0 0,1-1 0 0 0,-1 1-1 0 0,0-1 1 0 0,1 0 0 0 0,0 0 0 0 0,-1 0-1 0 0,1 0 1 0 0,0 0 0 0 0,0 0 0 0 0,0-1-1 0 0,5 2 1 0 0,-5-2-29 0 0,-1-1 0 0 0,0 0 0 0 0,1 0 0 0 0,-1 0 0 0 0,0 0 0 0 0,1 0-1 0 0,-1-1 1 0 0,0 1 0 0 0,1-1 0 0 0,-1 1 0 0 0,0-1 0 0 0,0 0 0 0 0,1 0 0 0 0,-1 0-1 0 0,0 0 1 0 0,0 0 0 0 0,0-1 0 0 0,0 1 0 0 0,0-1 0 0 0,-1 1 0 0 0,1-1 0 0 0,0 0-1 0 0,-1 1 1 0 0,3-4 0 0 0,12-16-203 0 0,0-1-1 0 0,-1 0 1 0 0,17-36 0 0 0,29-78 835 0 0,-23 46-99 0 0,-29 69-336 0 0,-8 15-66 0 0,1 1-1 0 0,1-1 1 0 0,-1 1-1 0 0,1 0 0 0 0,0 0 1 0 0,0 0-1 0 0,5-6 1 0 0,-8 11-85 0 0,1-1 0 0 0,-1 1 0 0 0,0 0 0 0 0,0 0 0 0 0,0 0 0 0 0,0 0 0 0 0,0 0 0 0 0,0 0 0 0 0,0 0 0 0 0,1 0 0 0 0,-1 0 0 0 0,0 0 0 0 0,0-1 0 0 0,0 1 0 0 0,0 0 0 0 0,0 0 0 0 0,0 0 0 0 0,1 0 0 0 0,-1 0 0 0 0,0 0 0 0 0,0 0 1 0 0,0 0-1 0 0,0 0 0 0 0,0 0 0 0 0,1 0 0 0 0,-1 0 0 0 0,0 0 0 0 0,0 1 0 0 0,0-1 0 0 0,0 0 0 0 0,0 0 0 0 0,1 0 0 0 0,-1 0 0 0 0,0 0 0 0 0,0 0 0 0 0,0 0 0 0 0,0 0 0 0 0,0 0 0 0 0,0 0 0 0 0,0 0 0 0 0,1 1 0 0 0,-1-1 0 0 0,0 0 0 0 0,0 0 0 0 0,0 0 0 0 0,4 11 177 0 0,1 14-118 0 0,-5-21-46 0 0,15 143 162 0 0,1 10-296 0 0,-13-135 107 0 0,-3-15-86 0 0,1 0-1 0 0,0-1 1 0 0,0 1-1 0 0,1 0 1 0 0,-1-1-1 0 0,2 1 1 0 0,4 9-1 0 0,-7-16 83 0 0,0 1 0 0 0,0-1-1 0 0,0 0 1 0 0,0 0-1 0 0,0 0 1 0 0,0 0-1 0 0,1 0 1 0 0,-1 1-1 0 0,0-1 1 0 0,0 0 0 0 0,0 0-1 0 0,0 0 1 0 0,0 0-1 0 0,1 0 1 0 0,-1 0-1 0 0,0 0 1 0 0,0 1 0 0 0,0-1-1 0 0,1 0 1 0 0,-1 0-1 0 0,0 0 1 0 0,0 0-1 0 0,0 0 1 0 0,1 0 0 0 0,-1 0-1 0 0,0 0 1 0 0,0 0-1 0 0,0 0 1 0 0,1 0-1 0 0,-1 0 1 0 0,0 0 0 0 0,0 0-1 0 0,0-1 1 0 0,1 1-1 0 0,-1 0 1 0 0,0 0-1 0 0,0 0 1 0 0,0 0-1 0 0,0 0 1 0 0,1 0 0 0 0,-1 0-1 0 0,0 0 1 0 0,0-1-1 0 0,0 1 1 0 0,9-12-188 0 0,2-15 8 0 0,-4-16 149 0 0,-7 36 109 0 0,1 1 0 0 0,0-1 0 0 0,0 0 0 0 0,0 1 0 0 0,1-1 0 0 0,0 1 0 0 0,5-10 0 0 0,-6 15-41 0 0,1 0 0 0 0,-1 0 0 0 0,1 0 0 0 0,0 0 0 0 0,-1 0 0 0 0,1 0 0 0 0,0 0-1 0 0,0 1 1 0 0,0-1 0 0 0,0 1 0 0 0,0-1 0 0 0,-1 1 0 0 0,1 0 0 0 0,0-1 0 0 0,0 1 0 0 0,0 0 0 0 0,0 0 0 0 0,0 1 0 0 0,2-1 0 0 0,40 6-99 0 0,-38-5 101 0 0,1 0 0 0 0,0 1 0 0 0,0-1 0 0 0,-1 2 0 0 0,1-1 0 0 0,-1 1 0 0 0,0-1 0 0 0,0 2 0 0 0,0-1 0 0 0,0 1 0 0 0,0 0 0 0 0,-1 0 0 0 0,0 0 0 0 0,1 1 0 0 0,-2 0 0 0 0,1 0 0 0 0,0 0 0 0 0,-1 1 0 0 0,3 5 0 0 0,-6-10-29 0 0,3 7 20 0 0,0 0-1 0 0,1-1 1 0 0,0 1 0 0 0,11 11 0 0 0,-16-18-28 0 0,1 0 0 0 0,0-1 1 0 0,0 1-1 0 0,0 0 0 0 0,-1 0 0 0 0,1-1 1 0 0,0 1-1 0 0,0 0 0 0 0,0-1 0 0 0,0 1 1 0 0,0-1-1 0 0,0 1 0 0 0,0-1 1 0 0,0 1-1 0 0,0-1 0 0 0,1 0 0 0 0,-1 0 1 0 0,0 0-1 0 0,0 1 0 0 0,0-1 0 0 0,0 0 1 0 0,0 0-1 0 0,0-1 0 0 0,1 1 0 0 0,-1 0 1 0 0,0 0-1 0 0,0 0 0 0 0,0-1 0 0 0,0 1 1 0 0,0-1-1 0 0,0 1 0 0 0,0-1 0 0 0,0 1 1 0 0,0-1-1 0 0,0 1 0 0 0,0-1 0 0 0,0 0 1 0 0,0 0-1 0 0,-1 1 0 0 0,1-1 0 0 0,0 0 1 0 0,0 0-1 0 0,-1 0 0 0 0,1 0 0 0 0,0 0 1 0 0,-1 0-1 0 0,1 0 0 0 0,0-2 1 0 0,2-4-32 0 0,0 0 1 0 0,0 0 0 0 0,0 0 0 0 0,-1 0-1 0 0,0-1 1 0 0,0 1 0 0 0,-1-1 0 0 0,1-7-1 0 0,-1-67-201 0 0,-1 51 135 0 0,-3-307 108 0 0,-50-358 0 0 0,41 610 22 0 0,-29-267-82 0 0,36 276 188 0 0,4 0 0 0 0,13-123-1 0 0,-8 185 4 0 0,-1 29-112 0 0,0 30-34 0 0,-12 194-44 0 0,1 18-385 0 0,9-216 260 0 0,2 0 0 0 0,2-1-1 0 0,1 1 1 0 0,17 51-1 0 0,-17-71-419 0 0,2-1-1 0 0,0 0 0 0 0,2-1 0 0 0,0 0 0 0 0,0 0 0 0 0,2-1 0 0 0,0-1 1 0 0,26 27-1 0 0,-42-52 300 0 0,1 0 1 0 0,0 0 0 0 0,0 0-1 0 0,1-1 1 0 0,0 1-1 0 0,0-13 1 0 0,-1 0 337 0 0,-16-102 1911 0 0,-4-157 1 0 0,22 200-1274 0 0,4 1 0 0 0,3-1 0 0 0,17-81 0 0 0,-20 145-473 0 0,-2 8-106 0 0,0 0 1 0 0,1 0 0 0 0,0 0 0 0 0,1 1-1 0 0,-1-1 1 0 0,2 1 0 0 0,-1-1 0 0 0,1 1-1 0 0,0 0 1 0 0,9-12 0 0 0,-12 20-75 0 0,-1 0 1 0 0,1 1-1 0 0,-1-1 1 0 0,0 0-1 0 0,1 0 1 0 0,-1 0-1 0 0,1 1 0 0 0,-1-1 1 0 0,0 0-1 0 0,1 0 1 0 0,-1 1-1 0 0,0-1 1 0 0,1 0-1 0 0,-1 1 1 0 0,0-1-1 0 0,1 0 1 0 0,-1 1-1 0 0,0-1 0 0 0,0 1 1 0 0,1-1-1 0 0,-1 0 1 0 0,0 1-1 0 0,0-1 1 0 0,0 1-1 0 0,0-1 1 0 0,1 1-1 0 0,-1-1 0 0 0,0 1 1 0 0,0-1-1 0 0,0 1 1 0 0,0-1-1 0 0,0 0 1 0 0,0 1-1 0 0,0-1 1 0 0,-1 1-1 0 0,1 0 0 0 0,4 21 83 0 0,-1 79-17 0 0,-2-52 13 0 0,2 1 1 0 0,15 81-1 0 0,-15-116-290 0 0,2 0 0 0 0,0 0 0 0 0,0 0 0 0 0,1 0 0 0 0,1-1 0 0 0,0 0 0 0 0,1-1-1 0 0,1 1 1 0 0,0-2 0 0 0,1 1 0 0 0,0-1 0 0 0,20 17 0 0 0,-30-28 105 0 0,1 0 0 0 0,0 0 0 0 0,0 0 0 0 0,0-1 1 0 0,0 1-1 0 0,0 0 0 0 0,0 0 0 0 0,0-1 0 0 0,0 1 0 0 0,0-1 0 0 0,0 1 0 0 0,0-1 0 0 0,0 0 0 0 0,1 1 0 0 0,-1-1 1 0 0,0 0-1 0 0,0 0 0 0 0,0 0 0 0 0,1 0 0 0 0,-1 0 0 0 0,0 0 0 0 0,2 0 0 0 0,-2 0 33 0 0,0-1-1 0 0,0 0 1 0 0,0 1 0 0 0,0-1-1 0 0,-1 0 1 0 0,1 0-1 0 0,0 0 1 0 0,0 1-1 0 0,0-1 1 0 0,-1 0 0 0 0,1 0-1 0 0,0 0 1 0 0,-1 0-1 0 0,1 0 1 0 0,-1-1 0 0 0,1 1-1 0 0,-1 0 1 0 0,1-1-1 0 0,2-9 9 0 0,-1 0 0 0 0,-1 0 0 0 0,1-21 0 0 0,-1 20 173 0 0,5-114 270 0 0,9-94 913 0 0,-11 188-1156 0 0,2-1-1 0 0,1 1 0 0 0,2 0 0 0 0,19-48 0 0 0,-27 78-144 0 0,0-1-1 0 0,0 1 1 0 0,0-1 0 0 0,1 1-1 0 0,-1 0 1 0 0,1 0-1 0 0,-1 0 1 0 0,1 0-1 0 0,0 0 1 0 0,0 0 0 0 0,0 0-1 0 0,0 0 1 0 0,2-1-1 0 0,-3 3-6 0 0,-1 0-1 0 0,0-1 0 0 0,1 1 1 0 0,-1 0-1 0 0,1 0 0 0 0,-1 0 1 0 0,0 0-1 0 0,1 0 0 0 0,-1 0 1 0 0,1 0-1 0 0,-1 0 1 0 0,1 0-1 0 0,-1 0 0 0 0,0 0 1 0 0,1 0-1 0 0,-1 1 0 0 0,1-1 1 0 0,-1 0-1 0 0,0 0 0 0 0,1 0 1 0 0,-1 0-1 0 0,0 1 0 0 0,1-1 1 0 0,-1 0-1 0 0,0 0 0 0 0,1 1 1 0 0,-1-1-1 0 0,0 0 0 0 0,1 1 1 0 0,7 22 94 0 0,-3 39 350 0 0,-2-1-1 0 0,-8 103 1 0 0,0-31-298 0 0,4-120-171 0 0,7 171 14 0 0,-4-164-259 0 0,1 0 0 0 0,0-1 0 0 0,2 0 1 0 0,0 0-1 0 0,2 0 0 0 0,0 0 0 0 0,11 20 0 0 0,-18-38 198 0 0,0 0 0 0 0,1-1 0 0 0,-1 1 0 0 0,0-1 0 0 0,0 1 0 0 0,1-1 0 0 0,-1 1 0 0 0,0 0 0 0 0,1-1 0 0 0,-1 1 0 0 0,1-1 0 0 0,-1 0 0 0 0,0 1 0 0 0,1-1 0 0 0,-1 1 0 0 0,1-1 0 0 0,-1 0 0 0 0,1 1 0 0 0,0-1 0 0 0,-1 0 0 0 0,1 1 0 0 0,-1-1-1 0 0,1 0 1 0 0,-1 0 0 0 0,1 0 0 0 0,0 0 0 0 0,-1 1 0 0 0,1-1 0 0 0,0 0 0 0 0,-1 0 0 0 0,2 0 0 0 0,-1-1 24 0 0,0 0-1 0 0,0 0 0 0 0,0 1 1 0 0,0-1-1 0 0,-1 0 0 0 0,1 0 1 0 0,0 0-1 0 0,0 0 1 0 0,0 0-1 0 0,-1 0 0 0 0,1 0 1 0 0,-1-1-1 0 0,1 1 1 0 0,0-2-1 0 0,15-56 552 0 0,-13 47-513 0 0,34-137 1239 0 0,50-170 1051 0 0,-82 305-2191 0 0,12-32 209 0 0,-16 43-280 0 0,0 0 0 0 0,0 1 1 0 0,1-1-1 0 0,-1 1 0 0 0,1 0 0 0 0,0-1 0 0 0,-1 1 1 0 0,1 0-1 0 0,0 0 0 0 0,0 0 0 0 0,1 0 0 0 0,-1 1 0 0 0,3-3 1 0 0,-5 4-18 0 0,1 0 1 0 0,-1 0 0 0 0,1 0-1 0 0,-1-1 1 0 0,0 1 0 0 0,1 0 0 0 0,-1 0-1 0 0,0 0 1 0 0,1 0 0 0 0,-1 0-1 0 0,1 0 1 0 0,-1 0 0 0 0,0 0 0 0 0,1 0-1 0 0,-1 0 1 0 0,1 0 0 0 0,-1 0-1 0 0,0 1 1 0 0,1-1 0 0 0,-1 0 0 0 0,0 0-1 0 0,1 0 1 0 0,-1 0 0 0 0,0 1-1 0 0,1-1 1 0 0,-1 0 0 0 0,0 0 0 0 0,1 1-1 0 0,-1-1 1 0 0,0 0 0 0 0,1 1-1 0 0,6 15 176 0 0,-3 24 89 0 0,-4-36-234 0 0,1 193 493 0 0,-3-135-482 0 0,2-1-1 0 0,15 115 0 0 0,3-67-398 0 0,-18-109 348 0 0,0 0 1 0 0,0 0-1 0 0,0 0 0 0 0,0 0 1 0 0,0 0-1 0 0,0 1 0 0 0,0-1 0 0 0,0 0 1 0 0,0 0-1 0 0,0 0 0 0 0,0 0 1 0 0,0 0-1 0 0,0 0 0 0 0,0 0 0 0 0,0 0 1 0 0,0 0-1 0 0,0 0 0 0 0,0 1 0 0 0,0-1 1 0 0,0 0-1 0 0,0 0 0 0 0,0 0 1 0 0,0 0-1 0 0,1 0 0 0 0,-1 0 0 0 0,0 0 1 0 0,0 0-1 0 0,0 0 0 0 0,0 0 1 0 0,0 0-1 0 0,0 0 0 0 0,0 0 0 0 0,0 0 1 0 0,0 0-1 0 0,0 0 0 0 0,0 0 1 0 0,1 0-1 0 0,-1 1 0 0 0,0-1 0 0 0,0 0 1 0 0,0 0-1 0 0,0 0 0 0 0,0 0 0 0 0,0 0 1 0 0,0 0-1 0 0,0-1 0 0 0,0 1 1 0 0,1 0-1 0 0,-1 0 0 0 0,0 0 0 0 0,0 0 1 0 0,0 0-1 0 0,0 0 0 0 0,0 0 1 0 0,0 0-1 0 0,0 0 0 0 0,0 0 0 0 0,0 0 1 0 0,0 0-1 0 0,0 0 0 0 0,1 0 0 0 0,4-8-17 0 0,3-12 85 0 0,30-128-324 0 0,-30 106 261 0 0,2 0 1 0 0,2 1 0 0 0,2 1 0 0 0,34-70 0 0 0,-45 104-4 0 0,1 0 1 0 0,0 1 0 0 0,0 0 0 0 0,0-1-1 0 0,1 2 1 0 0,8-9 0 0 0,-12 12 0 0 0,0 1 0 0 0,0-1 0 0 0,-1 1 0 0 0,1-1 1 0 0,0 1-1 0 0,0-1 0 0 0,0 1 0 0 0,0 0 0 0 0,0-1 0 0 0,0 1 1 0 0,0 0-1 0 0,0 0 0 0 0,0 0 0 0 0,0-1 0 0 0,0 1 0 0 0,0 0 0 0 0,0 0 1 0 0,0 1-1 0 0,0-1 0 0 0,1 0 0 0 0,-1 1 1 0 0,1 0 0 0 0,-1 0 0 0 0,0 0 0 0 0,0 0 0 0 0,0 0 0 0 0,0 0 0 0 0,0 0 0 0 0,0 0 1 0 0,0 0-1 0 0,-1 0 0 0 0,1 1 0 0 0,0-1 0 0 0,-1 0 0 0 0,1 0 0 0 0,0 1 0 0 0,-1-1 0 0 0,0 1 0 0 0,1 2 0 0 0,4 24 88 0 0,-2 1-1 0 0,0-1 1 0 0,-2 1-1 0 0,-2 0 1 0 0,-6 47-1 0 0,3-25-61 0 0,8 263 107 0 0,-1-256-255 0 0,-3-53 164 0 0,2 14-236 0 0,0-19 20 0 0,1-12 62 0 0,44-149-244 0 0,-9 37 480 0 0,-30 90-85 0 0,-2 9-34 0 0,0-1 0 0 0,2 2 0 0 0,0-1 0 0 0,2 1-1 0 0,1 0 1 0 0,16-26 0 0 0,-26 48 6 0 0,0 0 1 0 0,1 1-1 0 0,-1-1 1 0 0,0 0-1 0 0,1 1 1 0 0,-1-1-1 0 0,1 1 0 0 0,0 0 1 0 0,-1 0-1 0 0,1 0 1 0 0,0-1-1 0 0,0 2 0 0 0,-1-1 1 0 0,1 0-1 0 0,3-1 1 0 0,-4 2-9 0 0,0 0 0 0 0,0 0 0 0 0,0 1 0 0 0,0-1 0 0 0,-1 0 0 0 0,1 0 0 0 0,0 1 1 0 0,0-1-1 0 0,0 1 0 0 0,0-1 0 0 0,-1 0 0 0 0,1 1 0 0 0,0-1 0 0 0,0 1 0 0 0,-1 0 0 0 0,1-1 1 0 0,0 1-1 0 0,-1 0 0 0 0,1-1 0 0 0,-1 1 0 0 0,1 0 0 0 0,-1 0 0 0 0,1-1 0 0 0,-1 1 0 0 0,1 0 1 0 0,-1 0-1 0 0,0 0 0 0 0,0 0 0 0 0,1 0 0 0 0,-1-1 0 0 0,0 1 0 0 0,0 0 0 0 0,0 0 1 0 0,0 0-1 0 0,0 0 0 0 0,0 2 0 0 0,6 65 196 0 0,-3 97 0 0 0,-1-19-120 0 0,-12 126-6 0 0,8-240-31 0 0,2-28-46 0 0,0 24 102 0 0,4-23-42 0 0,7-15-55 0 0,3-12-116 0 0,-2-1 0 0 0,-1 0 0 0 0,0 0 0 0 0,13-45-1 0 0,-15 41 134 0 0,12-42-113 0 0,-16 48 93 0 0,1-1 0 0 0,1 2 0 0 0,1-1 0 0 0,1 1 1 0 0,0 0-1 0 0,21-31 0 0 0,-29 50 9 0 0,-1 0 0 0 0,1 0 0 0 0,0-1 0 0 0,0 1 0 0 0,0 0 0 0 0,0 0 0 0 0,0 0 0 0 0,0 0 0 0 0,0 0 0 0 0,1 0 0 0 0,-1 0 0 0 0,0 1 0 0 0,0-1-1 0 0,1 0 1 0 0,-1 1 0 0 0,0-1 0 0 0,1 1 0 0 0,-1-1 0 0 0,1 1 0 0 0,-1 0 0 0 0,0-1 0 0 0,3 1 0 0 0,-2 1 2 0 0,-1-1 0 0 0,0 1 1 0 0,0-1-1 0 0,1 1 0 0 0,-1 0 0 0 0,0 0 0 0 0,0 0 0 0 0,0 0 0 0 0,0-1 0 0 0,0 1 1 0 0,0 1-1 0 0,-1-1 0 0 0,1 0 0 0 0,0 0 0 0 0,0 0 0 0 0,-1 0 0 0 0,1 0 0 0 0,-1 1 0 0 0,1 0 1 0 0,3 10 15 0 0,0 0 1 0 0,-1 0-1 0 0,2 23 1 0 0,11 212-24 0 0,-3-20-323 0 0,-11-176 236 0 0,-2-36 26 0 0,1 0 0 0 0,0 0 1 0 0,6 25-1 0 0,-7-40 56 0 0,0 0 0 0 0,0 0 1 0 0,0 0-1 0 0,0 0 0 0 0,0 1 1 0 0,0-1-1 0 0,0 0 0 0 0,0 0 1 0 0,0 0-1 0 0,0 0 0 0 0,0 0 1 0 0,0 0-1 0 0,0 1 0 0 0,0-1 1 0 0,0 0-1 0 0,1 0 0 0 0,-1 0 1 0 0,0 0-1 0 0,0 0 0 0 0,0 0 1 0 0,0 1-1 0 0,0-1 0 0 0,0 0 1 0 0,0 0-1 0 0,0 0 0 0 0,0 0 1 0 0,1 0-1 0 0,-1 0 0 0 0,0 0 1 0 0,0 0-1 0 0,0 0 0 0 0,0 0 1 0 0,0 0-1 0 0,1 0 0 0 0,-1 0 1 0 0,0 0-1 0 0,0 0 0 0 0,0 0 1 0 0,0 0-1 0 0,0 0 0 0 0,0 0 1 0 0,1 0-1 0 0,-1 0 0 0 0,0 0 1 0 0,0 0-1 0 0,0 0 0 0 0,0 0 1 0 0,0 0-1 0 0,1 0 0 0 0,-1 0 1 0 0,0 0-1 0 0,0 0 0 0 0,0 0 1 0 0,0 0-1 0 0,0 0 0 0 0,8-11-95 0 0,2-13-40 0 0,2-17 14 0 0,9-66 1 0 0,-15 66 246 0 0,20-65 1 0 0,-26 104-110 0 0,1 1 0 0 0,-1-1 0 0 0,1 0 1 0 0,0 0-1 0 0,-1 1 0 0 0,1-1 0 0 0,0 0 0 0 0,0 1 1 0 0,0-1-1 0 0,0 1 0 0 0,1-1 0 0 0,-1 1 0 0 0,0 0 1 0 0,1-1-1 0 0,-1 1 0 0 0,1 0 0 0 0,-1 0 0 0 0,1 0 1 0 0,-1 0-1 0 0,1 0 0 0 0,2 0 0 0 0,-3 1-3 0 0,0 0-1 0 0,0 0 1 0 0,0 0-1 0 0,0 1 1 0 0,1-1-1 0 0,-1 0 1 0 0,0 1 0 0 0,0-1-1 0 0,0 1 1 0 0,0-1-1 0 0,0 1 1 0 0,0-1-1 0 0,0 1 1 0 0,-1 0-1 0 0,1 0 1 0 0,0-1 0 0 0,0 1-1 0 0,0 0 1 0 0,-1 0-1 0 0,1 0 1 0 0,0 0-1 0 0,-1 0 1 0 0,1 0-1 0 0,-1 0 1 0 0,1 0 0 0 0,-1 0-1 0 0,0 0 1 0 0,1 0-1 0 0,-1 0 1 0 0,0 0-1 0 0,0 1 1 0 0,0-1-1 0 0,0 0 1 0 0,0 2 0 0 0,5 38 81 0 0,-1 0 1 0 0,-2 1-1 0 0,-5 41 1 0 0,2 30 37 0 0,6-35-258 0 0,2-1 0 0 0,23 96 0 0 0,-18-140 51 0 0,-12-32 71 0 0,0-1-1 0 0,0 1 1 0 0,1-1-1 0 0,-1 0 1 0 0,0 1-1 0 0,1-1 1 0 0,-1 0 0 0 0,0 0-1 0 0,0 1 1 0 0,1-1-1 0 0,-1 0 1 0 0,0 0-1 0 0,1 1 1 0 0,-1-1-1 0 0,1 0 1 0 0,-1 0-1 0 0,0 0 1 0 0,1 0-1 0 0,-1 0 1 0 0,1 1-1 0 0,-1-1 1 0 0,0 0 0 0 0,1 0-1 0 0,-1 0 1 0 0,1 0-1 0 0,0 0 1 0 0,0-1-4 0 0,0 0 0 0 0,0 1 0 0 0,0-1 0 0 0,0 0 1 0 0,0 1-1 0 0,-1-1 0 0 0,1 0 0 0 0,0 0 0 0 0,0 0 0 0 0,-1 1 1 0 0,1-1-1 0 0,0 0 0 0 0,-1 0 0 0 0,1 0 0 0 0,0-2 1 0 0,3-7-98 0 0,0 0 1 0 0,-1-1 0 0 0,0 0-1 0 0,0 1 1 0 0,-1-1 0 0 0,1-20-1 0 0,-3 21-41 0 0,1 0-1 0 0,0 1 0 0 0,1-1 0 0 0,0 0 1 0 0,1 0-1 0 0,0 1 0 0 0,1-1 0 0 0,4-9 0 0 0,-7 18 142 0 0,-1 0 0 0 0,0 1 0 0 0,0-1 0 0 0,1 0-1 0 0,-1 1 1 0 0,1-1 0 0 0,-1 1 0 0 0,0-1 0 0 0,1 0-1 0 0,-1 1 1 0 0,1-1 0 0 0,0 1 0 0 0,-1-1 0 0 0,1 1-1 0 0,-1-1 1 0 0,1 1 0 0 0,0 0 0 0 0,-1-1 0 0 0,1 1-1 0 0,0 0 1 0 0,-1-1 0 0 0,1 1 0 0 0,0 0 0 0 0,0 0-1 0 0,-1 0 1 0 0,1 0 0 0 0,1 0 0 0 0,-1 0 21 0 0,0 1 0 0 0,0-1 0 0 0,0 1-1 0 0,0 0 1 0 0,0-1 0 0 0,-1 1 0 0 0,1 0 0 0 0,0 0 0 0 0,-1-1 0 0 0,1 1 0 0 0,0 0 0 0 0,-1 0 0 0 0,1 0 0 0 0,-1 0 0 0 0,1 0-1 0 0,0 2 1 0 0,1 4 98 0 0,0 1 0 0 0,0-1 0 0 0,0 1 0 0 0,0 8 0 0 0,2 73 123 0 0,8 86 666 0 0,-9-145-764 0 0,2-1-1 0 0,2 0 0 0 0,17 51 1 0 0,-23-75-191 0 0,1-1 0 0 0,0 1 0 0 0,0-1 0 0 0,1 1 0 0 0,-1-1 0 0 0,1 0 0 0 0,0 0 0 0 0,6 7 0 0 0,-8-10 37 0 0,0 0 0 0 0,0-1 0 0 0,0 1 0 0 0,0-1 0 0 0,0 1-1 0 0,-1-1 1 0 0,1 1 0 0 0,0-1 0 0 0,0 0 0 0 0,0 0 0 0 0,0 1 0 0 0,0-1-1 0 0,0 0 1 0 0,1 0 0 0 0,-1 0 0 0 0,0 0 0 0 0,0 0 0 0 0,1 0 0 0 0,0-1 8 0 0,0 0 0 0 0,0 1 0 0 0,0-1 0 0 0,0 0 0 0 0,0 0 1 0 0,0-1-1 0 0,0 1 0 0 0,0 0 0 0 0,-1 0 0 0 0,1-1 0 0 0,2-2 0 0 0,0 0 15 0 0,6-6-50 0 0,0 0 1 0 0,1 0-1 0 0,0 1 1 0 0,21-13-1 0 0,-28 20 32 0 0,-1 0-1 0 0,0 1 1 0 0,1-1-1 0 0,0 1 1 0 0,-1 0-1 0 0,1 0 1 0 0,0 0 0 0 0,-1 1-1 0 0,1-1 1 0 0,0 1-1 0 0,0 0 1 0 0,0 0-1 0 0,-1 0 1 0 0,1 1 0 0 0,0-1-1 0 0,0 1 1 0 0,-1 0-1 0 0,1 0 1 0 0,0 0-1 0 0,-1 1 1 0 0,1-1-1 0 0,5 4 1 0 0,22 13 186 0 0,1 1 747 0 0,68 30 0 0 0,-93-46-830 0 0,-2-1 24 0 0,1 0 0 0 0,0 0 0 0 0,-1 1 0 0 0,1 0-1 0 0,9 7 1 0 0,-14-9-132 0 0,0 0-1 0 0,0-1 0 0 0,0 1 1 0 0,0 1-1 0 0,0-1 1 0 0,-1 0-1 0 0,1 0 0 0 0,0 0 1 0 0,-1 0-1 0 0,1 0 1 0 0,-1 1-1 0 0,1-1 0 0 0,-1 0 1 0 0,1 1-1 0 0,-1-1 1 0 0,0 0-1 0 0,0 1 0 0 0,0-1 1 0 0,0 0-1 0 0,0 1 1 0 0,0-1-1 0 0,0 0 0 0 0,0 1 1 0 0,0-1-1 0 0,-1 0 1 0 0,1 1-1 0 0,0-1 0 0 0,-1 0 1 0 0,1 0-1 0 0,-1 1 1 0 0,0-1-1 0 0,1 0 0 0 0,-2 2 1 0 0,-8 12-367 0 0</inkml:trace>
</inkml:ink>
</file>

<file path=ppt/ink/ink1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23.855"/>
    </inkml:context>
    <inkml:brush xml:id="br0">
      <inkml:brushProperty name="width" value="0.1" units="cm"/>
      <inkml:brushProperty name="height" value="0.1" units="cm"/>
      <inkml:brushProperty name="color" value="#E71224"/>
    </inkml:brush>
  </inkml:definitions>
  <inkml:trace contextRef="#ctx0" brushRef="#br0">1 141 5529 0 0,'13'-43'2495'0'0,"-11"35"-2091"0"0,0 0 0 0 0,0 0-1 0 0,0 0 1 0 0,1 1 0 0 0,0-1 0 0 0,1 1 0 0 0,0-1-1 0 0,0 1 1 0 0,0 0 0 0 0,1 1 0 0 0,7-9-1 0 0,-11 15-318 0 0,-1 0-1 0 0,1 0 0 0 0,-1-1 0 0 0,1 1 1 0 0,0 0-1 0 0,-1 0 0 0 0,1 0 0 0 0,0 0 1 0 0,-1 0-1 0 0,1 0 0 0 0,0 0 0 0 0,-1 0 1 0 0,1 1-1 0 0,-1-1 0 0 0,1 0 0 0 0,0 0 0 0 0,-1 0 1 0 0,1 1-1 0 0,-1-1 0 0 0,1 0 0 0 0,-1 1 1 0 0,1-1-1 0 0,-1 0 0 0 0,1 1 0 0 0,-1-1 1 0 0,1 1-1 0 0,-1-1 0 0 0,1 1 0 0 0,-1-1 1 0 0,0 1-1 0 0,1-1 0 0 0,-1 1 0 0 0,0-1 0 0 0,1 1 1 0 0,-1 0-1 0 0,0-1 0 0 0,0 1 0 0 0,1-1 1 0 0,-1 1-1 0 0,0 0 0 0 0,0 0 0 0 0,10 28 1211 0 0,-2 10-525 0 0,-2-1 0 0 0,3 76-1 0 0,-12 79-706 0 0,1-183-30 0 0,2-8-27 0 0,-1 0-1 0 0,1 0 1 0 0,-1 0-1 0 0,1 0 0 0 0,0 0 1 0 0,0 0-1 0 0,0 1 1 0 0,0-1-1 0 0,0 0 0 0 0,1 0 1 0 0,0 3-1 0 0,13-42-239 0 0,2-2-160 0 0,2 2 0 0 0,2 0 0 0 0,33-47 0 0 0,-1 0 500 0 0,-52 84-104 0 0,33-51 806 0 0,-30 47-626 0 0,0 0 1 0 0,1 0-1 0 0,-1 1 0 0 0,1-1 0 0 0,0 1 1 0 0,0 0-1 0 0,0 0 0 0 0,0 0 0 0 0,9-4 1 0 0,-12 7-158 0 0,1 0 1 0 0,-1 0 0 0 0,1 0-1 0 0,-1 0 1 0 0,1 0-1 0 0,-1 0 1 0 0,1 0 0 0 0,-1 0-1 0 0,1 0 1 0 0,-1 0 0 0 0,1 1-1 0 0,-1-1 1 0 0,1 1 0 0 0,-1-1-1 0 0,0 1 1 0 0,1 0 0 0 0,-1 0-1 0 0,0-1 1 0 0,1 1 0 0 0,-1 0-1 0 0,0 0 1 0 0,0 0 0 0 0,0 0-1 0 0,0 0 1 0 0,0 0 0 0 0,0 1-1 0 0,0-1 1 0 0,0 0 0 0 0,0 0-1 0 0,-1 1 1 0 0,1-1 0 0 0,-1 1-1 0 0,1-1 1 0 0,0 3 0 0 0,4 7 157 0 0,-1 0 0 0 0,-1 0 0 0 0,3 12 0 0 0,-6-21-181 0 0,24 166-1489 0 0,-13-78-903 0 0,-7-67-4487 0 0</inkml:trace>
</inkml:ink>
</file>

<file path=ppt/ink/ink1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24.155"/>
    </inkml:context>
    <inkml:brush xml:id="br0">
      <inkml:brushProperty name="width" value="0.1" units="cm"/>
      <inkml:brushProperty name="height" value="0.1" units="cm"/>
      <inkml:brushProperty name="color" value="#E71224"/>
    </inkml:brush>
  </inkml:definitions>
  <inkml:trace contextRef="#ctx0" brushRef="#br0">32 137 4145 0 0,'-19'-16'6060'0'0,"18"16"-5923"0"0,-7 21 5058 0 0,5-4-5318 0 0,2-9 345 0 0,1 0-1 0 0,0 1 1 0 0,1-1 0 0 0,0 0 0 0 0,1 0-1 0 0,-1 0 1 0 0,1 0 0 0 0,1 0 0 0 0,0 0-1 0 0,0 0 1 0 0,0-1 0 0 0,8 13 0 0 0,-8-15-158 0 0,0-1 0 0 0,0 0 0 0 0,0 0 0 0 0,1 0 0 0 0,-1 0 1 0 0,1-1-1 0 0,0 1 0 0 0,0-1 0 0 0,0 0 0 0 0,0 0 0 0 0,1 0 1 0 0,-1-1-1 0 0,1 0 0 0 0,0 0 0 0 0,0 0 0 0 0,0 0 0 0 0,0-1 1 0 0,0 1-1 0 0,0-1 0 0 0,0 0 0 0 0,6-1 0 0 0,-8 1-95 0 0,-1-2-1 0 0,0 1 0 0 0,0 0 1 0 0,0 0-1 0 0,0-1 0 0 0,0 1 1 0 0,0-1-1 0 0,0 1 0 0 0,0-1 0 0 0,0 0 1 0 0,0 0-1 0 0,0 0 0 0 0,0 0 1 0 0,0 0-1 0 0,0-1 0 0 0,-1 1 1 0 0,1 0-1 0 0,-1-1 0 0 0,1 1 1 0 0,1-3-1 0 0,-1 0-19 0 0,0 1-1 0 0,0-1 1 0 0,0 0 0 0 0,0 0-1 0 0,-1 0 1 0 0,1 0 0 0 0,-1 0-1 0 0,0 0 1 0 0,0-8 0 0 0,0-1 26 0 0,-1 1 0 0 0,0-1 0 0 0,-1 0 0 0 0,0 0 0 0 0,-6-23 0 0 0,2 19-217 0 0,-1-1 0 0 0,-1 1 1 0 0,-17-29-1 0 0,-14-14-3928 0 0,29 50 2794 0 0</inkml:trace>
</inkml:ink>
</file>

<file path=ppt/ink/ink1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24.314"/>
    </inkml:context>
    <inkml:brush xml:id="br0">
      <inkml:brushProperty name="width" value="0.1" units="cm"/>
      <inkml:brushProperty name="height" value="0.1" units="cm"/>
      <inkml:brushProperty name="color" value="#E71224"/>
    </inkml:brush>
  </inkml:definitions>
  <inkml:trace contextRef="#ctx0" brushRef="#br0">0 0 12899 0 0,'5'29'1016'0'0,"-2"0"0"0"0,-1 1 1 0 0,-3 46-1 0 0,0 14-1347 0 0,3-67-944 0 0,0 1-1 0 0,10 41 1 0 0,-10-51 1239 0 0</inkml:trace>
</inkml:ink>
</file>

<file path=ppt/ink/ink1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24.488"/>
    </inkml:context>
    <inkml:brush xml:id="br0">
      <inkml:brushProperty name="width" value="0.1" units="cm"/>
      <inkml:brushProperty name="height" value="0.1" units="cm"/>
      <inkml:brushProperty name="color" value="#E71224"/>
    </inkml:brush>
  </inkml:definitions>
  <inkml:trace contextRef="#ctx0" brushRef="#br0">6 21 13363 0 0,'-3'-9'592'0'0,"2"4"120"0"0,-1 1-568 0 0,2 3-144 0 0,0-1 0 0 0,2 2 0 0 0,-1 2 192 0 0,0-1 0 0 0,2 0 8 0 0,0 5 0 0 0,1 1-808 0 0,5 21-976 0 0,-5-10 768 0 0,2 4 632 0 0,-5-2 184 0 0</inkml:trace>
</inkml:ink>
</file>

<file path=ppt/ink/ink1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24.837"/>
    </inkml:context>
    <inkml:brush xml:id="br0">
      <inkml:brushProperty name="width" value="0.1" units="cm"/>
      <inkml:brushProperty name="height" value="0.1" units="cm"/>
      <inkml:brushProperty name="color" value="#E71224"/>
    </inkml:brush>
  </inkml:definitions>
  <inkml:trace contextRef="#ctx0" brushRef="#br0">210 1 3209 0 0,'-5'0'376'0'0,"-1"1"1"0"0,1 1 0 0 0,0-1-1 0 0,-1 1 1 0 0,1 0-1 0 0,0 0 1 0 0,0 0 0 0 0,0 1-1 0 0,0 0 1 0 0,1 0-1 0 0,-1 0 1 0 0,-7 7 0 0 0,-49 51 4655 0 0,59-59-4986 0 0,0 0 80 0 0,-44 54 2059 0 0,42-51-2141 0 0,1-1 1 0 0,1 1-1 0 0,-1-1 1 0 0,1 1 0 0 0,-1 0-1 0 0,1 0 1 0 0,1 0-1 0 0,-1 0 1 0 0,1 0 0 0 0,0 1-1 0 0,-1 5 1 0 0,2-9-96 0 0,1 0 1 0 0,-1 0-1 0 0,0 0 1 0 0,1-1-1 0 0,-1 1 0 0 0,1 0 1 0 0,0 0-1 0 0,-1-1 1 0 0,1 1-1 0 0,0 0 1 0 0,0-1-1 0 0,0 1 1 0 0,0-1-1 0 0,0 0 0 0 0,1 1 1 0 0,-1-1-1 0 0,0 0 1 0 0,1 1-1 0 0,-1-1 1 0 0,1 0-1 0 0,-1 0 1 0 0,1 0-1 0 0,-1 0 0 0 0,1-1 1 0 0,0 1-1 0 0,-1 0 1 0 0,3 0-1 0 0,7 2-140 0 0,1 0-1 0 0,-1 0 1 0 0,16 0 0 0 0,-5 1 351 0 0,-10-2-235 0 0,0 1-1 0 0,1 0 1 0 0,-1 1-1 0 0,0 1 1 0 0,19 10-1 0 0,-29-14 51 0 0,1 0-1 0 0,-1 1 1 0 0,0-1-1 0 0,0 1 1 0 0,0-1-1 0 0,0 1 1 0 0,0 0-1 0 0,0 0 1 0 0,0 0-1 0 0,0 0 1 0 0,-1 0-1 0 0,1 0 1 0 0,-1 1-1 0 0,1-1 1 0 0,-1 0-1 0 0,0 1 1 0 0,0-1-1 0 0,0 1 1 0 0,0-1-1 0 0,-1 1 1 0 0,1 0-1 0 0,-1-1 1 0 0,1 1-1 0 0,-1 0 1 0 0,0-1-1 0 0,0 1 1 0 0,0 0-1 0 0,-1-1 1 0 0,1 1-1 0 0,0 0 1 0 0,-1-1-1 0 0,0 1 1 0 0,-1 2-1 0 0,-2 5 252 0 0,0-1 1 0 0,-1 0-1 0 0,-1 0 0 0 0,1 0 0 0 0,-1-1 1 0 0,-1 0-1 0 0,0 0 0 0 0,-14 13 1 0 0,-5 1-544 0 0,-38 24 1 0 0,58-42 19 0 0,-10 7-343 0 0</inkml:trace>
</inkml:ink>
</file>

<file path=ppt/ink/ink1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25.217"/>
    </inkml:context>
    <inkml:brush xml:id="br0">
      <inkml:brushProperty name="width" value="0.1" units="cm"/>
      <inkml:brushProperty name="height" value="0.1" units="cm"/>
      <inkml:brushProperty name="color" value="#E71224"/>
    </inkml:brush>
  </inkml:definitions>
  <inkml:trace contextRef="#ctx0" brushRef="#br0">1 103 10594 0 0,'0'-2'74'0'0,"0"1"-1"0"0,1-1 0 0 0,-1 1 0 0 0,1-1 1 0 0,-1 1-1 0 0,1-1 0 0 0,0 1 0 0 0,-1-1 1 0 0,1 1-1 0 0,0 0 0 0 0,0 0 1 0 0,0-1-1 0 0,1 0 0 0 0,1 6 134 0 0,-3 12 537 0 0,-5 15 1537 0 0,3-17-1682 0 0,0-1 0 0 0,0 1 0 0 0,1-1 0 0 0,2 28 0 0 0,-1-38-601 0 0,0-1 1 0 0,1 1 0 0 0,-1-1 0 0 0,1 1 0 0 0,-1-1-1 0 0,1 0 1 0 0,0 1 0 0 0,0-1 0 0 0,0 0-1 0 0,1 0 1 0 0,-1 1 0 0 0,0-1 0 0 0,1 0 0 0 0,-1 0-1 0 0,1 0 1 0 0,0-1 0 0 0,0 1 0 0 0,0 0 0 0 0,0-1-1 0 0,0 1 1 0 0,0-1 0 0 0,0 0 0 0 0,0 1-1 0 0,1-1 1 0 0,-1 0 0 0 0,0-1 0 0 0,1 1 0 0 0,-1 0-1 0 0,0 0 1 0 0,1-1 0 0 0,-1 0 0 0 0,6 1-1 0 0,-4-1-79 0 0,-1-1 0 0 0,1 1 0 0 0,0-1 0 0 0,-1 0 0 0 0,1 0 0 0 0,-1 0 0 0 0,1 0 0 0 0,-1 0 0 0 0,0-1 0 0 0,1 1 0 0 0,-1-1 0 0 0,0 0 0 0 0,0 0 0 0 0,0-1 0 0 0,4-3 0 0 0,41-46-262 0 0,-35 37 310 0 0,34-50 229 0 0,-37 49 102 0 0,0 1 0 0 0,1 0 0 0 0,1 0 0 0 0,26-23 0 0 0,-35 35-108 0 0,1 0-1 0 0,0 0 1 0 0,-1 1 0 0 0,1 0-1 0 0,0-1 1 0 0,0 1 0 0 0,0 1 0 0 0,0-1-1 0 0,0 1 1 0 0,1-1 0 0 0,-1 1 0 0 0,0 1-1 0 0,10-2 1 0 0,-12 3-100 0 0,1-1-1 0 0,0 0 0 0 0,0 1 1 0 0,-1 0-1 0 0,1 0 1 0 0,0 0-1 0 0,-1 0 0 0 0,1 0 1 0 0,-1 0-1 0 0,1 1 1 0 0,-1-1-1 0 0,0 1 1 0 0,1 0-1 0 0,-1-1 0 0 0,0 1 1 0 0,0 0-1 0 0,0 0 1 0 0,-1 1-1 0 0,1-1 0 0 0,0 0 1 0 0,-1 1-1 0 0,0-1 1 0 0,2 3-1 0 0,5 12-52 0 0,-1 0-1 0 0,-1 0 0 0 0,-1 1 1 0 0,0 0-1 0 0,-1-1 1 0 0,-1 2-1 0 0,0-1 0 0 0,-2 0 1 0 0,0 0-1 0 0,-1 1 1 0 0,-1-1-1 0 0,-1 0 1 0 0,0 1-1 0 0,-9 31 0 0 0,0-12-88 0 0,-1 0-1 0 0,-3 0 1 0 0,0-1-1 0 0,-3-1 0 0 0,-37 58 1 0 0,-45 46-1837 0 0,76-112-5624 0 0</inkml:trace>
</inkml:ink>
</file>

<file path=ppt/ink/ink1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25.741"/>
    </inkml:context>
    <inkml:brush xml:id="br0">
      <inkml:brushProperty name="width" value="0.1" units="cm"/>
      <inkml:brushProperty name="height" value="0.1" units="cm"/>
      <inkml:brushProperty name="color" value="#E71224"/>
    </inkml:brush>
  </inkml:definitions>
  <inkml:trace contextRef="#ctx0" brushRef="#br0">0 0 3225 0 0,'8'25'11636'0'0,"-5"-21"-10579"0"0,2 6-694 0 0,10 34 579 0 0,-2 0 0 0 0,-2 0 0 0 0,8 68 1 0 0,-10-53-1608 0 0,21 74 1 0 0,-22-108-503 0 0,1 0-3327 0 0,-2-6-1132 0 0</inkml:trace>
</inkml:ink>
</file>

<file path=ppt/ink/ink1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26.010"/>
    </inkml:context>
    <inkml:brush xml:id="br0">
      <inkml:brushProperty name="width" value="0.1" units="cm"/>
      <inkml:brushProperty name="height" value="0.1" units="cm"/>
      <inkml:brushProperty name="color" value="#E71224"/>
    </inkml:brush>
  </inkml:definitions>
  <inkml:trace contextRef="#ctx0" brushRef="#br0">73 34 6913 0 0,'7'-4'625'0'0,"-1"-1"0"0"0,1 2-1 0 0,0-1 1 0 0,0 1-1 0 0,1 0 1 0 0,-1 0-1 0 0,1 1 1 0 0,-1 0-1 0 0,1 1 1 0 0,0-1 0 0 0,-1 1-1 0 0,1 1 1 0 0,0 0-1 0 0,0 0 1 0 0,15 2-1 0 0,-22-2-539 0 0,1 1 0 0 0,0 0 0 0 0,-1-1-1 0 0,1 1 1 0 0,-1 0 0 0 0,1 0 0 0 0,-1 0 0 0 0,0 0-1 0 0,1 0 1 0 0,-1 0 0 0 0,0 0 0 0 0,1 0 0 0 0,-1 1-1 0 0,0-1 1 0 0,0 0 0 0 0,0 1 0 0 0,0-1 0 0 0,0 1-1 0 0,-1-1 1 0 0,1 1 0 0 0,0-1 0 0 0,0 3 0 0 0,0 0-25 0 0,-1 0 0 0 0,1 1 0 0 0,-1-1 0 0 0,0 0 0 0 0,0 1 0 0 0,0-1 0 0 0,0 0 0 0 0,-2 8 0 0 0,-2 3-53 0 0,-1-1 0 0 0,0 1 0 0 0,-13 26 0 0 0,10-26-8 0 0,-1-1-1 0 0,-1 0 0 0 0,0 0 0 0 0,-1-1 0 0 0,0 0 0 0 0,-1-1 1 0 0,-1-1-1 0 0,-21 17 0 0 0,-31 14-6023 0 0,46-30 259 0 0</inkml:trace>
</inkml:ink>
</file>

<file path=ppt/ink/ink1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26.627"/>
    </inkml:context>
    <inkml:brush xml:id="br0">
      <inkml:brushProperty name="width" value="0.1" units="cm"/>
      <inkml:brushProperty name="height" value="0.1" units="cm"/>
      <inkml:brushProperty name="color" value="#E71224"/>
    </inkml:brush>
  </inkml:definitions>
  <inkml:trace contextRef="#ctx0" brushRef="#br0">0 1 14283 0 0,'1'0'30'0'0,"-1"0"-1"0"0,0 0 1 0 0,1 0-1 0 0,-1 0 1 0 0,1 0-1 0 0,-1 0 1 0 0,1 0-1 0 0,-1 0 1 0 0,0 0-1 0 0,1 0 0 0 0,-1 0 1 0 0,1 0-1 0 0,-1 0 1 0 0,0 0-1 0 0,1 1 1 0 0,-1-1-1 0 0,1 0 1 0 0,-1 0-1 0 0,0 0 1 0 0,1 1-1 0 0,-1-1 1 0 0,0 0-1 0 0,1 0 1 0 0,-1 1-1 0 0,0-1 1 0 0,1 0-1 0 0,-1 1 1 0 0,0-1-1 0 0,0 0 1 0 0,1 1-1 0 0,-1 0 1 0 0,11 20 1037 0 0,1 21 1068 0 0,-2 5-436 0 0,5 65 0 0 0,-11 49-2359 0 0,-4-152 273 0 0,-2 23-477 0 0,2-30 591 0 0,0-1 0 0 0,0 1 0 0 0,0-1 0 0 0,-1 0 0 0 0,1 1 0 0 0,0-1 0 0 0,-1 1 0 0 0,0-1 0 0 0,1 0 0 0 0,-1 0 0 0 0,0 1 0 0 0,1-1 0 0 0,-1 0 0 0 0,0 0 0 0 0,0 0 0 0 0,0 0 0 0 0,-2 2 0 0 0</inkml:trace>
</inkml:ink>
</file>

<file path=ppt/ink/ink1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26.873"/>
    </inkml:context>
    <inkml:brush xml:id="br0">
      <inkml:brushProperty name="width" value="0.1" units="cm"/>
      <inkml:brushProperty name="height" value="0.1" units="cm"/>
      <inkml:brushProperty name="color" value="#E71224"/>
    </inkml:brush>
  </inkml:definitions>
  <inkml:trace contextRef="#ctx0" brushRef="#br0">1 30 7226 0 0,'15'-6'669'0'0,"1"0"1"0"0,0 2 0 0 0,1 0 0 0 0,32-4 0 0 0,-44 7-386 0 0,0 1 1 0 0,0-1-1 0 0,1 1 1 0 0,-1 1 0 0 0,0-1-1 0 0,1 1 1 0 0,-1 0-1 0 0,0 0 1 0 0,0 1-1 0 0,0-1 1 0 0,0 1 0 0 0,0 0-1 0 0,0 0 1 0 0,-1 1-1 0 0,1 0 1 0 0,-1-1-1 0 0,1 2 1 0 0,-1-1 0 0 0,7 7-1 0 0,-9-7-199 0 0,1 1-1 0 0,-1 1 1 0 0,0-1 0 0 0,0 0-1 0 0,0 0 1 0 0,-1 1 0 0 0,0-1-1 0 0,1 1 1 0 0,-2 0-1 0 0,1-1 1 0 0,0 1 0 0 0,-1 0-1 0 0,0-1 1 0 0,0 1 0 0 0,0 0-1 0 0,-1-1 1 0 0,1 1-1 0 0,-1 0 1 0 0,0-1 0 0 0,-1 1-1 0 0,1-1 1 0 0,-5 8 0 0 0,-1 6-259 0 0,-2 0 0 0 0,0-1-1 0 0,-1-1 1 0 0,-13 18 0 0 0,5-11-803 0 0,0 0 0 0 0,-1-2 0 0 0,-2 0 0 0 0,-31 25 0 0 0,37-36-310 0 0</inkml:trace>
</inkml:ink>
</file>

<file path=ppt/ink/ink1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27.546"/>
    </inkml:context>
    <inkml:brush xml:id="br0">
      <inkml:brushProperty name="width" value="0.1" units="cm"/>
      <inkml:brushProperty name="height" value="0.1" units="cm"/>
      <inkml:brushProperty name="color" value="#E71224"/>
    </inkml:brush>
  </inkml:definitions>
  <inkml:trace contextRef="#ctx0" brushRef="#br0">78 0 3225 0 0,'-5'7'4855'0'0,"-13"33"-2960"0"0,5-2-1143 0 0,2 0 0 0 0,2 0 0 0 0,1 1 0 0 0,-3 51 0 0 0,10-76-620 0 0,0-1-1 0 0,1 1 1 0 0,1 0-1 0 0,0-1 1 0 0,0 0-1 0 0,2 1 1 0 0,0-1-1 0 0,0 0 1 0 0,1 0-1 0 0,1 0 0 0 0,0-1 1 0 0,1 1-1 0 0,0-1 1 0 0,1 0-1 0 0,0-1 1 0 0,10 12-1 0 0,-15-20-105 0 0,1-1 0 0 0,-1 0-1 0 0,1 1 1 0 0,-1-1 0 0 0,1 0-1 0 0,0 0 1 0 0,0-1 0 0 0,0 1 0 0 0,0-1-1 0 0,0 1 1 0 0,0-1 0 0 0,0 0-1 0 0,1 0 1 0 0,-1-1 0 0 0,0 1 0 0 0,0 0-1 0 0,1-1 1 0 0,-1 0 0 0 0,1 0-1 0 0,-1 0 1 0 0,4-1 0 0 0,-4 1-10 0 0,-1-1 0 0 0,1 0 0 0 0,-1 0 0 0 0,1 0 1 0 0,-1 0-1 0 0,0 0 0 0 0,1 0 0 0 0,-1-1 0 0 0,0 1 0 0 0,0-1 0 0 0,0 1 0 0 0,0-1 1 0 0,0 0-1 0 0,-1 0 0 0 0,1 0 0 0 0,-1 0 0 0 0,1 0 0 0 0,-1 0 0 0 0,1-1 0 0 0,-1 1 1 0 0,0 0-1 0 0,0-1 0 0 0,0 1 0 0 0,0-1 0 0 0,-1 1 0 0 0,1-1 0 0 0,-1 1 1 0 0,1-4-1 0 0,-1 0-47 0 0,1 1 0 0 0,-1-1 0 0 0,0 1 0 0 0,-1-1 0 0 0,1 1 0 0 0,-1-1 0 0 0,0 1 0 0 0,-1-1 0 0 0,1 1 0 0 0,-1 0 0 0 0,0-1 0 0 0,-4-6 0 0 0,-2-1-169 0 0,-1 0-1 0 0,-20-24 0 0 0,4 6 108 0 0,25 31 110 0 0,-1-1 0 0 0,1 0 0 0 0,-1 1 0 0 0,1-1 0 0 0,-1 0 0 0 0,1 1 0 0 0,0-1-1 0 0,-1 0 1 0 0,1 0 0 0 0,0 1 0 0 0,0-1 0 0 0,0 0 0 0 0,0 0 0 0 0,-1 0 0 0 0,1 1 0 0 0,0-1 0 0 0,0 0 0 0 0,0 0 0 0 0,1 0 0 0 0,-1 1 0 0 0,0-1 0 0 0,0 0-1 0 0,0 0 1 0 0,1 1 0 0 0,-1-1 0 0 0,0 0 0 0 0,1 0 0 0 0,-1 1 0 0 0,1-2 0 0 0,1 0 24 0 0,0 0 0 0 0,0 0-1 0 0,0 0 1 0 0,0 0 0 0 0,0 1 0 0 0,0-1-1 0 0,1 1 1 0 0,4-3 0 0 0,4-1 127 0 0,0 1-1 0 0,1 0 1 0 0,12-2 0 0 0,-18 4-71 0 0,1 1 1 0 0,0 0 0 0 0,0 1-1 0 0,0-1 1 0 0,0 1 0 0 0,0 1-1 0 0,0-1 1 0 0,-1 1 0 0 0,1 1-1 0 0,0-1 1 0 0,0 1 0 0 0,-1 0-1 0 0,12 5 1 0 0,-10-2-14 0 0,1 0-1 0 0,-1 0 1 0 0,0 1-1 0 0,0 0 1 0 0,-1 1-1 0 0,0 0 1 0 0,0 0 0 0 0,11 14-1 0 0,-7-5 141 0 0,-1 1 0 0 0,0 0 1 0 0,-1 0-1 0 0,-1 1 0 0 0,-1 0 0 0 0,-1 0 0 0 0,0 1 0 0 0,-1 0 1 0 0,3 24-1 0 0,1 76-598 0 0,-7-109-469 0 0</inkml:trace>
</inkml:ink>
</file>

<file path=ppt/ink/ink1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31.397"/>
    </inkml:context>
    <inkml:brush xml:id="br0">
      <inkml:brushProperty name="width" value="0.1" units="cm"/>
      <inkml:brushProperty name="height" value="0.1" units="cm"/>
      <inkml:brushProperty name="color" value="#F6630D"/>
    </inkml:brush>
  </inkml:definitions>
  <inkml:trace contextRef="#ctx0" brushRef="#br0">22 38 8754 0 0,'-9'-20'1805'0'0,"-3"2"4206"0"0,14 33-4815 0 0,75 460 3491 0 0,-71-413-4978 0 0,40 283-5071 0 0,-46-342 4864 0 0,0-2 90 0 0,1 1 0 0 0,-1-1 0 0 0,0 0 0 0 0,1 1 1 0 0,-1-1-1 0 0,1 0 0 0 0,-1 1 0 0 0,1-1 0 0 0,-1 0 0 0 0,1 0 0 0 0,0 1 1 0 0,1 1-1 0 0</inkml:trace>
</inkml:ink>
</file>

<file path=ppt/ink/ink1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31.587"/>
    </inkml:context>
    <inkml:brush xml:id="br0">
      <inkml:brushProperty name="width" value="0.1" units="cm"/>
      <inkml:brushProperty name="height" value="0.1" units="cm"/>
      <inkml:brushProperty name="color" value="#F6630D"/>
    </inkml:brush>
  </inkml:definitions>
  <inkml:trace contextRef="#ctx0" brushRef="#br0">1 233 3225 0 0,'0'-15'688'0'0,"0"0"0"0"0,1 0 0 0 0,1 0 1 0 0,0 0-1 0 0,6-19 0 0 0,-6 28-305 0 0,1-1 1 0 0,0 1-1 0 0,0 0 0 0 0,0 0 0 0 0,1 0 1 0 0,-1 1-1 0 0,1-1 0 0 0,1 1 0 0 0,-1 0 1 0 0,1 0-1 0 0,0 0 0 0 0,0 1 0 0 0,1 0 1 0 0,5-4-1 0 0,1 0 401 0 0,0 1 0 0 0,21-10 0 0 0,-1 9-961 0 0,-1 10-3800 0 0,-18 2-875 0 0</inkml:trace>
</inkml:ink>
</file>

<file path=ppt/ink/ink1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31.781"/>
    </inkml:context>
    <inkml:brush xml:id="br0">
      <inkml:brushProperty name="width" value="0.1" units="cm"/>
      <inkml:brushProperty name="height" value="0.1" units="cm"/>
      <inkml:brushProperty name="color" value="#F6630D"/>
    </inkml:brush>
  </inkml:definitions>
  <inkml:trace contextRef="#ctx0" brushRef="#br0">0 157 5985 0 0,'7'-2'550'0'0,"0"-1"0"0"0,0 0 0 0 0,-1 0 0 0 0,10-6 0 0 0,12-6 94 0 0,70-26-186 0 0,107-31 1 0 0,-178 64-537 0 0</inkml:trace>
</inkml:ink>
</file>

<file path=ppt/ink/ink1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31.967"/>
    </inkml:context>
    <inkml:brush xml:id="br0">
      <inkml:brushProperty name="width" value="0.1" units="cm"/>
      <inkml:brushProperty name="height" value="0.1" units="cm"/>
      <inkml:brushProperty name="color" value="#F6630D"/>
    </inkml:brush>
  </inkml:definitions>
  <inkml:trace contextRef="#ctx0" brushRef="#br0">22 0 10138 0 0,'-1'1'79'0'0,"0"-1"-1"0"0,0 1 0 0 0,-1-1 1 0 0,1 1-1 0 0,0-1 1 0 0,0 1-1 0 0,0 0 0 0 0,0 0 1 0 0,0 0-1 0 0,0 0 1 0 0,0 0-1 0 0,0 0 0 0 0,0 0 1 0 0,0 0-1 0 0,0 0 1 0 0,1 0-1 0 0,-1 0 0 0 0,0 0 1 0 0,1 1-1 0 0,-1-1 1 0 0,1 0-1 0 0,-1 0 0 0 0,1 1 1 0 0,0-1-1 0 0,0 0 1 0 0,-1 1-1 0 0,1-1 0 0 0,0 1 1 0 0,0-1-1 0 0,0 0 1 0 0,1 3-1 0 0,1 45 2824 0 0,9-1-717 0 0,21 60 1 0 0,4 16-1252 0 0,-3-4-2389 0 0,-26-94 252 0 0</inkml:trace>
</inkml:ink>
</file>

<file path=ppt/ink/ink1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32.158"/>
    </inkml:context>
    <inkml:brush xml:id="br0">
      <inkml:brushProperty name="width" value="0.1" units="cm"/>
      <inkml:brushProperty name="height" value="0.1" units="cm"/>
      <inkml:brushProperty name="color" value="#F6630D"/>
    </inkml:brush>
  </inkml:definitions>
  <inkml:trace contextRef="#ctx0" brushRef="#br0">0 227 9218 0 0,'11'-18'304'0'0,"1"1"0"0"0,1 0-1 0 0,0 1 1 0 0,1 0 0 0 0,1 1 0 0 0,0 1 0 0 0,1 0-1 0 0,1 1 1 0 0,30-19 0 0 0,-34 24-173 0 0,0 0 0 0 0,1 0-1 0 0,0 1 1 0 0,0 1 0 0 0,28-8 0 0 0,-39 13-242 0 0,0 0 0 0 0,1 1 1 0 0,-1-1-1 0 0,0 1 1 0 0,1 0-1 0 0,-1 0 0 0 0,0 0 1 0 0,1 0-1 0 0,-1 1 0 0 0,0-1 1 0 0,1 1-1 0 0,-1 0 1 0 0,0 0-1 0 0,3 2 0 0 0,-3-2-138 0 0,-1 1 0 0 0,0-1 0 0 0,0 1 0 0 0,0 0 0 0 0,0 0 0 0 0,0 0 0 0 0,0 0 0 0 0,-1 1 0 0 0,1-1 0 0 0,-1 0 0 0 0,1 1 0 0 0,-1-1-1 0 0,0 1 1 0 0,0-1 0 0 0,0 1 0 0 0,0-1 0 0 0,-1 1 0 0 0,1 0 0 0 0,0 5 0 0 0,-2 14-1355 0 0,-6 1 969 0 0</inkml:trace>
</inkml:ink>
</file>

<file path=ppt/ink/ink1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32.316"/>
    </inkml:context>
    <inkml:brush xml:id="br0">
      <inkml:brushProperty name="width" value="0.1" units="cm"/>
      <inkml:brushProperty name="height" value="0.1" units="cm"/>
      <inkml:brushProperty name="color" value="#F6630D"/>
    </inkml:brush>
  </inkml:definitions>
  <inkml:trace contextRef="#ctx0" brushRef="#br0">1 151 4609 0 0,'38'-24'616'0'0,"0"3"0"0"0,2 1 0 0 0,0 1 1 0 0,2 3-1 0 0,73-20 0 0 0,-84 29-632 0 0,1-1-64 0 0</inkml:trace>
</inkml:ink>
</file>

<file path=ppt/ink/ink1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32.553"/>
    </inkml:context>
    <inkml:brush xml:id="br0">
      <inkml:brushProperty name="width" value="0.1" units="cm"/>
      <inkml:brushProperty name="height" value="0.1" units="cm"/>
      <inkml:brushProperty name="color" value="#F6630D"/>
    </inkml:brush>
  </inkml:definitions>
  <inkml:trace contextRef="#ctx0" brushRef="#br0">38 63 920 0 0,'-5'3'955'0'0,"1"-1"0"0"0,-1 1-1 0 0,0 0 1 0 0,1 0 0 0 0,-1 0-1 0 0,-4 10 2908 0 0,17-13-2461 0 0,12-4-115 0 0,-19 4-1081 0 0,150-40 5604 0 0,-45 11-4938 0 0,-95 26-955 0 0,50-14-3555 0 0</inkml:trace>
</inkml:ink>
</file>

<file path=ppt/ink/ink1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32.743"/>
    </inkml:context>
    <inkml:brush xml:id="br0">
      <inkml:brushProperty name="width" value="0.1" units="cm"/>
      <inkml:brushProperty name="height" value="0.1" units="cm"/>
      <inkml:brushProperty name="color" value="#F6630D"/>
    </inkml:brush>
  </inkml:definitions>
  <inkml:trace contextRef="#ctx0" brushRef="#br0">24 1 5065 0 0,'-3'2'157'0'0,"1"0"1"0"0,0 0-1 0 0,0 0 0 0 0,1 1 0 0 0,-1-1 1 0 0,0 1-1 0 0,1-1 0 0 0,0 1 0 0 0,-1 0 1 0 0,1-1-1 0 0,0 1 0 0 0,0 0 1 0 0,0 0-1 0 0,1 0 0 0 0,-1 0 0 0 0,1 0 1 0 0,0 0-1 0 0,0 0 0 0 0,0 3 0 0 0,0 12 1561 0 0,5 37-1 0 0,-2-34-798 0 0,16 143 4209 0 0,24 79-1642 0 0,-10-130-3797 0 0,-25-88-464 0 0</inkml:trace>
</inkml:ink>
</file>

<file path=ppt/ink/ink1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33.187"/>
    </inkml:context>
    <inkml:brush xml:id="br0">
      <inkml:brushProperty name="width" value="0.1" units="cm"/>
      <inkml:brushProperty name="height" value="0.1" units="cm"/>
      <inkml:brushProperty name="color" value="#F6630D"/>
    </inkml:brush>
  </inkml:definitions>
  <inkml:trace contextRef="#ctx0" brushRef="#br0">1 47 11058 0 0,'183'-12'5640'0'0,"-59"2"-3110"0"0,416-1-152 0 0,-445 8-3782 0 0,-34-4-2799 0 0,-45 4-1746 0 0</inkml:trace>
</inkml:ink>
</file>

<file path=ppt/ink/ink1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33.440"/>
    </inkml:context>
    <inkml:brush xml:id="br0">
      <inkml:brushProperty name="width" value="0.1" units="cm"/>
      <inkml:brushProperty name="height" value="0.1" units="cm"/>
      <inkml:brushProperty name="color" value="#F6630D"/>
    </inkml:brush>
  </inkml:definitions>
  <inkml:trace contextRef="#ctx0" brushRef="#br0">30 1 6913 0 0,'-29'3'11502'0'0,"48"4"-10914"0"0,0 0 0 0 0,0 1 0 0 0,-1 1 0 0 0,0 1 0 0 0,-1 1 0 0 0,18 13 0 0 0,-30-19-566 0 0,0-1 0 0 0,0 0 0 0 0,0 1 0 0 0,-1 0 1 0 0,1 0-1 0 0,-1 1 0 0 0,0-1 0 0 0,-1 1 0 0 0,1-1 0 0 0,-1 1 0 0 0,0 1 0 0 0,-1-1 0 0 0,1 0 0 0 0,-1 0 0 0 0,-1 1 0 0 0,1-1 0 0 0,-1 1 1 0 0,0 0-1 0 0,-1-1 0 0 0,1 1 0 0 0,-1 0 0 0 0,-1 0 0 0 0,0 6 0 0 0,-2 0-125 0 0,-1 1-1 0 0,0-1 1 0 0,-1-1 0 0 0,0 1-1 0 0,-1-1 1 0 0,0 0-1 0 0,-1 0 1 0 0,-12 15 0 0 0,-26 29-2578 0 0,-2-5-4132 0 0,25-28 2250 0 0</inkml:trace>
</inkml:ink>
</file>

<file path=ppt/ink/ink1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34.012"/>
    </inkml:context>
    <inkml:brush xml:id="br0">
      <inkml:brushProperty name="width" value="0.1" units="cm"/>
      <inkml:brushProperty name="height" value="0.1" units="cm"/>
      <inkml:brushProperty name="color" value="#F6630D"/>
    </inkml:brush>
  </inkml:definitions>
  <inkml:trace contextRef="#ctx0" brushRef="#br0">21 0 10594 0 0,'-1'1'65'0'0,"0"0"0"0"0,-1-1 0 0 0,1 1-1 0 0,0 0 1 0 0,0 0 0 0 0,0 0 0 0 0,0 0-1 0 0,0 0 1 0 0,0 0 0 0 0,0 0 0 0 0,0 0-1 0 0,0 0 1 0 0,0 1 0 0 0,1-1 0 0 0,-1 0-1 0 0,0 1 1 0 0,1-1 0 0 0,-1 0 0 0 0,1 1-1 0 0,0-1 1 0 0,-1 0 0 0 0,1 1 0 0 0,0-1-1 0 0,0 3 1 0 0,-2 42 697 0 0,3-35-353 0 0,2 38 1053 0 0,2-1 0 0 0,18 78-1 0 0,-4-25-817 0 0,38 395 850 0 0,-6-40-341 0 0,-31-298-1032 0 0,-6 0-1 0 0,-10 215 0 0 0,-8-217-2 0 0,6-1 0 0 0,22 159 0 0 0,-9-211-217 0 0,17 137 14 0 0,-27-78-4569 0 0,-5-132-1593 0 0</inkml:trace>
</inkml:ink>
</file>

<file path=ppt/ink/ink1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34.600"/>
    </inkml:context>
    <inkml:brush xml:id="br0">
      <inkml:brushProperty name="width" value="0.1" units="cm"/>
      <inkml:brushProperty name="height" value="0.1" units="cm"/>
      <inkml:brushProperty name="color" value="#F6630D"/>
    </inkml:brush>
  </inkml:definitions>
  <inkml:trace contextRef="#ctx0" brushRef="#br0">34 184 6913 0 0,'-25'2'1208'0'0,"17"2"34"0"0,15 2-169 0 0,5-3-785 0 0,1-1 0 0 0,0 0-1 0 0,-1 0 1 0 0,1-2 0 0 0,0 1 0 0 0,-1-2 0 0 0,24-3 0 0 0,-3 2 152 0 0,53-3 319 0 0,237-6 814 0 0,326-2-1409 0 0,-1-27 1217 0 0,283 11 2343 0 0,-531 23-2987 0 0,402-61 1106 0 0,-786 65-1929 0 0,66-10-1106 0 0,100-1 0 0 0</inkml:trace>
</inkml:ink>
</file>

<file path=ppt/ink/ink1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38.595"/>
    </inkml:context>
    <inkml:brush xml:id="br0">
      <inkml:brushProperty name="width" value="0.1" units="cm"/>
      <inkml:brushProperty name="height" value="0.1" units="cm"/>
      <inkml:brushProperty name="color" value="#F6630D"/>
    </inkml:brush>
  </inkml:definitions>
  <inkml:trace contextRef="#ctx0" brushRef="#br0">4 2950 920 0 0,'0'0'67'0'0,"-1"-2"86"0"0,1-1 1 0 0,-1 1-1 0 0,1 0 1 0 0,-1 0-1 0 0,1-1 1 0 0,0 1-1 0 0,0 0 1 0 0,0 0-1 0 0,0-1 0 0 0,0 1 1 0 0,1 0-1 0 0,0-3 1 0 0,0-4 274 0 0,10-122 5293 0 0,1-57-4614 0 0,-1-28 850 0 0,3-57 732 0 0,-1 15-1153 0 0,-32-206 853 0 0,10 296-1463 0 0,5-332 282 0 0,0 237-920 0 0,0 55 8 0 0,3 175-274 0 0,2 1-1 0 0,2-1 1 0 0,1 0 0 0 0,2 1-1 0 0,11-38 1 0 0,-16 64 77 0 0,-1 6-99 0 0,0 0 0 0 0,1 0-1 0 0,-1 0 1 0 0,0 0 0 0 0,0 0 0 0 0,0 0-1 0 0,0 0 1 0 0,0 0 0 0 0,0 0-1 0 0,0 0 1 0 0,0 0 0 0 0,0 0 0 0 0,0 0-1 0 0,0 0 1 0 0,0 0 0 0 0,0 0-1 0 0,1 0 1 0 0,-1 0 0 0 0,0 0 0 0 0,0 0-1 0 0,0 0 1 0 0,0 0 0 0 0,0 0-1 0 0,0 0 1 0 0,0 0 0 0 0,0 0 0 0 0,0 0-1 0 0,0 0 1 0 0,0 0 0 0 0,0 0-1 0 0,0 0 1 0 0,0 0 0 0 0,0 0 0 0 0,0-1-1 0 0,0 1 1 0 0,0 0 0 0 0,0 0-1 0 0,1 0 1 0 0,-1 0 0 0 0,0 0 0 0 0,5 10-34 0 0,6 8-8 0 0,-2 0-1 0 0,0 0 1 0 0,-1 1-1 0 0,-1 0 1 0 0,7 26-1 0 0,1 3 90 0 0,21 48 6 0 0,13 42 12 0 0,-42-114-79 0 0,-2 0 0 0 0,-1 0 0 0 0,-1 0 0 0 0,-1 28-1 0 0,-6 101-93 0 0,0-78 87 0 0,-1 37 3 0 0,-2 103-28 0 0,-4 144 126 0 0,25-150 353 0 0,-2-78-197 0 0,-1-43-223 0 0,-7-59-14 0 0,0 0 0 0 0,-2 49 1 0 0,0-34-13 0 0,1 0 0 0 0,2 0 0 0 0,2 0 1 0 0,14 46-1 0 0,-21-89 13 0 0,5 26-67 0 0,2 1 0 0 0,1-1 1 0 0,2 0-1 0 0,0 0 0 0 0,2-1 1 0 0,1-1-1 0 0,0 0 0 0 0,29 37 1 0 0,-37-55 13 0 0,1-1 1 0 0,-1 0 0 0 0,1 0-1 0 0,1 0 1 0 0,-1-1 0 0 0,1 0 0 0 0,0 0-1 0 0,0-1 1 0 0,1 0 0 0 0,-1 0-1 0 0,1 0 1 0 0,0-1 0 0 0,0-1 0 0 0,0 1-1 0 0,0-1 1 0 0,0 0 0 0 0,1-1-1 0 0,9 1 1 0 0,-9-4-91 0 0,-1 0-1 0 0,1 0 1 0 0,-1-1-1 0 0,0 0 1 0 0,0 0-1 0 0,0-1 1 0 0,0 0-1 0 0,-1-1 1 0 0,1 1-1 0 0,6-7 1 0 0,19-10-83 0 0,-13 10 154 0 0,28-23 1 0 0,-7 5 150 0 0,-40 28-67 0 0,0 0 1 0 0,1 0-1 0 0,-1 0 1 0 0,1 0 0 0 0,0 0-1 0 0,-1 1 1 0 0,1-1-1 0 0,-1 1 1 0 0,1-1 0 0 0,0 1-1 0 0,0 0 1 0 0,-1 0-1 0 0,1 0 1 0 0,0 0-1 0 0,-1 0 1 0 0,1 0 0 0 0,0 0-1 0 0,0 0 1 0 0,-1 1-1 0 0,1-1 1 0 0,0 0 0 0 0,-1 1-1 0 0,1 0 1 0 0,-1-1-1 0 0,1 1 1 0 0,-1 0-1 0 0,1 0 1 0 0,-1 0 0 0 0,1 0-1 0 0,-1 0 1 0 0,0 0-1 0 0,0 0 1 0 0,1 1 0 0 0,-1-1-1 0 0,0 0 1 0 0,0 1-1 0 0,1 1 1 0 0,5 8 130 0 0,0 0 0 0 0,-1 0 0 0 0,-1 1 0 0 0,6 14 0 0 0,1 2-11 0 0,-9-22-139 0 0,0 0 1 0 0,0 0-1 0 0,1 0 0 0 0,0-1 0 0 0,0 0 0 0 0,0 1 1 0 0,1-2-1 0 0,-1 1 0 0 0,1 0 0 0 0,0-1 0 0 0,1 0 1 0 0,-1 0-1 0 0,1-1 0 0 0,0 1 0 0 0,0-1 0 0 0,0 0 1 0 0,0-1-1 0 0,0 0 0 0 0,0 0 0 0 0,1 0 0 0 0,-1 0 1 0 0,1-1-1 0 0,0 0 0 0 0,-1-1 0 0 0,1 0 0 0 0,0 0 0 0 0,-1 0 1 0 0,9-2-1 0 0,-1 0 6 0 0,0 1 0 0 0,0 0 0 0 0,0 1 0 0 0,0 1 0 0 0,0 0-1 0 0,0 0 1 0 0,0 2 0 0 0,-1-1 0 0 0,17 7 0 0 0,24 6 300 0 0,73 12 0 0 0,8 0 109 0 0,-119-23-375 0 0,0-1 1 0 0,1-1-1 0 0,-1-1 1 0 0,1 0 0 0 0,31-4-1 0 0,85-18 267 0 0,-32 3-190 0 0,37-9-110 0 0,-88 15 0 0 0,71-6 0 0 0,-77 17-131 0 0,1 3 0 0 0,-1 1 0 0 0,0 2 0 0 0,68 18 0 0 0,-69-13 2 0 0,0-2 0 0 0,1-1 0 0 0,0-3 0 0 0,74-1 1 0 0,90-14 289 0 0,-41 4-3662 0 0,-146 6-2575 0 0</inkml:trace>
</inkml:ink>
</file>

<file path=ppt/ink/ink1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43.904"/>
    </inkml:context>
    <inkml:brush xml:id="br0">
      <inkml:brushProperty name="width" value="0.1" units="cm"/>
      <inkml:brushProperty name="height" value="0.1" units="cm"/>
      <inkml:brushProperty name="color" value="#F6630D"/>
    </inkml:brush>
  </inkml:definitions>
  <inkml:trace contextRef="#ctx0" brushRef="#br0">16 96 2761 0 0,'-2'-7'671'0'0,"0"0"1"0"0,0 0-1 0 0,0 0 1 0 0,1 0 0 0 0,0 0-1 0 0,0-8 1 0 0,-4-23 4035 0 0,6 54 220 0 0,1 23-3987 0 0,5-1-433 0 0,30 144 810 0 0,-27-145-1846 0 0,2-1 0 0 0,30 66 0 0 0,-10-27-2727 0 0,-28-60 1930 0 0</inkml:trace>
</inkml:ink>
</file>

<file path=ppt/ink/ink1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44.092"/>
    </inkml:context>
    <inkml:brush xml:id="br0">
      <inkml:brushProperty name="width" value="0.1" units="cm"/>
      <inkml:brushProperty name="height" value="0.1" units="cm"/>
      <inkml:brushProperty name="color" value="#F6630D"/>
    </inkml:brush>
  </inkml:definitions>
  <inkml:trace contextRef="#ctx0" brushRef="#br0">67 416 4609 0 0,'-12'-26'1050'0'0,"1"-1"0"0"0,1 0 0 0 0,2-1 0 0 0,1 0-1 0 0,0 0 1 0 0,3-1 0 0 0,-3-43 0 0 0,7 67-916 0 0,0 0-1 0 0,1 0 1 0 0,0 1-1 0 0,-1-1 1 0 0,2 0-1 0 0,-1 1 0 0 0,0-1 1 0 0,1 1-1 0 0,0-1 1 0 0,0 1-1 0 0,0 0 1 0 0,1 0-1 0 0,0 0 1 0 0,-1 0-1 0 0,1 0 1 0 0,1 0-1 0 0,-1 1 1 0 0,0-1-1 0 0,1 1 1 0 0,0 0-1 0 0,-1 0 1 0 0,7-2-1 0 0,6-5 393 0 0,1 1 0 0 0,0 1 0 0 0,0 1 0 0 0,25-7 0 0 0,-38 13-1013 0 0,0 0 1 0 0,1-1-1 0 0,-1 1 1 0 0,1 1-1 0 0,-1-1 1 0 0,1 1-1 0 0,0 0 1 0 0,-1 0-1 0 0,1 0 1 0 0,-1 0-1 0 0,1 1 1 0 0,-1 0-1 0 0,1 0 1 0 0,7 2-1 0 0</inkml:trace>
</inkml:ink>
</file>

<file path=ppt/ink/ink1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44.297"/>
    </inkml:context>
    <inkml:brush xml:id="br0">
      <inkml:brushProperty name="width" value="0.1" units="cm"/>
      <inkml:brushProperty name="height" value="0.1" units="cm"/>
      <inkml:brushProperty name="color" value="#F6630D"/>
    </inkml:brush>
  </inkml:definitions>
  <inkml:trace contextRef="#ctx0" brushRef="#br0">1 169 8290 0 0,'25'-13'2123'0'0,"150"-63"3102"0"0,6 11-8684 0 0,-161 58 3459 0 0,-3 0 0 0 0</inkml:trace>
</inkml:ink>
</file>

<file path=ppt/ink/ink1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44.520"/>
    </inkml:context>
    <inkml:brush xml:id="br0">
      <inkml:brushProperty name="width" value="0.1" units="cm"/>
      <inkml:brushProperty name="height" value="0.1" units="cm"/>
      <inkml:brushProperty name="color" value="#F6630D"/>
    </inkml:brush>
  </inkml:definitions>
  <inkml:trace contextRef="#ctx0" brushRef="#br0">1 1 4145 0 0,'4'9'6864'0'0,"5"12"-4101"0"0,58 160 3639 0 0,5 11-6692 0 0,-41-116-6012 0 0,-31-69 6259 0 0,-3-3 43 0 0</inkml:trace>
</inkml:ink>
</file>

<file path=ppt/ink/ink1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44.678"/>
    </inkml:context>
    <inkml:brush xml:id="br0">
      <inkml:brushProperty name="width" value="0.1" units="cm"/>
      <inkml:brushProperty name="height" value="0.1" units="cm"/>
      <inkml:brushProperty name="color" value="#F6630D"/>
    </inkml:brush>
  </inkml:definitions>
  <inkml:trace contextRef="#ctx0" brushRef="#br0">5 202 4609 0 0,'-1'-7'669'0'0,"-1"0"-1"0"0,1-1 1 0 0,1 1 0 0 0,-1 0 0 0 0,1 0-1 0 0,0 0 1 0 0,1-1 0 0 0,0 1 0 0 0,3-14-1 0 0,-2 12-443 0 0,-1 2 46 0 0,0 1 1 0 0,1 1-1 0 0,0-1 0 0 0,0 0 1 0 0,0 0-1 0 0,1 1 0 0 0,0-1 1 0 0,0 1-1 0 0,0 0 0 0 0,5-6 1 0 0,-3 6-982 0 0,-1 1 0 0 0,1-1 1 0 0,-1 1-1 0 0,1 0 0 0 0,10-6 1 0 0,-2 4-3698 0 0</inkml:trace>
</inkml:ink>
</file>

<file path=ppt/ink/ink1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44.853"/>
    </inkml:context>
    <inkml:brush xml:id="br0">
      <inkml:brushProperty name="width" value="0.1" units="cm"/>
      <inkml:brushProperty name="height" value="0.1" units="cm"/>
      <inkml:brushProperty name="color" value="#F6630D"/>
    </inkml:brush>
  </inkml:definitions>
  <inkml:trace contextRef="#ctx0" brushRef="#br0">0 155 9218 0 0,'1'0'36'0'0,"-1"1"0"0"0,0-1 0 0 0,1 0 1 0 0,-1 1-1 0 0,1-1 0 0 0,-1 0 0 0 0,0 1 0 0 0,1-1 0 0 0,-1 0 1 0 0,1 0-1 0 0,-1 1 0 0 0,1-1 0 0 0,-1 0 0 0 0,1 0 0 0 0,-1 0 1 0 0,1 0-1 0 0,-1 0 0 0 0,1 0 0 0 0,-1 0 0 0 0,1 0 0 0 0,-1 0 1 0 0,1 0-1 0 0,-1 0 0 0 0,1 0 0 0 0,-1 0 0 0 0,1 0 0 0 0,-1 0 1 0 0,1 0-1 0 0,-1-1 0 0 0,1 1 0 0 0,-1 0 0 0 0,1 0 0 0 0,-1-1 0 0 0,0 1 1 0 0,1 0-1 0 0,0-1 0 0 0,26-10 442 0 0,-24 9-326 0 0,147-71 388 0 0,-34 16-4466 0 0,-92 44 3888 0 0</inkml:trace>
</inkml:ink>
</file>

<file path=ppt/ink/ink1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45.106"/>
    </inkml:context>
    <inkml:brush xml:id="br0">
      <inkml:brushProperty name="width" value="0.1" units="cm"/>
      <inkml:brushProperty name="height" value="0.1" units="cm"/>
      <inkml:brushProperty name="color" value="#F6630D"/>
    </inkml:brush>
  </inkml:definitions>
  <inkml:trace contextRef="#ctx0" brushRef="#br0">1 142 7370 0 0,'6'-4'320'0'0,"1"-1"80"0"0,0-1-320 0 0,0 2-80 0 0,-2 0 0 0 0,1 1 0 0 0,2 1 0 0 0,4-7-96 0 0,9-2 16 0 0,6-4 8 0 0,5-1-352 0 0,-2 1-73 0 0,-3 3-15 0 0,-2-1 0 0 0,-2 5 416 0 0,-3 1 96 0 0,2 2 0 0 0,-3 2 0 0 0</inkml:trace>
</inkml:ink>
</file>

<file path=ppt/ink/ink1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45.487"/>
    </inkml:context>
    <inkml:brush xml:id="br0">
      <inkml:brushProperty name="width" value="0.1" units="cm"/>
      <inkml:brushProperty name="height" value="0.1" units="cm"/>
      <inkml:brushProperty name="color" value="#F6630D"/>
    </inkml:brush>
  </inkml:definitions>
  <inkml:trace contextRef="#ctx0" brushRef="#br0">0 0 12987 0 0,'2'1'192'0'0,"0"0"1"0"0,0-1-1 0 0,0 1 1 0 0,0 0-1 0 0,-1 0 1 0 0,1 0 0 0 0,0 0-1 0 0,-1 0 1 0 0,1 1-1 0 0,-1-1 1 0 0,1 0-1 0 0,-1 1 1 0 0,0-1-1 0 0,1 1 1 0 0,-1 0-1 0 0,0-1 1 0 0,0 1 0 0 0,0 0-1 0 0,0 0 1 0 0,1 3-1 0 0,15 41 2449 0 0,-5-9-2176 0 0,39 111 1507 0 0,-43-131-2432 0 0,0-1 0 0 0,1 0 0 0 0,1 0-1 0 0,0-1 1 0 0,1 0 0 0 0,20 20 0 0 0,-19-24-1231 0 0</inkml:trace>
</inkml:ink>
</file>

<file path=ppt/ink/ink1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45.979"/>
    </inkml:context>
    <inkml:brush xml:id="br0">
      <inkml:brushProperty name="width" value="0.1" units="cm"/>
      <inkml:brushProperty name="height" value="0.1" units="cm"/>
      <inkml:brushProperty name="color" value="#F6630D"/>
    </inkml:brush>
  </inkml:definitions>
  <inkml:trace contextRef="#ctx0" brushRef="#br0">1 27 6913 0 0,'0'0'118'0'0,"1"1"-1"0"0,-1 0 1 0 0,0 0-1 0 0,1-1 1 0 0,-1 1-1 0 0,1-1 0 0 0,-1 1 1 0 0,1 0-1 0 0,-1-1 1 0 0,1 1-1 0 0,-1-1 1 0 0,1 1-1 0 0,-1-1 0 0 0,1 1 1 0 0,0-1-1 0 0,-1 0 1 0 0,1 1-1 0 0,0-1 1 0 0,-1 0-1 0 0,1 1 0 0 0,0-1 1 0 0,0 0-1 0 0,-1 0 1 0 0,1 0-1 0 0,0 0 1 0 0,0 0-1 0 0,1 0 0 0 0,27 8 1405 0 0,19-2 670 0 0,0-2 0 0 0,88-5 1 0 0,96-26-1017 0 0,-123 4-5038 0 0,-87 19-1918 0 0</inkml:trace>
</inkml:ink>
</file>

<file path=ppt/ink/ink1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46.249"/>
    </inkml:context>
    <inkml:brush xml:id="br0">
      <inkml:brushProperty name="width" value="0.1" units="cm"/>
      <inkml:brushProperty name="height" value="0.1" units="cm"/>
      <inkml:brushProperty name="color" value="#F6630D"/>
    </inkml:brush>
  </inkml:definitions>
  <inkml:trace contextRef="#ctx0" brushRef="#br0">58 39 5529 0 0,'-1'0'14'0'0,"-32"-2"773"0"0,32 2-662 0 0,0 0 0 0 0,0 0 0 0 0,0-1 0 0 0,0 1 0 0 0,0 0-1 0 0,0 0 1 0 0,0-1 0 0 0,0 1 0 0 0,0 0 0 0 0,0-1 0 0 0,0 1-1 0 0,0-1 1 0 0,0 1 0 0 0,1-1 0 0 0,-1 1 0 0 0,0-1 0 0 0,0 0-1 0 0,1 1 1 0 0,-1-1 0 0 0,0 0 0 0 0,1 0 0 0 0,-1 0 0 0 0,1 1-1 0 0,-1-1 1 0 0,1 0 0 0 0,-1 0 0 0 0,1 0 0 0 0,-1 0 0 0 0,1-1-1 0 0,0 1-14 0 0,0 0-1 0 0,1 0 1 0 0,-1 0-1 0 0,1 0 1 0 0,-1 0-1 0 0,1 0 0 0 0,-1 1 1 0 0,1-1-1 0 0,0 0 1 0 0,-1 0-1 0 0,1 0 1 0 0,0 1-1 0 0,0-1 0 0 0,0 1 1 0 0,-1-1-1 0 0,1 0 1 0 0,0 1-1 0 0,0-1 1 0 0,0 1-1 0 0,0 0 0 0 0,0-1 1 0 0,0 1-1 0 0,0 0 1 0 0,0 0-1 0 0,0-1 0 0 0,0 1 1 0 0,2 0-1 0 0,28-2 1240 0 0,-17 4-685 0 0,1 1 1 0 0,-1 1-1 0 0,0 0 0 0 0,0 1 0 0 0,0 0 0 0 0,16 10 0 0 0,-6-2 120 0 0,0 1 1 0 0,30 24-1 0 0,-51-35-752 0 0,0-1 0 0 0,0 0 0 0 0,-1 1 0 0 0,1 0 0 0 0,-1 0 0 0 0,1 0 0 0 0,-1 0 0 0 0,0 0 0 0 0,0 0 0 0 0,-1 0 0 0 0,1 1 0 0 0,1 3 0 0 0,-2-4-234 0 0,-1-1 1 0 0,0 1-1 0 0,1-1 1 0 0,-1 0-1 0 0,0 1 1 0 0,0-1 0 0 0,0 1-1 0 0,0-1 1 0 0,-1 0-1 0 0,1 1 1 0 0,-1-1 0 0 0,1 1-1 0 0,-1-1 1 0 0,0 0-1 0 0,0 0 1 0 0,0 1-1 0 0,0-1 1 0 0,-1 0 0 0 0,-1 3-1 0 0</inkml:trace>
</inkml:ink>
</file>

<file path=ppt/ink/ink1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40.024"/>
    </inkml:context>
    <inkml:brush xml:id="br0">
      <inkml:brushProperty name="width" value="0.1" units="cm"/>
      <inkml:brushProperty name="height" value="0.1" units="cm"/>
      <inkml:brushProperty name="color" value="#F6630D"/>
    </inkml:brush>
  </inkml:definitions>
  <inkml:trace contextRef="#ctx0" brushRef="#br0">14 92 5985 0 0,'-2'-11'401'0'0,"-2"-8"1954"0"0,1 0 0 0 0,-2-24 0 0 0,13 155 3964 0 0,12-1-4010 0 0,40 110-4213 0 0,-46-173 1169 0 0,-8-25-6294 0 0</inkml:trace>
</inkml:ink>
</file>

<file path=ppt/ink/ink1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40.387"/>
    </inkml:context>
    <inkml:brush xml:id="br0">
      <inkml:brushProperty name="width" value="0.1" units="cm"/>
      <inkml:brushProperty name="height" value="0.1" units="cm"/>
      <inkml:brushProperty name="color" value="#F6630D"/>
    </inkml:brush>
  </inkml:definitions>
  <inkml:trace contextRef="#ctx0" brushRef="#br0">0 1 7370 0 0,'2'11'7306'0'0,"6"17"-5627"0"0,-8-25-1521 0 0,19 79 2246 0 0,-15-55-2519 0 0,2 0 0 0 0,2 0 0 0 0,18 45 0 0 0,-19-57-1202 0 0</inkml:trace>
</inkml:ink>
</file>

<file path=ppt/ink/ink1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40.609"/>
    </inkml:context>
    <inkml:brush xml:id="br0">
      <inkml:brushProperty name="width" value="0.1" units="cm"/>
      <inkml:brushProperty name="height" value="0.1" units="cm"/>
      <inkml:brushProperty name="color" value="#F6630D"/>
    </inkml:brush>
  </inkml:definitions>
  <inkml:trace contextRef="#ctx0" brushRef="#br0">0 35 2761 0 0,'0'0'-59'0'0,"9"-34"9668"0"0,-9 34-9458 0 0,13 11 2381 0 0,-4 2-2004 0 0,-1 0 1 0 0,-1 1-1 0 0,0 0 0 0 0,0 0 1 0 0,-2 1-1 0 0,0-1 0 0 0,0 1 1 0 0,2 19-1 0 0,-1-9-1534 0 0,16 42 0 0 0,-14-50-247 0 0</inkml:trace>
</inkml:ink>
</file>

<file path=ppt/ink/ink1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40.843"/>
    </inkml:context>
    <inkml:brush xml:id="br0">
      <inkml:brushProperty name="width" value="0.1" units="cm"/>
      <inkml:brushProperty name="height" value="0.1" units="cm"/>
      <inkml:brushProperty name="color" value="#F6630D"/>
    </inkml:brush>
  </inkml:definitions>
  <inkml:trace contextRef="#ctx0" brushRef="#br0">0 156 7370 0 0,'1'-2'135'0'0,"0"0"1"0"0,0 0-1 0 0,1 1 1 0 0,-1-1-1 0 0,0 0 1 0 0,1 1-1 0 0,-1-1 1 0 0,1 1-1 0 0,-1-1 1 0 0,1 1-1 0 0,-1-1 1 0 0,1 1-1 0 0,0 0 1 0 0,3-1-1 0 0,-3 0 65 0 0,22-16-384 0 0,1 2 0 0 0,0 0 0 0 0,1 2 0 0 0,0 0 0 0 0,1 2 0 0 0,1 1 0 0 0,50-12 0 0 0,-52 17 184 0 0</inkml:trace>
</inkml:ink>
</file>

<file path=ppt/ink/ink1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41.117"/>
    </inkml:context>
    <inkml:brush xml:id="br0">
      <inkml:brushProperty name="width" value="0.1" units="cm"/>
      <inkml:brushProperty name="height" value="0.1" units="cm"/>
      <inkml:brushProperty name="color" value="#F6630D"/>
    </inkml:brush>
  </inkml:definitions>
  <inkml:trace contextRef="#ctx0" brushRef="#br0">0 18 3681 0 0,'37'-16'3781'0'0,"-33"16"-3632"0"0,0-1 1 0 0,-1 1-1 0 0,1-1 1 0 0,-1 1-1 0 0,1 0 1 0 0,0 1-1 0 0,-1-1 1 0 0,1 1-1 0 0,0-1 1 0 0,-1 1 0 0 0,1 0-1 0 0,-1 0 1 0 0,0 1-1 0 0,1-1 1 0 0,-1 1-1 0 0,0 0 1 0 0,0 0-1 0 0,4 3 1 0 0,-3-2-216 0 0,0 1 0 0 0,-1 0 0 0 0,1 0 0 0 0,-1 0 0 0 0,0 1 0 0 0,0-1 0 0 0,-1 1-1 0 0,0-1 1 0 0,1 1 0 0 0,-2 0 0 0 0,4 9 0 0 0,-3-4-44 0 0,0 1 0 0 0,0 0 0 0 0,-1-1 0 0 0,0 1 0 0 0,-1 0 0 0 0,0 0 0 0 0,-1 0 0 0 0,0 0 0 0 0,-1 0 0 0 0,0-1 0 0 0,-7 21 0 0 0,0-12 113 0 0,-11 30-97 0 0,19-46 89 0 0,0-1 1 0 0,0 1-1 0 0,0-1 1 0 0,1 1-1 0 0,-1-1 0 0 0,1 1 1 0 0,0 0-1 0 0,0-1 1 0 0,0 1-1 0 0,0-1 1 0 0,0 1-1 0 0,1 0 0 0 0,-1-1 1 0 0,1 1-1 0 0,1 4 1 0 0,-1-6-26 0 0,0 0 1 0 0,1 0 0 0 0,-1 0-1 0 0,0 0 1 0 0,0 0-1 0 0,1 0 1 0 0,-1 0 0 0 0,0-1-1 0 0,1 1 1 0 0,-1 0-1 0 0,1-1 1 0 0,-1 1 0 0 0,1-1-1 0 0,-1 1 1 0 0,1-1-1 0 0,0 0 1 0 0,-1 0 0 0 0,1 0-1 0 0,-1 0 1 0 0,1 0 0 0 0,0 0-1 0 0,-1 0 1 0 0,1 0-1 0 0,-1-1 1 0 0,1 1 0 0 0,1-1-1 0 0,8-1-2569 0 0</inkml:trace>
</inkml:ink>
</file>

<file path=ppt/ink/ink1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41.338"/>
    </inkml:context>
    <inkml:brush xml:id="br0">
      <inkml:brushProperty name="width" value="0.1" units="cm"/>
      <inkml:brushProperty name="height" value="0.1" units="cm"/>
      <inkml:brushProperty name="color" value="#F6630D"/>
    </inkml:brush>
  </inkml:definitions>
  <inkml:trace contextRef="#ctx0" brushRef="#br0">1 86 4145 0 0,'43'-6'5521'0'0,"27"-15"-1543"0"0,-30 7-2589 0 0,-32 12-1213 0 0,124-33 2208 0 0,-115 32-3203 0 0,1 1-1 0 0,36 0 0 0 0,-37 4-4704 0 0</inkml:trace>
</inkml:ink>
</file>

<file path=ppt/ink/ink1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46.917"/>
    </inkml:context>
    <inkml:brush xml:id="br0">
      <inkml:brushProperty name="width" value="0.1" units="cm"/>
      <inkml:brushProperty name="height" value="0.1" units="cm"/>
      <inkml:brushProperty name="color" value="#F6630D"/>
    </inkml:brush>
  </inkml:definitions>
  <inkml:trace contextRef="#ctx0" brushRef="#br0">1 0 10138 0 0,'14'29'3978'0'0,"-4"-3"-2990"0"0,-1 1 0 0 0,-2 0 0 0 0,7 40 0 0 0,4 87-467 0 0,-11-86-478 0 0,64 531-1981 0 0,-41-107 2549 0 0,-10-113 442 0 0,-9-261-838 0 0,32 138-1 0 0,-13-119-3510 0 0,-26-118-2377 0 0</inkml:trace>
</inkml:ink>
</file>

<file path=ppt/ink/ink1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47.456"/>
    </inkml:context>
    <inkml:brush xml:id="br0">
      <inkml:brushProperty name="width" value="0.1" units="cm"/>
      <inkml:brushProperty name="height" value="0.1" units="cm"/>
      <inkml:brushProperty name="color" value="#F6630D"/>
    </inkml:brush>
  </inkml:definitions>
  <inkml:trace contextRef="#ctx0" brushRef="#br0">20 115 6449 0 0,'-1'1'79'0'0,"0"-1"0"0"0,0 0 0 0 0,-1 1 0 0 0,1-1 0 0 0,0 1 0 0 0,0-1 0 0 0,0 1 0 0 0,0 0 0 0 0,0-1 0 0 0,0 1 0 0 0,0 0 0 0 0,0 0 0 0 0,0 0 0 0 0,0 0 0 0 0,0 0 0 0 0,0 0 0 0 0,0 1 0 0 0,1-1-15 0 0,0-1 1 0 0,1 1-1 0 0,-1-1 0 0 0,1 0 0 0 0,-1 1 0 0 0,1-1 0 0 0,-1 1 0 0 0,1-1 0 0 0,-1 0 0 0 0,1 1 0 0 0,-1-1 0 0 0,1 0 0 0 0,-1 0 0 0 0,1 1 0 0 0,-1-1 0 0 0,1 0 0 0 0,0 0 0 0 0,-1 0 0 0 0,1 0 0 0 0,0 0 0 0 0,-1 0 0 0 0,1 0 0 0 0,0 0 1 0 0,50 1 1447 0 0,-50-1-1535 0 0,584 8 1904 0 0,79-16-902 0 0,-536 1-870 0 0,630-26-37 0 0,62 27 223 0 0,-308 7-150 0 0,-228-8-2295 0 0,422-63-1 0 0,-670 63 1843 0 0,-5 1 276 0 0</inkml:trace>
</inkml:ink>
</file>

<file path=ppt/ink/ink1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52.934"/>
    </inkml:context>
    <inkml:brush xml:id="br0">
      <inkml:brushProperty name="width" value="0.1" units="cm"/>
      <inkml:brushProperty name="height" value="0.1" units="cm"/>
      <inkml:brushProperty name="color" value="#F6630D"/>
    </inkml:brush>
  </inkml:definitions>
  <inkml:trace contextRef="#ctx0" brushRef="#br0">43 2562 9218 0 0,'15'-45'1960'0'0,"-5"10"-1749"0"0,-2 1-1 0 0,-2-1 1 0 0,-1 0-1 0 0,-2 0 0 0 0,-1-40 1 0 0,-22-176 3003 0 0,-26-407-201 0 0,44 536-2659 0 0,-11-268 860 0 0,3 137-1066 0 0,12 210-119 0 0,1 0 0 0 0,3 1 0 0 0,20-79 0 0 0,-21 101-6 0 0,13-38 158 0 0,-16 53-169 0 0,0 0 1 0 0,0 0-1 0 0,0 1 1 0 0,1 0-1 0 0,0-1 1 0 0,0 1-1 0 0,0 0 1 0 0,0 0-1 0 0,4-3 0 0 0,-6 6-17 0 0,0 1 0 0 0,0-1 0 0 0,-1 0 0 0 0,1 1 0 0 0,0-1-1 0 0,0 1 1 0 0,0-1 0 0 0,0 1 0 0 0,0-1 0 0 0,0 1 0 0 0,0 0-1 0 0,0-1 1 0 0,0 1 0 0 0,0 0 0 0 0,0 0 0 0 0,0 0 0 0 0,0 0-1 0 0,0 0 1 0 0,0 0 0 0 0,0 0 0 0 0,0 0 0 0 0,0 0 0 0 0,0 1-1 0 0,2 0 1 0 0,-1 0-21 0 0,0 0 0 0 0,0 0 0 0 0,0 0 0 0 0,0 1 0 0 0,0-1-1 0 0,-1 1 1 0 0,1 0 0 0 0,0-1 0 0 0,-1 1 0 0 0,3 3 0 0 0,1 4-65 0 0,-1-1 1 0 0,0 0-1 0 0,0 1 0 0 0,3 11 1 0 0,1 12 67 0 0,-2 0 0 0 0,-2 0-1 0 0,-1 0 1 0 0,-1 1 0 0 0,-4 48 0 0 0,0-36 2 0 0,3 0-1 0 0,6 45 1 0 0,-3-40 75 0 0,-1 1-1 0 0,-2-1 0 0 0,-11 89 0 0 0,9-131-44 0 0,-3 53 567 0 0,4-39-608 0 0,-1 0-1 0 0,-2 0 1 0 0,-9 42-1 0 0,9-50 120 0 0,0 0 1 0 0,2 0-1 0 0,0 1 0 0 0,0-1 0 0 0,2 15 0 0 0,-1 25 99 0 0,0-35-161 0 0,1 0 1 0 0,0 0 0 0 0,1 0 0 0 0,6 20 0 0 0,0 6 17 0 0,31 184 99 0 0,-21-84-92 0 0,1 1-110 0 0,-2-49 11 0 0,25 108-102 0 0,-40-194 113 0 0,1-1 1 0 0,1 0 0 0 0,0 0-1 0 0,0 0 1 0 0,1 0 0 0 0,10 16-1 0 0,-12-23 25 0 0,-1 0 0 0 0,1 0 0 0 0,0 0-1 0 0,0 0 1 0 0,1 0 0 0 0,-1-1-1 0 0,0 1 1 0 0,1-1 0 0 0,-1 0 0 0 0,1 0-1 0 0,0 0 1 0 0,0-1 0 0 0,0 1-1 0 0,0-1 1 0 0,0 0 0 0 0,0 0 0 0 0,0 0-1 0 0,0-1 1 0 0,0 1 0 0 0,6-1-1 0 0,95-8-298 0 0,-79 4 199 0 0,-1 1 0 0 0,1 2 1 0 0,0 1-1 0 0,32 3 0 0 0,-18 2 216 0 0,-30-5-38 0 0,1 1-1 0 0,-1 1 1 0 0,1-1-1 0 0,-1 2 1 0 0,0-1-1 0 0,19 9 1 0 0,-16-5-14 0 0,1 0 0 0 0,-1 0 0 0 0,1-2 0 0 0,0 1 0 0 0,0-2 0 0 0,1 0 0 0 0,-1-1 0 0 0,0 0 0 0 0,28-1-1 0 0,14-1-774 0 0,76-11 0 0 0,-103 8 482 0 0,-1-1 0 0 0,0-2-1 0 0,-1-1 1 0 0,1-1 0 0 0,32-14 0 0 0,-39 13 45 0 0,1 2 0 0 0,0 0 0 0 0,46-7 0 0 0,-45 10 368 0 0,0 0 0 0 0,0-2 1 0 0,37-15-1 0 0,-33 7-1235 0 0,-1-1 0 0 0,38-29 0 0 0,-58 40 971 0 0,-1-1-1 0 0,1 0 0 0 0,-1 0 0 0 0,-1-1 1 0 0,1 1-1 0 0,-1-1 0 0 0,0 0 0 0 0,0 0 1 0 0,0 0-1 0 0,-1 0 0 0 0,0-1 0 0 0,-1 0 0 0 0,1 1 1 0 0,-1-1-1 0 0,0 0 0 0 0,-1 0 0 0 0,0 0 1 0 0,1-10-1 0 0,-2-9-225 0 0,-1 1-1 0 0,0-1 1 0 0,-11-45 0 0 0,2 1 1830 0 0,3-15-1348 0 0,4 43-129 0 0,-1-1 1 0 0,-2 1-1 0 0,-17-59 1 0 0,18 82-64 0 0,1-1 1 0 0,0 1 0 0 0,1-1-1 0 0,0-30 1 0 0,8-81 57 0 0,0 21 413 0 0,-10-21-809 0 0,1 71 603 0 0,6-96-1 0 0,1 140-767 0 0,0 0 1 0 0,1 1-1 0 0,1-1 0 0 0,7-15 0 0 0,2-6-866 0 0,-14 36 1454 0 0,1 1 0 0 0,-1 0 1 0 0,1 0-1 0 0,-1-1 0 0 0,1 1 0 0 0,-1 0 0 0 0,0 0 1 0 0,1-1-1 0 0,-1 1 0 0 0,1 0 0 0 0,-1 0 0 0 0,1 0 1 0 0,-1 0-1 0 0,1 0 0 0 0,-1 0 0 0 0,1 0 0 0 0,0 0 1 0 0,-1 0-1 0 0,1 0 0 0 0,-1 0 0 0 0,1 0 0 0 0,-1 0 1 0 0,1 0-1 0 0,-1 0 0 0 0,1 1 0 0 0,-1-1 0 0 0,0 0 0 0 0,1 0 1 0 0,-1 1-1 0 0,1-1 0 0 0,-1 0 0 0 0,1 1 0 0 0,0-1-39 0 0,1 1 0 0 0,-1 0-1 0 0,0-1 1 0 0,0 1-1 0 0,0 0 1 0 0,0 0 0 0 0,0-1-1 0 0,0 1 1 0 0,0 0-1 0 0,0 0 1 0 0,0 0 0 0 0,-1 0-1 0 0,1 0 1 0 0,0 1-1 0 0,-1-1 1 0 0,2 1 0 0 0,0 7 570 0 0,-1-6-457 0 0,0-1-1 0 0,0 0 1 0 0,0 1-1 0 0,0-1 1 0 0,-1 1-1 0 0,1-1 1 0 0,-1 1-1 0 0,0-1 1 0 0,0 1-1 0 0,0-1 1 0 0,0 1-1 0 0,0-1 1 0 0,0 1-1 0 0,-1-1 1 0 0,1 1-1 0 0,-1-1 1 0 0,0 1-1 0 0,1-1 1 0 0,-1 1-1 0 0,-2 2 1 0 0,-5-46-989 0 0,-2-69 222 0 0,8-57 3819 0 0,0 28-2554 0 0,1 126-652 0 0,0-1 213 0 0,1 0 0 0 0,0 0 0 0 0,4-21-1 0 0,-4 33-258 0 0,0 0-1 0 0,1-1 0 0 0,-1 1 0 0 0,1 0 0 0 0,-1-1 0 0 0,1 1 0 0 0,0 0 1 0 0,0 0-1 0 0,0 0 0 0 0,0 0 0 0 0,1 0 0 0 0,-1 0 0 0 0,1 0 0 0 0,-1 0 1 0 0,1 0-1 0 0,-1 0 0 0 0,1 1 0 0 0,0-1 0 0 0,0 1 0 0 0,0-1 0 0 0,0 1 1 0 0,0 0-1 0 0,0 0 0 0 0,0 0 0 0 0,0 0 0 0 0,0 0 0 0 0,4 0 0 0 0,-5 0 35 0 0,0 1 0 0 0,-1 0 0 0 0,1 0 0 0 0,0 0 0 0 0,0 0-1 0 0,-1 0 1 0 0,1 0 0 0 0,0 0 0 0 0,0 0 0 0 0,0 0 0 0 0,-1 0-1 0 0,1 0 1 0 0,0 0 0 0 0,0 1 0 0 0,-1-1 0 0 0,1 0 0 0 0,0 1-1 0 0,0-1 1 0 0,-1 0 0 0 0,1 1 0 0 0,0-1 0 0 0,-1 1 0 0 0,1-1-1 0 0,-1 1 1 0 0,1-1 0 0 0,-1 1 0 0 0,1-1 0 0 0,-1 1 0 0 0,1 0-1 0 0,0 0 1 0 0,0 1 6 0 0,-1 1 0 0 0,1-1 0 0 0,-1 0-1 0 0,1 0 1 0 0,-1 0 0 0 0,0 1-1 0 0,0-1 1 0 0,0 0 0 0 0,0 0 0 0 0,-1 5-1 0 0,-2 6-245 0 0,0-1 1 0 0,-8 23-1 0 0,10-33 90 0 0,-2 6-56 0 0,3-6 229 0 0,0 0 0 0 0,0-1 0 0 0,-1 1 0 0 0,1 0 0 0 0,-1 0 0 0 0,0 0 0 0 0,1-1 0 0 0,-1 1 0 0 0,0 0 0 0 0,0-1 0 0 0,0 1 0 0 0,0-1 0 0 0,0 1 0 0 0,0-1 0 0 0,-1 1 0 0 0,1-1 0 0 0,0 0 0 0 0,-1 0 0 0 0,-1 2 0 0 0,2-3 39 0 0,0-1 1 0 0,1 1 0 0 0,-1 0 0 0 0,0-1 0 0 0,1 1 0 0 0,-1-1 0 0 0,1 1 0 0 0,-1-1 0 0 0,0 1-1 0 0,1-1 1 0 0,0 0 0 0 0,-1 1 0 0 0,1-1 0 0 0,-1 1 0 0 0,1-1 0 0 0,0 0 0 0 0,-1 0 0 0 0,1 1-1 0 0,0-1 1 0 0,0 0 0 0 0,-1 1 0 0 0,1-1 0 0 0,0 0 0 0 0,0 0 0 0 0,0 0 0 0 0,0 1-1 0 0,0-1 1 0 0,0-1 0 0 0,0-27 56 0 0,0 25-37 0 0,1-28 764 0 0,6-33 0 0 0,-3 41-654 0 0,-2 0 0 0 0,0 0-1 0 0,-3-31 1 0 0,-7-95 2343 0 0,2 204-3794 0 0,4-44 1283 0 0,1 0 0 0 0,0-1 0 0 0,0 1 0 0 0,1 0 0 0 0,0-1 0 0 0,1 1 0 0 0,3 15 0 0 0,0-5-186 0 0,-1 0 0 0 0,0 0 0 0 0,-2 0 0 0 0,0 0 0 0 0,-4 37 0 0 0,-24 100-617 0 0,0-3 792 0 0,24-124 36 0 0,0-10 16 0 0,1 0 0 0 0,1 0-1 0 0,1 0 1 0 0,3 31-1 0 0,0-19 117 0 0,-2 1 0 0 0,-2-1 0 0 0,-1 1 0 0 0,-1 0 0 0 0,-10 43 0 0 0,0 6 194 0 0,9-57-277 0 0,1 1 1 0 0,2-1-1 0 0,1 1 1 0 0,0 0-1 0 0,2-1 1 0 0,1 1-1 0 0,1-1 1 0 0,2 0 0 0 0,15 48-1 0 0,-1-18-130 0 0,-11-27 193 0 0,1 0 0 0 0,23 41 0 0 0,-25-51-3 0 0,0-1 0 0 0,-1 1 0 0 0,-1 1 0 0 0,-1-1 0 0 0,0 1 0 0 0,2 29 0 0 0,4 11 48 0 0,-6-31-118 0 0,-1 0 0 0 0,-1 1 0 0 0,-1 28 0 0 0,-2-51-66 0 0,1-1 1 0 0,-1 0-1 0 0,1 0 0 0 0,1 0 0 0 0,-1 0 0 0 0,1 0 1 0 0,0 0-1 0 0,0 0 0 0 0,0 0 0 0 0,1-1 0 0 0,0 1 1 0 0,-1-1-1 0 0,2 0 0 0 0,-1 1 0 0 0,0-2 1 0 0,1 1-1 0 0,4 4 0 0 0,-8-10-98 0 0,-1 1 0 0 0,1 0 0 0 0,0 0 0 0 0,0 0 0 0 0,-1 0 0 0 0,1-1 1 0 0,0 1-1 0 0,0 0 0 0 0,0 0 0 0 0,1 0 0 0 0,-1-1 0 0 0,0 1 0 0 0,0 0 0 0 0,1 0 0 0 0,-1 0 0 0 0,0 0 0 0 0,1-2 0 0 0,12-30 468 0 0,-6 16-793 0 0,25-64-1444 0 0,-25 66 1944 0 0,0 0 0 0 0,-1 0 0 0 0,-1-1 0 0 0,0 0 0 0 0,-1 0 0 0 0,-1 0 0 0 0,3-31 0 0 0,25 77 777 0 0,-27-22-681 0 0,0-1 0 0 0,0 1-1 0 0,-1 0 1 0 0,0 0-1 0 0,0 0 1 0 0,-1 1-1 0 0,0-1 1 0 0,-1 1-1 0 0,0-1 1 0 0,0 1-1 0 0,-1 13 1 0 0,4 17 138 0 0,-4-37-279 0 0,4 29-33 0 0,9 33-1 0 0,-10-54-169 0 0,0-1-1 0 0,0 0 0 0 0,1 0 1 0 0,0 0-1 0 0,1 0 0 0 0,0-1 1 0 0,11 14-1 0 0,-15-21 177 0 0,0 0 0 0 0,0 1 1 0 0,0-1-1 0 0,0 0 0 0 0,1 0 0 0 0,-1 0 0 0 0,0-1 0 0 0,1 1 1 0 0,-1 0-1 0 0,0 0 0 0 0,1-1 0 0 0,-1 1 0 0 0,1-1 1 0 0,-1 1-1 0 0,1-1 0 0 0,-1 0 0 0 0,1 1 0 0 0,0-1 0 0 0,-1 0 1 0 0,1 0-1 0 0,-1 0 0 0 0,1 0 0 0 0,-1-1 0 0 0,1 1 1 0 0,0 0-1 0 0,-1-1 0 0 0,1 1 0 0 0,-1-1 0 0 0,1 1 0 0 0,-1-1 1 0 0,0 0-1 0 0,1 1 0 0 0,-1-1 0 0 0,0 0 0 0 0,1 0 1 0 0,-1 0-1 0 0,1-1 0 0 0,8-7-180 0 0,-1 1-1 0 0,0-1 1 0 0,14-19-1 0 0,-10 12 64 0 0,-3 4 69 0 0,-4 5 25 0 0,0 1-1 0 0,0-1 1 0 0,0 1 0 0 0,11-8 0 0 0,-16 13 77 0 0,0 0 0 0 0,1 0 0 0 0,-1 0 0 0 0,0 1 0 0 0,1-1 0 0 0,-1 0 0 0 0,1 1 0 0 0,-1-1 0 0 0,1 1 0 0 0,-1-1 0 0 0,1 1 0 0 0,0 0 0 0 0,-1 0 0 0 0,1 0 0 0 0,0 0 0 0 0,-1 0 0 0 0,1 0 0 0 0,-1 0 0 0 0,1 0 0 0 0,0 1 0 0 0,-1-1 0 0 0,1 0 0 0 0,-1 1 0 0 0,1-1 0 0 0,-1 1 0 0 0,1 0 0 0 0,-1 0 0 0 0,0 0 0 0 0,3 1 0 0 0,0 2 54 0 0,1 1-1 0 0,-1-1 0 0 0,0 1 1 0 0,-1-1-1 0 0,1 1 0 0 0,-1 0 1 0 0,5 11-1 0 0,-7-13-145 0 0,0 1 0 0 0,1-1 0 0 0,0 1 0 0 0,-1-1 0 0 0,1 0 0 0 0,1 0 0 0 0,-1 0 0 0 0,0 0 0 0 0,1 0 0 0 0,-1 0 0 0 0,1-1 0 0 0,0 1 0 0 0,0-1 0 0 0,0 0 0 0 0,0 0 0 0 0,1 0 0 0 0,-1 0 0 0 0,0-1 0 0 0,1 1 0 0 0,-1-1 0 0 0,1 0 0 0 0,5 1 0 0 0,15 1-499 0 0,-21-3 540 0 0,1 0-1 0 0,-1 0 0 0 0,1 1 1 0 0,-1-1-1 0 0,0 1 0 0 0,1 0 0 0 0,-1 0 1 0 0,0 0-1 0 0,1 0 0 0 0,-1 0 1 0 0,0 1-1 0 0,0 0 0 0 0,4 2 1 0 0,21 16 788 0 0,-20-15-700 0 0,-1 0 1 0 0,1 1-1 0 0,-1 0 0 0 0,9 8 0 0 0,-4 1 358 0 0,-6-7-384 0 0,1 0 1 0 0,1 0 0 0 0,-1 0-1 0 0,1-1 1 0 0,16 11 0 0 0,-23-17-33 0 0,1 0 0 0 0,0 0 1 0 0,0-1-1 0 0,0 1 0 0 0,-1 0 1 0 0,1-1-1 0 0,0 1 0 0 0,0-1 0 0 0,0 0 1 0 0,0 1-1 0 0,0-1 0 0 0,0 0 0 0 0,0 0 1 0 0,0 0-1 0 0,0-1 0 0 0,0 1 1 0 0,0 0-1 0 0,0-1 0 0 0,0 0 0 0 0,0 1 1 0 0,0-1-1 0 0,0 0 0 0 0,0 0 0 0 0,-1 0 1 0 0,1 0-1 0 0,0 0 0 0 0,-1 0 1 0 0,1 0-1 0 0,-1-1 0 0 0,1 1 0 0 0,-1 0 1 0 0,1-1-1 0 0,-1 0 0 0 0,0 1 0 0 0,0-1 1 0 0,2-3-1 0 0,63-104 2155 0 0,-50 82-1989 0 0,-4 14 93 0 0,-2 15 63 0 0,8 27 209 0 0,-9-12-515 0 0,-5-11-34 0 0,0 0 0 0 0,0 0 0 0 0,1-1 1 0 0,0 1-1 0 0,0-1 0 0 0,0 0 0 0 0,1 0 0 0 0,0-1 0 0 0,0 0 1 0 0,0 0-1 0 0,8 4 0 0 0,-10-6-23 0 0,0-1-1 0 0,1 1 1 0 0,-1-1 0 0 0,1 1 0 0 0,-1-2 0 0 0,1 1-1 0 0,0 0 1 0 0,-1-1 0 0 0,1 0 0 0 0,0 0-1 0 0,-1 0 1 0 0,1 0 0 0 0,0-1 0 0 0,-1 0-1 0 0,1 0 1 0 0,-1 0 0 0 0,1-1 0 0 0,4-2-1 0 0,32-18-415 0 0,-28 15 347 0 0,0-1 1 0 0,0 2-1 0 0,0 0 1 0 0,23-7-1 0 0,-32 12 54 0 0,-1 1-1 0 0,1-1 0 0 0,0 1 0 0 0,-1-1 1 0 0,1 1-1 0 0,-1 0 0 0 0,1 1 0 0 0,-1-1 1 0 0,1 0-1 0 0,0 1 0 0 0,-1 0 0 0 0,0 0 1 0 0,1 0-1 0 0,-1 0 0 0 0,1 1 0 0 0,-1-1 1 0 0,0 1-1 0 0,0 0 0 0 0,0 0 0 0 0,0 0 1 0 0,0 0-1 0 0,-1 0 0 0 0,5 5 0 0 0,22 26-271 0 0,-22-23 297 0 0,0-1 0 0 0,1-1 0 0 0,0 1 0 0 0,0-1 0 0 0,1-1 0 0 0,0 1 0 0 0,0-2 0 0 0,1 1 0 0 0,0-1 0 0 0,0-1 0 0 0,18 8 0 0 0,-7-6-102 0 0,1-1 0 0 0,0-2 0 0 0,0 0 0 0 0,1-1 0 0 0,-1-1 0 0 0,1-1 0 0 0,45-4 0 0 0,-59 2-88 0 0,0 0 0 0 0,0 1-1 0 0,0 0 1 0 0,0 1 0 0 0,0-1 0 0 0,1 2-1 0 0,13 3 1 0 0,-23-5 199 0 0,11 1 16 0 0,0 0 1 0 0,0 0-1 0 0,1-1 1 0 0,-1 0-1 0 0,0-1 1 0 0,13-2-1 0 0,67-19-415 0 0,-53 12-1666 0 0</inkml:trace>
</inkml:ink>
</file>

<file path=ppt/ink/ink1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53.075"/>
    </inkml:context>
    <inkml:brush xml:id="br0">
      <inkml:brushProperty name="width" value="0.1" units="cm"/>
      <inkml:brushProperty name="height" value="0.1" units="cm"/>
      <inkml:brushProperty name="color" value="#F6630D"/>
    </inkml:brush>
  </inkml:definitions>
  <inkml:trace contextRef="#ctx0" brushRef="#br0">1 29 8290 0 0,'4'2'736'0'0,"0"-2"-584"0"0,-2 1-152 0 0,3-1 672 0 0,-1 1 96 0 0,2-1 32 0 0,7 2 1 0 0,3 1-273 0 0,1-5-48 0 0,-2 1-16 0 0,-2-3 0 0 0,1-2-1584 0 0,-3-1-321 0 0,0 1-63 0 0,-3-5-16 0 0</inkml:trace>
</inkml:ink>
</file>

<file path=ppt/ink/ink1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54.398"/>
    </inkml:context>
    <inkml:brush xml:id="br0">
      <inkml:brushProperty name="width" value="0.1" units="cm"/>
      <inkml:brushProperty name="height" value="0.1" units="cm"/>
      <inkml:brushProperty name="color" value="#F6630D"/>
    </inkml:brush>
  </inkml:definitions>
  <inkml:trace contextRef="#ctx0" brushRef="#br0">1 0 12899 0 0,'5'2'5579'0'0,"-5"-2"-5460"0"0,5 13 1844 0 0,1 17-1766 0 0,-6-28 200 0 0,22 168 971 0 0,-3-17-1644 0 0,10-1-3935 0 0,-28-147 4153 0 0,12 33-6309 0 0,-13-37 6265 0 0,0 0 1 0 0,1 0-1 0 0,-1-1 1 0 0,1 1 0 0 0,-1 0-1 0 0,1 0 1 0 0,-1-1-1 0 0,1 1 1 0 0,0 0 0 0 0,-1-1-1 0 0,1 1 1 0 0,0 0-1 0 0,0-1 1 0 0,-1 1 0 0 0,1-1-1 0 0,0 1 1 0 0,0-1-1 0 0,0 0 1 0 0,0 1 0 0 0,0-1-1 0 0,-1 0 1 0 0,1 0-1 0 0,0 0 1 0 0,0 1 0 0 0,0-1-1 0 0,0 0 1 0 0,0 0-1 0 0,0 0 1 0 0,0 0 0 0 0,0 0-1 0 0,0-1 1 0 0,0 1-1 0 0,0 0 1 0 0,-1 0-1 0 0,1-1 1 0 0,2 0 0 0 0,5-4 101 0 0</inkml:trace>
</inkml:ink>
</file>

<file path=ppt/ink/ink1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55.044"/>
    </inkml:context>
    <inkml:brush xml:id="br0">
      <inkml:brushProperty name="width" value="0.1" units="cm"/>
      <inkml:brushProperty name="height" value="0.1" units="cm"/>
      <inkml:brushProperty name="color" value="#F6630D"/>
    </inkml:brush>
  </inkml:definitions>
  <inkml:trace contextRef="#ctx0" brushRef="#br0">1 121 4609 0 0,'16'2'7789'0'0,"2"6"-3579"0"0,39 25-955 0 0,-47-27-2120 0 0,-4-3-1082 0 0,-1 0 0 0 0,1 1 1 0 0,-1-1-1 0 0,0 1 0 0 0,0 0 1 0 0,0 1-1 0 0,-1-1 0 0 0,1 1 0 0 0,-1 0 1 0 0,0 0-1 0 0,-1 0 0 0 0,1 1 0 0 0,-1-1 1 0 0,0 1-1 0 0,0 0 0 0 0,-1-1 1 0 0,0 1-1 0 0,0 1 0 0 0,0-1 0 0 0,1 8 1 0 0,4 2 19 0 0,2-15 142 0 0,-9-1-205 0 0,1-1 0 0 0,-1 0 1 0 0,1 1-1 0 0,-1-1 0 0 0,1 0 0 0 0,-1 0 1 0 0,1 1-1 0 0,-1-1 0 0 0,0 0 0 0 0,1 0 1 0 0,-1 0-1 0 0,0 1 0 0 0,0-1 0 0 0,0 0 1 0 0,0 0-1 0 0,0 0 0 0 0,0 0 0 0 0,0 1 1 0 0,0-1-1 0 0,0 0 0 0 0,0 0 0 0 0,0 0 1 0 0,0 0-1 0 0,0 1 0 0 0,-1-1 0 0 0,1 0 1 0 0,0 0-1 0 0,-1 0 0 0 0,1 1 0 0 0,-1-1 1 0 0,0-1-1 0 0,-3-5-296 0 0,3 7 219 0 0,0-1 0 0 0,0 0-1 0 0,1 0 1 0 0,-1 1-1 0 0,0-1 1 0 0,1 0 0 0 0,-1 0-1 0 0,1 0 1 0 0,-1 0 0 0 0,1 0-1 0 0,-1 0 1 0 0,1 0-1 0 0,-1 0 1 0 0,1 0 0 0 0,0 0-1 0 0,0 0 1 0 0,0 0 0 0 0,0 0-1 0 0,-1 0 1 0 0,1 0 0 0 0,1 0-1 0 0,-1 0 1 0 0,0 0-1 0 0,0 0 1 0 0,0 0 0 0 0,1-2-1 0 0,33-34-16196 0 0,-32 32 16176 0 0,1 0-1 0 0,0 0 1 0 0,-1 0 0 0 0,0 0 0 0 0,0-1-1 0 0,-1 1 1 0 0,1 0 0 0 0,-1-1 0 0 0,0 1-1 0 0,0-1 1 0 0,-1 1 0 0 0,0-1 0 0 0,0 1-1 0 0,0-1 1 0 0,-1 1 0 0 0,0-1 0 0 0,-2-8-1 0 0,1 5-434 0 0,-4-17 2447 0 0,-10-15 5890 0 0,15 40-7452 0 0,1-1-1 0 0,-1 1 1 0 0,0 0 0 0 0,0-1-1 0 0,0 1 1 0 0,0 0 0 0 0,0 0-1 0 0,0 0 1 0 0,0 0 0 0 0,0 0-1 0 0,0 0 1 0 0,-1 0 0 0 0,1 0-1 0 0,0 1 1 0 0,-1-1 0 0 0,1 0-1 0 0,0 1 1 0 0,-1-1 0 0 0,1 1 0 0 0,-1 0-1 0 0,-1-1 1 0 0,1 1-207 0 0,0 0 1 0 0,0 1 0 0 0,1-1-1 0 0,-1 0 1 0 0,0 1-1 0 0,0-1 1 0 0,1 1-1 0 0,-1 0 1 0 0,0 0-1 0 0,1-1 1 0 0,-1 1 0 0 0,0 0-1 0 0,-2 2 1 0 0,3-1-102 0 0,-1 0-1 0 0,0 0 1 0 0,0 0 0 0 0,1 0 0 0 0,0 1 0 0 0,-1-1 0 0 0,1 0-1 0 0,0 1 1 0 0,0-1 0 0 0,0 0 0 0 0,0 1 0 0 0,0-1 0 0 0,1 1-1 0 0,-1 0 1 0 0,1 4 0 0 0,-1 47 115 0 0,1-36-108 0 0,0 20 31 0 0,-1 42 67 0 0,3 0-1 0 0,22 136 1 0 0,-2-146-1087 0 0,-10-41-2427 0 0</inkml:trace>
</inkml:ink>
</file>

<file path=ppt/ink/ink1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55.283"/>
    </inkml:context>
    <inkml:brush xml:id="br0">
      <inkml:brushProperty name="width" value="0.1" units="cm"/>
      <inkml:brushProperty name="height" value="0.1" units="cm"/>
      <inkml:brushProperty name="color" value="#F6630D"/>
    </inkml:brush>
  </inkml:definitions>
  <inkml:trace contextRef="#ctx0" brushRef="#br0">1 1 7370 0 0,'4'1'9170'0'0,"8"15"-8630"0"0,-2 2 0 0 0,0-1 1 0 0,-1 1-1 0 0,-1 0 0 0 0,0 1 1 0 0,-1 0-1 0 0,4 24 1 0 0,23 150-1663 0 0,-15-67-6003 0 0,-15-106 1671 0 0</inkml:trace>
</inkml:ink>
</file>

<file path=ppt/ink/ink1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55.506"/>
    </inkml:context>
    <inkml:brush xml:id="br0">
      <inkml:brushProperty name="width" value="0.1" units="cm"/>
      <inkml:brushProperty name="height" value="0.1" units="cm"/>
      <inkml:brushProperty name="color" value="#F6630D"/>
    </inkml:brush>
  </inkml:definitions>
  <inkml:trace contextRef="#ctx0" brushRef="#br0">3 98 4145 0 0,'-2'-5'3485'0'0,"2"5"-3419"0"0,6-10 1910 0 0,10-8 220 0 0,-7 10-1494 0 0,0 1-1 0 0,0 1 1 0 0,17-10-1 0 0,-15 11-1123 0 0,1 0-1 0 0,-1 1 0 0 0,1 1 0 0 0,-1 0 0 0 0,1 0 1 0 0,0 1-1 0 0,0 0 0 0 0,0 1 0 0 0,24 1 0 0 0,-17 1 411 0 0</inkml:trace>
</inkml:ink>
</file>

<file path=ppt/ink/ink1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55.852"/>
    </inkml:context>
    <inkml:brush xml:id="br0">
      <inkml:brushProperty name="width" value="0.1" units="cm"/>
      <inkml:brushProperty name="height" value="0.1" units="cm"/>
      <inkml:brushProperty name="color" value="#F6630D"/>
    </inkml:brush>
  </inkml:definitions>
  <inkml:trace contextRef="#ctx0" brushRef="#br0">5 27 5529 0 0,'0'0'44'0'0,"0"0"0"0"0,0 0 0 0 0,-1 0-1 0 0,1 0 1 0 0,0-1 0 0 0,0 1 0 0 0,-1 0-1 0 0,1 0 1 0 0,0 0 0 0 0,0 0 0 0 0,-1 0-1 0 0,1-1 1 0 0,0 1 0 0 0,0 0 0 0 0,0 0 0 0 0,0 0-1 0 0,-1-1 1 0 0,1 1 0 0 0,0 0 0 0 0,0 0-1 0 0,0-1 1 0 0,0 1 0 0 0,0 0 0 0 0,0 0 0 0 0,-1 0-1 0 0,1-1 1 0 0,0 1 0 0 0,0 0 0 0 0,0-1-1 0 0,0 1 1 0 0,0 0 0 0 0,0 0 0 0 0,0-1 0 0 0,0 1-1 0 0,0 0 1 0 0,0 0 0 0 0,0-1 0 0 0,1 1-1 0 0,-1 0 1 0 0,10-9 2073 0 0,17 0 913 0 0,-25 9-2878 0 0,0 0 1 0 0,0 0-1 0 0,1 0 1 0 0,-1 1-1 0 0,0-1 1 0 0,0 0 0 0 0,0 1-1 0 0,-1 0 1 0 0,1-1-1 0 0,0 1 1 0 0,0 0-1 0 0,0 0 1 0 0,0 0-1 0 0,-1 0 1 0 0,1 0 0 0 0,0 1-1 0 0,-1-1 1 0 0,1 0-1 0 0,1 3 1 0 0,-1-1-52 0 0,0 0 0 0 0,0 1 0 0 0,0-1 0 0 0,-1 0 0 0 0,1 1-1 0 0,-1-1 1 0 0,0 1 0 0 0,0 0 0 0 0,1 7 0 0 0,-1 6-230 0 0,0 0 1 0 0,-1 0-1 0 0,-5 30 0 0 0,4-33 106 0 0,-7 40-328 0 0,-3 26 559 0 0,11-73 14 0 0,0 1 0 0 0,0-1 0 0 0,0 1-1 0 0,1-1 1 0 0,0 1 0 0 0,1-1 0 0 0,0 1 0 0 0,3 7-1 0 0,-5-14-252 0 0,1 0-1 0 0,-1 1 0 0 0,1-1 0 0 0,0 0 0 0 0,-1 0 0 0 0,1 0 0 0 0,0 0 0 0 0,0 0 0 0 0,0 0 0 0 0,0 0 0 0 0,0 0 0 0 0,0 0 0 0 0,0 0 0 0 0,0-1 0 0 0,0 1 0 0 0,0 0 0 0 0,0-1 0 0 0,0 1 0 0 0,1 0 0 0 0,-1-1 0 0 0,0 0 0 0 0,1 1 1 0 0,-1-1-1 0 0,0 0 0 0 0,1 0 0 0 0,-1 1 0 0 0,0-1 0 0 0,1 0 0 0 0,-1-1 0 0 0,0 1 0 0 0,1 0 0 0 0,-1 0 0 0 0,0 0 0 0 0,0-1 0 0 0,1 1 0 0 0,1-2 0 0 0,4 0-825 0 0,-1-1 0 0 0,0 0 0 0 0,1-1 0 0 0,-2 0 0 0 0,10-7 0 0 0,-5 4-451 0 0</inkml:trace>
</inkml:ink>
</file>

<file path=ppt/ink/ink1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1:56.059"/>
    </inkml:context>
    <inkml:brush xml:id="br0">
      <inkml:brushProperty name="width" value="0.1" units="cm"/>
      <inkml:brushProperty name="height" value="0.1" units="cm"/>
      <inkml:brushProperty name="color" value="#F6630D"/>
    </inkml:brush>
  </inkml:definitions>
  <inkml:trace contextRef="#ctx0" brushRef="#br0">14 108 3681 0 0,'-14'1'10314'0'0,"18"-3"-9820"0"0,69-37 5225 0 0,41-15-3928 0 0,-94 47-3327 0 0,-1 1-5788 0 0</inkml:trace>
</inkml:ink>
</file>

<file path=ppt/ink/ink1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2:17.499"/>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175 22 2761 0 0,'-69'10'1299'0'0,"39"-5"545"0"0,-46 1-1 0 0,718-16 3913 0 0,-429 6-4333 0 0,175-11-413 0 0,-73 1-374 0 0,760 31 324 0 0,-991-13-970 0 0,-33-3-88 0 0,-1 3 0 0 0,79 16 0 0 0,-153-13-1170 0 0,-26-2 715 0 0,-199 8 140 0 0,-219 14-1245 0 0,4 31 637 0 0,-507 87 2357 0 0,794-111 707 0 0,-27 2-1333 0 0,160-29-434 0 0,42-6-284 0 0,0-1-1 0 0,0 0 1 0 0,0 1 0 0 0,0 0 0 0 0,0-1-1 0 0,0 1 1 0 0,0 0 0 0 0,0 0 0 0 0,0 0 0 0 0,1 0-1 0 0,-1 1 1 0 0,0-1 0 0 0,1 0 0 0 0,-1 1-1 0 0,1-1 1 0 0,-1 1 0 0 0,1 0 0 0 0,-2 2 0 0 0,3-3 1 0 0,-1 0 0 0 0,1 0 1 0 0,0 0-1 0 0,0 0 0 0 0,0 0 1 0 0,-1 0-1 0 0,1 0 0 0 0,0-1 1 0 0,0 1-1 0 0,1 0 0 0 0,-1 0 1 0 0,0 0-1 0 0,0 0 1 0 0,0 0-1 0 0,1 0 0 0 0,-1 0 1 0 0,0 0-1 0 0,1 0 0 0 0,-1-1 1 0 0,0 1-1 0 0,1 0 0 0 0,0 0 1 0 0,-1 0-1 0 0,1 0 1 0 0,1 1 13 0 0,0-1 1 0 0,0 1-1 0 0,0-1 1 0 0,0 1 0 0 0,1-1-1 0 0,-1 0 1 0 0,0 0 0 0 0,0 0-1 0 0,3 1 1 0 0,7 1 66 0 0,-1 0-1 0 0,24 2 1 0 0,-32-5-83 0 0,61 3 239 0 0,116-9 0 0 0,-26 0 18 0 0,596-1 807 0 0,-150-6-1053 0 0,-115-1-585 0 0,-386 12 591 0 0,-21-1 69 0 0,0 4 0 0 0,152 20 1 0 0,-194-9-399 0 0,-35-12 299 0 0,-1 0 0 0 0,0 0 0 0 0,1 1 0 0 0,-1-1 0 0 0,0 0 0 0 0,0 0 0 0 0,1 0 0 0 0,-1 0 0 0 0,0 1-1 0 0,0-1 1 0 0,1 0 0 0 0,-1 0 0 0 0,0 1 0 0 0,0-1 0 0 0,0 0 0 0 0,0 0 0 0 0,1 1 0 0 0,-1-1 0 0 0,0 0 0 0 0,0 1 0 0 0,0-1-1 0 0,0 0 1 0 0,0 1 0 0 0,0-1 0 0 0,0 0 0 0 0,0 0 0 0 0,0 1 0 0 0,0-1 0 0 0,0 0 0 0 0,0 1 0 0 0,0-1 0 0 0,0 1 0 0 0,-1 0-41 0 0,0 0 1 0 0,0 0 0 0 0,0-1-1 0 0,0 1 1 0 0,0 0 0 0 0,0-1-1 0 0,0 1 1 0 0,0 0 0 0 0,0-1-1 0 0,0 1 1 0 0,0-1-1 0 0,-1 0 1 0 0,1 1 0 0 0,-1-1-1 0 0,-54 12-642 0 0,-1-2 0 0 0,-65 3 0 0 0,-10 1 396 0 0,-550 56-317 0 0,521-57 521 0 0,48-3-30 0 0,-463 43 980 0 0,5 33 1937 0 0,551-82-2579 0 0,7-2 204 0 0,0 1 0 0 0,0 0 0 0 0,0 1-1 0 0,-15 6 1 0 0,28-9-417 0 0,-1-1 0 0 0,1 0-1 0 0,0 1 1 0 0,0-1 0 0 0,0 1 0 0 0,0-1-1 0 0,0 1 1 0 0,0-1 0 0 0,0 1 0 0 0,0-1-1 0 0,0 0 1 0 0,0 1 0 0 0,0-1-1 0 0,0 1 1 0 0,1-1 0 0 0,-1 1 0 0 0,0-1-1 0 0,0 0 1 0 0,0 1 0 0 0,0-1-1 0 0,1 1 1 0 0,-1-1 0 0 0,0 0 0 0 0,1 1-1 0 0,-1-1 1 0 0,0 0 0 0 0,1 1-1 0 0,-1-1 1 0 0,0 0 0 0 0,1 0 0 0 0,-1 1-1 0 0,0-1 1 0 0,1 0 0 0 0,-1 0-1 0 0,1 0 1 0 0,-1 1 0 0 0,0-1 0 0 0,1 0-1 0 0,0 0 1 0 0,17 12-580 0 0,-9-9 557 0 0,1 0-1 0 0,0-1 1 0 0,0 0 0 0 0,0 0 0 0 0,0-1 0 0 0,0-1 0 0 0,0 1 0 0 0,18-3 0 0 0,-2 1 7 0 0,736 56 965 0 0,-229-8-206 0 0,26-1-1493 0 0,-448-37 614 0 0,80 10 396 0 0,-155-14-408 0 0,-2 2 0 0 0,1 2 1 0 0,43 17-1 0 0,-71-22-620 0 0,-9-1 330 0 0,-19 1 203 0 0,-29-1-44 0 0,-184-14-861 0 0,-240 22 1 0 0,118 22 1201 0 0,-470 104 1 0 0,217 10 3006 0 0,497-119-1853 0 0,94-23-944 0 0,4-3-142 0 0,1 2 0 0 0,-1 0 0 0 0,1 0 0 0 0,0 1 1 0 0,-22 12-1 0 0,35-17-130 0 0,-1 0 0 0 0,1 0-1 0 0,0 1 1 0 0,0-1 0 0 0,0 0 0 0 0,0 0 0 0 0,0 0 0 0 0,0 0 0 0 0,-1 0 0 0 0,1 0 0 0 0,0 0 0 0 0,0 0 0 0 0,0 0 0 0 0,0 1-1 0 0,0-1 1 0 0,0 0 0 0 0,0 0 0 0 0,0 0 0 0 0,0 0 0 0 0,0 0 0 0 0,0 0 0 0 0,0 0 0 0 0,-1 1 0 0 0,1-1 0 0 0,0 0 0 0 0,0 0 0 0 0,0 0-1 0 0,0 0 1 0 0,0 0 0 0 0,0 1 0 0 0,0-1 0 0 0,0 0 0 0 0,0 0 0 0 0,0 0 0 0 0,1 0 0 0 0,-1 0 0 0 0,0 0 0 0 0,0 1 0 0 0,0-1-1 0 0,0 0 1 0 0,0 0 0 0 0,0 0 0 0 0,0 0 0 0 0,0 0 0 0 0,0 0 0 0 0,0 1 0 0 0,0-1 0 0 0,1 0 0 0 0,8 5-211 0 0,12 0 77 0 0,41-1 185 0 0,-1-2 0 0 0,1-3 1 0 0,62-8-1 0 0,42-2-42 0 0,-141 10-29 0 0,1432-45-68 0 0,-854 23 98 0 0,-558 21-282 0 0,1 1 1 0 0,-1 2-1 0 0,1 3 0 0 0,53 10 1 0 0,-98-14 241 0 0,0 0 0 0 0,0 0 0 0 0,0 0 1 0 0,0 1-1 0 0,0-1 0 0 0,0 0 1 0 0,0 1-1 0 0,0-1 0 0 0,0 0 0 0 0,0 1 1 0 0,0-1-1 0 0,0 1 0 0 0,-1 0 1 0 0,1-1-1 0 0,0 1 0 0 0,0-1 0 0 0,0 1 1 0 0,-1 0-1 0 0,1 0 0 0 0,0 0 0 0 0,-1 0 8 0 0,0 0 0 0 0,0-1 0 0 0,-1 1 0 0 0,1-1 0 0 0,0 1 0 0 0,0-1-1 0 0,-1 1 1 0 0,1-1 0 0 0,0 1 0 0 0,-1-1 0 0 0,1 1 0 0 0,-1-1-1 0 0,1 1 1 0 0,-1-1 0 0 0,1 0 0 0 0,-1 1 0 0 0,1-1 0 0 0,-1 0 0 0 0,1 1-1 0 0,-1-1 1 0 0,1 0 0 0 0,-1 0 0 0 0,0 1 0 0 0,-44 12-480 0 0,-200 31 20 0 0,71-14-122 0 0,-106 13 580 0 0,-3 0 216 0 0,26-3 106 0 0,-8 2-128 0 0,22 1 386 0 0,-326 75 2537 0 0,485-96-2764 0 0,-48 15 97 0 0,131-37-418 0 0,0 1 0 0 0,-1-1-1 0 0,1 0 1 0 0,0 1 0 0 0,0-1 0 0 0,0 1-1 0 0,0 0 1 0 0,0-1 0 0 0,0 1 0 0 0,0 0 0 0 0,0 0-1 0 0,0 0 1 0 0,0-1 0 0 0,0 2 0 0 0,1-1-1 0 0,-1-1 0 0 0,1 1-1 0 0,0-1 1 0 0,0 1 0 0 0,0-1 0 0 0,0 1 0 0 0,0-1 0 0 0,0 1 0 0 0,0-1-1 0 0,0 0 1 0 0,0 1 0 0 0,0-1 0 0 0,0 1 0 0 0,0-1 0 0 0,0 1 0 0 0,0-1 0 0 0,1 1-1 0 0,-1-1 1 0 0,0 0 0 0 0,0 1 0 0 0,0-1 0 0 0,1 1 0 0 0,-1-1 0 0 0,1 1 0 0 0,28 22-161 0 0,-28-23 160 0 0,32 19-80 0 0,0-2-1 0 0,2-2 0 0 0,0-1 1 0 0,0-1-1 0 0,1-2 1 0 0,61 10-1 0 0,230 11-74 0 0,-142-19 379 0 0,454 3 1386 0 0,-177-31-1322 0 0,-231 6-161 0 0,122 1-703 0 0,-302 10-1022 0 0,-241 13-184 0 0,-315 3 358 0 0,-4 27 1107 0 0,403-32 322 0 0,-707 118 2038 0 0,607-94-321 0 0,174-32-1465 0 0,14-2 117 0 0,-1 0-1 0 0,1 1 0 0 0,-1 1 1 0 0,-28 11-1 0 0,46-16-367 0 0,1 0 0 0 0,-1 1 1 0 0,0-1-1 0 0,1 0 0 0 0,-1 1 0 0 0,0-1 0 0 0,1 0 0 0 0,-1 1 0 0 0,1-1 0 0 0,-1 1 0 0 0,1-1 0 0 0,-1 0 0 0 0,1 1 1 0 0,-1-1-1 0 0,1 1 0 0 0,0 0 0 0 0,-1-1 0 0 0,1 1 0 0 0,-1-1 0 0 0,1 1 0 0 0,0 0 0 0 0,0-1 0 0 0,-1 1 0 0 0,1 0 1 0 0,0-1-1 0 0,0 1 0 0 0,0 0 0 0 0,0-1 0 0 0,0 1 0 0 0,0 0 0 0 0,0-1 0 0 0,0 2 0 0 0,1 0-102 0 0,0-1-1 0 0,0 1 1 0 0,-1 0 0 0 0,1-1-1 0 0,1 0 1 0 0,-1 1-1 0 0,0-1 1 0 0,0 1-1 0 0,1-1 1 0 0,-1 0-1 0 0,0 0 1 0 0,3 1 0 0 0,2 2 305 0 0,1 0 1 0 0,-1 0 0 0 0,1-1-1 0 0,0 0 1 0 0,11 3 0 0 0,-14-5-391 0 0,0-1 1 0 0,0 0 0 0 0,0 0 0 0 0,0 0-1 0 0,0-1 1 0 0,6-1 0 0 0</inkml:trace>
</inkml:ink>
</file>

<file path=ppt/ink/ink1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2:23.249"/>
    </inkml:context>
    <inkml:brush xml:id="br0">
      <inkml:brushProperty name="width" value="0.1" units="cm"/>
      <inkml:brushProperty name="height" value="0.1" units="cm"/>
      <inkml:brushProperty name="color" value="#004F8B"/>
    </inkml:brush>
  </inkml:definitions>
  <inkml:trace contextRef="#ctx0" brushRef="#br0">27 47 5985 0 0,'-8'-17'889'0'0,"8"15"-529"0"0,0 1 0 0 0,0-1 0 0 0,0 1 0 0 0,-1 0 0 0 0,1-1 0 0 0,-1 1 0 0 0,1-1 0 0 0,-1 1 0 0 0,0-1 0 0 0,1 1 1 0 0,-1 0-1 0 0,0 0 0 0 0,0-1 0 0 0,0 1 0 0 0,0 0 0 0 0,0 0 0 0 0,0 0 0 0 0,0 0 0 0 0,0 0 0 0 0,-1 0 0 0 0,-1-1 0 0 0,10 34 3365 0 0,10 24-3021 0 0,-3 1-1 0 0,7 64 1 0 0,5 120-163 0 0,-18-153-388 0 0,46 500-16 0 0,-53-584-173 0 0,9 146-967 0 0,-10-123-1449 0 0,-7 46-1 0 0</inkml:trace>
</inkml:ink>
</file>

<file path=ppt/ink/ink1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2:23.626"/>
    </inkml:context>
    <inkml:brush xml:id="br0">
      <inkml:brushProperty name="width" value="0.1" units="cm"/>
      <inkml:brushProperty name="height" value="0.1" units="cm"/>
      <inkml:brushProperty name="color" value="#004F8B"/>
    </inkml:brush>
  </inkml:definitions>
  <inkml:trace contextRef="#ctx0" brushRef="#br0">31 213 2761 0 0,'-30'-18'11370'0'0,"41"27"-10825"0"0,0 1-1 0 0,-1 0 1 0 0,-1 0 0 0 0,1 1-1 0 0,-1 0 1 0 0,-1 1 0 0 0,0-1-1 0 0,12 26 1 0 0,-11-20-403 0 0,0 0 0 0 0,2-1 1 0 0,0-1-1 0 0,23 25 0 0 0,-32-37-105 0 0,1-1-1 0 0,-1 1 1 0 0,1-1 0 0 0,0 0-1 0 0,0 0 1 0 0,0 0-1 0 0,1 0 1 0 0,-1 0 0 0 0,0-1-1 0 0,1 1 1 0 0,-1-1-1 0 0,1 0 1 0 0,-1 0-1 0 0,1 0 1 0 0,-1 0 0 0 0,1-1-1 0 0,0 0 1 0 0,-1 1-1 0 0,1-1 1 0 0,0-1 0 0 0,0 1-1 0 0,-1 0 1 0 0,1-1-1 0 0,-1 0 1 0 0,1 0 0 0 0,0 0-1 0 0,-1 0 1 0 0,0-1-1 0 0,1 1 1 0 0,-1-1 0 0 0,0 0-1 0 0,0 0 1 0 0,0 0-1 0 0,0 0 1 0 0,4-4-1 0 0,8-9 191 0 0,-1 1-1 0 0,0-2 1 0 0,-1 0-1 0 0,-1-1 1 0 0,11-18-1 0 0,-20 30-217 0 0,189-292-1361 0 0,-185 287 743 0 0</inkml:trace>
</inkml:ink>
</file>

<file path=ppt/ink/ink1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2:26.242"/>
    </inkml:context>
    <inkml:brush xml:id="br0">
      <inkml:brushProperty name="width" value="0.1" units="cm"/>
      <inkml:brushProperty name="height" value="0.1" units="cm"/>
      <inkml:brushProperty name="color" value="#004F8B"/>
    </inkml:brush>
  </inkml:definitions>
  <inkml:trace contextRef="#ctx0" brushRef="#br0">196 158 920 0 0,'-1'-17'868'0'0,"0"0"0"0"0,-5-24 0 0 0,5 34-339 0 0,-1 0 0 0 0,0 0-1 0 0,0 0 1 0 0,0 1-1 0 0,-1-1 1 0 0,0 1 0 0 0,0 0-1 0 0,-7-10 1 0 0,9 15-381 0 0,1 0 1 0 0,-1 0 0 0 0,0 0-1 0 0,0 0 1 0 0,0 0 0 0 0,1 0-1 0 0,-1 1 1 0 0,0-1 0 0 0,0 0-1 0 0,0 1 1 0 0,0-1 0 0 0,-1 0-1 0 0,1 1 1 0 0,0-1-1 0 0,0 1 1 0 0,0 0 0 0 0,0-1-1 0 0,0 1 1 0 0,-1 0 0 0 0,1 0-1 0 0,0 0 1 0 0,0 0 0 0 0,0 0-1 0 0,-1 0 1 0 0,1 0 0 0 0,0 0-1 0 0,-2 1 1 0 0,1 0 39 0 0,0 0 1 0 0,-1 0-1 0 0,1 1 0 0 0,0-1 0 0 0,0 1 1 0 0,0-1-1 0 0,0 1 0 0 0,0 0 1 0 0,0 0-1 0 0,0 0 0 0 0,-2 4 1 0 0,-4 6 202 0 0,1 1 0 0 0,1-1 0 0 0,-8 21 1 0 0,-1 6-193 0 0,3 0-1 0 0,1 2 1 0 0,1-1 0 0 0,-6 80 0 0 0,14-102-171 0 0,1 1 0 0 0,2-1 0 0 0,-1 1 0 0 0,2 0 0 0 0,1-1 0 0 0,0 0 0 0 0,1 0 0 0 0,1 0 0 0 0,1 0 0 0 0,0-1 0 0 0,1 0-1 0 0,1 0 1 0 0,14 22 0 0 0,-17-33-39 0 0,1 0-1 0 0,-1 0 1 0 0,1-1-1 0 0,0 0 0 0 0,0 0 1 0 0,0 0-1 0 0,1-1 0 0 0,0 1 1 0 0,0-2-1 0 0,0 1 0 0 0,12 3 1 0 0,-17-5-75 0 0,1-1 1 0 0,0 0 0 0 0,0 0 0 0 0,1 0-1 0 0,-1-1 1 0 0,0 1 0 0 0,0-1-1 0 0,0 0 1 0 0,0 0 0 0 0,0 0 0 0 0,1 0-1 0 0,-1 0 1 0 0,0-1 0 0 0,0 1 0 0 0,0-1-1 0 0,0 0 1 0 0,0 0 0 0 0,0 0-1 0 0,0 0 1 0 0,0-1 0 0 0,-1 1 0 0 0,1-1-1 0 0,0 0 1 0 0,-1 0 0 0 0,1 0 0 0 0,-1 0-1 0 0,1 0 1 0 0,-1 0 0 0 0,0 0-1 0 0,0-1 1 0 0,2-2 0 0 0,-4 3-41 0 0,1 1 0 0 0,-1 0 0 0 0,1-1 0 0 0,-1 1 0 0 0,1-1 0 0 0,-1 1 1 0 0,0-1-1 0 0,0 1 0 0 0,0-1 0 0 0,0 1 0 0 0,0-1 0 0 0,0 1 0 0 0,0-1 0 0 0,0 1 0 0 0,0-1 0 0 0,-1 1 1 0 0,1 0-1 0 0,-1-1 0 0 0,1 1 0 0 0,-1-1 0 0 0,0 1 0 0 0,1 0 0 0 0,-1-1 0 0 0,-1 0 0 0 0,-28-33-1151 0 0,12 15 1180 0 0,15 16 144 0 0,0 0 1 0 0,1 1-1 0 0,-1-1 1 0 0,1 0-1 0 0,0-1 1 0 0,0 1-1 0 0,1 0 1 0 0,-1-1-1 0 0,1 1 1 0 0,0-1-1 0 0,0 1 1 0 0,0-1 0 0 0,1 1-1 0 0,-1-1 1 0 0,1 0-1 0 0,0 1 1 0 0,0-1-1 0 0,1 1 1 0 0,0-1-1 0 0,0 0 1 0 0,0 1-1 0 0,0-1 1 0 0,0 1-1 0 0,1 0 1 0 0,0-1 0 0 0,0 1-1 0 0,0 0 1 0 0,1 0-1 0 0,-1 0 1 0 0,1 1-1 0 0,0-1 1 0 0,0 0-1 0 0,7-5 1 0 0,6-5 253 0 0,1 0 1 0 0,0 1 0 0 0,1 1-1 0 0,0 1 1 0 0,1 1 0 0 0,1 0-1 0 0,-1 1 1 0 0,1 1-1 0 0,1 1 1 0 0,0 1 0 0 0,26-4-1 0 0,-44 9-227 0 0,1 0 0 0 0,-1 1-1 0 0,1 0 1 0 0,-1 0 0 0 0,0 0 0 0 0,1 0-1 0 0,-1 0 1 0 0,0 1 0 0 0,1-1-1 0 0,-1 1 1 0 0,0 0 0 0 0,1 0-1 0 0,-1 0 1 0 0,0 1 0 0 0,0-1 0 0 0,0 1-1 0 0,0-1 1 0 0,0 1 0 0 0,-1 0-1 0 0,1 0 1 0 0,0 0 0 0 0,-1 1 0 0 0,1-1-1 0 0,-1 1 1 0 0,0-1 0 0 0,0 1-1 0 0,0 0 1 0 0,0 0 0 0 0,-1 0 0 0 0,1 0-1 0 0,-1 0 1 0 0,1 0 0 0 0,-1 0-1 0 0,0 0 1 0 0,-1 1 0 0 0,1-1-1 0 0,0 6 1 0 0,2 13 391 0 0,-2-1 0 0 0,-1 0 0 0 0,0 1 0 0 0,-7 38 0 0 0,4-36-347 0 0,2-12-501 0 0,-4 41 1180 0 0,7-17-7236 0 0</inkml:trace>
</inkml:ink>
</file>

<file path=ppt/ink/ink1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2:26.620"/>
    </inkml:context>
    <inkml:brush xml:id="br0">
      <inkml:brushProperty name="width" value="0.1" units="cm"/>
      <inkml:brushProperty name="height" value="0.1" units="cm"/>
      <inkml:brushProperty name="color" value="#004F8B"/>
    </inkml:brush>
  </inkml:definitions>
  <inkml:trace contextRef="#ctx0" brushRef="#br0">1 331 9674 0 0,'0'1'26'0'0,"0"-1"0"0"0,-1 0-1 0 0,1 0 1 0 0,0 0 0 0 0,0 0 0 0 0,0 1 0 0 0,0-1 0 0 0,0 0-1 0 0,0 0 1 0 0,0 0 0 0 0,0 1 0 0 0,0-1 0 0 0,0 0-1 0 0,0 0 1 0 0,0 0 0 0 0,0 0 0 0 0,0 1 0 0 0,0-1-1 0 0,0 0 1 0 0,1 0 0 0 0,-1 0 0 0 0,0 0 0 0 0,0 1-1 0 0,0-1 1 0 0,0 0 0 0 0,0 0 0 0 0,0 0 0 0 0,0 0-1 0 0,0 0 1 0 0,1 1 0 0 0,-1-1 0 0 0,0 0 0 0 0,0 0-1 0 0,0 0 1 0 0,0 0 0 0 0,1 0 0 0 0,-1 0 0 0 0,0 0-1 0 0,0 0 1 0 0,0 0 0 0 0,0 0 0 0 0,1 0 0 0 0,-1 0-1 0 0,0 0 1 0 0,0 0 0 0 0,14-1 1099 0 0,16-8 330 0 0,-28 9-1416 0 0,13-6 480 0 0,-1-1 0 0 0,1 0 0 0 0,-1-1-1 0 0,0 0 1 0 0,-1-1 0 0 0,0 0 0 0 0,21-21-1 0 0,-22 18-552 0 0,0-1-1 0 0,-1 0 0 0 0,-1-1 0 0 0,0 0 0 0 0,-1 0 0 0 0,0-1 0 0 0,-1 0 0 0 0,-1-1 0 0 0,0 0 0 0 0,-2 0 1 0 0,9-33-1 0 0,-14 48-24 0 0,1 0 0 0 0,-1 0 0 0 0,0 0 0 0 0,1 0 0 0 0,-1-1 0 0 0,0 1 0 0 0,0 0 0 0 0,0 0 0 0 0,0 0 0 0 0,0-1 0 0 0,0 1 0 0 0,0 0 0 0 0,0 0 0 0 0,0 0 0 0 0,-1 0 1 0 0,1-1-1 0 0,0 1 0 0 0,-1 0 0 0 0,1 0 0 0 0,-1 0 0 0 0,1 0 0 0 0,-1 0 0 0 0,0 0 0 0 0,1 0 0 0 0,-1 0 0 0 0,0 0 0 0 0,0 0 0 0 0,0 0 0 0 0,1 0 0 0 0,-1 1 0 0 0,-2-2 0 0 0,1 2 8 0 0,1 0 0 0 0,-1 0 0 0 0,0 0 0 0 0,1 0 0 0 0,-1 0 0 0 0,0 1 0 0 0,1-1 0 0 0,-1 0 0 0 0,0 1 0 0 0,1 0 0 0 0,-1-1 0 0 0,1 1 0 0 0,-1 0 0 0 0,1 0 0 0 0,-1 0 0 0 0,1 0 0 0 0,-1 0 0 0 0,1 0 0 0 0,0 0 0 0 0,0 0 0 0 0,0 0 0 0 0,-2 3 0 0 0,-4 3 138 0 0,0 1 0 0 0,1-1-1 0 0,0 2 1 0 0,1-1-1 0 0,-1 1 1 0 0,1 0 0 0 0,1 0-1 0 0,0 0 1 0 0,0 0 0 0 0,-2 13-1 0 0,4-14 76 0 0,1 0 0 0 0,0 1 0 0 0,1-1 0 0 0,0 0 0 0 0,0 1 0 0 0,1-1 0 0 0,0 1 0 0 0,0-1 1 0 0,1 0-1 0 0,0 0 0 0 0,1 0 0 0 0,5 13 0 0 0,1 0-348 0 0,22 35 1 0 0,-19-37-621 0 0</inkml:trace>
</inkml:ink>
</file>

<file path=ppt/ink/ink1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2:26.828"/>
    </inkml:context>
    <inkml:brush xml:id="br0">
      <inkml:brushProperty name="width" value="0.1" units="cm"/>
      <inkml:brushProperty name="height" value="0.1" units="cm"/>
      <inkml:brushProperty name="color" value="#004F8B"/>
    </inkml:brush>
  </inkml:definitions>
  <inkml:trace contextRef="#ctx0" brushRef="#br0">24 1 4609 0 0,'-3'0'408'0'0,"0"0"-328"0"0,2 0 176 0 0,0 0 32 0 0,-2 0 0 0 0,0 1 8 0 0,-1 0-536 0 0,1 1-112 0 0,1 2-16 0 0,2 0-8 0 0,1 1 280 0 0,0 2 96 0 0,1 0 0 0 0,-2 0 0 0 0</inkml:trace>
</inkml:ink>
</file>

<file path=ppt/ink/ink1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2:27.199"/>
    </inkml:context>
    <inkml:brush xml:id="br0">
      <inkml:brushProperty name="width" value="0.1" units="cm"/>
      <inkml:brushProperty name="height" value="0.1" units="cm"/>
      <inkml:brushProperty name="color" value="#004F8B"/>
    </inkml:brush>
  </inkml:definitions>
  <inkml:trace contextRef="#ctx0" brushRef="#br0">131 45 1376 0 0,'0'-2'243'0'0,"0"0"0"0"0,-1 0 0 0 0,1 0-1 0 0,-1 0 1 0 0,0 0 0 0 0,1 0 0 0 0,-1 0-1 0 0,0 0 1 0 0,0 0 0 0 0,0 0 0 0 0,0 1-1 0 0,-1-1 1 0 0,1 0 0 0 0,0 1 0 0 0,-1-1-1 0 0,1 1 1 0 0,-1-1 0 0 0,0 1 0 0 0,1 0-1 0 0,-1 0 1 0 0,0 0 0 0 0,0 0 0 0 0,0 0-1 0 0,0 0 1 0 0,0 0 0 0 0,0 1 0 0 0,0-1 0 0 0,0 1-1 0 0,0-1 1 0 0,0 1 0 0 0,0 0 0 0 0,0 0-1 0 0,-2 0 1 0 0,1-1 50 0 0,1 1-1 0 0,-1 0 1 0 0,1 0-1 0 0,-1 0 1 0 0,1 0-1 0 0,-1 0 0 0 0,1 1 1 0 0,-1-1-1 0 0,1 1 1 0 0,0-1-1 0 0,-1 1 1 0 0,1 0-1 0 0,-1 0 1 0 0,1 0-1 0 0,0 0 1 0 0,0 0-1 0 0,0 1 1 0 0,0-1-1 0 0,0 1 1 0 0,0 0-1 0 0,0-1 1 0 0,0 1-1 0 0,1 0 1 0 0,-1 0-1 0 0,0 0 1 0 0,1 0-1 0 0,-2 3 1 0 0,-6 13-2559 0 0,-1 6-1951 0 0</inkml:trace>
</inkml:ink>
</file>

<file path=ppt/ink/ink1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2:27.524"/>
    </inkml:context>
    <inkml:brush xml:id="br0">
      <inkml:brushProperty name="width" value="0.1" units="cm"/>
      <inkml:brushProperty name="height" value="0.1" units="cm"/>
      <inkml:brushProperty name="color" value="#004F8B"/>
    </inkml:brush>
  </inkml:definitions>
  <inkml:trace contextRef="#ctx0" brushRef="#br0">6 91 3225 0 0,'-5'-41'1386'0'0,"5"-8"14386"0"0,19 104-14297 0 0,9 77-766 0 0,19 241 1 0 0,-24-151-2474 0 0,-18-187-1676 0 0</inkml:trace>
</inkml:ink>
</file>

<file path=ppt/ink/ink1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2:27.715"/>
    </inkml:context>
    <inkml:brush xml:id="br0">
      <inkml:brushProperty name="width" value="0.1" units="cm"/>
      <inkml:brushProperty name="height" value="0.1" units="cm"/>
      <inkml:brushProperty name="color" value="#004F8B"/>
    </inkml:brush>
  </inkml:definitions>
  <inkml:trace contextRef="#ctx0" brushRef="#br0">4 210 11058 0 0,'0'-2'134'0'0,"-1"-1"-1"0"0,0 1 1 0 0,1 0-1 0 0,-1-1 1 0 0,1 1-1 0 0,0-1 1 0 0,0 1-1 0 0,0-1 0 0 0,0 1 1 0 0,0 0-1 0 0,0-1 1 0 0,1 1-1 0 0,-1-1 1 0 0,1 1-1 0 0,1-4 1 0 0,1 0 135 0 0,0 0 1 0 0,0 0 0 0 0,0 0 0 0 0,1 1-1 0 0,7-9 1 0 0,1 0 130 0 0,2 1 0 0 0,-1 0 0 0 0,20-13 0 0 0,-21 18-740 0 0,1 1 0 0 0,-1 0 0 0 0,1 1 0 0 0,0 0 0 0 0,1 1 0 0 0,0 1 1 0 0,-1 0-1 0 0,1 1 0 0 0,1 0 0 0 0,-1 2 0 0 0,24-2 0 0 0,-4 2 330 0 0</inkml:trace>
</inkml:ink>
</file>

<file path=ppt/ink/ink1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2:28.157"/>
    </inkml:context>
    <inkml:brush xml:id="br0">
      <inkml:brushProperty name="width" value="0.1" units="cm"/>
      <inkml:brushProperty name="height" value="0.1" units="cm"/>
      <inkml:brushProperty name="color" value="#004F8B"/>
    </inkml:brush>
  </inkml:definitions>
  <inkml:trace contextRef="#ctx0" brushRef="#br0">0 167 1840 0 0,'1'-1'369'0'0,"-1"-1"0"0"0,1 1 0 0 0,-1 0 0 0 0,1 0 0 0 0,0-1 0 0 0,-1 1 0 0 0,1 0 0 0 0,0 0 0 0 0,0 0 0 0 0,0 0 0 0 0,0 0 0 0 0,0 0 0 0 0,0 0 0 0 0,0 0 0 0 0,0 0-1 0 0,0 0 1 0 0,1 0 0 0 0,-1 1 0 0 0,2-2 0 0 0,0 1 84 0 0,1 0-1 0 0,-1 0 1 0 0,1 0 0 0 0,0 0-1 0 0,0 0 1 0 0,-1 1 0 0 0,6 0-1 0 0,-1 0 65 0 0,0 0 0 0 0,1 1 0 0 0,-1 0 0 0 0,0 0 0 0 0,0 1 0 0 0,9 3 1 0 0,-6 0 9 0 0,0 1 0 0 0,-1-1 1 0 0,1 1-1 0 0,-1 1 0 0 0,-1 0 1 0 0,16 15-1 0 0,-21-18-427 0 0,1 0 1 0 0,-1 1-1 0 0,0 0 0 0 0,0 0 0 0 0,0 0 1 0 0,-1 0-1 0 0,0 1 0 0 0,0-1 1 0 0,0 1-1 0 0,-1 0 0 0 0,0 0 0 0 0,0 0 1 0 0,0 0-1 0 0,0 8 0 0 0,-1-13-82 0 0,-1 0 0 0 0,0 1-1 0 0,0-1 1 0 0,0 0 0 0 0,0 0-1 0 0,0 0 1 0 0,0 0 0 0 0,0 0 0 0 0,0 0-1 0 0,0 0 1 0 0,0 0 0 0 0,-1 0-1 0 0,1 0 1 0 0,0 0 0 0 0,-1 0-1 0 0,1 0 1 0 0,-1 0 0 0 0,1 0 0 0 0,-1 0-1 0 0,1 0 1 0 0,-1 0 0 0 0,0 0-1 0 0,1-1 1 0 0,-1 1 0 0 0,0 0-1 0 0,0 0 1 0 0,1-1 0 0 0,-1 1-1 0 0,0-1 1 0 0,0 1 0 0 0,-1 0 0 0 0,1-1 6 0 0,0 0 1 0 0,0-1 0 0 0,0 1 0 0 0,-1 0 0 0 0,1 0 0 0 0,0-1 0 0 0,0 1 0 0 0,0-1 0 0 0,0 1 0 0 0,0-1 0 0 0,0 0 0 0 0,1 1 0 0 0,-1-1 0 0 0,0 0 0 0 0,0 1 0 0 0,0-1 0 0 0,1 0 0 0 0,-1 0 0 0 0,0 0 0 0 0,1 0 0 0 0,-1 0 0 0 0,0 0 0 0 0,1 0 0 0 0,0 0 0 0 0,-1 0 0 0 0,1 0 0 0 0,-1 0 0 0 0,1 0 0 0 0,0 0 0 0 0,0-1 0 0 0,-3-11-130 0 0,0 1-1 0 0,1-1 1 0 0,1 1 0 0 0,0-1 0 0 0,1 0 0 0 0,0 1 0 0 0,1-1 0 0 0,0 0 0 0 0,1 1 0 0 0,1-1 0 0 0,0 1 0 0 0,0 0 0 0 0,1 0 0 0 0,1 0 0 0 0,0 0 0 0 0,1 1 0 0 0,0-1 0 0 0,0 2 0 0 0,1-1 0 0 0,1 1-1 0 0,17-19 1 0 0,-5 9-1335 0 0</inkml:trace>
</inkml:ink>
</file>

<file path=ppt/ink/ink1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2:28.301"/>
    </inkml:context>
    <inkml:brush xml:id="br0">
      <inkml:brushProperty name="width" value="0.1" units="cm"/>
      <inkml:brushProperty name="height" value="0.1" units="cm"/>
      <inkml:brushProperty name="color" value="#004F8B"/>
    </inkml:brush>
  </inkml:definitions>
  <inkml:trace contextRef="#ctx0" brushRef="#br0">1 1 920 0 0,'4'85'8139'0'0,"6"0"-3884"0"0,1 14-2254 0 0,-10-84-2439 0 0,1-1 1 0 0,7 25-1 0 0,-4-22-4610 0 0</inkml:trace>
</inkml:ink>
</file>

<file path=ppt/ink/ink1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2:28.481"/>
    </inkml:context>
    <inkml:brush xml:id="br0">
      <inkml:brushProperty name="width" value="0.1" units="cm"/>
      <inkml:brushProperty name="height" value="0.1" units="cm"/>
      <inkml:brushProperty name="color" value="#004F8B"/>
    </inkml:brush>
  </inkml:definitions>
  <inkml:trace contextRef="#ctx0" brushRef="#br0">3 35 10138 0 0,'-1'-4'896'0'0,"0"-1"-712"0"0,2-1 1609 0 0,-1 1-809 0 0,0 0 8 0 0,1 1-576 0 0,-1 0-120 0 0,3 2-16 0 0,0 4-8 0 0,0 3-1544 0 0,2 2-304 0 0,3 5-64 0 0,2 2-17 0 0,2 1 1345 0 0,0 3 312 0 0</inkml:trace>
</inkml:ink>
</file>

<file path=ppt/ink/ink1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2:29.045"/>
    </inkml:context>
    <inkml:brush xml:id="br0">
      <inkml:brushProperty name="width" value="0.1" units="cm"/>
      <inkml:brushProperty name="height" value="0.1" units="cm"/>
      <inkml:brushProperty name="color" value="#004F8B"/>
    </inkml:brush>
  </inkml:definitions>
  <inkml:trace contextRef="#ctx0" brushRef="#br0">240 304 6913 0 0,'-4'-3'300'0'0,"-1"1"0"0"0,1 0-1 0 0,0 0 1 0 0,0 1-1 0 0,-1-1 1 0 0,1 1-1 0 0,-1 0 1 0 0,1 0-1 0 0,-1 0 1 0 0,0 1-1 0 0,1-1 1 0 0,-1 1-1 0 0,0 0 1 0 0,1 1-1 0 0,-1-1 1 0 0,-5 2-1 0 0,3 0 81 0 0,0 1 0 0 0,1-1 0 0 0,-1 1 0 0 0,1 0-1 0 0,-1 1 1 0 0,1-1 0 0 0,0 1 0 0 0,0 1 0 0 0,-9 8 0 0 0,6-4-117 0 0,1 0 0 0 0,0 1 0 0 0,0-1 0 0 0,1 2 0 0 0,0-1 0 0 0,1 1 0 0 0,0 0 0 0 0,1 0 0 0 0,0 0 0 0 0,1 1 0 0 0,0 0 0 0 0,-2 13 0 0 0,5-14-210 0 0,0-1 0 0 0,1 1 0 0 0,1-1 0 0 0,-1 1 0 0 0,2 0 0 0 0,2 11 0 0 0,-3-18-87 0 0,0 0 1 0 0,1 1 0 0 0,-1-1 0 0 0,1 0-1 0 0,0 0 1 0 0,0-1 0 0 0,0 1-1 0 0,4 4 1 0 0,-5-7-31 0 0,0 1 0 0 0,0-1 0 0 0,1 0 0 0 0,-1 0 0 0 0,0 0 1 0 0,1 0-1 0 0,-1 0 0 0 0,1 0 0 0 0,-1 0 0 0 0,1 0 0 0 0,0-1 0 0 0,-1 1 0 0 0,1 0 0 0 0,0-1 0 0 0,-1 0 0 0 0,1 1 1 0 0,0-1-1 0 0,0 0 0 0 0,-1 0 0 0 0,3 0 0 0 0,1-1-140 0 0,-1 0 0 0 0,0 0 0 0 0,0-1 1 0 0,0 1-1 0 0,0-1 0 0 0,0 0 0 0 0,0 0 0 0 0,-1-1 1 0 0,1 1-1 0 0,-1-1 0 0 0,1 0 0 0 0,-1 0 1 0 0,0 0-1 0 0,0 0 0 0 0,0 0 0 0 0,-1-1 0 0 0,1 1 1 0 0,-1-1-1 0 0,0 0 0 0 0,2-4 0 0 0,5-8-525 0 0,-2 0-1 0 0,0 0 1 0 0,7-27-1 0 0,-8 22 86 0 0,-2-2-1 0 0,0 1 1 0 0,-1 0-1 0 0,-1-46 0 0 0,-17-87 1595 0 0,5 75 2186 0 0,8 64-2179 0 0,1 10-332 0 0,0 0-1 0 0,0 0 0 0 0,1 0 1 0 0,-1 0-1 0 0,1 0 0 0 0,0 0 0 0 0,1 0 1 0 0,0 0-1 0 0,1-7 0 0 0,5 39 1786 0 0,3 27-1785 0 0,23 110 571 0 0,-26-136-1449 0 0,2-1 0 0 0,0 0 0 0 0,2 0 0 0 0,15 24 0 0 0,-7-17-5038 0 0,1 0-1799 0 0</inkml:trace>
</inkml:ink>
</file>

<file path=ppt/ink/ink1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2:29.425"/>
    </inkml:context>
    <inkml:brush xml:id="br0">
      <inkml:brushProperty name="width" value="0.1" units="cm"/>
      <inkml:brushProperty name="height" value="0.1" units="cm"/>
      <inkml:brushProperty name="color" value="#004F8B"/>
    </inkml:brush>
  </inkml:definitions>
  <inkml:trace contextRef="#ctx0" brushRef="#br0">184 17 6449 0 0,'-3'-2'296'0'0,"-1"0"0"0"0,1 0 0 0 0,-1 0 0 0 0,0 0-1 0 0,1 1 1 0 0,-1 0 0 0 0,0 0 0 0 0,0 0-1 0 0,0 0 1 0 0,1 1 0 0 0,-1-1 0 0 0,0 1 0 0 0,0 0-1 0 0,0 0 1 0 0,0 0 0 0 0,0 1 0 0 0,0-1 0 0 0,0 1-1 0 0,0 0 1 0 0,0 0 0 0 0,1 1 0 0 0,-1-1-1 0 0,0 1 1 0 0,1-1 0 0 0,-1 1 0 0 0,1 1 0 0 0,0-1-1 0 0,-5 4 1 0 0,1 0-98 0 0,1 1 0 0 0,0-1-1 0 0,0 1 1 0 0,0 1 0 0 0,1-1 0 0 0,0 1-1 0 0,1-1 1 0 0,-1 1 0 0 0,1 1 0 0 0,1-1-1 0 0,0 1 1 0 0,0-1 0 0 0,1 1 0 0 0,0 0-1 0 0,0 0 1 0 0,1 0 0 0 0,0 0 0 0 0,1 0-1 0 0,0 0 1 0 0,0 0 0 0 0,1 0-1 0 0,0 0 1 0 0,1 0 0 0 0,0 0 0 0 0,0 0-1 0 0,1-1 1 0 0,3 10 0 0 0,-2-10-204 0 0,0 1 1 0 0,0 0-1 0 0,1-1 1 0 0,0 0-1 0 0,0 0 1 0 0,0-1 0 0 0,1 1-1 0 0,1-1 1 0 0,-1 0-1 0 0,1-1 1 0 0,13 10-1 0 0,-14-12 4 0 0,0 0 0 0 0,1-1 0 0 0,0 0 0 0 0,-1 0 0 0 0,1 0 0 0 0,0-1 0 0 0,0 0 0 0 0,1 0 0 0 0,-1 0 0 0 0,0-1 0 0 0,1-1 0 0 0,-1 1 0 0 0,1-1 0 0 0,-1 0 0 0 0,15-3 0 0 0,-15 1-53 0 0,0 0-1 0 0,0 0 1 0 0,-1-1 0 0 0,1 1 0 0 0,-1-2 0 0 0,0 1-1 0 0,1-1 1 0 0,-1 0 0 0 0,-1 0 0 0 0,1-1 0 0 0,-1 1-1 0 0,0-1 1 0 0,0-1 0 0 0,0 1 0 0 0,-1-1 0 0 0,1 1-1 0 0,-1-1 1 0 0,-1-1 0 0 0,6-11 0 0 0,-3 6 102 0 0,-1 1 1 0 0,-1-1-1 0 0,0-1 1 0 0,-1 1-1 0 0,0 0 1 0 0,-1-1-1 0 0,0 0 1 0 0,-1 1-1 0 0,0-1 1 0 0,-2-16-1 0 0,0 23-27 0 0,1 1 1 0 0,-1-1-1 0 0,0 1 0 0 0,0 0 0 0 0,-1-1 1 0 0,0 1-1 0 0,0 0 0 0 0,0 0 0 0 0,-1 0 0 0 0,1 0 1 0 0,-1 0-1 0 0,0 0 0 0 0,-1 1 0 0 0,1 0 1 0 0,-6-6-1 0 0,6 8-137 0 0,0 0 0 0 0,0 0 0 0 0,0 0 1 0 0,-1 0-1 0 0,1 1 0 0 0,-1-1 0 0 0,1 1 0 0 0,-1 0 0 0 0,0 0 1 0 0,1 0-1 0 0,-1 1 0 0 0,0-1 0 0 0,0 1 0 0 0,0 0 1 0 0,1 0-1 0 0,-1 0 0 0 0,0 0 0 0 0,0 1 0 0 0,1-1 1 0 0,-1 1-1 0 0,0 0 0 0 0,-6 3 0 0 0,-12 5-1299 0 0,-1 2-238 0 0</inkml:trace>
</inkml:ink>
</file>

<file path=ppt/ink/ink1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2:29.743"/>
    </inkml:context>
    <inkml:brush xml:id="br0">
      <inkml:brushProperty name="width" value="0.1" units="cm"/>
      <inkml:brushProperty name="height" value="0.1" units="cm"/>
      <inkml:brushProperty name="color" value="#004F8B"/>
    </inkml:brush>
  </inkml:definitions>
  <inkml:trace contextRef="#ctx0" brushRef="#br0">138 19 1840 0 0,'0'0'257'0'0,"0"-1"0"0"0,0 0 1 0 0,-1 0-1 0 0,1 0 0 0 0,0 0 0 0 0,0 1 0 0 0,0-1 0 0 0,-1 0 0 0 0,1 0 0 0 0,0 1 0 0 0,-1-1 0 0 0,1 0 0 0 0,-1 0 0 0 0,1 1 0 0 0,-1-1 0 0 0,1 1 0 0 0,-1-1 0 0 0,1 0 0 0 0,-1 1 0 0 0,0-1 0 0 0,1 1 0 0 0,-1-1 0 0 0,0 1 0 0 0,1 0 0 0 0,-1-1 0 0 0,0 1 1 0 0,0 0-1 0 0,0-1 0 0 0,0 1 0 0 0,-1 0 120 0 0,0 0 1 0 0,1 0 0 0 0,-1 1 0 0 0,0-1 0 0 0,1 0-1 0 0,-1 1 1 0 0,0-1 0 0 0,1 1 0 0 0,-1 0 0 0 0,1 0-1 0 0,-1 0 1 0 0,1-1 0 0 0,-3 3 0 0 0,-1 1 184 0 0,-1 1 1 0 0,1-1 0 0 0,0 1 0 0 0,1 1-1 0 0,-1-1 1 0 0,-6 10 0 0 0,1 6-206 0 0,1-1-1 0 0,1 1 0 0 0,1 1 1 0 0,1 0-1 0 0,1 0 1 0 0,1 0-1 0 0,1 0 1 0 0,-1 36-1 0 0,3-13-230 0 0,3 0 1 0 0,2 0-1 0 0,12 58 0 0 0,-9-71-220 0 0,1 1 0 0 0,16 37 0 0 0,-14-47-1849 0 0,22 39 0 0 0,-19-43-4796 0 0</inkml:trace>
</inkml:ink>
</file>

<file path=ppt/ink/ink1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2:29.917"/>
    </inkml:context>
    <inkml:brush xml:id="br0">
      <inkml:brushProperty name="width" value="0.1" units="cm"/>
      <inkml:brushProperty name="height" value="0.1" units="cm"/>
      <inkml:brushProperty name="color" value="#004F8B"/>
    </inkml:brush>
  </inkml:definitions>
  <inkml:trace contextRef="#ctx0" brushRef="#br0">8 211 1840 0 0,'-7'-34'248'0'0,"7"31"118"0"0,0 1 0 0 0,1-1 0 0 0,-1 1-1 0 0,1-1 1 0 0,0 1 0 0 0,0-1 0 0 0,-1 1 0 0 0,2-1 0 0 0,-1 1 0 0 0,0 0 0 0 0,0-1 0 0 0,1 1 0 0 0,-1 0 0 0 0,1 0 0 0 0,0 0 0 0 0,3-3-1 0 0,6-5 548 0 0,-1 0-1 0 0,1 1 0 0 0,1 0 0 0 0,0 1 0 0 0,0 0 0 0 0,16-6 1 0 0,83-31-2802 0 0,-80 34 1011 0 0,-6 1 850 0 0</inkml:trace>
</inkml:ink>
</file>

<file path=ppt/ink/ink1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2:30.186"/>
    </inkml:context>
    <inkml:brush xml:id="br0">
      <inkml:brushProperty name="width" value="0.1" units="cm"/>
      <inkml:brushProperty name="height" value="0.1" units="cm"/>
      <inkml:brushProperty name="color" value="#004F8B"/>
    </inkml:brush>
  </inkml:definitions>
  <inkml:trace contextRef="#ctx0" brushRef="#br0">199 6 6913 0 0,'-3'-1'131'0'0,"0"0"0"0"0,-1 0 0 0 0,1 0 0 0 0,0 0 0 0 0,0 1 0 0 0,0 0 0 0 0,0-1 0 0 0,0 1 0 0 0,-1 0 0 0 0,1 1 0 0 0,0-1 0 0 0,0 1 0 0 0,0-1 0 0 0,0 1 0 0 0,0 0 0 0 0,-4 2 0 0 0,0 0 232 0 0,1 1 0 0 0,-1 0 0 0 0,1 0-1 0 0,0 0 1 0 0,1 1 0 0 0,-7 6 0 0 0,2 0 33 0 0,1 1 0 0 0,0-1 0 0 0,1 1 0 0 0,0 1 0 0 0,1 0 0 0 0,0 0 0 0 0,1 0 0 0 0,0 1 0 0 0,1 0 0 0 0,1 0 0 0 0,0 0 0 0 0,1 0 0 0 0,1 1 0 0 0,-2 27 0 0 0,3-11 63 0 0,2 0 0 0 0,1 0 1 0 0,1 0-1 0 0,1-1 0 0 0,2 1 1 0 0,10 31-1 0 0,49 110 727 0 0,-34-95-2996 0 0,-3 0-4990 0 0,-22-56 1007 0 0</inkml:trace>
</inkml:ink>
</file>

<file path=ppt/ink/ink1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2:30.361"/>
    </inkml:context>
    <inkml:brush xml:id="br0">
      <inkml:brushProperty name="width" value="0.1" units="cm"/>
      <inkml:brushProperty name="height" value="0.1" units="cm"/>
      <inkml:brushProperty name="color" value="#004F8B"/>
    </inkml:brush>
  </inkml:definitions>
  <inkml:trace contextRef="#ctx0" brushRef="#br0">1 204 12443 0 0,'12'-11'552'0'0,"1"1"0"0"0,0 0 0 0 0,0 1 0 0 0,1 0 0 0 0,1 1 0 0 0,-1 0 0 0 0,29-9 0 0 0,0-2 73 0 0,-8 2 67 0 0,-2 0-1011 0 0,0 2 0 0 0,2 1-1 0 0,0 1 1 0 0,47-10 0 0 0,-59 20 295 0 0</inkml:trace>
</inkml:ink>
</file>

<file path=ppt/ink/ink1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2:33.860"/>
    </inkml:context>
    <inkml:brush xml:id="br0">
      <inkml:brushProperty name="width" value="0.1" units="cm"/>
      <inkml:brushProperty name="height" value="0.1" units="cm"/>
      <inkml:brushProperty name="color" value="#004F8B"/>
    </inkml:brush>
  </inkml:definitions>
  <inkml:trace contextRef="#ctx0" brushRef="#br0">19 87 456 0 0,'2'-15'253'0'0,"5"-5"4558"0"0,2-4-2620 0 0,-9 24-2171 0 0,0 0 0 0 0,0 0 1 0 0,0-1-1 0 0,0 1 0 0 0,0 0 0 0 0,0 0 1 0 0,0 0-1 0 0,0 0 0 0 0,0-1 0 0 0,0 1 1 0 0,0 0-1 0 0,0 0 0 0 0,0 0 0 0 0,0-1 1 0 0,0 1-1 0 0,0 0 0 0 0,0 0 0 0 0,0 0 1 0 0,0 0-1 0 0,0-1 0 0 0,0 1 0 0 0,0 0 1 0 0,-1 0-1 0 0,1 0 0 0 0,0 0 0 0 0,0 0 1 0 0,0-1-1 0 0,0 1 0 0 0,0 0 0 0 0,0 0 1 0 0,0 0-1 0 0,-1 0 0 0 0,1 0 0 0 0,0 0 1 0 0,0 0-1 0 0,0 0 0 0 0,0-1 0 0 0,-1 1 1 0 0,1 0-1 0 0,0 0 0 0 0,0 0 0 0 0,0 0 1 0 0,0 0-1 0 0,-1 0 0 0 0,-10 2 639 0 0,-11-9 7312 0 0,38-4-7747 0 0,-1 6-1236 0 0</inkml:trace>
</inkml:ink>
</file>

<file path=ppt/ink/ink1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2:34.003"/>
    </inkml:context>
    <inkml:brush xml:id="br0">
      <inkml:brushProperty name="width" value="0.1" units="cm"/>
      <inkml:brushProperty name="height" value="0.1" units="cm"/>
      <inkml:brushProperty name="color" value="#004F8B"/>
    </inkml:brush>
  </inkml:definitions>
  <inkml:trace contextRef="#ctx0" brushRef="#br0">1 8 920 0 0,'2'-3'2409'0'0,"0"2"-1825"0"0,-1 0-8 0 0,2-2 576 0 0</inkml:trace>
</inkml:ink>
</file>

<file path=ppt/ink/ink1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2:34.731"/>
    </inkml:context>
    <inkml:brush xml:id="br0">
      <inkml:brushProperty name="width" value="0.1" units="cm"/>
      <inkml:brushProperty name="height" value="0.1" units="cm"/>
      <inkml:brushProperty name="color" value="#004F8B"/>
    </inkml:brush>
  </inkml:definitions>
  <inkml:trace contextRef="#ctx0" brushRef="#br0">193 145 6913 0 0,'0'-12'930'0'0,"0"0"0"0"0,-1 0-1 0 0,-1 1 1 0 0,0-1-1 0 0,0 1 1 0 0,-8-20-1 0 0,9 29-816 0 0,0-1 0 0 0,0 1-1 0 0,0-1 1 0 0,0 1 0 0 0,0 0-1 0 0,-1-1 1 0 0,1 1-1 0 0,-1 0 1 0 0,1 0 0 0 0,-1 0-1 0 0,0 0 1 0 0,0 1 0 0 0,0-1-1 0 0,0 0 1 0 0,0 1 0 0 0,0-1-1 0 0,0 1 1 0 0,-1 0-1 0 0,1 0 1 0 0,-1 0 0 0 0,1 0-1 0 0,-1 0 1 0 0,1 0 0 0 0,-1 1-1 0 0,1-1 1 0 0,-1 1-1 0 0,1-1 1 0 0,-1 1 0 0 0,0 0-1 0 0,1 0 1 0 0,-1 1 0 0 0,0-1-1 0 0,1 0 1 0 0,-1 1 0 0 0,1 0-1 0 0,-3 0 1 0 0,1 1-7 0 0,0 0 0 0 0,0 0 1 0 0,1 1-1 0 0,-1-1 0 0 0,1 1 0 0 0,0-1 1 0 0,0 1-1 0 0,0 0 0 0 0,0 0 0 0 0,0 1 1 0 0,0-1-1 0 0,1 1 0 0 0,0-1 0 0 0,0 1 1 0 0,0 0-1 0 0,0 0 0 0 0,0-1 0 0 0,-1 7 1 0 0,-3 8 199 0 0,1 1 0 0 0,-5 30 1 0 0,1 12-46 0 0,2 2 0 0 0,2 77 0 0 0,6-107-305 0 0,1 0-1 0 0,2 0 1 0 0,1-1-1 0 0,2 0 1 0 0,1 0-1 0 0,13 33 1 0 0,10-3-2030 0 0,-14-34-4767 0 0</inkml:trace>
</inkml:ink>
</file>

<file path=ppt/ink/ink1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2:34.953"/>
    </inkml:context>
    <inkml:brush xml:id="br0">
      <inkml:brushProperty name="width" value="0.1" units="cm"/>
      <inkml:brushProperty name="height" value="0.1" units="cm"/>
      <inkml:brushProperty name="color" value="#004F8B"/>
    </inkml:brush>
  </inkml:definitions>
  <inkml:trace contextRef="#ctx0" brushRef="#br0">1 193 11522 0 0,'0'-1'77'0'0,"0"0"0"0"0,0-1-1 0 0,0 1 1 0 0,0-1-1 0 0,0 1 1 0 0,1-1 0 0 0,-1 1-1 0 0,1 0 1 0 0,-1-1 0 0 0,1 1-1 0 0,-1 0 1 0 0,1 0-1 0 0,0-1 1 0 0,-1 1 0 0 0,1 0-1 0 0,0 0 1 0 0,0 0-1 0 0,0 0 1 0 0,0 0 0 0 0,0 0-1 0 0,1-1 1 0 0,31-24 974 0 0,-19 17-505 0 0,13-14-22 0 0,2-1 337 0 0,32-21 0 0 0,-53 40-1033 0 0,1 0 0 0 0,-1 0 0 0 0,1 1 0 0 0,-1 0 0 0 0,1 1-1 0 0,0 0 1 0 0,1 0 0 0 0,-1 1 0 0 0,13-2 0 0 0,-16 4-341 0 0,-1 1 0 0 0,0-1 0 0 0,1 1 0 0 0,-1 0-1 0 0,0 0 1 0 0,0 0 0 0 0,0 1 0 0 0,0 0 0 0 0,0 0 0 0 0,0 0 0 0 0,0 1 0 0 0,-1 0 0 0 0,1-1-1 0 0,-1 2 1 0 0,0-1 0 0 0,0 0 0 0 0,0 1 0 0 0,0 0 0 0 0,5 6 0 0 0,4 10-354 0 0</inkml:trace>
</inkml:ink>
</file>

<file path=ppt/ink/ink1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2:35.256"/>
    </inkml:context>
    <inkml:brush xml:id="br0">
      <inkml:brushProperty name="width" value="0.1" units="cm"/>
      <inkml:brushProperty name="height" value="0.1" units="cm"/>
      <inkml:brushProperty name="color" value="#004F8B"/>
    </inkml:brush>
  </inkml:definitions>
  <inkml:trace contextRef="#ctx0" brushRef="#br0">1 84 11058 0 0,'7'3'583'0'0,"0"0"0"0"0,0 0 0 0 0,0 1 0 0 0,-1 0 0 0 0,1 0 0 0 0,-1 1 0 0 0,0 0 0 0 0,7 7 0 0 0,5 3-494 0 0,0 2 0 0 0,20 25 0 0 0,-32-35-56 0 0,17 27 33 0 0,-21-32-63 0 0,-1 0 0 0 0,0 0 0 0 0,0 0 1 0 0,0 0-1 0 0,0 1 0 0 0,-1-1 0 0 0,1 0 0 0 0,0 1 1 0 0,-1-1-1 0 0,0 0 0 0 0,1 1 0 0 0,-1-1 0 0 0,0 5 1 0 0,0-7 12 0 0,0 0 0 0 0,0 0 1 0 0,0 0-1 0 0,0 0 1 0 0,0 0-1 0 0,0 0 1 0 0,0 0-1 0 0,0 0 1 0 0,0 0-1 0 0,0 1 1 0 0,0-1-1 0 0,0 0 0 0 0,0 0 1 0 0,-1 0-1 0 0,1 0 1 0 0,0 0-1 0 0,0 0 1 0 0,0 0-1 0 0,0 0 1 0 0,0 0-1 0 0,0 1 0 0 0,0-1 1 0 0,0 0-1 0 0,0 0 1 0 0,0 0-1 0 0,0 0 1 0 0,0 0-1 0 0,0 0 1 0 0,0 0-1 0 0,0 0 1 0 0,-1 0-1 0 0,1 0 0 0 0,0 0 1 0 0,0 0-1 0 0,0 0 1 0 0,0 0-1 0 0,0 0 1 0 0,0 0-1 0 0,0 0 1 0 0,0 0-1 0 0,-1 0 1 0 0,1 0-1 0 0,0 0 0 0 0,0 0 1 0 0,0 0-1 0 0,0 0 1 0 0,0 0-1 0 0,0 0 1 0 0,0 0-1 0 0,0 0 1 0 0,0 0-1 0 0,-1 0 0 0 0,1 0 1 0 0,0 0-1 0 0,0 0 1 0 0,0 0-1 0 0,0 0 1 0 0,0 0-1 0 0,0 0 1 0 0,0 0-1 0 0,0 0 1 0 0,-7-9 646 0 0,-1-10 223 0 0,5 8-680 0 0,1 0 0 0 0,0 1 0 0 0,1-1-1 0 0,0 0 1 0 0,1 0 0 0 0,1 0 0 0 0,-1 0-1 0 0,4-16 1 0 0,0 6-869 0 0,2 1 0 0 0,0 0 0 0 0,12-29 0 0 0,-5 22-6043 0 0</inkml:trace>
</inkml:ink>
</file>

<file path=ppt/ink/ink1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2:35.555"/>
    </inkml:context>
    <inkml:brush xml:id="br0">
      <inkml:brushProperty name="width" value="0.1" units="cm"/>
      <inkml:brushProperty name="height" value="0.1" units="cm"/>
      <inkml:brushProperty name="color" value="#004F8B"/>
    </inkml:brush>
  </inkml:definitions>
  <inkml:trace contextRef="#ctx0" brushRef="#br0">1 307 9674 0 0,'17'-34'2779'0'0,"39"-84"-1514"0"0,-51 107-1283 0 0,-1-1 0 0 0,-1 1 0 0 0,0-1-1 0 0,0 0 1 0 0,-1 0 0 0 0,-1 0 0 0 0,0 0 0 0 0,-1-19 0 0 0,0 29 16 0 0,0 0 0 0 0,-1 0 0 0 0,1 1 0 0 0,0-1 0 0 0,-1 0 0 0 0,1 1 0 0 0,-1-1 0 0 0,0 0 0 0 0,0 1 0 0 0,1-1 0 0 0,-1 1 0 0 0,-2-3 0 0 0,2 3 29 0 0,1 1-1 0 0,-1-1 0 0 0,1 1 0 0 0,-1 0 0 0 0,1-1 1 0 0,-1 1-1 0 0,1-1 0 0 0,-1 1 0 0 0,0 0 1 0 0,1 0-1 0 0,-1-1 0 0 0,0 1 0 0 0,1 0 0 0 0,-1 0 1 0 0,0 0-1 0 0,1 0 0 0 0,-1 0 0 0 0,0 0 0 0 0,1 0 1 0 0,-1 0-1 0 0,0 0 0 0 0,0 0 0 0 0,-1 1 38 0 0,1-1-1 0 0,-1 1 1 0 0,1 0-1 0 0,-1 0 1 0 0,1 0-1 0 0,0 0 1 0 0,-1 0-1 0 0,1 0 1 0 0,0 0-1 0 0,0 1 1 0 0,0-1-1 0 0,0 0 1 0 0,0 0-1 0 0,0 1 1 0 0,0-1-1 0 0,0 1 0 0 0,1-1 1 0 0,-1 1-1 0 0,0-1 1 0 0,1 1-1 0 0,-1 0 1 0 0,1-1-1 0 0,0 1 1 0 0,-1 2-1 0 0,0 13 108 0 0,0 0-1 0 0,1 0 0 0 0,1 0 1 0 0,0 0-1 0 0,1 0 0 0 0,1 0 1 0 0,1-1-1 0 0,7 22 0 0 0,-6-25-861 0 0,0 0 1 0 0,1 0-1 0 0,0-1 0 0 0,13 17 0 0 0,-14-22-285 0 0,0 0 1 0 0,1-1-1 0 0,-1 1 1 0 0,2-1-1 0 0,-1-1 0 0 0,1 1 1 0 0,12 7-1 0 0,-2-6 253 0 0,0-3 550 0 0</inkml:trace>
</inkml:ink>
</file>

<file path=ppt/ink/ink1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2:36.187"/>
    </inkml:context>
    <inkml:brush xml:id="br0">
      <inkml:brushProperty name="width" value="0.1" units="cm"/>
      <inkml:brushProperty name="height" value="0.1" units="cm"/>
      <inkml:brushProperty name="color" value="#004F8B"/>
    </inkml:brush>
  </inkml:definitions>
  <inkml:trace contextRef="#ctx0" brushRef="#br0">137 48 3681 0 0,'-13'-18'2628'0'0,"-7"-10"3642"0"0,9 27-3661 0 0,0 15-1352 0 0,-5 18-668 0 0,3 0 1 0 0,0 1-1 0 0,2 1 1 0 0,2 0-1 0 0,-11 68 1 0 0,23-81-1551 0 0,-3-21 914 0 0,0 1-1 0 0,0-1 0 0 0,1 0 0 0 0,-1 0 0 0 0,0 1 1 0 0,0-1-1 0 0,1 0 0 0 0,-1 0 0 0 0,0 0 1 0 0,0 0-1 0 0,1 1 0 0 0,-1-1 0 0 0,0 0 1 0 0,1 0-1 0 0,-1 0 0 0 0,0 0 0 0 0,0 0 0 0 0,1 0 1 0 0,-1 0-1 0 0,0 0 0 0 0,1 0 0 0 0,-1 0 1 0 0,0 0-1 0 0,1 0 0 0 0,-1 0 0 0 0,0 0 1 0 0,1 0-1 0 0,-1 0 0 0 0,0 0 0 0 0,0 0 0 0 0,1 0 1 0 0,-1 0-1 0 0,0-1 0 0 0,1 1 0 0 0,1-2-87 0 0,1 1-1 0 0,-1-1 1 0 0,0 0 0 0 0,0 0-1 0 0,0-1 1 0 0,0 1-1 0 0,0 0 1 0 0,0-1-1 0 0,0 1 1 0 0,1-4-1 0 0,4-10 101 0 0,0 0-1 0 0,-1-1 0 0 0,4-20 1 0 0,-6 20 300 0 0,1 1 1 0 0,1-1 0 0 0,9-18 0 0 0,-14 34-170 0 0,-1-1 0 0 0,1 0 0 0 0,0 1 0 0 0,0-1 0 0 0,0 0 0 0 0,-1 1 0 0 0,2-1 0 0 0,-1 1 1 0 0,0 0-1 0 0,0-1 0 0 0,0 1 0 0 0,1 0 0 0 0,-1 0 0 0 0,1 0 0 0 0,-1-1 0 0 0,1 2 0 0 0,-1-1 1 0 0,1 0-1 0 0,-1 0 0 0 0,1 0 0 0 0,0 1 0 0 0,0-1 0 0 0,-1 1 0 0 0,1-1 0 0 0,0 1 0 0 0,0 0 1 0 0,0 0-1 0 0,-1 0 0 0 0,1 0 0 0 0,0 0 0 0 0,0 0 0 0 0,0 0 0 0 0,-1 1 0 0 0,1-1 0 0 0,0 0 1 0 0,0 1-1 0 0,-1 0 0 0 0,3 0 0 0 0,0 2 23 0 0,0-1-1 0 0,-1 1 1 0 0,1 0 0 0 0,-1 0 0 0 0,1 0-1 0 0,-1 0 1 0 0,0 1 0 0 0,-1-1-1 0 0,1 1 1 0 0,0 0 0 0 0,-1 0 0 0 0,0 0-1 0 0,0 0 1 0 0,2 6 0 0 0,7 28 74 0 0,-2 0 0 0 0,6 59 0 0 0,-8-43-39 0 0,-3-40-14 0 0,-3-28-8 0 0,0-8-137 0 0,0 17 6 0 0,1 0 0 0 0,-1 1 0 0 0,1-1-1 0 0,0 1 1 0 0,0-1 0 0 0,1 1 0 0 0,-1 0 0 0 0,5-5 0 0 0,-5 6-10 0 0,0 1-1 0 0,0-1 1 0 0,0 0 0 0 0,0-1 0 0 0,0 1 0 0 0,-1 0 0 0 0,1 0 0 0 0,-1-1-1 0 0,0 1 1 0 0,0-1 0 0 0,0 1 0 0 0,-1-1 0 0 0,1 0 0 0 0,-1 1-1 0 0,0-7 1 0 0,-1-19-93 0 0,0 0 1 0 0,5-28-1 0 0,0 7-4036 0 0,-2 33 834 0 0</inkml:trace>
</inkml:ink>
</file>

<file path=ppt/ink/ink1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2:36.663"/>
    </inkml:context>
    <inkml:brush xml:id="br0">
      <inkml:brushProperty name="width" value="0.1" units="cm"/>
      <inkml:brushProperty name="height" value="0.1" units="cm"/>
      <inkml:brushProperty name="color" value="#004F8B"/>
    </inkml:brush>
  </inkml:definitions>
  <inkml:trace contextRef="#ctx0" brushRef="#br0">35 34 9218 0 0,'-16'-8'1402'0'0,"7"13"1803"0"0,8-2-2727 0 0,0 0 1 0 0,0 1 0 0 0,0-1-1 0 0,0 1 1 0 0,1-1 0 0 0,-1 0-1 0 0,1 5 1 0 0,-1-3-848 0 0,0 14 628 0 0,0 0 0 0 0,1 0 0 0 0,3 22 1 0 0,-2-34-193 0 0,0 0 1 0 0,0-1 0 0 0,0 1 0 0 0,1-1 0 0 0,0 0 0 0 0,1 1 0 0 0,0-1 0 0 0,-1 0 0 0 0,2 0-1 0 0,-1-1 1 0 0,1 1 0 0 0,7 8 0 0 0,-10-13-84 0 0,0 1 1 0 0,0-1-1 0 0,1 0 1 0 0,-1 0-1 0 0,0 0 0 0 0,1 0 1 0 0,-1 0-1 0 0,1 0 0 0 0,-1 0 1 0 0,1 0-1 0 0,0-1 0 0 0,-1 1 1 0 0,1-1-1 0 0,-1 1 1 0 0,1-1-1 0 0,0 0 0 0 0,0 1 1 0 0,-1-1-1 0 0,1 0 0 0 0,0 0 1 0 0,0 0-1 0 0,1-1 0 0 0,0 1-41 0 0,-1-1-1 0 0,0 0 0 0 0,1 0 0 0 0,-1-1 0 0 0,0 1 0 0 0,0 0 0 0 0,1-1 0 0 0,-1 0 1 0 0,0 1-1 0 0,-1-1 0 0 0,1 0 0 0 0,0 0 0 0 0,2-3 0 0 0,4-7-214 0 0,-1 0 0 0 0,0-1 0 0 0,-1 0 0 0 0,6-16 0 0 0,-10 24 251 0 0,14-50-173 0 0,-15 46 187 0 0,1 0 0 0 0,0 0 0 0 0,0 1 0 0 0,1-1 0 0 0,0 0 0 0 0,1 1 0 0 0,0 0 0 0 0,0 0 0 0 0,1 0 0 0 0,6-7 0 0 0,-11 14 31 0 0,0 1 1 0 0,0 0-1 0 0,1-1 0 0 0,-1 1 0 0 0,1-1 0 0 0,-1 1 1 0 0,0 0-1 0 0,1 0 0 0 0,-1-1 0 0 0,1 1 1 0 0,-1 0-1 0 0,0 0 0 0 0,1-1 0 0 0,-1 1 0 0 0,1 0 1 0 0,-1 0-1 0 0,1 0 0 0 0,-1 0 0 0 0,1 0 0 0 0,-1 0 1 0 0,1 0-1 0 0,-1 0 0 0 0,1 0 0 0 0,-1 0 0 0 0,1 0 1 0 0,-1 0-1 0 0,1 0 0 0 0,-1 0 0 0 0,1 0 1 0 0,0 1-1 0 0,9 13 690 0 0,0 29 211 0 0,-9-36-869 0 0,3 12-382 0 0,0 4-1143 0 0,0-8-2724 0 0,1-3-1341 0 0</inkml:trace>
</inkml:ink>
</file>

<file path=ppt/ink/ink1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2:37.362"/>
    </inkml:context>
    <inkml:brush xml:id="br0">
      <inkml:brushProperty name="width" value="0.1" units="cm"/>
      <inkml:brushProperty name="height" value="0.1" units="cm"/>
      <inkml:brushProperty name="color" value="#004F8B"/>
    </inkml:brush>
  </inkml:definitions>
  <inkml:trace contextRef="#ctx0" brushRef="#br0">1 188 4145 0 0,'7'7'10876'0'0,"-6"-7"-10784"0"0,1-1 0 0 0,-1 1 0 0 0,1-1 0 0 0,0 0 0 0 0,-1 0 0 0 0,1 0 0 0 0,-1 0 0 0 0,0 0 0 0 0,1 0 0 0 0,-1 0 1 0 0,0 0-1 0 0,2-3 0 0 0,-1 2 94 0 0,4-3 45 0 0,-1 0 0 0 0,1-1 0 0 0,-1 0 1 0 0,-1 0-1 0 0,1 0 0 0 0,-1-1 1 0 0,0 0-1 0 0,-1 1 0 0 0,1-1 1 0 0,3-15-1 0 0,-5 18-222 0 0,-1-1-1 0 0,1 1 1 0 0,-1-1 0 0 0,0 1 0 0 0,-1-1 0 0 0,1 1-1 0 0,-1-1 1 0 0,0 0 0 0 0,0 1 0 0 0,-1-1-1 0 0,1 0 1 0 0,-1 1 0 0 0,0-1 0 0 0,0 1 0 0 0,0-1-1 0 0,-1 1 1 0 0,0 0 0 0 0,-3-6 0 0 0,5 9-22 0 0,0 1 0 0 0,0 0 0 0 0,0 0 0 0 0,0 0 0 0 0,0-1 0 0 0,0 1 0 0 0,0 0 0 0 0,0 0 0 0 0,-1 0 0 0 0,1 0 0 0 0,0-1 0 0 0,0 1 1 0 0,0 0-1 0 0,0 0 0 0 0,-1 0 0 0 0,1 0 0 0 0,0 0 0 0 0,0-1 0 0 0,0 1 0 0 0,-1 0 0 0 0,1 0 0 0 0,0 0 0 0 0,0 0 0 0 0,0 0 0 0 0,-1 0 0 0 0,1 0 0 0 0,0 0 0 0 0,0 0 1 0 0,-1 0-1 0 0,1 0 0 0 0,0 0 0 0 0,0 0 0 0 0,0 0 0 0 0,-1 0 0 0 0,1 0 0 0 0,0 0 0 0 0,0 0 0 0 0,-1 0 0 0 0,1 0 0 0 0,0 1 0 0 0,0-1 0 0 0,-6 11-316 0 0,1 19-22 0 0,4-28 320 0 0,-1 21-362 0 0,0 0 0 0 0,4 41 1 0 0,-1-52 216 0 0,0 0 0 0 0,1-1 0 0 0,1 1 0 0 0,0 0 0 0 0,0-1 0 0 0,1 1 0 0 0,7 11 0 0 0,-11-22 145 0 0,0 0 0 0 0,1 0 0 0 0,-1-1 0 0 0,1 1 0 0 0,-1 0 0 0 0,0-1 0 0 0,1 1 0 0 0,-1 0 0 0 0,1-1 0 0 0,0 1 0 0 0,-1 0 0 0 0,1-1 0 0 0,0 1 0 0 0,-1-1 0 0 0,1 1 0 0 0,0-1 0 0 0,-1 0 0 0 0,1 1 0 0 0,0-1 0 0 0,0 0 0 0 0,-1 1 0 0 0,1-1 0 0 0,0 0 0 0 0,0 0 0 0 0,0 0 0 0 0,0 0 0 0 0,-1 0 0 0 0,1 0 0 0 0,1 0 0 0 0,0 0-26 0 0,0-1-1 0 0,0 0 0 0 0,0 0 0 0 0,-1 0 1 0 0,1 0-1 0 0,0 0 0 0 0,-1 0 0 0 0,1 0 1 0 0,0-1-1 0 0,-1 1 0 0 0,0 0 0 0 0,2-3 1 0 0,5-6-35 0 0,-1 0 1 0 0,13-22-1 0 0,-19 29 185 0 0,4-5-13 0 0,1-5 72 0 0,1 1-1 0 0,0 0 0 0 0,2 0 0 0 0,-1 1 0 0 0,12-13 1 0 0,-18 23-64 0 0,0-1 1 0 0,-1 0 0 0 0,1 1-1 0 0,0-1 1 0 0,0 1 0 0 0,0 0-1 0 0,0 0 1 0 0,0-1 0 0 0,0 1 0 0 0,0 1-1 0 0,1-1 1 0 0,-1 0 0 0 0,0 0-1 0 0,0 1 1 0 0,1-1 0 0 0,-1 1-1 0 0,1 0 1 0 0,-1 0 0 0 0,0 0-1 0 0,1 0 1 0 0,-1 0 0 0 0,0 0-1 0 0,1 1 1 0 0,-1-1 0 0 0,0 1 0 0 0,1 0-1 0 0,-1-1 1 0 0,0 1 0 0 0,0 0-1 0 0,0 0 1 0 0,0 1 0 0 0,0-1-1 0 0,0 0 1 0 0,0 1 0 0 0,0-1-1 0 0,0 1 1 0 0,-1 0 0 0 0,4 2-1 0 0,2 4 153 0 0,-5-5-141 0 0,0 0-1 0 0,1 0 0 0 0,-1-1 1 0 0,0 1-1 0 0,1-1 1 0 0,0 0-1 0 0,0 0 1 0 0,0 0-1 0 0,0 0 0 0 0,0 0 1 0 0,4 1-1 0 0,-4-5-133 0 0,-1 0 0 0 0,1 0-1 0 0,-1 0 1 0 0,0-1 0 0 0,0 1 0 0 0,0-1 0 0 0,0 1-1 0 0,0-1 1 0 0,-1 0 0 0 0,1 0 0 0 0,1-3-1 0 0,3-5-98 0 0,2 1 48 0 0,0 1-1 0 0,0 0 1 0 0,1 0-1 0 0,13-11 1 0 0,-19 17 139 0 0,1 0-1 0 0,-1 1 0 0 0,1-1 1 0 0,0 1-1 0 0,-1 0 1 0 0,1 0-1 0 0,0 0 1 0 0,1 1-1 0 0,-1-1 0 0 0,0 1 1 0 0,0 0-1 0 0,1 0 1 0 0,-1 0-1 0 0,0 1 1 0 0,9-1-1 0 0,-12 2-7 0 0,1 0-1 0 0,0-1 0 0 0,0 1 1 0 0,0 0-1 0 0,-1 0 1 0 0,1 0-1 0 0,0 0 1 0 0,-1 0-1 0 0,1 1 0 0 0,-1-1 1 0 0,1 0-1 0 0,-1 1 1 0 0,0-1-1 0 0,0 1 1 0 0,1 0-1 0 0,-1-1 1 0 0,0 1-1 0 0,0 0 0 0 0,-1-1 1 0 0,1 1-1 0 0,0 0 1 0 0,0 0-1 0 0,-1 0 1 0 0,0 0-1 0 0,1 2 0 0 0,2 9-390 0 0,-1 0 0 0 0,1 23 0 0 0,-2-19-1328 0 0</inkml:trace>
</inkml:ink>
</file>

<file path=ppt/ink/ink1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2:37.841"/>
    </inkml:context>
    <inkml:brush xml:id="br0">
      <inkml:brushProperty name="width" value="0.1" units="cm"/>
      <inkml:brushProperty name="height" value="0.1" units="cm"/>
      <inkml:brushProperty name="color" value="#004F8B"/>
    </inkml:brush>
  </inkml:definitions>
  <inkml:trace contextRef="#ctx0" brushRef="#br0">179 27 3681 0 0,'-29'-16'156'0'0,"24"14"463"0"0,1 1 0 0 0,-1-1-1 0 0,0 1 1 0 0,0-1-1 0 0,1 1 1 0 0,-1 1-1 0 0,-6-1 1 0 0,8 1-302 0 0,0 0 0 0 0,0 0 1 0 0,0 1-1 0 0,0-1 1 0 0,0 1-1 0 0,0 0 1 0 0,1 0-1 0 0,-1 0 0 0 0,0 0 1 0 0,1 0-1 0 0,-1 1 1 0 0,0-1-1 0 0,1 1 0 0 0,0 0 1 0 0,-1 0-1 0 0,1-1 1 0 0,0 2-1 0 0,0-1 0 0 0,0 0 1 0 0,0 0-1 0 0,1 1 1 0 0,-1-1-1 0 0,0 1 0 0 0,-1 3 1 0 0,-4 9 422 0 0,0 0 0 0 0,1 0 0 0 0,0 0 0 0 0,1 1 0 0 0,-3 20 1 0 0,6-29-685 0 0,1 1 1 0 0,0-1 0 0 0,1 1 0 0 0,0 0 0 0 0,0-1-1 0 0,0 1 1 0 0,1-1 0 0 0,0 1 0 0 0,1-1 0 0 0,-1 1-1 0 0,1-1 1 0 0,1 0 0 0 0,4 10 0 0 0,-6-15-63 0 0,0 0 0 0 0,0 0-1 0 0,0-1 1 0 0,0 1 0 0 0,1 0 0 0 0,-1-1 0 0 0,0 1 0 0 0,1-1 0 0 0,-1 0 0 0 0,1 1 0 0 0,0-1 0 0 0,-1 0 0 0 0,1 0-1 0 0,0 0 1 0 0,0 0 0 0 0,0 0 0 0 0,0 0 0 0 0,0-1 0 0 0,0 1 0 0 0,0-1 0 0 0,0 1 0 0 0,2-1 0 0 0,-1 0-36 0 0,1 0 1 0 0,0-1-1 0 0,0 1 1 0 0,-1-1-1 0 0,1 0 0 0 0,-1 0 1 0 0,1 0-1 0 0,-1-1 1 0 0,1 1-1 0 0,-1-1 1 0 0,5-2-1 0 0,3-4-275 0 0,1-1 0 0 0,-1 0 0 0 0,0-1 0 0 0,-1 0 0 0 0,11-14 0 0 0,7-17-815 0 0,7-10 677 0 0,-32 47 624 0 0,0 1-1 0 0,0 0 1 0 0,0 0-1 0 0,0 0 1 0 0,1 0 0 0 0,-1 1-1 0 0,1 0 1 0 0,0-1-1 0 0,0 1 1 0 0,-1 0 0 0 0,7-1-1 0 0,-9 2-106 0 0,0 1 0 0 0,0 0 1 0 0,0 0-1 0 0,0 0 0 0 0,0 1 0 0 0,0-1 0 0 0,0 0 0 0 0,0 0 0 0 0,0 0 1 0 0,-1 1-1 0 0,1-1 0 0 0,0 0 0 0 0,0 1 0 0 0,0-1 0 0 0,0 1 0 0 0,0-1 0 0 0,-1 1 1 0 0,1-1-1 0 0,0 1 0 0 0,-1 0 0 0 0,1-1 0 0 0,0 1 0 0 0,-1 0 0 0 0,1 0 0 0 0,-1-1 1 0 0,1 1-1 0 0,-1 0 0 0 0,1 0 0 0 0,-1 0 0 0 0,1 0 0 0 0,-1 0 0 0 0,0-1 0 0 0,0 1 1 0 0,1 2-1 0 0,9 40 400 0 0,-8-30-361 0 0,13 38-1036 0 0,-11-42 116 0 0</inkml:trace>
</inkml:ink>
</file>

<file path=ppt/ink/ink1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2:37.997"/>
    </inkml:context>
    <inkml:brush xml:id="br0">
      <inkml:brushProperty name="width" value="0.1" units="cm"/>
      <inkml:brushProperty name="height" value="0.1" units="cm"/>
      <inkml:brushProperty name="color" value="#004F8B"/>
    </inkml:brush>
  </inkml:definitions>
  <inkml:trace contextRef="#ctx0" brushRef="#br0">2 1 11058 0 0,'-2'0'985'0'0,"2"1"-793"0"0,0 1-192 0 0,0-1 384 0 0,0 0 40 0 0,0 2 8 0 0,0 2 0 0 0,2 4-800 0 0,-1 0-160 0 0,2 1-32 0 0,2 2-8 0 0,3 3 472 0 0,3-1 96 0 0,2-2 0 0 0</inkml:trace>
</inkml:ink>
</file>

<file path=ppt/ink/ink1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2:38.459"/>
    </inkml:context>
    <inkml:brush xml:id="br0">
      <inkml:brushProperty name="width" value="0.1" units="cm"/>
      <inkml:brushProperty name="height" value="0.1" units="cm"/>
      <inkml:brushProperty name="color" value="#004F8B"/>
    </inkml:brush>
  </inkml:definitions>
  <inkml:trace contextRef="#ctx0" brushRef="#br0">12 256 11058 0 0,'-1'0'130'0'0,"0"1"-1"0"0,0-1 0 0 0,1 1 1 0 0,-1 0-1 0 0,0-1 0 0 0,1 1 1 0 0,-1 0-1 0 0,0 0 0 0 0,1-1 1 0 0,-1 1-1 0 0,1 0 0 0 0,-1 0 1 0 0,1 0-1 0 0,-1 0 0 0 0,1 0 1 0 0,0 0-1 0 0,-1 0 0 0 0,1 0 1 0 0,0 0-1 0 0,0 0 0 0 0,0 0 1 0 0,0 0-1 0 0,0 1 0 0 0,1-1-5 0 0,-1-1 0 0 0,1 0 0 0 0,0 0 0 0 0,0 1 0 0 0,0-1 0 0 0,0 0 0 0 0,0 0 0 0 0,0 0-1 0 0,0 0 1 0 0,0 0 0 0 0,0-1 0 0 0,0 1 0 0 0,0 0 0 0 0,0 0 0 0 0,0-1 0 0 0,-1 1 0 0 0,1 0 0 0 0,0-1-1 0 0,0 1 1 0 0,0-1 0 0 0,0 1 0 0 0,-1-1 0 0 0,1 1 0 0 0,0-1 0 0 0,1 0 0 0 0,11-8-29 0 0,-1 1 1 0 0,1-1-1 0 0,-1-1 1 0 0,-1 0 0 0 0,1-1-1 0 0,-2 0 1 0 0,0-1-1 0 0,10-13 1 0 0,-16 19-217 0 0,-1 0 1 0 0,0 1-1 0 0,0-1 0 0 0,0-1 1 0 0,-1 1-1 0 0,0 0 1 0 0,0-1-1 0 0,0 1 1 0 0,-1-1-1 0 0,0 0 1 0 0,0 1-1 0 0,-1-1 0 0 0,0 0 1 0 0,0 1-1 0 0,-1-1 1 0 0,1 0-1 0 0,-1 1 1 0 0,-1-1-1 0 0,1 1 0 0 0,-1-1 1 0 0,-3-6-1 0 0,5 12 120 0 0,0 0 1 0 0,-1 0-1 0 0,1 1 0 0 0,0-1 0 0 0,-1 0 0 0 0,1 0 0 0 0,0 0 1 0 0,-1 0-1 0 0,1 0 0 0 0,-1 0 0 0 0,0 1 0 0 0,1-1 0 0 0,-1 0 1 0 0,0 0-1 0 0,1 1 0 0 0,-1-1 0 0 0,0 0 0 0 0,0 1 0 0 0,1-1 0 0 0,-1 1 1 0 0,0-1-1 0 0,0 1 0 0 0,0-1 0 0 0,0 1 0 0 0,0 0 0 0 0,-1-1 1 0 0,1 1 5 0 0,0 1 0 0 0,-1-1 0 0 0,1 1 0 0 0,0 0 0 0 0,0-1 0 0 0,0 1 1 0 0,0 0-1 0 0,0-1 0 0 0,1 1 0 0 0,-1 0 0 0 0,0 0 0 0 0,0 0 1 0 0,0 0-1 0 0,1 0 0 0 0,-1 0 0 0 0,0 0 0 0 0,0 2 0 0 0,-4 8 69 0 0,0 0 1 0 0,1 1-1 0 0,-3 11 0 0 0,1-2-58 0 0,-3 9 409 0 0,-7 49 1 0 0,15-72-474 0 0,0 0 1 0 0,1 0 0 0 0,0 0 0 0 0,0 0 0 0 0,0 0 0 0 0,1 1-1 0 0,0-1 1 0 0,0 0 0 0 0,1 0 0 0 0,0 0 0 0 0,0-1 0 0 0,6 13-1 0 0,1-7-3892 0 0</inkml:trace>
</inkml:ink>
</file>

<file path=ppt/ink/ink1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2:38.748"/>
    </inkml:context>
    <inkml:brush xml:id="br0">
      <inkml:brushProperty name="width" value="0.1" units="cm"/>
      <inkml:brushProperty name="height" value="0.1" units="cm"/>
      <inkml:brushProperty name="color" value="#004F8B"/>
    </inkml:brush>
  </inkml:definitions>
  <inkml:trace contextRef="#ctx0" brushRef="#br0">147 23 5985 0 0,'1'0'57'0'0,"-1"-1"1"0"0,1 1-1 0 0,-1-1 0 0 0,1 0 0 0 0,-1 1 0 0 0,0-1 1 0 0,1 1-1 0 0,-1-1 0 0 0,0 0 0 0 0,1 1 0 0 0,-1-1 1 0 0,0 0-1 0 0,0 0 0 0 0,1 1 0 0 0,-1-1 0 0 0,0 0 0 0 0,0 0 1 0 0,0 1-1 0 0,0-1 0 0 0,0 0 0 0 0,0 0 0 0 0,0 1 1 0 0,-1-2-1 0 0,1 1 85 0 0,-1 1 1 0 0,1 0 0 0 0,-1-1-1 0 0,1 1 1 0 0,-1-1-1 0 0,1 1 1 0 0,-1-1 0 0 0,1 1-1 0 0,-1 0 1 0 0,1 0-1 0 0,-1-1 1 0 0,0 1 0 0 0,1 0-1 0 0,-1 0 1 0 0,0 0-1 0 0,1-1 1 0 0,-1 1 0 0 0,0 0-1 0 0,1 0 1 0 0,-2 0-1 0 0,-1 0 160 0 0,-1 0-1 0 0,1 1 1 0 0,0-1-1 0 0,-1 1 1 0 0,1-1-1 0 0,0 1 1 0 0,0 0-1 0 0,-1 0 0 0 0,-3 3 1 0 0,2-1-157 0 0,0 0-1 0 0,0 1 1 0 0,0 0 0 0 0,0 0-1 0 0,1 0 1 0 0,-1 1 0 0 0,1-1 0 0 0,1 1-1 0 0,-1 0 1 0 0,0 0 0 0 0,1 0-1 0 0,0 1 1 0 0,-3 7 0 0 0,5-9 1 0 0,0 0 0 0 0,0 0 0 0 0,0 0 1 0 0,1 0-1 0 0,0 0 0 0 0,-1 0 0 0 0,1 0 0 0 0,1 0 1 0 0,-1 0-1 0 0,1 0 0 0 0,-1 0 0 0 0,1-1 0 0 0,0 1 1 0 0,0 0-1 0 0,1 0 0 0 0,-1 0 0 0 0,1-1 1 0 0,0 1-1 0 0,0-1 0 0 0,0 0 0 0 0,5 6 0 0 0,21 24 204 0 0,-19-25-367 0 0,-1 1 0 0 0,0 0 0 0 0,-1 0-1 0 0,0 1 1 0 0,0 0 0 0 0,5 12 0 0 0,-11-19 27 0 0,0-1 0 0 0,0 1 0 0 0,-1 0 1 0 0,1 0-1 0 0,-1 0 0 0 0,1 0 0 0 0,-1 0 0 0 0,0 0 1 0 0,0 0-1 0 0,0-1 0 0 0,0 1 0 0 0,-1 0 0 0 0,1 0 1 0 0,-1 0-1 0 0,0 0 0 0 0,0 0 0 0 0,0-1 0 0 0,0 1 0 0 0,0 0 1 0 0,-1-1-1 0 0,1 1 0 0 0,-1-1 0 0 0,0 1 0 0 0,1-1 1 0 0,-1 0-1 0 0,0 0 0 0 0,0 0 0 0 0,-1 0 0 0 0,1 0 1 0 0,-3 2-1 0 0,-1 0-73 0 0,0 0 0 0 0,-1 0 0 0 0,1-1 1 0 0,-1 1-1 0 0,0-1 0 0 0,0-1 0 0 0,0 0 0 0 0,-1 0 1 0 0,1 0-1 0 0,0 0 0 0 0,-1-1 0 0 0,-9 0 1 0 0,-1-1-6530 0 0</inkml:trace>
</inkml:ink>
</file>

<file path=ppt/ink/ink1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2:39.488"/>
    </inkml:context>
    <inkml:brush xml:id="br0">
      <inkml:brushProperty name="width" value="0.1" units="cm"/>
      <inkml:brushProperty name="height" value="0.1" units="cm"/>
      <inkml:brushProperty name="color" value="#004F8B"/>
    </inkml:brush>
  </inkml:definitions>
  <inkml:trace contextRef="#ctx0" brushRef="#br0">108 141 2304 0 0,'-4'-2'260'0'0,"0"-1"-1"0"0,0 1 0 0 0,0 0 1 0 0,1-1-1 0 0,-1 0 0 0 0,1 0 1 0 0,0 0-1 0 0,0 0 0 0 0,0 0 0 0 0,-4-7 1 0 0,4 7 160 0 0,1-1 0 0 0,0 0 0 0 0,0 0 0 0 0,0 0 0 0 0,0 0 0 0 0,-1-5 0 0 0,2-11 4723 0 0,-12 45 1823 0 0,7-17-6883 0 0,1 0 0 0 0,0 1 1 0 0,1 0-1 0 0,0-1 0 0 0,1 1 0 0 0,-5 17 0 0 0,7-16-74 0 0,1-1 0 0 0,1 1-1 0 0,-1-1 1 0 0,1 1 0 0 0,1-1-1 0 0,0 1 1 0 0,0-1 0 0 0,1 0-1 0 0,0 0 1 0 0,0 0 0 0 0,1 0-1 0 0,0 0 1 0 0,1-1 0 0 0,0 0-1 0 0,6 8 1 0 0,-8-12-28 0 0,0 0 1 0 0,0 0 0 0 0,1 0-1 0 0,-1-1 1 0 0,1 1-1 0 0,0-1 1 0 0,0 0 0 0 0,0 0-1 0 0,0 0 1 0 0,0-1-1 0 0,1 1 1 0 0,-1-1 0 0 0,1 0-1 0 0,0-1 1 0 0,-1 1-1 0 0,1-1 1 0 0,0 0 0 0 0,0 0-1 0 0,0 0 1 0 0,0-1-1 0 0,0 1 1 0 0,0-1 0 0 0,0-1-1 0 0,0 1 1 0 0,0-1-1 0 0,0 1 1 0 0,0-2 0 0 0,0 1-1 0 0,-1 0 1 0 0,6-3-1 0 0,-5 2 12 0 0,0-1 0 0 0,-1 1-1 0 0,1-1 1 0 0,-1 0 0 0 0,1 0 0 0 0,-1 0-1 0 0,0-1 1 0 0,0 1 0 0 0,-1-1-1 0 0,1 0 1 0 0,-1 0 0 0 0,0 0 0 0 0,0-1-1 0 0,5-8 1 0 0,-5 6 48 0 0,0-1-1 0 0,-1 1 1 0 0,0-1-1 0 0,0 0 1 0 0,-1 0-1 0 0,0 0 1 0 0,0 1 0 0 0,0-1-1 0 0,-2-10 1 0 0,0 3 12 0 0,-1-1 1 0 0,-1 1 0 0 0,0 0-1 0 0,-1 0 1 0 0,-1 1-1 0 0,0-1 1 0 0,-1 1-1 0 0,0 0 1 0 0,-16-25 0 0 0,4 19-734 0 0,2 11-4750 0 0</inkml:trace>
</inkml:ink>
</file>

<file path=ppt/ink/ink1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2:39.821"/>
    </inkml:context>
    <inkml:brush xml:id="br0">
      <inkml:brushProperty name="width" value="0.1" units="cm"/>
      <inkml:brushProperty name="height" value="0.1" units="cm"/>
      <inkml:brushProperty name="color" value="#004F8B"/>
    </inkml:brush>
  </inkml:definitions>
  <inkml:trace contextRef="#ctx0" brushRef="#br0">5 16 6913 0 0,'0'1'87'0'0,"0"-1"-1"0"0,-3 2 1036 0 0,3-2-1036 0 0,0 0 1 0 0,0 0-1 0 0,-1 0 0 0 0,1 1 1 0 0,0-1-1 0 0,0 0 0 0 0,0 0 0 0 0,0 1 1 0 0,0-1-1 0 0,0 0 0 0 0,0 0 1 0 0,0 1-1 0 0,0-1 0 0 0,0 0 1 0 0,0 0-1 0 0,0 1 0 0 0,0-1 0 0 0,0 0 1 0 0,0 0-1 0 0,0 0 0 0 0,0 1 1 0 0,0-1-1 0 0,0 1 0 0 0,5 17 1942 0 0,10 17 484 0 0,6 3 310 0 0,28 38 1 0 0,-30-47-1674 0 0,-10-22-705 0 0,-7-18-161 0 0,-7-25-73 0 0,5 30-213 0 0,-2-4-41 0 0,0-6-113 0 0,0-1 0 0 0,1 0 0 0 0,0-1 0 0 0,2 1 0 0 0,0 0 0 0 0,5-27 1 0 0,1 25-1093 0 0</inkml:trace>
</inkml:ink>
</file>

<file path=ppt/ink/ink1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2:40.171"/>
    </inkml:context>
    <inkml:brush xml:id="br0">
      <inkml:brushProperty name="width" value="0.1" units="cm"/>
      <inkml:brushProperty name="height" value="0.1" units="cm"/>
      <inkml:brushProperty name="color" value="#004F8B"/>
    </inkml:brush>
  </inkml:definitions>
  <inkml:trace contextRef="#ctx0" brushRef="#br0">1 336 3681 0 0,'6'-2'237'0'0,"-1"0"1"0"0,1 0 0 0 0,-1-1 0 0 0,0 0-1 0 0,0 0 1 0 0,0 0 0 0 0,0 0-1 0 0,0-1 1 0 0,-1 0 0 0 0,1 0-1 0 0,5-7 1 0 0,40-53 3271 0 0,-41 50-2688 0 0,-1 0-1 0 0,0 0 1 0 0,0-1-1 0 0,7-23 1 0 0,-13 30-665 0 0,1 0 1 0 0,-1 0-1 0 0,-1-1 0 0 0,1 1 1 0 0,-1 0-1 0 0,-1-1 0 0 0,0 1 1 0 0,0-1-1 0 0,0 1 0 0 0,-3-13 1 0 0,2 19-194 0 0,1 1 0 0 0,0 0 0 0 0,0-1 0 0 0,-1 1 1 0 0,1 0-1 0 0,-1-1 0 0 0,0 1 0 0 0,1 0 0 0 0,-1 0 0 0 0,0-1 1 0 0,0 1-1 0 0,1 0 0 0 0,-1 0 0 0 0,0 0 0 0 0,0 0 0 0 0,0 0 1 0 0,0 0-1 0 0,-1 0 0 0 0,1 0 0 0 0,0 1 0 0 0,0-1 0 0 0,0 0 1 0 0,-1 1-1 0 0,1-1 0 0 0,0 1 0 0 0,-1-1 0 0 0,1 1 1 0 0,0 0-1 0 0,-1-1 0 0 0,1 1 0 0 0,-1 0 0 0 0,1 0 0 0 0,0 0 1 0 0,-1 0-1 0 0,1 0 0 0 0,-1 0 0 0 0,1 1 0 0 0,0-1 0 0 0,-1 0 1 0 0,1 1-1 0 0,-1-1 0 0 0,1 1 0 0 0,0-1 0 0 0,0 1 0 0 0,-1 0 1 0 0,-1 1-1 0 0,-2 1-98 0 0,0 0 0 0 0,0 0 0 0 0,0 0 0 0 0,0 1 0 0 0,1 0 0 0 0,-1 0 0 0 0,1 0 0 0 0,0 0 0 0 0,0 1 0 0 0,-3 5 0 0 0,3-2 306 0 0,0 0 0 0 0,1 1 0 0 0,-1-1 0 0 0,2 1 1 0 0,0 0-1 0 0,0-1 0 0 0,0 1 0 0 0,1 0 0 0 0,0 0 0 0 0,1 1 0 0 0,0-1 0 0 0,1 0 0 0 0,0 0 0 0 0,0 0 0 0 0,1 0 0 0 0,0-1 0 0 0,0 1 0 0 0,8 16 0 0 0,-8-19-229 0 0,1-1 0 0 0,-1 1-1 0 0,2-1 1 0 0,-1 0 0 0 0,0 0 0 0 0,1 0 0 0 0,0-1 0 0 0,0 1-1 0 0,1-1 1 0 0,-1 0 0 0 0,1 0 0 0 0,0-1 0 0 0,0 1-1 0 0,0-1 1 0 0,0 0 0 0 0,1 0 0 0 0,-1-1 0 0 0,1 0 0 0 0,0 0-1 0 0,-1 0 1 0 0,1-1 0 0 0,0 1 0 0 0,0-1 0 0 0,0-1 0 0 0,0 1-1 0 0,0-1 1 0 0,0 0 0 0 0,0-1 0 0 0,7 0 0 0 0,6-3-5134 0 0</inkml:trace>
</inkml:ink>
</file>

<file path=ppt/ink/ink1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2:40.897"/>
    </inkml:context>
    <inkml:brush xml:id="br0">
      <inkml:brushProperty name="width" value="0.1" units="cm"/>
      <inkml:brushProperty name="height" value="0.1" units="cm"/>
      <inkml:brushProperty name="color" value="#004F8B"/>
    </inkml:brush>
  </inkml:definitions>
  <inkml:trace contextRef="#ctx0" brushRef="#br0">1 138 11979 0 0,'0'-7'905'0'0,"0"0"0"0"0,0-1 1 0 0,1 1-1 0 0,0 0 0 0 0,0 0 1 0 0,4-11-1 0 0,-4 17-811 0 0,-1-1 1 0 0,1 1-1 0 0,0 0 1 0 0,0-1-1 0 0,-1 1 1 0 0,1 0-1 0 0,0-1 0 0 0,0 1 1 0 0,0 0-1 0 0,0 0 1 0 0,1 0-1 0 0,-1 0 1 0 0,0 0-1 0 0,0 0 0 0 0,1 0 1 0 0,-1 1-1 0 0,0-1 1 0 0,1 0-1 0 0,-1 1 1 0 0,1-1-1 0 0,-1 1 0 0 0,1-1 1 0 0,-1 1-1 0 0,1 0 1 0 0,-1 0-1 0 0,1-1 0 0 0,-1 1 1 0 0,1 0-1 0 0,-1 0 1 0 0,1 1-1 0 0,-1-1 1 0 0,1 0-1 0 0,-1 0 0 0 0,1 1 1 0 0,2 0-1 0 0,6 3-1 0 0,0 0 0 0 0,-1 1 0 0 0,1 0 0 0 0,-1 0 0 0 0,0 1-1 0 0,-1 0 1 0 0,1 0 0 0 0,-1 1 0 0 0,0 0 0 0 0,8 10 0 0 0,0 1-100 0 0,-1 1 1 0 0,-1 1 0 0 0,16 28 0 0 0,-19-28-147 0 0,13 32 1 0 0,-22-46 124 0 0,0-1-1 0 0,0 1 1 0 0,0-1-1 0 0,-1 1 1 0 0,0-1-1 0 0,0 1 1 0 0,-1 0-1 0 0,1-1 1 0 0,-1 1-1 0 0,-1 0 1 0 0,1-1-1 0 0,-2 7 1 0 0,2-12 42 0 0,0 1 0 0 0,0-1 0 0 0,0 1 0 0 0,0-1 0 0 0,0 0-1 0 0,0 1 1 0 0,0-1 0 0 0,-1 0 0 0 0,1 1 0 0 0,0-1 0 0 0,0 0 0 0 0,0 1 0 0 0,-1-1 0 0 0,1 0 0 0 0,0 0 0 0 0,0 1 0 0 0,-1-1 0 0 0,1 0 0 0 0,0 0 0 0 0,0 1 0 0 0,-1-1 0 0 0,1 0 0 0 0,0 0 0 0 0,-1 0 0 0 0,1 1 0 0 0,0-1 0 0 0,-1 0 0 0 0,1 0 0 0 0,-1 0 0 0 0,1 0 0 0 0,0 0-1 0 0,-1 0 1 0 0,1 0 0 0 0,-1 0 0 0 0,-12-8 286 0 0,-7-19 56 0 0,14 13-318 0 0,0 0-1 0 0,1 0 1 0 0,0-1 0 0 0,2 1 0 0 0,0-1-1 0 0,0 0 1 0 0,1 0 0 0 0,1-28-1 0 0,1 24-267 0 0,1 0-1 0 0,1 1 1 0 0,1-1 0 0 0,0 1-1 0 0,2 0 1 0 0,12-33-1 0 0,0 15-832 0 0</inkml:trace>
</inkml:ink>
</file>

<file path=ppt/ink/ink1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2:41.531"/>
    </inkml:context>
    <inkml:brush xml:id="br0">
      <inkml:brushProperty name="width" value="0.1" units="cm"/>
      <inkml:brushProperty name="height" value="0.1" units="cm"/>
      <inkml:brushProperty name="color" value="#004F8B"/>
    </inkml:brush>
  </inkml:definitions>
  <inkml:trace contextRef="#ctx0" brushRef="#br0">1 94 11058 0 0,'25'-7'3626'0'0,"64"-24"1093"0"0,4-1-2463 0 0,-65 24-2774 0 0,38-7-1 0 0,-28 15-3033 0 0,-33 1 2085 0 0</inkml:trace>
</inkml:ink>
</file>

<file path=ppt/ink/ink1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2:41.973"/>
    </inkml:context>
    <inkml:brush xml:id="br0">
      <inkml:brushProperty name="width" value="0.1" units="cm"/>
      <inkml:brushProperty name="height" value="0.1" units="cm"/>
      <inkml:brushProperty name="color" value="#004F8B"/>
    </inkml:brush>
  </inkml:definitions>
  <inkml:trace contextRef="#ctx0" brushRef="#br0">84 0 10138 0 0,'-2'0'197'0'0,"0"0"-1"0"0,0 0 1 0 0,0 0-1 0 0,-1 0 1 0 0,1 1-1 0 0,0-1 0 0 0,0 1 1 0 0,0-1-1 0 0,0 1 1 0 0,-1 0-1 0 0,1-1 1 0 0,0 1-1 0 0,0 0 1 0 0,1 1-1 0 0,-1-1 1 0 0,0 0-1 0 0,0 0 1 0 0,0 1-1 0 0,1-1 1 0 0,-1 1-1 0 0,1-1 1 0 0,-1 1-1 0 0,1 0 1 0 0,0 0-1 0 0,0 0 0 0 0,-1 0 1 0 0,1-1-1 0 0,0 1 1 0 0,1 1-1 0 0,-1-1 1 0 0,0 0-1 0 0,1 0 1 0 0,-1 3-1 0 0,-9 30 1921 0 0,-5 42-1 0 0,14-68-2023 0 0,0 1 0 0 0,0-1 0 0 0,1 0 1 0 0,0 1-1 0 0,0-1 0 0 0,1 1 0 0 0,1-1 0 0 0,0 0 0 0 0,0 0 0 0 0,4 10 0 0 0,-4-15-85 0 0,0 1-1 0 0,0-1 0 0 0,0 0 1 0 0,1-1-1 0 0,0 1 0 0 0,-1 0 1 0 0,1-1-1 0 0,1 0 0 0 0,-1 1 1 0 0,0-1-1 0 0,1-1 0 0 0,0 1 1 0 0,-1 0-1 0 0,1-1 0 0 0,0 0 1 0 0,1 0-1 0 0,6 3 0 0 0,3-1 41 0 0,0-1 0 0 0,1-1 0 0 0,-1 0 0 0 0,19 0 0 0 0,-19-2-3 0 0,0 1 0 0 0,1 1 0 0 0,-1 0 0 0 0,16 5 0 0 0,-26-5-39 0 0,0-1 0 0 0,0 1-1 0 0,0 0 1 0 0,0 0-1 0 0,0 1 1 0 0,0-1-1 0 0,-1 1 1 0 0,1-1 0 0 0,-1 1-1 0 0,0 0 1 0 0,0 0-1 0 0,0 1 1 0 0,0-1 0 0 0,-1 1-1 0 0,1-1 1 0 0,-1 1-1 0 0,4 7 1 0 0,-5-7-7 0 0,1 0 1 0 0,-1 0-1 0 0,0 0 1 0 0,0 0-1 0 0,0 0 1 0 0,-1 0-1 0 0,1 1 1 0 0,-1-1-1 0 0,0 0 1 0 0,0 0-1 0 0,-1 0 1 0 0,1 0-1 0 0,-1 0 1 0 0,0 0-1 0 0,-2 7 1 0 0,1-5-3 0 0,-1 1 1 0 0,0-1-1 0 0,-1 0 0 0 0,0 0 1 0 0,0 0-1 0 0,0 0 0 0 0,0-1 1 0 0,-10 9-1 0 0,7-7-5 0 0,-1 0 1 0 0,0 0 0 0 0,-1-1-1 0 0,1-1 1 0 0,-1 0 0 0 0,0 0-1 0 0,-1 0 1 0 0,1-1-1 0 0,-1-1 1 0 0,1 0 0 0 0,-1 0-1 0 0,-19 3 1 0 0,-1-10-600 0 0,13-5-3043 0 0</inkml:trace>
</inkml:ink>
</file>

<file path=ppt/ink/ink1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2:42.348"/>
    </inkml:context>
    <inkml:brush xml:id="br0">
      <inkml:brushProperty name="width" value="0.1" units="cm"/>
      <inkml:brushProperty name="height" value="0.1" units="cm"/>
      <inkml:brushProperty name="color" value="#004F8B"/>
    </inkml:brush>
  </inkml:definitions>
  <inkml:trace contextRef="#ctx0" brushRef="#br0">28 27 2304 0 0,'-26'-27'20258'0'0,"25"133"-19133"0"0,5 200 287 0 0,1-248-1566 0 0,1 1 1 0 0,4-1 0 0 0,19 68-1 0 0,-26-120-1736 0 0</inkml:trace>
</inkml:ink>
</file>

<file path=ppt/ink/ink1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2:42.631"/>
    </inkml:context>
    <inkml:brush xml:id="br0">
      <inkml:brushProperty name="width" value="0.1" units="cm"/>
      <inkml:brushProperty name="height" value="0.1" units="cm"/>
      <inkml:brushProperty name="color" value="#004F8B"/>
    </inkml:brush>
  </inkml:definitions>
  <inkml:trace contextRef="#ctx0" brushRef="#br0">1 53 9674 0 0,'1'-2'141'0'0,"-1"0"0"0"0,1 0-1 0 0,0 1 1 0 0,0-1 0 0 0,0 0-1 0 0,0 1 1 0 0,0-1 0 0 0,0 1 0 0 0,0-1-1 0 0,1 1 1 0 0,-1-1 0 0 0,1 1 0 0 0,-1 0-1 0 0,1 0 1 0 0,-1 0 0 0 0,1-1 0 0 0,0 2-1 0 0,2-3 1 0 0,34-14 2309 0 0,-36 16-2285 0 0,0 0-1 0 0,0 0 1 0 0,0 0 0 0 0,0 0-1 0 0,0 1 1 0 0,0-1 0 0 0,0 1-1 0 0,1 0 1 0 0,-1-1 0 0 0,0 1-1 0 0,0 0 1 0 0,0 0 0 0 0,1 0-1 0 0,-1 1 1 0 0,0-1 0 0 0,0 0 0 0 0,0 1-1 0 0,4 1 1 0 0,-4-1-47 0 0,-1 1-1 0 0,1 0 1 0 0,-1-1-1 0 0,1 1 1 0 0,-1 0 0 0 0,0 0-1 0 0,1 0 1 0 0,-1 0-1 0 0,0 0 1 0 0,0 0 0 0 0,0 0-1 0 0,-1 0 1 0 0,1 0 0 0 0,0 0-1 0 0,-1 1 1 0 0,0-1-1 0 0,1 0 1 0 0,-1 3 0 0 0,5 46 888 0 0,-3 64 0 0 0,-3-78-1041 0 0,2-1 1 0 0,1 1 0 0 0,2-1-1 0 0,12 51 1 0 0,-10-74-1177 0 0</inkml:trace>
</inkml:ink>
</file>

<file path=ppt/ink/ink1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2:42.844"/>
    </inkml:context>
    <inkml:brush xml:id="br0">
      <inkml:brushProperty name="width" value="0.1" units="cm"/>
      <inkml:brushProperty name="height" value="0.1" units="cm"/>
      <inkml:brushProperty name="color" value="#004F8B"/>
    </inkml:brush>
  </inkml:definitions>
  <inkml:trace contextRef="#ctx0" brushRef="#br0">6 131 9674 0 0,'-1'0'38'0'0,"1"-1"0"0"0,-1 1-1 0 0,1-1 1 0 0,-1 1 0 0 0,1-1 0 0 0,-1 1 0 0 0,1-1-1 0 0,0 0 1 0 0,-1 1 0 0 0,1-1 0 0 0,0 0 0 0 0,0 1-1 0 0,0-1 1 0 0,-1 0 0 0 0,1 1 0 0 0,0-1 0 0 0,0 0-1 0 0,0 0 1 0 0,0 1 0 0 0,0-1 0 0 0,0 0 0 0 0,0 1-1 0 0,0-1 1 0 0,0 0 0 0 0,1 0 0 0 0,-1 0 0 0 0,15-18 1307 0 0,33-11 878 0 0,-39 25-2028 0 0,7-4 383 0 0,0 1 1 0 0,1 1-1 0 0,0 1 1 0 0,0 0-1 0 0,0 1 1 0 0,22-3-1 0 0,-1 3-407 0 0,72 0 0 0 0,-87 5-1024 0 0</inkml:trace>
</inkml:ink>
</file>

<file path=ppt/ink/ink1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2:43.224"/>
    </inkml:context>
    <inkml:brush xml:id="br0">
      <inkml:brushProperty name="width" value="0.1" units="cm"/>
      <inkml:brushProperty name="height" value="0.1" units="cm"/>
      <inkml:brushProperty name="color" value="#004F8B"/>
    </inkml:brush>
  </inkml:definitions>
  <inkml:trace contextRef="#ctx0" brushRef="#br0">1 87 6913 0 0,'3'-3'495'0'0,"1"-1"0"0"0,0 1-1 0 0,0 0 1 0 0,1 0-1 0 0,-1 0 1 0 0,0 1-1 0 0,1 0 1 0 0,0 0-1 0 0,0 0 1 0 0,7-2-1 0 0,5-3 409 0 0,6-4 649 0 0,0 1 0 0 0,37-10 0 0 0,-54 18-1330 0 0,1 0 0 0 0,-1 1 0 0 0,1 0 0 0 0,0 0 0 0 0,0 0 0 0 0,0 1 0 0 0,-1 0 0 0 0,1 1 0 0 0,0 0 0 0 0,0 0 0 0 0,-1 0 0 0 0,1 0 0 0 0,0 1 0 0 0,10 5 0 0 0,-15-6-162 0 0,0 1 1 0 0,0-1-1 0 0,0 0 0 0 0,0 1 1 0 0,0-1-1 0 0,0 1 0 0 0,0 0 1 0 0,-1 0-1 0 0,1 0 1 0 0,-1 0-1 0 0,1 0 0 0 0,-1 0 1 0 0,0 0-1 0 0,0 0 0 0 0,0 0 1 0 0,0 1-1 0 0,1 3 0 0 0,-1-1-6 0 0,0 1 0 0 0,0-1 0 0 0,-1 0-1 0 0,0 1 1 0 0,0-1 0 0 0,0 1-1 0 0,-2 8 1 0 0,-3 6-7 0 0,0-1-1 0 0,-1 0 1 0 0,-10 23 0 0 0,15-41-42 0 0,-45 95 127 0 0,28-61-70 0 0,2 0 1 0 0,-16 47-1 0 0,30-77-53 0 0,1 0-1 0 0,0 0 1 0 0,1 1-1 0 0,-1-1 1 0 0,1 0-1 0 0,0 1 1 0 0,0-1 0 0 0,0 0-1 0 0,1 1 1 0 0,0-1-1 0 0,0 0 1 0 0,0 0-1 0 0,1 0 1 0 0,0 0 0 0 0,0 0-1 0 0,0 0 1 0 0,6 9-1 0 0,-7-12-134 0 0,1 0-1 0 0,0 1 0 0 0,0-1 1 0 0,0 0-1 0 0,1 0 0 0 0,-1 0 1 0 0,0 0-1 0 0,1-1 1 0 0,-1 1-1 0 0,1-1 0 0 0,0 1 1 0 0,-1-1-1 0 0,1 0 0 0 0,0 0 1 0 0,0 0-1 0 0,0 0 0 0 0,0-1 1 0 0,0 1-1 0 0,0-1 0 0 0,0 0 1 0 0,0 1-1 0 0,0-2 1 0 0,0 1-1 0 0,0 0 0 0 0,0 0 1 0 0,0-1-1 0 0,0 0 0 0 0,0 0 1 0 0,-1 1-1 0 0,1-2 0 0 0,0 1 1 0 0,4-2-1 0 0,14-9-4056 0 0</inkml:trace>
</inkml:ink>
</file>

<file path=ppt/ink/ink1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2:43.445"/>
    </inkml:context>
    <inkml:brush xml:id="br0">
      <inkml:brushProperty name="width" value="0.1" units="cm"/>
      <inkml:brushProperty name="height" value="0.1" units="cm"/>
      <inkml:brushProperty name="color" value="#004F8B"/>
    </inkml:brush>
  </inkml:definitions>
  <inkml:trace contextRef="#ctx0" brushRef="#br0">1 70 10138 0 0,'59'-19'3830'0'0,"77"-13"0"0"0,-88 24-2392 0 0,-1 2 0 0 0,58 1-1 0 0,68 11-2238 0 0,-141-5-6842 0 0</inkml:trace>
</inkml:ink>
</file>

<file path=ppt/ink/ink1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2:48.465"/>
    </inkml:context>
    <inkml:brush xml:id="br0">
      <inkml:brushProperty name="width" value="0.1" units="cm"/>
      <inkml:brushProperty name="height" value="0.1" units="cm"/>
      <inkml:brushProperty name="color" value="#004F8B"/>
    </inkml:brush>
  </inkml:definitions>
  <inkml:trace contextRef="#ctx0" brushRef="#br0">35 1 456 0 0,'-3'3'168'0'0,"0"0"1"0"0,0 0-1 0 0,0 1 0 0 0,0-1 1 0 0,1 1-1 0 0,-1 0 0 0 0,1 0 1 0 0,0 0-1 0 0,0 0 0 0 0,0 0 1 0 0,1 0-1 0 0,0 0 0 0 0,-1 0 1 0 0,1 1-1 0 0,1-1 0 0 0,-1 1 1 0 0,1-1-1 0 0,-1 0 0 0 0,1 1 1 0 0,1-1-1 0 0,-1 1 0 0 0,1 4 1 0 0,1 2 18 0 0,-1 0 0 0 0,1 0 1 0 0,1 0-1 0 0,0-1 0 0 0,0 1 0 0 0,1-1 1 0 0,1 0-1 0 0,-1 0 0 0 0,2 0 1 0 0,8 12-1 0 0,-7-9-122 0 0,0 0 0 0 0,0 1 0 0 0,-2-1 0 0 0,0 1-1 0 0,0 0 1 0 0,-1 0 0 0 0,3 27 0 0 0,4 104 541 0 0,-10-135-596 0 0,-2 110 1372 0 0,5 55-293 0 0,-1-100-1308 0 0,-6 92-1 0 0,0 10-133 0 0,4-152 356 0 0,-2 198 1114 0 0,-1-198-1405 0 0,1 0 0 0 0,1 0 0 0 0,1 0 0 0 0,6 32 0 0 0,-4-46 168 0 0,0 0 0 0 0,0 0 0 0 0,0 0 0 0 0,2-1 0 0 0,-1 1 0 0 0,1-1 0 0 0,1 0 0 0 0,0 0 0 0 0,0-1 0 0 0,1 0 0 0 0,14 15 0 0 0,-10-13 140 0 0,7 5 238 0 0,-1 2 0 0 0,0 0 0 0 0,-1 1 0 0 0,-1 1-1 0 0,-1 0 1 0 0,19 37 0 0 0,77 210 1971 0 0,-100-243-2023 0 0,-2 2-1 0 0,0-1 1 0 0,-1 1 0 0 0,-2 1-1 0 0,0-1 1 0 0,-2 1 0 0 0,-1-1-1 0 0,-1 1 1 0 0,-1 0 0 0 0,-2 0 0 0 0,-8 48-1 0 0,9-67-1210 0 0,0 0-1 0 0,1 1 1 0 0,0 0 0 0 0,0-1-1 0 0,1 1 1 0 0,4 16-1 0 0,-2-10-751 0 0,-2-6 693 0 0</inkml:trace>
</inkml:ink>
</file>

<file path=ppt/ink/ink1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2:49.382"/>
    </inkml:context>
    <inkml:brush xml:id="br0">
      <inkml:brushProperty name="width" value="0.1" units="cm"/>
      <inkml:brushProperty name="height" value="0.1" units="cm"/>
      <inkml:brushProperty name="color" value="#004F8B"/>
    </inkml:brush>
  </inkml:definitions>
  <inkml:trace contextRef="#ctx0" brushRef="#br0">0 210 5233 0 0,'8'-5'120'0'0,"0"1"1"0"0,1 0-1 0 0,-1 0 0 0 0,1 1 0 0 0,-1 0 0 0 0,1 0 1 0 0,0 1-1 0 0,0 1 0 0 0,0-1 0 0 0,13 1 1 0 0,9 1 933 0 0,54 6 1 0 0,-20 0-570 0 0,-1-5-64 0 0,0-2 1 0 0,0-3-1 0 0,67-14 0 0 0,184-52 345 0 0,77-12 417 0 0,-330 74-1299 0 0,0 3 0 0 0,1 2 0 0 0,-1 3 1 0 0,1 3-1 0 0,-1 3 0 0 0,0 2 0 0 0,63 17 0 0 0,0 11-198 0 0,-66-17 401 0 0,0-3 0 0 0,1-2 0 0 0,65 6 0 0 0,-20-17 612 0 0,106-9 0 0 0,87 1-897 0 0,-279 6 111 0 0,1 1-1 0 0,0 1 1 0 0,-1 1 0 0 0,21 7 0 0 0,-31-8-215 0 0,0 0 0 0 0,-1 1 0 0 0,1 0 1 0 0,-1 1-1 0 0,0 0 0 0 0,0 0 0 0 0,-1 1 1 0 0,1 0-1 0 0,-1 0 0 0 0,10 12 0 0 0,-13-14-983 0 0</inkml:trace>
</inkml:ink>
</file>

<file path=ppt/ink/ink1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2:49.906"/>
    </inkml:context>
    <inkml:brush xml:id="br0">
      <inkml:brushProperty name="width" value="0.1" units="cm"/>
      <inkml:brushProperty name="height" value="0.1" units="cm"/>
      <inkml:brushProperty name="color" value="#004F8B"/>
    </inkml:brush>
  </inkml:definitions>
  <inkml:trace contextRef="#ctx0" brushRef="#br0">71 0 1376 0 0,'-3'2'430'0'0,"0"0"1"0"0,0 0-1 0 0,0 0 0 0 0,1 1 0 0 0,-1-1 0 0 0,1 1 1 0 0,-1-1-1 0 0,1 1 0 0 0,0 0 0 0 0,0 0 0 0 0,0 0 1 0 0,1 0-1 0 0,-1 0 0 0 0,1 0 0 0 0,0 1 0 0 0,0-1 1 0 0,0 0-1 0 0,-1 7 0 0 0,-1 8 349 0 0,1 0-1 0 0,0 27 1 0 0,0-3-438 0 0,-13 379 2547 0 0,12-181-2128 0 0,-1 296-2400 0 0,16 50 569 0 0,14-235 1662 0 0,-22-305-734 0 0,1-1-1 0 0,3 0 1 0 0,1-1-1 0 0,2 0 1 0 0,20 49 0 0 0,-23-71 567 0 0,-1 1 1 0 0,5 28-1 0 0,-3-10 1634 0 0,-9-41-2077 0 0,0 0-1 0 0,0 0 1 0 0,0 0 0 0 0,0 0-1 0 0,0-1 1 0 0,0 1 0 0 0,0 0-1 0 0,0 0 1 0 0,0 0 0 0 0,1 0-1 0 0,-1 0 1 0 0,0 0 0 0 0,0 0-1 0 0,0 0 1 0 0,0 0 0 0 0,0 0-1 0 0,0 0 1 0 0,0 0-1 0 0,0-1 1 0 0,1 1 0 0 0,-1 0-1 0 0,0 0 1 0 0,0 0 0 0 0,0 0-1 0 0,0 0 1 0 0,0 0 0 0 0,0 0-1 0 0,0 0 1 0 0,1 0 0 0 0,-1 0-1 0 0,0 0 1 0 0,0 0 0 0 0,0 0-1 0 0,0 0 1 0 0,0 0 0 0 0,0 0-1 0 0,0 1 1 0 0,1-1-1 0 0,-1 0 1 0 0,0 0 0 0 0,0 0-1 0 0,0 0 1 0 0,0 0 0 0 0,0 0-1 0 0,0 0 1 0 0,0 0 0 0 0,0 0-1 0 0,1 0 1 0 0,-1 0 0 0 0,0 0-1 0 0,0 1 1 0 0,0-1 0 0 0,10-15-5444 0 0</inkml:trace>
</inkml:ink>
</file>

<file path=ppt/ink/ink1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2:51.413"/>
    </inkml:context>
    <inkml:brush xml:id="br0">
      <inkml:brushProperty name="width" value="0.1" units="cm"/>
      <inkml:brushProperty name="height" value="0.1" units="cm"/>
      <inkml:brushProperty name="color" value="#004F8B"/>
    </inkml:brush>
  </inkml:definitions>
  <inkml:trace contextRef="#ctx0" brushRef="#br0">65 147 3929 0 0,'-29'-8'1075'0'0,"-7"0"3715"0"0,43 6-4485 0 0,0 0 0 0 0,-1 0 0 0 0,1-1 0 0 0,-1 0 0 0 0,8-4 0 0 0,-1 1 138 0 0,139-49 3031 0 0,-32 14-7239 0 0,-97 32-657 0 0</inkml:trace>
</inkml:ink>
</file>

<file path=ppt/ink/ink12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2:51.777"/>
    </inkml:context>
    <inkml:brush xml:id="br0">
      <inkml:brushProperty name="width" value="0.1" units="cm"/>
      <inkml:brushProperty name="height" value="0.1" units="cm"/>
      <inkml:brushProperty name="color" value="#004F8B"/>
    </inkml:brush>
  </inkml:definitions>
  <inkml:trace contextRef="#ctx0" brushRef="#br0">90 0 2304 0 0,'-7'2'528'0'0,"0"1"0"0"0,1 0 0 0 0,-1 0 1 0 0,1 1-1 0 0,0 0 0 0 0,-8 5 0 0 0,11-6-292 0 0,-1-1 0 0 0,1 1 1 0 0,0-1-1 0 0,0 1 1 0 0,0 0-1 0 0,1 0 0 0 0,-1 1 1 0 0,1-1-1 0 0,-1 0 1 0 0,1 1-1 0 0,0-1 1 0 0,-2 7-1 0 0,4-9-153 0 0,0 0 0 0 0,0 0 0 0 0,0 0 0 0 0,0 0 1 0 0,1 0-1 0 0,-1 0 0 0 0,0 0 0 0 0,0 0 0 0 0,1 0 0 0 0,-1 0 0 0 0,0 0 0 0 0,1 0 0 0 0,-1 0 1 0 0,1 0-1 0 0,0 0 0 0 0,-1 0 0 0 0,1 0 0 0 0,0-1 0 0 0,-1 1 0 0 0,1 0 0 0 0,0 0 1 0 0,0-1-1 0 0,0 1 0 0 0,0 0 0 0 0,-1-1 0 0 0,1 1 0 0 0,0-1 0 0 0,0 1 0 0 0,2-1 0 0 0,37 15 1123 0 0,-23-10-592 0 0,-6 0-440 0 0,0 0 1 0 0,0 0 0 0 0,-1 1-1 0 0,0 1 1 0 0,17 13 0 0 0,-24-18-150 0 0,-1 1 0 0 0,1 0 1 0 0,-1 0-1 0 0,0 0 0 0 0,0 0 1 0 0,0 0-1 0 0,0 1 0 0 0,0-1 1 0 0,-1 0-1 0 0,1 1 1 0 0,-1-1-1 0 0,0 1 0 0 0,0 0 1 0 0,0-1-1 0 0,-1 1 0 0 0,1 0 1 0 0,-1 0-1 0 0,0-1 0 0 0,0 1 1 0 0,0 0-1 0 0,0 0 1 0 0,-2 4-1 0 0,0 0 100 0 0,0-1 0 0 0,-1 0 0 0 0,0 0 0 0 0,0 0 0 0 0,-1 0 0 0 0,0 0 0 0 0,-5 6 0 0 0,4-6-752 0 0,1 0-1 0 0,0 0 0 0 0,0 0 0 0 0,1 0 1 0 0,-5 14-1 0 0</inkml:trace>
</inkml:ink>
</file>

<file path=ppt/ink/ink12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3:04.634"/>
    </inkml:context>
    <inkml:brush xml:id="br0">
      <inkml:brushProperty name="width" value="0.1" units="cm"/>
      <inkml:brushProperty name="height" value="0.1" units="cm"/>
      <inkml:brushProperty name="color" value="#004F8B"/>
    </inkml:brush>
  </inkml:definitions>
  <inkml:trace contextRef="#ctx0" brushRef="#br0">16 1 8754 0 0,'-1'0'104'0'0,"1"0"0"0"0,0 0 0 0 0,-1 0 0 0 0,1-1 1 0 0,-1 1-1 0 0,1 0 0 0 0,-1 0 0 0 0,1 0 0 0 0,-1 0 0 0 0,1 0 0 0 0,-1 0 1 0 0,1 0-1 0 0,0 0 0 0 0,-1 0 0 0 0,1 0 0 0 0,-1 1 0 0 0,1-1 0 0 0,-1 0 1 0 0,1 0-1 0 0,-1 0 0 0 0,1 0 0 0 0,0 1 0 0 0,-1-1 0 0 0,1 0 1 0 0,0 1-1 0 0,-1-1 0 0 0,1 0 0 0 0,0 0 0 0 0,-1 1 0 0 0,1-1 0 0 0,0 1 1 0 0,-1-1-1 0 0,1 0 0 0 0,0 1 0 0 0,0-1 0 0 0,-1 1 0 0 0,1-1 0 0 0,0 0 1 0 0,0 1-1 0 0,0-1 0 0 0,0 1 0 0 0,0-1 0 0 0,0 1 0 0 0,0-1 0 0 0,0 1 1 0 0,0-1-1 0 0,0 0 0 0 0,0 1 0 0 0,0-1 0 0 0,0 1 0 0 0,0-1 0 0 0,0 1 1 0 0,0 0-1 0 0,3 25 1944 0 0,16 40 175 0 0,14 40-361 0 0,36 217 0 0 0,-67-308-2295 0 0,11 75 371 0 0,2-32-7684 0 0</inkml:trace>
</inkml:ink>
</file>

<file path=ppt/ink/ink12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3:04.934"/>
    </inkml:context>
    <inkml:brush xml:id="br0">
      <inkml:brushProperty name="width" value="0.1" units="cm"/>
      <inkml:brushProperty name="height" value="0.1" units="cm"/>
      <inkml:brushProperty name="color" value="#004F8B"/>
    </inkml:brush>
  </inkml:definitions>
  <inkml:trace contextRef="#ctx0" brushRef="#br0">0 44 2761 0 0,'0'-8'-106'0'0,"15"-28"12245"0"0,-7 62-10693 0 0,-7-24-1065 0 0,47 219 3757 0 0,-34-145-4428 0 0,29 95 0 0 0,-38-158-310 0 0,0 0 0 0 0,1 0 0 0 0,1-1-1 0 0,0 0 1 0 0,0 0 0 0 0,1-1 0 0 0,1 0 0 0 0,12 13 0 0 0,-17-20-623 0 0</inkml:trace>
</inkml:ink>
</file>

<file path=ppt/ink/ink12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3:05.161"/>
    </inkml:context>
    <inkml:brush xml:id="br0">
      <inkml:brushProperty name="width" value="0.1" units="cm"/>
      <inkml:brushProperty name="height" value="0.1" units="cm"/>
      <inkml:brushProperty name="color" value="#004F8B"/>
    </inkml:brush>
  </inkml:definitions>
  <inkml:trace contextRef="#ctx0" brushRef="#br0">0 152 8290 0 0,'0'-2'93'0'0,"0"0"0"0"0,1 1-1 0 0,-1-1 1 0 0,0 0 0 0 0,1 0 0 0 0,0 1 0 0 0,-1-1 0 0 0,1 0 0 0 0,0 1 0 0 0,-1-1 0 0 0,1 0-1 0 0,0 1 1 0 0,0-1 0 0 0,1 1 0 0 0,-1 0 0 0 0,0-1 0 0 0,0 1 0 0 0,1 0 0 0 0,-1 0 0 0 0,1-1-1 0 0,-1 1 1 0 0,1 0 0 0 0,-1 1 0 0 0,1-1 0 0 0,-1 0 0 0 0,3 0 0 0 0,52-25 1806 0 0,-48 23-1617 0 0,60-21-125 0 0,94-23-9545 0 0,-132 39 9713 0 0,-8 2-325 0 0</inkml:trace>
</inkml:ink>
</file>

<file path=ppt/ink/ink12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3:05.538"/>
    </inkml:context>
    <inkml:brush xml:id="br0">
      <inkml:brushProperty name="width" value="0.1" units="cm"/>
      <inkml:brushProperty name="height" value="0.1" units="cm"/>
      <inkml:brushProperty name="color" value="#004F8B"/>
    </inkml:brush>
  </inkml:definitions>
  <inkml:trace contextRef="#ctx0" brushRef="#br0">50 22 1840 0 0,'-13'3'992'0'0,"11"-2"-583"0"0,0 0 0 0 0,-1 0 0 0 0,1-1 1 0 0,0 1-1 0 0,0-1 0 0 0,0 0 0 0 0,-1 1 0 0 0,1-1 1 0 0,0 0-1 0 0,-1 0 0 0 0,1 0 0 0 0,0-1 0 0 0,0 1 1 0 0,-4-1-1 0 0,6 0-290 0 0,1 0-1 0 0,-1 1 1 0 0,0-1 0 0 0,0 1-1 0 0,0-1 1 0 0,1 1-1 0 0,-1-1 1 0 0,0 0 0 0 0,1 1-1 0 0,-1-1 1 0 0,0 1 0 0 0,1 0-1 0 0,-1-1 1 0 0,1 1 0 0 0,-1-1-1 0 0,1 1 1 0 0,-1 0 0 0 0,1-1-1 0 0,-1 1 1 0 0,1 0 0 0 0,-1-1-1 0 0,1 1 1 0 0,-1 0 0 0 0,1 0-1 0 0,0 0 1 0 0,-1-1-1 0 0,2 1 1 0 0,18-7 928 0 0,-12 5-676 0 0,0 0 0 0 0,0 0 0 0 0,1 1 0 0 0,-1 0 1 0 0,0 0-1 0 0,0 1 0 0 0,1 0 0 0 0,-1 1 0 0 0,0 0 0 0 0,13 3 1 0 0,-19-3-345 0 0,1 0 1 0 0,0 0-1 0 0,-1 0 1 0 0,0 0-1 0 0,1 0 1 0 0,-1 1-1 0 0,1 0 1 0 0,-1-1-1 0 0,0 1 1 0 0,0 0-1 0 0,0 0 1 0 0,0 0 0 0 0,0 0-1 0 0,-1 0 1 0 0,1 0-1 0 0,-1 1 1 0 0,1-1-1 0 0,-1 1 1 0 0,0-1-1 0 0,0 1 1 0 0,0-1-1 0 0,0 1 1 0 0,0 0-1 0 0,-1-1 1 0 0,1 1-1 0 0,-1 0 1 0 0,0 0 0 0 0,1-1-1 0 0,-1 1 1 0 0,-1 0-1 0 0,1 0 1 0 0,0-1-1 0 0,-1 1 1 0 0,-1 5-1 0 0,-1 8-41 0 0,-2 0 0 0 0,0 0-1 0 0,-1 0 1 0 0,-16 28-1 0 0,-10 29 474 0 0,32-72-453 0 0,-1 0 1 0 0,1-1-1 0 0,0 1 0 0 0,0 0 1 0 0,-1 0-1 0 0,1-1 0 0 0,0 1 0 0 0,0 0 1 0 0,0 0-1 0 0,0-1 0 0 0,0 1 1 0 0,0 0-1 0 0,0 0 0 0 0,0 0 1 0 0,0-1-1 0 0,1 1 0 0 0,-1 0 0 0 0,0 0 1 0 0,0-1-1 0 0,1 1 0 0 0,-1 0 1 0 0,0-1-1 0 0,1 1 0 0 0,-1 0 1 0 0,1-1-1 0 0,-1 1 0 0 0,1-1 0 0 0,0 2 1 0 0,0-1-28 0 0,1-1 1 0 0,-1 1-1 0 0,1 0 1 0 0,0-1 0 0 0,-1 1-1 0 0,1-1 1 0 0,0 1-1 0 0,-1-1 1 0 0,1 0-1 0 0,0 1 1 0 0,0-1-1 0 0,2 0 1 0 0,9-1-589 0 0,0-1 0 0 0,23-5 0 0 0,-25 5-220 0 0,0 0-286 0 0,-1-1-192 0 0</inkml:trace>
</inkml:ink>
</file>

<file path=ppt/ink/ink12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3:05.728"/>
    </inkml:context>
    <inkml:brush xml:id="br0">
      <inkml:brushProperty name="width" value="0.1" units="cm"/>
      <inkml:brushProperty name="height" value="0.1" units="cm"/>
      <inkml:brushProperty name="color" value="#004F8B"/>
    </inkml:brush>
  </inkml:definitions>
  <inkml:trace contextRef="#ctx0" brushRef="#br0">1 16 3225 0 0,'1'0'2566'0'0,"13"1"1042"0"0,-3 0-3310 0 0,-1-1 1 0 0,1-1-1 0 0,15-2 1 0 0,23-6-1627 0 0,-29 5 777 0 0</inkml:trace>
</inkml:ink>
</file>

<file path=ppt/ink/ink12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3:06.125"/>
    </inkml:context>
    <inkml:brush xml:id="br0">
      <inkml:brushProperty name="width" value="0.1" units="cm"/>
      <inkml:brushProperty name="height" value="0.1" units="cm"/>
      <inkml:brushProperty name="color" value="#004F8B"/>
    </inkml:brush>
  </inkml:definitions>
  <inkml:trace contextRef="#ctx0" brushRef="#br0">88 84 3681 0 0,'-5'1'284'0'0,"0"-1"-1"0"0,0 1 1 0 0,0 0 0 0 0,0 1 0 0 0,0-1 0 0 0,0 1 0 0 0,-5 2 0 0 0,6-1 473 0 0,-1-2 0 0 0,1 1 0 0 0,-1 0 0 0 0,0-1 0 0 0,0 0 0 0 0,1 0 0 0 0,-7 0 0 0 0,49-24 3967 0 0,-12 11-3540 0 0,1 1 1 0 0,0 1 0 0 0,55-12-1 0 0,2 8-1766 0 0,2 3-3737 0 0,-64 7 1033 0 0</inkml:trace>
</inkml:ink>
</file>

<file path=ppt/ink/ink12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3:06.394"/>
    </inkml:context>
    <inkml:brush xml:id="br0">
      <inkml:brushProperty name="width" value="0.1" units="cm"/>
      <inkml:brushProperty name="height" value="0.1" units="cm"/>
      <inkml:brushProperty name="color" value="#004F8B"/>
    </inkml:brush>
  </inkml:definitions>
  <inkml:trace contextRef="#ctx0" brushRef="#br0">26 31 2761 0 0,'-25'-30'10669'0'0,"29"48"-3856"0"0,9 16-6272 0 0,-1 1-1 0 0,-2 0 1 0 0,-1 1-1 0 0,5 49 1 0 0,-11-62-605 0 0,4 14-205 0 0</inkml:trace>
</inkml:ink>
</file>

<file path=ppt/ink/ink12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3:19.077"/>
    </inkml:context>
    <inkml:brush xml:id="br0">
      <inkml:brushProperty name="width" value="0.1" units="cm"/>
      <inkml:brushProperty name="height" value="0.1" units="cm"/>
      <inkml:brushProperty name="color" value="#008C3A"/>
    </inkml:brush>
  </inkml:definitions>
  <inkml:trace contextRef="#ctx0" brushRef="#br0">238 168 1376 0 0,'1'-11'371'0'0,"1"0"0"0"0,1 0 0 0 0,-1 0 0 0 0,2 0 1 0 0,0 0-1 0 0,8-16 0 0 0,1-5 721 0 0,-10 24-502 0 0,-1 6-235 0 0,-1 0 0 0 0,0 0 0 0 0,0 0 0 0 0,0-1 0 0 0,0 1 0 0 0,-1 0 0 0 0,1 0 0 0 0,-1-1 0 0 0,1 1 0 0 0,-1-1 0 0 0,0 1 0 0 0,0-1 0 0 0,0-2 0 0 0,-1 6-116 0 0,-1 0 0 0 0,1 0 0 0 0,-1-1 0 0 0,1 1 0 0 0,-1 0 0 0 0,1 0 0 0 0,-1 0 0 0 0,1 0 0 0 0,0 1 0 0 0,0-1 0 0 0,0 0 0 0 0,-1 0 0 0 0,1 1 0 0 0,-1 1 0 0 0,1-1 129 0 0,-69 81 1475 0 0,-94 147 0 0 0,161-224-1869 0 0,-3 1 57 0 0,2 1-1 0 0,-1 0 1 0 0,1 0-1 0 0,0 0 1 0 0,-3 12-1 0 0,7-18-49 0 0,-1-1 0 0 0,1 1-1 0 0,0-1 1 0 0,-1 1 0 0 0,1 0-1 0 0,0-1 1 0 0,0 1 0 0 0,0 0-1 0 0,0-1 1 0 0,1 1 0 0 0,-1-1-1 0 0,0 1 1 0 0,1 0-1 0 0,-1-1 1 0 0,1 1 0 0 0,-1-1-1 0 0,1 1 1 0 0,0-1 0 0 0,0 1-1 0 0,-1-1 1 0 0,1 0 0 0 0,0 1-1 0 0,0-1 1 0 0,1 0 0 0 0,-1 0-1 0 0,0 0 1 0 0,0 0 0 0 0,0 0-1 0 0,1 0 1 0 0,-1 0 0 0 0,1 0-1 0 0,-1 0 1 0 0,1 0-1 0 0,-1-1 1 0 0,1 1 0 0 0,2 0-1 0 0,19 5-619 0 0,0 0-1 0 0,43 4 0 0 0,-49-8 559 0 0,0 0 0 0 0,1 1 0 0 0,-1 1 0 0 0,0 0-1 0 0,-1 1 1 0 0,31 14 0 0 0,-45-18 113 0 0,-1 0 0 0 0,0-1-1 0 0,0 1 1 0 0,0 0 0 0 0,1 0 0 0 0,-1 0-1 0 0,0 0 1 0 0,0 0 0 0 0,0 0 0 0 0,0 0-1 0 0,-1 0 1 0 0,1 0 0 0 0,0 1 0 0 0,0-1-1 0 0,-1 0 1 0 0,1 0 0 0 0,0 1 0 0 0,-1-1-1 0 0,0 1 1 0 0,1-1 0 0 0,-1 0 0 0 0,0 1-1 0 0,0-1 1 0 0,1 3 0 0 0,-2-1 91 0 0,1 0-1 0 0,-1 0 1 0 0,0 0 0 0 0,0 0 0 0 0,0 0 0 0 0,0 0 0 0 0,0 0-1 0 0,-1 0 1 0 0,1 0 0 0 0,-4 4 0 0 0,-5 5 288 0 0,0 0-1 0 0,-1 0 1 0 0,-17 14 0 0 0,28-26-414 0 0,-9 7-38 0 0,-55 46-148 0 0,17-26-3323 0 0</inkml:trace>
</inkml:ink>
</file>

<file path=ppt/ink/ink13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3:19.381"/>
    </inkml:context>
    <inkml:brush xml:id="br0">
      <inkml:brushProperty name="width" value="0.1" units="cm"/>
      <inkml:brushProperty name="height" value="0.1" units="cm"/>
      <inkml:brushProperty name="color" value="#008C3A"/>
    </inkml:brush>
  </inkml:definitions>
  <inkml:trace contextRef="#ctx0" brushRef="#br0">104 4 2761 0 0,'-2'-1'578'0'0,"0"1"0"0"0,0-1 0 0 0,0 1 0 0 0,0-1-1 0 0,0 1 1 0 0,0 0 0 0 0,0 0 0 0 0,0 0 0 0 0,-1 0 0 0 0,1 0 0 0 0,0 1 0 0 0,0-1 0 0 0,0 0 0 0 0,0 1 0 0 0,0 0 0 0 0,0-1 0 0 0,0 1 0 0 0,0 0 0 0 0,0 0 0 0 0,1 0 0 0 0,-1 0 0 0 0,0 0 0 0 0,0 1 0 0 0,1-1 0 0 0,-1 0 0 0 0,-1 3 0 0 0,-10 23 912 0 0,3 9-940 0 0,2 0 0 0 0,1 1-1 0 0,2 0 1 0 0,-1 74 0 0 0,5-100-757 0 0,1 0 0 0 0,1 0 0 0 0,0 1 0 0 0,1-1 0 0 0,4 17 0 0 0,-1-18-800 0 0</inkml:trace>
</inkml:ink>
</file>

<file path=ppt/ink/ink13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3:19.568"/>
    </inkml:context>
    <inkml:brush xml:id="br0">
      <inkml:brushProperty name="width" value="0.1" units="cm"/>
      <inkml:brushProperty name="height" value="0.1" units="cm"/>
      <inkml:brushProperty name="color" value="#008C3A"/>
    </inkml:brush>
  </inkml:definitions>
  <inkml:trace contextRef="#ctx0" brushRef="#br0">0 1 8290 0 0,'0'1'816'0'0,"1"0"-728"0"0,1 1-88 0 0,-1-1 0 0 0,0 0 0 0 0,1 4 0 0 0,2 0 0 0 0,4 6-96 0 0,0 4 96 0 0,3 4-80 0 0,0 0 80 0 0</inkml:trace>
</inkml:ink>
</file>

<file path=ppt/ink/ink13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3:21.331"/>
    </inkml:context>
    <inkml:brush xml:id="br0">
      <inkml:brushProperty name="width" value="0.1" units="cm"/>
      <inkml:brushProperty name="height" value="0.1" units="cm"/>
      <inkml:brushProperty name="color" value="#008C3A"/>
    </inkml:brush>
  </inkml:definitions>
  <inkml:trace contextRef="#ctx0" brushRef="#br0">278 20 11522 0 0,'-4'-2'300'0'0,"0"0"1"0"0,-1 0-1 0 0,1 0 0 0 0,-1 1 0 0 0,1-1 0 0 0,-1 1 0 0 0,0 1 0 0 0,1-1 0 0 0,-1 0 0 0 0,0 1 0 0 0,0 0 0 0 0,1 0 0 0 0,-1 1 0 0 0,0-1 0 0 0,-7 3 0 0 0,3-2-146 0 0,1 2 1 0 0,-1-1 0 0 0,1 1-1 0 0,0 1 1 0 0,0-1 0 0 0,0 1-1 0 0,-11 8 1 0 0,8-2-125 0 0,0 0 1 0 0,1 0 0 0 0,0 1-1 0 0,1 0 1 0 0,0 0 0 0 0,1 1-1 0 0,0 0 1 0 0,1 1 0 0 0,0 0-1 0 0,1 0 1 0 0,0 0 0 0 0,1 1 0 0 0,1 0-1 0 0,-3 14 1 0 0,7-27-71 0 0,0-1 1 0 0,-1 1 0 0 0,1 0-1 0 0,0-1 1 0 0,0 1-1 0 0,0 0 1 0 0,0-1-1 0 0,0 1 1 0 0,-1 0-1 0 0,1 0 1 0 0,1-1 0 0 0,-1 1-1 0 0,0 0 1 0 0,0-1-1 0 0,0 1 1 0 0,0 0-1 0 0,0-1 1 0 0,1 1-1 0 0,-1 0 1 0 0,0-1-1 0 0,0 1 1 0 0,1-1 0 0 0,-1 1-1 0 0,0 0 1 0 0,1-1-1 0 0,-1 1 1 0 0,1-1-1 0 0,-1 1 1 0 0,1-1-1 0 0,-1 1 1 0 0,2 0 0 0 0,-1-1-46 0 0,0 0 1 0 0,1 0-1 0 0,-1-1 1 0 0,0 1-1 0 0,0 0 1 0 0,1 0 0 0 0,-1-1-1 0 0,0 1 1 0 0,1 0-1 0 0,-1-1 1 0 0,0 1-1 0 0,0-1 1 0 0,0 0 0 0 0,2-1-1 0 0,5-3-265 0 0,-1 0 0 0 0,0-1 0 0 0,11-11 0 0 0,7-13 507 0 0,-2-1 1 0 0,0-1-1 0 0,-2-1 0 0 0,22-48 1 0 0,-43 80-71 0 0,0 1 1 0 0,0-1-1 0 0,0 1 1 0 0,0-1-1 0 0,0 1 1 0 0,1 0-1 0 0,-1-1 1 0 0,0 1 0 0 0,0-1-1 0 0,0 1 1 0 0,1-1-1 0 0,-1 1 1 0 0,0 0-1 0 0,1-1 1 0 0,-1 1-1 0 0,0 0 1 0 0,1-1-1 0 0,-1 1 1 0 0,0 0-1 0 0,1 0 1 0 0,-1-1-1 0 0,1 1 1 0 0,-1 0-1 0 0,1 0 1 0 0,-1 0-1 0 0,0-1 1 0 0,1 1-1 0 0,-1 0 1 0 0,1 0-1 0 0,-1 0 1 0 0,1 0 0 0 0,-1 0-1 0 0,1 0 1 0 0,10 14 1227 0 0,3 32-780 0 0,-12-40-356 0 0,2 9-97 0 0,13 48-548 0 0,16 113-1 0 0,-31-154 453 0 0,-1 0 0 0 0,0 0 0 0 0,-2 0 0 0 0,-1 0-1 0 0,-1-1 1 0 0,0 1 0 0 0,-2-1 0 0 0,0 0 0 0 0,-10 25 0 0 0,9-31 313 0 0,-1-1 0 0 0,-10 18 0 0 0,14-28-346 0 0,1 0 1 0 0,-1 0-1 0 0,0 0 1 0 0,0-1-1 0 0,-1 1 0 0 0,1-1 1 0 0,-1 0-1 0 0,0 0 1 0 0,0 0-1 0 0,0 0 1 0 0,-7 4-1 0 0,10-7-94 0 0,0 0 0 0 0,0 1 0 0 0,1-1-1 0 0,-1 0 1 0 0,0 0 0 0 0,0 0-1 0 0,1 1 1 0 0,-1-1 0 0 0,0 0 0 0 0,0 0-1 0 0,1 0 1 0 0,-1 0 0 0 0,0 0-1 0 0,0 0 1 0 0,0-1 0 0 0,1 1 0 0 0,-2 0-1 0 0</inkml:trace>
</inkml:ink>
</file>

<file path=ppt/ink/ink13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3:21.748"/>
    </inkml:context>
    <inkml:brush xml:id="br0">
      <inkml:brushProperty name="width" value="0.1" units="cm"/>
      <inkml:brushProperty name="height" value="0.1" units="cm"/>
      <inkml:brushProperty name="color" value="#008C3A"/>
    </inkml:brush>
  </inkml:definitions>
  <inkml:trace contextRef="#ctx0" brushRef="#br0">5 56 8754 0 0,'-4'5'5726'0'0,"4"-5"-5626"0"0,1 20 2284 0 0,10 32-2020 0 0,-9-39 118 0 0,26 87 508 0 0,-29-90-731 0 0,-5-13-175 0 0,-5-15-26 0 0,10 10-98 0 0,0 1 0 0 0,1-1 0 0 0,0 0 0 0 0,0 1 0 0 0,1-1 0 0 0,0 0 0 0 0,0 1 0 0 0,0-1 0 0 0,1 1 0 0 0,0 0 0 0 0,1-1 0 0 0,4-9 0 0 0,0 3-64 0 0,1-1 1 0 0,0 2 0 0 0,1-1-1 0 0,20-23 1 0 0,-27 34 141 0 0,1 1 1 0 0,-1-1-1 0 0,1 0 1 0 0,0 1-1 0 0,-1-1 0 0 0,1 1 1 0 0,1 0-1 0 0,-1 0 1 0 0,0 0-1 0 0,0 1 0 0 0,1-1 1 0 0,-1 1-1 0 0,1 0 1 0 0,-1-1-1 0 0,1 2 0 0 0,-1-1 1 0 0,9-1-1 0 0,-10 3 30 0 0,1-1-1 0 0,0 1 1 0 0,0 0-1 0 0,0 0 1 0 0,0 0 0 0 0,0 0-1 0 0,-1 0 1 0 0,1 1-1 0 0,0-1 1 0 0,-1 1 0 0 0,1 0-1 0 0,-1-1 1 0 0,0 1-1 0 0,0 0 1 0 0,1 1 0 0 0,-1-1-1 0 0,-1 0 1 0 0,1 0-1 0 0,0 1 1 0 0,0-1 0 0 0,-1 1-1 0 0,3 5 1 0 0,2 6 49 0 0,-1 0 1 0 0,0 0-1 0 0,-1 1 0 0 0,0-1 1 0 0,-1 1-1 0 0,-1 0 1 0 0,1 18-1 0 0,0 27-4894 0 0,-2-50 3025 0 0,0 7-4626 0 0</inkml:trace>
</inkml:ink>
</file>

<file path=ppt/ink/ink13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3:22.204"/>
    </inkml:context>
    <inkml:brush xml:id="br0">
      <inkml:brushProperty name="width" value="0.1" units="cm"/>
      <inkml:brushProperty name="height" value="0.1" units="cm"/>
      <inkml:brushProperty name="color" value="#008C3A"/>
    </inkml:brush>
  </inkml:definitions>
  <inkml:trace contextRef="#ctx0" brushRef="#br0">203 94 8290 0 0,'-1'-2'47'0'0,"-3"-8"763"0"0,-1-1 0 0 0,0 1 0 0 0,0 0 0 0 0,-1 1 0 0 0,-11-14-1 0 0,16 21-676 0 0,0 1 0 0 0,-1-1-1 0 0,1 1 1 0 0,-1 0 0 0 0,0-1 0 0 0,1 1-1 0 0,-1 0 1 0 0,0 0 0 0 0,0 0-1 0 0,0 0 1 0 0,1 0 0 0 0,-1 0 0 0 0,0 1-1 0 0,0-1 1 0 0,0 1 0 0 0,0-1-1 0 0,-1 1 1 0 0,1 0 0 0 0,0 0 0 0 0,0 0-1 0 0,0 0 1 0 0,0 0 0 0 0,0 0-1 0 0,0 1 1 0 0,0-1 0 0 0,0 1-1 0 0,0-1 1 0 0,0 1 0 0 0,0 0 0 0 0,0 0-1 0 0,0 0 1 0 0,0 0 0 0 0,1 0-1 0 0,-1 0 1 0 0,0 0 0 0 0,-2 3 0 0 0,-5 3-3 0 0,1 1 0 0 0,0 0 0 0 0,1 1 1 0 0,0-1-1 0 0,0 1 0 0 0,-10 17 0 0 0,14-19-155 0 0,-1-1-1 0 0,1 1 1 0 0,0 0-1 0 0,0 0 1 0 0,1 0-1 0 0,0 0 1 0 0,0 0-1 0 0,1 0 1 0 0,0 0-1 0 0,0 1 1 0 0,1 9-1 0 0,-1-16-13 0 0,1-1 0 0 0,1 1 0 0 0,-1-1 0 0 0,0 1 0 0 0,0-1 0 0 0,0 1 0 0 0,0-1 0 0 0,0 1 0 0 0,0-1 0 0 0,0 1 0 0 0,1-1 0 0 0,-1 1 0 0 0,0-1 0 0 0,0 1 0 0 0,1-1 0 0 0,-1 1 0 0 0,0-1 0 0 0,1 0 0 0 0,-1 1 0 0 0,0-1 0 0 0,1 0 0 0 0,-1 1 0 0 0,1-1 0 0 0,-1 0 0 0 0,1 1 0 0 0,-1-1 0 0 0,0 0 0 0 0,1 0 0 0 0,-1 0 0 0 0,1 1 0 0 0,-1-1 0 0 0,1 0 0 0 0,19-5-1294 0 0,15-18-193 0 0,-28 15 1640 0 0,1 1 1 0 0,-1-2-1 0 0,0 1 0 0 0,-1-1 1 0 0,0 0-1 0 0,0-1 1 0 0,-1 1-1 0 0,0-1 0 0 0,-1 0 1 0 0,3-12-1 0 0,-6 21-15 0 0,-1 4 370 0 0,0 0-1 0 0,0 0 0 0 0,0 0 1 0 0,0 0-1 0 0,0 0 0 0 0,1 0 1 0 0,0 0-1 0 0,1 4 0 0 0,0 3-286 0 0,2 0 0 0 0,-1 0 0 0 0,1-1 0 0 0,5 10 1 0 0,-7-16-200 0 0,-1-1 1 0 0,0 0 0 0 0,1 0 0 0 0,-1 1 0 0 0,1-1-1 0 0,0 0 1 0 0,0-1 0 0 0,0 1 0 0 0,0 0 0 0 0,0 0-1 0 0,0-1 1 0 0,0 1 0 0 0,0-1 0 0 0,1 0 0 0 0,-1 0 0 0 0,0 0-1 0 0,1 0 1 0 0,-1 0 0 0 0,1 0 0 0 0,-1-1 0 0 0,1 1-1 0 0,0-1 1 0 0,-1 1 0 0 0,1-1 0 0 0,0 0 0 0 0,-1 0 0 0 0,1 0-1 0 0,0-1 1 0 0,-1 1 0 0 0,1-1 0 0 0,-1 1 0 0 0,5-3-1 0 0,-1 1-391 0 0,-1-1 0 0 0,0 1-1 0 0,0-1 1 0 0,0-1-1 0 0,8-6 1 0 0,21-25-5405 0 0,-17 14 515 0 0</inkml:trace>
</inkml:ink>
</file>

<file path=ppt/ink/ink13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3:22.398"/>
    </inkml:context>
    <inkml:brush xml:id="br0">
      <inkml:brushProperty name="width" value="0.1" units="cm"/>
      <inkml:brushProperty name="height" value="0.1" units="cm"/>
      <inkml:brushProperty name="color" value="#008C3A"/>
    </inkml:brush>
  </inkml:definitions>
  <inkml:trace contextRef="#ctx0" brushRef="#br0">56 124 1376 0 0,'-1'-17'28'0'0,"-3"-41"493"0"0,4 55-171 0 0,-1 0 0 0 0,1 0 0 0 0,-1 0 0 0 0,0 0 0 0 0,0 0 0 0 0,0 0 0 0 0,-1 0 0 0 0,1 0 1 0 0,-1 1-1 0 0,1-1 0 0 0,-1 0 0 0 0,0 1 0 0 0,0-1 0 0 0,-4-3 0 0 0,6 6-258 0 0,0 0 0 0 0,-1-1 0 0 0,1 1 0 0 0,0 0 0 0 0,0 0 0 0 0,-1 0 0 0 0,1-1 0 0 0,0 1 0 0 0,-1 0 0 0 0,1 0 0 0 0,0 0 0 0 0,-1 0 0 0 0,1 0 0 0 0,-1 0 1 0 0,1 0-1 0 0,0 0 0 0 0,-1 0 0 0 0,1 0 0 0 0,0 0 0 0 0,-1 0 0 0 0,1 0 0 0 0,0 0 0 0 0,-1 0 0 0 0,1 0 0 0 0,-1 0 0 0 0,1 0 0 0 0,0 1 0 0 0,-1-1 0 0 0,1 0 0 0 0,0 0 0 0 0,0 0 0 0 0,-1 1 0 0 0,1-1 0 0 0,0 0 0 0 0,-1 0 0 0 0,1 1 0 0 0,-8 16 1851 0 0,1 18 223 0 0,7-8-1162 0 0,2-1 1 0 0,1 1-1 0 0,0 0 1 0 0,2-1 0 0 0,16 48-1 0 0,4 21-284 0 0,4 122-372 0 0,-22-153-1746 0 0,-2-24-5898 0 0</inkml:trace>
</inkml:ink>
</file>

<file path=ppt/ink/ink13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3:24.122"/>
    </inkml:context>
    <inkml:brush xml:id="br0">
      <inkml:brushProperty name="width" value="0.1" units="cm"/>
      <inkml:brushProperty name="height" value="0.1" units="cm"/>
      <inkml:brushProperty name="color" value="#008C3A"/>
    </inkml:brush>
  </inkml:definitions>
  <inkml:trace contextRef="#ctx0" brushRef="#br0">91 174 3225 0 0,'-4'-7'723'0'0,"-1"-1"0"0"0,1-1 0 0 0,0 1 0 0 0,1-1 0 0 0,-1 1 0 0 0,2-1 0 0 0,-1 0 0 0 0,0-10 0 0 0,1 9 493 0 0,0 0 0 0 0,-1 0 0 0 0,0 0 0 0 0,-1 0 0 0 0,-7-14 0 0 0,11 23-1090 0 0,-1 0 0 0 0,1 0 0 0 0,0 0 0 0 0,-1 1 0 0 0,1-1 0 0 0,-1 0 0 0 0,0 0 0 0 0,1 1 0 0 0,-1-1 0 0 0,1 0 1 0 0,-1 1-1 0 0,0-1 0 0 0,0 1 0 0 0,1-1 0 0 0,-1 1 0 0 0,0-1 0 0 0,0 1 0 0 0,0-1 0 0 0,1 1 0 0 0,-1 0 0 0 0,-1-1 0 0 0,1 1-55 0 0,1 1-1 0 0,-1-1 1 0 0,0 0-1 0 0,1 0 1 0 0,-1 1-1 0 0,1-1 1 0 0,-1 0-1 0 0,1 1 1 0 0,-1-1-1 0 0,1 0 1 0 0,-1 1-1 0 0,1-1 1 0 0,-1 1-1 0 0,1-1 1 0 0,0 1-1 0 0,-1-1 1 0 0,1 1-1 0 0,0-1 1 0 0,-1 1-1 0 0,1 0 1 0 0,0-1-1 0 0,-1 2 1 0 0,0 2 50 0 0,-1 1 1 0 0,1 0 0 0 0,0 0 0 0 0,0 0 0 0 0,0 0 0 0 0,0 6-1 0 0,3 24 48 0 0,2 1 0 0 0,8 37 1 0 0,-6-38-19 0 0,-1 1 0 0 0,1 39 1 0 0,-12 41-88 0 0,4 48 360 0 0,1-150-455 0 0,1-12 42 0 0,0 0 0 0 0,-1-1 0 0 0,1 1-1 0 0,0-1 1 0 0,0 1 0 0 0,0-1-1 0 0,1 1 1 0 0,-1-1 0 0 0,0 1-1 0 0,0 0 1 0 0,2 2 0 0 0,-2-4-5 0 0,1 1-1 0 0,0-1 1 0 0,0 1 0 0 0,0-1-1 0 0,-1 1 1 0 0,1-1 0 0 0,0 0 0 0 0,0 1-1 0 0,0-1 1 0 0,0 0 0 0 0,0 0-1 0 0,-1 0 1 0 0,1 0 0 0 0,0 0 0 0 0,0 0-1 0 0,0 0 1 0 0,0 0 0 0 0,0 0-1 0 0,0 0 1 0 0,0 0 0 0 0,0 0 0 0 0,-1-1-1 0 0,1 1 1 0 0,0 0 0 0 0,0-1-1 0 0,1 0 1 0 0,66-23 55 0 0,-45 15-121 0 0,1 1 0 0 0,-1 0 0 0 0,1 2-1 0 0,1 1 1 0 0,35-3 0 0 0,58 7-3341 0 0,-96 0 1801 0 0</inkml:trace>
</inkml:ink>
</file>

<file path=ppt/ink/ink13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3:24.536"/>
    </inkml:context>
    <inkml:brush xml:id="br0">
      <inkml:brushProperty name="width" value="0.1" units="cm"/>
      <inkml:brushProperty name="height" value="0.1" units="cm"/>
      <inkml:brushProperty name="color" value="#008C3A"/>
    </inkml:brush>
  </inkml:definitions>
  <inkml:trace contextRef="#ctx0" brushRef="#br0">50 17 1376 0 0,'-45'-17'14651'0'0,"44"19"-14386"0"0,-2 21 1599 0 0,8 35 490 0 0,23 93 1 0 0,-17-102-2150 0 0,-2 0 0 0 0,4 93 0 0 0,-15-102-532 0 0,1 18-271 0 0,7-22-6347 0 0</inkml:trace>
</inkml:ink>
</file>

<file path=ppt/ink/ink13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3:24.853"/>
    </inkml:context>
    <inkml:brush xml:id="br0">
      <inkml:brushProperty name="width" value="0.1" units="cm"/>
      <inkml:brushProperty name="height" value="0.1" units="cm"/>
      <inkml:brushProperty name="color" value="#008C3A"/>
    </inkml:brush>
  </inkml:definitions>
  <inkml:trace contextRef="#ctx0" brushRef="#br0">1 80 4145 0 0,'0'-1'110'0'0,"0"-1"0"0"0,0 1 0 0 0,-1-1 0 0 0,1 1 0 0 0,1-1 0 0 0,-1 0 1 0 0,0 1-1 0 0,0 0 0 0 0,1-1 0 0 0,-1 1 0 0 0,0-1 0 0 0,1 1 0 0 0,0-1 0 0 0,-1 1 0 0 0,1 0 0 0 0,0-1 0 0 0,-1 1 1 0 0,1 0-1 0 0,0 0 0 0 0,0 0 0 0 0,0-1 0 0 0,0 1 0 0 0,1 0 0 0 0,-1 0 0 0 0,0 1 0 0 0,0-1 0 0 0,2-1 1 0 0,35-24 2479 0 0,-34 24-2399 0 0,1 0-1 0 0,-1-1 0 0 0,1 1 1 0 0,0 1-1 0 0,-1-1 1 0 0,1 1-1 0 0,0 0 0 0 0,0 0 1 0 0,0 0-1 0 0,0 1 1 0 0,0-1-1 0 0,0 1 1 0 0,0 1-1 0 0,0-1 0 0 0,0 1 1 0 0,0-1-1 0 0,0 1 1 0 0,0 1-1 0 0,-1-1 1 0 0,1 1-1 0 0,0 0 0 0 0,-1 0 1 0 0,1 0-1 0 0,-1 1 1 0 0,0-1-1 0 0,8 7 1 0 0,-8-5-83 0 0,0 0 1 0 0,1 1-1 0 0,-1 0 1 0 0,-1-1 0 0 0,1 2-1 0 0,-1-1 1 0 0,0 0-1 0 0,0 1 1 0 0,0-1 0 0 0,-1 1-1 0 0,0 0 1 0 0,0 0 0 0 0,-1 0-1 0 0,1 0 1 0 0,-1 0-1 0 0,0 0 1 0 0,-1 0 0 0 0,0 0-1 0 0,0 0 1 0 0,0 0-1 0 0,-2 9 1 0 0,0-4-1 0 0,0 0-1 0 0,-1 0 1 0 0,-1 0-1 0 0,0 0 1 0 0,0-1 0 0 0,-1 0-1 0 0,0 0 1 0 0,-1 0-1 0 0,0 0 1 0 0,0-1-1 0 0,-1 0 1 0 0,0 0 0 0 0,-1-1-1 0 0,0 0 1 0 0,-10 8-1 0 0,8-9-730 0 0,-1 1-1 0 0,0-1 1 0 0,0-1-1 0 0,-19 8 1 0 0,15-8-543 0 0</inkml:trace>
</inkml:ink>
</file>

<file path=ppt/ink/ink13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3:25.726"/>
    </inkml:context>
    <inkml:brush xml:id="br0">
      <inkml:brushProperty name="width" value="0.1" units="cm"/>
      <inkml:brushProperty name="height" value="0.1" units="cm"/>
      <inkml:brushProperty name="color" value="#008C3A"/>
    </inkml:brush>
  </inkml:definitions>
  <inkml:trace contextRef="#ctx0" brushRef="#br0">51 40 10594 0 0,'-2'-3'639'0'0,"-17"-34"7413"0"0,18 40-7860 0 0,0 0 0 0 0,0 0 0 0 0,0 0 0 0 0,0-1 0 0 0,-1 1 0 0 0,1 0 0 0 0,-1-1 0 0 0,0 1 0 0 0,1-1 0 0 0,-1 0 0 0 0,0 0 0 0 0,-1 0 0 0 0,1 0 0 0 0,0 0 0 0 0,-4 2 0 0 0,14 20 632 0 0,4 18-780 0 0,-2 1-1 0 0,6 57 1 0 0,-4-20-47 0 0,13 95 342 0 0,3 14-3136 0 0,-23-164-4755 0 0</inkml:trace>
</inkml:ink>
</file>

<file path=ppt/ink/ink13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3:25.980"/>
    </inkml:context>
    <inkml:brush xml:id="br0">
      <inkml:brushProperty name="width" value="0.1" units="cm"/>
      <inkml:brushProperty name="height" value="0.1" units="cm"/>
      <inkml:brushProperty name="color" value="#008C3A"/>
    </inkml:brush>
  </inkml:definitions>
  <inkml:trace contextRef="#ctx0" brushRef="#br0">51 145 2288 0 0,'-21'-7'-193'0'0,"-3"-8"6738"0"0,23 15-6278 0 0,1-1-1 0 0,-1 0 1 0 0,1 1 0 0 0,-1-1-1 0 0,1 0 1 0 0,0 0-1 0 0,-1 1 1 0 0,1-1-1 0 0,0 0 1 0 0,0 0-1 0 0,-1 1 1 0 0,1-1-1 0 0,0 0 1 0 0,0 0-1 0 0,0 0 1 0 0,0 1 0 0 0,0-1-1 0 0,0 0 1 0 0,0 0-1 0 0,1-1 1 0 0,-1 0-157 0 0,1 0 0 0 0,0 0 0 0 0,0 0 0 0 0,0 0 0 0 0,1-1 0 0 0,-1 1 0 0 0,0 1 0 0 0,1-1 0 0 0,0 0 1 0 0,2-2-1 0 0,6-5 168 0 0,0 1 1 0 0,0 0 0 0 0,1 0-1 0 0,1 1 1 0 0,-1 1-1 0 0,1 0 1 0 0,0 0 0 0 0,0 1-1 0 0,1 1 1 0 0,-1 0 0 0 0,1 1-1 0 0,0 0 1 0 0,0 1 0 0 0,25-1-1 0 0,-22 7-1636 0 0,-6 0-2792 0 0</inkml:trace>
</inkml:ink>
</file>

<file path=ppt/ink/ink13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3:26.171"/>
    </inkml:context>
    <inkml:brush xml:id="br0">
      <inkml:brushProperty name="width" value="0.1" units="cm"/>
      <inkml:brushProperty name="height" value="0.1" units="cm"/>
      <inkml:brushProperty name="color" value="#008C3A"/>
    </inkml:brush>
  </inkml:definitions>
  <inkml:trace contextRef="#ctx0" brushRef="#br0">1 121 10138 0 0,'42'-13'3215'0'0,"0"-2"0"0"0,54-28 0 0 0,-72 32-2170 0 0,25-19-4327 0 0,-36 22 2043 0 0</inkml:trace>
</inkml:ink>
</file>

<file path=ppt/ink/ink13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3:26.727"/>
    </inkml:context>
    <inkml:brush xml:id="br0">
      <inkml:brushProperty name="width" value="0.1" units="cm"/>
      <inkml:brushProperty name="height" value="0.1" units="cm"/>
      <inkml:brushProperty name="color" value="#008C3A"/>
    </inkml:brush>
  </inkml:definitions>
  <inkml:trace contextRef="#ctx0" brushRef="#br0">1 132 17508 0 0,'44'-25'1005'0'0,"1"11"-1814"0"0,1 3 0 0 0,1 1 0 0 0,84-7 0 0 0,-61 9 303 0 0,750-39 409 0 0,2 87 934 0 0,-821-40-837 0 0,617 72-676 0 0,-497-49 113 0 0,159 25-2069 0 0,-224-40 1682 0 0</inkml:trace>
</inkml:ink>
</file>

<file path=ppt/ink/ink13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3:27.442"/>
    </inkml:context>
    <inkml:brush xml:id="br0">
      <inkml:brushProperty name="width" value="0.1" units="cm"/>
      <inkml:brushProperty name="height" value="0.1" units="cm"/>
      <inkml:brushProperty name="color" value="#008C3A"/>
    </inkml:brush>
  </inkml:definitions>
  <inkml:trace contextRef="#ctx0" brushRef="#br0">2796 0 2304 0 0,'-11'13'311'0'0,"9"-10"649"0"0,0 0 0 0 0,0 0 1 0 0,1 0-1 0 0,-1 0 1 0 0,1 0-1 0 0,0 1 0 0 0,0-1 1 0 0,0 0-1 0 0,0 1 0 0 0,0 3 1 0 0,-1 14 757 0 0,-2 397 4613 0 0,14-217-6131 0 0,8-1 0 0 0,80 363 1 0 0,29 88 56 0 0,-72-352 538 0 0,-26-152-834 0 0,-29-145 74 0 0,1-1-1 0 0,0 1 1 0 0,-1 0-1 0 0,0 0 1 0 0,1-1-1 0 0,-1 1 0 0 0,0 0 1 0 0,0-1-1 0 0,0 1 1 0 0,0 0-1 0 0,0 0 1 0 0,-1-1-1 0 0,1 1 1 0 0,0 0-1 0 0,-1-1 1 0 0,1 1-1 0 0,-1 0 0 0 0,0-1 1 0 0,1 1-1 0 0,-1-1 1 0 0,0 1-1 0 0,-1 1 1 0 0,-1-2-15 0 0,0 1 0 0 0,1-1-1 0 0,-1 0 1 0 0,0-1 0 0 0,0 1 0 0 0,0 0 0 0 0,1-1 0 0 0,-1 0 0 0 0,0 1-1 0 0,0-1 1 0 0,0 0 0 0 0,-3-1 0 0 0,-489 34-993 0 0,276-13 858 0 0,-3-4 152 0 0,-152 13 547 0 0,-67 10-1470 0 0,363-33 903 0 0,-1-4 192 0 0,0-3-1 0 0,-78-12 1 0 0,-19-1 274 0 0,-68-5-395 0 0,97 5-301 0 0,105 13-159 0 0,-71 6 0 0 0,4 1-360 0 0,100-6 555 0 0,1-1 0 0 0,0 0 1 0 0,0 0-1 0 0,0 0 0 0 0,-14-6 0 0 0,4 1-759 0 0</inkml:trace>
</inkml:ink>
</file>

<file path=ppt/ink/ink13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3:27.935"/>
    </inkml:context>
    <inkml:brush xml:id="br0">
      <inkml:brushProperty name="width" value="0.1" units="cm"/>
      <inkml:brushProperty name="height" value="0.1" units="cm"/>
      <inkml:brushProperty name="color" value="#008C3A"/>
    </inkml:brush>
  </inkml:definitions>
  <inkml:trace contextRef="#ctx0" brushRef="#br0">56 71 9674 0 0,'-3'-30'2566'0'0,"3"25"-1912"0"0,-1 0 0 0 0,1 1 0 0 0,-1-1 0 0 0,0 0 0 0 0,-3-9-1 0 0,4 14-627 0 0,0 0-1 0 0,0 0 0 0 0,0 0 0 0 0,0 0 0 0 0,0-1 0 0 0,0 1 0 0 0,0 0 1 0 0,0 0-1 0 0,0 0 0 0 0,0 0 0 0 0,0 0 0 0 0,0 0 0 0 0,0 0 0 0 0,0-1 1 0 0,0 1-1 0 0,-1 0 0 0 0,1 0 0 0 0,0 0 0 0 0,0 0 0 0 0,0 0 0 0 0,0 0 0 0 0,0 0 1 0 0,0 0-1 0 0,0 0 0 0 0,-1 0 0 0 0,1 0 0 0 0,0 0 0 0 0,0 0 0 0 0,0 0 1 0 0,0-1-1 0 0,0 1 0 0 0,0 0 0 0 0,0 0 0 0 0,-1 0 0 0 0,1 0 0 0 0,0 0 0 0 0,0 0 1 0 0,0 1-1 0 0,0-1 0 0 0,0 0 0 0 0,0 0 0 0 0,-1 0 0 0 0,1 0 0 0 0,0 0 1 0 0,0 0-1 0 0,0 0 0 0 0,0 0 0 0 0,0 0 0 0 0,0 0 0 0 0,0 0 0 0 0,-1 0 1 0 0,1 0-1 0 0,0 1 0 0 0,-6 8 565 0 0,-2 12-40 0 0,-1 17-171 0 0,2 0-1 0 0,2 0 0 0 0,1 1 1 0 0,2 65-1 0 0,25 155-49 0 0,39 106-318 0 0,-4-35-12 0 0,-44-220 8 0 0,0 113 0 0 0,-29 398 1506 0 0,14-600-1445 0 0,0-1-1 0 0,-1 1 0 0 0,-1-1 0 0 0,-1 1 0 0 0,-1-1 0 0 0,-1 0 1 0 0,0-1-1 0 0,-2 1 0 0 0,0-1 0 0 0,-13 21 0 0 0,15-34-1798 0 0</inkml:trace>
</inkml:ink>
</file>

<file path=ppt/ink/ink13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3:28.753"/>
    </inkml:context>
    <inkml:brush xml:id="br0">
      <inkml:brushProperty name="width" value="0.1" units="cm"/>
      <inkml:brushProperty name="height" value="0.1" units="cm"/>
      <inkml:brushProperty name="color" value="#008C3A"/>
    </inkml:brush>
  </inkml:definitions>
  <inkml:trace contextRef="#ctx0" brushRef="#br0">38 175 5529 0 0,'-38'-21'15117'0'0,"54"22"-15078"0"0,0-1 1 0 0,0-1 0 0 0,-1 0-1 0 0,1-1 1 0 0,20-5 0 0 0,48-5-198 0 0,61 9-676 0 0,-61 3-1490 0 0,139-19-1 0 0,200-71-1380 0 0,-374 76 2857 0 0,-28 8-2993 0 0</inkml:trace>
</inkml:ink>
</file>

<file path=ppt/ink/ink13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3:29.150"/>
    </inkml:context>
    <inkml:brush xml:id="br0">
      <inkml:brushProperty name="width" value="0.1" units="cm"/>
      <inkml:brushProperty name="height" value="0.1" units="cm"/>
      <inkml:brushProperty name="color" value="#008C3A"/>
    </inkml:brush>
  </inkml:definitions>
  <inkml:trace contextRef="#ctx0" brushRef="#br0">131 15 4145 0 0,'-12'-2'1514'0'0,"-70"-9"5593"0"0,46 9 491 0 0,62 17-5469 0 0,13 8-2036 0 0,-1 1 1 0 0,0 2-1 0 0,-2 2 0 0 0,-2 1 1 0 0,58 61-1 0 0,-88-85-93 0 0,0 0 1 0 0,0 1-1 0 0,0-1 0 0 0,-1 1 0 0 0,0 0 1 0 0,0 0-1 0 0,0 0 0 0 0,-1 0 1 0 0,1 0-1 0 0,-2 1 0 0 0,1-1 1 0 0,-1 1-1 0 0,0-1 0 0 0,0 1 1 0 0,-1-1-1 0 0,1 1 0 0 0,-2 7 1 0 0,-1-6 31 0 0,1-1 1 0 0,-1 0-1 0 0,-1 1 1 0 0,0-1-1 0 0,0 0 1 0 0,0 0-1 0 0,-1-1 1 0 0,0 1-1 0 0,0-1 1 0 0,0 0-1 0 0,-1 0 1 0 0,0 0-1 0 0,0-1 1 0 0,-11 9-1 0 0,-75 56 161 0 0,12-10-4353 0 0</inkml:trace>
</inkml:ink>
</file>

<file path=ppt/ink/ink13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3:29.960"/>
    </inkml:context>
    <inkml:brush xml:id="br0">
      <inkml:brushProperty name="width" value="0.1" units="cm"/>
      <inkml:brushProperty name="height" value="0.1" units="cm"/>
      <inkml:brushProperty name="color" value="#008C3A"/>
    </inkml:brush>
  </inkml:definitions>
  <inkml:trace contextRef="#ctx0" brushRef="#br0">223 87 3225 0 0,'-3'-32'2609'0'0,"4"28"-2139"0"0,-1 1-1 0 0,-1-1 0 0 0,1 0 0 0 0,0 1 0 0 0,-1-1 1 0 0,0 0-1 0 0,0 1 0 0 0,-2-8 0 0 0,2 10-332 0 0,-1 0-1 0 0,1 0 0 0 0,0 0 1 0 0,0-1-1 0 0,0 1 0 0 0,-1 0 1 0 0,1 1-1 0 0,0-1 1 0 0,-1 0-1 0 0,1 0 0 0 0,-1 1 1 0 0,1-1-1 0 0,-1 0 0 0 0,1 1 1 0 0,-1 0-1 0 0,1-1 0 0 0,-1 1 1 0 0,0 0-1 0 0,1 0 0 0 0,-1 0 1 0 0,0 0-1 0 0,1 0 1 0 0,-1 0-1 0 0,1 0 0 0 0,-1 0 1 0 0,-2 1-1 0 0,-2 0 173 0 0,-1 1 1 0 0,0-1-1 0 0,1 1 0 0 0,-1 1 1 0 0,1-1-1 0 0,-1 1 0 0 0,1 0 1 0 0,0 0-1 0 0,0 1 0 0 0,1-1 1 0 0,-1 1-1 0 0,1 1 0 0 0,-8 6 1 0 0,6-2-74 0 0,-1-1 0 0 0,2 1 1 0 0,-1 0-1 0 0,1 1 0 0 0,1-1 1 0 0,0 1-1 0 0,-8 20 0 0 0,8-15-93 0 0,1 1 0 0 0,0-1-1 0 0,1 1 1 0 0,0-1-1 0 0,2 1 1 0 0,0 0-1 0 0,0 0 1 0 0,1-1 0 0 0,2 1-1 0 0,-1 0 1 0 0,2 0-1 0 0,4 15 1 0 0,-5-24-91 0 0,1 1 0 0 0,0-1 1 0 0,1 1-1 0 0,-1-1 0 0 0,2 0 0 0 0,-1-1 1 0 0,1 1-1 0 0,0-1 0 0 0,0 0 0 0 0,0 0 0 0 0,1 0 1 0 0,0-1-1 0 0,0 0 0 0 0,1 0 0 0 0,0-1 1 0 0,-1 0-1 0 0,1 0 0 0 0,1 0 0 0 0,-1-1 0 0 0,0 0 1 0 0,1 0-1 0 0,8 1 0 0 0,-3-1-154 0 0,0-1 1 0 0,0 0-1 0 0,-1-1 0 0 0,1-1 0 0 0,0 0 0 0 0,0-1 1 0 0,0 0-1 0 0,0-1 0 0 0,0 0 0 0 0,-1-1 0 0 0,1-1 1 0 0,-1 0-1 0 0,13-6 0 0 0,-3 0-868 0 0</inkml:trace>
</inkml:ink>
</file>

<file path=ppt/ink/ink13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3:30.260"/>
    </inkml:context>
    <inkml:brush xml:id="br0">
      <inkml:brushProperty name="width" value="0.1" units="cm"/>
      <inkml:brushProperty name="height" value="0.1" units="cm"/>
      <inkml:brushProperty name="color" value="#008C3A"/>
    </inkml:brush>
  </inkml:definitions>
  <inkml:trace contextRef="#ctx0" brushRef="#br0">63 14 12443 0 0,'-7'-3'233'0'0,"4"1"331"0"0,0 1 0 0 0,-1-1 0 0 0,1 1 0 0 0,-1 0 1 0 0,1 0-1 0 0,-1 0 0 0 0,-6 0 0 0 0,9 1-440 0 0,0 0 1 0 0,0 0-1 0 0,0 0 0 0 0,0 1 0 0 0,0-1 1 0 0,0 0-1 0 0,1 1 0 0 0,-1-1 0 0 0,0 1 1 0 0,0-1-1 0 0,0 1 0 0 0,0 0 0 0 0,0-1 1 0 0,1 1-1 0 0,-1 0 0 0 0,0 0 0 0 0,1-1 1 0 0,-1 1-1 0 0,1 0 0 0 0,-1 0 0 0 0,0 0 1 0 0,1 0-1 0 0,0 0 0 0 0,-1 0 0 0 0,1-1 1 0 0,0 1-1 0 0,-1 0 0 0 0,1 0 0 0 0,0 0 1 0 0,0 0-1 0 0,0 1 0 0 0,0-1 0 0 0,0 0 1 0 0,0 1-1 0 0,-1 31 137 0 0,1-1-1 0 0,2 1 1 0 0,2-1 0 0 0,8 38 0 0 0,-3-14-173 0 0,-4-17-668 0 0,3 0 1 0 0,1-1-1 0 0,17 48 0 0 0,-14-60-6852 0 0</inkml:trace>
</inkml:ink>
</file>

<file path=ppt/ink/ink13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3:30.672"/>
    </inkml:context>
    <inkml:brush xml:id="br0">
      <inkml:brushProperty name="width" value="0.1" units="cm"/>
      <inkml:brushProperty name="height" value="0.1" units="cm"/>
      <inkml:brushProperty name="color" value="#008C3A"/>
    </inkml:brush>
  </inkml:definitions>
  <inkml:trace contextRef="#ctx0" brushRef="#br0">0 326 12443 0 0,'2'0'164'0'0,"-1"1"1"0"0,0-1 0 0 0,1 1-1 0 0,-1-1 1 0 0,0 1 0 0 0,1-1-1 0 0,-1 0 1 0 0,1 0 0 0 0,-1 0-1 0 0,1 0 1 0 0,-1 0 0 0 0,0 0 0 0 0,1 0-1 0 0,-1 0 1 0 0,1-1 0 0 0,-1 1-1 0 0,0 0 1 0 0,1-1 0 0 0,1-1-1 0 0,28-10 1510 0 0,-22 6-1576 0 0,1-1 0 0 0,-1 1 0 0 0,-1-2 0 0 0,1 1 0 0 0,-1-1 0 0 0,0 0 0 0 0,-1-1 0 0 0,0 0 0 0 0,0 0 0 0 0,-1 0 0 0 0,0-1 0 0 0,-1 0 0 0 0,0 0 0 0 0,0-1 0 0 0,-1 1 0 0 0,-1-1 0 0 0,0 0 0 0 0,0 0 0 0 0,-1 0 0 0 0,0 0 0 0 0,-1-1 0 0 0,-1 1 0 0 0,1 0 0 0 0,-3-12 0 0 0,1 17-77 0 0,0 1 0 0 0,0 0 1 0 0,-1 0-1 0 0,0 0 0 0 0,0 0 0 0 0,0 0 0 0 0,-1 0 0 0 0,-3-5 0 0 0,5 9-16 0 0,1 0 1 0 0,-1 0-1 0 0,1 1 0 0 0,-1-1 0 0 0,0 0 0 0 0,1 0 0 0 0,-1 1 1 0 0,0-1-1 0 0,1 0 0 0 0,-1 1 0 0 0,0-1 0 0 0,0 1 1 0 0,0-1-1 0 0,1 1 0 0 0,-1 0 0 0 0,0-1 0 0 0,0 1 0 0 0,0 0 1 0 0,0-1-1 0 0,0 1 0 0 0,0 0 0 0 0,0 0 0 0 0,0 0 0 0 0,0 0 1 0 0,0 0-1 0 0,1 0 0 0 0,-1 0 0 0 0,0 0 0 0 0,0 0 0 0 0,0 0 1 0 0,0 1-1 0 0,0-1 0 0 0,0 0 0 0 0,0 1 0 0 0,0-1 0 0 0,0 0 1 0 0,1 1-1 0 0,-1-1 0 0 0,0 1 0 0 0,0-1 0 0 0,1 1 0 0 0,-1 0 1 0 0,0-1-1 0 0,1 1 0 0 0,-1 0 0 0 0,0 0 0 0 0,1-1 1 0 0,-1 1-1 0 0,1 0 0 0 0,-1 0 0 0 0,1 0 0 0 0,-1 1 0 0 0,-4 7 74 0 0,1-1-1 0 0,0 1 0 0 0,0 1 1 0 0,1-1-1 0 0,1 0 0 0 0,-1 1 0 0 0,1 0 1 0 0,1-1-1 0 0,0 1 0 0 0,0 0 1 0 0,1 0-1 0 0,0 0 0 0 0,1-1 1 0 0,0 1-1 0 0,0 0 0 0 0,4 12 0 0 0,-2-10-17 0 0,1 1 0 0 0,0 0 0 0 0,1-1 0 0 0,0 1 0 0 0,1-2 0 0 0,0 1 0 0 0,1 0 0 0 0,0-1 0 0 0,1 0 0 0 0,0-1 0 0 0,16 16 0 0 0,-19-22-355 0 0,0 0 0 0 0,0 0 0 0 0,1 0 0 0 0,0-1 0 0 0,0 0 0 0 0,0 0-1 0 0,0 0 1 0 0,13 3 0 0 0,5-2-6859 0 0</inkml:trace>
</inkml:ink>
</file>

<file path=ppt/ink/ink13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3:31.466"/>
    </inkml:context>
    <inkml:brush xml:id="br0">
      <inkml:brushProperty name="width" value="0.1" units="cm"/>
      <inkml:brushProperty name="height" value="0.1" units="cm"/>
      <inkml:brushProperty name="color" value="#008C3A"/>
    </inkml:brush>
  </inkml:definitions>
  <inkml:trace contextRef="#ctx0" brushRef="#br0">196 98 5529 0 0,'0'-6'635'0'0,"-1"-1"0"0"0,1 1 1 0 0,-2 0-1 0 0,1 0 0 0 0,-1 0 0 0 0,0 0 0 0 0,0 0 0 0 0,0 0 0 0 0,-1 0 0 0 0,-6-9 1 0 0,9 13-484 0 0,-1 1 1 0 0,0 0-1 0 0,0-1 1 0 0,-1 1-1 0 0,1-1 1 0 0,0 1 0 0 0,0 0-1 0 0,-1 0 1 0 0,1 0-1 0 0,0 0 1 0 0,-1 0-1 0 0,1 0 1 0 0,-1 0 0 0 0,0 0-1 0 0,1 1 1 0 0,-1-1-1 0 0,0 0 1 0 0,1 1-1 0 0,-1 0 1 0 0,0-1 0 0 0,1 1-1 0 0,-1 0 1 0 0,0 0-1 0 0,0 0 1 0 0,1 0-1 0 0,-1 0 1 0 0,0 0 0 0 0,0 0-1 0 0,1 1 1 0 0,-1-1-1 0 0,0 1 1 0 0,1-1-1 0 0,-1 1 1 0 0,0 0 0 0 0,1 0-1 0 0,-1-1 1 0 0,1 1-1 0 0,-1 0 1 0 0,1 0-1 0 0,0 1 1 0 0,-1-1 0 0 0,-1 2-1 0 0,-9 10 84 0 0,1 0 0 0 0,0 1 0 0 0,0 0 0 0 0,2 0 0 0 0,0 1 0 0 0,0 1 0 0 0,2 0 0 0 0,0 0 1 0 0,-9 29-1 0 0,16-43-245 0 0,-1 0 1 0 0,0 0 0 0 0,1 0-1 0 0,0 0 1 0 0,-1 0 0 0 0,1 0 0 0 0,0 0-1 0 0,0 1 1 0 0,0-1 0 0 0,0 0-1 0 0,1 0 1 0 0,0 3 0 0 0,-1-4-19 0 0,0 0 0 0 0,1 0 0 0 0,-1 0 0 0 0,1 0 0 0 0,-1 0 0 0 0,1-1 0 0 0,-1 1 0 0 0,1 0 0 0 0,0-1 0 0 0,-1 1 0 0 0,1 0 0 0 0,0-1 0 0 0,0 1 0 0 0,-1-1 0 0 0,1 1 0 0 0,0-1 0 0 0,0 1 0 0 0,0-1 1 0 0,0 0-1 0 0,1 1 0 0 0,1 0-65 0 0,0-1 0 0 0,1 0 0 0 0,-1 0 0 0 0,0 0 0 0 0,0 0 0 0 0,0-1 0 0 0,0 1 0 0 0,0-1 0 0 0,1 0 1 0 0,-1 0-1 0 0,0 0 0 0 0,0 0 0 0 0,-1-1 0 0 0,1 1 0 0 0,4-3 0 0 0,4-4 39 0 0,-1-1-1 0 0,1 0 1 0 0,-1 0-1 0 0,-1-1 1 0 0,1 0 0 0 0,-2-1-1 0 0,0 0 1 0 0,0-1-1 0 0,8-16 1 0 0,18-24 434 0 0,-34 52-356 0 0,0 0 0 0 0,0 0 0 0 0,0 0 0 0 0,0-1 0 0 0,0 1 0 0 0,0 0 0 0 0,0 0 0 0 0,1 0 0 0 0,-1 0 0 0 0,0-1 0 0 0,0 1 0 0 0,0 0 0 0 0,0 0 0 0 0,1 0 0 0 0,-1 0 0 0 0,0 0 0 0 0,0-1 0 0 0,0 1 0 0 0,1 0 0 0 0,-1 0 0 0 0,0 0 0 0 0,0 0 0 0 0,0 0 0 0 0,1 0 0 0 0,-1 0 0 0 0,0 0 0 0 0,0 0 0 0 0,0 0 0 0 0,1 0 0 0 0,-1 0 1 0 0,0 0-1 0 0,0 0 0 0 0,1 0 0 0 0,-1 0 0 0 0,0 0 0 0 0,0 0 0 0 0,0 0 0 0 0,1 0 0 0 0,-1 1 0 0 0,0-1 0 0 0,0 0 0 0 0,0 0 0 0 0,1 0 0 0 0,-1 0 0 0 0,0 1 0 0 0,7 13 550 0 0,4 28-136 0 0,-10-32-205 0 0,1-2-191 0 0,1 0 1 0 0,-1-1-1 0 0,1 1 0 0 0,1 0 1 0 0,-1-1-1 0 0,1 0 0 0 0,1 1 0 0 0,-1-2 1 0 0,1 1-1 0 0,6 6 0 0 0,-8-10-266 0 0,0 0 0 0 0,0 0 0 0 0,1 0 0 0 0,-1-1 0 0 0,0 0 0 0 0,1 1 0 0 0,0-1 0 0 0,-1 0 0 0 0,1-1 0 0 0,0 1 0 0 0,0-1 0 0 0,0 0 0 0 0,0 0 0 0 0,0 0 0 0 0,0 0 0 0 0,1-1 0 0 0,-1 0 0 0 0,0 1 0 0 0,0-2 0 0 0,0 1 0 0 0,8-2 0 0 0</inkml:trace>
</inkml:ink>
</file>

<file path=ppt/ink/ink13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3:31.847"/>
    </inkml:context>
    <inkml:brush xml:id="br0">
      <inkml:brushProperty name="width" value="0.1" units="cm"/>
      <inkml:brushProperty name="height" value="0.1" units="cm"/>
      <inkml:brushProperty name="color" value="#008C3A"/>
    </inkml:brush>
  </inkml:definitions>
  <inkml:trace contextRef="#ctx0" brushRef="#br0">32 21 10594 0 0,'-32'-7'7714'0'0,"42"27"-6681"0"0,16 40 1 0 0,-17-35-883 0 0,19 35-1 0 0,-28-59-160 0 0,0-1 0 0 0,1 1 0 0 0,-1-1 0 0 0,0 0 0 0 0,1 1 0 0 0,-1-1 0 0 0,0 0 0 0 0,1 1 0 0 0,-1-1 0 0 0,1 0 0 0 0,-1 1 0 0 0,1-1 0 0 0,-1 0 0 0 0,1 0 0 0 0,-1 1-1 0 0,1-1 1 0 0,-1 0 0 0 0,1 0 0 0 0,-1 0 0 0 0,1 0 0 0 0,-1 0 0 0 0,1 0 0 0 0,0 0 0 0 0,-1 0 0 0 0,1 0 0 0 0,-1 0 0 0 0,1 0 0 0 0,-1 0 0 0 0,1 0 0 0 0,-1 0 0 0 0,1-1 0 0 0,-1 1 0 0 0,1 0-1 0 0,-1 0 1 0 0,1-1 0 0 0,-1 1 0 0 0,1 0 0 0 0,-1-1 0 0 0,1 1 0 0 0,-1 0 0 0 0,0-1 0 0 0,1 1 0 0 0,-1 0 0 0 0,0-1 0 0 0,1 1 0 0 0,-1-1 0 0 0,1 0 0 0 0,19-26-193 0 0,-17 22 146 0 0,29-46-764 0 0,-24 36 982 0 0,1 0 0 0 0,0 1 0 0 0,23-26-1 0 0,-31 39-123 0 0,-1 0 1 0 0,1 1-1 0 0,0-1 0 0 0,0 0 0 0 0,0 0 0 0 0,0 1 0 0 0,-1-1 0 0 0,1 0 1 0 0,0 1-1 0 0,0-1 0 0 0,0 1 0 0 0,0-1 0 0 0,0 1 0 0 0,0 0 0 0 0,0-1 1 0 0,1 1-1 0 0,-1 0 0 0 0,0 0 0 0 0,0 0 0 0 0,0 0 0 0 0,0 0 1 0 0,0 0-1 0 0,0 0 0 0 0,0 0 0 0 0,0 0 0 0 0,0 0 0 0 0,1 1 0 0 0,-1-1 1 0 0,0 0-1 0 0,0 1 0 0 0,0-1 0 0 0,0 1 0 0 0,0-1 0 0 0,0 1 0 0 0,-1 0 1 0 0,1-1-1 0 0,0 1 0 0 0,0 0 0 0 0,0-1 0 0 0,-1 1 0 0 0,1 0 0 0 0,0 0 1 0 0,0 0-1 0 0,-1 0 0 0 0,1 0 0 0 0,-1 0 0 0 0,1 0 0 0 0,0 2 1 0 0,2 4 69 0 0,1 0 0 0 0,-1 0 0 0 0,-1 1 0 0 0,1-1 0 0 0,1 12 0 0 0,2 18 32 0 0,-4-18-573 0 0,2 0 1 0 0,0-1-1 0 0,0 1 0 0 0,15 33 1 0 0,-9-34-6866 0 0</inkml:trace>
</inkml:ink>
</file>

<file path=ppt/ink/ink13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3:32.371"/>
    </inkml:context>
    <inkml:brush xml:id="br0">
      <inkml:brushProperty name="width" value="0.1" units="cm"/>
      <inkml:brushProperty name="height" value="0.1" units="cm"/>
      <inkml:brushProperty name="color" value="#008C3A"/>
    </inkml:brush>
  </inkml:definitions>
  <inkml:trace contextRef="#ctx0" brushRef="#br0">175 73 6913 0 0,'2'-22'512'0'0,"-5"-9"5453"0"0,3 30-5698 0 0,0 0 0 0 0,-1 0 0 0 0,1 0 0 0 0,-1 0 0 0 0,1 0 0 0 0,-1 0 0 0 0,1 0 0 0 0,-1 0 0 0 0,0 0-1 0 0,1 0 1 0 0,-1 0 0 0 0,0 0 0 0 0,0 1 0 0 0,1-1 0 0 0,-1 0 0 0 0,0 1 0 0 0,0-1 0 0 0,0 0 0 0 0,0 1-1 0 0,0-1 1 0 0,-2 0 0 0 0,1 1-235 0 0,0-1-1 0 0,0 1 1 0 0,0 0-1 0 0,0 0 0 0 0,0 0 1 0 0,0 0-1 0 0,0 0 1 0 0,0 1-1 0 0,0-1 1 0 0,-3 1-1 0 0,-2 2 127 0 0,1 0 0 0 0,-1 0 0 0 0,1 1 0 0 0,-1 0 0 0 0,1 0 0 0 0,0 1 0 0 0,1-1 0 0 0,-1 1 0 0 0,1 0 0 0 0,0 1 0 0 0,-6 6 0 0 0,3-2-108 0 0,1 1-1 0 0,-1-1 1 0 0,2 1 0 0 0,0 1-1 0 0,-8 19 1 0 0,13-30-43 0 0,0 1 0 0 0,0 0 0 0 0,0 0 0 0 0,1 0 0 0 0,-1-1 0 0 0,1 1 0 0 0,0 0 0 0 0,-1 0 0 0 0,1 0 0 0 0,0 0 0 0 0,0 0 0 0 0,0 0 0 0 0,0 0 0 0 0,1 0 0 0 0,-1-1 0 0 0,0 1 0 0 0,1 0 0 0 0,0 0 0 0 0,-1 0 0 0 0,1 0 0 0 0,0-1 0 0 0,0 1 0 0 0,0 0 0 0 0,0-1 0 0 0,0 1 0 0 0,0-1 0 0 0,0 1 0 0 0,0-1 0 0 0,1 1 0 0 0,-1-1 0 0 0,1 0 0 0 0,-1 0 0 0 0,1 0 0 0 0,-1 0 0 0 0,1 0 0 0 0,0 0 0 0 0,0 0 0 0 0,-1 0 0 0 0,1-1 0 0 0,2 2 0 0 0,9 1 53 0 0,0-1 0 0 0,1 1 0 0 0,-1-2 0 0 0,26 0 0 0 0,-4 0-99 0 0,-29 0-47 0 0,0 0 0 0 0,0-1 0 0 0,0 2 1 0 0,-1-1-1 0 0,1 1 0 0 0,-1 0 0 0 0,1 0 0 0 0,-1 1 0 0 0,1-1 0 0 0,-1 1 0 0 0,0 0 1 0 0,0 1-1 0 0,6 5 0 0 0,-9-7 26 0 0,1 1-1 0 0,-1 0 1 0 0,0 0 0 0 0,0 0 0 0 0,0 0 0 0 0,-1 0-1 0 0,1 0 1 0 0,-1 1 0 0 0,0-1 0 0 0,0 1 0 0 0,0-1-1 0 0,0 1 1 0 0,0-1 0 0 0,-1 1 0 0 0,0-1 0 0 0,1 1-1 0 0,-1-1 1 0 0,-1 1 0 0 0,1 0 0 0 0,0-1 0 0 0,-1 1-1 0 0,0-1 1 0 0,-1 5 0 0 0,-2 5-46 0 0,-1 1-1 0 0,0-1 1 0 0,-1 0 0 0 0,-1-1 0 0 0,0 0 0 0 0,0 0-1 0 0,-1 0 1 0 0,-1-1 0 0 0,0 0 0 0 0,-17 16 0 0 0,15-18-729 0 0</inkml:trace>
</inkml:ink>
</file>

<file path=ppt/ink/ink13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3:32.578"/>
    </inkml:context>
    <inkml:brush xml:id="br0">
      <inkml:brushProperty name="width" value="0.1" units="cm"/>
      <inkml:brushProperty name="height" value="0.1" units="cm"/>
      <inkml:brushProperty name="color" value="#008C3A"/>
    </inkml:brush>
  </inkml:definitions>
  <inkml:trace contextRef="#ctx0" brushRef="#br0">1 0 12011 0 0,'0'0'61'0'0,"1"0"1"0"0,0 1 0 0 0,0-1 0 0 0,0 0 0 0 0,-1 1-1 0 0,1-1 1 0 0,0 0 0 0 0,0 1 0 0 0,-1-1 0 0 0,1 1-1 0 0,0-1 1 0 0,-1 1 0 0 0,1-1 0 0 0,0 1 0 0 0,-1 0 0 0 0,1-1-1 0 0,-1 1 1 0 0,1 0 0 0 0,-1-1 0 0 0,1 1 0 0 0,-1 0-1 0 0,0 0 1 0 0,1-1 0 0 0,-1 1 0 0 0,0 0 0 0 0,0 0-1 0 0,0 0 1 0 0,1 0 0 0 0,-1-1 0 0 0,0 2 0 0 0,8 28 2544 0 0,-6-10-1625 0 0,-1 0 1 0 0,0 0 0 0 0,-2 0-1 0 0,0 0 1 0 0,-4 21 0 0 0,-3 47-4741 0 0</inkml:trace>
</inkml:ink>
</file>

<file path=ppt/ink/ink13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3:32.753"/>
    </inkml:context>
    <inkml:brush xml:id="br0">
      <inkml:brushProperty name="width" value="0.1" units="cm"/>
      <inkml:brushProperty name="height" value="0.1" units="cm"/>
      <inkml:brushProperty name="color" value="#008C3A"/>
    </inkml:brush>
  </inkml:definitions>
  <inkml:trace contextRef="#ctx0" brushRef="#br0">5 29 16011 0 0,'0'-9'549'0'0,"-5"-11"934"0"0,5 36-742 0 0,1 7-1380 0 0,0-1-1 0 0,2 0 1 0 0,0 0-1 0 0,2 0 1 0 0,13 40-1 0 0,-5-33 640 0 0</inkml:trace>
</inkml:ink>
</file>

<file path=ppt/ink/ink13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3:33.468"/>
    </inkml:context>
    <inkml:brush xml:id="br0">
      <inkml:brushProperty name="width" value="0.1" units="cm"/>
      <inkml:brushProperty name="height" value="0.1" units="cm"/>
      <inkml:brushProperty name="color" value="#008C3A"/>
    </inkml:brush>
  </inkml:definitions>
  <inkml:trace contextRef="#ctx0" brushRef="#br0">354 97 12123 0 0,'-1'-3'123'0'0,"-1"1"0"0"0,0-1 0 0 0,1 1 1 0 0,-1-1-1 0 0,-1 1 0 0 0,1 0 0 0 0,0-1 0 0 0,0 1 1 0 0,-1 1-1 0 0,1-1 0 0 0,-1 0 0 0 0,0 0 1 0 0,1 1-1 0 0,-1 0 0 0 0,0-1 0 0 0,0 1 1 0 0,0 0-1 0 0,0 0 0 0 0,0 1 0 0 0,-4-1 1 0 0,-11-3 911 0 0,0 1 1 0 0,-20 0-1 0 0,31 2-619 0 0,-6 1-76 0 0,1 0 0 0 0,0 1-1 0 0,-1 0 1 0 0,1 1 0 0 0,0 0 0 0 0,0 1-1 0 0,-22 7 1 0 0,27-7-276 0 0,0 0 1 0 0,0 0-1 0 0,0 1 1 0 0,0 0-1 0 0,1 0 0 0 0,-1 1 1 0 0,1-1-1 0 0,0 1 1 0 0,1 1-1 0 0,-1-1 0 0 0,1 1 1 0 0,0 0-1 0 0,-7 11 1 0 0,11-16-58 0 0,1-1 0 0 0,-1 1 0 0 0,1 0 0 0 0,0-1 0 0 0,-1 1 0 0 0,1 0 0 0 0,0 0 0 0 0,-1-1 1 0 0,1 1-1 0 0,0 0 0 0 0,0 0 0 0 0,-1-1 0 0 0,1 1 0 0 0,0 0 0 0 0,0 0 0 0 0,0 0 0 0 0,0-1 0 0 0,0 1 1 0 0,0 0-1 0 0,0 0 0 0 0,1-1 0 0 0,-1 1 0 0 0,0 0 0 0 0,0 0 0 0 0,1 0 0 0 0,-1-1 0 0 0,0 1 0 0 0,1 0 1 0 0,0 0-40 0 0,0 0 0 0 0,0-1 0 0 0,0 1 0 0 0,1-1 1 0 0,-1 1-1 0 0,0-1 0 0 0,0 1 0 0 0,0-1 0 0 0,0 0 1 0 0,1 0-1 0 0,-1 1 0 0 0,0-1 0 0 0,0 0 0 0 0,1 0 1 0 0,1-1-1 0 0,6 0-80 0 0,-1 0 1 0 0,1-1 0 0 0,14-5 0 0 0,29-16-64 0 0,-41 17 124 0 0,-1 0 0 0 0,1 1-1 0 0,0 1 1 0 0,0 0 0 0 0,0 0-1 0 0,1 1 1 0 0,-1 1 0 0 0,24-3-1 0 0,-33 5 60 0 0,1 1 0 0 0,-1-1 0 0 0,1 0-1 0 0,0 1 1 0 0,-1 0 0 0 0,0-1-1 0 0,1 1 1 0 0,-1 0 0 0 0,1 0 0 0 0,-1 1-1 0 0,0-1 1 0 0,0 0 0 0 0,0 1 0 0 0,1 0-1 0 0,-1-1 1 0 0,-1 1 0 0 0,1 0 0 0 0,0 0-1 0 0,1 2 1 0 0,0 1 30 0 0,0 0 0 0 0,0-1 0 0 0,-1 1 0 0 0,0 0 0 0 0,0 1 0 0 0,0-1 0 0 0,-1 0 0 0 0,2 10 0 0 0,-1 0 48 0 0,-1 0 0 0 0,-1 0 1 0 0,0 0-1 0 0,-1 0 0 0 0,-6 28 0 0 0,5-33-98 0 0,-1 1 0 0 0,-1-1-1 0 0,0 0 1 0 0,-1-1 0 0 0,-9 18 0 0 0,12-24 3 0 0,0 0 0 0 0,0 0 0 0 0,0 0 0 0 0,0 0 0 0 0,-1 0 0 0 0,1-1 0 0 0,-1 1 0 0 0,0-1 0 0 0,0 0 0 0 0,0 1 0 0 0,0-1 0 0 0,0 0 0 0 0,0-1 0 0 0,0 1 0 0 0,-1-1 0 0 0,1 1 0 0 0,-1-1 0 0 0,1 0 0 0 0,-1 0 0 0 0,-5 0 1 0 0,9-1-13 0 0,-1 0 0 0 0,0 0 1 0 0,0 0-1 0 0,0 0 1 0 0,0 0-1 0 0,0 0 0 0 0,1 0 1 0 0,-1 0-1 0 0,0 0 0 0 0,0-1 1 0 0,0 1-1 0 0,1 0 1 0 0,-1-1-1 0 0,0 1 0 0 0,0-1 1 0 0,1 1-1 0 0,-1-1 1 0 0,0 1-1 0 0,1-1 0 0 0,-1 1 1 0 0,0-1-1 0 0,1 0 1 0 0,-1 1-1 0 0,1-1 0 0 0,-1 0 1 0 0,1 1-1 0 0,-1-1 1 0 0,1 0-1 0 0,-1-1 0 0 0,1 0-73 0 0,-1 0 0 0 0,1-1-1 0 0,0 1 1 0 0,0-1 0 0 0,0 1-1 0 0,0-1 1 0 0,0 1-1 0 0,0 0 1 0 0,1-1 0 0 0,0-2-1 0 0,3-8-678 0 0,0 1 0 0 0,11-22 0 0 0,-15 34 756 0 0,62-111-1055 0 0,11-23 3673 0 0,-67 119-2044 0 0,-5 11-365 0 0,1 0 0 0 0,-1-1 1 0 0,1 1-1 0 0,0 0 0 0 0,0 0 0 0 0,0 1 0 0 0,0-1 1 0 0,1 0-1 0 0,-1 1 0 0 0,1-1 0 0 0,0 1 0 0 0,6-5 1 0 0,-8 8-179 0 0,-1 0-1 0 0,1 0 1 0 0,0 0 0 0 0,0 0 0 0 0,-1 0 0 0 0,1 1 0 0 0,0-1 0 0 0,-1 0 0 0 0,1 1-1 0 0,0-1 1 0 0,-1 0 0 0 0,1 1 0 0 0,0-1 0 0 0,-1 1 0 0 0,1-1 0 0 0,-1 1 0 0 0,1-1 0 0 0,-1 1-1 0 0,1-1 1 0 0,-1 1 0 0 0,1 0 0 0 0,-1-1 0 0 0,0 1 0 0 0,1 0 0 0 0,-1-1 0 0 0,0 1-1 0 0,0 0 1 0 0,1-1 0 0 0,-1 1 0 0 0,0 0 0 0 0,0 0 0 0 0,0-1 0 0 0,0 1 0 0 0,0 1 0 0 0,6 34 423 0 0,-5-31-408 0 0,4 35-49 0 0,5 31-65 0 0,-9-64 75 0 0,1 0 0 0 0,0-1 0 0 0,0 1 0 0 0,0-1 0 0 0,1 0 1 0 0,0 0-1 0 0,6 10 0 0 0,-9-16-10 0 0,1 0-1 0 0,-1 1 1 0 0,0-1 0 0 0,0 0 0 0 0,0 1 0 0 0,0-1-1 0 0,1 0 1 0 0,-1 0 0 0 0,0 1 0 0 0,0-1 0 0 0,1 0-1 0 0,-1 0 1 0 0,0 1 0 0 0,1-1 0 0 0,-1 0 0 0 0,0 0-1 0 0,0 0 1 0 0,1 0 0 0 0,-1 0 0 0 0,0 1 0 0 0,1-1-1 0 0,-1 0 1 0 0,0 0 0 0 0,1 0 0 0 0,-1 0 0 0 0,0 0-1 0 0,1 0 1 0 0,-1 0 0 0 0,1 0 0 0 0,-1 0-1 0 0,0 0 1 0 0,1 0 0 0 0,-1 0 0 0 0,1-1 0 0 0,6-11-311 0 0,2-25 227 0 0,-8 32 94 0 0,2-9 61 0 0,0-1 1 0 0,2 1 0 0 0,-1 0-1 0 0,2 0 1 0 0,0 0 0 0 0,0 1-1 0 0,17-24 1 0 0,-21 33-34 0 0,0 1 1 0 0,1 0-1 0 0,-1 0 1 0 0,1 0-1 0 0,0 0 0 0 0,0 0 1 0 0,0 1-1 0 0,0-1 0 0 0,0 1 1 0 0,1 0-1 0 0,-1 0 0 0 0,1 0 1 0 0,-1 0-1 0 0,1 1 1 0 0,0 0-1 0 0,0-1 0 0 0,0 1 1 0 0,-1 0-1 0 0,1 1 0 0 0,0-1 1 0 0,0 1-1 0 0,0 0 0 0 0,0 0 1 0 0,0 0-1 0 0,0 0 1 0 0,0 1-1 0 0,0 0 0 0 0,0-1 1 0 0,0 2-1 0 0,0-1 0 0 0,-1 0 1 0 0,1 1-1 0 0,0-1 0 0 0,5 5 1 0 0,7 4 184 0 0,-1 0 0 0 0,24 22 0 0 0,-24-19-532 0 0,31 22 1 0 0,-39-31-975 0 0,0 0 0 0 0,1-1 0 0 0,-1 1 0 0 0,12 2 0 0 0</inkml:trace>
</inkml:ink>
</file>

<file path=ppt/ink/ink13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3:33.991"/>
    </inkml:context>
    <inkml:brush xml:id="br0">
      <inkml:brushProperty name="width" value="0.1" units="cm"/>
      <inkml:brushProperty name="height" value="0.1" units="cm"/>
      <inkml:brushProperty name="color" value="#008C3A"/>
    </inkml:brush>
  </inkml:definitions>
  <inkml:trace contextRef="#ctx0" brushRef="#br0">161 3 10594 0 0,'-4'0'236'0'0,"-1"0"0"0"0,1 0 1 0 0,0 0-1 0 0,-1 1 0 0 0,1 0 0 0 0,0 0 0 0 0,-1 0 0 0 0,1 0 0 0 0,0 0 0 0 0,0 1 1 0 0,0 0-1 0 0,0 0 0 0 0,0 0 0 0 0,0 0 0 0 0,1 1 0 0 0,-1-1 0 0 0,1 1 0 0 0,-1 0 0 0 0,1 0 1 0 0,0 0-1 0 0,-2 4 0 0 0,-4 3 118 0 0,1 0 0 0 0,1 0 0 0 0,0 1 0 0 0,0 0 0 0 0,1 0 0 0 0,-6 15 0 0 0,8-17-261 0 0,1 1 1 0 0,0 0 0 0 0,1 0 0 0 0,-2 15-1 0 0,4-23-106 0 0,0 0-1 0 0,0 0 0 0 0,0 0 1 0 0,0 0-1 0 0,0 0 0 0 0,0 0 1 0 0,1 0-1 0 0,-1 0 0 0 0,1 0 1 0 0,0 0-1 0 0,-1 0 0 0 0,1 0 1 0 0,1 2-1 0 0,-1-3-39 0 0,0 0 0 0 0,0-1 0 0 0,0 1 0 0 0,-1 0-1 0 0,1-1 1 0 0,0 1 0 0 0,0 0 0 0 0,0-1 0 0 0,0 1 0 0 0,0-1 0 0 0,0 1-1 0 0,1-1 1 0 0,-1 0 0 0 0,0 0 0 0 0,0 1 0 0 0,0-1 0 0 0,0 0-1 0 0,0 0 1 0 0,0 0 0 0 0,1 0 0 0 0,-1 0 0 0 0,0 0 0 0 0,0-1 0 0 0,0 1-1 0 0,2-1 1 0 0,2 0-132 0 0,0-1-1 0 0,-1 0 1 0 0,1 0 0 0 0,-1 0-1 0 0,1-1 1 0 0,-1 1-1 0 0,1-1 1 0 0,-1 0-1 0 0,0 0 1 0 0,-1-1 0 0 0,1 1-1 0 0,5-8 1 0 0,37-54-1192 0 0,-39 53 1089 0 0,10-17-531 0 0,-13 21 901 0 0,1 0 0 0 0,-1 0-1 0 0,1 0 1 0 0,1 1-1 0 0,-1-1 1 0 0,1 1 0 0 0,1 0-1 0 0,12-11 1 0 0,-17 17 41 0 0,-1 1 1 0 0,0-1-1 0 0,1 0 1 0 0,-1 0-1 0 0,1 1 1 0 0,-1-1-1 0 0,1 1 1 0 0,-1-1-1 0 0,1 1 1 0 0,-1 0-1 0 0,1-1 1 0 0,0 1-1 0 0,-1 0 1 0 0,1 0-1 0 0,-1 0 1 0 0,1 0-1 0 0,-1 1 1 0 0,1-1-1 0 0,0 0 1 0 0,-1 1-1 0 0,1-1 1 0 0,-1 1-1 0 0,3 0 1 0 0,-2 1 35 0 0,1 0 0 0 0,-1 0 0 0 0,1 0 1 0 0,-1 0-1 0 0,0 0 0 0 0,0 1 0 0 0,0-1 0 0 0,0 1 0 0 0,0-1 0 0 0,0 1 1 0 0,1 3-1 0 0,2 5 234 0 0,0 1 0 0 0,-1 0 0 0 0,0 0 1 0 0,4 23-1 0 0,-7-28-224 0 0,0 0-171 0 0,0 0-1 0 0,0 0 1 0 0,1-1 0 0 0,0 1 0 0 0,5 11 0 0 0,-6-16-102 0 0,0-1 0 0 0,-1 0 0 0 0,1 0 0 0 0,0 0 0 0 0,0 0 0 0 0,-1 0 0 0 0,1-1 0 0 0,0 1 0 0 0,0 0 0 0 0,0 0 0 0 0,0-1 0 0 0,0 1 0 0 0,0 0 0 0 0,0-1 0 0 0,0 1 0 0 0,1-1 0 0 0,-1 1 0 0 0,0-1 1 0 0,0 0-1 0 0,0 1 0 0 0,1-1 0 0 0,-1 0 0 0 0,0 0 0 0 0,0 0 0 0 0,1 0 0 0 0,-1 0 0 0 0,0 0 0 0 0,0 0 0 0 0,0 0 0 0 0,1-1 0 0 0,-1 1 0 0 0,0 0 0 0 0,0-1 0 0 0,0 1 0 0 0,0-1 0 0 0,1 1 0 0 0,-1-1 1 0 0,0 0-1 0 0,0 1 0 0 0,1-3 0 0 0,10-5-1582 0 0,-1-2-210 0 0</inkml:trace>
</inkml:ink>
</file>

<file path=ppt/ink/ink13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3:34.173"/>
    </inkml:context>
    <inkml:brush xml:id="br0">
      <inkml:brushProperty name="width" value="0.1" units="cm"/>
      <inkml:brushProperty name="height" value="0.1" units="cm"/>
      <inkml:brushProperty name="color" value="#008C3A"/>
    </inkml:brush>
  </inkml:definitions>
  <inkml:trace contextRef="#ctx0" brushRef="#br0">0 295 7514 0 0,'4'-132'1354'0'0,"-1"38"3583"0"0,-4 26 4252 0 0,84 585-7844 0 0,-73-474-3048 0 0,2-5-6402 0 0</inkml:trace>
</inkml:ink>
</file>

<file path=ppt/ink/ink13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3:35.195"/>
    </inkml:context>
    <inkml:brush xml:id="br0">
      <inkml:brushProperty name="width" value="0.1" units="cm"/>
      <inkml:brushProperty name="height" value="0.1" units="cm"/>
      <inkml:brushProperty name="color" value="#008C3A"/>
    </inkml:brush>
  </inkml:definitions>
  <inkml:trace contextRef="#ctx0" brushRef="#br0">109 0 6913 0 0,'-2'0'239'0'0,"1"0"-1"0"0,-1 0 0 0 0,0 0 0 0 0,1 0 0 0 0,-1 1 1 0 0,1-1-1 0 0,0 0 0 0 0,-1 0 0 0 0,1 1 0 0 0,-1-1 1 0 0,1 1-1 0 0,-1 0 0 0 0,1-1 0 0 0,0 1 0 0 0,0 0 1 0 0,-1 0-1 0 0,1 0 0 0 0,0 0 0 0 0,0 0 0 0 0,-2 2 0 0 0,1 0 403 0 0,0 1-1 0 0,0 0 0 0 0,0 0 0 0 0,1 0 0 0 0,0 0 0 0 0,-1 6 1 0 0,1-7-821 0 0,-11 56 2415 0 0,-6 103 1 0 0,7-43-1563 0 0,-5 20-1571 0 0,11-79-4547 0 0,3-16-1011 0 0</inkml:trace>
</inkml:ink>
</file>

<file path=ppt/ink/ink13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3:35.496"/>
    </inkml:context>
    <inkml:brush xml:id="br0">
      <inkml:brushProperty name="width" value="0.1" units="cm"/>
      <inkml:brushProperty name="height" value="0.1" units="cm"/>
      <inkml:brushProperty name="color" value="#008C3A"/>
    </inkml:brush>
  </inkml:definitions>
  <inkml:trace contextRef="#ctx0" brushRef="#br0">0 197 7370 0 0,'0'-1'122'0'0,"0"0"0"0"0,0 0 0 0 0,0 0 0 0 0,1 0 0 0 0,-1 0 0 0 0,0 0 0 0 0,0 0 0 0 0,0 1 0 0 0,1-1 0 0 0,-1 0 0 0 0,0 0 0 0 0,1 0 0 0 0,-1 0 0 0 0,1 0 0 0 0,-1 1 0 0 0,1-1 0 0 0,0 0 1 0 0,-1 0-1 0 0,1 1 0 0 0,0-1 0 0 0,-1 1 0 0 0,1-1 0 0 0,0 0 0 0 0,0 1 0 0 0,-1-1 0 0 0,1 1 0 0 0,0 0 0 0 0,0-1 0 0 0,0 1 0 0 0,0 0 0 0 0,0-1 0 0 0,0 1 0 0 0,-1 0 0 0 0,1 0 0 0 0,0 0 0 0 0,0 0 1 0 0,0 0-1 0 0,0 0 0 0 0,0 0 0 0 0,0 0 0 0 0,0 0 0 0 0,1 1 0 0 0,2-1 78 0 0,-1 1 0 0 0,0 0 0 0 0,1 0 0 0 0,-1 0 0 0 0,0 0 1 0 0,0 0-1 0 0,0 1 0 0 0,0-1 0 0 0,0 1 0 0 0,0 0 0 0 0,3 2 0 0 0,53 57 978 0 0,-34-34-909 0 0,50 42-1 0 0,-65-61-270 0 0,0-1 0 0 0,1 0 0 0 0,0-1 0 0 0,0 0 0 0 0,0-1-1 0 0,1 0 1 0 0,0-1 0 0 0,0 0 0 0 0,14 2 0 0 0,-25-5 52 0 0,0-1 0 0 0,0 0 0 0 0,1 1 1 0 0,-1-1-1 0 0,0 0 0 0 0,0 0 0 0 0,1 0 0 0 0,-1 0 0 0 0,0 0 1 0 0,0-1-1 0 0,1 1 0 0 0,-1 0 0 0 0,0 0 0 0 0,0-1 0 0 0,1 1 0 0 0,-1-1 1 0 0,0 1-1 0 0,0-1 0 0 0,0 1 0 0 0,0-1 0 0 0,0 0 0 0 0,0 0 1 0 0,0 1-1 0 0,0-1 0 0 0,0 0 0 0 0,1-1 0 0 0,-1-1 104 0 0,0 1-1 0 0,0 0 1 0 0,0-1-1 0 0,-1 1 1 0 0,1 0 0 0 0,0-1-1 0 0,-1 1 1 0 0,0-1-1 0 0,1 1 1 0 0,-1-1-1 0 0,0 1 1 0 0,-1-5 0 0 0,-1-8 441 0 0,-1 0 0 0 0,0 0 0 0 0,-8-20 0 0 0,10 31-669 0 0,-21-59 143 0 0,-15-53 356 0 0,33 101-2112 0 0,2 0 0 0 0,0 0 1 0 0,0-19-1 0 0,3 14-5244 0 0</inkml:trace>
</inkml:ink>
</file>

<file path=ppt/ink/ink13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3:35.845"/>
    </inkml:context>
    <inkml:brush xml:id="br0">
      <inkml:brushProperty name="width" value="0.1" units="cm"/>
      <inkml:brushProperty name="height" value="0.1" units="cm"/>
      <inkml:brushProperty name="color" value="#008C3A"/>
    </inkml:brush>
  </inkml:definitions>
  <inkml:trace contextRef="#ctx0" brushRef="#br0">120 98 7370 0 0,'-4'0'573'0'0,"1"1"0"0"0,-1-1 0 0 0,1 1 0 0 0,0-1 0 0 0,0 1 0 0 0,-1 0 0 0 0,1 0 0 0 0,0 1 0 0 0,0-1 0 0 0,0 0 0 0 0,-5 5 0 0 0,3-3-62 0 0,0 1 1 0 0,1 0 0 0 0,0 0-1 0 0,-1 0 1 0 0,2 1 0 0 0,-6 6 0 0 0,3-2-120 0 0,1 1 0 0 0,0 0 0 0 0,0 0 0 0 0,1 0 0 0 0,0 1 0 0 0,-4 18 0 0 0,7-23-366 0 0,0 0-1 0 0,0 0 1 0 0,1 1-1 0 0,-1-1 0 0 0,2 0 1 0 0,-1 1-1 0 0,1-1 1 0 0,0 0-1 0 0,0 0 0 0 0,3 8 1 0 0,-4-12-33 0 0,1-1 0 0 0,0 1 0 0 0,-1-1 0 0 0,1 0 0 0 0,0 1 0 0 0,0-1 0 0 0,0 0 0 0 0,0 0 0 0 0,0 1 0 0 0,0-1 0 0 0,0 0 0 0 0,0 0 0 0 0,0 0 0 0 0,1 0 0 0 0,-1-1 1 0 0,0 1-1 0 0,1 0 0 0 0,2 1 0 0 0,-2-2-35 0 0,0 0 0 0 0,0 0 1 0 0,1 0-1 0 0,-1 0 1 0 0,0 0-1 0 0,0 0 0 0 0,0 0 1 0 0,1-1-1 0 0,-1 1 1 0 0,0-1-1 0 0,0 0 0 0 0,0 1 1 0 0,0-1-1 0 0,0 0 0 0 0,0 0 1 0 0,4-3-1 0 0,0 0-106 0 0,0-1 0 0 0,0 0-1 0 0,-1-1 1 0 0,1 1 0 0 0,-1-1 0 0 0,0 0-1 0 0,-1 0 1 0 0,0 0 0 0 0,0-1-1 0 0,0 0 1 0 0,-1 0 0 0 0,1 0-1 0 0,-2 0 1 0 0,1 0 0 0 0,-1 0 0 0 0,0-1-1 0 0,-1 1 1 0 0,0-1 0 0 0,0 1-1 0 0,0-1 1 0 0,-1 0 0 0 0,-1-9 0 0 0,1 8 156 0 0,-1 1 0 0 0,1 0 1 0 0,-2 0-1 0 0,1 0 1 0 0,-1 0-1 0 0,0 0 0 0 0,-1 0 1 0 0,0 0-1 0 0,0 1 1 0 0,-1-1-1 0 0,0 1 0 0 0,0 0 1 0 0,0 0-1 0 0,-1 1 1 0 0,0-1-1 0 0,-1 1 1 0 0,1 0-1 0 0,-1 0 0 0 0,0 1 1 0 0,-13-9-1 0 0,-1 8-4729 0 0</inkml:trace>
</inkml:ink>
</file>

<file path=ppt/ink/ink13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3:36.067"/>
    </inkml:context>
    <inkml:brush xml:id="br0">
      <inkml:brushProperty name="width" value="0.1" units="cm"/>
      <inkml:brushProperty name="height" value="0.1" units="cm"/>
      <inkml:brushProperty name="color" value="#008C3A"/>
    </inkml:brush>
  </inkml:definitions>
  <inkml:trace contextRef="#ctx0" brushRef="#br0">11 1 11522 0 0,'-7'6'3345'0'0,"7"-6"-3122"0"0,0 1 0 0 0,0-1 0 0 0,0 1 0 0 0,-1-1 0 0 0,1 1 0 0 0,0 0 0 0 0,0-1 0 0 0,0 1 0 0 0,0-1 0 0 0,0 1 0 0 0,0-1 0 0 0,0 2 0 0 0,-1 21 1439 0 0,1-17-975 0 0,0 2-290 0 0,-2 26 1018 0 0,4 49-1 0 0,-1-75-1709 0 0,0 0 1 0 0,0 0 0 0 0,1 0 0 0 0,-1-1-1 0 0,2 1 1 0 0,-1 0 0 0 0,1-1-1 0 0,0 1 1 0 0,1-1 0 0 0,0 0-1 0 0,0 0 1 0 0,5 7 0 0 0</inkml:trace>
</inkml:ink>
</file>

<file path=ppt/ink/ink13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3:36.242"/>
    </inkml:context>
    <inkml:brush xml:id="br0">
      <inkml:brushProperty name="width" value="0.1" units="cm"/>
      <inkml:brushProperty name="height" value="0.1" units="cm"/>
      <inkml:brushProperty name="color" value="#008C3A"/>
    </inkml:brush>
  </inkml:definitions>
  <inkml:trace contextRef="#ctx0" brushRef="#br0">9 5 920 0 0,'-8'-5'11267'0'0,"10"12"-10275"0"0,2 6-384 0 0,5 4-88 0 0,-1 1-8 0 0,3 4-1760 0 0,2 3-352 0 0,5 0-73 0 0,0 3-15 0 0,-2-1 1320 0 0</inkml:trace>
</inkml:ink>
</file>

<file path=ppt/ink/ink13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3:36.587"/>
    </inkml:context>
    <inkml:brush xml:id="br0">
      <inkml:brushProperty name="width" value="0.1" units="cm"/>
      <inkml:brushProperty name="height" value="0.1" units="cm"/>
      <inkml:brushProperty name="color" value="#008C3A"/>
    </inkml:brush>
  </inkml:definitions>
  <inkml:trace contextRef="#ctx0" brushRef="#br0">161 0 5065 0 0,'-5'1'643'0'0,"0"1"0"0"0,1 0 0 0 0,-1 0 0 0 0,1 0 0 0 0,-1 1 0 0 0,1-1 0 0 0,0 1 0 0 0,0 0 0 0 0,0 0 0 0 0,0 0 0 0 0,-6 8 0 0 0,2-4 27 0 0,-3 4 65 0 0,0 0 1 0 0,0 1 0 0 0,1 0-1 0 0,-11 19 1 0 0,17-25-674 0 0,0 1 0 0 0,0-1 0 0 0,1 1-1 0 0,0 0 1 0 0,0 0 0 0 0,1 0 0 0 0,0 0 0 0 0,0 0 0 0 0,1 0 0 0 0,0 1 0 0 0,-1 9 0 0 0,2-16-61 0 0,0 1 0 0 0,1-1 1 0 0,-1 0-1 0 0,0 1 0 0 0,0-1 1 0 0,1 0-1 0 0,-1 1 0 0 0,1-1 1 0 0,-1 0-1 0 0,1 0 0 0 0,0 0 1 0 0,-1 0-1 0 0,1 1 0 0 0,0-1 1 0 0,0 0-1 0 0,-1 0 0 0 0,1 0 1 0 0,0-1-1 0 0,0 1 0 0 0,0 0 1 0 0,0 0-1 0 0,2 0 0 0 0,0 1-40 0 0,0-1 0 0 0,0 0 0 0 0,0 0-1 0 0,0 0 1 0 0,0 0 0 0 0,1-1 0 0 0,-1 1-1 0 0,0-1 1 0 0,4 0 0 0 0,8-1-132 0 0,0 0 1 0 0,0-1-1 0 0,16-4 1 0 0,-24 4 212 0 0,-3 1-51 0 0,-1 0 0 0 0,1 1 0 0 0,-1-1 0 0 0,0 1 0 0 0,1 0 0 0 0,-1 0-1 0 0,1 0 1 0 0,-1 0 0 0 0,1 0 0 0 0,-1 1 0 0 0,1 0 0 0 0,-1 0 0 0 0,5 1 0 0 0,-6-1-64 0 0,-1 1 1 0 0,1-1-1 0 0,-1 0 0 0 0,1 1 1 0 0,-1-1-1 0 0,1 1 1 0 0,-1 0-1 0 0,0-1 1 0 0,0 1-1 0 0,0 0 1 0 0,0 0-1 0 0,0 0 1 0 0,0-1-1 0 0,-1 1 1 0 0,1 0-1 0 0,0 0 1 0 0,-1 0-1 0 0,0 0 1 0 0,1 0-1 0 0,-1 1 0 0 0,0-1 1 0 0,0 0-1 0 0,-1 4 1 0 0,0 4-76 0 0,0 1-1 0 0,-1 0 1 0 0,0-1 0 0 0,0 1 0 0 0,-2-1 0 0 0,1 0-1 0 0,-1 0 1 0 0,-10 17 0 0 0,-12 14-3360 0 0,14-27-843 0 0</inkml:trace>
</inkml:ink>
</file>

<file path=ppt/ink/ink13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3:36.968"/>
    </inkml:context>
    <inkml:brush xml:id="br0">
      <inkml:brushProperty name="width" value="0.1" units="cm"/>
      <inkml:brushProperty name="height" value="0.1" units="cm"/>
      <inkml:brushProperty name="color" value="#008C3A"/>
    </inkml:brush>
  </inkml:definitions>
  <inkml:trace contextRef="#ctx0" brushRef="#br0">51 74 4609 0 0,'-2'8'9633'0'0,"-1"14"-6762"0"0,1-4-1285 0 0,-4 87 1572 0 0,6-95-3173 0 0,0 0 0 0 0,1 1-1 0 0,1-1 1 0 0,0 0-1 0 0,0 0 1 0 0,1 0-1 0 0,7 19 1 0 0,-10-29 13 0 0,0 1 0 0 0,1-1 0 0 0,-1 1-1 0 0,0-1 1 0 0,0 0 0 0 0,1 1 0 0 0,-1-1 0 0 0,0 1 0 0 0,1-1 0 0 0,-1 0-1 0 0,0 1 1 0 0,1-1 0 0 0,-1 0 0 0 0,0 1 0 0 0,1-1 0 0 0,-1 0 0 0 0,1 1-1 0 0,-1-1 1 0 0,1 0 0 0 0,-1 0 0 0 0,0 0 0 0 0,1 1 0 0 0,-1-1 0 0 0,1 0-1 0 0,-1 0 1 0 0,1 0 0 0 0,-1 0 0 0 0,1 0 0 0 0,-1 0 0 0 0,1 0 0 0 0,-1 0-1 0 0,2 0 1 0 0,14-13-108 0 0,11-29-70 0 0,-24 37 172 0 0,43-78-77 0 0,-24 41 25 0 0,1 2 1 0 0,43-57 0 0 0,-66 96 90 0 0,1 0 0 0 0,-1 1 1 0 0,0-1-1 0 0,1 0 0 0 0,-1 1 0 0 0,1-1 1 0 0,0 0-1 0 0,-1 1 0 0 0,1-1 1 0 0,-1 0-1 0 0,1 1 0 0 0,0-1 0 0 0,0 1 1 0 0,-1 0-1 0 0,1-1 0 0 0,0 1 0 0 0,0-1 1 0 0,-1 1-1 0 0,1 0 0 0 0,0 0 0 0 0,0-1 1 0 0,0 1-1 0 0,0 0 0 0 0,-1 0 1 0 0,1 0-1 0 0,0 0 0 0 0,0 0 0 0 0,0 0 1 0 0,1 0-1 0 0,-1 1 4 0 0,0 0 0 0 0,0 0 0 0 0,0 0 0 0 0,0 1 0 0 0,0-1 1 0 0,0 0-1 0 0,-1 0 0 0 0,1 0 0 0 0,0 1 0 0 0,-1-1 0 0 0,1 0 0 0 0,-1 1 1 0 0,1-1-1 0 0,-1 0 0 0 0,1 3 0 0 0,1 10 108 0 0,-1 0-1 0 0,0 20 1 0 0,-2 21 36 0 0,-4 0-1 0 0,-1-1 1 0 0,-16 61 0 0 0,-59 155 449 0 0,-42 16-801 0 0,73-180-1586 0 0,26-51-6287 0 0</inkml:trace>
</inkml:ink>
</file>

<file path=ppt/ink/ink13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3:47.495"/>
    </inkml:context>
    <inkml:brush xml:id="br0">
      <inkml:brushProperty name="width" value="0.1" units="cm"/>
      <inkml:brushProperty name="height" value="0.1" units="cm"/>
      <inkml:brushProperty name="color" value="#E71224"/>
    </inkml:brush>
  </inkml:definitions>
  <inkml:trace contextRef="#ctx0" brushRef="#br0">129 2782 3225 0 0,'-2'-4'354'0'0,"1"1"0"0"0,0 0 0 0 0,-1-1 0 0 0,1 1 0 0 0,0-1 0 0 0,1 0 0 0 0,-1-3 0 0 0,-16-160 3628 0 0,-22-128 334 0 0,21 210-3509 0 0,4 26 243 0 0,2 0 0 0 0,3-1 1 0 0,-2-67-1 0 0,11 126-899 0 0,6 27 379 0 0,78 337-1574 0 0,0 1 112 0 0,-78-330 763 0 0,1 0-883 0 0,10 34 0 0 0,-18-73 955 0 0,0 0 0 0 0,1 0 1 0 0,0 0-1 0 0,0 0 0 0 0,0-1 0 0 0,2-8 0 0 0,1-12 305 0 0,-38-797 3798 0 0,29 738-3685 0 0,4 45-228 0 0,-5-99 447 0 0,8 116-333 0 0,0 0 1 0 0,1 0 0 0 0,10-43-1 0 0,-12 65-190 0 0,0 0 0 0 0,1 0 0 0 0,-1-1 0 0 0,0 1 0 0 0,1 0 0 0 0,-1 0 0 0 0,1-1 0 0 0,-1 1 0 0 0,1 0-1 0 0,-1 0 1 0 0,1 0 0 0 0,0 0 0 0 0,0 0 0 0 0,0 0 0 0 0,-1 0 0 0 0,1 0 0 0 0,1-1 0 0 0,-1 2-4 0 0,-1 0 1 0 0,1 0-1 0 0,-1 0 1 0 0,1 1-1 0 0,-1-1 0 0 0,1 0 1 0 0,-1 0-1 0 0,1 1 1 0 0,-1-1-1 0 0,1 0 1 0 0,-1 0-1 0 0,0 1 1 0 0,1-1-1 0 0,-1 1 0 0 0,0-1 1 0 0,1 0-1 0 0,-1 1 1 0 0,0-1-1 0 0,1 1 1 0 0,-1-1-1 0 0,0 1 0 0 0,0-1 1 0 0,1 0-1 0 0,-1 1 1 0 0,0-1-1 0 0,0 1 1 0 0,0 0-1 0 0,13 47 121 0 0,43 415-1449 0 0,17 89-2298 0 0,-68-529 3335 0 0,-4-14 33 0 0,1 1 0 0 0,0-1 0 0 0,1 1 0 0 0,0-1 1 0 0,0 0-1 0 0,6 11 0 0 0,-4-42-1329 0 0,1-111 1842 0 0,-16-191 0 0 0,-17-8-32 0 0,-8-202 1098 0 0,38 368-348 0 0,0 136-459 0 0,1 0 0 0 0,1 1-1 0 0,17-44 1775 0 0,-22 72-2261 0 0,2 22 593 0 0,-1 46-959 0 0,0-33 446 0 0,72 643-2711 0 0,-62-600 1622 0 0,-6-29-466 0 0,3-1 1 0 0,19 66-1 0 0,-23-104 1036 0 0,-1-9 125 0 0,0-20 18 0 0,-2-33 284 0 0,-2 52-27 0 0,-11-370 954 0 0,1-368 2670 0 0,13 654-2938 0 0,-2 39-201 0 0,1 1 0 0 0,2 0 0 0 0,19-88 0 0 0,-22 132-456 0 0,0-1-1 0 0,1 1 1 0 0,-1-1 0 0 0,0 1 0 0 0,1-1 0 0 0,0 1 0 0 0,-1-1 0 0 0,1 1-1 0 0,0 0 1 0 0,-1-1 0 0 0,1 1 0 0 0,0 0 0 0 0,0 0 0 0 0,0 0-1 0 0,2-2 1 0 0,-3 3-10 0 0,1 0 0 0 0,-1 0 0 0 0,1 0-1 0 0,-1 1 1 0 0,1-1 0 0 0,-1 0 0 0 0,0 0 0 0 0,1 0-1 0 0,-1 1 1 0 0,1-1 0 0 0,-1 0 0 0 0,0 0-1 0 0,1 1 1 0 0,-1-1 0 0 0,0 0 0 0 0,1 1 0 0 0,-1-1-1 0 0,0 0 1 0 0,1 1 0 0 0,-1-1 0 0 0,0 1-1 0 0,0-1 1 0 0,1 0 0 0 0,-1 1 0 0 0,0-1 0 0 0,0 1-1 0 0,0-1 1 0 0,0 1 0 0 0,0-1 0 0 0,1 1-1 0 0,10 50 366 0 0,9 253-279 0 0,6 38-1403 0 0,-24-325 1043 0 0,-2-10 128 0 0,1-1-1 0 0,0 1 1 0 0,0-1-1 0 0,0 0 1 0 0,1 1-1 0 0,0-1 1 0 0,0 0 0 0 0,0 0-1 0 0,1 0 1 0 0,0 0-1 0 0,4 5 1 0 0,-6-10 115 0 0,-1-1 0 0 0,0 0 0 0 0,1 0 0 0 0,-1 0 0 0 0,0 0 0 0 0,1 0 0 0 0,-1 0 0 0 0,0 0 0 0 0,1 0 0 0 0,-1 0 0 0 0,0 0-1 0 0,1 0 1 0 0,-1 0 0 0 0,1 0 0 0 0,-1 0 0 0 0,0 0 0 0 0,1 0 0 0 0,-1 0 0 0 0,0 0 0 0 0,1 0 0 0 0,-1-1 0 0 0,0 1 0 0 0,1 0 0 0 0,-1 0 0 0 0,0 0 0 0 0,1-1 0 0 0,-1 1 0 0 0,0 0 0 0 0,0 0 0 0 0,1-1 0 0 0,-1 1 0 0 0,0 0 0 0 0,0-1 0 0 0,0 1 0 0 0,1 0 0 0 0,-1-1 0 0 0,0 1 0 0 0,0 0 0 0 0,0-1 0 0 0,0 1 0 0 0,0 0 0 0 0,0-1 0 0 0,0 0 0 0 0,7-16-162 0 0,-2-10 51 0 0,-2 0 1 0 0,0 0-1 0 0,-4-52 0 0 0,1 20 235 0 0,1-81 321 0 0,8-216 191 0 0,-2 263-234 0 0,34-166 0 0 0,-39 248-316 0 0,15-50 192 0 0,-16 56-188 0 0,1 1 1 0 0,0-1-1 0 0,0 0 1 0 0,1 1-1 0 0,-1 0 1 0 0,1-1-1 0 0,0 1 1 0 0,0 0-1 0 0,7-6 1 0 0,-9 10-61 0 0,-1-1 0 0 0,1 1 1 0 0,0 0-1 0 0,0-1 0 0 0,-1 1 1 0 0,1 0-1 0 0,0 0 0 0 0,0 0 1 0 0,-1-1-1 0 0,1 1 0 0 0,0 0 1 0 0,0 0-1 0 0,0 0 1 0 0,-1 0-1 0 0,1 0 0 0 0,0 0 1 0 0,0 1-1 0 0,0-1 0 0 0,-1 0 1 0 0,1 0-1 0 0,0 1 0 0 0,0-1 1 0 0,-1 0-1 0 0,1 1 0 0 0,0-1 1 0 0,-1 0-1 0 0,1 1 1 0 0,0-1-1 0 0,-1 1 0 0 0,1-1 1 0 0,-1 1-1 0 0,1 0 0 0 0,-1-1 1 0 0,1 1-1 0 0,-1-1 0 0 0,1 1 1 0 0,-1 0-1 0 0,0-1 0 0 0,1 1 1 0 0,-1 0-1 0 0,0 0 0 0 0,1 0 1 0 0,15 36 186 0 0,-5 1-168 0 0,-2 0-1 0 0,-1 0 0 0 0,4 63 0 0 0,-7 123-122 0 0,-4-95 9 0 0,5 37-118 0 0,-3 332-3340 0 0,-5-478 3397 0 0,1-11 40 0 0,0-1 0 0 0,1 1 0 0 0,-1-1 1 0 0,2 1-1 0 0,-1 0 0 0 0,3 11 0 0 0,12-63-1789 0 0,32-315 2275 0 0,-40 289-136 0 0,0-34 177 0 0,-5 54 46 0 0,2-1 0 0 0,3 0 1 0 0,22-87-1 0 0,-29 135-429 0 0,0 1 1 0 0,1 0-1 0 0,-1-1 0 0 0,1 1 1 0 0,-1 0-1 0 0,1-1 0 0 0,-1 1 1 0 0,1 0-1 0 0,0 0 1 0 0,-1-1-1 0 0,1 1 0 0 0,0 0 1 0 0,0 0-1 0 0,0 0 1 0 0,0 0-1 0 0,0 0 0 0 0,2-1 1 0 0,-3 2-18 0 0,1 0 1 0 0,-1 0-1 0 0,1 1 1 0 0,0-1-1 0 0,-1 0 0 0 0,1 0 1 0 0,-1 1-1 0 0,1-1 1 0 0,-1 0-1 0 0,0 0 0 0 0,1 1 1 0 0,-1-1-1 0 0,1 1 1 0 0,-1-1-1 0 0,1 0 1 0 0,-1 1-1 0 0,0-1 0 0 0,1 1 1 0 0,-1-1-1 0 0,0 1 1 0 0,0-1-1 0 0,1 1 1 0 0,-1-1-1 0 0,0 1 0 0 0,0-1 1 0 0,0 1-1 0 0,1 0 1 0 0,1 8 114 0 0,1 0 1 0 0,-1 0-1 0 0,1 16 1 0 0,2 92 25 0 0,-15 166 0 0 0,1 68-540 0 0,21-148 239 0 0,-11-196-1002 0 0,6-29-784 0 0,1-28 1364 0 0,5-92 529 0 0,-10 82 528 0 0,3 0-1 0 0,3 0 0 0 0,26-94 0 0 0,-26 134 427 0 0,-9 20-914 0 0,0 0 0 0 0,1 0 0 0 0,-1 0 0 0 0,0 0 0 0 0,0 0 0 0 0,0 0 0 0 0,1 0 0 0 0,-1 0 0 0 0,0 0 0 0 0,0 0 1 0 0,0 0-1 0 0,0 0 0 0 0,1 0 0 0 0,-1 0 0 0 0,0 0 0 0 0,0 0 0 0 0,0 0 0 0 0,0 1 0 0 0,1-1 0 0 0,-1 0 0 0 0,0 0 1 0 0,0 0-1 0 0,0 0 0 0 0,0 0 0 0 0,0 0 0 0 0,1 1 0 0 0,-1-1 0 0 0,0 0 0 0 0,0 0 0 0 0,0 0 0 0 0,0 0 0 0 0,0 0 1 0 0,0 1-1 0 0,0-1 0 0 0,0 0 0 0 0,0 0 0 0 0,0 0 0 0 0,0 1 0 0 0,0-1 0 0 0,1 0 0 0 0,-1 0 0 0 0,0 0 0 0 0,0 0 1 0 0,-1 1-1 0 0,1-1 0 0 0,0 0 0 0 0,0 0 0 0 0,0 1 0 0 0,3 43 880 0 0,-2-29-1015 0 0,4 252 270 0 0,7 92-711 0 0,-11-353 508 0 0,-1 1 0 0 0,1-1 0 0 0,0 1 0 0 0,0-1 0 0 0,1 0 0 0 0,0 1 0 0 0,0-1 0 0 0,0 0 0 0 0,1 0 0 0 0,0 0 0 0 0,0-1 0 0 0,1 1 0 0 0,5 7-1 0 0,-8-12 18 0 0,0-1 0 0 0,0 0-1 0 0,-1 1 1 0 0,1-1 0 0 0,0 0-1 0 0,0 0 1 0 0,0 1-1 0 0,0-1 1 0 0,-1 0 0 0 0,1 0-1 0 0,0 0 1 0 0,0 0 0 0 0,0 0-1 0 0,0 0 1 0 0,0-1-1 0 0,0 1 1 0 0,-1 0 0 0 0,1 0-1 0 0,0 0 1 0 0,0-1 0 0 0,0 1-1 0 0,-1-1 1 0 0,1 1-1 0 0,0 0 1 0 0,0-1 0 0 0,-1 1-1 0 0,1-1 1 0 0,0 0 0 0 0,-1 1-1 0 0,1-1 1 0 0,-1 1-1 0 0,1-1 1 0 0,-1 0 0 0 0,1 0-1 0 0,-1 1 1 0 0,1-1 0 0 0,-1 0-1 0 0,1 0 1 0 0,-1 0 0 0 0,18-33-885 0 0,-7 1 463 0 0,-1 0 1 0 0,10-62-1 0 0,-17 70 563 0 0,2 0 0 0 0,0 1 0 0 0,2 0 0 0 0,0 0 0 0 0,2 0 0 0 0,1 1 0 0 0,13-24 0 0 0,-22 46-58 0 0,0-1 0 0 0,-1 1 0 0 0,1 0 0 0 0,0-1 0 0 0,0 1 0 0 0,0 0 0 0 0,0 0 0 0 0,0 0 0 0 0,0 0 0 0 0,0 0 0 0 0,0 0 0 0 0,1 0 0 0 0,-1 0 0 0 0,0 0 0 0 0,0 0-1 0 0,1 1 1 0 0,-1-1 0 0 0,1 0 0 0 0,-1 1 0 0 0,2-1 0 0 0,-2 1 3 0 0,0 1 0 0 0,0-1-1 0 0,0 0 1 0 0,0 1 0 0 0,-1-1-1 0 0,1 1 1 0 0,0-1 0 0 0,0 1-1 0 0,0-1 1 0 0,-1 1 0 0 0,1-1-1 0 0,0 1 1 0 0,-1 0 0 0 0,1-1 0 0 0,0 1-1 0 0,-1 0 1 0 0,1 0 0 0 0,-1 0-1 0 0,1-1 1 0 0,-1 1 0 0 0,0 0-1 0 0,1 2 1 0 0,3 6 197 0 0,-2 1 0 0 0,1-1 1 0 0,-1 1-1 0 0,1 15 0 0 0,4 132 461 0 0,-7-99-785 0 0,3 1-1 0 0,20 106 0 0 0,-22-159 4 0 0,1-1 1 0 0,0 0-1 0 0,0 1 1 0 0,0-1-1 0 0,0 0 0 0 0,5 8 1 0 0,-6-13 32 0 0,-1 1 1 0 0,0-1-1 0 0,1 0 0 0 0,-1 1 1 0 0,0-1-1 0 0,0 1 0 0 0,1-1 1 0 0,-1 0-1 0 0,1 0 1 0 0,-1 1-1 0 0,0-1 0 0 0,1 0 1 0 0,-1 0-1 0 0,1 1 0 0 0,-1-1 1 0 0,1 0-1 0 0,-1 0 1 0 0,0 0-1 0 0,1 0 0 0 0,-1 0 1 0 0,1 0-1 0 0,-1 1 0 0 0,1-1 1 0 0,-1 0-1 0 0,1 0 1 0 0,-1 0-1 0 0,1-1 0 0 0,-1 1 1 0 0,1 0-1 0 0,0 0 0 0 0,0-1-77 0 0,0 0 0 0 0,1 0 0 0 0,-1-1 0 0 0,0 1 0 0 0,0 0 0 0 0,0-1-1 0 0,0 1 1 0 0,0 0 0 0 0,0-1 0 0 0,-1 0 0 0 0,1 1 0 0 0,0-1-1 0 0,0-3 1 0 0,9-26-956 0 0,8-48-1 0 0,-14 57 1105 0 0,1 0 1 0 0,0 1-1 0 0,2-1 0 0 0,0 1 1 0 0,15-29-1 0 0,-22 50 21 0 0,0-1-1 0 0,1 1 0 0 0,-1-1 1 0 0,0 0-1 0 0,1 1 0 0 0,-1-1 1 0 0,0 1-1 0 0,1-1 0 0 0,-1 1 1 0 0,0-1-1 0 0,1 1 0 0 0,-1-1 1 0 0,1 1-1 0 0,-1-1 0 0 0,1 1 1 0 0,-1 0-1 0 0,1-1 0 0 0,-1 1 1 0 0,1 0-1 0 0,-1-1 0 0 0,1 1 1 0 0,0 0-1 0 0,-1 0 0 0 0,1 0 1 0 0,-1-1-1 0 0,1 1 0 0 0,0 0 1 0 0,-1 0-1 0 0,1 0 0 0 0,0 0 1 0 0,-1 0-1 0 0,2 0 0 0 0,-1 1 28 0 0,0 0 0 0 0,0 0 0 0 0,0 0 0 0 0,0 0 0 0 0,0 0 0 0 0,0 0-1 0 0,0 0 1 0 0,0 0 0 0 0,0 1 0 0 0,-1-1 0 0 0,1 0 0 0 0,0 0 0 0 0,0 3 0 0 0,16 55 960 0 0,-16-52-930 0 0,19 92 201 0 0,-5 1 1 0 0,-4 0-1 0 0,-2 130 0 0 0,5-648-2215 0 0,-12 375 2131 0 0,0 12 667 0 0,10-54 0 0 0,-12 85-869 0 0,0 0-1 0 0,0 0 1 0 0,0 1-1 0 0,0-1 1 0 0,0 0-1 0 0,0 0 1 0 0,0 0-1 0 0,0 0 1 0 0,0 0-1 0 0,0 0 1 0 0,0 0-1 0 0,0 0 1 0 0,0 0-1 0 0,0 0 1 0 0,0 0-1 0 0,0 0 1 0 0,1 1-1 0 0,-1-1 1 0 0,0 0-1 0 0,0 0 1 0 0,0 0-1 0 0,0 0 1 0 0,0 0 0 0 0,0 0-1 0 0,0 0 1 0 0,0 0-1 0 0,0 0 1 0 0,0 0-1 0 0,1 0 1 0 0,-1 0-1 0 0,0 0 1 0 0,0 0-1 0 0,0 0 1 0 0,0 0-1 0 0,0 0 1 0 0,0 0-1 0 0,0 0 1 0 0,0 0-1 0 0,0 0 1 0 0,1 0-1 0 0,-1 0 1 0 0,0 0-1 0 0,0 0 1 0 0,0-1-1 0 0,0 1 1 0 0,0 0-1 0 0,0 0 1 0 0,0 0-1 0 0,0 0 1 0 0,0 0 0 0 0,0 0-1 0 0,5 17 351 0 0,3 25-257 0 0,4 55 34 0 0,0 156 0 0 0,4 46-582 0 0,-16-297 414 0 0,1 6-60 0 0,0 0 0 0 0,0 1-1 0 0,1-1 1 0 0,0 0-1 0 0,0 1 1 0 0,1-1 0 0 0,0 0-1 0 0,8 14 1 0 0,-11-23 12 0 0,1 1-1 0 0,-1 0 1 0 0,1-1-1 0 0,-1 1 1 0 0,1-1-1 0 0,-1 1 1 0 0,1-1 0 0 0,-1 1-1 0 0,1-1 1 0 0,-1 1-1 0 0,0-1 1 0 0,0 0 0 0 0,1 1-1 0 0,-1-1 1 0 0,0 1-1 0 0,0-1 1 0 0,1 0 0 0 0,-1 1-1 0 0,0-1 1 0 0,0 0-1 0 0,0 1 1 0 0,0-1 0 0 0,0 0-1 0 0,0 1 1 0 0,0-2-1 0 0,4-24-694 0 0,7-153-183 0 0,2-10 1403 0 0,-8 149-222 0 0,1 0 0 0 0,20-64 0 0 0,-24 99-106 0 0,0 0 0 0 0,0 0 0 0 0,0-1 1 0 0,1 1-1 0 0,5-8 0 0 0,-8 13-93 0 0,1-1 0 0 0,-1 1 0 0 0,1-1 0 0 0,-1 1 1 0 0,1-1-1 0 0,-1 1 0 0 0,1-1 0 0 0,0 1 0 0 0,-1-1 1 0 0,1 1-1 0 0,0 0 0 0 0,-1-1 0 0 0,1 1 0 0 0,0 0 1 0 0,-1-1-1 0 0,1 1 0 0 0,0 0 0 0 0,-1 0 0 0 0,1 0 1 0 0,1 0-1 0 0,-1 0 4 0 0,0 0 0 0 0,0 1 0 0 0,0-1 1 0 0,0 1-1 0 0,0-1 0 0 0,0 1 0 0 0,0 0 1 0 0,0-1-1 0 0,0 1 0 0 0,0 0 0 0 0,-1 0 1 0 0,1-1-1 0 0,0 1 0 0 0,-1 0 0 0 0,1 0 0 0 0,0 0 1 0 0,-1 0-1 0 0,1 0 0 0 0,0 1 0 0 0,11 27 94 0 0,0 1-1 0 0,-2 1 0 0 0,-1-1 1 0 0,-1 1-1 0 0,5 53 0 0 0,-2-22-99 0 0,-1-19-235 0 0,2-1-1 0 0,34 76 1 0 0,-24-65-1244 0 0,-10-92-1112 0 0,2-49 1503 0 0,-11 60 1275 0 0,2-1 0 0 0,0 1-1 0 0,1 1 1 0 0,2-1 0 0 0,22-51-1 0 0,-30 79-199 0 0,0 0-1 0 0,0 0 0 0 0,0-1 0 0 0,0 1 1 0 0,1 0-1 0 0,-1-1 0 0 0,0 1 0 0 0,0 0 0 0 0,0 0 1 0 0,0-1-1 0 0,0 1 0 0 0,1 0 0 0 0,-1 0 1 0 0,0 0-1 0 0,0-1 0 0 0,1 1 0 0 0,-1 0 1 0 0,0 0-1 0 0,0 0 0 0 0,1-1 0 0 0,-1 1 1 0 0,0 0-1 0 0,0 0 0 0 0,1 0 0 0 0,-1 0 1 0 0,0 0-1 0 0,1 0 0 0 0,-1 0 0 0 0,0 0 1 0 0,0 0-1 0 0,1 0 0 0 0,-1 0 0 0 0,0 0 1 0 0,1 0-1 0 0,-1 0 0 0 0,0 0 0 0 0,1 0 1 0 0,-1 0-1 0 0,0 0 0 0 0,0 0 0 0 0,1 0 1 0 0,-1 0-1 0 0,1 1 0 0 0,9 14 466 0 0,5 30-205 0 0,-14-41-200 0 0,31 118-116 0 0,-17-58-89 0 0,38 98-1 0 0,-52-160 97 0 0,0 1 0 0 0,0-1 0 0 0,0 1-1 0 0,1-1 1 0 0,-1 0 0 0 0,1 1-1 0 0,0-1 1 0 0,2 3 0 0 0,-3-5 3 0 0,-1 1 1 0 0,1-1-1 0 0,-1 1 0 0 0,1-1 0 0 0,0 0 1 0 0,-1 0-1 0 0,1 1 0 0 0,-1-1 1 0 0,1 0-1 0 0,0 0 0 0 0,-1 1 1 0 0,1-1-1 0 0,-1 0 0 0 0,1 0 0 0 0,0 0 1 0 0,-1 0-1 0 0,1 0 0 0 0,0 0 1 0 0,-1 0-1 0 0,1 0 0 0 0,0 0 1 0 0,-1 0-1 0 0,2-1 0 0 0,1-1-47 0 0,-1 0 1 0 0,1 0-1 0 0,-1 0 0 0 0,0 0 0 0 0,1 0 0 0 0,-1-1 1 0 0,0 1-1 0 0,0-1 0 0 0,0 0 0 0 0,-1 1 1 0 0,1-1-1 0 0,1-6 0 0 0,22-43-763 0 0,-12 23 673 0 0,1 0 0 0 0,2 1 1 0 0,25-35-1 0 0,-40 61 241 0 0,0 0 0 0 0,1 1-1 0 0,-1-1 1 0 0,0 0-1 0 0,0 1 1 0 0,1-1 0 0 0,-1 1-1 0 0,1 0 1 0 0,0-1-1 0 0,-1 1 1 0 0,1 0 0 0 0,0 0-1 0 0,0 0 1 0 0,-1 0-1 0 0,1 0 1 0 0,0 1 0 0 0,0-1-1 0 0,0 0 1 0 0,0 1-1 0 0,0 0 1 0 0,0-1 0 0 0,0 1-1 0 0,3 0 1 0 0,-3 1-2 0 0,0 0 0 0 0,0 0 0 0 0,0 0-1 0 0,0 1 1 0 0,0-1 0 0 0,-1 1 0 0 0,1-1 0 0 0,0 1 0 0 0,-1-1 0 0 0,0 1 0 0 0,1 0 0 0 0,-1 0-1 0 0,0 0 1 0 0,0 0 0 0 0,0 0 0 0 0,0 0 0 0 0,0 0 0 0 0,0 0 0 0 0,-1 0 0 0 0,1 0 0 0 0,0 3-1 0 0,14 61 523 0 0,11 117 0 0 0,-14-89-638 0 0,16 55-2041 0 0,-19-247 725 0 0,-12-285 1517 0 0,-3 118 40 0 0,-8-130 1845 0 0,0 112-1308 0 0,13 263-712 0 0,0 13 9 0 0,1 1 0 0 0,0-1-1 0 0,0 0 1 0 0,0 1 0 0 0,1-1 0 0 0,0 1 0 0 0,3-12-1 0 0,7 52 439 0 0,13 183-454 0 0,-19-152-10 0 0,2-1-1 0 0,24 102 0 0 0,-13-115-37 0 0,-17-48 1 0 0,0 1-1 0 0,1-1 1 0 0,0 0-1 0 0,0 0 1 0 0,0 0 0 0 0,0 0-1 0 0,0 0 1 0 0,0 0-1 0 0,1 0 1 0 0,0-1 0 0 0,-1 1-1 0 0,5 2 1 0 0,-7-5 14 0 0,1 0 1 0 0,-1 0-1 0 0,0-1 1 0 0,1 1-1 0 0,-1 0 1 0 0,0 0-1 0 0,1 0 1 0 0,-1-1 0 0 0,0 1-1 0 0,1 0 1 0 0,-1-1-1 0 0,0 1 1 0 0,1 0-1 0 0,-1-1 1 0 0,0 1-1 0 0,0 0 1 0 0,1-1-1 0 0,-1 1 1 0 0,0 0-1 0 0,0-1 1 0 0,0 1-1 0 0,0-1 1 0 0,1 1-1 0 0,-1 0 1 0 0,0-1 0 0 0,0 1-1 0 0,0-1 1 0 0,0 1-1 0 0,0 0 1 0 0,0-1-1 0 0,0 1 1 0 0,0-1-1 0 0,0 0 1 0 0,1-17-121 0 0,-1 18 122 0 0,0-52 71 0 0,-12-83 0 0 0,2 49 78 0 0,-19-204 157 0 0,-10-139-71 0 0,33 0 415 0 0,30 606-432 0 0,-17-143-373 0 0,1 0 0 0 0,1-1 0 0 0,2 0 0 0 0,1-1 1 0 0,17 32-1 0 0,-29-64 159 0 0,0 0 0 0 0,0 0 0 0 0,0 0 0 0 0,1 1 1 0 0,-1-1-1 0 0,0 0 0 0 0,0 0 0 0 0,0 0 0 0 0,0 0 0 0 0,0 1 1 0 0,0-1-1 0 0,0 0 0 0 0,0 0 0 0 0,1 0 0 0 0,-1 0 1 0 0,0 0-1 0 0,0 1 0 0 0,0-1 0 0 0,0 0 0 0 0,0 0 0 0 0,1 0 1 0 0,-1 0-1 0 0,0 0 0 0 0,0 0 0 0 0,0 0 0 0 0,0 0 0 0 0,1 0 1 0 0,-1 0-1 0 0,0 0 0 0 0,0 0 0 0 0,0 0 0 0 0,1 0 0 0 0,-1 0 1 0 0,0 0-1 0 0,0 0 0 0 0,0 0 0 0 0,0 0 0 0 0,1 0 0 0 0,-1 0 1 0 0,0 0-1 0 0,0 0 0 0 0,0 0 0 0 0,0 0 0 0 0,1 0 0 0 0,-1 0 1 0 0,0 0-1 0 0,0-1 0 0 0,0 1 0 0 0,0 0 0 0 0,0 0 0 0 0,1 0 1 0 0,-1 0-1 0 0,0 0 0 0 0,0-1 0 0 0,7-14-210 0 0,2-19-178 0 0,22-345 203 0 0,-20 208 400 0 0,-11 157-167 0 0,0 10-15 0 0,0 0 0 0 0,0 0 0 0 0,1 0 0 0 0,-1 0 0 0 0,1 0-1 0 0,0 0 1 0 0,0 0 0 0 0,0 0 0 0 0,3-6 0 0 0,-4 10-23 0 0,1 0 1 0 0,-1 0 0 0 0,0 0-1 0 0,0 0 1 0 0,0 0-1 0 0,1 0 1 0 0,-1 0 0 0 0,0-1-1 0 0,0 1 1 0 0,0 0-1 0 0,1 0 1 0 0,-1 0 0 0 0,0 0-1 0 0,0 0 1 0 0,1 0-1 0 0,-1 0 1 0 0,0 0 0 0 0,0 0-1 0 0,0 0 1 0 0,1 1-1 0 0,-1-1 1 0 0,0 0 0 0 0,0 0-1 0 0,0 0 1 0 0,1 0 0 0 0,-1 0-1 0 0,0 0 1 0 0,0 0-1 0 0,0 0 1 0 0,1 1 0 0 0,-1-1-1 0 0,0 0 1 0 0,0 0-1 0 0,0 0 1 0 0,0 0 0 0 0,0 1-1 0 0,1-1 1 0 0,-1 0-1 0 0,0 0 1 0 0,0 0 0 0 0,0 1-1 0 0,0-1 1 0 0,0 0-1 0 0,0 0 1 0 0,0 0 0 0 0,0 1-1 0 0,0-1 1 0 0,0 0-1 0 0,0 0 1 0 0,0 1 0 0 0,0-1-1 0 0,0 0 1 0 0,0 1-1 0 0,6 16 22 0 0,-5-15-2 0 0,10 41 25 0 0,6 59-1 0 0,-10-56-46 0 0,17 62-1 0 0,-20-95-69 0 0,0 0-1 0 0,1 0 0 0 0,1-1 1 0 0,0 0-1 0 0,0 0 1 0 0,1-1-1 0 0,1 0 1 0 0,0 0-1 0 0,12 13 0 0 0,-19-23 12 0 0,0 0 1 0 0,0 1-1 0 0,0-1 0 0 0,0 0 0 0 0,0 0 0 0 0,1 0 0 0 0,-1 0 0 0 0,0 0 1 0 0,1 0-1 0 0,-1 0 0 0 0,1 0 0 0 0,-1-1 0 0 0,1 1 0 0 0,-1 0 0 0 0,1-1 0 0 0,-1 1 1 0 0,1-1-1 0 0,-1 0 0 0 0,1 1 0 0 0,0-1 0 0 0,-1 0 0 0 0,1 0 0 0 0,0 0 0 0 0,-1 0 1 0 0,1 0-1 0 0,0-1 0 0 0,-1 1 0 0 0,1 0 0 0 0,-1-1 0 0 0,1 1 0 0 0,-1-1 0 0 0,3-1 1 0 0,-1 0-23 0 0,0-1 1 0 0,-1 0 0 0 0,1 0 0 0 0,-1 0 0 0 0,1 0-1 0 0,-1 0 1 0 0,0-1 0 0 0,0 1 0 0 0,0-1 0 0 0,-1 1 0 0 0,1-1-1 0 0,1-6 1 0 0,12-46 267 0 0,-3-2 1 0 0,-2 1-1 0 0,2-60 0 0 0,0 2 81 0 0,-11 105-227 0 0,1-4 70 0 0,0 1 1 0 0,0 0-1 0 0,1 0 0 0 0,7-19 1 0 0,-10 32-113 0 0,0 0 0 0 0,0 0 1 0 0,0 0-1 0 0,0 0 1 0 0,0 0-1 0 0,0 0 0 0 0,0 0 1 0 0,0 0-1 0 0,0 0 0 0 0,0 0 1 0 0,1 0-1 0 0,-1 0 0 0 0,0 1 1 0 0,0-1-1 0 0,0 0 0 0 0,0 0 1 0 0,0 0-1 0 0,0 0 0 0 0,0 0 1 0 0,0 0-1 0 0,0 0 0 0 0,0 0 1 0 0,0 0-1 0 0,0 0 0 0 0,0 0 1 0 0,0 0-1 0 0,0 0 0 0 0,0 0 1 0 0,0 0-1 0 0,1 0 0 0 0,-1 0 1 0 0,0 0-1 0 0,0 0 0 0 0,0 0 1 0 0,0 0-1 0 0,0 0 1 0 0,0 0-1 0 0,0 0 0 0 0,0 0 1 0 0,0 0-1 0 0,0 0 0 0 0,0 0 1 0 0,0 0-1 0 0,0 0 0 0 0,1 0 1 0 0,-1 0-1 0 0,0 0 0 0 0,0 0 1 0 0,0 0-1 0 0,0 0 0 0 0,0 0 1 0 0,0 0-1 0 0,0 0 0 0 0,0-1 1 0 0,0 1-1 0 0,0 0 0 0 0,0 0 1 0 0,0 0-1 0 0,0 0 0 0 0,0 0 1 0 0,0 0-1 0 0,2 11 126 0 0,0 15 2 0 0,-25 334 148 0 0,1-37-1369 0 0,22-308 988 0 0,-1-3-34 0 0,1 0 0 0 0,0 0 1 0 0,1 0-1 0 0,0 0 1 0 0,5 20-1 0 0,-6-32 119 0 0,0 1 1 0 0,0-1 0 0 0,0 0-1 0 0,0 0 1 0 0,0 0-1 0 0,0 0 1 0 0,0 1 0 0 0,0-1-1 0 0,0 0 1 0 0,0 0-1 0 0,1 0 1 0 0,-1 0 0 0 0,0 0-1 0 0,0 1 1 0 0,0-1-1 0 0,0 0 1 0 0,0 0 0 0 0,0 0-1 0 0,0 0 1 0 0,0 0-1 0 0,0 0 1 0 0,1 1 0 0 0,-1-1-1 0 0,0 0 1 0 0,0 0-1 0 0,0 0 1 0 0,0 0-1 0 0,0 0 1 0 0,1 0 0 0 0,-1 0-1 0 0,0 0 1 0 0,0 0-1 0 0,0 0 1 0 0,0 0 0 0 0,0 0-1 0 0,1 0 1 0 0,-1 0-1 0 0,0 0 1 0 0,0 0 0 0 0,0 0-1 0 0,0 0 1 0 0,1 0-1 0 0,-1 0 1 0 0,0 0 0 0 0,0 0-1 0 0,0 0 1 0 0,0 0-1 0 0,1 0 1 0 0,5-9-422 0 0,3-13-46 0 0,46-421 442 0 0,-38 262 727 0 0,-14 150-499 0 0,-3 18-15 0 0,1-1 0 0 0,1 1 0 0 0,0 0 0 0 0,0 0 0 0 0,2 0 0 0 0,8-23 0 0 0,-9 36 217 0 0,0 9-182 0 0,-1 11 77 0 0,12 181 105 0 0,-10-96-120 0 0,6-1 0 0 0,22 104 1 0 0,-22-156-351 0 0,-8-36 18 0 0,1 1 0 0 0,1-1 0 0 0,0 0 1 0 0,1 0-1 0 0,8 18 0 0 0,-13-33 40 0 0,1 0 1 0 0,-1 0-1 0 0,0 0 0 0 0,1 0 0 0 0,-1-1 0 0 0,1 1 0 0 0,-1 0 0 0 0,1 0 0 0 0,-1 0 1 0 0,1-1-1 0 0,0 1 0 0 0,-1 0 0 0 0,1-1 0 0 0,0 1 0 0 0,-1-1 0 0 0,1 1 1 0 0,0-1-1 0 0,0 1 0 0 0,0-1 0 0 0,0 1 0 0 0,-1-1 0 0 0,1 0 0 0 0,0 1 0 0 0,0-1 1 0 0,0 0-1 0 0,0 0 0 0 0,0 0 0 0 0,0 0 0 0 0,1 0 0 0 0,0 0-18 0 0,-1-1 0 0 0,1 0-1 0 0,-1 0 1 0 0,0 0 0 0 0,1 0-1 0 0,-1 0 1 0 0,0 0 0 0 0,1 0-1 0 0,-1 0 1 0 0,0 0 0 0 0,0-1-1 0 0,0 1 1 0 0,0-1 0 0 0,1-2-1 0 0,3-5-75 0 0,-1 0 0 0 0,0-1 0 0 0,0 1 0 0 0,3-15 0 0 0,-1-15 116 0 0,1-75 1 0 0,-6 81 221 0 0,1-1 1 0 0,1 1-1 0 0,9-38 0 0 0,-11 68-161 0 0,0-1 0 0 0,1 0 0 0 0,-1 1-1 0 0,1-1 1 0 0,-1 1 0 0 0,1-1-1 0 0,0 1 1 0 0,0 0 0 0 0,3-4-1 0 0,-4 7-43 0 0,-1-1 0 0 0,0 1 0 0 0,1 0 0 0 0,-1 0 0 0 0,0-1 0 0 0,1 1 0 0 0,-1 0 0 0 0,0 0 0 0 0,1-1 0 0 0,-1 1 0 0 0,0 0 0 0 0,1 0 0 0 0,-1 0 0 0 0,1 0 0 0 0,-1 0 0 0 0,1 0 0 0 0,-1 0 0 0 0,0 0 0 0 0,1-1 0 0 0,-1 1 0 0 0,1 1 0 0 0,-1-1 0 0 0,0 0 0 0 0,1 0 0 0 0,-1 0 0 0 0,1 0-1 0 0,-1 0 1 0 0,0 0 0 0 0,1 0 0 0 0,0 1 0 0 0,0 0 19 0 0,0 0 0 0 0,0 0 0 0 0,0 1 0 0 0,0-1-1 0 0,0 0 1 0 0,0 1 0 0 0,0-1 0 0 0,0 1 0 0 0,-1-1-1 0 0,1 1 1 0 0,0-1 0 0 0,0 4 0 0 0,9 37 61 0 0,-1 0 1 0 0,-2 1 0 0 0,1 68-1 0 0,10 58 62 0 0,-17-159-166 0 0,-1-7 1 0 0,0 1 0 0 0,1-1-1 0 0,-1 0 1 0 0,1 1 0 0 0,-1-1 0 0 0,1 0 0 0 0,0 0 0 0 0,0 1 0 0 0,1-1 0 0 0,-1 0 0 0 0,4 4 0 0 0,-4-9-35 0 0,1 0 0 0 0,-1 0 1 0 0,0 0-1 0 0,1 0 0 0 0,-1-1 1 0 0,0 1-1 0 0,0-1 1 0 0,-1 1-1 0 0,2-4 0 0 0,44-187-265 0 0,-10 36 324 0 0,-33 147-16 0 0,-2 2 0 0 0,1 0 1 0 0,0 0-1 0 0,1 1 1 0 0,0-1-1 0 0,0 1 1 0 0,1-1-1 0 0,0 1 1 0 0,5-8-1 0 0,-9 15 3 0 0,0 0 0 0 0,1-1 0 0 0,-1 1-1 0 0,0 0 1 0 0,0 0 0 0 0,0 0 0 0 0,0-1 0 0 0,1 1-1 0 0,-1 0 1 0 0,0 0 0 0 0,0 0 0 0 0,1 0-1 0 0,-1 0 1 0 0,0-1 0 0 0,0 1 0 0 0,1 0-1 0 0,-1 0 1 0 0,0 0 0 0 0,1 0 0 0 0,-1 0 0 0 0,0 0-1 0 0,0 0 1 0 0,1 0 0 0 0,-1 0 0 0 0,0 0-1 0 0,1 0 1 0 0,-1 0 0 0 0,0 0 0 0 0,0 0 0 0 0,1 0-1 0 0,-1 0 1 0 0,0 0 0 0 0,0 1 0 0 0,1-1-1 0 0,-1 0 1 0 0,0 0 0 0 0,0 0 0 0 0,1 0-1 0 0,-1 0 1 0 0,0 1 0 0 0,1-1 0 0 0,7 16 167 0 0,1 20 85 0 0,3 42-177 0 0,3 106 0 0 0,-14 83-140 0 0,-2-139 16 0 0,2-122-342 0 0,2-7 64 0 0,5-18-174 0 0,9-27-213 0 0,67-281 230 0 0,-80 310 567 0 0,-4 10 6 0 0,1 0-1 0 0,1 1 1 0 0,-1-1 0 0 0,1 1-1 0 0,0-1 1 0 0,1 1-1 0 0,-1 0 1 0 0,1 0-1 0 0,0 0 1 0 0,1 0-1 0 0,6-8 1 0 0,-10 14-80 0 0,0 0 1 0 0,1-1-1 0 0,-1 1 0 0 0,1 0 1 0 0,-1 0-1 0 0,0 0 0 0 0,1 0 1 0 0,-1-1-1 0 0,1 1 1 0 0,-1 0-1 0 0,1 0 0 0 0,-1 0 1 0 0,1 0-1 0 0,-1 0 0 0 0,0 0 1 0 0,1 0-1 0 0,-1 0 0 0 0,1 0 1 0 0,-1 0-1 0 0,1 0 0 0 0,-1 1 1 0 0,0-1-1 0 0,1 0 1 0 0,-1 0-1 0 0,1 0 0 0 0,-1 0 1 0 0,0 1-1 0 0,1-1 0 0 0,-1 0 1 0 0,0 0-1 0 0,1 1 0 0 0,-1-1 1 0 0,0 0-1 0 0,1 1 1 0 0,-1-1-1 0 0,0 0 0 0 0,0 1 1 0 0,1-1-1 0 0,-1 1 0 0 0,0-1 1 0 0,0 0-1 0 0,0 1 0 0 0,1-1 1 0 0,-1 1-1 0 0,0-1 1 0 0,0 1-1 0 0,0-1 0 0 0,0 0 1 0 0,0 1-1 0 0,0 0 0 0 0,6 26 217 0 0,-6-24-194 0 0,6 75 118 0 0,-3 0 0 0 0,-13 130-1 0 0,1-46-10 0 0,4-30-257 0 0,-2 67 176 0 0,7-198-66 0 0,0-1 0 0 0,-1 1 1 0 0,1-1-1 0 0,0 1 0 0 0,0-1 0 0 0,0 1 1 0 0,0-1-1 0 0,0 1 0 0 0,0-1 0 0 0,0 1 0 0 0,0-1 1 0 0,0 1-1 0 0,0-1 0 0 0,0 1 0 0 0,0-1 1 0 0,0 1-1 0 0,0-1 0 0 0,0 1 0 0 0,0-1 1 0 0,1 1-1 0 0,-1-1 0 0 0,0 0 0 0 0,0 1 0 0 0,1-1 1 0 0,-1 1-1 0 0,0-1 0 0 0,1 1 0 0 0,-1-1 1 0 0,0 0-1 0 0,1 1 0 0 0,-1-1 0 0 0,1 1 1 0 0,8-17-361 0 0,5-28-150 0 0,29-190 757 0 0,-17 81 212 0 0,-24 142-402 0 0,6-31 117 0 0,-7 40-147 0 0,0 0 0 0 0,-1 0-1 0 0,1-1 1 0 0,0 1 0 0 0,0 0 0 0 0,0 0 0 0 0,0 0 0 0 0,1 0 0 0 0,-1 0 0 0 0,0 0 0 0 0,1 1 0 0 0,-1-1 0 0 0,4-3 0 0 0,-4 5-15 0 0,0 0 0 0 0,0 0 0 0 0,0 0 1 0 0,0 0-1 0 0,-1 0 0 0 0,1 0 0 0 0,0 0 0 0 0,0 0 0 0 0,0 0 1 0 0,0 1-1 0 0,-1-1 0 0 0,1 0 0 0 0,0 0 0 0 0,0 1 0 0 0,-1-1 1 0 0,1 1-1 0 0,0-1 0 0 0,-1 1 0 0 0,1-1 0 0 0,0 1 0 0 0,-1-1 1 0 0,1 1-1 0 0,-1-1 0 0 0,1 1 0 0 0,0 0 0 0 0,-1-1 0 0 0,0 1 1 0 0,1 0-1 0 0,-1-1 0 0 0,1 1 0 0 0,-1 0 0 0 0,0 0 0 0 0,0 0 1 0 0,1-1-1 0 0,-1 2 0 0 0,12 31 50 0 0,41 231 156 0 0,-18-69-287 0 0,-11-82-83 0 0,24 97-506 0 0,-48-209 642 0 0,0 0 0 0 0,0 0 0 0 0,0 0 0 0 0,1 0 0 0 0,-1 0 0 0 0,0 0 0 0 0,1 1 0 0 0,-1-1 0 0 0,1 0 0 0 0,-1 0 0 0 0,1-1 0 0 0,0 1 0 0 0,-1 0 0 0 0,1 0 0 0 0,0 0 0 0 0,0 0 0 0 0,-1 0 0 0 0,2 0 0 0 0,-1-1-3 0 0,-1 0 1 0 0,1 0-1 0 0,-1-1 1 0 0,1 1-1 0 0,-1 0 0 0 0,1-1 1 0 0,-1 1-1 0 0,1 0 1 0 0,-1-1-1 0 0,0 1 1 0 0,1 0-1 0 0,-1-1 0 0 0,0 1 1 0 0,1-1-1 0 0,-1 1 1 0 0,0-1-1 0 0,1 1 0 0 0,-1-1 1 0 0,0 1-1 0 0,0-1 1 0 0,0 1-1 0 0,0-1 0 0 0,1 1 1 0 0,-1-2-1 0 0,9-42-583 0 0,-2-85 372 0 0,-7 103 326 0 0,0-1 0 0 0,2 0 0 0 0,1 0 0 0 0,1 1-1 0 0,1-1 1 0 0,10-30 0 0 0,-14 55-90 0 0,-1 0 0 0 0,1 1 0 0 0,-1-1 1 0 0,1 0-1 0 0,0 1 0 0 0,0-1 0 0 0,-1 1 0 0 0,1-1 0 0 0,0 1 1 0 0,0 0-1 0 0,1-1 0 0 0,-1 1 0 0 0,0 0 0 0 0,0 0 0 0 0,1 0 1 0 0,-1-1-1 0 0,1 2 0 0 0,-1-1 0 0 0,1 0 0 0 0,1-1 0 0 0,-2 2 6 0 0,1 0 0 0 0,-1 1 0 0 0,0-1-1 0 0,0 0 1 0 0,1 1 0 0 0,-1-1 0 0 0,0 1-1 0 0,0-1 1 0 0,0 1 0 0 0,1 0 0 0 0,-1-1-1 0 0,0 1 1 0 0,0 0 0 0 0,0 0 0 0 0,0 0-1 0 0,0 0 1 0 0,-1 0 0 0 0,1 0 0 0 0,0 0-1 0 0,0 0 1 0 0,-1 0 0 0 0,1 0 0 0 0,0 0-1 0 0,-1 1 1 0 0,1-1 0 0 0,0 2 0 0 0,10 24 46 0 0,-1 2 0 0 0,-1-1-1 0 0,-2 1 1 0 0,7 42 0 0 0,1 8-55 0 0,1-7 5 0 0,-10-35-34 0 0,3 0 0 0 0,1 0 0 0 0,1-1 0 0 0,30 64 0 0 0,-39-97 22 0 0,0 0 0 0 0,-1 0 0 0 0,1 0-1 0 0,0 0 1 0 0,0 0 0 0 0,1-1 0 0 0,-1 1-1 0 0,0-1 1 0 0,1 0 0 0 0,0 0 0 0 0,-1 0-1 0 0,1 0 1 0 0,0 0 0 0 0,0 0 0 0 0,0-1-1 0 0,5 2 1 0 0,-5-2-29 0 0,-1-1 0 0 0,0 0 0 0 0,1 0 0 0 0,-1 0 0 0 0,0 0 0 0 0,1 0-1 0 0,-1-1 1 0 0,0 1 0 0 0,1-1 0 0 0,-1 1 0 0 0,0-1 0 0 0,0 0 0 0 0,1 0 0 0 0,-1 0-1 0 0,0 0 1 0 0,0 0 0 0 0,0-1 0 0 0,0 1 0 0 0,0-1 0 0 0,-1 1 0 0 0,1-1 0 0 0,0 0-1 0 0,-1 1 1 0 0,3-4 0 0 0,12-16-203 0 0,0-1-1 0 0,-1 0 1 0 0,17-36 0 0 0,29-78 835 0 0,-23 46-99 0 0,-29 69-336 0 0,-8 15-66 0 0,1 1-1 0 0,1-1 1 0 0,-1 1-1 0 0,1 0 0 0 0,0 0 1 0 0,0 0-1 0 0,5-6 1 0 0,-8 11-85 0 0,1-1 0 0 0,-1 1 0 0 0,0 0 0 0 0,0 0 0 0 0,0 0 0 0 0,0 0 0 0 0,0 0 0 0 0,0 0 0 0 0,0 0 0 0 0,1 0 0 0 0,-1 0 0 0 0,0 0 0 0 0,0-1 0 0 0,0 1 0 0 0,0 0 0 0 0,0 0 0 0 0,0 0 0 0 0,1 0 0 0 0,-1 0 0 0 0,0 0 0 0 0,0 0 1 0 0,0 0-1 0 0,0 0 0 0 0,0 0 0 0 0,1 0 0 0 0,-1 0 0 0 0,0 0 0 0 0,0 1 0 0 0,0-1 0 0 0,0 0 0 0 0,0 0 0 0 0,1 0 0 0 0,-1 0 0 0 0,0 0 0 0 0,0 0 0 0 0,0 0 0 0 0,0 0 0 0 0,0 0 0 0 0,0 0 0 0 0,0 0 0 0 0,1 1 0 0 0,-1-1 0 0 0,0 0 0 0 0,0 0 0 0 0,0 0 0 0 0,4 11 177 0 0,1 14-118 0 0,-5-21-46 0 0,15 143 162 0 0,1 10-296 0 0,-13-135 107 0 0,-3-15-86 0 0,1 0-1 0 0,0-1 1 0 0,0 1-1 0 0,1 0 1 0 0,-1-1-1 0 0,2 1 1 0 0,4 9-1 0 0,-7-16 83 0 0,0 1 0 0 0,0-1-1 0 0,0 0 1 0 0,0 0-1 0 0,0 0 1 0 0,0 0-1 0 0,1 0 1 0 0,-1 1-1 0 0,0-1 1 0 0,0 0 0 0 0,0 0-1 0 0,0 0 1 0 0,0 0-1 0 0,1 0 1 0 0,-1 0-1 0 0,0 0 1 0 0,0 1 0 0 0,0-1-1 0 0,1 0 1 0 0,-1 0-1 0 0,0 0 1 0 0,0 0-1 0 0,0 0 1 0 0,1 0 0 0 0,-1 0-1 0 0,0 0 1 0 0,0 0-1 0 0,0 0 1 0 0,1 0-1 0 0,-1 0 1 0 0,0 0 0 0 0,0 0-1 0 0,0-1 1 0 0,1 1-1 0 0,-1 0 1 0 0,0 0-1 0 0,0 0 1 0 0,0 0-1 0 0,0 0 1 0 0,1 0 0 0 0,-1 0-1 0 0,0 0 1 0 0,0-1-1 0 0,0 1 1 0 0,9-12-188 0 0,2-15 8 0 0,-4-16 149 0 0,-7 36 109 0 0,1 1 0 0 0,0-1 0 0 0,0 0 0 0 0,0 1 0 0 0,1-1 0 0 0,0 1 0 0 0,5-10 0 0 0,-6 15-41 0 0,1 0 0 0 0,-1 0 0 0 0,1 0 0 0 0,0 0 0 0 0,-1 0 0 0 0,1 0 0 0 0,0 0-1 0 0,0 1 1 0 0,0-1 0 0 0,0 1 0 0 0,0-1 0 0 0,-1 1 0 0 0,1 0 0 0 0,0-1 0 0 0,0 1 0 0 0,0 0 0 0 0,0 0 0 0 0,0 1 0 0 0,2-1 0 0 0,40 6-99 0 0,-38-5 101 0 0,1 0 0 0 0,0 1 0 0 0,0-1 0 0 0,-1 2 0 0 0,1-1 0 0 0,-1 1 0 0 0,0-1 0 0 0,0 2 0 0 0,0-1 0 0 0,0 1 0 0 0,0 0 0 0 0,-1 0 0 0 0,0 0 0 0 0,1 1 0 0 0,-2 0 0 0 0,1 0 0 0 0,0 0 0 0 0,-1 1 0 0 0,3 5 0 0 0,-6-10-29 0 0,3 7 20 0 0,0 0-1 0 0,1-1 1 0 0,0 1 0 0 0,11 11 0 0 0,-16-18-28 0 0,1 0 0 0 0,0-1 1 0 0,0 1-1 0 0,0 0 0 0 0,-1 0 0 0 0,1-1 1 0 0,0 1-1 0 0,0 0 0 0 0,0-1 0 0 0,0 1 1 0 0,0-1-1 0 0,0 1 0 0 0,0-1 1 0 0,0 1-1 0 0,0-1 0 0 0,1 0 0 0 0,-1 0 1 0 0,0 0-1 0 0,0 1 0 0 0,0-1 0 0 0,0 0 1 0 0,0 0-1 0 0,0-1 0 0 0,1 1 0 0 0,-1 0 1 0 0,0 0-1 0 0,0 0 0 0 0,0-1 0 0 0,0 1 1 0 0,0-1-1 0 0,0 1 0 0 0,0-1 0 0 0,0 1 1 0 0,0-1-1 0 0,0 1 0 0 0,0-1 0 0 0,0 0 1 0 0,0 0-1 0 0,-1 1 0 0 0,1-1 0 0 0,0 0 1 0 0,0 0-1 0 0,-1 0 0 0 0,1 0 0 0 0,0 0 1 0 0,-1 0-1 0 0,1 0 0 0 0,0-2 1 0 0,2-4-32 0 0,0 0 1 0 0,0 0 0 0 0,0 0 0 0 0,-1 0-1 0 0,0-1 1 0 0,0 1 0 0 0,-1-1 0 0 0,1-7-1 0 0,-1-67-201 0 0,-1 51 135 0 0,-3-307 108 0 0,-50-358 0 0 0,41 610 22 0 0,-29-267-82 0 0,36 276 188 0 0,4 0 0 0 0,13-123-1 0 0,-8 185 4 0 0,-1 29-112 0 0,0 30-34 0 0,-12 194-44 0 0,1 18-385 0 0,9-216 260 0 0,2 0 0 0 0,2-1-1 0 0,1 1 1 0 0,17 51-1 0 0,-17-71-419 0 0,2-1-1 0 0,0 0 0 0 0,2-1 0 0 0,0 0 0 0 0,0 0 0 0 0,2-1 0 0 0,0-1 1 0 0,26 27-1 0 0,-42-52 300 0 0,1 0 1 0 0,0 0 0 0 0,0 0-1 0 0,1-1 1 0 0,0 1-1 0 0,0-13 1 0 0,-1 0 337 0 0,-16-102 1911 0 0,-4-157 1 0 0,22 200-1274 0 0,4 1 0 0 0,3-1 0 0 0,17-81 0 0 0,-20 145-473 0 0,-2 8-106 0 0,0 0 1 0 0,1 0 0 0 0,0 0 0 0 0,1 1-1 0 0,-1-1 1 0 0,2 1 0 0 0,-1-1 0 0 0,1 1-1 0 0,0 0 1 0 0,9-12 0 0 0,-12 20-75 0 0,-1 0 1 0 0,1 1-1 0 0,-1-1 1 0 0,0 0-1 0 0,1 0 1 0 0,-1 0-1 0 0,1 1 0 0 0,-1-1 1 0 0,0 0-1 0 0,1 0 1 0 0,-1 1-1 0 0,0-1 1 0 0,1 0-1 0 0,-1 1 1 0 0,0-1-1 0 0,1 0 1 0 0,-1 1-1 0 0,0-1 0 0 0,0 1 1 0 0,1-1-1 0 0,-1 0 1 0 0,0 1-1 0 0,0-1 1 0 0,0 1-1 0 0,0-1 1 0 0,1 1-1 0 0,-1-1 0 0 0,0 1 1 0 0,0-1-1 0 0,0 1 1 0 0,0-1-1 0 0,0 0 1 0 0,0 1-1 0 0,0-1 1 0 0,-1 1-1 0 0,1 0 0 0 0,4 21 83 0 0,-1 79-17 0 0,-2-52 13 0 0,2 1 1 0 0,15 81-1 0 0,-15-116-290 0 0,2 0 0 0 0,0 0 0 0 0,0 0 0 0 0,1 0 0 0 0,1-1 0 0 0,0 0 0 0 0,1-1-1 0 0,1 1 1 0 0,0-2 0 0 0,1 1 0 0 0,0-1 0 0 0,20 17 0 0 0,-30-28 105 0 0,1 0 0 0 0,0 0 0 0 0,0 0 0 0 0,0-1 1 0 0,0 1-1 0 0,0 0 0 0 0,0 0 0 0 0,0-1 0 0 0,0 1 0 0 0,0-1 0 0 0,0 1 0 0 0,0-1 0 0 0,0 0 0 0 0,1 1 0 0 0,-1-1 1 0 0,0 0-1 0 0,0 0 0 0 0,0 0 0 0 0,1 0 0 0 0,-1 0 0 0 0,0 0 0 0 0,2 0 0 0 0,-2 0 33 0 0,0-1-1 0 0,0 0 1 0 0,0 1 0 0 0,0-1-1 0 0,-1 0 1 0 0,1 0-1 0 0,0 0 1 0 0,0 1-1 0 0,0-1 1 0 0,-1 0 0 0 0,1 0-1 0 0,0 0 1 0 0,-1 0-1 0 0,1 0 1 0 0,-1-1 0 0 0,1 1-1 0 0,-1 0 1 0 0,1-1-1 0 0,2-9 9 0 0,-1 0 0 0 0,-1 0 0 0 0,1-21 0 0 0,-1 20 173 0 0,5-114 270 0 0,9-94 913 0 0,-11 188-1156 0 0,2-1-1 0 0,1 1 0 0 0,2 0 0 0 0,19-48 0 0 0,-27 78-144 0 0,0-1-1 0 0,0 1 1 0 0,0-1 0 0 0,1 1-1 0 0,-1 0 1 0 0,1 0-1 0 0,-1 0 1 0 0,1 0-1 0 0,0 0 1 0 0,0 0 0 0 0,0 0-1 0 0,0 0 1 0 0,2-1-1 0 0,-3 3-6 0 0,-1 0-1 0 0,0-1 0 0 0,1 1 1 0 0,-1 0-1 0 0,1 0 0 0 0,-1 0 1 0 0,0 0-1 0 0,1 0 0 0 0,-1 0 1 0 0,1 0-1 0 0,-1 0 1 0 0,1 0-1 0 0,-1 0 0 0 0,0 0 1 0 0,1 0-1 0 0,-1 1 0 0 0,1-1 1 0 0,-1 0-1 0 0,0 0 0 0 0,1 0 1 0 0,-1 0-1 0 0,0 1 0 0 0,1-1 1 0 0,-1 0-1 0 0,0 0 0 0 0,1 1 1 0 0,-1-1-1 0 0,0 0 0 0 0,1 1 1 0 0,7 22 94 0 0,-3 39 350 0 0,-2-1-1 0 0,-8 103 1 0 0,0-31-298 0 0,4-120-171 0 0,7 171 14 0 0,-4-164-259 0 0,1 0 0 0 0,0-1 0 0 0,2 0 1 0 0,0 0-1 0 0,2 0 0 0 0,0 0 0 0 0,11 20 0 0 0,-18-38 198 0 0,0 0 0 0 0,1-1 0 0 0,-1 1 0 0 0,0-1 0 0 0,0 1 0 0 0,1-1 0 0 0,-1 1 0 0 0,0 0 0 0 0,1-1 0 0 0,-1 1 0 0 0,1-1 0 0 0,-1 0 0 0 0,0 1 0 0 0,1-1 0 0 0,-1 1 0 0 0,1-1 0 0 0,-1 0 0 0 0,1 1 0 0 0,0-1 0 0 0,-1 0 0 0 0,1 1 0 0 0,-1-1-1 0 0,1 0 1 0 0,-1 0 0 0 0,1 0 0 0 0,0 0 0 0 0,-1 1 0 0 0,1-1 0 0 0,0 0 0 0 0,-1 0 0 0 0,2 0 0 0 0,-1-1 24 0 0,0 0-1 0 0,0 0 0 0 0,0 1 1 0 0,0-1-1 0 0,-1 0 0 0 0,1 0 1 0 0,0 0-1 0 0,0 0 1 0 0,0 0-1 0 0,-1 0 0 0 0,1 0 1 0 0,-1-1-1 0 0,1 1 1 0 0,0-2-1 0 0,15-56 552 0 0,-13 47-513 0 0,34-137 1239 0 0,50-170 1051 0 0,-82 305-2191 0 0,12-32 209 0 0,-16 43-280 0 0,0 0 0 0 0,0 1 1 0 0,1-1-1 0 0,-1 1 0 0 0,1 0 0 0 0,0-1 0 0 0,-1 1 1 0 0,1 0-1 0 0,0 0 0 0 0,0 0 0 0 0,1 0 0 0 0,-1 1 0 0 0,3-3 1 0 0,-5 4-18 0 0,1 0 1 0 0,-1 0 0 0 0,1 0-1 0 0,-1-1 1 0 0,0 1 0 0 0,1 0 0 0 0,-1 0-1 0 0,0 0 1 0 0,1 0 0 0 0,-1 0-1 0 0,1 0 1 0 0,-1 0 0 0 0,0 0 0 0 0,1 0-1 0 0,-1 0 1 0 0,1 0 0 0 0,-1 0-1 0 0,0 1 1 0 0,1-1 0 0 0,-1 0 0 0 0,0 0-1 0 0,1 0 1 0 0,-1 0 0 0 0,0 1-1 0 0,1-1 1 0 0,-1 0 0 0 0,0 0 0 0 0,1 1-1 0 0,-1-1 1 0 0,0 0 0 0 0,1 1-1 0 0,6 15 176 0 0,-3 24 89 0 0,-4-36-234 0 0,1 193 493 0 0,-3-135-482 0 0,2-1-1 0 0,15 115 0 0 0,3-67-398 0 0,-18-109 348 0 0,0 0 1 0 0,0 0-1 0 0,0 0 0 0 0,0 0 1 0 0,0 0-1 0 0,0 1 0 0 0,0-1 0 0 0,0 0 1 0 0,0 0-1 0 0,0 0 0 0 0,0 0 1 0 0,0 0-1 0 0,0 0 0 0 0,0 0 0 0 0,0 0 1 0 0,0 0-1 0 0,0 0 0 0 0,0 1 0 0 0,0-1 1 0 0,0 0-1 0 0,0 0 0 0 0,0 0 1 0 0,0 0-1 0 0,1 0 0 0 0,-1 0 0 0 0,0 0 1 0 0,0 0-1 0 0,0 0 0 0 0,0 0 1 0 0,0 0-1 0 0,0 0 0 0 0,0 0 0 0 0,0 0 1 0 0,0 0-1 0 0,0 0 0 0 0,0 0 1 0 0,1 0-1 0 0,-1 1 0 0 0,0-1 0 0 0,0 0 1 0 0,0 0-1 0 0,0 0 0 0 0,0 0 0 0 0,0 0 1 0 0,0 0-1 0 0,0-1 0 0 0,0 1 1 0 0,1 0-1 0 0,-1 0 0 0 0,0 0 0 0 0,0 0 1 0 0,0 0-1 0 0,0 0 0 0 0,0 0 1 0 0,0 0-1 0 0,0 0 0 0 0,0 0 0 0 0,0 0 1 0 0,0 0-1 0 0,0 0 0 0 0,1 0 0 0 0,4-8-17 0 0,3-12 85 0 0,30-128-324 0 0,-30 106 261 0 0,2 0 1 0 0,2 1 0 0 0,2 1 0 0 0,34-70 0 0 0,-45 104-4 0 0,1 0 1 0 0,0 1 0 0 0,0 0 0 0 0,0-1-1 0 0,1 2 1 0 0,8-9 0 0 0,-12 12 0 0 0,0 1 0 0 0,0-1 0 0 0,-1 1 0 0 0,1-1 1 0 0,0 1-1 0 0,0-1 0 0 0,0 1 0 0 0,0 0 0 0 0,0-1 0 0 0,0 1 1 0 0,0 0-1 0 0,0 0 0 0 0,0 0 0 0 0,0-1 0 0 0,0 1 0 0 0,0 0 0 0 0,0 0 1 0 0,0 1-1 0 0,0-1 0 0 0,1 0 0 0 0,-1 1 1 0 0,1 0 0 0 0,-1 0 0 0 0,0 0 0 0 0,0 0 0 0 0,0 0 0 0 0,0 0 0 0 0,0 0 0 0 0,0 0 1 0 0,0 0-1 0 0,-1 0 0 0 0,1 1 0 0 0,0-1 0 0 0,-1 0 0 0 0,1 0 0 0 0,0 1 0 0 0,-1-1 0 0 0,0 1 0 0 0,1 2 0 0 0,4 24 88 0 0,-2 1-1 0 0,0-1 1 0 0,-2 1-1 0 0,-2 0 1 0 0,-6 47-1 0 0,3-25-61 0 0,8 263 107 0 0,-1-256-255 0 0,-3-53 164 0 0,2 14-236 0 0,0-19 20 0 0,1-12 62 0 0,44-149-244 0 0,-9 37 480 0 0,-30 90-85 0 0,-2 9-34 0 0,0-1 0 0 0,2 2 0 0 0,0-1 0 0 0,2 1-1 0 0,1 0 1 0 0,16-26 0 0 0,-26 48 6 0 0,0 0 1 0 0,1 1-1 0 0,-1-1 1 0 0,0 0-1 0 0,1 1 1 0 0,-1-1-1 0 0,1 1 0 0 0,0 0 1 0 0,-1 0-1 0 0,1 0 1 0 0,0-1-1 0 0,0 2 0 0 0,-1-1 1 0 0,1 0-1 0 0,3-1 1 0 0,-4 2-9 0 0,0 0 0 0 0,0 0 0 0 0,0 1 0 0 0,0-1 0 0 0,-1 0 0 0 0,1 0 0 0 0,0 1 1 0 0,0-1-1 0 0,0 1 0 0 0,0-1 0 0 0,-1 0 0 0 0,1 1 0 0 0,0-1 0 0 0,0 1 0 0 0,-1 0 0 0 0,1-1 1 0 0,0 1-1 0 0,-1 0 0 0 0,1-1 0 0 0,-1 1 0 0 0,1 0 0 0 0,-1 0 0 0 0,1-1 0 0 0,-1 1 0 0 0,1 0 1 0 0,-1 0-1 0 0,0 0 0 0 0,0 0 0 0 0,1 0 0 0 0,-1-1 0 0 0,0 1 0 0 0,0 0 0 0 0,0 0 1 0 0,0 0-1 0 0,0 0 0 0 0,0 2 0 0 0,6 65 196 0 0,-3 97 0 0 0,-1-19-120 0 0,-12 126-6 0 0,8-240-31 0 0,2-28-46 0 0,0 24 102 0 0,4-23-42 0 0,7-15-55 0 0,3-12-116 0 0,-2-1 0 0 0,-1 0 0 0 0,0 0 0 0 0,13-45-1 0 0,-15 41 134 0 0,12-42-113 0 0,-16 48 93 0 0,1-1 0 0 0,1 2 0 0 0,1-1 0 0 0,1 1 1 0 0,0 0-1 0 0,21-31 0 0 0,-29 50 9 0 0,-1 0 0 0 0,1 0 0 0 0,0-1 0 0 0,0 1 0 0 0,0 0 0 0 0,0 0 0 0 0,0 0 0 0 0,0 0 0 0 0,0 0 0 0 0,1 0 0 0 0,-1 0 0 0 0,0 1 0 0 0,0-1-1 0 0,1 0 1 0 0,-1 1 0 0 0,0-1 0 0 0,1 1 0 0 0,-1-1 0 0 0,1 1 0 0 0,-1 0 0 0 0,0-1 0 0 0,3 1 0 0 0,-2 1 2 0 0,-1-1 0 0 0,0 1 1 0 0,0-1-1 0 0,1 1 0 0 0,-1 0 0 0 0,0 0 0 0 0,0 0 0 0 0,0 0 0 0 0,0-1 0 0 0,0 1 1 0 0,0 1-1 0 0,-1-1 0 0 0,1 0 0 0 0,0 0 0 0 0,0 0 0 0 0,-1 0 0 0 0,1 0 0 0 0,-1 1 0 0 0,1 0 1 0 0,3 10 15 0 0,0 0 1 0 0,-1 0-1 0 0,2 23 1 0 0,11 212-24 0 0,-3-20-323 0 0,-11-176 236 0 0,-2-36 26 0 0,1 0 0 0 0,0 0 1 0 0,6 25-1 0 0,-7-40 56 0 0,0 0 0 0 0,0 0 1 0 0,0 0-1 0 0,0 0 0 0 0,0 1 1 0 0,0-1-1 0 0,0 0 0 0 0,0 0 1 0 0,0 0-1 0 0,0 0 0 0 0,0 0 1 0 0,0 0-1 0 0,0 1 0 0 0,0-1 1 0 0,0 0-1 0 0,1 0 0 0 0,-1 0 1 0 0,0 0-1 0 0,0 0 0 0 0,0 0 1 0 0,0 1-1 0 0,0-1 0 0 0,0 0 1 0 0,0 0-1 0 0,0 0 0 0 0,0 0 1 0 0,1 0-1 0 0,-1 0 0 0 0,0 0 1 0 0,0 0-1 0 0,0 0 0 0 0,0 0 1 0 0,0 0-1 0 0,1 0 0 0 0,-1 0 1 0 0,0 0-1 0 0,0 0 0 0 0,0 0 1 0 0,0 0-1 0 0,0 0 0 0 0,0 0 1 0 0,1 0-1 0 0,-1 0 0 0 0,0 0 1 0 0,0 0-1 0 0,0 0 0 0 0,0 0 1 0 0,0 0-1 0 0,1 0 0 0 0,-1 0 1 0 0,0 0-1 0 0,0 0 0 0 0,0 0 1 0 0,0 0-1 0 0,0 0 0 0 0,8-11-95 0 0,2-13-40 0 0,2-17 14 0 0,9-66 1 0 0,-15 66 246 0 0,20-65 1 0 0,-26 104-110 0 0,1 1 0 0 0,-1-1 0 0 0,1 0 1 0 0,0 0-1 0 0,-1 1 0 0 0,1-1 0 0 0,0 0 0 0 0,0 1 1 0 0,0-1-1 0 0,0 1 0 0 0,1-1 0 0 0,-1 1 0 0 0,0 0 1 0 0,1-1-1 0 0,-1 1 0 0 0,1 0 0 0 0,-1 0 0 0 0,1 0 1 0 0,-1 0-1 0 0,1 0 0 0 0,2 0 0 0 0,-3 1-3 0 0,0 0-1 0 0,0 0 1 0 0,0 0-1 0 0,0 1 1 0 0,1-1-1 0 0,-1 0 1 0 0,0 1 0 0 0,0-1-1 0 0,0 1 1 0 0,0-1-1 0 0,0 1 1 0 0,0-1-1 0 0,0 1 1 0 0,-1 0-1 0 0,1 0 1 0 0,0-1 0 0 0,0 1-1 0 0,0 0 1 0 0,-1 0-1 0 0,1 0 1 0 0,0 0-1 0 0,-1 0 1 0 0,1 0-1 0 0,-1 0 1 0 0,1 0 0 0 0,-1 0-1 0 0,0 0 1 0 0,1 0-1 0 0,-1 0 1 0 0,0 0-1 0 0,0 1 1 0 0,0-1-1 0 0,0 0 1 0 0,0 2 0 0 0,5 38 81 0 0,-1 0 1 0 0,-2 1-1 0 0,-5 41 1 0 0,2 30 37 0 0,6-35-258 0 0,2-1 0 0 0,23 96 0 0 0,-18-140 51 0 0,-12-32 71 0 0,0-1-1 0 0,0 1 1 0 0,1-1-1 0 0,-1 0 1 0 0,0 1-1 0 0,1-1 1 0 0,-1 0 0 0 0,0 0-1 0 0,0 1 1 0 0,1-1-1 0 0,-1 0 1 0 0,0 0-1 0 0,1 1 1 0 0,-1-1-1 0 0,1 0 1 0 0,-1 0-1 0 0,0 0 1 0 0,1 0-1 0 0,-1 0 1 0 0,1 1-1 0 0,-1-1 1 0 0,0 0 0 0 0,1 0-1 0 0,-1 0 1 0 0,1 0-1 0 0,0 0 1 0 0,0-1-4 0 0,0 0 0 0 0,0 1 0 0 0,0-1 0 0 0,0 0 1 0 0,0 1-1 0 0,-1-1 0 0 0,1 0 0 0 0,0 0 0 0 0,0 0 0 0 0,-1 1 1 0 0,1-1-1 0 0,0 0 0 0 0,-1 0 0 0 0,1 0 0 0 0,0-2 1 0 0,3-7-98 0 0,0 0 1 0 0,-1-1 0 0 0,0 0-1 0 0,0 1 1 0 0,-1-1 0 0 0,1-20-1 0 0,-3 21-41 0 0,1 0-1 0 0,0 1 0 0 0,1-1 0 0 0,0 0 1 0 0,1 0-1 0 0,0 1 0 0 0,1-1 0 0 0,4-9 0 0 0,-7 18 142 0 0,-1 0 0 0 0,0 1 0 0 0,0-1 0 0 0,1 0-1 0 0,-1 1 1 0 0,1-1 0 0 0,-1 1 0 0 0,0-1 0 0 0,1 0-1 0 0,-1 1 1 0 0,1-1 0 0 0,0 1 0 0 0,-1-1 0 0 0,1 1-1 0 0,-1-1 1 0 0,1 1 0 0 0,0 0 0 0 0,-1-1 0 0 0,1 1-1 0 0,0 0 1 0 0,-1-1 0 0 0,1 1 0 0 0,0 0 0 0 0,0 0-1 0 0,-1 0 1 0 0,1 0 0 0 0,1 0 0 0 0,-1 0 21 0 0,0 1 0 0 0,0-1 0 0 0,0 1-1 0 0,0 0 1 0 0,0-1 0 0 0,-1 1 0 0 0,1 0 0 0 0,0 0 0 0 0,-1-1 0 0 0,1 1 0 0 0,0 0 0 0 0,-1 0 0 0 0,1 0 0 0 0,-1 0 0 0 0,1 0-1 0 0,0 2 1 0 0,1 4 98 0 0,0 1 0 0 0,0-1 0 0 0,0 1 0 0 0,0 8 0 0 0,2 73 123 0 0,8 86 666 0 0,-9-145-764 0 0,2-1-1 0 0,2 0 0 0 0,17 51 1 0 0,-23-75-191 0 0,1-1 0 0 0,0 1 0 0 0,0-1 0 0 0,1 1 0 0 0,-1-1 0 0 0,1 0 0 0 0,0 0 0 0 0,6 7 0 0 0,-8-10 37 0 0,0 0 0 0 0,0-1 0 0 0,0 1 0 0 0,0-1 0 0 0,0 1-1 0 0,-1-1 1 0 0,1 1 0 0 0,0-1 0 0 0,0 0 0 0 0,0 0 0 0 0,0 1 0 0 0,0-1-1 0 0,0 0 1 0 0,1 0 0 0 0,-1 0 0 0 0,0 0 0 0 0,0 0 0 0 0,1 0 0 0 0,0-1 8 0 0,0 0 0 0 0,0 1 0 0 0,0-1 0 0 0,0 0 0 0 0,0 0 1 0 0,0-1-1 0 0,0 1 0 0 0,0 0 0 0 0,-1 0 0 0 0,1-1 0 0 0,2-2 0 0 0,0 0 15 0 0,6-6-50 0 0,0 0 1 0 0,1 0-1 0 0,0 1 1 0 0,21-13-1 0 0,-28 20 32 0 0,-1 0-1 0 0,0 1 1 0 0,1-1-1 0 0,0 1 1 0 0,-1 0-1 0 0,1 0 1 0 0,0 0 0 0 0,-1 1-1 0 0,1-1 1 0 0,0 1-1 0 0,0 0 1 0 0,0 0-1 0 0,-1 0 1 0 0,1 1 0 0 0,0-1-1 0 0,0 1 1 0 0,-1 0-1 0 0,1 0 1 0 0,0 0-1 0 0,-1 1 1 0 0,1-1-1 0 0,5 4 1 0 0,22 13 186 0 0,1 1 747 0 0,68 30 0 0 0,-93-46-830 0 0,-2-1 24 0 0,1 0 0 0 0,0 0 0 0 0,-1 1 0 0 0,1 0-1 0 0,9 7 1 0 0,-14-9-132 0 0,0 0-1 0 0,0-1 0 0 0,0 1 1 0 0,0 1-1 0 0,0-1 1 0 0,-1 0-1 0 0,1 0 0 0 0,0 0 1 0 0,-1 0-1 0 0,1 0 1 0 0,-1 1-1 0 0,1-1 0 0 0,-1 0 1 0 0,1 1-1 0 0,-1-1 1 0 0,0 0-1 0 0,0 1 0 0 0,0-1 1 0 0,0 0-1 0 0,0 1 1 0 0,0-1-1 0 0,0 0 0 0 0,0 1 1 0 0,0-1-1 0 0,-1 0 1 0 0,1 1-1 0 0,0-1 0 0 0,-1 0 1 0 0,1 0-1 0 0,-1 1 1 0 0,0-1-1 0 0,1 0 0 0 0,-2 2 1 0 0,-8 12-367 0 0</inkml:trace>
</inkml:ink>
</file>

<file path=ppt/ink/ink13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3:55.343"/>
    </inkml:context>
    <inkml:brush xml:id="br0">
      <inkml:brushProperty name="width" value="0.1" units="cm"/>
      <inkml:brushProperty name="height" value="0.1" units="cm"/>
      <inkml:brushProperty name="color" value="#004F8B"/>
    </inkml:brush>
  </inkml:definitions>
  <inkml:trace contextRef="#ctx0" brushRef="#br0">5 2087 1376 0 0,'-5'3'4953'0'0,"5"-3"-4856"0"0,7 10 2972 0 0,-6-9-3689 0 0,0 0 741 0 0,0 0 0 0 0,0 0 0 0 0,0-1-1 0 0,0 1 1 0 0,-1-1 0 0 0,1 1 0 0 0,0-1 0 0 0,1 1-1 0 0,-1-1 1 0 0,0 0 0 0 0,0 1 0 0 0,0-1-1 0 0,0 0 1 0 0,0 0 0 0 0,0 0 0 0 0,0 1 0 0 0,0-1-1 0 0,0-1 1 0 0,1 1 0 0 0,-1 0 0 0 0,0 0 0 0 0,0 0-1 0 0,0 0 1 0 0,0-1 0 0 0,0 1 0 0 0,0-1-1 0 0,0 1 1 0 0,0-1 0 0 0,0 1 0 0 0,0-1 0 0 0,1 0-1 0 0,2-1 48 0 0,-1-1 0 0 0,1 1-1 0 0,-1 0 1 0 0,0-1-1 0 0,0 0 1 0 0,4-4 0 0 0,-1-3 12 0 0,0 1 1 0 0,-1-1-1 0 0,0 0 1 0 0,-1 0-1 0 0,0 0 1 0 0,0-1-1 0 0,2-13 1 0 0,10-80 704 0 0,-13 82-671 0 0,34-553 2718 0 0,-26 294-2350 0 0,-3 178-387 0 0,27-141 0 0 0,-21 183-111 0 0,2 2 0 0 0,2-1 0 0 0,43-91 1 0 0,-52 132-36 0 0,0 0 0 0 0,2 1 0 0 0,0 1 0 0 0,0-1 0 0 0,2 2 0 0 0,0 0 0 0 0,1 0 0 0 0,1 1 0 0 0,17-13 1 0 0,-28 26-57 0 0,0-1 1 0 0,0 1-1 0 0,0 0 1 0 0,0 0-1 0 0,1 1 1 0 0,-1-1-1 0 0,0 1 1 0 0,1 0-1 0 0,0 0 1 0 0,-1 0-1 0 0,1 1 1 0 0,-1 0-1 0 0,1 0 1 0 0,6 0-1 0 0,-3 1-20 0 0,0 1 0 0 0,0 0 0 0 0,0 0 0 0 0,0 1 0 0 0,0 0 0 0 0,0 0 0 0 0,10 7 0 0 0,-4-2-14 0 0,-1 1 0 0 0,0 1-1 0 0,0 0 1 0 0,-1 1 0 0 0,0 0-1 0 0,-1 0 1 0 0,17 24-1 0 0,-12-9 27 0 0,-1 0 0 0 0,-1 1 0 0 0,-1 0 0 0 0,13 43 0 0 0,23 119 249 0 0,-35-130-173 0 0,52 152 207 0 0,-26-91-119 0 0,59 171-275 0 0,-93-274 161 0 0,1 0 0 0 0,11 20 0 0 0,-15-33-30 0 0,-1 0 0 0 0,1 0 0 0 0,0 0 0 0 0,0 0 0 0 0,0 0 1 0 0,0-1-1 0 0,1 0 0 0 0,-1 1 0 0 0,1-1 0 0 0,0-1 0 0 0,0 1 0 0 0,0 0 0 0 0,0-1 0 0 0,5 2 1 0 0,-7-3 3 0 0,0-1 1 0 0,0 0-1 0 0,0 0 1 0 0,-1 0-1 0 0,1 0 1 0 0,0 0 0 0 0,0-1-1 0 0,0 1 1 0 0,0 0-1 0 0,-1-1 1 0 0,1 1-1 0 0,0-1 1 0 0,0 0 0 0 0,-1 0-1 0 0,1 0 1 0 0,0 1-1 0 0,-1-2 1 0 0,1 1 0 0 0,-1 0-1 0 0,1 0 1 0 0,-1 0-1 0 0,0-1 1 0 0,1 1-1 0 0,1-3 1 0 0,30-45 366 0 0,-26 38-311 0 0,13-21 157 0 0,32-37 0 0 0,-44 60-176 0 0,1-1 1 0 0,0 1-1 0 0,1 0 1 0 0,0 1-1 0 0,0 0 1 0 0,1 0-1 0 0,16-8 1 0 0,-21 13-42 0 0,0 1 0 0 0,0-1 0 0 0,0 2-1 0 0,0-1 1 0 0,0 0 0 0 0,0 1 0 0 0,0 0 0 0 0,1 1 0 0 0,-1-1 0 0 0,0 1 0 0 0,1 1 0 0 0,-1-1 0 0 0,0 1-1 0 0,0 0 1 0 0,1 0 0 0 0,-1 1 0 0 0,0 0 0 0 0,0 0 0 0 0,10 5 0 0 0,-8-2 6 0 0,0 0 0 0 0,-1 0 1 0 0,0 1-1 0 0,0 0 0 0 0,0 0 1 0 0,-1 0-1 0 0,0 1 0 0 0,0 0 0 0 0,-1 0 1 0 0,0 1-1 0 0,0 0 0 0 0,-1-1 1 0 0,5 11-1 0 0,69 203-565 0 0,-73-207 536 0 0,1 0-1 0 0,0-1 0 0 0,1 0 1 0 0,1 0-1 0 0,0-1 0 0 0,1 0 1 0 0,0 0-1 0 0,1-1 0 0 0,0 0 1 0 0,0-1-1 0 0,15 11 0 0 0,-8-8-31 0 0,0 0 0 0 0,1-1-1 0 0,1-1 1 0 0,0-1 0 0 0,0-1-1 0 0,1 0 1 0 0,22 6 0 0 0,-23-10 48 0 0,-1 0 0 0 0,1-1 0 0 0,0-1 0 0 0,0-1 0 0 0,0-1 0 0 0,1-1 0 0 0,-1 0 0 0 0,20-3 0 0 0,-31 2 19 0 0,1-1 0 0 0,-1 0 0 0 0,0-1 0 0 0,1 1 1 0 0,-1-2-1 0 0,0 1 0 0 0,0-1 0 0 0,-1 0 0 0 0,1-1 0 0 0,-1 1 0 0 0,0-2 0 0 0,0 1 0 0 0,-1-1 0 0 0,0 0 0 0 0,0 0 0 0 0,0-1 1 0 0,0 1-1 0 0,-1-1 0 0 0,8-15 0 0 0,5-16 11 0 0,-1-1 0 0 0,-2 0 0 0 0,-1-1 1 0 0,-3-1-1 0 0,12-75 0 0 0,3-215 248 0 0,-3 25-145 0 0,-22 297-131 0 0,42-251 98 0 0,-32 209-56 0 0,3 0 0 0 0,39-96 0 0 0,-37 109-89 0 0,19-39 249 0 0,-31 70-204 0 0,-1 1 1 0 0,1 0 0 0 0,1 0-1 0 0,-1 0 1 0 0,1 0 0 0 0,0 1-1 0 0,0 0 1 0 0,11-8 0 0 0,-14 12-6 0 0,0-1 1 0 0,1 1 0 0 0,-1 0 0 0 0,1 0 0 0 0,-1 0 0 0 0,1 1 0 0 0,0-1 0 0 0,-1 1-1 0 0,1-1 1 0 0,0 1 0 0 0,-1 0 0 0 0,1 0 0 0 0,0 0 0 0 0,-1 0 0 0 0,1 1-1 0 0,0-1 1 0 0,-1 1 0 0 0,1-1 0 0 0,0 1 0 0 0,-1 0 0 0 0,1 0 0 0 0,-1 0 0 0 0,1 0-1 0 0,-1 1 1 0 0,0-1 0 0 0,0 1 0 0 0,1-1 0 0 0,-1 1 0 0 0,0 0 0 0 0,0 0-1 0 0,-1 0 1 0 0,3 2 0 0 0,4 5-11 0 0,0 0 1 0 0,-1 1-1 0 0,0 0 0 0 0,-1 0 1 0 0,9 20-1 0 0,7 21 5 0 0,-4 0 0 0 0,22 93 0 0 0,1 111-24 0 0,-28-179 36 0 0,4-2 0 0 0,51 143 0 0 0,-56-185 0 0 0,1-1 0 0 0,2-1 0 0 0,1-1 0 0 0,24 34 0 0 0,-38-61 4 0 0,-1 0 1 0 0,1 0-1 0 0,0 0 0 0 0,0 0 1 0 0,0-1-1 0 0,0 1 1 0 0,1-1-1 0 0,-1 0 1 0 0,0 1-1 0 0,1-1 0 0 0,-1 0 1 0 0,1 0-1 0 0,-1 0 1 0 0,1-1-1 0 0,-1 1 0 0 0,1-1 1 0 0,-1 1-1 0 0,1-1 1 0 0,0 0-1 0 0,-1 0 0 0 0,1 0 1 0 0,0 0-1 0 0,-1 0 1 0 0,1-1-1 0 0,-1 1 0 0 0,1-1 1 0 0,0 0-1 0 0,-1 0 1 0 0,1 0-1 0 0,-1 0 0 0 0,3-2 1 0 0,11-4 33 0 0,-1-2 0 0 0,-1 0 0 0 0,24-18 0 0 0,-24 16-44 0 0,51-42-88 0 0,-46 35 64 0 0,1 2 0 0 0,40-26 0 0 0,-53 38 26 0 0,0 0-1 0 0,1 1 1 0 0,0 0-1 0 0,-1 0 1 0 0,1 0-1 0 0,0 1 1 0 0,0 1-1 0 0,0-1 1 0 0,1 1-1 0 0,-1 1 0 0 0,0-1 1 0 0,0 1-1 0 0,9 2 1 0 0,-9-1 13 0 0,-1 0 0 0 0,0 0-1 0 0,1 1 1 0 0,-1 0 0 0 0,0 1 0 0 0,0 0 0 0 0,0 0 0 0 0,0 0 0 0 0,-1 1-1 0 0,1 0 1 0 0,-1 0 0 0 0,0 0 0 0 0,10 11 0 0 0,-7-6-29 0 0,-1 1 0 0 0,-1 1 0 0 0,0 0 0 0 0,0 0 0 0 0,-1 0 0 0 0,-1 0 0 0 0,7 18 0 0 0,18 58 683 0 0,-18-48-869 0 0,3 0-1 0 0,22 45 1 0 0,-27-68 216 0 0,0-1 0 0 0,1-1-1 0 0,0 0 1 0 0,1-1 0 0 0,0 0 0 0 0,1 0 0 0 0,1-2 0 0 0,0 1 0 0 0,30 16 0 0 0,-35-23 1 0 0,1-1 1 0 0,1 0-1 0 0,-1-1 1 0 0,0 0 0 0 0,1 0-1 0 0,0-2 1 0 0,-1 1-1 0 0,1-1 1 0 0,0-1 0 0 0,0 1-1 0 0,0-2 1 0 0,0 0-1 0 0,-1 0 1 0 0,1-1 0 0 0,0 0-1 0 0,16-7 1 0 0,-13 4 22 0 0,0 0-1 0 0,-1-2 1 0 0,0 0 0 0 0,0 0 0 0 0,0-1 0 0 0,-1-1-1 0 0,0 0 1 0 0,-1 0 0 0 0,0-1 0 0 0,-1-1 0 0 0,17-20-1 0 0,-20 20-43 0 0,0 0-1 0 0,-1-1 0 0 0,0 0 0 0 0,-1 0 0 0 0,-1 0 0 0 0,1 0 0 0 0,-2-1 1 0 0,0 0-1 0 0,2-20 0 0 0,-1-13-35 0 0,-2-65 1 0 0,-2 14 23 0 0,12-58 87 0 0,2-56 38 0 0,-11 89 205 0 0,27-183 0 0 0,-28 294-338 0 0,0 1 0 0 0,0-1 0 0 0,1 1 1 0 0,1 0-1 0 0,-1 0 0 0 0,2 1 0 0 0,-1-1 0 0 0,7-9 0 0 0,-8 15 15 0 0,0 0 0 0 0,1 1 0 0 0,-1-1 0 0 0,1 1 0 0 0,0-1-1 0 0,0 1 1 0 0,0 0 0 0 0,0 1 0 0 0,0-1 0 0 0,1 1 0 0 0,-1 0 0 0 0,1 0 0 0 0,0 0 0 0 0,-1 0-1 0 0,1 1 1 0 0,0 0 0 0 0,0 0 0 0 0,10 0 0 0 0,-8 0-3 0 0,0 0-1 0 0,0 0 1 0 0,1 1 0 0 0,-1 0 0 0 0,0 1-1 0 0,0 0 1 0 0,1 0 0 0 0,-1 0 0 0 0,0 1-1 0 0,0 0 1 0 0,0 1 0 0 0,-1-1-1 0 0,1 1 1 0 0,-1 1 0 0 0,1-1 0 0 0,-1 1-1 0 0,0 0 1 0 0,0 0 0 0 0,0 1 0 0 0,-1 0-1 0 0,0 0 1 0 0,0 0 0 0 0,0 1 0 0 0,-1-1-1 0 0,1 1 1 0 0,-1 0 0 0 0,-1 1-1 0 0,1-1 1 0 0,4 13 0 0 0,12 31-39 0 0,27 105 0 0 0,-5 56-169 0 0,17 65 46 0 0,-55-263 181 0 0,2 9 22 0 0,14 35-1 0 0,-18-53-18 0 0,0 0 0 0 0,0 0 0 0 0,0 0-1 0 0,0 0 1 0 0,1 0 0 0 0,-1 0 0 0 0,1-1 0 0 0,0 1 0 0 0,0-1 0 0 0,1 0 0 0 0,-1 0 0 0 0,1 0 0 0 0,-1 0 0 0 0,8 4 0 0 0,-7-7 3 0 0,-1 1 1 0 0,1-1-1 0 0,-1 1 0 0 0,1-1 1 0 0,-1 0-1 0 0,0-1 0 0 0,1 1 1 0 0,-1 0-1 0 0,1-1 0 0 0,-1 0 1 0 0,0 0-1 0 0,1 0 0 0 0,-1 0 0 0 0,0-1 1 0 0,5-2-1 0 0,49-30 110 0 0,-48 29-112 0 0,68-53 26 0 0,-60 43-27 0 0,1 1-1 0 0,0 1 1 0 0,1 0-1 0 0,0 2 1 0 0,1 0-1 0 0,39-15 1 0 0,-56 25-5 0 0,0 0 0 0 0,0 0 0 0 0,0 0-1 0 0,0 0 1 0 0,1 1 0 0 0,-1 0 0 0 0,0 0 0 0 0,0 0 0 0 0,0 0 0 0 0,0 0 0 0 0,1 0-1 0 0,-1 1 1 0 0,0 0 0 0 0,0-1 0 0 0,0 1 0 0 0,0 0 0 0 0,0 1 0 0 0,0-1 0 0 0,0 0 0 0 0,-1 1-1 0 0,1 0 1 0 0,0-1 0 0 0,2 3 0 0 0,1 3-2 0 0,0 1 0 0 0,0-1 0 0 0,-1 1 0 0 0,0 0 0 0 0,-1 0 0 0 0,7 15 0 0 0,46 86 81 0 0,21 48 260 0 0,-70-138-301 0 0,1 0-1 0 0,1-1 1 0 0,0 0 0 0 0,2 0 0 0 0,0-1 0 0 0,1-1-1 0 0,0 0 1 0 0,1 0 0 0 0,1-2 0 0 0,1 0-1 0 0,0 0 1 0 0,1-2 0 0 0,23 14 0 0 0,-32-22-32 0 0,1-1 0 0 0,0 0 0 0 0,-1-1 0 0 0,1 0 0 0 0,0-1 0 0 0,0 1 0 0 0,0-2 0 0 0,0 1 1 0 0,0-1-1 0 0,0-1 0 0 0,0 1 0 0 0,16-5 0 0 0,20 1-2182 0 0</inkml:trace>
</inkml:ink>
</file>

<file path=ppt/ink/ink13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4:03.223"/>
    </inkml:context>
    <inkml:brush xml:id="br0">
      <inkml:brushProperty name="width" value="0.1" units="cm"/>
      <inkml:brushProperty name="height" value="0.1" units="cm"/>
      <inkml:brushProperty name="color" value="#008C3A"/>
    </inkml:brush>
  </inkml:definitions>
  <inkml:trace contextRef="#ctx0" brushRef="#br0">106 234 10138 0 0,'-11'-1'934'0'0,"-1"0"1"0"0,1 0-1 0 0,-1-1 0 0 0,1 0 0 0 0,-1-1 0 0 0,1-1 1 0 0,-15-6-1 0 0,41 14-896 0 0,0-1 0 0 0,1 0 0 0 0,-1-1 0 0 0,0-1 0 0 0,1 0 0 0 0,21-3 0 0 0,-31 2 9 0 0,70-5 70 0 0,0-4-1 0 0,90-22 1 0 0,69-9 475 0 0,398-21 1065 0 0,-437 30-1073 0 0,-112 15-19 0 0,117-7-1 0 0,-169 20-263 0 0,15 0-1796 0 0</inkml:trace>
</inkml:ink>
</file>

<file path=ppt/ink/ink13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4:03.792"/>
    </inkml:context>
    <inkml:brush xml:id="br0">
      <inkml:brushProperty name="width" value="0.1" units="cm"/>
      <inkml:brushProperty name="height" value="0.1" units="cm"/>
      <inkml:brushProperty name="color" value="#008C3A"/>
    </inkml:brush>
  </inkml:definitions>
  <inkml:trace contextRef="#ctx0" brushRef="#br0">105 1 1376 0 0,'-31'1'955'0'0,"26"-1"127"0"0,0 1 0 0 0,0 1 0 0 0,-1-1 1 0 0,1 1-1 0 0,0 0 0 0 0,-9 5 0 0 0,12-6-722 0 0,0 0 0 0 0,0 1 0 0 0,0-1 0 0 0,0 1 0 0 0,0-1 0 0 0,0 1 0 0 0,1 0 0 0 0,-1-1 0 0 0,1 1 0 0 0,-1 0-1 0 0,1 0 1 0 0,0 0 0 0 0,0 0 0 0 0,0 1 0 0 0,0-1 0 0 0,-1 3 0 0 0,2-3-486 0 0,-1 1 0 0 0,1-1 1 0 0,0 0-1 0 0,0 1 0 0 0,0-1 0 0 0,0 0 1 0 0,0 1-1 0 0,1-1 0 0 0,-1 0 0 0 0,1 0 0 0 0,-1 1 1 0 0,2 1-1 0 0,2 2 362 0 0,0-1 0 0 0,0 1 0 0 0,0-1 0 0 0,1 0 0 0 0,-1-1 0 0 0,1 1 0 0 0,1-1 0 0 0,-1 0 0 0 0,0 0 0 0 0,1 0 0 0 0,0-1 0 0 0,0 0 0 0 0,6 2 0 0 0,19 13 677 0 0,42 31 531 0 0,89 55 7 0 0,-143-94-1443 0 0,0-1 1 0 0,1-1 0 0 0,0-1 0 0 0,0 0 0 0 0,1-2 0 0 0,0 0 0 0 0,22 1 0 0 0,-5-8 749 0 0,-42 4-725 0 0,1 0-1 0 0,0 0 0 0 0,0 0 1 0 0,0 0-1 0 0,0 1 0 0 0,0 0 0 0 0,-3 4 1 0 0,-2 0-18 0 0,-30 26 30 0 0,-83 81 201 0 0,105-97-179 0 0,1 1 0 0 0,1 0 0 0 0,1 1 0 0 0,0 1 0 0 0,-11 24 0 0 0,-47 128-2063 0 0,61-143-5639 0 0</inkml:trace>
</inkml:ink>
</file>

<file path=ppt/ink/ink13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9:51.751"/>
    </inkml:context>
    <inkml:brush xml:id="br0">
      <inkml:brushProperty name="width" value="0.1" units="cm"/>
      <inkml:brushProperty name="height" value="0.1" units="cm"/>
      <inkml:brushProperty name="color" value="#F6630D"/>
    </inkml:brush>
  </inkml:definitions>
  <inkml:trace contextRef="#ctx0" brushRef="#br0">8 83 14283 0 0,'0'-15'1528'0'0,"1"9"-1045"0"0,-1 0 1 0 0,0 0-1 0 0,0 0 1 0 0,0 0-1 0 0,-1 0 1 0 0,1 0-1 0 0,-2 0 1 0 0,1 0-1 0 0,-3-7 1 0 0,7 58 1147 0 0,99 507-1175 0 0,-51-252-460 0 0,22 147 24 0 0,-68-397 88 0 0,-2-1 0 0 0,-2 1 0 0 0,-3 0 0 0 0,-1-1 0 0 0,-19 89 0 0 0,11-76-271 0 0,8-35-6395 0 0</inkml:trace>
</inkml:ink>
</file>

<file path=ppt/ink/ink13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9:52.274"/>
    </inkml:context>
    <inkml:brush xml:id="br0">
      <inkml:brushProperty name="width" value="0.1" units="cm"/>
      <inkml:brushProperty name="height" value="0.1" units="cm"/>
      <inkml:brushProperty name="color" value="#F6630D"/>
    </inkml:brush>
  </inkml:definitions>
  <inkml:trace contextRef="#ctx0" brushRef="#br0">152 26 6913 0 0,'1'-1'162'0'0,"-1"0"0"0"0,0 0 0 0 0,0 0 0 0 0,0 0-1 0 0,0 0 1 0 0,0 0 0 0 0,0 0 0 0 0,-1 0-1 0 0,1 1 1 0 0,0-1 0 0 0,0 0 0 0 0,-1 0-1 0 0,1 0 1 0 0,0 0 0 0 0,-1 0 0 0 0,1 1-1 0 0,-1-1 1 0 0,1 0 0 0 0,-1 0 0 0 0,1 1-1 0 0,-1-1 1 0 0,0 0 0 0 0,1 1 0 0 0,-1-1-1 0 0,0 0 1 0 0,0 1 0 0 0,1-1 0 0 0,-1 1 0 0 0,0-1-1 0 0,0 1 1 0 0,0 0 0 0 0,1-1 0 0 0,-1 1-1 0 0,0 0 1 0 0,0 0 0 0 0,0-1 0 0 0,0 1-1 0 0,0 0 1 0 0,0 0 0 0 0,0 0 0 0 0,0 0-1 0 0,0 0 1 0 0,0 0 0 0 0,1 1 0 0 0,-1-1-1 0 0,0 0 1 0 0,0 0 0 0 0,0 1 0 0 0,0-1-1 0 0,0 0 1 0 0,0 1 0 0 0,1-1 0 0 0,-1 1 0 0 0,0-1-1 0 0,0 1 1 0 0,1-1 0 0 0,-1 1 0 0 0,0 0-1 0 0,1-1 1 0 0,-1 1 0 0 0,0 0 0 0 0,1 0-1 0 0,-1-1 1 0 0,1 1 0 0 0,0 0 0 0 0,-1 0-1 0 0,0 1 1 0 0,-8 20 362 0 0,1 1-1 0 0,1 0 0 0 0,1 0 1 0 0,1 1-1 0 0,-4 35 0 0 0,1-2-137 0 0,-4 4-178 0 0,-33 261-336 0 0,45-318-168 0 0,-1-4 68 0 0,1 1 0 0 0,0 0 0 0 0,0 0-1 0 0,0 0 1 0 0,0 0 0 0 0,0 0 0 0 0,0 0 0 0 0,0 0-1 0 0,0 0 1 0 0,0 0 0 0 0,0 0 0 0 0,1-1 0 0 0,-1 1-1 0 0,0 0 1 0 0,1 0 0 0 0,0 1 0 0 0</inkml:trace>
</inkml:ink>
</file>

<file path=ppt/ink/ink13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9:52.674"/>
    </inkml:context>
    <inkml:brush xml:id="br0">
      <inkml:brushProperty name="width" value="0.1" units="cm"/>
      <inkml:brushProperty name="height" value="0.1" units="cm"/>
      <inkml:brushProperty name="color" value="#F6630D"/>
    </inkml:brush>
  </inkml:definitions>
  <inkml:trace contextRef="#ctx0" brushRef="#br0">44 34 1840 0 0,'-1'-1'187'0'0,"1"0"0"0"0,0 0 0 0 0,0 0-1 0 0,0 0 1 0 0,-1 0 0 0 0,1 0-1 0 0,-1 0 1 0 0,1 0 0 0 0,-1 0 0 0 0,1 0-1 0 0,-1 1 1 0 0,1-1 0 0 0,-1 0 0 0 0,0 0-1 0 0,0 0 1 0 0,1 1 0 0 0,-1-1-1 0 0,0 0 1 0 0,0 1 0 0 0,0-1 0 0 0,0 0-1 0 0,0 1 1 0 0,0-1 0 0 0,-28 0 11498 0 0,37 25-10451 0 0,2 1-782 0 0,0 0 0 0 0,26 45 1 0 0,-33-65-430 0 0,1 1 1 0 0,-1-1 0 0 0,1 0-1 0 0,0 0 1 0 0,0 0 0 0 0,0-1 0 0 0,1 1-1 0 0,0-1 1 0 0,0 0 0 0 0,0 0 0 0 0,0-1-1 0 0,0 0 1 0 0,1 0 0 0 0,0 0 0 0 0,0 0-1 0 0,-1-1 1 0 0,1 0 0 0 0,10 2 0 0 0,-13-4 5 0 0,0 1 0 0 0,0-1 0 0 0,0-1 0 0 0,1 1 0 0 0,-1 0 0 0 0,0-1 0 0 0,0 0 0 0 0,0 1 0 0 0,0-1 0 0 0,0 0 0 0 0,0-1 0 0 0,0 1 0 0 0,0 0 0 0 0,-1-1 0 0 0,1 0 0 0 0,2-2 0 0 0,0 0 12 0 0,-1 0 0 0 0,0 0 0 0 0,0 0-1 0 0,0-1 1 0 0,-1 0 0 0 0,0 1 0 0 0,0-1 0 0 0,3-7 0 0 0,0-1 25 0 0,-1 0 1 0 0,-1 0-1 0 0,0-1 1 0 0,-1 0-1 0 0,0 1 1 0 0,1-22-1 0 0,-4 29-25 0 0,0 1 0 0 0,1 0-1 0 0,0 0 1 0 0,0-1-1 0 0,0 1 1 0 0,4-8 0 0 0,-5 13-36 0 0,0-1 0 0 0,0 1 0 0 0,1-1 0 0 0,-1 1 0 0 0,0-1 0 0 0,1 1 0 0 0,-1-1 0 0 0,0 1 0 0 0,1 0 0 0 0,-1-1 0 0 0,0 1 0 0 0,1 0 0 0 0,-1-1 0 0 0,1 1 0 0 0,-1 0 0 0 0,1-1 0 0 0,-1 1 0 0 0,1 0 1 0 0,-1 0-1 0 0,1-1 0 0 0,-1 1 0 0 0,1 0 0 0 0,-1 0 0 0 0,1 0 0 0 0,0 0 0 0 0,0 0 0 0 0,0 0 3 0 0,1 1 0 0 0,-1-1 0 0 0,0 1-1 0 0,1 0 1 0 0,-1-1 0 0 0,0 1 0 0 0,0 0 0 0 0,1 0 0 0 0,-1 0 0 0 0,0 0 0 0 0,0 0 0 0 0,0 0 0 0 0,0 0-1 0 0,0 0 1 0 0,1 2 0 0 0,56 82 401 0 0,-45-63-945 0 0,2-1 1 0 0,0 0 0 0 0,29 30 0 0 0,-25-33-7076 0 0</inkml:trace>
</inkml:ink>
</file>

<file path=ppt/ink/ink13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9:53.051"/>
    </inkml:context>
    <inkml:brush xml:id="br0">
      <inkml:brushProperty name="width" value="0.1" units="cm"/>
      <inkml:brushProperty name="height" value="0.1" units="cm"/>
      <inkml:brushProperty name="color" value="#F6630D"/>
    </inkml:brush>
  </inkml:definitions>
  <inkml:trace contextRef="#ctx0" brushRef="#br0">212 62 9218 0 0,'3'-32'1952'0'0,"1"3"4186"0"0,-17 42-2244 0 0,-3 13-3189 0 0,-6 23-478 0 0,3 1 0 0 0,-26 99 0 0 0,-5 110 256 0 0,42-214-469 0 0,-10 57 2 0 0,4 0 0 0 0,5 1 0 0 0,4 122 0 0 0,15-151-1741 0 0,-8-63 715 0 0,1-1 0 0 0,0 0 1 0 0,1 0-1 0 0,9 19 1 0 0</inkml:trace>
</inkml:ink>
</file>

<file path=ppt/ink/ink13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9:53.322"/>
    </inkml:context>
    <inkml:brush xml:id="br0">
      <inkml:brushProperty name="width" value="0.1" units="cm"/>
      <inkml:brushProperty name="height" value="0.1" units="cm"/>
      <inkml:brushProperty name="color" value="#F6630D"/>
    </inkml:brush>
  </inkml:definitions>
  <inkml:trace contextRef="#ctx0" brushRef="#br0">71 161 920 0 0,'-17'-45'854'0'0,"-4"4"4046"0"0,11 22 422 0 0,-13-34 0 0 0,23 52-5217 0 0,1 1-1 0 0,-1 0 0 0 0,1 0 0 0 0,-1 0 0 0 0,1-1 1 0 0,-1 1-1 0 0,0 0 0 0 0,1 0 0 0 0,-1 0 1 0 0,1 0-1 0 0,-1 0 0 0 0,1 0 0 0 0,-1 0 0 0 0,1 0 1 0 0,-1 0-1 0 0,1 0 0 0 0,-1 0 0 0 0,0 0 1 0 0,1 0-1 0 0,-1 1 0 0 0,1-1 0 0 0,-1 0 0 0 0,1 0 1 0 0,-1 0-1 0 0,0 1 0 0 0,1-1 0 0 0,-1 0 1 0 0,1 0-1 0 0,-1 1 0 0 0,0-1 0 0 0,1 0 0 0 0,-1 1 1 0 0,0-1-1 0 0,21 12 327 0 0,-7 0-291 0 0,-1 0 1 0 0,0 1-1 0 0,0 1 1 0 0,-2 0 0 0 0,1 1-1 0 0,-2 0 1 0 0,0 0 0 0 0,9 20-1 0 0,55 143 146 0 0,-59-139-197 0 0,13 33-35 0 0,51 94 1 0 0,-56-128-181 0 0,0-1 0 0 0,3-1 0 0 0,57 63 0 0 0,-75-90-172 0 0,7 6-934 0 0,-1 1 0 0 0,12 17 0 0 0,-19-21-196 0 0</inkml:trace>
</inkml:ink>
</file>

<file path=ppt/ink/ink13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9:53.521"/>
    </inkml:context>
    <inkml:brush xml:id="br0">
      <inkml:brushProperty name="width" value="0.1" units="cm"/>
      <inkml:brushProperty name="height" value="0.1" units="cm"/>
      <inkml:brushProperty name="color" value="#F6630D"/>
    </inkml:brush>
  </inkml:definitions>
  <inkml:trace contextRef="#ctx0" brushRef="#br0">23 88 10594 0 0,'-4'0'-281'0'0,"-14"-5"4849"0"0,27 2-2841 0 0,88-22 1869 0 0,49-19-4895 0 0,-112 34 1150 0 0</inkml:trace>
</inkml:ink>
</file>

<file path=ppt/ink/ink13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9:57.658"/>
    </inkml:context>
    <inkml:brush xml:id="br0">
      <inkml:brushProperty name="width" value="0.1" units="cm"/>
      <inkml:brushProperty name="height" value="0.1" units="cm"/>
      <inkml:brushProperty name="color" value="#F6630D"/>
    </inkml:brush>
  </inkml:definitions>
  <inkml:trace contextRef="#ctx0" brushRef="#br0">80 115 6913 0 0,'-8'-3'426'0'0,"1"1"520"0"0,-1-1-1 0 0,1 0 1 0 0,0 0-1 0 0,0-1 1 0 0,1 0-1 0 0,-1 0 1 0 0,1 0-1 0 0,-10-10 1 0 0,18 13-725 0 0,0 1 0 0 0,0-1 0 0 0,0 0-1 0 0,0 0 1 0 0,0 1 0 0 0,0-1 0 0 0,0 1 0 0 0,0 0 0 0 0,0-1 0 0 0,0 1 0 0 0,4 1 0 0 0,51-1 149 0 0,-1 4 0 0 0,92 16 0 0 0,3 1 223 0 0,-51-14-372 0 0,0-4-1 0 0,0-4 1 0 0,0-5-1 0 0,127-23 1 0 0,-114 9-82 0 0,141-45-1 0 0</inkml:trace>
</inkml:ink>
</file>

<file path=ppt/ink/ink13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9:58.040"/>
    </inkml:context>
    <inkml:brush xml:id="br0">
      <inkml:brushProperty name="width" value="0.1" units="cm"/>
      <inkml:brushProperty name="height" value="0.1" units="cm"/>
      <inkml:brushProperty name="color" value="#F6630D"/>
    </inkml:brush>
  </inkml:definitions>
  <inkml:trace contextRef="#ctx0" brushRef="#br0">204 74 920 0 0,'-80'-35'4288'0'0,"-43"-4"9185"0"0,154 43-9282 0 0,20 1-4322 0 0,36 21 314 0 0,-1 3 1 0 0,88 43 0 0 0,-159-66-253 0 0,-1 1 0 0 0,0 0 1 0 0,-1 1-1 0 0,0 0 0 0 0,22 19 1 0 0,-32-25 77 0 0,-1 0 1 0 0,1 0 0 0 0,-1 1 0 0 0,0-1 0 0 0,0 0-1 0 0,0 1 1 0 0,-1 0 0 0 0,1-1 0 0 0,-1 1-1 0 0,1 0 1 0 0,-1 0 0 0 0,0 0 0 0 0,0 0 0 0 0,0 0-1 0 0,0 0 1 0 0,-1 0 0 0 0,1 0 0 0 0,-1 0 0 0 0,0 0-1 0 0,0 1 1 0 0,0-1 0 0 0,0 0 0 0 0,0 0 0 0 0,-1 0-1 0 0,0 0 1 0 0,1 0 0 0 0,-1 0 0 0 0,0 0 0 0 0,0 0-1 0 0,-1 0 1 0 0,1 0 0 0 0,-1 0 0 0 0,1-1-1 0 0,-5 6 1 0 0,-12 12 91 0 0,0 0 0 0 0,-1-1-1 0 0,-2-1 1 0 0,0-1-1 0 0,0-1 1 0 0,-25 13 0 0 0,-53 44 177 0 0,88-64-414 0 0,2-2-1046 0 0,-1 1 1 0 0,2 0-1 0 0,-1 1 0 0 0,1 0 0 0 0,-13 18 0 0 0</inkml:trace>
</inkml:ink>
</file>

<file path=ppt/ink/ink13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9:54.535"/>
    </inkml:context>
    <inkml:brush xml:id="br0">
      <inkml:brushProperty name="width" value="0.1" units="cm"/>
      <inkml:brushProperty name="height" value="0.1" units="cm"/>
      <inkml:brushProperty name="color" value="#F6630D"/>
    </inkml:brush>
  </inkml:definitions>
  <inkml:trace contextRef="#ctx0" brushRef="#br0">1 8 10138 0 0,'0'-1'80'0'0,"0"1"1"0"0,1-1-1 0 0,-1 1 0 0 0,0-1 0 0 0,1 1 0 0 0,-1 0 1 0 0,1-1-1 0 0,-1 1 0 0 0,1-1 0 0 0,-1 1 0 0 0,1 0 1 0 0,-1-1-1 0 0,1 1 0 0 0,-1 0 0 0 0,1 0 0 0 0,-1-1 1 0 0,1 1-1 0 0,0 0 0 0 0,-1 0 0 0 0,1 0 0 0 0,-1 0 0 0 0,1 0 1 0 0,0 0-1 0 0,-1 0 0 0 0,1 0 0 0 0,0 0 0 0 0,-1 0 1 0 0,1 0-1 0 0,-1 0 0 0 0,1 0 0 0 0,-1 0 0 0 0,1 1 1 0 0,0-1-1 0 0,-1 0 0 0 0,1 0 0 0 0,-1 1 0 0 0,1-1 1 0 0,0 1-1 0 0,25 9 1242 0 0,-3 5-219 0 0,0 1-1 0 0,37 32 0 0 0,-10-6-146 0 0,162 105 1216 0 0,-65-59-4208 0 0,-130-78 397 0 0</inkml:trace>
</inkml:ink>
</file>

<file path=ppt/ink/ink13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9:54.758"/>
    </inkml:context>
    <inkml:brush xml:id="br0">
      <inkml:brushProperty name="width" value="0.1" units="cm"/>
      <inkml:brushProperty name="height" value="0.1" units="cm"/>
      <inkml:brushProperty name="color" value="#F6630D"/>
    </inkml:brush>
  </inkml:definitions>
  <inkml:trace contextRef="#ctx0" brushRef="#br0">292 1 11522 0 0,'-25'77'6035'0'0,"1"-22"-4516"0"0,-2 0 0 0 0,-55 87 0 0 0,45-85-2594 0 0,-49 110 0 0 0,71-131-6126 0 0</inkml:trace>
</inkml:ink>
</file>

<file path=ppt/ink/ink13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9:55.897"/>
    </inkml:context>
    <inkml:brush xml:id="br0">
      <inkml:brushProperty name="width" value="0.1" units="cm"/>
      <inkml:brushProperty name="height" value="0.1" units="cm"/>
      <inkml:brushProperty name="color" value="#F6630D"/>
    </inkml:brush>
  </inkml:definitions>
  <inkml:trace contextRef="#ctx0" brushRef="#br0">1 16 12899 0 0,'0'-1'196'0'0,"1"0"1"0"0,-1 0-1 0 0,1 0 1 0 0,-1 1-1 0 0,1-1 0 0 0,-1 0 1 0 0,1 0-1 0 0,0 0 1 0 0,0 0-1 0 0,-1 1 1 0 0,1-1-1 0 0,0 0 1 0 0,0 1-1 0 0,0-1 1 0 0,0 0-1 0 0,0 1 0 0 0,0-1 1 0 0,0 1-1 0 0,0 0 1 0 0,2-1-1 0 0,-3 1-103 0 0,1 0 0 0 0,0 0 0 0 0,0 1 0 0 0,-1-1 0 0 0,1 0 0 0 0,0 1 0 0 0,-1-1 0 0 0,1 0 0 0 0,0 1 0 0 0,-1-1 0 0 0,1 1 0 0 0,-1-1 0 0 0,1 1 0 0 0,0-1 0 0 0,-1 1 0 0 0,1-1 0 0 0,-1 1 0 0 0,0 0 0 0 0,1-1 0 0 0,-1 1 0 0 0,1 1 0 0 0,2 4 220 0 0,0 1-1 0 0,-1 0 0 0 0,1 0 1 0 0,1 11-1 0 0,9 74 332 0 0,-3 1-1 0 0,-4 111 0 0 0,-3-78-597 0 0,19 189-214 0 0,0-182-2490 0 0,-12-86-4529 0 0</inkml:trace>
</inkml:ink>
</file>

<file path=ppt/ink/ink13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9:56.262"/>
    </inkml:context>
    <inkml:brush xml:id="br0">
      <inkml:brushProperty name="width" value="0.1" units="cm"/>
      <inkml:brushProperty name="height" value="0.1" units="cm"/>
      <inkml:brushProperty name="color" value="#F6630D"/>
    </inkml:brush>
  </inkml:definitions>
  <inkml:trace contextRef="#ctx0" brushRef="#br0">76 1 15203 0 0,'-4'9'3112'0'0,"-14"31"-2320"0"0,6-6-652 0 0,2 1 1 0 0,1 0 0 0 0,1 1-1 0 0,3-1 1 0 0,-3 52 0 0 0,7-27 90 0 0,2-1 0 0 0,14 90 0 0 0,-12-127-294 0 0,1 1-1 0 0,2-1 0 0 0,0 0 0 0 0,1 0 1 0 0,1-1-1 0 0,1 0 0 0 0,21 37 0 0 0,-24-50 31 0 0,0 1 0 0 0,0-2 1 0 0,0 1-1 0 0,1 0 0 0 0,1-1 0 0 0,-1 0 0 0 0,1-1 0 0 0,0 0 0 0 0,0 0 0 0 0,1-1 0 0 0,0 0 0 0 0,0 0 1 0 0,0-1-1 0 0,1 0 0 0 0,-1-1 0 0 0,1 0 0 0 0,0 0 0 0 0,-1-1 0 0 0,21 1 0 0 0,-19-2 0 0 0,0-1 1 0 0,-1 0-1 0 0,1 0 0 0 0,-1-1 1 0 0,1-1-1 0 0,-1 0 0 0 0,1-1 1 0 0,-1 1-1 0 0,0-2 0 0 0,0 0 0 0 0,0 0 1 0 0,-1 0-1 0 0,1-2 0 0 0,13-9 1 0 0,-14 8 104 0 0,0-1 1 0 0,-1 0-1 0 0,0-1 1 0 0,-1 1-1 0 0,1-2 1 0 0,-2 1 0 0 0,1-1-1 0 0,-2 0 1 0 0,1 0-1 0 0,-1-1 1 0 0,-1 1-1 0 0,0-1 1 0 0,4-15 0 0 0,-3 2 71 0 0,-2 0 0 0 0,0 0 0 0 0,-2 0 0 0 0,-1 0 0 0 0,0 0 0 0 0,-2-1 0 0 0,-1 1 0 0 0,0 1 0 0 0,-2-1 0 0 0,-1 0 0 0 0,-1 1 0 0 0,-1 0 0 0 0,-1 1 0 0 0,-1 0 0 0 0,0 0 0 0 0,-2 1 0 0 0,-1 1 0 0 0,-26-33 0 0 0,29 42-75 0 0,0 1-1 0 0,-1 0 1 0 0,-1 0 0 0 0,1 2-1 0 0,-2-1 1 0 0,1 2-1 0 0,-1-1 1 0 0,0 2-1 0 0,-22-9 1 0 0,16 9-834 0 0,0 1 1 0 0,0 0-1 0 0,-34-3 1 0 0,19 6-6647 0 0</inkml:trace>
</inkml:ink>
</file>

<file path=ppt/ink/ink13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9:56.723"/>
    </inkml:context>
    <inkml:brush xml:id="br0">
      <inkml:brushProperty name="width" value="0.1" units="cm"/>
      <inkml:brushProperty name="height" value="0.1" units="cm"/>
      <inkml:brushProperty name="color" value="#F6630D"/>
    </inkml:brush>
  </inkml:definitions>
  <inkml:trace contextRef="#ctx0" brushRef="#br0">92 29 456 0 0,'-23'-12'92'0'0,"-13"-5"10062"0"0,35 18-9952 0 0,0-1 0 0 0,1 0 0 0 0,-1 1 0 0 0,0-1 0 0 0,1 0 0 0 0,-1 1 0 0 0,1-1 0 0 0,-1 1 0 0 0,0-1 0 0 0,1 1 0 0 0,0 0 0 0 0,-1-1 0 0 0,1 1 0 0 0,-1-1 0 0 0,1 1 0 0 0,0 0 0 0 0,-1-1 0 0 0,1 1 0 0 0,0 0 0 0 0,0-1 0 0 0,-1 1 0 0 0,1 0 0 0 0,0 0 0 0 0,0-1 0 0 0,0 1 0 0 0,0 0 0 0 0,0 0 0 0 0,-4 29 171 0 0,3-24 16 0 0,-7 63 330 0 0,0 80 0 0 0,8-117-694 0 0,2 0 0 0 0,1 0 1 0 0,1-1-1 0 0,16 57 0 0 0,-16-77-27 0 0,1 1-1 0 0,0-1 1 0 0,0 0 0 0 0,2-1-1 0 0,-1 1 1 0 0,1-1 0 0 0,0-1-1 0 0,1 1 1 0 0,12 10 0 0 0,-15-15 4 0 0,1 0 1 0 0,-1 0 0 0 0,1 0-1 0 0,1-1 1 0 0,-1 0 0 0 0,1 0 0 0 0,-1-1-1 0 0,1 0 1 0 0,0 0 0 0 0,0 0-1 0 0,0-1 1 0 0,1 0 0 0 0,-1 0 0 0 0,1-1-1 0 0,-1 0 1 0 0,9 0 0 0 0,-13-1 77 0 0,0 0 0 0 0,1-1 0 0 0,-1 0 0 0 0,0 1 0 0 0,0-1 1 0 0,0 0-1 0 0,0 0 0 0 0,1 0 0 0 0,-2-1 0 0 0,1 1 0 0 0,0-1 0 0 0,0 0 1 0 0,0 0-1 0 0,-1 0 0 0 0,1 0 0 0 0,-1 0 0 0 0,1 0 0 0 0,-1-1 0 0 0,0 1 0 0 0,0-1 1 0 0,0 0-1 0 0,-1 1 0 0 0,1-1 0 0 0,0 0 0 0 0,-1 0 0 0 0,0 0 0 0 0,0 0 1 0 0,0 0-1 0 0,0-1 0 0 0,0 1 0 0 0,-1 0 0 0 0,1 0 0 0 0,-1 0 0 0 0,0-6 1 0 0,0 5-38 0 0,0 0 0 0 0,0 0 0 0 0,0 1 1 0 0,-1-1-1 0 0,1 0 0 0 0,-1 1 0 0 0,0-1 1 0 0,0 1-1 0 0,0-1 0 0 0,-1 1 1 0 0,1-1-1 0 0,-1 1 0 0 0,0 0 0 0 0,0-1 1 0 0,0 1-1 0 0,0 0 0 0 0,-1 1 0 0 0,1-1 1 0 0,-1 0-1 0 0,0 1 0 0 0,0-1 0 0 0,0 1 1 0 0,0 0-1 0 0,0 0 0 0 0,0 0 1 0 0,0 0-1 0 0,-1 1 0 0 0,1-1 0 0 0,-1 1 1 0 0,-4-2-1 0 0,2 3-205 0 0,1-1-1 0 0,0 1 1 0 0,0-1 0 0 0,-1 2-1 0 0,1-1 1 0 0,0 0 0 0 0,0 1-1 0 0,0 0 1 0 0,-1 0 0 0 0,1 1-1 0 0,0 0 1 0 0,1-1 0 0 0,-1 2-1 0 0,0-1 1 0 0,0 0 0 0 0,1 1-1 0 0,-8 6 1 0 0,-9 9-861 0 0</inkml:trace>
</inkml:ink>
</file>

<file path=ppt/ink/ink13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0:00.510"/>
    </inkml:context>
    <inkml:brush xml:id="br0">
      <inkml:brushProperty name="width" value="0.1" units="cm"/>
      <inkml:brushProperty name="height" value="0.1" units="cm"/>
      <inkml:brushProperty name="color" value="#F6630D"/>
    </inkml:brush>
  </inkml:definitions>
  <inkml:trace contextRef="#ctx0" brushRef="#br0">283 13 7370 0 0,'-2'-2'265'0'0,"0"1"1"0"0,0 0-1 0 0,0-1 1 0 0,0 1 0 0 0,-1 0-1 0 0,1 0 1 0 0,0 1 0 0 0,-1-1-1 0 0,1 0 1 0 0,-1 1-1 0 0,1-1 1 0 0,-1 1 0 0 0,1 0-1 0 0,-1 0 1 0 0,1 0 0 0 0,0 0-1 0 0,-1 0 1 0 0,1 1-1 0 0,-1-1 1 0 0,1 1 0 0 0,-1-1-1 0 0,-3 3 1 0 0,-1-1 98 0 0,-1 1 0 0 0,0 1 0 0 0,1-1 0 0 0,0 1 0 0 0,-11 8 0 0 0,8-4-178 0 0,1 1 0 0 0,0 1 0 0 0,0-1 0 0 0,1 1 0 0 0,0 1 0 0 0,1 0 0 0 0,0 0 0 0 0,1 0 0 0 0,-9 22 0 0 0,0 6 55 0 0,-16 70-1 0 0,19-49-207 0 0,2 0 0 0 0,-4 114 0 0 0,19 122 4 0 0,-4-273-37 0 0,17 243 292 0 0,-10-196 42 0 0,31 122-1 0 0,-27-153-188 0 0,1-1 0 0 0,2 0-1 0 0,1-1 1 0 0,30 50 0 0 0,-29-61-78 0 0,1 0-1 0 0,1-1 1 0 0,1-2 0 0 0,1 0-1 0 0,1-1 1 0 0,40 31 0 0 0,-4-12 499 0 0,2-2 1 0 0,1-2 0 0 0,94 40 0 0 0,89 10-3009 0 0,-204-75-4814 0 0</inkml:trace>
</inkml:ink>
</file>

<file path=ppt/ink/ink13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0:00.890"/>
    </inkml:context>
    <inkml:brush xml:id="br0">
      <inkml:brushProperty name="width" value="0.1" units="cm"/>
      <inkml:brushProperty name="height" value="0.1" units="cm"/>
      <inkml:brushProperty name="color" value="#F6630D"/>
    </inkml:brush>
  </inkml:definitions>
  <inkml:trace contextRef="#ctx0" brushRef="#br0">11 49 8754 0 0,'-2'-4'667'0'0,"0"0"1"0"0,1 0-1 0 0,0-1 0 0 0,0 1 1 0 0,0 0-1 0 0,0-9 0 0 0,-1 2 887 0 0,23 46 2142 0 0,16 66-3396 0 0,-5 1 1 0 0,23 125 0 0 0,6 219 334 0 0,-58-399-529 0 0,-1 1 0 0 0,-3-1 0 0 0,-12 89 0 0 0,7-105-41 0 0,-1 0 1 0 0,-2-1-1 0 0,-1 0 1 0 0,-1 0-1 0 0,-1-1 0 0 0,-31 50 1 0 0,24-48-818 0 0,-29 35 1 0 0,21-38-6261 0 0</inkml:trace>
</inkml:ink>
</file>

<file path=ppt/ink/ink13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0:01.748"/>
    </inkml:context>
    <inkml:brush xml:id="br0">
      <inkml:brushProperty name="width" value="0.1" units="cm"/>
      <inkml:brushProperty name="height" value="0.1" units="cm"/>
      <inkml:brushProperty name="color" value="#F6630D"/>
    </inkml:brush>
  </inkml:definitions>
  <inkml:trace contextRef="#ctx0" brushRef="#br0">92 161 6913 0 0,'-15'-21'1204'0'0,"-22"-39"-1"0"0,9 2 3515 0 0,16 36-1848 0 0,15 36 2542 0 0,11 61-4970 0 0,27 109-296 0 0,22 113 10 0 0,-62-288-150 0 0,17 94 5 0 0,4-1-1 0 0,42 119 1 0 0,-46-177-2383 0 0</inkml:trace>
</inkml:ink>
</file>

<file path=ppt/ink/ink13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0:02.239"/>
    </inkml:context>
    <inkml:brush xml:id="br0">
      <inkml:brushProperty name="width" value="0.1" units="cm"/>
      <inkml:brushProperty name="height" value="0.1" units="cm"/>
      <inkml:brushProperty name="color" value="#F6630D"/>
    </inkml:brush>
  </inkml:definitions>
  <inkml:trace contextRef="#ctx0" brushRef="#br0">61 76 8290 0 0,'-7'-19'1278'0'0,"6"13"-385"0"0,-1 0-1 0 0,-1 0 0 0 0,1 0 1 0 0,-1 0-1 0 0,0 0 1 0 0,-1 0-1 0 0,-5-7 1 0 0,8 12-592 0 0,1 1-241 0 0,0 0 1 0 0,0 0-1 0 0,0 0 0 0 0,0 0 0 0 0,0 0 1 0 0,-1 0-1 0 0,1-1 0 0 0,0 1 0 0 0,0 0 1 0 0,0 0-1 0 0,-1 0 0 0 0,1 0 1 0 0,0 0-1 0 0,0 0 0 0 0,0 0 0 0 0,0 0 1 0 0,-1 0-1 0 0,1 0 0 0 0,0 0 1 0 0,0 0-1 0 0,0 0 0 0 0,-1 0 0 0 0,1 0 1 0 0,0 0-1 0 0,0 0 0 0 0,0 1 1 0 0,0-1-1 0 0,-1 0 0 0 0,1 0 0 0 0,0 0 1 0 0,-1 1 240 0 0,1-1-241 0 0,-5 10 1031 0 0,-1 15-368 0 0,6-23-557 0 0,-4 28 97 0 0,1 1 0 0 0,2 0 0 0 0,2 37 0 0 0,16 94-126 0 0,-4-47-390 0 0,-12-106 86 0 0,12 104-996 0 0,5-40-3816 0 0,-13-58-961 0 0</inkml:trace>
</inkml:ink>
</file>

<file path=ppt/ink/ink13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0:02.651"/>
    </inkml:context>
    <inkml:brush xml:id="br0">
      <inkml:brushProperty name="width" value="0.1" units="cm"/>
      <inkml:brushProperty name="height" value="0.1" units="cm"/>
      <inkml:brushProperty name="color" value="#F6630D"/>
    </inkml:brush>
  </inkml:definitions>
  <inkml:trace contextRef="#ctx0" brushRef="#br0">12 285 6913 0 0,'-10'-69'1601'0'0,"9"61"-780"0"0,0 1 0 0 0,1-1-1 0 0,1 0 1 0 0,-1 0 0 0 0,1 1-1 0 0,4-14 1 0 0,-5 20-732 0 0,0 1 0 0 0,0 0-1 0 0,0-1 1 0 0,0 1 0 0 0,0-1 0 0 0,0 1-1 0 0,1 0 1 0 0,-1-1 0 0 0,0 1 0 0 0,0 0 0 0 0,1-1-1 0 0,-1 1 1 0 0,0 0 0 0 0,0 0 0 0 0,1-1-1 0 0,-1 1 1 0 0,0 0 0 0 0,1 0 0 0 0,-1-1 0 0 0,0 1-1 0 0,1 0 1 0 0,-1 0 0 0 0,0 0 0 0 0,1 0-1 0 0,-1-1 1 0 0,1 1 0 0 0,-1 0 0 0 0,0 0 0 0 0,1 0-1 0 0,-1 0 1 0 0,1 0 0 0 0,-1 0 0 0 0,0 0-1 0 0,1 0 1 0 0,-1 0 0 0 0,1 0 0 0 0,17 11 1269 0 0,11 21-734 0 0,-28-31-518 0 0,19 26 167 0 0,17 31-1 0 0,-18-28-199 0 0,25 33 0 0 0,-38-56-106 0 0,1 1 0 0 0,0-1 1 0 0,0-1-1 0 0,0 1 0 0 0,1-1 1 0 0,-1 0-1 0 0,1-1 0 0 0,18 9 0 0 0,-22-12 7 0 0,1 0 0 0 0,-1-1 0 0 0,1 0-1 0 0,-1 1 1 0 0,1-1 0 0 0,0-1 0 0 0,-1 1 0 0 0,1-1-1 0 0,0 0 1 0 0,0 0 0 0 0,-1 0 0 0 0,1-1 0 0 0,0 1-1 0 0,-1-1 1 0 0,1 0 0 0 0,5-2 0 0 0,-4 0-36 0 0,0 0 0 0 0,0-1 0 0 0,0 1 0 0 0,0-1 0 0 0,0-1 0 0 0,-1 1 0 0 0,1-1 0 0 0,-1 1 0 0 0,8-12 1 0 0,0-1 27 0 0,-1-2 1 0 0,-1 1 0 0 0,-1-2 0 0 0,0 1-1 0 0,13-42 1 0 0,42-158 2920 0 0,-65 219-2863 0 0,0 0 0 0 0,0-1 0 0 0,0 1 0 0 0,0 0 0 0 0,1-1 0 0 0,-1 1-1 0 0,0-1 1 0 0,0 1 0 0 0,0 0 0 0 0,0-1 0 0 0,0 1 0 0 0,1 0 0 0 0,-1-1 0 0 0,0 1 0 0 0,0 0-1 0 0,0 0 1 0 0,1-1 0 0 0,-1 1 0 0 0,0 0 0 0 0,1 0 0 0 0,-1-1 0 0 0,0 1 0 0 0,0 0 0 0 0,1 0-1 0 0,-1 0 1 0 0,0-1 0 0 0,1 1 0 0 0,-1 0 0 0 0,0 0 0 0 0,1 0 0 0 0,-1 0 0 0 0,1 0 0 0 0,-1 0-1 0 0,1 0 1 0 0,9 10 295 0 0,5 26-226 0 0,-13-31-20 0 0,2 5-45 0 0,38 100 187 0 0,92 172-1 0 0,-56-155-1916 0 0,-67-105-6086 0 0</inkml:trace>
</inkml:ink>
</file>

<file path=ppt/ink/ink13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0:03.381"/>
    </inkml:context>
    <inkml:brush xml:id="br0">
      <inkml:brushProperty name="width" value="0.1" units="cm"/>
      <inkml:brushProperty name="height" value="0.1" units="cm"/>
      <inkml:brushProperty name="color" value="#F6630D"/>
    </inkml:brush>
  </inkml:definitions>
  <inkml:trace contextRef="#ctx0" brushRef="#br0">14 631 9674 0 0,'-13'8'939'0'0,"22"-7"510"0"0,26-10 609 0 0,-33 9-2063 0 0,-2 0 14 0 0,40-10 1090 0 0,0-1 1 0 0,-1-2-1 0 0,0-2 0 0 0,39-21 0 0 0,-75 35-1088 0 0,-1-1 1 0 0,1 1-1 0 0,-1-1 0 0 0,1 1 0 0 0,-1-1 0 0 0,0 0 1 0 0,0 0-1 0 0,0 0 0 0 0,0 0 0 0 0,0-1 0 0 0,0 1 1 0 0,0 0-1 0 0,-1-1 0 0 0,3-4 0 0 0,-3 5-8 0 0,-1-1-1 0 0,0 1 1 0 0,0 0-1 0 0,0 0 1 0 0,-1 0 0 0 0,1 0-1 0 0,0 0 1 0 0,-1 0-1 0 0,1 0 1 0 0,-1 0-1 0 0,0 0 1 0 0,1 0-1 0 0,-1 1 1 0 0,0-1-1 0 0,0 0 1 0 0,-1 0 0 0 0,1 1-1 0 0,0-1 1 0 0,0 0-1 0 0,-1 1 1 0 0,-1-2-1 0 0,-6-7-1 0 0,-8-9 10 0 0,1-1 0 0 0,-23-36 1 0 0,35 48-10 0 0,0 0 1 0 0,0 0-1 0 0,1 0 1 0 0,0 0-1 0 0,0-1 1 0 0,1 0-1 0 0,0 1 0 0 0,1-1 1 0 0,0 0-1 0 0,0 0 1 0 0,1-14-1 0 0,2 11 17 0 0,0-1 0 0 0,1 1 0 0 0,0 0 0 0 0,1-1 0 0 0,0 1 0 0 0,1 1 0 0 0,0-1 0 0 0,1 1-1 0 0,0 0 1 0 0,1 0 0 0 0,0 0 0 0 0,1 1 0 0 0,0 1 0 0 0,1-1 0 0 0,0 1 0 0 0,0 0 0 0 0,1 1 0 0 0,0 0 0 0 0,0 1 0 0 0,1 0-1 0 0,18-8 1 0 0,-25 12-12 0 0,0 1 1 0 0,1 0-1 0 0,-1 1 0 0 0,1-1 0 0 0,0 1 0 0 0,-1 0 0 0 0,1 0 1 0 0,0 0-1 0 0,-1 1 0 0 0,1 0 0 0 0,0 0 0 0 0,0 0 0 0 0,0 0 0 0 0,-1 1 1 0 0,1 0-1 0 0,9 2 0 0 0,-7 0 13 0 0,-1 0 0 0 0,0 0 0 0 0,0 1 0 0 0,0 0 0 0 0,0 0 0 0 0,0 0 0 0 0,-1 1 0 0 0,0 0 0 0 0,0 0 0 0 0,6 8 0 0 0,3 6 31 0 0,-1 1 0 0 0,0 1 0 0 0,-2 0 0 0 0,-1 1 0 0 0,14 38 0 0 0,18 82-308 0 0,-25-79 22 0 0,37 91-1 0 0,-52-149 325 0 0,1 0 0 0 0,-1 0 0 0 0,1 0-1 0 0,0-1 1 0 0,0 1 0 0 0,0-1-1 0 0,0 0 1 0 0,1 0 0 0 0,0 0 0 0 0,0 0-1 0 0,0-1 1 0 0,0 0 0 0 0,9 6 0 0 0,-9-8-13 0 0,-1 1 1 0 0,1-1 0 0 0,0 0 0 0 0,-1 0 0 0 0,1-1-1 0 0,0 1 1 0 0,0-1 0 0 0,-1 0 0 0 0,1 0 0 0 0,0 0 0 0 0,0 0-1 0 0,0 0 1 0 0,-1-1 0 0 0,1 0 0 0 0,0 0 0 0 0,0 0-1 0 0,-1 0 1 0 0,1-1 0 0 0,-1 1 0 0 0,5-4 0 0 0,15-9 224 0 0,0-1 1 0 0,-1-1 0 0 0,38-37 0 0 0,23-18-176 0 0,-72 63-410 0 0,0 1-1 0 0,0 0 0 0 0,1 1 1 0 0,0 0-1 0 0,0 1 0 0 0,14-4 1 0 0,-6 3-7770 0 0</inkml:trace>
</inkml:ink>
</file>

<file path=ppt/ink/ink13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0:05.906"/>
    </inkml:context>
    <inkml:brush xml:id="br0">
      <inkml:brushProperty name="width" value="0.1" units="cm"/>
      <inkml:brushProperty name="height" value="0.1" units="cm"/>
      <inkml:brushProperty name="color" value="#F6630D"/>
    </inkml:brush>
  </inkml:definitions>
  <inkml:trace contextRef="#ctx0" brushRef="#br0">166 328 2304 0 0,'-44'-154'2548'0'0,"34"127"-1223"0"0,-1 1 1 0 0,0 0 0 0 0,-26-40-1 0 0,35 64-907 0 0,0-1 0 0 0,1 1-1 0 0,-1 0 1 0 0,0-1 0 0 0,0 1 0 0 0,-1 0 0 0 0,1 0-1 0 0,0 1 1 0 0,-1-1 0 0 0,1 0 0 0 0,-1 1-1 0 0,-5-3 1 0 0,8 4-267 0 0,-1 0 0 0 0,1 0 0 0 0,-1-1 1 0 0,1 1-1 0 0,-1 0 0 0 0,1 0 0 0 0,-1 0 0 0 0,1 0 0 0 0,-1 0 0 0 0,0 0 1 0 0,1 1-1 0 0,-1-1 0 0 0,1 0 0 0 0,-1 0 0 0 0,1 0 0 0 0,-1 0 0 0 0,1 1 0 0 0,-1-1 1 0 0,1 0-1 0 0,0 0 0 0 0,-1 1 0 0 0,1-1 0 0 0,-1 0 0 0 0,1 1 0 0 0,-1-1 1 0 0,1 1-1 0 0,-1 1-45 0 0,0-1 0 0 0,0 1 1 0 0,1-1-1 0 0,-1 1 1 0 0,1-1-1 0 0,-1 1 0 0 0,1 0 1 0 0,0-1-1 0 0,0 1 1 0 0,0 0-1 0 0,0-1 0 0 0,0 1 1 0 0,0 2-1 0 0,8 72 477 0 0,35 150 1 0 0,-28-164-492 0 0,155 672 214 0 0,-159-685-313 0 0,-3 1 0 0 0,4 80 1 0 0,-11-114 38 0 0,-1 0 1 0 0,-1 0 0 0 0,-1 0 0 0 0,0 0-1 0 0,-1-1 1 0 0,0 1 0 0 0,-2-1-1 0 0,1 1 1 0 0,-2-1 0 0 0,0-1 0 0 0,-1 1-1 0 0,-12 18 1 0 0,6-17 554 0 0,5-9-1642 0 0</inkml:trace>
</inkml:ink>
</file>

<file path=ppt/ink/ink13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0:07.269"/>
    </inkml:context>
    <inkml:brush xml:id="br0">
      <inkml:brushProperty name="width" value="0.1" units="cm"/>
      <inkml:brushProperty name="height" value="0.1" units="cm"/>
      <inkml:brushProperty name="color" value="#F6630D"/>
    </inkml:brush>
  </inkml:definitions>
  <inkml:trace contextRef="#ctx0" brushRef="#br0">49 283 5985 0 0,'-3'-4'103'0'0,"0"0"0"0"0,1-1 0 0 0,-1 1 0 0 0,1-1 0 0 0,0 0 0 0 0,0 0 0 0 0,0 0 0 0 0,-1-10 0 0 0,-8-17 1476 0 0,11 31-1503 0 0,-14-36 2563 0 0,12 18 6 0 0,2 19-2528 0 0,1-1 0 0 0,-1 1 0 0 0,0-1 0 0 0,0 1 0 0 0,0-1 0 0 0,0 1 0 0 0,1 0 1 0 0,-1-1-1 0 0,0 1 0 0 0,0 0 0 0 0,1-1 0 0 0,-1 1 0 0 0,0 0 0 0 0,0-1 0 0 0,1 1 0 0 0,-1 0 0 0 0,0-1 0 0 0,1 1 0 0 0,-1 0 0 0 0,1 0 1 0 0,-1 0-1 0 0,0-1 0 0 0,1 1 0 0 0,-1 0 0 0 0,1 0 0 0 0,-1 0 0 0 0,0 0 0 0 0,1 0 0 0 0,-1 0 0 0 0,1 0 0 0 0,-1 0 0 0 0,1 0 0 0 0,1 0-18 0 0,0 1-1 0 0,0-1 0 0 0,0 1 0 0 0,0 0 1 0 0,0 0-1 0 0,0 0 0 0 0,-1 0 0 0 0,1 0 1 0 0,0 1-1 0 0,-1-1 0 0 0,1 0 0 0 0,-1 1 1 0 0,1-1-1 0 0,-1 1 0 0 0,0 0 0 0 0,0-1 1 0 0,2 3-1 0 0,19 33 284 0 0,-20-34-299 0 0,28 59 363 0 0,34 103-1 0 0,-8-20-750 0 0,-46-127-746 0 0,-15-40-1150 0 0,-1-13 1595 0 0,3 6 678 0 0,2-1 0 0 0,1 1 0 0 0,1-1 0 0 0,2 1 0 0 0,1-1 1 0 0,1 1-1 0 0,1 0 0 0 0,12-30 0 0 0,-15 53 46 0 0,0-1 0 0 0,0 1 0 0 0,0 0 1 0 0,1-1-1 0 0,0 2 0 0 0,1-1 0 0 0,-1 0 0 0 0,1 1 0 0 0,0 0 1 0 0,8-6-1 0 0,-11 9-49 0 0,0 1 1 0 0,1-1-1 0 0,0 1 1 0 0,-1-1 0 0 0,1 1-1 0 0,0 0 1 0 0,-1 0-1 0 0,1 0 1 0 0,0 1-1 0 0,0-1 1 0 0,0 1-1 0 0,0-1 1 0 0,0 1 0 0 0,0 0-1 0 0,-1 0 1 0 0,1 0-1 0 0,0 1 1 0 0,0-1-1 0 0,0 1 1 0 0,0-1-1 0 0,0 1 1 0 0,0 0 0 0 0,-1 0-1 0 0,1 0 1 0 0,0 1-1 0 0,-1-1 1 0 0,4 3-1 0 0,12 9 8 0 0,0 2 0 0 0,-1 0 0 0 0,-1 0-1 0 0,0 2 1 0 0,-1 0 0 0 0,12 19 0 0 0,10 10-492 0 0,-37-46 415 0 0,0 1 1 0 0,0-1-1 0 0,0 0 0 0 0,1 1 0 0 0,-1-1 1 0 0,0 0-1 0 0,0 0 0 0 0,1 1 1 0 0,-1-1-1 0 0,0 0 0 0 0,0 0 0 0 0,1 1 1 0 0,-1-1-1 0 0,0 0 0 0 0,1 0 1 0 0,-1 0-1 0 0,0 0 0 0 0,1 0 0 0 0,-1 1 1 0 0,0-1-1 0 0,1 0 0 0 0,-1 0 1 0 0,1 0-1 0 0,-1 0 0 0 0,0 0 0 0 0,1 0 1 0 0,-1 0-1 0 0,0 0 0 0 0,1 0 1 0 0,-1 0-1 0 0,0 0 0 0 0,1-1 0 0 0,-1 1 1 0 0,0 0-1 0 0,1 0 0 0 0,-1 0 0 0 0,0 0 1 0 0,1-1-1 0 0,9-15-128 0 0,0-28-281 0 0,-9 41 359 0 0,5-30-230 0 0,2 0-1 0 0,15-38 1 0 0,-17 54 284 0 0,1 1 0 0 0,1 1 0 0 0,0-1 0 0 0,1 1 0 0 0,1 1 0 0 0,12-16-1 0 0,-20 29 11 0 0,-1-1 0 0 0,0 1-1 0 0,0-1 1 0 0,1 1 0 0 0,-1 0-1 0 0,0 0 1 0 0,1 0 0 0 0,-1 0-1 0 0,1 0 1 0 0,0 0 0 0 0,-1 0-1 0 0,1 0 1 0 0,0 0 0 0 0,0 1-1 0 0,-1-1 1 0 0,1 1 0 0 0,0 0-1 0 0,0-1 1 0 0,0 1 0 0 0,0 0-1 0 0,2 0 1 0 0,-1 1 40 0 0,-1-1 0 0 0,1 1-1 0 0,-1 0 1 0 0,1 0 0 0 0,-1 0 0 0 0,0 1-1 0 0,0-1 1 0 0,1 0 0 0 0,-1 1-1 0 0,0 0 1 0 0,0-1 0 0 0,0 1 0 0 0,2 4-1 0 0,6 6 228 0 0,-1 2 0 0 0,0-1 0 0 0,-2 1-1 0 0,8 17 1 0 0,-8-17-214 0 0,8 20 163 0 0,-2 1-1 0 0,-1 1 1 0 0,7 38 0 0 0,8 24-7805 0 0,-21-81 1036 0 0</inkml:trace>
</inkml:ink>
</file>

<file path=ppt/ink/ink13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0:07.825"/>
    </inkml:context>
    <inkml:brush xml:id="br0">
      <inkml:brushProperty name="width" value="0.1" units="cm"/>
      <inkml:brushProperty name="height" value="0.1" units="cm"/>
      <inkml:brushProperty name="color" value="#F6630D"/>
    </inkml:brush>
  </inkml:definitions>
  <inkml:trace contextRef="#ctx0" brushRef="#br0">94 8 5985 0 0,'-6'-7'9537'0'0,"-11"72"-8706"0"0,3 1 0 0 0,3 0 0 0 0,-3 72 0 0 0,0 3-537 0 0,6-86 115 0 0,2 1 0 0 0,3 0 0 0 0,7 106 0 0 0,-4-162-511 0 0,0 1 0 0 0,0-1 0 0 0,0 1 0 0 0,0-1 0 0 0,0 1-1 0 0,0-1 1 0 0,0 1 0 0 0,0-1 0 0 0,1 1 0 0 0,-1 0-1 0 0,0-1 1 0 0,0 1 0 0 0,0-1 0 0 0,1 1 0 0 0,-1-1 0 0 0,0 1-1 0 0,0-1 1 0 0,1 0 0 0 0,-1 1 0 0 0,0-1 0 0 0,1 1-1 0 0,-1-1 1 0 0,1 0 0 0 0,-1 1 0 0 0,0-1 0 0 0,1 0 0 0 0,0 1-1 0 0,9-10-2729 0 0,4-23 1121 0 0,0-30 175 0 0,-10 45-2730 0 0</inkml:trace>
</inkml:ink>
</file>

<file path=ppt/ink/ink13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0:08.240"/>
    </inkml:context>
    <inkml:brush xml:id="br0">
      <inkml:brushProperty name="width" value="0.1" units="cm"/>
      <inkml:brushProperty name="height" value="0.1" units="cm"/>
      <inkml:brushProperty name="color" value="#F6630D"/>
    </inkml:brush>
  </inkml:definitions>
  <inkml:trace contextRef="#ctx0" brushRef="#br0">19 893 2761 0 0,'0'-10'1223'0'0,"-1"-1"1"0"0,-1 1 0 0 0,-3-13 0 0 0,-4-23 2301 0 0,8-68 1457 0 0,15-59-1630 0 0,-12 161-3159 0 0,13-97 983 0 0,38-133 1 0 0,-50 227-1055 0 0,11-51 116 0 0,-13 62-202 0 0,0 0 1 0 0,-1 0-1 0 0,0 0 0 0 0,0-1 0 0 0,0 1 0 0 0,-1 0 0 0 0,1 0 0 0 0,-1 0 0 0 0,0 0 0 0 0,0 1 0 0 0,0-1 0 0 0,-1 0 0 0 0,-2-5 0 0 0,4 9-24 0 0,0 0-1 0 0,0 1 0 0 0,0-1 1 0 0,0 0-1 0 0,0 0 1 0 0,0 0-1 0 0,0 0 0 0 0,0 1 1 0 0,-1-1-1 0 0,1 0 1 0 0,0 0-1 0 0,0 0 1 0 0,0 0-1 0 0,0 1 0 0 0,0-1 1 0 0,-1 0-1 0 0,1 0 1 0 0,0 0-1 0 0,0 0 0 0 0,0 0 1 0 0,-1 0-1 0 0,1 1 1 0 0,0-1-1 0 0,0 0 0 0 0,0 0 1 0 0,-1 0-1 0 0,1 0 1 0 0,0 0-1 0 0,0 0 0 0 0,0 0 1 0 0,-1 0-1 0 0,1 0 1 0 0,0 0-1 0 0,0 0 1 0 0,0 0-1 0 0,-1 0 0 0 0,1 0 1 0 0,0 0-1 0 0,0 0 1 0 0,0 0-1 0 0,-1-1 0 0 0,1 1 1 0 0,0 0-1 0 0,0 0 1 0 0,0 0-1 0 0,0 0 0 0 0,-1 0 1 0 0,1 0-1 0 0,0-1 1 0 0,0 1-1 0 0,0 0 0 0 0,0 0 1 0 0,-1 0-1 0 0,2 15 44 0 0,1 1-43 0 0,1 1-1 0 0,0-1 1 0 0,1 0 0 0 0,1 0 0 0 0,7 15-1 0 0,39 75-23 0 0,-31-67 18 0 0,50 103-7 0 0,186 339-9 0 0,-168-349-237 0 0,-8-11-5587 0 0,-71-107 4092 0 0</inkml:trace>
</inkml:ink>
</file>

<file path=ppt/ink/ink13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0:08.461"/>
    </inkml:context>
    <inkml:brush xml:id="br0">
      <inkml:brushProperty name="width" value="0.1" units="cm"/>
      <inkml:brushProperty name="height" value="0.1" units="cm"/>
      <inkml:brushProperty name="color" value="#F6630D"/>
    </inkml:brush>
  </inkml:definitions>
  <inkml:trace contextRef="#ctx0" brushRef="#br0">4 181 9218 0 0,'-3'-5'5379'0'0,"2"5"-5283"0"0,18-18 2607 0 0,37-31-1088 0 0,-42 38-1015 0 0,79-67-2377 0 0,-66 58 923 0 0</inkml:trace>
</inkml:ink>
</file>

<file path=ppt/ink/ink13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0:08.794"/>
    </inkml:context>
    <inkml:brush xml:id="br0">
      <inkml:brushProperty name="width" value="0.1" units="cm"/>
      <inkml:brushProperty name="height" value="0.1" units="cm"/>
      <inkml:brushProperty name="color" value="#F6630D"/>
    </inkml:brush>
  </inkml:definitions>
  <inkml:trace contextRef="#ctx0" brushRef="#br0">1 7 2304 0 0,'6'-2'1438'0'0,"1"1"0"0"0,0-1-1 0 0,0 1 1 0 0,0 1 0 0 0,0-1-1 0 0,8 2 1 0 0,52 8 1928 0 0,-33 0-1794 0 0,62 24-1 0 0,-35-5-532 0 0,0 2 0 0 0,57 38-1 0 0,-44-16-2538 0 0,-2 2-3410 0 0,-43-29-1783 0 0</inkml:trace>
</inkml:ink>
</file>

<file path=ppt/ink/ink13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0:09.015"/>
    </inkml:context>
    <inkml:brush xml:id="br0">
      <inkml:brushProperty name="width" value="0.1" units="cm"/>
      <inkml:brushProperty name="height" value="0.1" units="cm"/>
      <inkml:brushProperty name="color" value="#F6630D"/>
    </inkml:brush>
  </inkml:definitions>
  <inkml:trace contextRef="#ctx0" brushRef="#br0">214 32 10594 0 0,'-7'-11'794'0'0,"5"7"-386"0"0,0 0 0 0 0,0 1 1 0 0,0 0-1 0 0,-1-1 0 0 0,0 1 0 0 0,-10 4 4138 0 0,4 24-3022 0 0,8-22-1223 0 0,-61 176 2058 0 0,36-113-2982 0 0,3 1-1 0 0,3 1 0 0 0,-13 82 0 0 0,28-110-6637 0 0</inkml:trace>
</inkml:ink>
</file>

<file path=ppt/ink/ink13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0:09.459"/>
    </inkml:context>
    <inkml:brush xml:id="br0">
      <inkml:brushProperty name="width" value="0.1" units="cm"/>
      <inkml:brushProperty name="height" value="0.1" units="cm"/>
      <inkml:brushProperty name="color" value="#F6630D"/>
    </inkml:brush>
  </inkml:definitions>
  <inkml:trace contextRef="#ctx0" brushRef="#br0">317 38 6913 0 0,'-22'-9'2'0'0,"8"3"650"0"0,-1 1-1 0 0,1 1 1 0 0,-1 0 0 0 0,0 0-1 0 0,-20-1 1 0 0,31 5-446 0 0,0 0-1 0 0,0 0 1 0 0,0 1 0 0 0,0-1-1 0 0,0 1 1 0 0,0 0 0 0 0,1 0-1 0 0,-1 0 1 0 0,0 0-1 0 0,0 1 1 0 0,1-1 0 0 0,-1 1-1 0 0,1 0 1 0 0,0 0 0 0 0,-1 1-1 0 0,1-1 1 0 0,0 1-1 0 0,0-1 1 0 0,0 1 0 0 0,1 0-1 0 0,-1 0 1 0 0,1 0 0 0 0,-1 1-1 0 0,1-1 1 0 0,-2 6-1 0 0,-8 14 292 0 0,2 0 0 0 0,1 1 0 0 0,1 1 0 0 0,1-1 0 0 0,-3 27 0 0 0,-13 131 315 0 0,20-154-675 0 0,-9 109 227 0 0,7 155 1 0 0,8-232-281 0 0,2-1-1 0 0,3 1 1 0 0,3-1-1 0 0,2-1 1 0 0,23 65 0 0 0,-24-94-82 0 0,2-2 0 0 0,0 0 0 0 0,2 0 0 0 0,1-1 0 0 0,1-1 0 0 0,1-1 0 0 0,1-1 0 0 0,1-1 0 0 0,1 0 0 0 0,0-2 0 0 0,2 0 0 0 0,1-2 0 0 0,0-1 0 0 0,1 0 0 0 0,53 23 0 0 0,-65-34-879 0 0,0-1 0 0 0,29 7 1 0 0,-9-7-5960 0 0</inkml:trace>
</inkml:ink>
</file>

<file path=ppt/ink/ink13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0:09.835"/>
    </inkml:context>
    <inkml:brush xml:id="br0">
      <inkml:brushProperty name="width" value="0.1" units="cm"/>
      <inkml:brushProperty name="height" value="0.1" units="cm"/>
      <inkml:brushProperty name="color" value="#F6630D"/>
    </inkml:brush>
  </inkml:definitions>
  <inkml:trace contextRef="#ctx0" brushRef="#br0">20 0 10738 0 0,'-16'7'12450'0'0,"15"1"-14047"0"0,-1 11 1799 0 0,2-1 0 0 0,0 1 0 0 0,1 0 0 0 0,1-1 1 0 0,0 1-1 0 0,9 28 0 0 0,-3-6-166 0 0,13 71 61 0 0,61 398 9 0 0,-67-395-497 0 0,-4-67-5962 0 0,-5-22-746 0 0</inkml:trace>
</inkml:ink>
</file>

<file path=ppt/ink/ink13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0:10.214"/>
    </inkml:context>
    <inkml:brush xml:id="br0">
      <inkml:brushProperty name="width" value="0.1" units="cm"/>
      <inkml:brushProperty name="height" value="0.1" units="cm"/>
      <inkml:brushProperty name="color" value="#F6630D"/>
    </inkml:brush>
  </inkml:definitions>
  <inkml:trace contextRef="#ctx0" brushRef="#br0">15 69 6913 0 0,'-8'-12'3296'0'0,"5"28"-326"0"0,-1 48-1901 0 0,8 81 0 0 0,-1-106-1270 0 0,2-1 1 0 0,2 1 0 0 0,17 56-1 0 0,-19-81 76 0 0,1 1 1 0 0,0-1-1 0 0,1-1 1 0 0,1 1-1 0 0,0-1 0 0 0,1-1 1 0 0,0 0-1 0 0,1 0 0 0 0,0-1 1 0 0,1 0-1 0 0,0 0 0 0 0,21 14 1 0 0,-26-21 158 0 0,0 0 1 0 0,0-1 0 0 0,0 1-1 0 0,0-1 1 0 0,1-1 0 0 0,0 1-1 0 0,-1-1 1 0 0,1 0 0 0 0,0-1 0 0 0,0 1-1 0 0,0-2 1 0 0,0 1 0 0 0,0-1-1 0 0,1 0 1 0 0,-1 0 0 0 0,0 0-1 0 0,0-1 1 0 0,0-1 0 0 0,0 1-1 0 0,0-1 1 0 0,-1 0 0 0 0,1 0-1 0 0,0-1 1 0 0,-1 0 0 0 0,0 0-1 0 0,0-1 1 0 0,0 0 0 0 0,11-9-1 0 0,-4 2 369 0 0,0-1-1 0 0,-1 0 0 0 0,0-1 0 0 0,-1-1 1 0 0,-1 0-1 0 0,0 0 0 0 0,-1-1 1 0 0,-1 0-1 0 0,0-1 0 0 0,-1 1 1 0 0,-1-1-1 0 0,0-1 0 0 0,-1 1 0 0 0,-1-1 1 0 0,0 0-1 0 0,1-23 0 0 0,-4 23-271 0 0,0 1 0 0 0,-1 0 0 0 0,-1-1-1 0 0,-1 1 1 0 0,0 0 0 0 0,-1 0 0 0 0,0 0-1 0 0,-2 0 1 0 0,0 0 0 0 0,-1 1 0 0 0,0 0-1 0 0,-1 0 1 0 0,-1 0 0 0 0,0 1 0 0 0,-1 1-1 0 0,0-1 1 0 0,-17-17 0 0 0,17 22-116 0 0,-1 0 0 0 0,0 1-1 0 0,-1 0 1 0 0,0 1 0 0 0,0 0 0 0 0,-1 1 0 0 0,0 0-1 0 0,0 1 1 0 0,0 0 0 0 0,-20-5 0 0 0,16 6-161 0 0,0 1 0 0 0,1 1 0 0 0,-2 0 1 0 0,1 1-1 0 0,0 0 0 0 0,0 2 0 0 0,0 0 0 0 0,-19 3 0 0 0,13 2-753 0 0</inkml:trace>
</inkml:ink>
</file>

<file path=ppt/ink/ink13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0:10.857"/>
    </inkml:context>
    <inkml:brush xml:id="br0">
      <inkml:brushProperty name="width" value="0.1" units="cm"/>
      <inkml:brushProperty name="height" value="0.1" units="cm"/>
      <inkml:brushProperty name="color" value="#F6630D"/>
    </inkml:brush>
  </inkml:definitions>
  <inkml:trace contextRef="#ctx0" brushRef="#br0">5 50 5065 0 0,'-5'-3'5564'0'0,"29"-11"-3318"0"0,40-13 652 0 0,-59 25-2763 0 0,-1 1-1 0 0,1 0 1 0 0,0 0 0 0 0,0 1 0 0 0,0-1 0 0 0,0 1 0 0 0,-1 0 0 0 0,1 1 0 0 0,0-1 0 0 0,0 1-1 0 0,0 0 1 0 0,0 0 0 0 0,-1 0 0 0 0,1 1 0 0 0,-1 0 0 0 0,1 0 0 0 0,-1 0 0 0 0,1 0-1 0 0,-1 1 1 0 0,0-1 0 0 0,0 1 0 0 0,0 0 0 0 0,-1 0 0 0 0,1 1 0 0 0,-1-1 0 0 0,1 1-1 0 0,-1 0 1 0 0,0 0 0 0 0,-1 0 0 0 0,1 0 0 0 0,-1 0 0 0 0,4 8 0 0 0,-2-3-159 0 0,0 1 0 0 0,0 0 1 0 0,-1 0-1 0 0,0 1 0 0 0,-1-1 1 0 0,0 1-1 0 0,0-1 0 0 0,-1 1 0 0 0,-1 0 1 0 0,0-1-1 0 0,0 1 0 0 0,-1-1 1 0 0,-1 1-1 0 0,-2 12 0 0 0,-19 28-449 0 0,17-41 327 0 0,1 1 0 0 0,1-1 1 0 0,-6 16-1 0 0,16-26 85 0 0,0 0 0 0 0,0-1 0 0 0,-1 0 0 0 0,1 0 1 0 0,9-3-1 0 0,-14 3 49 0 0,17-3-42 0 0,-1 0 0 0 0,0 1 0 0 0,0 1 1 0 0,1 1-1 0 0,19 1 0 0 0,-32 0 43 0 0,0 0 0 0 0,-1 0 0 0 0,1 1-1 0 0,0-1 1 0 0,0 1 0 0 0,0 1 0 0 0,-1-1 0 0 0,1 1 0 0 0,-1-1-1 0 0,1 1 1 0 0,-1 0 0 0 0,0 1 0 0 0,0-1 0 0 0,1 1-1 0 0,-2 0 1 0 0,1 0 0 0 0,0 0 0 0 0,-1 1 0 0 0,1-1 0 0 0,-1 1-1 0 0,0 0 1 0 0,0 0 0 0 0,2 4 0 0 0,-4-4 71 0 0,0 0 0 0 0,0-1 0 0 0,0 1 0 0 0,-1 0 0 0 0,1 0 0 0 0,-1 0 0 0 0,0 0 0 0 0,0 0 0 0 0,-1 0 0 0 0,1 0 0 0 0,-1-1 0 0 0,0 1 0 0 0,0 0 0 0 0,0 0 0 0 0,0-1 0 0 0,0 1 0 0 0,-1 0 0 0 0,0-1 0 0 0,0 0 0 0 0,0 1 0 0 0,0-1 0 0 0,-1 0 0 0 0,-2 3 0 0 0,-3 4 199 0 0,-1 1-1 0 0,0-2 1 0 0,-1 1-1 0 0,0-2 1 0 0,-16 12-1 0 0,12-12-188 0 0,1-1 1 0 0,-26 10-1 0 0,-3 1-5911 0 0</inkml:trace>
</inkml:ink>
</file>

<file path=ppt/ink/ink13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0:11.354"/>
    </inkml:context>
    <inkml:brush xml:id="br0">
      <inkml:brushProperty name="width" value="0.1" units="cm"/>
      <inkml:brushProperty name="height" value="0.1" units="cm"/>
      <inkml:brushProperty name="color" value="#F6630D"/>
    </inkml:brush>
  </inkml:definitions>
  <inkml:trace contextRef="#ctx0" brushRef="#br0">175 40 4609 0 0,'-9'-5'768'0'0,"-1"0"1"0"0,0 0-1 0 0,0 1 0 0 0,0 0 1 0 0,0 1-1 0 0,-15-3 0 0 0,5 3 2610 0 0,-1 1 0 0 0,-29-1-1 0 0,77 38-1083 0 0,126 128-2096 0 0,-88-98-104 0 0,-4 2-1 0 0,59 84 1 0 0,-88-105-137 0 0,-3 2-1 0 0,43 95 1 0 0,-62-118 22 0 0,-1 1 0 0 0,-1 0 1 0 0,-1 1-1 0 0,-2 0 0 0 0,-1 0 0 0 0,-1 0 1 0 0,-1 53-1 0 0,-6-27-22 0 0,-3 0 1 0 0,-2-1 0 0 0,-2 0-1 0 0,-3 0 1 0 0,-30 75-1 0 0,-128 237 644 0 0,152-324-467 0 0,-14 19-23 0 0,29-46-262 0 0</inkml:trace>
</inkml:ink>
</file>

<file path=ppt/ink/ink13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0:12.652"/>
    </inkml:context>
    <inkml:brush xml:id="br0">
      <inkml:brushProperty name="width" value="0.1" units="cm"/>
      <inkml:brushProperty name="height" value="0.1" units="cm"/>
      <inkml:brushProperty name="color" value="#F6630D"/>
    </inkml:brush>
  </inkml:definitions>
  <inkml:trace contextRef="#ctx0" brushRef="#br0">41 86 6913 0 0,'-7'-9'1817'0'0,"1"-1"-1"0"0,1 0 0 0 0,0 0 0 0 0,0 0 0 0 0,1 0 1 0 0,-5-17-1 0 0,25 88 1453 0 0,3 42-2880 0 0,-5-21-197 0 0,85 325 142 0 0,-66-304 16 0 0,87 184 0 0 0,-101-237-2168 0 0,-21-54 1146 0 0</inkml:trace>
</inkml:ink>
</file>

<file path=ppt/ink/ink13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0:13.049"/>
    </inkml:context>
    <inkml:brush xml:id="br0">
      <inkml:brushProperty name="width" value="0.1" units="cm"/>
      <inkml:brushProperty name="height" value="0.1" units="cm"/>
      <inkml:brushProperty name="color" value="#F6630D"/>
    </inkml:brush>
  </inkml:definitions>
  <inkml:trace contextRef="#ctx0" brushRef="#br0">36 142 4145 0 0,'-9'-42'2295'0'0,"-18"-58"13820"0"0,39 121-15001 0 0,15 35-1138 0 0,62 248 592 0 0,-17-48-495 0 0,-55-206-534 0 0,3-1-1 0 0,1-1 1 0 0,28 46 0 0 0,-39-78-719 0 0</inkml:trace>
</inkml:ink>
</file>

<file path=ppt/ink/ink13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0:13.288"/>
    </inkml:context>
    <inkml:brush xml:id="br0">
      <inkml:brushProperty name="width" value="0.1" units="cm"/>
      <inkml:brushProperty name="height" value="0.1" units="cm"/>
      <inkml:brushProperty name="color" value="#F6630D"/>
    </inkml:brush>
  </inkml:definitions>
  <inkml:trace contextRef="#ctx0" brushRef="#br0">204 190 656 0 0,'3'-30'-172'0'0,"-1"17"1325"0"0,-1 1 0 0 0,0-1-1 0 0,0 0 1 0 0,-1 1 0 0 0,-1-1-1 0 0,0 1 1 0 0,-1-1-1 0 0,0 1 1 0 0,-4-15 0 0 0,5 26-1065 0 0,1 0 0 0 0,-1 0 1 0 0,0 0-1 0 0,1 0 0 0 0,-1-1 0 0 0,0 1 1 0 0,0 0-1 0 0,0 0 0 0 0,0 0 1 0 0,0 1-1 0 0,0-1 0 0 0,0 0 1 0 0,0 0-1 0 0,0 0 0 0 0,0 1 1 0 0,0-1-1 0 0,0 1 0 0 0,-1-1 1 0 0,1 1-1 0 0,0-1 0 0 0,0 1 1 0 0,-1-1-1 0 0,1 1 0 0 0,0 0 1 0 0,-2 0-1 0 0,-1 0 38 0 0,1 0-1 0 0,-1 1 1 0 0,1 0-1 0 0,-1-1 1 0 0,1 1 0 0 0,-1 0-1 0 0,1 1 1 0 0,-1-1-1 0 0,-3 3 1 0 0,-4 2 197 0 0,0 1 0 0 0,1 0-1 0 0,0 1 1 0 0,-14 14 0 0 0,17-13-70 0 0,0-1 0 0 0,0 2 0 0 0,1-1-1 0 0,0 1 1 0 0,1 0 0 0 0,0 0 0 0 0,0 0 0 0 0,1 1 0 0 0,1-1 0 0 0,0 1 0 0 0,0 0-1 0 0,1 0 1 0 0,-1 22 0 0 0,2-28-203 0 0,1-1 0 0 0,0 1 0 0 0,0-1 0 0 0,1 1 0 0 0,-1-1-1 0 0,1 0 1 0 0,0 1 0 0 0,1-1 0 0 0,-1 0 0 0 0,1 0 0 0 0,-1 1 0 0 0,1-1 0 0 0,0 0 0 0 0,1-1-1 0 0,-1 1 1 0 0,1 0 0 0 0,-1-1 0 0 0,1 1 0 0 0,0-1 0 0 0,1 0 0 0 0,-1 0 0 0 0,0 0 0 0 0,1-1-1 0 0,0 1 1 0 0,-1-1 0 0 0,1 1 0 0 0,0-1 0 0 0,0-1 0 0 0,1 1 0 0 0,-1 0 0 0 0,0-1-1 0 0,0 0 1 0 0,1 0 0 0 0,-1 0 0 0 0,1-1 0 0 0,-1 0 0 0 0,6 0 0 0 0,2 1-115 0 0,0-1 1 0 0,0-1 0 0 0,0 0-1 0 0,0-1 1 0 0,0-1 0 0 0,-1 1-1 0 0,1-2 1 0 0,-1 0-1 0 0,0 0 1 0 0,12-7 0 0 0,-1 1-805 0 0</inkml:trace>
</inkml:ink>
</file>

<file path=ppt/ink/ink13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0:14.320"/>
    </inkml:context>
    <inkml:brush xml:id="br0">
      <inkml:brushProperty name="width" value="0.1" units="cm"/>
      <inkml:brushProperty name="height" value="0.1" units="cm"/>
      <inkml:brushProperty name="color" value="#F6630D"/>
    </inkml:brush>
  </inkml:definitions>
  <inkml:trace contextRef="#ctx0" brushRef="#br0">13 539 4609 0 0,'0'0'72'0'0,"-1"0"0"0"0,1 0 0 0 0,-1 0 0 0 0,1 0-1 0 0,0 0 1 0 0,-1 0 0 0 0,1 0 0 0 0,-1 0 0 0 0,1 0 0 0 0,-1 0 0 0 0,1 0 0 0 0,0 0-1 0 0,-1 0 1 0 0,1 0 0 0 0,-1 1 0 0 0,1-1 0 0 0,0 0 0 0 0,-1 0 0 0 0,1 0 0 0 0,-1 1 0 0 0,1-1-1 0 0,0 0 1 0 0,-1 1 0 0 0,1-1 0 0 0,0 0 0 0 0,0 1 0 0 0,-1-1 0 0 0,1 0 0 0 0,0 1 0 0 0,0-1-1 0 0,-1 0 1 0 0,1 1 0 0 0,0 0 0 0 0,14 6 2658 0 0,27 2 1054 0 0,93 23 1629 0 0,-90-20-4794 0 0,1-1 0 0 0,61 5-1 0 0,-97-15-515 0 0,0-1-1 0 0,0 0 0 0 0,1 0 0 0 0,-1-1 0 0 0,11-2 0 0 0,-18 3-69 0 0,0-1 0 0 0,0 1 0 0 0,0-1 0 0 0,0 1 1 0 0,-1-1-1 0 0,1 0 0 0 0,0 0 0 0 0,0 0 0 0 0,-1 0 0 0 0,1 0 1 0 0,0 0-1 0 0,-1 0 0 0 0,1 0 0 0 0,-1-1 0 0 0,0 1 0 0 0,1-1 1 0 0,-1 1-1 0 0,0-1 0 0 0,0 1 0 0 0,0-1 0 0 0,0 0 0 0 0,0 0 1 0 0,0 1-1 0 0,-1-1 0 0 0,1 0 0 0 0,0 0 0 0 0,-1 0 0 0 0,0 0 1 0 0,1 0-1 0 0,-1-3 0 0 0,-8-17 20 0 0,11 25-46 0 0,-3-2-7 0 0,1 0 0 0 0,0 0 1 0 0,-1 0-1 0 0,1 0 0 0 0,0 0 0 0 0,-1 0 1 0 0,1 0-1 0 0,-1 1 0 0 0,0-1 1 0 0,1 0-1 0 0,-1 0 0 0 0,0 0 0 0 0,0 0 1 0 0,0 3-1 0 0,1-18 9 0 0,-1 0 0 0 0,-1 0 0 0 0,0 0 0 0 0,-1 0 1 0 0,-1 0-1 0 0,-6-19 0 0 0,-12-29 9 0 0,-17-77-1 0 0,33 115 10 0 0,1-1-1 0 0,1 1 1 0 0,1 0 0 0 0,1-1-1 0 0,2 1 1 0 0,4-38-1 0 0,-4 59-13 0 0,-1 0 0 0 0,1-1 0 0 0,-1 1 0 0 0,1 0 0 0 0,0 0 0 0 0,0 0 0 0 0,0 0 0 0 0,1 0 0 0 0,-1 0 0 0 0,1 0 0 0 0,0 0 0 0 0,0 0-1 0 0,0 1 1 0 0,0-1 0 0 0,0 1 0 0 0,5-5 0 0 0,-5 6-5 0 0,0 0 0 0 0,1 1 1 0 0,-1-1-1 0 0,1 0 0 0 0,-1 1 0 0 0,1-1 0 0 0,0 1 0 0 0,-1 0 0 0 0,1 0 0 0 0,-1 0 1 0 0,1 0-1 0 0,0 0 0 0 0,-1 1 0 0 0,1-1 0 0 0,-1 1 0 0 0,1-1 0 0 0,-1 1 0 0 0,1 0 1 0 0,-1 0-1 0 0,1 0 0 0 0,2 3 0 0 0,7 2-18 0 0,0 0 1 0 0,-1 1-1 0 0,0 1 0 0 0,0 0 0 0 0,-1 0 1 0 0,0 1-1 0 0,0 1 0 0 0,-1-1 1 0 0,0 2-1 0 0,-1-1 0 0 0,0 1 1 0 0,-1 0-1 0 0,0 1 0 0 0,-1-1 0 0 0,10 25 1 0 0,-3 7-155 0 0,-1 0 1 0 0,-2 1 0 0 0,6 63 0 0 0,-5-30 19 0 0,-10-69 138 0 0,0-1 1 0 0,1 1-1 0 0,0-1 1 0 0,1 1-1 0 0,-1-1 1 0 0,2 0-1 0 0,-1 0 1 0 0,1 0 0 0 0,0 0-1 0 0,7 9 1 0 0,-9-14 22 0 0,0 1 0 0 0,1-1 0 0 0,-1 0 0 0 0,1 0 0 0 0,0 0 0 0 0,0 0 0 0 0,0 0 0 0 0,0-1 0 0 0,0 1 0 0 0,0-1 0 0 0,0 0 0 0 0,0 0 0 0 0,1 0 0 0 0,-1 0 0 0 0,0 0 0 0 0,1-1 0 0 0,-1 0 0 0 0,1 1 1 0 0,-1-1-1 0 0,0 0 0 0 0,1-1 0 0 0,-1 1 0 0 0,1-1 0 0 0,-1 1 0 0 0,0-1 0 0 0,5-2 0 0 0,17-8 145 0 0,0-1 0 0 0,-1-1 0 0 0,0-1 0 0 0,-1-1 0 0 0,0-1 0 0 0,21-20 0 0 0,-10 9-55 0 0,152-118-239 0 0,-171 133-117 0 0</inkml:trace>
</inkml:ink>
</file>

<file path=ppt/ink/ink13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0:21.945"/>
    </inkml:context>
    <inkml:brush xml:id="br0">
      <inkml:brushProperty name="width" value="0.1" units="cm"/>
      <inkml:brushProperty name="height" value="0.1" units="cm"/>
      <inkml:brushProperty name="color" value="#F6630D"/>
    </inkml:brush>
  </inkml:definitions>
  <inkml:trace contextRef="#ctx0" brushRef="#br0">17 52 10138 0 0,'-11'-31'1717'0'0,"6"11"3809"0"0,5 42-247 0 0,1 13-5073 0 0,39 332 681 0 0,-2-4-928 0 0,-31-322-1030 0 0,16 58 0 0 0,-11-62-6680 0 0</inkml:trace>
</inkml:ink>
</file>

<file path=ppt/ink/ink13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0:22.277"/>
    </inkml:context>
    <inkml:brush xml:id="br0">
      <inkml:brushProperty name="width" value="0.1" units="cm"/>
      <inkml:brushProperty name="height" value="0.1" units="cm"/>
      <inkml:brushProperty name="color" value="#F6630D"/>
    </inkml:brush>
  </inkml:definitions>
  <inkml:trace contextRef="#ctx0" brushRef="#br0">68 118 6449 0 0,'1'-10'223'0'0,"-1"-45"715"0"0,0 52-442 0 0,0-1-1 0 0,0 0 1 0 0,-1 0-1 0 0,0 0 1 0 0,0 0-1 0 0,0 1 1 0 0,0-1-1 0 0,0 0 1 0 0,-1 1-1 0 0,0-1 1 0 0,-2-3-1 0 0,4 7-395 0 0,0-1-1 0 0,0 1 0 0 0,-1 0 1 0 0,1-1-1 0 0,0 1 0 0 0,0 0 1 0 0,-1 0-1 0 0,1-1 0 0 0,0 1 1 0 0,0 0-1 0 0,-1 0 0 0 0,1-1 1 0 0,0 1-1 0 0,-1 0 0 0 0,1 0 1 0 0,0 0-1 0 0,-1 0 0 0 0,1-1 1 0 0,0 1-1 0 0,-1 0 0 0 0,1 0 1 0 0,-1 0-1 0 0,1 0 0 0 0,0 0 1 0 0,-1 0-1 0 0,1 0 0 0 0,0 0 1 0 0,-1 0-1 0 0,1 0 0 0 0,-1 0 1 0 0,1 0-1 0 0,0 1 0 0 0,-1-1 1 0 0,1 0-1 0 0,0 0 0 0 0,-1 0 1 0 0,1 0-1 0 0,-1 1 0 0 0,-10 16 1982 0 0,-1 23-655 0 0,12-39-1403 0 0,-7 28 142 0 0,2 1 0 0 0,2 0 0 0 0,0 0 0 0 0,2 1 0 0 0,4 36 0 0 0,-2-52-203 0 0,0 0-1 0 0,2-1 0 0 0,0 0 0 0 0,1 0 0 0 0,0 1 1 0 0,1-2-1 0 0,0 1 0 0 0,1-1 0 0 0,1 0 0 0 0,0 0 1 0 0,1 0-1 0 0,17 20 0 0 0,-20-27 1 0 0,0-1 0 0 0,1 0 0 0 0,-1 0 0 0 0,1-1 0 0 0,0 0 0 0 0,1 0 0 0 0,-1 0 0 0 0,1-1 0 0 0,0 0 0 0 0,-1 0 1 0 0,1 0-1 0 0,0-1 0 0 0,1 0 0 0 0,-1-1 0 0 0,15 2 0 0 0,-12-3-5 0 0,1 0 1 0 0,-1-1-1 0 0,1 0 1 0 0,-1-1-1 0 0,0 0 1 0 0,0-1-1 0 0,0 0 1 0 0,0 0-1 0 0,0-1 1 0 0,13-8-1 0 0,-9 4 48 0 0,0-1 0 0 0,0 0 0 0 0,-1 0 0 0 0,-1-2-1 0 0,0 1 1 0 0,0-2 0 0 0,-1 0 0 0 0,-1 0 0 0 0,0-1 0 0 0,0 0 0 0 0,-1 0 0 0 0,-1-1 0 0 0,0 0-1 0 0,9-26 1 0 0,-15 33 17 0 0,0 0 0 0 0,-1-1 0 0 0,1 0 0 0 0,-2 1 0 0 0,1-1 0 0 0,-1 1 0 0 0,0-1 0 0 0,0 0 0 0 0,-1 1-1 0 0,0-1 1 0 0,-1 0 0 0 0,0 1 0 0 0,0 0 0 0 0,0-1 0 0 0,-1 1 0 0 0,0 0 0 0 0,0 0 0 0 0,-1 1 0 0 0,0-1-1 0 0,0 1 1 0 0,-1-1 0 0 0,1 1 0 0 0,-8-6 0 0 0,3 3-184 0 0,0 1-1 0 0,-1 0 1 0 0,1 1 0 0 0,-2 0-1 0 0,1 0 1 0 0,-1 1 0 0 0,0 0-1 0 0,0 1 1 0 0,-1 1 0 0 0,0 0-1 0 0,1 0 1 0 0,-1 1 0 0 0,-21-3-1 0 0,9 5-6579 0 0</inkml:trace>
</inkml:ink>
</file>

<file path=ppt/ink/ink13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0:22.506"/>
    </inkml:context>
    <inkml:brush xml:id="br0">
      <inkml:brushProperty name="width" value="0.1" units="cm"/>
      <inkml:brushProperty name="height" value="0.1" units="cm"/>
      <inkml:brushProperty name="color" value="#F6630D"/>
    </inkml:brush>
  </inkml:definitions>
  <inkml:trace contextRef="#ctx0" brushRef="#br0">1 53 13363 0 0,'13'2'1368'0'0,"0"-1"0"0"0,1 0 1 0 0,16-2-1 0 0,29-11-930 0 0,-37 4-3490 0 0,40-18 1 0 0,-43 16 2475 0 0</inkml:trace>
</inkml:ink>
</file>

<file path=ppt/ink/ink13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0:23.392"/>
    </inkml:context>
    <inkml:brush xml:id="br0">
      <inkml:brushProperty name="width" value="0.1" units="cm"/>
      <inkml:brushProperty name="height" value="0.1" units="cm"/>
      <inkml:brushProperty name="color" value="#F6630D"/>
    </inkml:brush>
  </inkml:definitions>
  <inkml:trace contextRef="#ctx0" brushRef="#br0">0 11 1376 0 0,'48'-5'17281'0'0,"-47"7"-16898"0"0,3 21 1568 0 0,-4-22-1903 0 0,1-1 0 0 0,-1 1 0 0 0,0-1 0 0 0,0 1 0 0 0,0-1 1 0 0,0 1-1 0 0,0-1 0 0 0,0 1 0 0 0,1-1 0 0 0,-1 1 0 0 0,0-1 0 0 0,0 1 0 0 0,0-1 0 0 0,1 0 0 0 0,-1 1 0 0 0,0-1 0 0 0,1 1 0 0 0,-1-1 0 0 0,0 0 1 0 0,1 1-1 0 0,-1-1 0 0 0,1 0 0 0 0,-1 0 0 0 0,1 1 0 0 0,-1-1 0 0 0,0 0 0 0 0,1 0 0 0 0,-1 0 0 0 0,1 0 0 0 0,-1 1 0 0 0,1-1 0 0 0,-1 0 0 0 0,1 0 0 0 0,-1 0 1 0 0,1 0-1 0 0,-1 0 0 0 0,1 0 0 0 0,-1 0 0 0 0,1 0 0 0 0,-1 0 0 0 0,1 0 0 0 0,-1-1 0 0 0,1 1 0 0 0,-1 0 0 0 0,1-1 0 0 0,-2-1-64 0 0,0 0 35 0 0,0 0-1 0 0,1 0 1 0 0,-1 0 0 0 0,0 0 0 0 0,0-1 0 0 0,1 1 0 0 0,0 0 0 0 0,-1-1 0 0 0,1 1 0 0 0,0 0-1 0 0,0-1 1 0 0,0 1 0 0 0,0 0 0 0 0,1-3 0 0 0,-1 3 38 0 0</inkml:trace>
</inkml:ink>
</file>

<file path=ppt/ink/ink13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0:24.101"/>
    </inkml:context>
    <inkml:brush xml:id="br0">
      <inkml:brushProperty name="width" value="0.1" units="cm"/>
      <inkml:brushProperty name="height" value="0.1" units="cm"/>
      <inkml:brushProperty name="color" value="#F6630D"/>
    </inkml:brush>
  </inkml:definitions>
  <inkml:trace contextRef="#ctx0" brushRef="#br0">187 53 3681 0 0,'0'-4'647'0'0,"-1"0"-1"0"0,1 0 1 0 0,-1 0 0 0 0,0 1-1 0 0,0-1 1 0 0,-1 0 0 0 0,1 1 0 0 0,-1-1-1 0 0,-2-4 1 0 0,4 8-543 0 0,-1-1 1 0 0,1 0-1 0 0,0 1 0 0 0,-1-1 0 0 0,1 1 1 0 0,-1-1-1 0 0,1 0 0 0 0,-1 1 0 0 0,1-1 1 0 0,-1 1-1 0 0,1-1 0 0 0,-1 1 0 0 0,1 0 1 0 0,-1-1-1 0 0,0 1 0 0 0,1 0 0 0 0,-1-1 1 0 0,0 1-1 0 0,1 0 0 0 0,-1-1 0 0 0,0 1 0 0 0,1 0 1 0 0,-1 0-1 0 0,0 0 0 0 0,1 0 0 0 0,-1 0 1 0 0,0 0-1 0 0,0 0 0 0 0,1 0 0 0 0,-1 0 1 0 0,0 0-1 0 0,0 0 0 0 0,1 1 0 0 0,-1-1 1 0 0,0 0-1 0 0,1 0 0 0 0,-1 1 0 0 0,0-1 1 0 0,1 0-1 0 0,-1 1 0 0 0,1-1 0 0 0,-1 1 1 0 0,0-1-1 0 0,1 0 0 0 0,-1 1 0 0 0,1 0 0 0 0,-1-1 1 0 0,1 1-1 0 0,0-1 0 0 0,-1 1 0 0 0,1 0 1 0 0,0-1-1 0 0,-1 1 0 0 0,1-1 0 0 0,0 1 1 0 0,-1 0-1 0 0,1 0 0 0 0,-23 44 328 0 0,1 0 1 0 0,2 2-1 0 0,3 0 1 0 0,-18 75-1 0 0,28-99-497 0 0,1 1 1 0 0,2 1-1 0 0,0-1 0 0 0,2 1 1 0 0,0 0-1 0 0,3 33 0 0 0,-1-52 26 0 0,1 0-1 0 0,0 1 0 0 0,0-1 1 0 0,1 0-1 0 0,-1 0 1 0 0,1 0-1 0 0,1 0 0 0 0,-1-1 1 0 0,1 1-1 0 0,0 0 1 0 0,0-1-1 0 0,1 0 0 0 0,0 0 1 0 0,-1 0-1 0 0,2 0 1 0 0,-1-1-1 0 0,0 1 0 0 0,1-1 1 0 0,0 0-1 0 0,0 0 1 0 0,0-1-1 0 0,1 0 0 0 0,-1 0 1 0 0,1 0-1 0 0,0 0 1 0 0,-1-1-1 0 0,1 0 0 0 0,0 0 1 0 0,1-1-1 0 0,6 2 1 0 0,-4-2 7 0 0,-1-1 0 0 0,1 1 0 0 0,0-1 0 0 0,-1-1 0 0 0,1 1 1 0 0,0-2-1 0 0,-1 1 0 0 0,1-1 0 0 0,10-4 0 0 0,-16 5 85 0 0,0 0 0 0 0,0 0 0 0 0,0 0 0 0 0,0-1-1 0 0,0 1 1 0 0,0-1 0 0 0,0 0 0 0 0,0 0 0 0 0,-1 0-1 0 0,1 0 1 0 0,-1 0 0 0 0,1 0 0 0 0,-1-1 0 0 0,0 1-1 0 0,0-1 1 0 0,0 0 0 0 0,0 1 0 0 0,-1-1 0 0 0,1 0-1 0 0,-1 0 1 0 0,1 0 0 0 0,-1 0 0 0 0,0-1 0 0 0,-1 1-1 0 0,1 0 1 0 0,0 0 0 0 0,-1-4 0 0 0,1 6 2 0 0,-1-1 1 0 0,-1 1-1 0 0,1 0 0 0 0,0-1 1 0 0,0 1-1 0 0,0 0 1 0 0,-1-1-1 0 0,1 1 1 0 0,-1 0-1 0 0,1 0 0 0 0,-1-1 1 0 0,1 1-1 0 0,-1 0 1 0 0,0 0-1 0 0,1 0 1 0 0,-1 0-1 0 0,0 0 0 0 0,0 0 1 0 0,0 0-1 0 0,0 0 1 0 0,0 0-1 0 0,0 0 0 0 0,-2 0 1 0 0,1-1 14 0 0,-1 1 0 0 0,0 0 0 0 0,0 0 0 0 0,0 0 1 0 0,0 0-1 0 0,0 1 0 0 0,0-1 0 0 0,0 1 0 0 0,-6 0 0 0 0,-4 1-26 0 0,0 0 0 0 0,1 1 0 0 0,-24 6 0 0 0,19-3-890 0 0,0 1 1 0 0,1 1-1 0 0,-20 10 1 0 0,5 2-5286 0 0</inkml:trace>
</inkml:ink>
</file>

<file path=ppt/ink/ink13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0:25.069"/>
    </inkml:context>
    <inkml:brush xml:id="br0">
      <inkml:brushProperty name="width" value="0.1" units="cm"/>
      <inkml:brushProperty name="height" value="0.1" units="cm"/>
      <inkml:brushProperty name="color" value="#F6630D"/>
    </inkml:brush>
  </inkml:definitions>
  <inkml:trace contextRef="#ctx0" brushRef="#br0">1 35 14283 0 0,'0'-1'55'0'0,"1"1"-1"0"0,-1 0 1 0 0,0 0-1 0 0,1-1 1 0 0,-1 1-1 0 0,1 0 1 0 0,-1 0 0 0 0,1 0-1 0 0,-1-1 1 0 0,1 1-1 0 0,-1 0 1 0 0,1 0-1 0 0,-1 0 1 0 0,1 0 0 0 0,-1 0-1 0 0,1 0 1 0 0,-1 0-1 0 0,1 0 1 0 0,-1 0-1 0 0,1 0 1 0 0,-1 1 0 0 0,0-1-1 0 0,1 0 1 0 0,-1 0-1 0 0,1 0 1 0 0,-1 0-1 0 0,1 1 1 0 0,0-1 0 0 0,16 15 1719 0 0,11 19 129 0 0,-12-5-1718 0 0,0 2 0 0 0,-2 0 0 0 0,-1 1-1 0 0,-1 0 1 0 0,8 38 0 0 0,22 62-273 0 0,-42-132 85 0 0,0 0-1 0 0,1 1 0 0 0,-1-1 1 0 0,0 0-1 0 0,0 0 0 0 0,0 1 1 0 0,0-1-1 0 0,0 0 0 0 0,0 0 0 0 0,0 0 1 0 0,0 1-1 0 0,0-1 0 0 0,1 0 1 0 0,-1 0-1 0 0,0 0 0 0 0,0 0 1 0 0,0 0-1 0 0,0 1 0 0 0,0-1 1 0 0,1 0-1 0 0,-1 0 0 0 0,0 0 0 0 0,0 0 1 0 0,0 0-1 0 0,1 0 0 0 0,-1 0 1 0 0,0 1-1 0 0,0-1 0 0 0,0 0 1 0 0,1 0-1 0 0,-1 0 0 0 0,0 0 1 0 0,0 0-1 0 0,1 0 0 0 0,-1 0 0 0 0,0 0 1 0 0,0 0-1 0 0,0 0 0 0 0,1 0 1 0 0,-1-1-1 0 0,0 1 0 0 0,0 0 1 0 0,0 0-1 0 0,1 0 0 0 0,-1 0 0 0 0,0 0 1 0 0,0 0-1 0 0,0 0 0 0 0,1 0 1 0 0,-1-1-1 0 0,0 1 0 0 0,0 0 1 0 0,0 0-1 0 0,0 0 0 0 0,0 0 1 0 0,1-1-1 0 0,-1 1 0 0 0,12-20-534 0 0,5-25-758 0 0,-9 16 759 0 0,37-118-1021 0 0,-35 122 1701 0 0,0 0 1 0 0,2 0 0 0 0,23-36 0 0 0,-33 58-30 0 0,0 0 0 0 0,0 0 0 0 0,0 0 0 0 0,0 1 0 0 0,1-1 0 0 0,-1 1 0 0 0,1-1 0 0 0,0 1 1 0 0,0 0-1 0 0,-1 0 0 0 0,1 0 0 0 0,0 0 0 0 0,1 1 0 0 0,-1-1 0 0 0,0 1 0 0 0,0 0 0 0 0,1 0 0 0 0,-1 0 0 0 0,1 0 1 0 0,6 0-1 0 0,-7 1-23 0 0,1 1-1 0 0,-1 0 1 0 0,1-1 0 0 0,-1 1 0 0 0,0 0 0 0 0,1 1 0 0 0,-1-1 0 0 0,0 1 0 0 0,0-1 0 0 0,0 1 0 0 0,0 0-1 0 0,0 0 1 0 0,0 0 0 0 0,0 1 0 0 0,-1-1 0 0 0,1 1 0 0 0,-1-1 0 0 0,0 1 0 0 0,1 0 0 0 0,2 6 0 0 0,6 11 42 0 0,-1 0 0 0 0,0 1 0 0 0,-2 0 1 0 0,10 37-1 0 0,-10-30-176 0 0,24 55 1 0 0,-32-83 34 0 0,0 0 1 0 0,0 0-1 0 0,0 0 0 0 0,0 0 1 0 0,0 0-1 0 0,0 0 1 0 0,0 0-1 0 0,1 1 0 0 0,-1-1 1 0 0,0 0-1 0 0,0 0 0 0 0,0 0 1 0 0,0 0-1 0 0,0 0 1 0 0,0 0-1 0 0,0 0 0 0 0,0 0 1 0 0,1 0-1 0 0,-1 0 0 0 0,0 0 1 0 0,0 0-1 0 0,0 0 1 0 0,0 0-1 0 0,0 0 0 0 0,0 0 1 0 0,1 0-1 0 0,-1 0 0 0 0,0 0 1 0 0,0 0-1 0 0,0 0 1 0 0,0 0-1 0 0,0 0 0 0 0,0 0 1 0 0,1 0-1 0 0,-1 0 0 0 0,0 0 1 0 0,0 0-1 0 0,0 0 0 0 0,0 0 1 0 0,0 0-1 0 0,0 0 1 0 0,0 0-1 0 0,1 0 0 0 0,-1 0 1 0 0,0 0-1 0 0,0 0 0 0 0,0-1 1 0 0,0 1-1 0 0,0 0 1 0 0,0 0-1 0 0,0 0 0 0 0,0 0 1 0 0,0 0-1 0 0,0 0 0 0 0,0 0 1 0 0,0-1-1 0 0,0 1 1 0 0,1 0-1 0 0,-1 0 0 0 0,6-14-390 0 0,3-15-329 0 0,3-37 9 0 0,7-32 922 0 0,-16 87-48 0 0,0 0 0 0 0,1 1 0 0 0,1-1 0 0 0,0 1 0 0 0,0-1 0 0 0,10-12-1 0 0,-14 21-116 0 0,0 1-1 0 0,0-1 1 0 0,0 1-1 0 0,0-1 0 0 0,0 1 1 0 0,0 0-1 0 0,1-1 0 0 0,-1 1 1 0 0,0 0-1 0 0,1 0 1 0 0,-1 0-1 0 0,1 0 0 0 0,0 0 1 0 0,-1 0-1 0 0,1 0 0 0 0,0 1 1 0 0,-1-1-1 0 0,1 1 1 0 0,0-1-1 0 0,0 1 0 0 0,3-1 1 0 0,-4 2-4 0 0,1-1-1 0 0,0 1 1 0 0,0-1 0 0 0,-1 1 0 0 0,1 0 0 0 0,-1 0 0 0 0,1 0-1 0 0,-1 0 1 0 0,1 0 0 0 0,-1 0 0 0 0,1 0 0 0 0,-1 0 0 0 0,0 0-1 0 0,0 1 1 0 0,0-1 0 0 0,0 1 0 0 0,0-1 0 0 0,1 2 0 0 0,5 10 77 0 0,-1 0 1 0 0,0 1 0 0 0,-1-1 0 0 0,5 19-1 0 0,-8-24-133 0 0,14 43-642 0 0,2 0 0 0 0,30 61 0 0 0,-36-88-6870 0 0</inkml:trace>
</inkml:ink>
</file>

<file path=ppt/ink/ink13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0:25.435"/>
    </inkml:context>
    <inkml:brush xml:id="br0">
      <inkml:brushProperty name="width" value="0.1" units="cm"/>
      <inkml:brushProperty name="height" value="0.1" units="cm"/>
      <inkml:brushProperty name="color" value="#F6630D"/>
    </inkml:brush>
  </inkml:definitions>
  <inkml:trace contextRef="#ctx0" brushRef="#br0">1 46 14283 0 0,'2'0'632'0'0,"1"0"136"0"0,4 0-616 0 0,-3-2-152 0 0,-1 2 0 0 0,-1 0 0 0 0,2 0-448 0 0,5-1-128 0 0,3-2-16 0 0,4-1-8 0 0,3 0 88 0 0,1-2 8 0 0,0 1 8 0 0,-2 0-1 0 0,-2-1 497 0 0,-3 2 0 0 0,-1 1 0 0 0,-4 1 97 0 0</inkml:trace>
</inkml:ink>
</file>

<file path=ppt/ink/ink13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0:25.593"/>
    </inkml:context>
    <inkml:brush xml:id="br0">
      <inkml:brushProperty name="width" value="0.1" units="cm"/>
      <inkml:brushProperty name="height" value="0.1" units="cm"/>
      <inkml:brushProperty name="color" value="#F6630D"/>
    </inkml:brush>
  </inkml:definitions>
  <inkml:trace contextRef="#ctx0" brushRef="#br0">1 97 10138 0 0,'5'0'896'0'0,"1"0"-712"0"0,1-1-184 0 0,-3-1 0 0 0,1 0-96 0 0,3-2-48 0 0,6-3-16 0 0,8-3 0 0 0,8-3-368 0 0,4-5-80 0 0,0-1-8 0 0,-1-2-8 0 0</inkml:trace>
</inkml:ink>
</file>

<file path=ppt/ink/ink13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0:25.907"/>
    </inkml:context>
    <inkml:brush xml:id="br0">
      <inkml:brushProperty name="width" value="0.1" units="cm"/>
      <inkml:brushProperty name="height" value="0.1" units="cm"/>
      <inkml:brushProperty name="color" value="#F6630D"/>
    </inkml:brush>
  </inkml:definitions>
  <inkml:trace contextRef="#ctx0" brushRef="#br0">8 1 13827 0 0,'0'-1'35'0'0,"0"1"0"0"0,0 0 0 0 0,-1 0-1 0 0,1 0 1 0 0,0 0 0 0 0,0 0 0 0 0,-1 0 0 0 0,1 0 0 0 0,0 0-1 0 0,0 0 1 0 0,-1 0 0 0 0,1 0 0 0 0,0 0 0 0 0,0 0 0 0 0,-1 0 0 0 0,1 1-1 0 0,0-1 1 0 0,0 0 0 0 0,0 0 0 0 0,-1 0 0 0 0,1 0 0 0 0,0 0 0 0 0,0 0-1 0 0,0 1 1 0 0,-1-1 0 0 0,1 0 0 0 0,0 0 0 0 0,0 0 0 0 0,0 0-1 0 0,0 1 1 0 0,-1-1 0 0 0,1 0 0 0 0,0 0 0 0 0,0 0 0 0 0,0 1 0 0 0,0-1-1 0 0,0 0 1 0 0,0 0 0 0 0,0 1 0 0 0,0-1 0 0 0,0 16 506 0 0,12 26-122 0 0,-8-31 195 0 0,45 192 3675 0 0,7 107-3411 0 0,-43-228-1062 0 0,-6-33-568 0 0</inkml:trace>
</inkml:ink>
</file>

<file path=ppt/ink/ink13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0:26.240"/>
    </inkml:context>
    <inkml:brush xml:id="br0">
      <inkml:brushProperty name="width" value="0.1" units="cm"/>
      <inkml:brushProperty name="height" value="0.1" units="cm"/>
      <inkml:brushProperty name="color" value="#F6630D"/>
    </inkml:brush>
  </inkml:definitions>
  <inkml:trace contextRef="#ctx0" brushRef="#br0">1 44 10594 0 0,'2'-22'1506'0'0,"3"35"694"0"0,3 38-145 0 0,-5-8-1889 0 0,2 0 0 0 0,2 0 0 0 0,2 0-1 0 0,16 45 1 0 0,-20-75-191 0 0,0-1 0 0 0,1 0 0 0 0,0 0 1 0 0,1-1-1 0 0,0 0 0 0 0,1 0 0 0 0,16 17 0 0 0,-18-22 35 0 0,1 0 0 0 0,0-1 0 0 0,0 1-1 0 0,1-1 1 0 0,-1-1 0 0 0,1 0 0 0 0,0 0 0 0 0,1 0 0 0 0,-1-1-1 0 0,0 0 1 0 0,1-1 0 0 0,15 3 0 0 0,-20-4 47 0 0,0 0 0 0 0,0-1 1 0 0,0 0-1 0 0,0 0 0 0 0,1 0 0 0 0,-1 0 1 0 0,0 0-1 0 0,0-1 0 0 0,0 0 0 0 0,0 0 1 0 0,0 0-1 0 0,-1 0 0 0 0,1-1 0 0 0,0 0 1 0 0,0 1-1 0 0,-1-1 0 0 0,1 0 0 0 0,5-5 0 0 0,-6 3 42 0 0,0 1-1 0 0,0 0 1 0 0,-1-1-1 0 0,1 0 1 0 0,-1 1-1 0 0,0-1 1 0 0,0 0-1 0 0,0 0 0 0 0,-1 0 1 0 0,1-1-1 0 0,-1 1 1 0 0,0 0-1 0 0,0 0 1 0 0,0-1-1 0 0,-1 1 0 0 0,0-1 1 0 0,0-4-1 0 0,-1-14 72 0 0,-1 1 0 0 0,-1 0 0 0 0,0 0-1 0 0,-2 0 1 0 0,-1 1 0 0 0,-1-1 0 0 0,-10-21 0 0 0,10 26-45 0 0,-1 0 1 0 0,-1 0-1 0 0,-1 1 1 0 0,0 1-1 0 0,-1-1 1 0 0,-1 2 0 0 0,0-1-1 0 0,-26-21 1 0 0,30 29-387 0 0,-1 1-1 0 0,0 0 1 0 0,0 1 0 0 0,-1 0 0 0 0,0 0 0 0 0,1 1-1 0 0,-2 0 1 0 0,1 0 0 0 0,0 2 0 0 0,-1-1 0 0 0,1 1-1 0 0,-1 1 1 0 0,-13-1 0 0 0,-5 3-6636 0 0</inkml:trace>
</inkml:ink>
</file>

<file path=ppt/ink/ink13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0:26.480"/>
    </inkml:context>
    <inkml:brush xml:id="br0">
      <inkml:brushProperty name="width" value="0.1" units="cm"/>
      <inkml:brushProperty name="height" value="0.1" units="cm"/>
      <inkml:brushProperty name="color" value="#F6630D"/>
    </inkml:brush>
  </inkml:definitions>
  <inkml:trace contextRef="#ctx0" brushRef="#br0">18 14 15667 0 0,'-18'6'1316'0'0,"22"-6"-135"0"0,33-5 592 0 0,-22 3-1239 0 0,49-6-4303 0 0,-50 4 3679 0 0</inkml:trace>
</inkml:ink>
</file>

<file path=ppt/ink/ink13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0:26.988"/>
    </inkml:context>
    <inkml:brush xml:id="br0">
      <inkml:brushProperty name="width" value="0.1" units="cm"/>
      <inkml:brushProperty name="height" value="0.1" units="cm"/>
      <inkml:brushProperty name="color" value="#F6630D"/>
    </inkml:brush>
  </inkml:definitions>
  <inkml:trace contextRef="#ctx0" brushRef="#br0">1 14 5985 0 0,'0'-1'141'0'0,"0"0"0"0"0,1 1 0 0 0,-1-1 0 0 0,1 1 0 0 0,-1-1 0 0 0,1 1 0 0 0,-1-1 0 0 0,1 1 0 0 0,-1-1 0 0 0,1 1 0 0 0,-1 0 0 0 0,1-1 0 0 0,0 1 0 0 0,-1 0 0 0 0,1-1 0 0 0,0 1 0 0 0,-1 0 0 0 0,1 0 0 0 0,0 0 0 0 0,-1 0 0 0 0,1 0 0 0 0,0 0 0 0 0,0-1 0 0 0,0 2 0 0 0,22-6 1850 0 0,-19 5-1662 0 0,1-1-1 0 0,-1 1 0 0 0,1 0 1 0 0,-1 0-1 0 0,1 1 1 0 0,-1-1-1 0 0,1 1 0 0 0,-1 0 1 0 0,0 0-1 0 0,0 1 1 0 0,1-1-1 0 0,-1 1 1 0 0,0 0-1 0 0,0 0 0 0 0,0 0 1 0 0,-1 1-1 0 0,1-1 1 0 0,6 7-1 0 0,-7-5-240 0 0,0 0 0 0 0,0 1-1 0 0,0-1 1 0 0,-1 1 0 0 0,1-1 0 0 0,-1 1 0 0 0,0 0-1 0 0,-1 0 1 0 0,1 0 0 0 0,-1 0 0 0 0,0 0 0 0 0,0 1-1 0 0,-1-1 1 0 0,1 0 0 0 0,-1 0 0 0 0,-1 6-1 0 0,-1 5-115 0 0,0 1 0 0 0,-7 25 0 0 0,6-31 6 0 0,0 1 0 0 0,0 1 0 0 0,2-1 1 0 0,-1 0-1 0 0,1 0 0 0 0,2 16 0 0 0,-1-26 20 0 0,0 0 0 0 0,1 0 0 0 0,-1-1 0 0 0,1 1 0 0 0,0 0 0 0 0,-1-1 0 0 0,1 1 0 0 0,0 0 0 0 0,0-1 0 0 0,0 1 0 0 0,0-1 0 0 0,0 1-1 0 0,1-1 1 0 0,-1 0 0 0 0,0 1 0 0 0,1-1 0 0 0,-1 0 0 0 0,1 0 0 0 0,-1 0 0 0 0,1 0 0 0 0,-1 0 0 0 0,1 0 0 0 0,0-1 0 0 0,2 2 0 0 0,5 1-22 0 0,1-1 1 0 0,-1 0 0 0 0,18 1-1 0 0,-19-2 15 0 0,0 0-1 0 0,0 0 1 0 0,0 1-1 0 0,8 2 1 0 0,-13-3 31 0 0,-1 0 0 0 0,1 1 0 0 0,-1-1 0 0 0,1 1 1 0 0,-1-1-1 0 0,1 1 0 0 0,-1 0 0 0 0,0 0 0 0 0,0 0 0 0 0,0 0 0 0 0,0 0 0 0 0,0 0 0 0 0,0 1 0 0 0,-1-1 1 0 0,1 0-1 0 0,-1 1 0 0 0,0 0 0 0 0,0-1 0 0 0,2 4 0 0 0,-2-1 68 0 0,-1 0 0 0 0,1-1 0 0 0,-1 1-1 0 0,1 0 1 0 0,-1 0 0 0 0,0 0 0 0 0,-1 0 0 0 0,0 0 0 0 0,1-1-1 0 0,-4 9 1 0 0,1-2 87 0 0,-2 1-1 0 0,1-1 0 0 0,-2 0 0 0 0,1 0 1 0 0,-2-1-1 0 0,1 1 0 0 0,-1-1 0 0 0,-11 12 1 0 0,6-11-477 0 0,0-1 0 0 0,0 0 0 0 0,-1 0 0 0 0,-21 11 1 0 0,13-9-6996 0 0</inkml:trace>
</inkml:ink>
</file>

<file path=ppt/ink/ink13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0:30.992"/>
    </inkml:context>
    <inkml:brush xml:id="br0">
      <inkml:brushProperty name="width" value="0.1" units="cm"/>
      <inkml:brushProperty name="height" value="0.1" units="cm"/>
      <inkml:brushProperty name="color" value="#F6630D"/>
    </inkml:brush>
  </inkml:definitions>
  <inkml:trace contextRef="#ctx0" brushRef="#br0">99 48 8290 0 0,'-2'-6'389'0'0,"-16"-31"4669"0"0,18 37-4970 0 0,0 0-1 0 0,-1-1 0 0 0,1 1 0 0 0,0 0 1 0 0,0-1-1 0 0,-1 1 0 0 0,1 0 0 0 0,0 0 1 0 0,0-1-1 0 0,-1 1 0 0 0,1 0 0 0 0,0 0 1 0 0,-1 0-1 0 0,1-1 0 0 0,0 1 0 0 0,-1 0 1 0 0,1 0-1 0 0,0 0 0 0 0,-1 0 0 0 0,1 0 1 0 0,0 0-1 0 0,-1 0 0 0 0,1 0 1 0 0,-1 0-1 0 0,1 0 0 0 0,0 0 0 0 0,-1 0 1 0 0,1 0-1 0 0,0 0 0 0 0,-1 0 0 0 0,0 0 1 0 0,0 1 33 0 0,0 0 0 0 0,0 0 0 0 0,0 0 0 0 0,1 1 1 0 0,-1-1-1 0 0,0 0 0 0 0,0 0 0 0 0,1 0 1 0 0,-1 1-1 0 0,1-1 0 0 0,-1 0 0 0 0,1 1 0 0 0,-1 2 1 0 0,-10 51 765 0 0,2 0 1 0 0,-3 66 0 0 0,6-48-567 0 0,6-66-300 0 0,-19 255 604 0 0,18-211-634 0 0,2 0 1 0 0,3 0 0 0 0,11 58-1 0 0,-5-70-976 0 0,-9-38 747 0 0,-1 1 1 0 0,1 0-1 0 0,-1 0 0 0 0,1-1 0 0 0,0 1 0 0 0,0 0 0 0 0,0-1 1 0 0,-1 1-1 0 0,2-1 0 0 0,-1 1 0 0 0,0-1 0 0 0,0 1 0 0 0,0-1 1 0 0,1 0-1 0 0,-1 1 0 0 0,0-1 0 0 0,1 0 0 0 0,1 1 0 0 0</inkml:trace>
</inkml:ink>
</file>

<file path=ppt/ink/ink13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0:31.404"/>
    </inkml:context>
    <inkml:brush xml:id="br0">
      <inkml:brushProperty name="width" value="0.1" units="cm"/>
      <inkml:brushProperty name="height" value="0.1" units="cm"/>
      <inkml:brushProperty name="color" value="#F6630D"/>
    </inkml:brush>
  </inkml:definitions>
  <inkml:trace contextRef="#ctx0" brushRef="#br0">1 323 4433 0 0,'12'-120'876'0'0,"10"48"10401"0"0,-13 100-9553 0 0,0-5-875 0 0,5 11-395 0 0,1-1 0 0 0,36 55 1 0 0,-40-71-423 0 0,2 0 1 0 0,-1-1-1 0 0,2 0 0 0 0,1-1 1 0 0,0 0-1 0 0,23 16 0 0 0,-36-29-57 0 0,0 0 0 0 0,0-1 0 0 0,1 1 0 0 0,-1-1 0 0 0,1 1 0 0 0,-1-1 0 0 0,1 0 0 0 0,-1 0 0 0 0,1 0 0 0 0,0-1 0 0 0,0 1 0 0 0,-1 0 0 0 0,1-1 0 0 0,0 0 0 0 0,0 0 0 0 0,0 0 0 0 0,-1 0 0 0 0,1 0 0 0 0,5-1 0 0 0,-5-1-42 0 0,0 1 1 0 0,-1-1-1 0 0,1 0 1 0 0,0 1 0 0 0,-1-1-1 0 0,1-1 1 0 0,-1 1-1 0 0,0 0 1 0 0,1 0-1 0 0,-1-1 1 0 0,0 1 0 0 0,-1-1-1 0 0,1 0 1 0 0,0 0-1 0 0,-1 1 1 0 0,0-1-1 0 0,2-4 1 0 0,13-35-429 0 0,20-85-1 0 0,2-4 822 0 0,-31 112 122 0 0,0 1-1 0 0,1 0 0 0 0,1 1 1 0 0,22-32-1 0 0,-31 49-412 0 0,1-1-1 0 0,-1 0 1 0 0,0 0-1 0 0,1 1 1 0 0,-1-1-1 0 0,1 0 0 0 0,-1 1 1 0 0,1-1-1 0 0,-1 0 1 0 0,1 1-1 0 0,-1-1 1 0 0,1 1-1 0 0,0-1 1 0 0,-1 1-1 0 0,1-1 0 0 0,0 1 1 0 0,-1-1-1 0 0,1 1 1 0 0,0 0-1 0 0,0-1 1 0 0,-1 1-1 0 0,1 0 1 0 0,0 0-1 0 0,0 0 0 0 0,0 0 1 0 0,-1-1-1 0 0,1 1 1 0 0,0 0-1 0 0,0 0 1 0 0,0 0-1 0 0,-1 1 1 0 0,1-1-1 0 0,0 0 0 0 0,0 0 1 0 0,0 0-1 0 0,-1 1 1 0 0,1-1-1 0 0,0 0 1 0 0,0 1-1 0 0,-1-1 1 0 0,1 0-1 0 0,0 1 0 0 0,-1-1 1 0 0,1 1-1 0 0,0-1 1 0 0,-1 1-1 0 0,1-1 1 0 0,-1 1-1 0 0,1 0 1 0 0,-1-1-1 0 0,1 1 0 0 0,-1 0 1 0 0,1 1-1 0 0,4 6 59 0 0,-1 0 1 0 0,-1 1-1 0 0,1-1 0 0 0,2 11 0 0 0,-1-2 17 0 0,206 524-989 0 0,-199-507 415 0 0</inkml:trace>
</inkml:ink>
</file>

<file path=ppt/ink/ink13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0:31.642"/>
    </inkml:context>
    <inkml:brush xml:id="br0">
      <inkml:brushProperty name="width" value="0.1" units="cm"/>
      <inkml:brushProperty name="height" value="0.1" units="cm"/>
      <inkml:brushProperty name="color" value="#F6630D"/>
    </inkml:brush>
  </inkml:definitions>
  <inkml:trace contextRef="#ctx0" brushRef="#br0">16 9 10594 0 0,'-6'1'366'0'0,"-4"1"853"0"0,18-1 389 0 0,-5-1-1192 0 0,40-4-318 0 0,21-3-7531 0 0,-56 6 6774 0 0</inkml:trace>
</inkml:ink>
</file>

<file path=ppt/ink/ink13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0:31.802"/>
    </inkml:context>
    <inkml:brush xml:id="br0">
      <inkml:brushProperty name="width" value="0.1" units="cm"/>
      <inkml:brushProperty name="height" value="0.1" units="cm"/>
      <inkml:brushProperty name="color" value="#F6630D"/>
    </inkml:brush>
  </inkml:definitions>
  <inkml:trace contextRef="#ctx0" brushRef="#br0">1 23 6449 0 0,'3'0'577'0'0,"-2"0"-465"0"0,3 0-112 0 0,0-2 0 0 0,-1 2 0 0 0,0 0 0 0 0,1-1 0 0 0,4-1 0 0 0,4 1-129 0 0,5-2-39 0 0,2-1-16 0 0,-1-1 0 0 0,-5 1 184 0 0</inkml:trace>
</inkml:ink>
</file>

<file path=ppt/ink/ink13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0:20.742"/>
    </inkml:context>
    <inkml:brush xml:id="br0">
      <inkml:brushProperty name="width" value="0.1" units="cm"/>
      <inkml:brushProperty name="height" value="0.1" units="cm"/>
      <inkml:brushProperty name="color" value="#F6630D"/>
    </inkml:brush>
  </inkml:definitions>
  <inkml:trace contextRef="#ctx0" brushRef="#br0">62 20 9218 0 0,'-6'-6'810'0'0,"-10"-8"3424"0"0,15 14-4147 0 0,1 0-1 0 0,-1 1 1 0 0,1-1-1 0 0,-1 0 1 0 0,1 0 0 0 0,-1 0-1 0 0,1 0 1 0 0,-1 1 0 0 0,1-1-1 0 0,-1 0 1 0 0,1 1-1 0 0,-1-1 1 0 0,1 0 0 0 0,-1 1-1 0 0,1-1 1 0 0,0 1-1 0 0,-1-1 1 0 0,1 0 0 0 0,0 1-1 0 0,-1-1 1 0 0,1 1-1 0 0,0-1 1 0 0,-1 1 0 0 0,1-1-1 0 0,0 1 1 0 0,0-1 0 0 0,0 1-1 0 0,0-1 1 0 0,0 1-1 0 0,-1 0 1 0 0,1-1 0 0 0,0 1-1 0 0,0-1 1 0 0,0 1-1 0 0,0-1 1 0 0,1 1 0 0 0,-1-1-1 0 0,0 1 1 0 0,0 0-1 0 0,-4 49 1302 0 0,4 69 0 0 0,1-29-894 0 0,-14 171 369 0 0,0 58-907 0 0,13-306-153 0 0,4 68-569 0 0,-4-76 532 0 0,1 0 0 0 0,0 0 0 0 0,0-1-1 0 0,0 1 1 0 0,0 0 0 0 0,1 0 0 0 0,0 0 0 0 0,0-1 0 0 0,1 1-1 0 0,-1-1 1 0 0,1 0 0 0 0,6 8 0 0 0,2-4-1827 0 0</inkml:trace>
</inkml:ink>
</file>

<file path=ppt/ink/ink13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0:21.137"/>
    </inkml:context>
    <inkml:brush xml:id="br0">
      <inkml:brushProperty name="width" value="0.1" units="cm"/>
      <inkml:brushProperty name="height" value="0.1" units="cm"/>
      <inkml:brushProperty name="color" value="#F6630D"/>
    </inkml:brush>
  </inkml:definitions>
  <inkml:trace contextRef="#ctx0" brushRef="#br0">80 124 4145 0 0,'-8'-20'994'0'0,"4"9"-241"0"0,0 1 0 0 0,-1-1 0 0 0,0 1-1 0 0,-1 0 1 0 0,0 0 0 0 0,0 1 0 0 0,-1-1 0 0 0,-9-8 0 0 0,16 18-671 0 0,0-1 0 0 0,0 1 1 0 0,0 0-1 0 0,0 0 0 0 0,-1-1 1 0 0,1 1-1 0 0,0 0 0 0 0,0 0 1 0 0,-1-1-1 0 0,1 1 0 0 0,0 0 1 0 0,0 0-1 0 0,-1 0 0 0 0,1-1 1 0 0,0 1-1 0 0,-1 0 0 0 0,1 0 1 0 0,0 0-1 0 0,-1 0 1 0 0,1 0-1 0 0,0 0 0 0 0,-1 0 1 0 0,1 0-1 0 0,0 0 0 0 0,-1 0 1 0 0,1 0-1 0 0,0 0 0 0 0,-1 0 1 0 0,1 0-1 0 0,0 0 0 0 0,-1 0 1 0 0,1 0-1 0 0,0 0 0 0 0,-1 0 1 0 0,1 0-1 0 0,-1 1 0 0 0,-1 12 1540 0 0,8 18-505 0 0,9 8-529 0 0,2 0-1 0 0,34 58 1 0 0,-5-13-240 0 0,-31-53-348 0 0,-1-2 15 0 0,1 0-1 0 0,19 26 1 0 0,-30-48-29 0 0,1-1 0 0 0,0 1 0 0 0,0-1 0 0 0,1-1 0 0 0,0 1 0 0 0,0-1 0 0 0,0 0 0 0 0,0 0 0 0 0,1-1 0 0 0,0 1 0 0 0,0-1 0 0 0,0-1 0 0 0,11 4 0 0 0,-16-6-22 0 0,0-1 0 0 0,0 1 0 0 0,0-1 0 0 0,0 1 0 0 0,0-1 0 0 0,1 0 0 0 0,-1 0 0 0 0,0 0 0 0 0,0-1 0 0 0,0 1 0 0 0,0 0 0 0 0,0-1 0 0 0,0 1 0 0 0,0-1 0 0 0,0 0 0 0 0,0 1 0 0 0,0-1 0 0 0,0 0 0 0 0,3-2 1 0 0,-2 0 22 0 0,0 0-1 0 0,0 0 1 0 0,-1 0 0 0 0,1 0 0 0 0,-1 0 0 0 0,1 0 0 0 0,-1-1 0 0 0,0 1 0 0 0,3-7 0 0 0,1-8 211 0 0,0 0 0 0 0,-1 0 0 0 0,4-29 0 0 0,-7 35-16 0 0,8-68 746 0 0,-9 60-730 0 0,1 1-1 0 0,0-1 0 0 0,2 0 1 0 0,0 1-1 0 0,2 0 0 0 0,12-31 1 0 0,-18 48-177 0 0,1 0 0 0 0,0 1 1 0 0,0-1-1 0 0,0 1 0 0 0,0-1 1 0 0,0 1-1 0 0,0-1 0 0 0,0 1 1 0 0,0 0-1 0 0,0 0 0 0 0,1-1 1 0 0,-1 1-1 0 0,1 0 0 0 0,-1 0 0 0 0,1 0 1 0 0,-1 1-1 0 0,1-1 0 0 0,-1 0 1 0 0,1 0-1 0 0,2 0 0 0 0,-2 1 2 0 0,-1 0 0 0 0,1 0 0 0 0,0 1 0 0 0,-1-1 0 0 0,1 0 0 0 0,0 1 0 0 0,-1-1 0 0 0,1 1 0 0 0,0-1 0 0 0,-1 1 0 0 0,1 0 0 0 0,-1 0 0 0 0,1 0 0 0 0,-1 0 0 0 0,0 0 0 0 0,3 2-1 0 0,5 6 82 0 0,-1 0-1 0 0,0 1 0 0 0,-1 0 1 0 0,10 17-1 0 0,-11-17-57 0 0,37 62 145 0 0,25 37-2257 0 0,-51-84-5701 0 0</inkml:trace>
</inkml:ink>
</file>

<file path=ppt/ink/ink13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0:21.407"/>
    </inkml:context>
    <inkml:brush xml:id="br0">
      <inkml:brushProperty name="width" value="0.1" units="cm"/>
      <inkml:brushProperty name="height" value="0.1" units="cm"/>
      <inkml:brushProperty name="color" value="#F6630D"/>
    </inkml:brush>
  </inkml:definitions>
  <inkml:trace contextRef="#ctx0" brushRef="#br0">0 9 9218 0 0,'22'2'5951'0'0,"45"-8"-6526"0"0,-57 4-461 0 0,0 1 0 0 0,0 0 1 0 0,0 1-1 0 0,15 1 0 0 0,-9 2-737 0 0</inkml:trace>
</inkml:ink>
</file>

<file path=ppt/ink/ink13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0:21.556"/>
    </inkml:context>
    <inkml:brush xml:id="br0">
      <inkml:brushProperty name="width" value="0.1" units="cm"/>
      <inkml:brushProperty name="height" value="0.1" units="cm"/>
      <inkml:brushProperty name="color" value="#F6630D"/>
    </inkml:brush>
  </inkml:definitions>
  <inkml:trace contextRef="#ctx0" brushRef="#br0">1 74 4609 0 0,'1'0'408'0'0,"1"0"-328"0"0,0-1-80 0 0,1-1 0 0 0,0 1 104 0 0,-2-2 8 0 0,3 1 0 0 0,2-4 0 0 0,5-3-112 0 0,2-5 88 0 0,5-3-88 0 0,0-2 96 0 0</inkml:trace>
</inkml:ink>
</file>

<file path=ppt/ink/ink13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0:33.374"/>
    </inkml:context>
    <inkml:brush xml:id="br0">
      <inkml:brushProperty name="width" value="0.1" units="cm"/>
      <inkml:brushProperty name="height" value="0.1" units="cm"/>
      <inkml:brushProperty name="color" value="#F6630D"/>
    </inkml:brush>
  </inkml:definitions>
  <inkml:trace contextRef="#ctx0" brushRef="#br0">262 102 2761 0 0,'2'-12'1038'0'0,"0"6"-296"0"0,0 0 0 0 0,-1-1 0 0 0,0 1 0 0 0,0 0 0 0 0,0-1 0 0 0,-1 1 0 0 0,0-1 0 0 0,0 1 0 0 0,-1 0 0 0 0,0-1 0 0 0,0 1 0 0 0,-2-7 1 0 0,5 19-289 0 0,1 1 0 0 0,-1 0 0 0 0,-1 0 0 0 0,1 0 0 0 0,-1-1 0 0 0,0 2 0 0 0,-1 9 0 0 0,-2 58-281 0 0,0-41 220 0 0,0 47-3 0 0,-25 342 419 0 0,19-360-642 0 0,-3 1 1 0 0,-3-1-1 0 0,-3-1 1 0 0,-38 94-1 0 0,30-96 398 0 0,9-19-9 0 0,-1-2 1 0 0,-35 57-1 0 0,36-83-314 0 0,16-13-241 0 0,0 1 0 0 0,0-1 0 0 0,0 0 0 0 0,0 0 0 0 0,-1 1 0 0 0,1-1 0 0 0,0 0 0 0 0,0 1 0 0 0,-1-1 0 0 0,1 0 0 0 0,0 0 0 0 0,0 0 0 0 0,-1 1 0 0 0,1-1 0 0 0,0 0 0 0 0,-1 0 0 0 0,1 0 0 0 0,0 0 0 0 0,-1 1 0 0 0,1-1 0 0 0,0 0 0 0 0,-1 0 0 0 0,1 0 0 0 0,-1 0 0 0 0,1 0 0 0 0,0 0 0 0 0,-1 0 0 0 0,1 0 0 0 0,0 0 0 0 0,-1 0 0 0 0,1 0-1 0 0,0 0 1 0 0,-1 0 0 0 0,1-1 0 0 0,0 1 0 0 0,-1 0 0 0 0,1 0 0 0 0,0 0 0 0 0,-1 0 0 0 0,1-1 0 0 0,0 1 0 0 0,-1 0 0 0 0,1 0 0 0 0,7-12-2991 0 0</inkml:trace>
</inkml:ink>
</file>

<file path=ppt/ink/ink13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0:33.993"/>
    </inkml:context>
    <inkml:brush xml:id="br0">
      <inkml:brushProperty name="width" value="0.1" units="cm"/>
      <inkml:brushProperty name="height" value="0.1" units="cm"/>
      <inkml:brushProperty name="color" value="#F6630D"/>
    </inkml:brush>
  </inkml:definitions>
  <inkml:trace contextRef="#ctx0" brushRef="#br0">18 122 1840 0 0,'-17'-14'5049'0'0,"23"26"-923"0"0,21 27-1411 0 0,-5-15-2499 0 0,1 0 0 0 0,0-2 0 0 0,2-1 0 0 0,32 22 0 0 0,-28-20-97 0 0,-18-15-115 0 0,0 0 1 0 0,0 0 0 0 0,1-1 0 0 0,0-1 0 0 0,0 0 0 0 0,0-1 0 0 0,1 0-1 0 0,17 4 1 0 0,-25-8 22 0 0,1 0-1 0 0,-1 0 1 0 0,1-1-1 0 0,0 0 0 0 0,-1 0 1 0 0,1 0-1 0 0,0-1 0 0 0,-1 0 1 0 0,1 0-1 0 0,-1 0 1 0 0,0-1-1 0 0,1 1 0 0 0,-1-2 1 0 0,0 1-1 0 0,0 0 1 0 0,0-1-1 0 0,0 0 0 0 0,0 0 1 0 0,-1 0-1 0 0,1-1 1 0 0,-1 0-1 0 0,6-6 0 0 0,-3 2-20 0 0,1-2 0 0 0,-1 1-1 0 0,-1-1 1 0 0,0 0-1 0 0,0 0 1 0 0,-1-1 0 0 0,-1 1-1 0 0,1-1 1 0 0,-2 0-1 0 0,1 0 1 0 0,2-20 0 0 0,-2-7 608 0 0,-1 1 1 0 0,-2-48 0 0 0,-1 50 810 0 0,15 90 1032 0 0,-5-5-2085 0 0,-2-10-234 0 0,2-1 0 0 0,20 55 0 0 0,-17-66-364 0 0</inkml:trace>
</inkml:ink>
</file>

<file path=ppt/ink/ink13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0:35.232"/>
    </inkml:context>
    <inkml:brush xml:id="br0">
      <inkml:brushProperty name="width" value="0.1" units="cm"/>
      <inkml:brushProperty name="height" value="0.1" units="cm"/>
      <inkml:brushProperty name="color" value="#F6630D"/>
    </inkml:brush>
  </inkml:definitions>
  <inkml:trace contextRef="#ctx0" brushRef="#br0">6 16 12899 0 0,'-5'-15'3391'0'0,"9"30"430"0"0,63 325-1835 0 0,-4-15-2406 0 0,-51-279-229 0 0</inkml:trace>
</inkml:ink>
</file>

<file path=ppt/ink/ink13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0:35.573"/>
    </inkml:context>
    <inkml:brush xml:id="br0">
      <inkml:brushProperty name="width" value="0.1" units="cm"/>
      <inkml:brushProperty name="height" value="0.1" units="cm"/>
      <inkml:brushProperty name="color" value="#F6630D"/>
    </inkml:brush>
  </inkml:definitions>
  <inkml:trace contextRef="#ctx0" brushRef="#br0">44 65 13363 0 0,'-2'-17'542'0'0,"0"9"1518"0"0,-4 26-367 0 0,-4 22-1006 0 0,2 1 0 0 0,-6 71 0 0 0,13-96-520 0 0,1 1 0 0 0,0 0 0 0 0,1-1 0 0 0,1 1 0 0 0,1-1 0 0 0,0 0 0 0 0,1 0 0 0 0,1 0 0 0 0,11 27 0 0 0,-12-35-191 0 0,1 0 0 0 0,0-1 0 0 0,0 0 0 0 0,0 0 0 0 0,1 0 0 0 0,0 0 0 0 0,0-1 0 0 0,0 0 0 0 0,1-1 0 0 0,0 1 0 0 0,1-1 0 0 0,-1-1 0 0 0,1 1 0 0 0,11 4 0 0 0,-13-7 6 0 0,-1 0 0 0 0,1 0 0 0 0,0-1 0 0 0,0 0 0 0 0,0 0 0 0 0,0 0 1 0 0,-1-1-1 0 0,1 0 0 0 0,0 0 0 0 0,0-1 0 0 0,0 1 0 0 0,0-1 0 0 0,0 0 0 0 0,0-1 0 0 0,-1 0 0 0 0,1 0 1 0 0,0 0-1 0 0,-1 0 0 0 0,0-1 0 0 0,1 0 0 0 0,8-6 0 0 0,-4 1 88 0 0,-1-1 0 0 0,1 0-1 0 0,-1 0 1 0 0,-1-1 0 0 0,0 0 0 0 0,0 0-1 0 0,-1-1 1 0 0,0 0 0 0 0,-1 0 0 0 0,0 0-1 0 0,-1-1 1 0 0,-1 0 0 0 0,1 0 0 0 0,-2-1-1 0 0,0 1 1 0 0,0-1 0 0 0,-1 1 0 0 0,-1-1-1 0 0,0 0 1 0 0,-1 0 0 0 0,-2-23 0 0 0,1 24-118 0 0,-1 0 0 0 0,0 0 0 0 0,-1 0 1 0 0,0 0-1 0 0,-1 1 0 0 0,-1 0 0 0 0,1-1 1 0 0,-2 2-1 0 0,0-1 0 0 0,0 0 0 0 0,0 1 0 0 0,-2 1 1 0 0,1-1-1 0 0,-1 1 0 0 0,0 0 0 0 0,-1 1 1 0 0,0 0-1 0 0,-1 0 0 0 0,1 1 0 0 0,-1 0 1 0 0,-1 1-1 0 0,1 0 0 0 0,-13-5 0 0 0,-1 3-963 0 0,-2 1-221 0 0</inkml:trace>
</inkml:ink>
</file>

<file path=ppt/ink/ink13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0:35.899"/>
    </inkml:context>
    <inkml:brush xml:id="br0">
      <inkml:brushProperty name="width" value="0.1" units="cm"/>
      <inkml:brushProperty name="height" value="0.1" units="cm"/>
      <inkml:brushProperty name="color" value="#F6630D"/>
    </inkml:brush>
  </inkml:definitions>
  <inkml:trace contextRef="#ctx0" brushRef="#br0">109 28 11522 0 0,'0'-2'159'0'0,"0"1"-1"0"0,0 0 0 0 0,0-1 0 0 0,0 1 0 0 0,0 0 0 0 0,0-1 0 0 0,-1 1 1 0 0,1 0-1 0 0,-1 0 0 0 0,1 0 0 0 0,0-1 0 0 0,-1 1 0 0 0,0 0 0 0 0,1 0 1 0 0,-1 0-1 0 0,0 0 0 0 0,0 0 0 0 0,1 0 0 0 0,-1 0 0 0 0,0 0 0 0 0,-2-1 0 0 0,2 2 9 0 0,-1 0 0 0 0,1 0 0 0 0,-1 0 0 0 0,1 1-1 0 0,0-1 1 0 0,-1 1 0 0 0,1-1 0 0 0,0 1 0 0 0,-1-1-1 0 0,1 1 1 0 0,0 0 0 0 0,0 0 0 0 0,0 0-1 0 0,0-1 1 0 0,0 1 0 0 0,0 0 0 0 0,0 0 0 0 0,0 1-1 0 0,0-1 1 0 0,-1 2 0 0 0,-7 8-54 0 0,2 0 1 0 0,-1 0-1 0 0,1 1 1 0 0,1 0-1 0 0,0 1 1 0 0,1-1-1 0 0,0 1 1 0 0,1 0-1 0 0,1 0 1 0 0,0 1-1 0 0,0-1 1 0 0,0 16-1 0 0,2-13-15 0 0,0 0-1 0 0,1 0 1 0 0,1 0 0 0 0,0 0-1 0 0,1-1 1 0 0,1 1-1 0 0,1 0 1 0 0,0-1-1 0 0,1 0 1 0 0,7 16-1 0 0,-7-22-104 0 0,0 0-1 0 0,1 0 1 0 0,0-1-1 0 0,1 0 0 0 0,0 0 1 0 0,0-1-1 0 0,1 0 0 0 0,0 0 1 0 0,0 0-1 0 0,18 9 0 0 0,-22-13 5 0 0,1 0-1 0 0,0-1 1 0 0,-1 1-1 0 0,2-1 0 0 0,-1 0 1 0 0,0 0-1 0 0,0-1 0 0 0,0 0 1 0 0,1 0-1 0 0,-1 0 0 0 0,1 0 1 0 0,-1-1-1 0 0,0 0 0 0 0,1 0 1 0 0,-1 0-1 0 0,1-1 0 0 0,-1 0 1 0 0,1 0-1 0 0,-1 0 0 0 0,0-1 1 0 0,0 0-1 0 0,7-3 0 0 0,-9 3 38 0 0,0 0 0 0 0,-1-1-1 0 0,1 1 1 0 0,-1-1-1 0 0,1 1 1 0 0,-1-1-1 0 0,0 0 1 0 0,0 0 0 0 0,0 0-1 0 0,0 0 1 0 0,-1 0-1 0 0,1-1 1 0 0,-1 1-1 0 0,0 0 1 0 0,0-1 0 0 0,0 1-1 0 0,0-1 1 0 0,-1 1-1 0 0,1-1 1 0 0,-1 1-1 0 0,0-1 1 0 0,0 1 0 0 0,0-1-1 0 0,-1 0 1 0 0,1 1-1 0 0,-1-1 1 0 0,0 1-1 0 0,0-1 1 0 0,0 1 0 0 0,-3-6-1 0 0,3 5-29 0 0,0 1-1 0 0,-1-1 1 0 0,0 0 0 0 0,1 1-1 0 0,-1-1 1 0 0,-1 1 0 0 0,1-1-1 0 0,0 1 1 0 0,-1 0 0 0 0,0 0-1 0 0,1 0 1 0 0,-1 1 0 0 0,0-1-1 0 0,-1 1 1 0 0,1-1 0 0 0,0 1-1 0 0,-1 0 1 0 0,1 0-1 0 0,-1 1 1 0 0,0-1 0 0 0,1 1-1 0 0,-1-1 1 0 0,0 1 0 0 0,0 0-1 0 0,0 1 1 0 0,0-1 0 0 0,-6 1-1 0 0,-13 5-1671 0 0,-3 6-5656 0 0</inkml:trace>
</inkml:ink>
</file>

<file path=ppt/ink/ink13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0:36.643"/>
    </inkml:context>
    <inkml:brush xml:id="br0">
      <inkml:brushProperty name="width" value="0.1" units="cm"/>
      <inkml:brushProperty name="height" value="0.1" units="cm"/>
      <inkml:brushProperty name="color" value="#F6630D"/>
    </inkml:brush>
  </inkml:definitions>
  <inkml:trace contextRef="#ctx0" brushRef="#br0">17 59 9218 0 0,'-2'-5'1034'0'0,"-1"0"0"0"0,0 0 0 0 0,1-1-1 0 0,0 1 1 0 0,0-1 0 0 0,1 0 0 0 0,0 0 0 0 0,2-8 2080 0 0,6 22-2226 0 0,3 11-406 0 0,-1 9-268 0 0,-1 0 0 0 0,-1 1 0 0 0,4 43 0 0 0,0 90-51 0 0,-9-111-110 0 0,3 74-72 0 0,7 124-2749 0 0,-9-218 1018 0 0</inkml:trace>
</inkml:ink>
</file>

<file path=ppt/ink/ink14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0:36.868"/>
    </inkml:context>
    <inkml:brush xml:id="br0">
      <inkml:brushProperty name="width" value="0.1" units="cm"/>
      <inkml:brushProperty name="height" value="0.1" units="cm"/>
      <inkml:brushProperty name="color" value="#F6630D"/>
    </inkml:brush>
  </inkml:definitions>
  <inkml:trace contextRef="#ctx0" brushRef="#br0">145 28 2761 0 0,'1'-1'263'0'0,"-1"0"1"0"0,1 0-1 0 0,-1 0 1 0 0,0 0 0 0 0,1 0-1 0 0,-1 0 1 0 0,0 0-1 0 0,0 0 1 0 0,1-1 0 0 0,-1 1-1 0 0,0 0 1 0 0,0 0-1 0 0,0 0 1 0 0,0 0-1 0 0,-1 0 1 0 0,1 0 0 0 0,0 0-1 0 0,0 0 1 0 0,-1 0-1 0 0,1 0 1 0 0,0 0 0 0 0,-1 0-1 0 0,1 0 1 0 0,-2-2-1 0 0,1 3-35 0 0,0 0 0 0 0,0 0 0 0 0,0 1 0 0 0,0-1 0 0 0,-1 0 0 0 0,1 0-1 0 0,0 1 1 0 0,0-1 0 0 0,0 1 0 0 0,0-1 0 0 0,0 1 0 0 0,0-1 0 0 0,0 1 0 0 0,0-1-1 0 0,1 1 1 0 0,-1 0 0 0 0,0-1 0 0 0,-1 2 0 0 0,-41 44 1974 0 0,29-30-1790 0 0,-28 36 106 0 0,39-47-326 0 0,0 0 0 0 0,0 0 1 0 0,0 0-1 0 0,0 1 0 0 0,1-1 1 0 0,0 1-1 0 0,0-1 0 0 0,-1 9 1 0 0,2-13-115 0 0,1 0 1 0 0,0 0-1 0 0,0 0 0 0 0,0 0 1 0 0,0 0-1 0 0,0 0 1 0 0,0 0-1 0 0,0 0 1 0 0,1-1-1 0 0,-1 1 0 0 0,0 0 1 0 0,0 0-1 0 0,1 0 1 0 0,-1 0-1 0 0,0 0 1 0 0,1 0-1 0 0,-1-1 0 0 0,1 1 1 0 0,-1 0-1 0 0,1 0 1 0 0,0-1-1 0 0,-1 1 1 0 0,1 0-1 0 0,0-1 1 0 0,1 2-1 0 0,0-1 13 0 0,0 0-1 0 0,0 0 1 0 0,0 0 0 0 0,0-1 0 0 0,0 1 0 0 0,0-1-1 0 0,1 1 1 0 0,-1-1 0 0 0,0 0 0 0 0,3 0-1 0 0,7 0 25 0 0,-1-1 0 0 0,0 0 0 0 0,13-4 0 0 0,-23 5-110 0 0,108-28-2159 0 0,-74 19-5014 0 0</inkml:trace>
</inkml:ink>
</file>

<file path=ppt/ink/ink14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0:37.182"/>
    </inkml:context>
    <inkml:brush xml:id="br0">
      <inkml:brushProperty name="width" value="0.1" units="cm"/>
      <inkml:brushProperty name="height" value="0.1" units="cm"/>
      <inkml:brushProperty name="color" value="#F6630D"/>
    </inkml:brush>
  </inkml:definitions>
  <inkml:trace contextRef="#ctx0" brushRef="#br0">51 38 4609 0 0,'-8'1'222'0'0,"-35"12"12636"0"0,73-19-12448 0 0,21-12-1787 0 0,-35 12 597 0 0,0 0 0 0 0,1 0 1 0 0,18-2-1 0 0,-18 6 780 0 0</inkml:trace>
</inkml:ink>
</file>

<file path=ppt/ink/ink14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0:37.309"/>
    </inkml:context>
    <inkml:brush xml:id="br0">
      <inkml:brushProperty name="width" value="0.1" units="cm"/>
      <inkml:brushProperty name="height" value="0.1" units="cm"/>
      <inkml:brushProperty name="color" value="#F6630D"/>
    </inkml:brush>
  </inkml:definitions>
  <inkml:trace contextRef="#ctx0" brushRef="#br0">1 64 4609 0 0,'0'12'3593'0'0,"4"-12"-2473"0"0,3 0-472 0 0,2-3-88 0 0,4 1-16 0 0,0-4-8 0 0,4-1-1192 0 0,-2-1-240 0 0,1-1-40 0 0,0-2-16 0 0,1-3 760 0 0,-4-1 192 0 0</inkml:trace>
</inkml:ink>
</file>

<file path=ppt/ink/ink14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0:37.547"/>
    </inkml:context>
    <inkml:brush xml:id="br0">
      <inkml:brushProperty name="width" value="0.1" units="cm"/>
      <inkml:brushProperty name="height" value="0.1" units="cm"/>
      <inkml:brushProperty name="color" value="#F6630D"/>
    </inkml:brush>
  </inkml:definitions>
  <inkml:trace contextRef="#ctx0" brushRef="#br0">25 0 8290 0 0,'-2'2'104'0'0,"-1"1"0"0"0,1-1 1 0 0,0 0-1 0 0,1 0 1 0 0,-1 1-1 0 0,0-1 0 0 0,1 1 1 0 0,-1 0-1 0 0,1-1 0 0 0,0 1 1 0 0,0 0-1 0 0,0 0 0 0 0,0 0 1 0 0,0 0-1 0 0,1 0 1 0 0,-1 0-1 0 0,1 0 0 0 0,0 5 1 0 0,2 65 1377 0 0,0-56-1101 0 0,10 88 1733 0 0,5 0 0 0 0,30 101 0 0 0,-12-56-6530 0 0,-24-100-1612 0 0</inkml:trace>
</inkml:ink>
</file>

<file path=ppt/ink/ink14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0:37.912"/>
    </inkml:context>
    <inkml:brush xml:id="br0">
      <inkml:brushProperty name="width" value="0.1" units="cm"/>
      <inkml:brushProperty name="height" value="0.1" units="cm"/>
      <inkml:brushProperty name="color" value="#F6630D"/>
    </inkml:brush>
  </inkml:definitions>
  <inkml:trace contextRef="#ctx0" brushRef="#br0">126 97 456 0 0,'-27'13'15849'0'0,"24"-1"-17480"0"0,1 3 2198 0 0,0 0 0 0 0,1 0 0 0 0,1 0 0 0 0,0 0 0 0 0,1 0 0 0 0,0 0 0 0 0,6 25 0 0 0,-2-23-427 0 0,0 1 0 0 0,0-1-1 0 0,2-1 1 0 0,0 1 0 0 0,1-1 0 0 0,0 0 0 0 0,1-1 0 0 0,1 0 0 0 0,1-1 0 0 0,17 19-1 0 0,-23-27-121 0 0,1-1-1 0 0,0 0 0 0 0,0 0 1 0 0,0-1-1 0 0,1 0 0 0 0,-1 0 1 0 0,1 0-1 0 0,0-1 0 0 0,0 0 1 0 0,1 0-1 0 0,8 1 0 0 0,-13-3-2 0 0,1 0 1 0 0,0-1-1 0 0,-1 0 0 0 0,1 1 0 0 0,0-2 0 0 0,-1 1 0 0 0,1 0 0 0 0,0-1 0 0 0,-1 1 0 0 0,1-1 0 0 0,0 0 0 0 0,-1 0 0 0 0,1-1 0 0 0,-1 1 0 0 0,0-1 0 0 0,1 0 0 0 0,-1 0 0 0 0,0 0 0 0 0,0 0 0 0 0,0 0 0 0 0,0-1 0 0 0,-1 1 0 0 0,1-1 1 0 0,4-5-1 0 0,-1-1 35 0 0,-1-1 1 0 0,1 1 0 0 0,-2-1-1 0 0,1 0 1 0 0,-1-1-1 0 0,-1 1 1 0 0,0-1 0 0 0,0 1-1 0 0,-1-1 1 0 0,0 0 0 0 0,-1 0-1 0 0,-1 0 1 0 0,1 0 0 0 0,-2 0-1 0 0,1 0 1 0 0,-2 0 0 0 0,1 0-1 0 0,-7-18 1 0 0,4 12-23 0 0,-1 0 0 0 0,-1 1-1 0 0,0 0 1 0 0,-2 0 0 0 0,0 1 0 0 0,0 0 0 0 0,-1 1 0 0 0,-1-1-1 0 0,-1 2 1 0 0,0-1 0 0 0,-17-15 0 0 0,18 21-137 0 0,0 1-1 0 0,-1 0 1 0 0,1 1 0 0 0,-1 1 0 0 0,0-1 0 0 0,0 2 0 0 0,-1-1-1 0 0,0 2 1 0 0,1-1 0 0 0,-1 2 0 0 0,0 0 0 0 0,-1 0 0 0 0,1 1-1 0 0,0 0 1 0 0,0 1 0 0 0,-1 1 0 0 0,1 0 0 0 0,0 0 0 0 0,0 1-1 0 0,0 1 1 0 0,-14 4 0 0 0,-2 3-7195 0 0</inkml:trace>
</inkml:ink>
</file>

<file path=ppt/ink/ink14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0:38.375"/>
    </inkml:context>
    <inkml:brush xml:id="br0">
      <inkml:brushProperty name="width" value="0.1" units="cm"/>
      <inkml:brushProperty name="height" value="0.1" units="cm"/>
      <inkml:brushProperty name="color" value="#F6630D"/>
    </inkml:brush>
  </inkml:definitions>
  <inkml:trace contextRef="#ctx0" brushRef="#br0">20 48 8290 0 0,'-3'-2'652'0'0,"1"-1"1"0"0,0 1 0 0 0,0 0-1 0 0,0-1 1 0 0,0 1-1 0 0,0-1 1 0 0,-2-5 0 0 0,4 7-516 0 0,-1 1 0 0 0,1-1-1 0 0,0 0 1 0 0,1 1 0 0 0,-1-1 0 0 0,0 0 0 0 0,0 1 0 0 0,0-1 0 0 0,0 0 0 0 0,0 1 0 0 0,1-1 0 0 0,-1 0-1 0 0,0 1 1 0 0,1-1 0 0 0,-1 1 0 0 0,0-1 0 0 0,1 0 0 0 0,-1 1 0 0 0,1-1 0 0 0,-1 1 0 0 0,1-1 0 0 0,-1 1-1 0 0,1-1 1 0 0,-1 1 0 0 0,1 0 0 0 0,0-1 0 0 0,-1 1 0 0 0,1 0 0 0 0,0-1 0 0 0,-1 1 0 0 0,1 0 0 0 0,0 0-1 0 0,-1 0 1 0 0,1-1 0 0 0,0 1 0 0 0,-1 0 0 0 0,1 0 0 0 0,0 0 0 0 0,1 0 0 0 0,2-1-11 0 0,1 0-1 0 0,0 0 1 0 0,-1 0 0 0 0,1 1 0 0 0,0-1 0 0 0,-1 1 0 0 0,1 0 0 0 0,0 1-1 0 0,0-1 1 0 0,-1 1 0 0 0,1 0 0 0 0,0 0 0 0 0,-1 0 0 0 0,1 1 0 0 0,-1-1-1 0 0,0 1 1 0 0,8 5 0 0 0,-8-5-97 0 0,-1 1 1 0 0,0 1-1 0 0,0-1 0 0 0,0 0 0 0 0,0 1 1 0 0,0-1-1 0 0,-1 1 0 0 0,0 0 0 0 0,1 0 0 0 0,-2 0 1 0 0,1 0-1 0 0,0 0 0 0 0,-1 0 0 0 0,1 1 1 0 0,-1-1-1 0 0,-1 0 0 0 0,1 1 0 0 0,0-1 0 0 0,-1 6 1 0 0,0 5-31 0 0,-1 1 0 0 0,-1-1 1 0 0,0 0-1 0 0,-1 1 0 0 0,-1-1 1 0 0,0 0-1 0 0,-8 17 0 0 0,5-13 16 0 0,1 1 0 0 0,1-1-1 0 0,-4 26 1 0 0,9-43-5 0 0,-1 0 0 0 0,1-1 0 0 0,0 1 0 0 0,0 0 0 0 0,1 0 0 0 0,-1-1 0 0 0,0 1 1 0 0,0 0-1 0 0,1-1 0 0 0,-1 1 0 0 0,1 0 0 0 0,0-1 0 0 0,-1 1 0 0 0,1-1 0 0 0,0 1 0 0 0,0-1 0 0 0,0 1 0 0 0,0-1 0 0 0,0 0 0 0 0,0 1 0 0 0,1-1 0 0 0,-1 0 1 0 0,0 0-1 0 0,1 0 0 0 0,-1 0 0 0 0,0 0 0 0 0,1 0 0 0 0,-1 0 0 0 0,1 0 0 0 0,0-1 0 0 0,-1 1 0 0 0,3 0 0 0 0,7 2 57 0 0,0-1 0 0 0,0 0-1 0 0,0-1 1 0 0,14 0 0 0 0,17 3 46 0 0,-38-3-110 0 0,-1 0 1 0 0,0 0-1 0 0,0 0 1 0 0,0 0-1 0 0,1 0 0 0 0,-1 1 1 0 0,0-1-1 0 0,-1 1 1 0 0,1 0-1 0 0,0 0 0 0 0,0 0 1 0 0,-1 0-1 0 0,1 0 1 0 0,-1 1-1 0 0,0-1 1 0 0,0 1-1 0 0,0-1 0 0 0,3 5 1 0 0,-3-3-2 0 0,-1 0 0 0 0,0 0 0 0 0,0 0 0 0 0,0 0 0 0 0,0 0 0 0 0,0 1 0 0 0,-1-1 1 0 0,0 0-1 0 0,0 0 0 0 0,0 0 0 0 0,0 1 0 0 0,-2 7 0 0 0,-2 2 17 0 0,-1 1 0 0 0,0-1 0 0 0,-1 0 1 0 0,0-1-1 0 0,-1 1 0 0 0,0-1 0 0 0,-11 13 0 0 0,-17 18-1462 0 0,17-24-6209 0 0</inkml:trace>
</inkml:ink>
</file>

<file path=ppt/ink/ink14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4:47.507"/>
    </inkml:context>
    <inkml:brush xml:id="br0">
      <inkml:brushProperty name="width" value="0.1" units="cm"/>
      <inkml:brushProperty name="height" value="0.1" units="cm"/>
      <inkml:brushProperty name="color" value="#008C3A"/>
    </inkml:brush>
  </inkml:definitions>
  <inkml:trace contextRef="#ctx0" brushRef="#br0">46 179 5985 0 0,'-18'-2'1790'0'0,"-10"-4"2374"0"0,68-2-816 0 0,218-19 10 0 0,-177 21-2808 0 0,32-2-352 0 0,-32 4-446 0 0,1-4 0 0 0,155-35 0 0 0,-35-15-4261 0 0,-170 49-725 0 0</inkml:trace>
</inkml:ink>
</file>

<file path=ppt/ink/ink14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4:47.839"/>
    </inkml:context>
    <inkml:brush xml:id="br0">
      <inkml:brushProperty name="width" value="0.1" units="cm"/>
      <inkml:brushProperty name="height" value="0.1" units="cm"/>
      <inkml:brushProperty name="color" value="#008C3A"/>
    </inkml:brush>
  </inkml:definitions>
  <inkml:trace contextRef="#ctx0" brushRef="#br0">1 11 8290 0 0,'0'-1'42'0'0,"0"1"1"0"0,0 0-1 0 0,0 0 1 0 0,0 0 0 0 0,-1 0-1 0 0,1-1 1 0 0,0 1-1 0 0,0 0 1 0 0,0 0-1 0 0,0 0 1 0 0,0-1 0 0 0,0 1-1 0 0,0 0 1 0 0,0 0-1 0 0,0 0 1 0 0,0-1-1 0 0,0 1 1 0 0,0 0 0 0 0,0 0-1 0 0,0 0 1 0 0,0-1-1 0 0,0 1 1 0 0,0 0-1 0 0,0 0 1 0 0,1 0 0 0 0,-1 0-1 0 0,0-1 1 0 0,0 1-1 0 0,0 0 1 0 0,0 0-1 0 0,0 0 1 0 0,0 0 0 0 0,0-1-1 0 0,1 1 1 0 0,-1 0-1 0 0,0 0 1 0 0,0 0-1 0 0,0 0 1 0 0,0 0 0 0 0,1 0-1 0 0,-1 0 1 0 0,0-1-1 0 0,0 1 1 0 0,0 0-1 0 0,1 0 1 0 0,-1 0 0 0 0,0 0-1 0 0,0 0 1 0 0,0 0-1 0 0,1 0 1 0 0,-1 0-1 0 0,0 0 1 0 0,0 0-1 0 0,0 0 1 0 0,1 0 0 0 0,-1 0-1 0 0,0 0 1 0 0,1 1-1 0 0,25-4 1303 0 0,32 5 248 0 0,-38 0-1417 0 0,0 1 0 0 0,-1 1-1 0 0,1 1 1 0 0,-1 1 0 0 0,0 0 0 0 0,0 2 0 0 0,-1 0 0 0 0,0 1-1 0 0,24 17 1 0 0,4 7 1118 0 0,82 78 0 0 0,-1 0-423 0 0,-111-98-1626 0 0,1 0 0 0 0,0-2 0 0 0,0 0 0 0 0,1-1 0 0 0,0-1 0 0 0,1-1 0 0 0,0 0 0 0 0,40 9 0 0 0,-32-12-4493 0 0</inkml:trace>
</inkml:ink>
</file>

<file path=ppt/ink/ink14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4:48.076"/>
    </inkml:context>
    <inkml:brush xml:id="br0">
      <inkml:brushProperty name="width" value="0.1" units="cm"/>
      <inkml:brushProperty name="height" value="0.1" units="cm"/>
      <inkml:brushProperty name="color" value="#008C3A"/>
    </inkml:brush>
  </inkml:definitions>
  <inkml:trace contextRef="#ctx0" brushRef="#br0">541 7 10594 0 0,'-1'0'138'0'0,"1"-1"1"0"0,-1 1-1 0 0,1-1 0 0 0,0 1 0 0 0,-1-1 0 0 0,1 1 1 0 0,-1-1-1 0 0,1 1 0 0 0,-1 0 0 0 0,1-1 0 0 0,-1 1 1 0 0,1 0-1 0 0,-1 0 0 0 0,0-1 0 0 0,1 1 0 0 0,-1 0 1 0 0,1 0-1 0 0,-1 0 0 0 0,0 0 0 0 0,1-1 1 0 0,-1 1-1 0 0,1 0 0 0 0,-1 0 0 0 0,0 0 0 0 0,1 0 1 0 0,-1 1-1 0 0,0-1 0 0 0,-21 11 1710 0 0,-21 31-914 0 0,33-31-507 0 0,-21 21-209 0 0,3 2 0 0 0,0 1 0 0 0,-23 41 0 0 0,-61 121 830 0 0,63-108-885 0 0,19-34-1219 0 0,3 1 0 0 0,2 2 0 0 0,-33 113-1 0 0,48-125-4712 0 0</inkml:trace>
</inkml:ink>
</file>

<file path=ppt/ink/ink14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4:48.345"/>
    </inkml:context>
    <inkml:brush xml:id="br0">
      <inkml:brushProperty name="width" value="0.1" units="cm"/>
      <inkml:brushProperty name="height" value="0.1" units="cm"/>
      <inkml:brushProperty name="color" value="#008C3A"/>
    </inkml:brush>
  </inkml:definitions>
  <inkml:trace contextRef="#ctx0" brushRef="#br0">1 1 14283 0 0,'0'0'1298'0'0,"1"0"-1247"0"0,0 1 1 0 0,-1-1-1 0 0,1 1 1 0 0,0-1-1 0 0,0 1 1 0 0,-1 0-1 0 0,1-1 1 0 0,0 1-1 0 0,-1 0 1 0 0,1-1-1 0 0,-1 1 1 0 0,1 0-1 0 0,-1 0 1 0 0,1 0-1 0 0,-1-1 1 0 0,1 1-1 0 0,-1 0 1 0 0,0 0-1 0 0,1 1 1 0 0,7 24 345 0 0,-6-20-229 0 0,74 307 3396 0 0,-25 7-3075 0 0,-21-120-337 0 0,-7-31-1225 0 0,2 291 1 0 0,-25-402-5857 0 0</inkml:trace>
</inkml:ink>
</file>

<file path=ppt/ink/ink14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4:48.808"/>
    </inkml:context>
    <inkml:brush xml:id="br0">
      <inkml:brushProperty name="width" value="0.1" units="cm"/>
      <inkml:brushProperty name="height" value="0.1" units="cm"/>
      <inkml:brushProperty name="color" value="#008C3A"/>
    </inkml:brush>
  </inkml:definitions>
  <inkml:trace contextRef="#ctx0" brushRef="#br0">261 1183 920 0 0,'-4'18'19'0'0,"4"-14"415"0"0,-1 0-1 0 0,1 0 1 0 0,-1 1-1 0 0,0-1 1 0 0,-1 0-1 0 0,1 0 1 0 0,-1 0-1 0 0,1-1 1 0 0,-1 1-1 0 0,-1 0 1 0 0,1-1-1 0 0,-5 7 1 0 0,6-10-266 0 0,0 0 0 0 0,0 0 0 0 0,0-1 0 0 0,1 1 0 0 0,-1 0-1 0 0,0 0 1 0 0,0-1 0 0 0,0 1 0 0 0,1 0 0 0 0,-1-1 0 0 0,0 1 0 0 0,0-1 0 0 0,1 1 0 0 0,-1-1 0 0 0,0 1 0 0 0,1-1 0 0 0,-1 0 0 0 0,1 1 0 0 0,-1-1 0 0 0,1 0 0 0 0,-1 0 0 0 0,1 1 0 0 0,-1-1 0 0 0,1 0 0 0 0,0 0 0 0 0,-1 1 0 0 0,1-3 0 0 0,-14-24 2155 0 0,14 27-2265 0 0,-46-129 4454 0 0,-3-74-2015 0 0,5-143-1202 0 0,28 188-1141 0 0,-16-107-209 0 0,18 152-3455 0 0</inkml:trace>
</inkml:ink>
</file>

<file path=ppt/ink/ink14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4:49.160"/>
    </inkml:context>
    <inkml:brush xml:id="br0">
      <inkml:brushProperty name="width" value="0.1" units="cm"/>
      <inkml:brushProperty name="height" value="0.1" units="cm"/>
      <inkml:brushProperty name="color" value="#008C3A"/>
    </inkml:brush>
  </inkml:definitions>
  <inkml:trace contextRef="#ctx0" brushRef="#br0">70 123 8754 0 0,'-16'5'455'0'0,"12"-4"-339"0"0,1-1 1 0 0,-1 1 0 0 0,0 0 0 0 0,1 0 0 0 0,-1 1 0 0 0,1-1 0 0 0,-1 1 0 0 0,1-1 0 0 0,0 1 0 0 0,-1 0 0 0 0,1 0 0 0 0,0 1 0 0 0,0-1-1 0 0,-2 4 1 0 0,4-6-84 0 0,1 1-1 0 0,0-1 0 0 0,0 1 1 0 0,0-1-1 0 0,0 1 1 0 0,0-1-1 0 0,0 1 0 0 0,1-1 1 0 0,-1 1-1 0 0,0-1 0 0 0,0 1 1 0 0,0-1-1 0 0,0 1 1 0 0,1-1-1 0 0,-1 1 0 0 0,0-1 1 0 0,0 0-1 0 0,1 1 0 0 0,-1-1 1 0 0,0 1-1 0 0,1-1 0 0 0,-1 0 1 0 0,0 1-1 0 0,1-1 1 0 0,-1 0-1 0 0,1 0 0 0 0,-1 1 1 0 0,0-1-1 0 0,1 0 0 0 0,-1 0 1 0 0,1 1-1 0 0,-1-1 1 0 0,1 0-1 0 0,-1 0 0 0 0,1 0 1 0 0,-1 0-1 0 0,1 0 0 0 0,-1 0 1 0 0,1 0-1 0 0,-1 0 0 0 0,1 0 1 0 0,0 0-1 0 0,23 1 531 0 0,-23-1-533 0 0,29-3 732 0 0,0-1-1 0 0,0-2 1 0 0,-1-1 0 0 0,33-11 0 0 0,14-5 386 0 0,204-41 1860 0 0,-185 47-4312 0 0,0 0-3434 0 0,-30 8-1642 0 0</inkml:trace>
</inkml:ink>
</file>

<file path=ppt/ink/ink14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4:49.639"/>
    </inkml:context>
    <inkml:brush xml:id="br0">
      <inkml:brushProperty name="width" value="0.1" units="cm"/>
      <inkml:brushProperty name="height" value="0.1" units="cm"/>
      <inkml:brushProperty name="color" value="#008C3A"/>
    </inkml:brush>
  </inkml:definitions>
  <inkml:trace contextRef="#ctx0" brushRef="#br0">148 106 6913 0 0,'-19'-2'-75'0'0,"0"-1"-1"0"0,0-1 0 0 0,0 0 0 0 0,0-2 1 0 0,-31-13-1 0 0,49 19 104 0 0,1 0 0 0 0,0 0 0 0 0,0 0 0 0 0,0 0 0 0 0,0 0 0 0 0,0-1 0 0 0,0 1 0 0 0,0 0 0 0 0,-1 0 0 0 0,1 0 1 0 0,0 0-1 0 0,0 0 0 0 0,0 0 0 0 0,0-1 0 0 0,0 1 0 0 0,0 0 0 0 0,0 0 0 0 0,0 0 0 0 0,0 0 0 0 0,0 0 0 0 0,0-1 0 0 0,0 1 0 0 0,0 0 1 0 0,0 0-1 0 0,0 0 0 0 0,0 0 0 0 0,0 0 0 0 0,0-1 0 0 0,0 1 0 0 0,0 0 0 0 0,0 0 0 0 0,0 0 0 0 0,0 0 0 0 0,0 0 0 0 0,0-1 0 0 0,0 1 1 0 0,0 0-1 0 0,0 0 0 0 0,0 0 0 0 0,0 0 0 0 0,1 0 0 0 0,-1 0 0 0 0,0 0 0 0 0,0-1 0 0 0,0 1 0 0 0,0 0 0 0 0,0 0 0 0 0,0 0 0 0 0,1 0 1 0 0,-1 0-1 0 0,0 0 0 0 0,0 0 0 0 0,0 0 0 0 0,0 0 0 0 0,0 0 0 0 0,0 0 0 0 0,1 0 0 0 0,-1 0 0 0 0,0 0 0 0 0,0 0 0 0 0,0 0 0 0 0,0 0 1 0 0,1 0-1 0 0,-1 0 0 0 0,0 0 0 0 0,0 0 0 0 0,0 0 0 0 0,22-6 835 0 0,28-1-60 0 0,767-42 4452 0 0,2 64-4044 0 0,-794-14-1325 0 0,347 15 34 0 0,-126 5-4612 0 0,-199-16 272 0 0</inkml:trace>
</inkml:ink>
</file>

<file path=ppt/ink/ink14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4:49.967"/>
    </inkml:context>
    <inkml:brush xml:id="br0">
      <inkml:brushProperty name="width" value="0.1" units="cm"/>
      <inkml:brushProperty name="height" value="0.1" units="cm"/>
      <inkml:brushProperty name="color" value="#008C3A"/>
    </inkml:brush>
  </inkml:definitions>
  <inkml:trace contextRef="#ctx0" brushRef="#br0">52 48 9218 0 0,'-45'-40'2345'0'0,"38"32"167"0"0,14 16-1927 0 0,-1 0 0 0 0,-1-1 0 0 0,1 2 0 0 0,-2-1 0 0 0,1 1 0 0 0,3 9 0 0 0,22 63-511 0 0,-26-69 149 0 0,27 88-8 0 0,26 149 0 0 0,-5 110 364 0 0,-21-135-427 0 0,34 148-152 0 0,-41-265 0 0 0,55 148 0 0 0,-30-106-708 0 0,35 172 0 0 0,-76-290-252 0 0</inkml:trace>
</inkml:ink>
</file>

<file path=ppt/ink/ink14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4:50.569"/>
    </inkml:context>
    <inkml:brush xml:id="br0">
      <inkml:brushProperty name="width" value="0.1" units="cm"/>
      <inkml:brushProperty name="height" value="0.1" units="cm"/>
      <inkml:brushProperty name="color" value="#008C3A"/>
    </inkml:brush>
  </inkml:definitions>
  <inkml:trace contextRef="#ctx0" brushRef="#br0">5 1 5529 0 0,'-1'0'10'0'0,"1"0"-1"0"0,0 0 1 0 0,0 0 0 0 0,0 0-1 0 0,0 0 1 0 0,0 0 0 0 0,-1 0-1 0 0,1 0 1 0 0,0 0-1 0 0,0 0 1 0 0,0 0 0 0 0,0 0-1 0 0,0 0 1 0 0,-1 0 0 0 0,1 0-1 0 0,0 0 1 0 0,0 0-1 0 0,0 0 1 0 0,0 0 0 0 0,0 1-1 0 0,0-1 1 0 0,-1 0 0 0 0,1 0-1 0 0,0 0 1 0 0,0 0-1 0 0,0 0 1 0 0,0 0 0 0 0,0 0-1 0 0,0 1 1 0 0,0-1 0 0 0,0 0-1 0 0,0 0 1 0 0,0 0-1 0 0,-1 0 1 0 0,1 0 0 0 0,0 0-1 0 0,0 1 1 0 0,0-1 0 0 0,0 0-1 0 0,0 0 1 0 0,0 0 0 0 0,0 0-1 0 0,0 0 1 0 0,0 1-1 0 0,0-1 1 0 0,0 0 0 0 0,0 0-1 0 0,0 0 1 0 0,0 0 0 0 0,1 0-1 0 0,-1 1 1 0 0,0-1-1 0 0,0 0 1 0 0,0 0 0 0 0,0 0-1 0 0,0 0 1 0 0,0 0 0 0 0,0 1-1 0 0,12 8 463 0 0,25 10 209 0 0,-31-16-557 0 0,93 48 2729 0 0,169 120 1 0 0,73 92-1584 0 0,-261-199-1138 0 0,33 22-144 0 0,4-6-1 0 0,3-5 1 0 0,3-5-1 0 0,4-6 1 0 0,179 66-1 0 0,-249-111-462 0 0,101 21 0 0 0,-126-34 223 0 0,0-2 1 0 0,0-1-1 0 0,0-2 0 0 0,60-5 1 0 0,-48-5 2166 0 0,-73 13 372 0 0,2 5-1956 0 0,1 2-1 0 0,1 0 0 0 0,0 2 1 0 0,0 1-1 0 0,-28 21 1 0 0,17-12-48 0 0,-273 207 423 0 0,138-95-743 0 0,35-32-357 0 0,-164 162-1 0 0,266-230 407 0 0,-36 33 69 0 0,4 3 1 0 0,-58 80 0 0 0,110-131-343 0 0,4-2-111 0 0</inkml:trace>
</inkml:ink>
</file>

<file path=ppt/ink/ink14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4:50.917"/>
    </inkml:context>
    <inkml:brush xml:id="br0">
      <inkml:brushProperty name="width" value="0.1" units="cm"/>
      <inkml:brushProperty name="height" value="0.1" units="cm"/>
      <inkml:brushProperty name="color" value="#008C3A"/>
    </inkml:brush>
  </inkml:definitions>
  <inkml:trace contextRef="#ctx0" brushRef="#br0">0 93 920 0 0,'5'-3'521'0'0,"-1"1"0"0"0,1-1 0 0 0,-1 1 0 0 0,1 0 0 0 0,0 0 0 0 0,8-2 0 0 0,3-1 513 0 0,31-13 2448 0 0,74-16 0 0 0,-94 28-2883 0 0,1 1 1 0 0,-1 2-1 0 0,1 0 1 0 0,37 3-1 0 0,-57 0-887 0 0,0 1 1 0 0,-1 1-1 0 0,1-1 0 0 0,-1 1 1 0 0,1 1-1 0 0,-1-1 0 0 0,0 1 1 0 0,0 1-1 0 0,0-1 0 0 0,0 1 1 0 0,-1 0-1 0 0,1 1 0 0 0,7 7 0 0 0,-7-5 372 0 0</inkml:trace>
</inkml:ink>
</file>

<file path=ppt/ink/ink14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4:51.186"/>
    </inkml:context>
    <inkml:brush xml:id="br0">
      <inkml:brushProperty name="width" value="0.1" units="cm"/>
      <inkml:brushProperty name="height" value="0.1" units="cm"/>
      <inkml:brushProperty name="color" value="#008C3A"/>
    </inkml:brush>
  </inkml:definitions>
  <inkml:trace contextRef="#ctx0" brushRef="#br0">1 83 8290 0 0,'0'-1'188'0'0,"0"0"0"0"0,1 0 0 0 0,-1 0 0 0 0,1 0 0 0 0,-1 0 0 0 0,1 0 0 0 0,-1 0 0 0 0,1 0 0 0 0,-1 0-1 0 0,1 0 1 0 0,0 1 0 0 0,0-1 0 0 0,0 0 0 0 0,-1 0 0 0 0,1 1 0 0 0,0-1 0 0 0,0 1 0 0 0,0-1 0 0 0,0 1 0 0 0,0-1 0 0 0,0 1 0 0 0,0-1 0 0 0,2 1 0 0 0,30-14 1644 0 0,-31 13-1662 0 0,83-29 1918 0 0,-27 14-4476 0 0,-44 13-2913 0 0</inkml:trace>
</inkml:ink>
</file>

<file path=ppt/ink/ink14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4:51.392"/>
    </inkml:context>
    <inkml:brush xml:id="br0">
      <inkml:brushProperty name="width" value="0.1" units="cm"/>
      <inkml:brushProperty name="height" value="0.1" units="cm"/>
      <inkml:brushProperty name="color" value="#008C3A"/>
    </inkml:brush>
  </inkml:definitions>
  <inkml:trace contextRef="#ctx0" brushRef="#br0">1 3 6449 0 0,'7'-2'8674'0'0,"-4"5"-7472"0"0,3 6-895 0 0,0 1 1 0 0,0 0-1 0 0,-1 0 0 0 0,0 1 1 0 0,-1 0-1 0 0,0-1 0 0 0,-1 1 1 0 0,0 1-1 0 0,1 12 0 0 0,11 34-1165 0 0,-6-34-70 0 0</inkml:trace>
</inkml:ink>
</file>

<file path=ppt/ink/ink14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4:52.151"/>
    </inkml:context>
    <inkml:brush xml:id="br0">
      <inkml:brushProperty name="width" value="0.1" units="cm"/>
      <inkml:brushProperty name="height" value="0.1" units="cm"/>
      <inkml:brushProperty name="color" value="#008C3A"/>
    </inkml:brush>
  </inkml:definitions>
  <inkml:trace contextRef="#ctx0" brushRef="#br0">538 12 6529 0 0,'-10'-3'320'0'0,"1"1"-1"0"0,0 0 0 0 0,0 0 1 0 0,-1 1-1 0 0,1 0 0 0 0,-1 0 1 0 0,1 1-1 0 0,-13 2 0 0 0,-80 14 3771 0 0,75-11-3643 0 0,-101 24 1142 0 0,-42 7-2133 0 0,157-34-4791 0 0</inkml:trace>
</inkml:ink>
</file>

<file path=ppt/ink/ink14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4:52.404"/>
    </inkml:context>
    <inkml:brush xml:id="br0">
      <inkml:brushProperty name="width" value="0.1" units="cm"/>
      <inkml:brushProperty name="height" value="0.1" units="cm"/>
      <inkml:brushProperty name="color" value="#008C3A"/>
    </inkml:brush>
  </inkml:definitions>
  <inkml:trace contextRef="#ctx0" brushRef="#br0">0 0 2761 0 0,'12'6'5936'0'0,"1"2"-3969"0"0,-8-2-1541 0 0,-1 0 1 0 0,0 0 0 0 0,1 0-1 0 0,-2 0 1 0 0,1 1 0 0 0,-1-1-1 0 0,0 1 1 0 0,0 0 0 0 0,2 11 0 0 0,12 71 1517 0 0,-10-46-1191 0 0,83 593 2131 0 0,-63-412-2712 0 0,17 228-2428 0 0,-39-411-4385 0 0</inkml:trace>
</inkml:ink>
</file>

<file path=ppt/ink/ink14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4:52.626"/>
    </inkml:context>
    <inkml:brush xml:id="br0">
      <inkml:brushProperty name="width" value="0.1" units="cm"/>
      <inkml:brushProperty name="height" value="0.1" units="cm"/>
      <inkml:brushProperty name="color" value="#008C3A"/>
    </inkml:brush>
  </inkml:definitions>
  <inkml:trace contextRef="#ctx0" brushRef="#br0">25 251 1376 0 0,'-2'0'50'0'0,"1"0"0"0"0,-1-1-1 0 0,1 1 1 0 0,-1 0 0 0 0,1-1-1 0 0,-1 0 1 0 0,1 1-1 0 0,0-1 1 0 0,-1 0 0 0 0,1 1-1 0 0,0-1 1 0 0,0 0 0 0 0,-1 0-1 0 0,1 0 1 0 0,-1-1 0 0 0,2 1 100 0 0,0 1-1 0 0,0-1 1 0 0,-1 1 0 0 0,1-1 0 0 0,0 1 0 0 0,0-1 0 0 0,0 1 0 0 0,0-1 0 0 0,0 1 0 0 0,0-1 0 0 0,0 0 0 0 0,0 1-1 0 0,0-1 1 0 0,0 1 0 0 0,0-1 0 0 0,0 1 0 0 0,1-1 0 0 0,-1 1 0 0 0,0-1 0 0 0,0 1 0 0 0,1-1 0 0 0,-1 1-1 0 0,0-1 1 0 0,0 1 0 0 0,1-1 0 0 0,0 0 0 0 0,4-4 1093 0 0,0 1 1 0 0,0-1-1 0 0,1 1 1 0 0,12-7-1 0 0,-12 7-1693 0 0,46-27 3383 0 0,74-32-1 0 0,61-9-3552 0 0,-105 50-3519 0 0,-58 19-790 0 0</inkml:trace>
</inkml:ink>
</file>

<file path=ppt/ink/ink14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4:52.889"/>
    </inkml:context>
    <inkml:brush xml:id="br0">
      <inkml:brushProperty name="width" value="0.1" units="cm"/>
      <inkml:brushProperty name="height" value="0.1" units="cm"/>
      <inkml:brushProperty name="color" value="#008C3A"/>
    </inkml:brush>
  </inkml:definitions>
  <inkml:trace contextRef="#ctx0" brushRef="#br0">1 1 4145 0 0,'16'4'2863'0'0,"0"2"0"0"0,0 0 0 0 0,21 11 0 0 0,-16-5-562 0 0,41 30 0 0 0,-38-23-2711 0 0,-1 1 1 0 0,-2 2-1 0 0,0 0 0 0 0,33 45 1 0 0,-43-52-1186 0 0</inkml:trace>
</inkml:ink>
</file>

<file path=ppt/ink/ink14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4:53.039"/>
    </inkml:context>
    <inkml:brush xml:id="br0">
      <inkml:brushProperty name="width" value="0.1" units="cm"/>
      <inkml:brushProperty name="height" value="0.1" units="cm"/>
      <inkml:brushProperty name="color" value="#008C3A"/>
    </inkml:brush>
  </inkml:definitions>
  <inkml:trace contextRef="#ctx0" brushRef="#br0">240 103 5529 0 0,'0'-14'-163'0'0,"-1"-29"2243"0"0,1 39-1410 0 0,-1 1 0 0 0,0-1-1 0 0,1 1 1 0 0,-1-1 0 0 0,0 1-1 0 0,-1-1 1 0 0,1 1 0 0 0,-1 0-1 0 0,-2-5 1 0 0,3 7-532 0 0,0 1 1 0 0,1-1-1 0 0,-1 0 0 0 0,0 1 0 0 0,1-1 1 0 0,-1 1-1 0 0,0 0 0 0 0,0-1 1 0 0,1 1-1 0 0,-1 0 0 0 0,0-1 0 0 0,0 1 1 0 0,0 0-1 0 0,0 0 0 0 0,0 0 1 0 0,1 0-1 0 0,-1 0 0 0 0,0 0 0 0 0,0 0 1 0 0,0 0-1 0 0,0 0 0 0 0,0 0 1 0 0,1 0-1 0 0,-1 1 0 0 0,0-1 0 0 0,0 0 1 0 0,0 0-1 0 0,0 1 0 0 0,1-1 1 0 0,-1 1-1 0 0,0-1 0 0 0,0 1 0 0 0,1-1 1 0 0,-1 1-1 0 0,0-1 0 0 0,1 1 1 0 0,-1 0-1 0 0,1-1 0 0 0,-1 2 0 0 0,-25 26 1112 0 0,-8 19-556 0 0,-34 61 0 0 0,13 1-2958 0 0,44-82-4957 0 0</inkml:trace>
</inkml:ink>
</file>

<file path=ppt/ink/ink14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4:53.546"/>
    </inkml:context>
    <inkml:brush xml:id="br0">
      <inkml:brushProperty name="width" value="0.1" units="cm"/>
      <inkml:brushProperty name="height" value="0.1" units="cm"/>
      <inkml:brushProperty name="color" value="#008C3A"/>
    </inkml:brush>
  </inkml:definitions>
  <inkml:trace contextRef="#ctx0" brushRef="#br0">0 35 10594 0 0,'3'0'251'0'0,"0"1"-1"0"0,0-1 0 0 0,0 1 0 0 0,0-1 1 0 0,0 0-1 0 0,0 0 0 0 0,0-1 0 0 0,0 1 1 0 0,0 0-1 0 0,5-3 0 0 0,3 2 145 0 0,83-13 2631 0 0,26-2-100 0 0,-103 15-3019 0 0,-1 0 1 0 0,1 2-1 0 0,-1 0 1 0 0,1 0-1 0 0,17 5 1 0 0,-14 1-4571 0 0,0 1-1563 0 0</inkml:trace>
</inkml:ink>
</file>

<file path=ppt/ink/ink14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4:53.784"/>
    </inkml:context>
    <inkml:brush xml:id="br0">
      <inkml:brushProperty name="width" value="0.1" units="cm"/>
      <inkml:brushProperty name="height" value="0.1" units="cm"/>
      <inkml:brushProperty name="color" value="#008C3A"/>
    </inkml:brush>
  </inkml:definitions>
  <inkml:trace contextRef="#ctx0" brushRef="#br0">14 0 8754 0 0,'-13'3'2553'0'0,"30"5"2028"0"0,-2-2-4120 0 0,5 7-28 0 0,-1 1 1 0 0,0 0-1 0 0,-2 1 1 0 0,0 1-1 0 0,0 1 1 0 0,17 23-1 0 0,-12-14-1573 0 0,0-2 0 0 0,27 21 0 0 0,-32-32-4717 0 0</inkml:trace>
</inkml:ink>
</file>

<file path=ppt/ink/ink14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4:53.926"/>
    </inkml:context>
    <inkml:brush xml:id="br0">
      <inkml:brushProperty name="width" value="0.1" units="cm"/>
      <inkml:brushProperty name="height" value="0.1" units="cm"/>
      <inkml:brushProperty name="color" value="#008C3A"/>
    </inkml:brush>
  </inkml:definitions>
  <inkml:trace contextRef="#ctx0" brushRef="#br0">193 1 6449 0 0,'-1'0'158'0'0,"0"0"0"0"0,0-1-1 0 0,0 1 1 0 0,1 0 0 0 0,-1 0-1 0 0,0 1 1 0 0,0-1 0 0 0,0 0-1 0 0,0 0 1 0 0,1 0 0 0 0,-1 0-1 0 0,0 1 1 0 0,0-1 0 0 0,1 0-1 0 0,-1 1 1 0 0,0-1-1 0 0,0 1 1 0 0,1-1 0 0 0,-1 1-1 0 0,0-1 1 0 0,1 1 0 0 0,-1-1-1 0 0,1 1 1 0 0,-1 0 0 0 0,1-1-1 0 0,-1 1 1 0 0,1 0 0 0 0,-1 1-1 0 0,-22 23 2001 0 0,-52 75 1030 0 0,13 10-4831 0 0,50-86-3679 0 0</inkml:trace>
</inkml:ink>
</file>

<file path=ppt/ink/ink14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4:54.734"/>
    </inkml:context>
    <inkml:brush xml:id="br0">
      <inkml:brushProperty name="width" value="0.1" units="cm"/>
      <inkml:brushProperty name="height" value="0.1" units="cm"/>
      <inkml:brushProperty name="color" value="#008C3A"/>
    </inkml:brush>
  </inkml:definitions>
  <inkml:trace contextRef="#ctx0" brushRef="#br0">209 1536 6449 0 0,'0'-1'80'0'0,"1"0"1"0"0,-1 0-1 0 0,0 1 0 0 0,0-1 0 0 0,0 0 0 0 0,0 0 0 0 0,-1 0 0 0 0,1 0 0 0 0,0 1 0 0 0,0-1 0 0 0,0 0 1 0 0,-1 0-1 0 0,1 0 0 0 0,0 1 0 0 0,-1-1 0 0 0,1 0 0 0 0,-1 1 0 0 0,1-1 0 0 0,-1 0 0 0 0,1 1 0 0 0,-1-1 0 0 0,1 0 1 0 0,-1 1-1 0 0,0-1 0 0 0,1 1 0 0 0,-1-1 0 0 0,0 1 0 0 0,1-1 0 0 0,-1 1 0 0 0,0 0 0 0 0,0-1 0 0 0,1 1 1 0 0,-1 0-1 0 0,0 0 0 0 0,0-1 0 0 0,0 1 0 0 0,0 0 0 0 0,1 0 0 0 0,-1 0 0 0 0,0 0 0 0 0,0 0 0 0 0,0 0 1 0 0,0 0-1 0 0,1 0 0 0 0,-1 1 0 0 0,-1-1 0 0 0,-3 1 389 0 0,1 1-1 0 0,0-1 1 0 0,-1 1-1 0 0,1 0 1 0 0,0 0 0 0 0,0 0-1 0 0,-6 5 1 0 0,10-7-408 0 0,-1 0 0 0 0,1 0 1 0 0,0 1-1 0 0,0-1 0 0 0,0 0 0 0 0,-1 0 0 0 0,1 0 1 0 0,0 0-1 0 0,0 0 0 0 0,0 0 0 0 0,-1 0 1 0 0,1 0-1 0 0,0 0 0 0 0,0 0 0 0 0,-1 0 0 0 0,1 0 1 0 0,0 0-1 0 0,0 0 0 0 0,0 0 0 0 0,-1 0 0 0 0,1 0 1 0 0,0 0-1 0 0,0 0 0 0 0,0 0 0 0 0,-1 0 1 0 0,1 0-1 0 0,0 0 0 0 0,0-1 0 0 0,0 1 0 0 0,-1 0 1 0 0,1 0-1 0 0,0 0 0 0 0,0 0 0 0 0,0 0 1 0 0,0-1-1 0 0,-1 1 0 0 0,1 0 0 0 0,0 0 0 0 0,0 0 1 0 0,0-1-1 0 0,0 1 0 0 0,-6-14 1151 0 0,2-16-133 0 0,-26-428 396 0 0,13 25-1470 0 0,4 46-106 0 0,12 368-365 0 0,-1 1-1 0 0,0 0 0 0 0,-1 0 1 0 0,-1 0-1 0 0,-1 0 1 0 0,0 0-1 0 0,-2 1 0 0 0,0 0 1 0 0,-10-18-1 0 0,4 23-2542 0 0</inkml:trace>
</inkml:ink>
</file>

<file path=ppt/ink/ink14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4:55.002"/>
    </inkml:context>
    <inkml:brush xml:id="br0">
      <inkml:brushProperty name="width" value="0.1" units="cm"/>
      <inkml:brushProperty name="height" value="0.1" units="cm"/>
      <inkml:brushProperty name="color" value="#008C3A"/>
    </inkml:brush>
  </inkml:definitions>
  <inkml:trace contextRef="#ctx0" brushRef="#br0">110 70 2160 0 0,'-14'-3'1214'0'0,"-1"0"-1"0"0,1 0 0 0 0,0 1 0 0 0,-1 1 0 0 0,-23 1 0 0 0,85-9 2990 0 0,-11 0-3549 0 0,87-4 472 0 0,129 2-1 0 0,-34 4-2337 0 0,-131 1-3485 0 0,-39 4 108 0 0</inkml:trace>
</inkml:ink>
</file>

<file path=ppt/ink/ink14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4:55.748"/>
    </inkml:context>
    <inkml:brush xml:id="br0">
      <inkml:brushProperty name="width" value="0.1" units="cm"/>
      <inkml:brushProperty name="height" value="0.1" units="cm"/>
      <inkml:brushProperty name="color" value="#008C3A"/>
    </inkml:brush>
  </inkml:definitions>
  <inkml:trace contextRef="#ctx0" brushRef="#br0">22 393 920 0 0,'-2'1'158'0'0,"0"1"0"0"0,1-1 0 0 0,-1 0-1 0 0,0 1 1 0 0,1-1 0 0 0,-1 1 0 0 0,1 0 0 0 0,0-1-1 0 0,-1 1 1 0 0,1 0 0 0 0,0 0 0 0 0,-1 3-1 0 0,0 4 1880 0 0,19-20-114 0 0,-12 5-1412 0 0,1 0 1 0 0,-1 0-1 0 0,0-1 1 0 0,0 0-1 0 0,-1 0 1 0 0,1 0 0 0 0,-2 0-1 0 0,6-14 1 0 0,18-70 922 0 0,-14 43-269 0 0,-7 26-851 0 0,-2 8-83 0 0,0 0 1 0 0,0 1-1 0 0,2-1 1 0 0,-1 1-1 0 0,13-20 1 0 0,-17 33-226 0 0,-1 0 1 0 0,0-1-1 0 0,0 1 1 0 0,0 0-1 0 0,1-1 1 0 0,-1 1-1 0 0,0 0 1 0 0,1 0-1 0 0,-1 0 1 0 0,0-1-1 0 0,0 1 1 0 0,1 0 0 0 0,-1 0-1 0 0,0 0 1 0 0,1-1-1 0 0,-1 1 1 0 0,0 0-1 0 0,1 0 1 0 0,-1 0-1 0 0,0 0 1 0 0,1 0-1 0 0,-1 0 1 0 0,1 0-1 0 0,-1 0 1 0 0,0 0-1 0 0,1 0 1 0 0,-1 0-1 0 0,0 0 1 0 0,1 0-1 0 0,-1 0 1 0 0,0 0 0 0 0,1 0-1 0 0,-1 1 1 0 0,0-1-1 0 0,1 0 1 0 0,-1 0-1 0 0,0 0 1 0 0,1 1-1 0 0,-1-1 1 0 0,0 0-1 0 0,1 0 1 0 0,-1 0-1 0 0,0 1 1 0 0,0-1-1 0 0,1 0 1 0 0,-1 1-1 0 0,0-1 1 0 0,0 0-1 0 0,0 1 1 0 0,0-1-1 0 0,1 0 1 0 0,-1 1 0 0 0,0-1-1 0 0,0 0 1 0 0,0 1-1 0 0,0-1 1 0 0,0 1-1 0 0,9 22 117 0 0,-9-21-65 0 0,6 15 13 0 0,0 0 1 0 0,1 0 0 0 0,1 0-1 0 0,20 29 1 0 0,-24-40-104 0 0,0 0 0 0 0,1-1 0 0 0,0 0 0 0 0,0 0-1 0 0,0 0 1 0 0,0-1 0 0 0,1 1 0 0 0,0-1 0 0 0,0-1 0 0 0,0 1-1 0 0,0-1 1 0 0,0 0 0 0 0,1 0 0 0 0,0-1 0 0 0,-1 0 0 0 0,9 2-1 0 0,-13-4-23 0 0,1 0 0 0 0,-1 0-1 0 0,1 0 1 0 0,0-1 0 0 0,-1 1-1 0 0,1-1 1 0 0,-1 1-1 0 0,1-1 1 0 0,-1 0 0 0 0,1 0-1 0 0,-1 0 1 0 0,0 0-1 0 0,1 0 1 0 0,-1-1 0 0 0,0 1-1 0 0,0-1 1 0 0,0 1-1 0 0,0-1 1 0 0,0 0 0 0 0,0 0-1 0 0,0 0 1 0 0,-1 0 0 0 0,3-4-1 0 0,5-7 321 0 0,-1-1 0 0 0,13-27 1 0 0,-11 20-35 0 0,-10 19-197 0 0,53-90 1704 0 0,-46 82-1571 0 0,1 0 1 0 0,-1 0-1 0 0,2 1 1 0 0,-1 0-1 0 0,1 0 1 0 0,15-10-1 0 0,-23 18-152 0 0,-1 1 0 0 0,1 0 0 0 0,0 0 0 0 0,0 0 0 0 0,0-1-1 0 0,0 1 1 0 0,0 0 0 0 0,-1 0 0 0 0,1 0 0 0 0,0 0 0 0 0,0 0 0 0 0,0 0 0 0 0,0 0 0 0 0,0 1 0 0 0,-1-1 0 0 0,1 0-1 0 0,0 0 1 0 0,0 1 0 0 0,0-1 0 0 0,-1 1 0 0 0,1-1 0 0 0,0 0 0 0 0,0 1 0 0 0,-1-1 0 0 0,1 1 0 0 0,0 0-1 0 0,-1-1 1 0 0,1 1 0 0 0,-1 0 0 0 0,1-1 0 0 0,-1 1 0 0 0,1 0 0 0 0,-1-1 0 0 0,1 1 0 0 0,-1 0 0 0 0,1 1 0 0 0,20 38 764 0 0,-14-26-647 0 0,14 23-142 0 0,-3-6-22 0 0,-1 0 0 0 0,-2 2-1 0 0,18 52 1 0 0,-33-83 33 0 0,1-1 1 0 0,-1 1-1 0 0,0-1 0 0 0,1 0 0 0 0,0 1 0 0 0,-1-1 1 0 0,1 0-1 0 0,0 1 0 0 0,0-1 0 0 0,-1 0 0 0 0,1 0 1 0 0,0 0-1 0 0,2 2 0 0 0,-2-2 0 0 0,0-1-1 0 0,-1 0 1 0 0,1 0 0 0 0,-1 1 0 0 0,1-1-1 0 0,0 0 1 0 0,-1 0 0 0 0,1 0-1 0 0,0 0 1 0 0,-1 0 0 0 0,1 0 0 0 0,-1 0-1 0 0,1 0 1 0 0,0 0 0 0 0,-1 0 0 0 0,1 0-1 0 0,0 0 1 0 0,-1 0 0 0 0,1 0-1 0 0,0-1 1 0 0,-1 1 0 0 0,1 0 0 0 0,4-3 7 0 0,-1 0 0 0 0,0-1 1 0 0,0 1-1 0 0,0-1 0 0 0,0 1 1 0 0,4-6-1 0 0,-7 7-1 0 0,11-14 24 0 0,0 0 0 0 0,-1-1 0 0 0,0-1 0 0 0,-2 0 0 0 0,0 0 0 0 0,-1-1 0 0 0,6-22 0 0 0,5-10 74 0 0,-19 50-99 0 0,1 0 0 0 0,-1 0 1 0 0,0 0-1 0 0,1 0 0 0 0,-1 0 1 0 0,1 0-1 0 0,-1 0 0 0 0,1 0 1 0 0,-1 0-1 0 0,1 0 0 0 0,0 0 1 0 0,-1 1-1 0 0,1-1 0 0 0,0 0 1 0 0,0 0-1 0 0,0 1 0 0 0,-1-1 1 0 0,1 0-1 0 0,0 1 0 0 0,0-1 1 0 0,0 1-1 0 0,0-1 0 0 0,0 1 1 0 0,0-1-1 0 0,2 1 0 0 0,-1 0-5 0 0,-1 0-1 0 0,0 1 1 0 0,1-1-1 0 0,-1 1 1 0 0,0-1-1 0 0,0 1 1 0 0,1-1-1 0 0,-1 1 1 0 0,0 0-1 0 0,0 0 0 0 0,0 0 1 0 0,0 0-1 0 0,0 0 1 0 0,0 0-1 0 0,0 0 1 0 0,0 0-1 0 0,1 1 1 0 0,4 8-72 0 0,0 0-1 0 0,0 0 1 0 0,6 16 0 0 0,-11-25 58 0 0,5 13-192 0 0,57 121-5192 0 0,-52-115-48 0 0</inkml:trace>
</inkml:ink>
</file>

<file path=ppt/ink/ink14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4:56.001"/>
    </inkml:context>
    <inkml:brush xml:id="br0">
      <inkml:brushProperty name="width" value="0.1" units="cm"/>
      <inkml:brushProperty name="height" value="0.1" units="cm"/>
      <inkml:brushProperty name="color" value="#008C3A"/>
    </inkml:brush>
  </inkml:definitions>
  <inkml:trace contextRef="#ctx0" brushRef="#br0">22 125 3681 0 0,'-21'-17'5514'0'0,"21"16"-5285"0"0,1 0-1 0 0,-1 1 1 0 0,1-1-1 0 0,0 0 1 0 0,-1 1 0 0 0,1-1-1 0 0,0 0 1 0 0,0 1-1 0 0,0-1 1 0 0,-1 1-1 0 0,1-1 1 0 0,0 1 0 0 0,0-1-1 0 0,0 1 1 0 0,0 0-1 0 0,0-1 1 0 0,0 1-1 0 0,0 0 1 0 0,0 0-1 0 0,2 0 1 0 0,195-45 2035 0 0,107 5-3498 0 0,-248 33 799 0 0,-3 2-496 0 0</inkml:trace>
</inkml:ink>
</file>

<file path=ppt/ink/ink14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4:56.524"/>
    </inkml:context>
    <inkml:brush xml:id="br0">
      <inkml:brushProperty name="width" value="0.1" units="cm"/>
      <inkml:brushProperty name="height" value="0.1" units="cm"/>
      <inkml:brushProperty name="color" value="#008C3A"/>
    </inkml:brush>
  </inkml:definitions>
  <inkml:trace contextRef="#ctx0" brushRef="#br0">0 0 456 0 0,'9'5'13766'0'0,"1"9"-13454"0"0,-5-5 212 0 0,0-1 0 0 0,-1 1 0 0 0,1 0 0 0 0,-2 0-1 0 0,1 1 1 0 0,-2-1 0 0 0,4 17 0 0 0,0 1 43 0 0,57 156 1424 0 0,-39-119-1655 0 0,-2 2 1 0 0,19 102 0 0 0,-18-9-258 0 0,32 175 47 0 0,25-6 87 0 0,60 334 108 0 0,-90-230-68 0 0,-47-410-389 0 0,1-1 0 0 0,9 30 0 0 0</inkml:trace>
</inkml:ink>
</file>

<file path=ppt/ink/ink14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4:57.081"/>
    </inkml:context>
    <inkml:brush xml:id="br0">
      <inkml:brushProperty name="width" value="0.1" units="cm"/>
      <inkml:brushProperty name="height" value="0.1" units="cm"/>
      <inkml:brushProperty name="color" value="#008C3A"/>
    </inkml:brush>
  </inkml:definitions>
  <inkml:trace contextRef="#ctx0" brushRef="#br0">57 325 4145 0 0,'-28'-14'1042'0'0,"26"13"-807"0"0,1 0 0 0 0,0 1 0 0 0,-1-1 0 0 0,1 0 0 0 0,-1 1 0 0 0,1-1 0 0 0,-1 1 0 0 0,1 0 0 0 0,0 0 0 0 0,-1-1 0 0 0,1 1 1 0 0,-1 0-1 0 0,1 0 0 0 0,-1 0 0 0 0,1 1 0 0 0,-1-1 0 0 0,-1 1 0 0 0,39-6 2719 0 0,115-28-813 0 0,1 8 0 0 0,176-8 0 0 0,411-46 1381 0 0,-734 79-3505 0 0,-1-1 1 0 0,0 0 0 0 0,1 0-1 0 0,-1 0 1 0 0,0-1 0 0 0,6-2-1 0 0,-9 4-16 0 0,-1 0-1 0 0,1-1 0 0 0,-1 1 0 0 0,0 0 1 0 0,1-1-1 0 0,-1 1 0 0 0,0 0 0 0 0,1-1 1 0 0,-1 1-1 0 0,0-1 0 0 0,1 1 0 0 0,-1 0 1 0 0,0-1-1 0 0,0 1 0 0 0,0-1 0 0 0,1 1 1 0 0,-1-1-1 0 0,0 1 0 0 0,0-1 0 0 0,0 1 1 0 0,0 0-1 0 0,0-1 0 0 0,0 1 0 0 0,0-1 0 0 0,0 0 1 0 0,0 0-8 0 0,-1-1 0 0 0,1 1 1 0 0,-1 0-1 0 0,1-1 1 0 0,-1 1-1 0 0,0 0 0 0 0,0 0 1 0 0,1 0-1 0 0,-1 0 1 0 0,0 0-1 0 0,0 0 0 0 0,0 0 1 0 0,-2-1-1 0 0,-14-12-529 0 0,-1 1 0 0 0,0 0 0 0 0,-1 2 0 0 0,0 0 0 0 0,-1 1-1 0 0,-22-7 1 0 0,32 13-429 0 0</inkml:trace>
</inkml:ink>
</file>

<file path=ppt/ink/ink14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4:57.603"/>
    </inkml:context>
    <inkml:brush xml:id="br0">
      <inkml:brushProperty name="width" value="0.1" units="cm"/>
      <inkml:brushProperty name="height" value="0.1" units="cm"/>
      <inkml:brushProperty name="color" value="#008C3A"/>
    </inkml:brush>
  </inkml:definitions>
  <inkml:trace contextRef="#ctx0" brushRef="#br0">35 19 2304 0 0,'4'5'949'0'0,"-1"1"0"0"0,0-1 0 0 0,1 1 0 0 0,-2-1-1 0 0,1 1 1 0 0,-1 0 0 0 0,0 0 0 0 0,0 0 0 0 0,2 10-1 0 0,-3-9-512 0 0,0-1 0 0 0,1 1 0 0 0,1-1 0 0 0,-1 1 0 0 0,1-1 0 0 0,0 0 0 0 0,5 8 0 0 0,-7-12-354 0 0,1 0 1 0 0,0-1-1 0 0,0 1 1 0 0,0-1 0 0 0,0 0-1 0 0,0 1 1 0 0,0-1 0 0 0,0 0-1 0 0,0 0 1 0 0,0 0-1 0 0,1 0 1 0 0,-1-1 0 0 0,0 1-1 0 0,1 0 1 0 0,-1-1 0 0 0,0 0-1 0 0,1 0 1 0 0,-1 1-1 0 0,1-1 1 0 0,-1-1 0 0 0,0 1-1 0 0,1 0 1 0 0,-1-1-1 0 0,0 1 1 0 0,5-2 0 0 0,-5 1 0 0 0,1 1-1 0 0,-1 0 1 0 0,0-1 0 0 0,0 0 0 0 0,0 1 0 0 0,0-1 0 0 0,0 0 0 0 0,0 0 0 0 0,0 0 0 0 0,0 0-1 0 0,0-1 1 0 0,0 1 0 0 0,0 0 0 0 0,-1-1 0 0 0,1 0 0 0 0,-1 1 0 0 0,1-1 0 0 0,-1 0-1 0 0,0 1 1 0 0,1-1 0 0 0,-1 0 0 0 0,0 0 0 0 0,0 0 0 0 0,0 0 0 0 0,0 0 0 0 0,-1-1-1 0 0,1-1 1 0 0,-1 1-33 0 0,0 0-1 0 0,0 0 1 0 0,0 0-1 0 0,-1 0 1 0 0,1 0 0 0 0,-1 0-1 0 0,0 0 1 0 0,0 0-1 0 0,0 1 1 0 0,0-1-1 0 0,-1 0 1 0 0,1 1-1 0 0,-1-1 1 0 0,1 1-1 0 0,-1-1 1 0 0,0 1-1 0 0,0 0 1 0 0,0 0-1 0 0,0 0 1 0 0,-3-2-1 0 0,-6-6 149 0 0,-1 1-1 0 0,0 1 0 0 0,-21-12 0 0 0,29 18-177 0 0,0 0 0 0 0,1 0-1 0 0,-1 0 1 0 0,0 1 0 0 0,0-1 0 0 0,0 1-1 0 0,0 0 1 0 0,0 1 0 0 0,0-1 0 0 0,0 1-1 0 0,0-1 1 0 0,0 1 0 0 0,-1 0 0 0 0,1 1-1 0 0,0-1 1 0 0,0 1 0 0 0,-7 2 0 0 0,10-3-20 0 0,-1 1 0 0 0,1-1 0 0 0,0 1 0 0 0,0 0 0 0 0,0-1 0 0 0,0 1 0 0 0,0 0 0 0 0,0 0 0 0 0,1-1 0 0 0,-1 1 0 0 0,0 0 0 0 0,0 0 0 0 0,0 0 0 0 0,1 0 0 0 0,-1 0 0 0 0,1 1 0 0 0,-1-1 0 0 0,1 0 0 0 0,-1 0 0 0 0,1 0 0 0 0,0 0 0 0 0,-1 3 0 0 0,1-1 0 0 0,0-1 0 0 0,0 1 0 0 0,0 0 0 0 0,1 0 0 0 0,-1 0 0 0 0,1 0 0 0 0,-1 0 0 0 0,1-1 0 0 0,2 5 0 0 0,1 1 0 0 0,0 1 0 0 0,1-2 0 0 0,0 1 0 0 0,0-1 0 0 0,9 10 0 0 0,-8-10-1 0 0,1 0 0 0 0,1-1 0 0 0,-1 0 0 0 0,16 9 0 0 0,-21-14 4 0 0,1 1 0 0 0,0 0 1 0 0,0-1-1 0 0,0 0 0 0 0,0 0 0 0 0,0 0 1 0 0,1 0-1 0 0,-1 0 0 0 0,0 0 0 0 0,0-1 0 0 0,1 0 1 0 0,-1 0-1 0 0,0 0 0 0 0,1 0 0 0 0,-1 0 1 0 0,0 0-1 0 0,6-2 0 0 0,-8 1 4 0 0,1 0 0 0 0,-1 0-1 0 0,1-1 1 0 0,-1 1 0 0 0,0 0-1 0 0,1-1 1 0 0,-1 1 0 0 0,0-1 0 0 0,0 1-1 0 0,0-1 1 0 0,0 1 0 0 0,0-1 0 0 0,0 0-1 0 0,0 0 1 0 0,-1 1 0 0 0,1-1 0 0 0,-1 0-1 0 0,1 0 1 0 0,-1 0 0 0 0,1 0 0 0 0,-1 0-1 0 0,0 1 1 0 0,0-1 0 0 0,0 0 0 0 0,0 0-1 0 0,-1 0 1 0 0,0-2 0 0 0,1-4-3 0 0,-1-1 0 0 0,-1 1 0 0 0,0 1 0 0 0,0-1 0 0 0,-3-8 0 0 0,3 12 11 0 0,0 1-1 0 0,0-1 0 0 0,0 0 0 0 0,0 1 0 0 0,0-1 0 0 0,-1 1 0 0 0,0-1 1 0 0,0 1-1 0 0,0 0 0 0 0,0 0 0 0 0,0 1 0 0 0,0-1 0 0 0,-1 1 1 0 0,1-1-1 0 0,-1 1 0 0 0,0 0 0 0 0,1 0 0 0 0,-6-1 0 0 0,6 2-4 0 0,0 1 0 0 0,0-1 0 0 0,0 1-1 0 0,0 0 1 0 0,-1 0 0 0 0,1 0-1 0 0,0 0 1 0 0,0 0 0 0 0,0 1 0 0 0,0 0-1 0 0,-1-1 1 0 0,1 1 0 0 0,0 0 0 0 0,0 1-1 0 0,1-1 1 0 0,-1 0 0 0 0,0 1-1 0 0,0-1 1 0 0,0 1 0 0 0,1 0 0 0 0,-1 0-1 0 0,1 0 1 0 0,0 1 0 0 0,-4 3 0 0 0,0 2-119 0 0,1 1-9 0 0</inkml:trace>
</inkml:ink>
</file>

<file path=ppt/ink/ink14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5:01.317"/>
    </inkml:context>
    <inkml:brush xml:id="br0">
      <inkml:brushProperty name="width" value="0.1" units="cm"/>
      <inkml:brushProperty name="height" value="0.1" units="cm"/>
      <inkml:brushProperty name="color" value="#008C3A"/>
    </inkml:brush>
  </inkml:definitions>
  <inkml:trace contextRef="#ctx0" brushRef="#br0">188 1069 4609 0 0,'-1'4'265'0'0,"1"0"-1"0"0,-1 0 1 0 0,0-1 0 0 0,0 1-1 0 0,0-1 1 0 0,-1 1 0 0 0,1-1-1 0 0,-1 1 1 0 0,0-1-1 0 0,0 0 1 0 0,0 1 0 0 0,0-1-1 0 0,0 0 1 0 0,-1-1 0 0 0,-3 5-1 0 0,3-4 198 0 0,0 0 0 0 0,0 0 0 0 0,0 0-1 0 0,1 1 1 0 0,0 0 0 0 0,-1-1 0 0 0,1 1 0 0 0,1 0-1 0 0,1 8 4206 0 0,0-12-4553 0 0,-6-496 2874 0 0,3 418-2792 0 0,2 45-116 0 0,-13-142 283 0 0,11 155-250 0 0,-1 0 1 0 0,0 0-1 0 0,-2 0 1 0 0,0 1 0 0 0,-2-1-1 0 0,-13-25 1 0 0,17 40-66 0 0,1 0 1 0 0,-1 1-1 0 0,1-1 0 0 0,-2 1 0 0 0,1 0 0 0 0,-7-5 1 0 0,-15-17 144 0 0,26 26-198 0 0,0 0 1 0 0,0 0-1 0 0,0-1 1 0 0,0 1-1 0 0,0 0 1 0 0,0 0-1 0 0,-1 0 1 0 0,1 0-1 0 0,0 0 1 0 0,0 0-1 0 0,0-1 0 0 0,0 1 1 0 0,0 0-1 0 0,0 0 1 0 0,1 0-1 0 0,-1 0 1 0 0,0 0-1 0 0,0 0 1 0 0,0-1-1 0 0,0 1 1 0 0,0 0-1 0 0,0 0 1 0 0,0 0-1 0 0,0 0 1 0 0,0 0-1 0 0,0 0 1 0 0,0 0-1 0 0,0-1 0 0 0,0 1 1 0 0,0 0-1 0 0,1 0 1 0 0,-1 0-1 0 0,0 0 1 0 0,0 0-1 0 0,0 0 1 0 0,0 0-1 0 0,0 0 1 0 0,0 0-1 0 0,0 0 1 0 0,1 0-1 0 0,-1 0 1 0 0,0 0-1 0 0,0 0 0 0 0,0 0 1 0 0,0 0-1 0 0,0 0 1 0 0,0 0-1 0 0,1 0 1 0 0,-1 0-1 0 0,0 0 1 0 0,0 0-1 0 0,0 0 1 0 0,0 0-1 0 0,0 0 1 0 0,0 0-1 0 0,1 0 1 0 0,-1 0-1 0 0,0 0 1 0 0,17 0-564 0 0,20-2-93 0 0,29-14 661 0 0,83-10 0 0 0,80 7-489 0 0,217-30-946 0 0,-393 40 1179 0 0,-16 3-31 0 0,59-17 0 0 0,-84 16-1237 0 0</inkml:trace>
</inkml:ink>
</file>

<file path=ppt/ink/ink14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5:01.618"/>
    </inkml:context>
    <inkml:brush xml:id="br0">
      <inkml:brushProperty name="width" value="0.1" units="cm"/>
      <inkml:brushProperty name="height" value="0.1" units="cm"/>
      <inkml:brushProperty name="color" value="#008C3A"/>
    </inkml:brush>
  </inkml:definitions>
  <inkml:trace contextRef="#ctx0" brushRef="#br0">94 16 1376 0 0,'-8'-3'1193'0'0,"-1"0"1"0"0,-1 0-1 0 0,1 1 0 0 0,0 1 0 0 0,0-1 0 0 0,-1 1 0 0 0,1 1 0 0 0,-12 0 1 0 0,56 2 3698 0 0,-31-1-4869 0 0,0 0 0 0 0,0 0 1 0 0,0 0-1 0 0,1 1 0 0 0,-1-1 1 0 0,-1 1-1 0 0,1 0 0 0 0,0 0 1 0 0,0 1-1 0 0,-1-1 1 0 0,1 1-1 0 0,-1-1 0 0 0,0 1 1 0 0,0 0-1 0 0,0 1 0 0 0,4 5 1 0 0,0-1-12 0 0,-1 0 1 0 0,0 1-1 0 0,-1 0 1 0 0,0 0-1 0 0,0 0 1 0 0,-1 0-1 0 0,-1 1 0 0 0,1 0 1 0 0,-1-1-1 0 0,2 17 1 0 0,-4-18 16 0 0,-1 0 0 0 0,0 0-1 0 0,0 0 1 0 0,-1 0 0 0 0,0 0 0 0 0,-1 0 0 0 0,1 0 0 0 0,-1 0 0 0 0,-1 0 0 0 0,0 0 0 0 0,0-1-1 0 0,0 1 1 0 0,-9 12 0 0 0,-6 6-1716 0 0</inkml:trace>
</inkml:ink>
</file>

<file path=ppt/ink/ink14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5:02.172"/>
    </inkml:context>
    <inkml:brush xml:id="br0">
      <inkml:brushProperty name="width" value="0.1" units="cm"/>
      <inkml:brushProperty name="height" value="0.1" units="cm"/>
      <inkml:brushProperty name="color" value="#008C3A"/>
    </inkml:brush>
  </inkml:definitions>
  <inkml:trace contextRef="#ctx0" brushRef="#br0">39 0 5529 0 0,'-1'1'265'0'0,"0"-1"0"0"0,0 0 1 0 0,0 1-1 0 0,1-1 0 0 0,-1 0 0 0 0,0 1 0 0 0,0-1 0 0 0,0 1 0 0 0,1 0 1 0 0,-1-1-1 0 0,0 1 0 0 0,1-1 0 0 0,-1 1 0 0 0,0 0 0 0 0,1 0 0 0 0,-1-1 1 0 0,1 1-1 0 0,-1 0 0 0 0,1 0 0 0 0,-1 0 0 0 0,1 1 0 0 0,-10 23 1408 0 0,9-21-1309 0 0,-3 10-95 0 0,1-1 0 0 0,1 0 1 0 0,0 1-1 0 0,1-1 0 0 0,0 1 1 0 0,1-1-1 0 0,1 1 0 0 0,0-1 1 0 0,0 1-1 0 0,2-1 0 0 0,4 17 0 0 0,-5-22-167 0 0,1 0-1 0 0,0-1 1 0 0,1 1-1 0 0,-1-1 0 0 0,1 0 1 0 0,1 0-1 0 0,-1 0 1 0 0,12 11-1 0 0,-12-14-24 0 0,0 0-1 0 0,0-1 1 0 0,0 0-1 0 0,1 0 1 0 0,-1 0-1 0 0,1 0 1 0 0,0-1-1 0 0,0 1 1 0 0,0-1-1 0 0,0-1 1 0 0,0 1-1 0 0,0-1 1 0 0,1 0-1 0 0,7 1 1 0 0,-10-2-50 0 0,1 1 0 0 0,0-1 0 0 0,0-1 1 0 0,-1 1-1 0 0,1 0 0 0 0,0-1 0 0 0,-1 0 0 0 0,1 0 1 0 0,0 0-1 0 0,-1 0 0 0 0,1-1 0 0 0,-1 1 1 0 0,0-1-1 0 0,1 0 0 0 0,-1 0 0 0 0,4-3 1 0 0,-2 1-115 0 0,-1-1 1 0 0,1 0 0 0 0,-1 0 0 0 0,0 0 0 0 0,-1 0-1 0 0,1-1 1 0 0,-1 1 0 0 0,5-12 0 0 0,-3 4-738 0 0,0-1 1 0 0,-1 0-1 0 0,3-17 1 0 0,0-35-6269 0 0,-7 46 5093 0 0,-1 0 1215 0 0</inkml:trace>
</inkml:ink>
</file>

<file path=ppt/ink/ink14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5:02.330"/>
    </inkml:context>
    <inkml:brush xml:id="br0">
      <inkml:brushProperty name="width" value="0.1" units="cm"/>
      <inkml:brushProperty name="height" value="0.1" units="cm"/>
      <inkml:brushProperty name="color" value="#008C3A"/>
    </inkml:brush>
  </inkml:definitions>
  <inkml:trace contextRef="#ctx0" brushRef="#br0">94 2 3225 0 0,'-9'-1'966'0'0,"0"1"-1"0"0,1-1 1 0 0,-1 2 0 0 0,-15 1 0 0 0,-11 0 2505 0 0,97-5-5002 0 0,-51 3 1531 0 0</inkml:trace>
</inkml:ink>
</file>

<file path=ppt/ink/ink14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5:02.758"/>
    </inkml:context>
    <inkml:brush xml:id="br0">
      <inkml:brushProperty name="width" value="0.1" units="cm"/>
      <inkml:brushProperty name="height" value="0.1" units="cm"/>
      <inkml:brushProperty name="color" value="#008C3A"/>
    </inkml:brush>
  </inkml:definitions>
  <inkml:trace contextRef="#ctx0" brushRef="#br0">47 0 6449 0 0,'-23'25'4244'0'0,"20"-21"-4176"0"0,1 0 1 0 0,-1-1-1 0 0,1 1 1 0 0,0 0-1 0 0,0 0 1 0 0,0 1-1 0 0,0-1 0 0 0,1 0 1 0 0,0 1-1 0 0,0-1 1 0 0,0 0-1 0 0,1 1 1 0 0,-1-1-1 0 0,1 6 0 0 0,1-4 32 0 0,0 0-1 0 0,0 0 1 0 0,0 0 0 0 0,1 0-1 0 0,0-1 1 0 0,1 1-1 0 0,-1 0 1 0 0,1-1-1 0 0,6 10 1 0 0,-5-8 5 0 0,9 12 6 0 0,-1 0-1 0 0,-1 1 1 0 0,12 30 0 0 0,-22-48 5 0 0,0 1 1 0 0,-1 0-1 0 0,0-1 1 0 0,1 1-1 0 0,-1-1 1 0 0,0 1-1 0 0,0 0 0 0 0,-1-1 1 0 0,1 1-1 0 0,0 0 1 0 0,-1-1-1 0 0,0 1 1 0 0,1-1-1 0 0,-1 1 1 0 0,0-1-1 0 0,0 0 1 0 0,-1 1-1 0 0,1-1 1 0 0,-3 4-1 0 0,0-1 61 0 0,1 0-1 0 0,-1-1 1 0 0,-1 0-1 0 0,1 0 1 0 0,-1 0 0 0 0,1 0-1 0 0,-11 5 1 0 0,0-1-6148 0 0</inkml:trace>
</inkml:ink>
</file>

<file path=ppt/ink/ink14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5:04.741"/>
    </inkml:context>
    <inkml:brush xml:id="br0">
      <inkml:brushProperty name="width" value="0.1" units="cm"/>
      <inkml:brushProperty name="height" value="0.1" units="cm"/>
      <inkml:brushProperty name="color" value="#008C3A"/>
    </inkml:brush>
  </inkml:definitions>
  <inkml:trace contextRef="#ctx0" brushRef="#br0">17 105 1376 0 0,'-17'-44'14353'0'0,"30"61"-12334"0"0,20 39-1446 0 0,-3 0-1 0 0,29 77 1 0 0,22 43-495 0 0,-81-176-53 0 0,0 1 0 0 0,1-1 0 0 0,-1 0 0 0 0,0 1 0 0 0,0-1-1 0 0,0 0 1 0 0,0 1 0 0 0,0-1 0 0 0,0 0 0 0 0,1 1 0 0 0,-1-1 0 0 0,0 0 0 0 0,0 0-1 0 0,1 1 1 0 0,-1-1 0 0 0,0 0 0 0 0,0 0 0 0 0,1 1 0 0 0,-1-1 0 0 0,0 0 0 0 0,0 0-1 0 0,1 0 1 0 0,-1 0 0 0 0,0 1 0 0 0,1-1 0 0 0,-1 0 0 0 0,0 0 0 0 0,1 0 0 0 0,-1 0-1 0 0,0 0 1 0 0,1 0 0 0 0,-1 0 0 0 0,1 0 0 0 0,-1 0 0 0 0,0 0 0 0 0,1 0 0 0 0,-1 0-1 0 0,0 0 1 0 0,1 0 0 0 0,-1 0 0 0 0,1-1 0 0 0,9-16 768 0 0,4-42 207 0 0,-11 45-767 0 0,56-199 622 0 0,-43 166-1655 0 0,2 0 1 0 0,33-61-1 0 0</inkml:trace>
</inkml:ink>
</file>

<file path=ppt/ink/ink14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5:05.153"/>
    </inkml:context>
    <inkml:brush xml:id="br0">
      <inkml:brushProperty name="width" value="0.1" units="cm"/>
      <inkml:brushProperty name="height" value="0.1" units="cm"/>
      <inkml:brushProperty name="color" value="#008C3A"/>
    </inkml:brush>
  </inkml:definitions>
  <inkml:trace contextRef="#ctx0" brushRef="#br0">57 70 3681 0 0,'1'-3'348'0'0,"0"0"0"0"0,1 0-1 0 0,-1 0 1 0 0,0 0 0 0 0,-1 0 0 0 0,1-1 0 0 0,0 1 0 0 0,-1 0 0 0 0,0-5 0 0 0,0 7-32 0 0,0 0 0 0 0,0 0 0 0 0,0-1 0 0 0,0 1 1 0 0,0 0-1 0 0,0 0 0 0 0,0-1 0 0 0,-1 1 0 0 0,1 0 0 0 0,0 0 1 0 0,-1 0-1 0 0,1-1 0 0 0,-1 1 0 0 0,1 0 0 0 0,-1 0 1 0 0,0 0-1 0 0,0 0 0 0 0,1 0 0 0 0,-1 0 0 0 0,0 0 0 0 0,0 0 1 0 0,0 1-1 0 0,0-1 0 0 0,0 0 0 0 0,0 0 0 0 0,0 1 1 0 0,-2-1-1 0 0,2 0-194 0 0,0 2 1 0 0,0-1-1 0 0,0 0 1 0 0,-1 0 0 0 0,1 0-1 0 0,0 0 1 0 0,0 1-1 0 0,0-1 1 0 0,-1 1-1 0 0,1-1 1 0 0,0 1 0 0 0,0-1-1 0 0,0 1 1 0 0,0 0-1 0 0,0-1 1 0 0,0 1-1 0 0,0 0 1 0 0,0 0 0 0 0,1 0-1 0 0,-1 0 1 0 0,0 0-1 0 0,0 0 1 0 0,1 0-1 0 0,-1 0 1 0 0,0 0 0 0 0,1 0-1 0 0,-1 2 1 0 0,-15 32 315 0 0,15-33-435 0 0,0-1-1 0 0,1 1 1 0 0,-1 0 0 0 0,1 0 0 0 0,-1 0-1 0 0,1 0 1 0 0,0 0 0 0 0,-1 0 0 0 0,1 0-1 0 0,0 0 1 0 0,0 0 0 0 0,1 0 0 0 0,-1 0-1 0 0,0 0 1 0 0,1 0 0 0 0,-1 0 0 0 0,1 0-1 0 0,0 0 1 0 0,-1 0 0 0 0,1 0 0 0 0,0-1-1 0 0,0 1 1 0 0,0 0 0 0 0,0 0-1 0 0,1-1 1 0 0,-1 1 0 0 0,0-1 0 0 0,1 1-1 0 0,-1-1 1 0 0,1 0 0 0 0,3 3 0 0 0,-3-3-4 0 0,0 0-1 0 0,1 0 1 0 0,-1-1 0 0 0,0 1 0 0 0,1 0 0 0 0,-1-1 0 0 0,1 0-1 0 0,0 1 1 0 0,-1-1 0 0 0,1 0 0 0 0,-1 0 0 0 0,1 0-1 0 0,-1-1 1 0 0,1 1 0 0 0,-1-1 0 0 0,1 1 0 0 0,-1-1 0 0 0,1 0-1 0 0,-1 0 1 0 0,0 0 0 0 0,1 0 0 0 0,-1 0 0 0 0,0-1 0 0 0,0 1-1 0 0,3-3 1 0 0,-4 3-10 0 0,0 0 0 0 0,0 0-1 0 0,0 0 1 0 0,0 0 0 0 0,0 0 0 0 0,0 0-1 0 0,0 0 1 0 0,0 0 0 0 0,0-1 0 0 0,0 1-1 0 0,0 0 1 0 0,-1-1 0 0 0,1 1 0 0 0,-1 0-1 0 0,1-1 1 0 0,-1 1 0 0 0,0-1 0 0 0,1 1-1 0 0,-1-1 1 0 0,0 1 0 0 0,0-1 0 0 0,0-2-1 0 0,-1 2 18 0 0,1-1-1 0 0,-1 0 0 0 0,0 1 1 0 0,0-1-1 0 0,0 1 0 0 0,0-1 1 0 0,-1 1-1 0 0,1 0 1 0 0,-1 0-1 0 0,1-1 0 0 0,-4-2 1 0 0,-2-2-576 0 0,0 1 0 0 0,0-1 0 0 0,-1 2-1 0 0,0-1 1 0 0,0 1 0 0 0,-10-5 0 0 0</inkml:trace>
</inkml:ink>
</file>

<file path=ppt/ink/ink14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5:05.581"/>
    </inkml:context>
    <inkml:brush xml:id="br0">
      <inkml:brushProperty name="width" value="0.1" units="cm"/>
      <inkml:brushProperty name="height" value="0.1" units="cm"/>
      <inkml:brushProperty name="color" value="#008C3A"/>
    </inkml:brush>
  </inkml:definitions>
  <inkml:trace contextRef="#ctx0" brushRef="#br0">0 1 1840 0 0,'7'-1'10195'0'0,"-2"9"-9931"0"0,-1 1 0 0 0,0-1 0 0 0,-1 1 0 0 0,0-1 0 0 0,0 1 1 0 0,-1 0-1 0 0,0 0 0 0 0,0 1 0 0 0,0 17 0 0 0,-2-18-62 0 0,1 1 0 0 0,0-1 0 0 0,0 0 0 0 0,1 0 0 0 0,0 0 0 0 0,1 0 0 0 0,0 0 0 0 0,0-1 0 0 0,1 1 0 0 0,0-1 0 0 0,8 11 0 0 0,-11-17-225 0 0,0 0 1 0 0,1-1 0 0 0,0 1 0 0 0,-1 0-1 0 0,1-1 1 0 0,0 1 0 0 0,0-1-1 0 0,0 0 1 0 0,0 1 0 0 0,0-1-1 0 0,0 0 1 0 0,0 0 0 0 0,0-1 0 0 0,1 1-1 0 0,-1 0 1 0 0,0-1 0 0 0,1 1-1 0 0,-1-1 1 0 0,0 0 0 0 0,1 0 0 0 0,-1 0-1 0 0,0 0 1 0 0,1 0 0 0 0,-1 0-1 0 0,0-1 1 0 0,1 1 0 0 0,-1-1 0 0 0,0 1-1 0 0,0-1 1 0 0,0 0 0 0 0,1 0-1 0 0,-1 0 1 0 0,0 0 0 0 0,0 0 0 0 0,0-1-1 0 0,0 1 1 0 0,-1-1 0 0 0,1 1-1 0 0,1-3 1 0 0,5-3-95 0 0,0 0 0 0 0,-1-1 0 0 0,-1 0 0 0 0,1 0 0 0 0,-1-1 0 0 0,-1 0 1 0 0,7-12-1 0 0,-11 19 99 0 0,0-2 178 0 0,0 0 0 0 0,1 0 1 0 0,0 0-1 0 0,0 0 0 0 0,0 0 0 0 0,0 0 1 0 0,0 1-1 0 0,1-1 0 0 0,0 1 0 0 0,0 0 1 0 0,0 0-1 0 0,0 0 0 0 0,0 0 0 0 0,1 0 1 0 0,-1 1-1 0 0,1-1 0 0 0,0 1 0 0 0,-1 0 1 0 0,9-3-1 0 0,-11 5-44 0 0,0 0 0 0 0,1 0 0 0 0,-1 0-1 0 0,1 0 1 0 0,-1 1 0 0 0,0-1 0 0 0,1 0 0 0 0,-1 1 0 0 0,0-1 0 0 0,1 1 0 0 0,-1-1-1 0 0,0 1 1 0 0,0-1 0 0 0,1 1 0 0 0,-1 0 0 0 0,0 0 0 0 0,0 0 0 0 0,0 0 0 0 0,0 0-1 0 0,0 0 1 0 0,0 0 0 0 0,0 0 0 0 0,0 0 0 0 0,-1 0 0 0 0,1 0 0 0 0,0 1 0 0 0,-1-1 0 0 0,1 0-1 0 0,-1 0 1 0 0,1 1 0 0 0,-1-1 0 0 0,1 2 0 0 0,15 59-987 0 0,-12-42 346 0 0,-1-10-39 0 0</inkml:trace>
</inkml:ink>
</file>

<file path=ppt/ink/ink14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5:05.867"/>
    </inkml:context>
    <inkml:brush xml:id="br0">
      <inkml:brushProperty name="width" value="0.1" units="cm"/>
      <inkml:brushProperty name="height" value="0.1" units="cm"/>
      <inkml:brushProperty name="color" value="#008C3A"/>
    </inkml:brush>
  </inkml:definitions>
  <inkml:trace contextRef="#ctx0" brushRef="#br0">1 14 4609 0 0,'1'-2'255'0'0,"0"1"0"0"0,0 0 0 0 0,0 0 0 0 0,0 0 0 0 0,0 0 0 0 0,0 1 0 0 0,0-1 0 0 0,1 0 0 0 0,-1 0 0 0 0,0 1 0 0 0,1-1 0 0 0,-1 0 0 0 0,1 1 0 0 0,-1 0 0 0 0,0-1 0 0 0,1 1 0 0 0,-1 0 0 0 0,1 0 0 0 0,-1-1 0 0 0,1 1 0 0 0,-1 1 0 0 0,1-1 0 0 0,2 0 0 0 0,-2 1 69 0 0,0 0-1 0 0,0 0 1 0 0,1 1 0 0 0,-1-1 0 0 0,0 0 0 0 0,0 1 0 0 0,-1-1 0 0 0,1 1-1 0 0,0 0 1 0 0,0-1 0 0 0,-1 1 0 0 0,1 0 0 0 0,1 3 0 0 0,2 4 340 0 0,1 1 1 0 0,-1 0 0 0 0,-1 0-1 0 0,0 0 1 0 0,3 12 0 0 0,2 21 117 0 0,6 56-1 0 0,-1-5-1625 0 0,-11-76 366 0 0</inkml:trace>
</inkml:ink>
</file>

<file path=ppt/ink/ink14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5:06.041"/>
    </inkml:context>
    <inkml:brush xml:id="br0">
      <inkml:brushProperty name="width" value="0.1" units="cm"/>
      <inkml:brushProperty name="height" value="0.1" units="cm"/>
      <inkml:brushProperty name="color" value="#008C3A"/>
    </inkml:brush>
  </inkml:definitions>
  <inkml:trace contextRef="#ctx0" brushRef="#br0">0 68 9218 0 0,'2'-2'816'0'0,"0"-2"-656"0"0,2 1-160 0 0,-1 0 0 0 0,0 2 336 0 0,1-1 32 0 0,3 0 8 0 0,2-2 0 0 0,6-2 569 0 0,9-2 111 0 0,4-3 32 0 0,5 0 0 0 0,1 0-1088 0 0</inkml:trace>
</inkml:ink>
</file>

<file path=ppt/ink/ink14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4:58.509"/>
    </inkml:context>
    <inkml:brush xml:id="br0">
      <inkml:brushProperty name="width" value="0.1" units="cm"/>
      <inkml:brushProperty name="height" value="0.1" units="cm"/>
      <inkml:brushProperty name="color" value="#008C3A"/>
    </inkml:brush>
  </inkml:definitions>
  <inkml:trace contextRef="#ctx0" brushRef="#br0">9 24 6913 0 0,'-9'-23'7132'0'0,"18"31"-5406"0"0,-2 2-1382 0 0,0-1-1 0 0,-1 1 1 0 0,0 0-1 0 0,0 1 1 0 0,-1-1-1 0 0,-1 1 1 0 0,0 0-1 0 0,0 0 0 0 0,-1 1 1 0 0,3 20-1 0 0,-1 13 3 0 0,0 63 0 0 0,-5-96-312 0 0,-1 80-77 0 0,3 59 396 0 0,0-131-757 0 0,1 1 0 0 0,0-1 0 0 0,1 0 0 0 0,2 0 0 0 0,8 23 0 0 0,-5-25-2951 0 0</inkml:trace>
</inkml:ink>
</file>

<file path=ppt/ink/ink14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4:58.953"/>
    </inkml:context>
    <inkml:brush xml:id="br0">
      <inkml:brushProperty name="width" value="0.1" units="cm"/>
      <inkml:brushProperty name="height" value="0.1" units="cm"/>
      <inkml:brushProperty name="color" value="#008C3A"/>
    </inkml:brush>
  </inkml:definitions>
  <inkml:trace contextRef="#ctx0" brushRef="#br0">0 184 6449 0 0,'0'-2'41'0'0,"0"-1"0"0"0,0 0-1 0 0,1 1 1 0 0,-1-1 0 0 0,1 1-1 0 0,-1-1 1 0 0,1 1 0 0 0,0-1-1 0 0,0 1 1 0 0,0 0-1 0 0,0-1 1 0 0,0 1 0 0 0,1 0-1 0 0,-1 0 1 0 0,1 0 0 0 0,-1 0-1 0 0,1 0 1 0 0,3-3 0 0 0,41-33 753 0 0,-35 29-68 0 0,7-5 319 0 0,0 1 1 0 0,1 0-1 0 0,1 2 1 0 0,23-11-1 0 0,-37 19-842 0 0,0 1-1 0 0,0-1 0 0 0,0 1 0 0 0,1 1 0 0 0,-1-1 0 0 0,1 1 0 0 0,-1 0 0 0 0,0 0 1 0 0,1 1-1 0 0,0 0 0 0 0,-1 0 0 0 0,1 0 0 0 0,-1 1 0 0 0,1 0 0 0 0,-1 0 0 0 0,0 1 0 0 0,1 0 1 0 0,-1 0-1 0 0,6 3 0 0 0,-10-4-194 0 0,-1 0 1 0 0,1 0-1 0 0,0 1 0 0 0,-1-1 1 0 0,1 0-1 0 0,-1 1 1 0 0,0-1-1 0 0,1 1 0 0 0,-1-1 1 0 0,0 1-1 0 0,0 0 1 0 0,0 0-1 0 0,0-1 0 0 0,0 1 1 0 0,0 0-1 0 0,-1 0 1 0 0,1 0-1 0 0,0 2 0 0 0,0 1 15 0 0,-1-1 1 0 0,0 0-1 0 0,0 1 0 0 0,0-1 0 0 0,0 1 0 0 0,-1-1 0 0 0,-1 9 0 0 0,-3 2 31 0 0,0-1 0 0 0,-1 0 0 0 0,-12 24 0 0 0,7-21-9 0 0,-26 32 0 0 0,28-39-18 0 0,1 0 0 0 0,0 0-1 0 0,1 1 1 0 0,0 1 0 0 0,0-1 0 0 0,1 1-1 0 0,-6 16 1 0 0,12-26 5 0 0,-1 0 0 0 0,1 0 0 0 0,0 0 1 0 0,0 0-1 0 0,0 0 0 0 0,0 0 0 0 0,0 0 0 0 0,0 0 0 0 0,0-1 0 0 0,0 1 1 0 0,1 0-1 0 0,-1 0 0 0 0,1 0 0 0 0,0 0 0 0 0,-1-1 0 0 0,1 1 0 0 0,0 0 0 0 0,0-1 1 0 0,0 1-1 0 0,0 0 0 0 0,0-1 0 0 0,1 1 0 0 0,-1-1 0 0 0,0 0 0 0 0,1 1 1 0 0,-1-1-1 0 0,1 0 0 0 0,-1 0 0 0 0,1 0 0 0 0,0 0 0 0 0,-1 0 0 0 0,1 0 1 0 0,0-1-1 0 0,0 1 0 0 0,3 0 0 0 0,9 4 298 0 0,0-2 1 0 0,0 0 0 0 0,27 2-1 0 0,-19-3-64 0 0,49 7 167 0 0,111 21-1162 0 0,-168-25-2345 0 0</inkml:trace>
</inkml:ink>
</file>

<file path=ppt/ink/ink14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4:59.350"/>
    </inkml:context>
    <inkml:brush xml:id="br0">
      <inkml:brushProperty name="width" value="0.1" units="cm"/>
      <inkml:brushProperty name="height" value="0.1" units="cm"/>
      <inkml:brushProperty name="color" value="#008C3A"/>
    </inkml:brush>
  </inkml:definitions>
  <inkml:trace contextRef="#ctx0" brushRef="#br0">155 43 7370 0 0,'-2'-3'270'0'0,"1"1"1"0"0,0-1 0 0 0,-1 0 0 0 0,0 1 0 0 0,0-1 0 0 0,1 1 0 0 0,-1-1-1 0 0,-1 1 1 0 0,1 0 0 0 0,0 0 0 0 0,-1 0 0 0 0,1 0 0 0 0,-1 0 0 0 0,1 0-1 0 0,-1 1 1 0 0,0-1 0 0 0,0 1 0 0 0,1 0 0 0 0,-1 0 0 0 0,-4-1 0 0 0,4 2-88 0 0,0 0 0 0 0,0 0 0 0 0,0 0 0 0 0,0 1 0 0 0,1-1 0 0 0,-1 1 0 0 0,0 0 1 0 0,0-1-1 0 0,0 1 0 0 0,1 0 0 0 0,-1 1 0 0 0,0-1 0 0 0,1 0 0 0 0,-1 1 0 0 0,1 0 1 0 0,-1-1-1 0 0,1 1 0 0 0,0 0 0 0 0,0 0 0 0 0,0 1 0 0 0,-3 3 0 0 0,0 1-63 0 0,0 0 0 0 0,1 1-1 0 0,0-1 1 0 0,0 1 0 0 0,1 0-1 0 0,0 0 1 0 0,0 0 0 0 0,1 1-1 0 0,0-1 1 0 0,-1 13 0 0 0,0 7-53 0 0,0 52 0 0 0,4-65-55 0 0,1 1-1 0 0,0-1 0 0 0,1 0 0 0 0,0 0 1 0 0,1 0-1 0 0,1 0 0 0 0,0 0 1 0 0,15 26-1 0 0,3-3-301 0 0,48 62-1 0 0,-26-40-1026 0 0,-43-57 901 0 0,0 0-1 0 0,0 0 1 0 0,0 0-1 0 0,-1 0 1 0 0,1 0 0 0 0,-1 0-1 0 0,0 1 1 0 0,0-1 0 0 0,0 0-1 0 0,0 1 1 0 0,0 5 0 0 0,-1-8 237 0 0,0 1 0 0 0,0-1 1 0 0,-1 1-1 0 0,1-1 0 0 0,0 1 1 0 0,-1-1-1 0 0,1 0 0 0 0,-1 1 1 0 0,1-1-1 0 0,-1 0 1 0 0,0 1-1 0 0,1-1 0 0 0,-1 0 1 0 0,0 0-1 0 0,0 1 0 0 0,0-1 1 0 0,0 0-1 0 0,0 0 0 0 0,0 0 1 0 0,0 0-1 0 0,-1 0 1 0 0,1-1-1 0 0,0 1 0 0 0,-1 0 1 0 0,1 0-1 0 0,0-1 0 0 0,-1 1 1 0 0,1-1-1 0 0,-2 1 0 0 0,-3 1 179 0 0</inkml:trace>
</inkml:ink>
</file>

<file path=ppt/ink/ink14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4:59.588"/>
    </inkml:context>
    <inkml:brush xml:id="br0">
      <inkml:brushProperty name="width" value="0.1" units="cm"/>
      <inkml:brushProperty name="height" value="0.1" units="cm"/>
      <inkml:brushProperty name="color" value="#008C3A"/>
    </inkml:brush>
  </inkml:definitions>
  <inkml:trace contextRef="#ctx0" brushRef="#br0">2 235 3681 0 0,'-1'-1'233'0'0,"1"-1"0"0"0,0 0 0 0 0,0 0 0 0 0,0 0 1 0 0,0 1-1 0 0,0-1 0 0 0,0 0 0 0 0,0 0 0 0 0,1 0 1 0 0,-1 1-1 0 0,0-1 0 0 0,1 0 0 0 0,0 1 0 0 0,-1-1 0 0 0,1 0 1 0 0,0 1-1 0 0,0-1 0 0 0,0 1 0 0 0,0-1 0 0 0,0 1 0 0 0,0 0 1 0 0,1-1-1 0 0,-1 1 0 0 0,0 0 0 0 0,1 0 0 0 0,-1 0 1 0 0,3-2-1 0 0,50-34 4457 0 0,-45 32-4035 0 0,145-84 4558 0 0,-102 62-7079 0 0,2 2-3756 0 0,-39 18 5009 0 0</inkml:trace>
</inkml:ink>
</file>

<file path=ppt/ink/ink14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5:42.157"/>
    </inkml:context>
    <inkml:brush xml:id="br0">
      <inkml:brushProperty name="width" value="0.1" units="cm"/>
      <inkml:brushProperty name="height" value="0.1" units="cm"/>
      <inkml:brushProperty name="color" value="#008C3A"/>
    </inkml:brush>
  </inkml:definitions>
  <inkml:trace contextRef="#ctx0" brushRef="#br0">169 191 1840 0 0,'-15'-2'853'0'0,"1"2"-1"0"0,0 0 0 0 0,-24 3 0 0 0,24-1-171 0 0,1-1 1 0 0,-1-1-1 0 0,0 0 1 0 0,-15-2 0 0 0,29 2-647 0 0,0 0 1 0 0,0 0 0 0 0,0 0 0 0 0,-1 0 0 0 0,1 0 0 0 0,0 0-1 0 0,0 0 1 0 0,0 0 0 0 0,0 0 0 0 0,0 0 0 0 0,0 0 0 0 0,0 0-1 0 0,0 0 1 0 0,-1 0 0 0 0,1 0 0 0 0,0 0 0 0 0,-1-1 573 0 0,1 1-573 0 0,0 0 0 0 0,0 0 0 0 0,0 0 0 0 0,0 0-1 0 0,0 0 1 0 0,0 0 0 0 0,-1 0 0 0 0,1 0 0 0 0,0 0 0 0 0,0-1-1 0 0,0 1 1 0 0,0 0 0 0 0,0 0 0 0 0,0 0 0 0 0,0 0 0 0 0,0 0-1 0 0,0 0 1 0 0,0 0 0 0 0,0 0 0 0 0,1-1 0 0 0,-1 1 0 0 0,0 0 0 0 0,0 0-1 0 0,0-1 252 0 0,0 1-251 0 0,10-6 1075 0 0,14-3-121 0 0,116-26-86 0 0,1 6 1 0 0,200-16 0 0 0,-165 27-821 0 0,268-23 202 0 0,-285 36-8 0 0,-133 6-239 0 0,0 0 0 0 0,0 2 0 0 0,0 2 0 0 0,26 6 0 0 0,-50-10-164 0 0,0 0 1 0 0,-1-1 0 0 0,1 1 0 0 0,0 0 0 0 0,0 0 0 0 0,-1 0 0 0 0,1 0 0 0 0,0 1 0 0 0,-1-1 0 0 0,0 0-1 0 0,3 3 1 0 0</inkml:trace>
</inkml:ink>
</file>

<file path=ppt/ink/ink14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5:42.537"/>
    </inkml:context>
    <inkml:brush xml:id="br0">
      <inkml:brushProperty name="width" value="0.1" units="cm"/>
      <inkml:brushProperty name="height" value="0.1" units="cm"/>
      <inkml:brushProperty name="color" value="#008C3A"/>
    </inkml:brush>
  </inkml:definitions>
  <inkml:trace contextRef="#ctx0" brushRef="#br0">158 13 1376 0 0,'-7'-3'418'0'0,"0"1"0"0"0,0 0-1 0 0,0 0 1 0 0,0 1 0 0 0,0 0-1 0 0,0 0 1 0 0,0 0-1 0 0,0 1 1 0 0,0 0 0 0 0,0 1-1 0 0,0 0 1 0 0,0 0 0 0 0,-10 2-1 0 0,-32 2 4887 0 0,74-7-1586 0 0,21-1-3311 0 0,-37 4-333 0 0,1 1-1 0 0,-1 0 1 0 0,1 1 0 0 0,-1 0 0 0 0,0 1 0 0 0,0-1 0 0 0,0 2 0 0 0,-1-1 0 0 0,1 1 0 0 0,-1 1 0 0 0,0-1 0 0 0,-1 1 0 0 0,1 1 0 0 0,-1-1 0 0 0,-1 1 0 0 0,9 10 0 0 0,-11-11-28 0 0,1 0 0 0 0,-1 0 0 0 0,-1 0 0 0 0,1 0 0 0 0,-1 1 0 0 0,0-1 0 0 0,-1 1 1 0 0,1 0-1 0 0,-1 0 0 0 0,-1 0 0 0 0,1 0 0 0 0,-1 0 0 0 0,0 0 0 0 0,-1 0 0 0 0,0 1 1 0 0,0-1-1 0 0,0 0 0 0 0,-1 0 0 0 0,0 0 0 0 0,-1 0 0 0 0,1 0 0 0 0,-6 12 0 0 0,3-11-3 0 0,-1 0 0 0 0,0 0 0 0 0,0-1 0 0 0,-1 1-1 0 0,0-1 1 0 0,0 0 0 0 0,-1-1 0 0 0,1 1-1 0 0,-10 5 1 0 0,-20 15-3042 0 0,23-17 319 0 0,-12 8-3212 0 0</inkml:trace>
</inkml:ink>
</file>

<file path=ppt/ink/ink14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5:43.133"/>
    </inkml:context>
    <inkml:brush xml:id="br0">
      <inkml:brushProperty name="width" value="0.1" units="cm"/>
      <inkml:brushProperty name="height" value="0.1" units="cm"/>
      <inkml:brushProperty name="color" value="#008C3A"/>
    </inkml:brush>
  </inkml:definitions>
  <inkml:trace contextRef="#ctx0" brushRef="#br0">20 105 6449 0 0,'-2'-6'523'0'0,"0"0"0"0"0,1 0 0 0 0,0 0 0 0 0,0-1 0 0 0,1 1 0 0 0,0-11 0 0 0,0 10 407 0 0,0 0 0 0 0,0 0-1 0 0,-1 0 1 0 0,0 0 0 0 0,-3-8 0 0 0,0 28 2565 0 0,2 11-3109 0 0,4-5-304 0 0,0 0 1 0 0,2 0 0 0 0,0 0 0 0 0,1 0 0 0 0,1 0 0 0 0,0-1-1 0 0,2 0 1 0 0,0-1 0 0 0,17 26 0 0 0,-20-33-163 0 0,1-1 0 0 0,1 0 0 0 0,0 0 0 0 0,0 0 0 0 0,0-1 1 0 0,1-1-1 0 0,1 1 0 0 0,-1-1 0 0 0,1 0 0 0 0,0-1 0 0 0,1 0 0 0 0,-1-1 0 0 0,1 0 0 0 0,0 0 1 0 0,1-1-1 0 0,-1 0 0 0 0,1-1 0 0 0,12 2 0 0 0,12-5-5783 0 0,-19-3 248 0 0</inkml:trace>
</inkml:ink>
</file>

<file path=ppt/ink/ink14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5:43.330"/>
    </inkml:context>
    <inkml:brush xml:id="br0">
      <inkml:brushProperty name="width" value="0.1" units="cm"/>
      <inkml:brushProperty name="height" value="0.1" units="cm"/>
      <inkml:brushProperty name="color" value="#008C3A"/>
    </inkml:brush>
  </inkml:definitions>
  <inkml:trace contextRef="#ctx0" brushRef="#br0">74 11 7834 0 0,'-9'-3'344'0'0,"3"1"72"0"0,2 0-328 0 0,1 1-88 0 0,3 0 384 0 0,-1 1 56 0 0,0-2 8 0 0,-2 2 8 0 0,0 0-368 0 0,-1 2-88 0 0,-1 0 0 0 0,-1 2 0 0 0,1 3-1080 0 0,-2 1-208 0 0,0 3-49 0 0,-2 2-7 0 0</inkml:trace>
</inkml:ink>
</file>

<file path=ppt/ink/ink14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5:43.805"/>
    </inkml:context>
    <inkml:brush xml:id="br0">
      <inkml:brushProperty name="width" value="0.1" units="cm"/>
      <inkml:brushProperty name="height" value="0.1" units="cm"/>
      <inkml:brushProperty name="color" value="#008C3A"/>
    </inkml:brush>
  </inkml:definitions>
  <inkml:trace contextRef="#ctx0" brushRef="#br0">56 15 4609 0 0,'-7'-5'150'0'0,"6"4"272"0"0,0 0 1 0 0,0 1-1 0 0,0-1 1 0 0,-1 0-1 0 0,1 0 1 0 0,0 0-1 0 0,0 1 1 0 0,-1-1-1 0 0,1 1 0 0 0,0-1 1 0 0,-1 1-1 0 0,1-1 1 0 0,-1 1-1 0 0,-1 0 1 0 0,2 1-198 0 0,-1-1 0 0 0,1 1-1 0 0,0 0 1 0 0,-1 0 0 0 0,1 0 0 0 0,0 0 0 0 0,0 1 0 0 0,0-1 0 0 0,0 0 0 0 0,0 0-1 0 0,0 1 1 0 0,0-1 0 0 0,0 0 0 0 0,1 1 0 0 0,-2 2 0 0 0,0-2-138 0 0,1 0 0 0 0,0 0 0 0 0,0 1 0 0 0,0-1 0 0 0,0 0 0 0 0,1 0 0 0 0,-1 1 1 0 0,0-1-1 0 0,1 0 0 0 0,0 1 0 0 0,0-1 0 0 0,-1 0 0 0 0,1 1 0 0 0,0-1 0 0 0,1 1 0 0 0,-1-1 0 0 0,0 0 0 0 0,1 1 1 0 0,-1-1-1 0 0,1 0 0 0 0,0 1 0 0 0,0-1 0 0 0,0 0 0 0 0,0 0 0 0 0,0 0 0 0 0,2 3 0 0 0,3 1 13 0 0,1 1-1 0 0,-1-1 1 0 0,1 0-1 0 0,0 0 1 0 0,14 8-1 0 0,-15-11-53 0 0,0 0 0 0 0,-1 1 0 0 0,1 0 0 0 0,-1 0 0 0 0,0 0 0 0 0,-1 1 0 0 0,1 0 0 0 0,-1 0 0 0 0,0 0 0 0 0,6 9 0 0 0,-9-11 48 0 0,0 0-1 0 0,-1 0 1 0 0,0 0 0 0 0,0-1-1 0 0,0 1 1 0 0,0 0 0 0 0,0 0-1 0 0,-1 0 1 0 0,1-1 0 0 0,-1 1-1 0 0,1 0 1 0 0,-1 0 0 0 0,0-1-1 0 0,0 1 1 0 0,-1-1 0 0 0,1 1-1 0 0,0-1 1 0 0,-1 1 0 0 0,0-1-1 0 0,1 0 1 0 0,-1 0 0 0 0,0 0-1 0 0,0 0 1 0 0,0 0 0 0 0,0 0-1 0 0,-4 2 1 0 0,-8 7 91 0 0,0-1-1 0 0,-29 16 1 0 0,42-25-211 0 0,-11 6-693 0 0,1 0-275 0 0</inkml:trace>
</inkml:ink>
</file>

<file path=ppt/ink/ink14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5:55.879"/>
    </inkml:context>
    <inkml:brush xml:id="br0">
      <inkml:brushProperty name="width" value="0.1" units="cm"/>
      <inkml:brushProperty name="height" value="0.1" units="cm"/>
      <inkml:brushProperty name="color" value="#008C3A"/>
    </inkml:brush>
  </inkml:definitions>
  <inkml:trace contextRef="#ctx0" brushRef="#br0">69 527 1376 0 0,'-14'-50'2253'0'0,"-23"-72"4831"0"0,29 106-5024 0 0,-2-8 5067 0 0,28 48-5586 0 0,7 12-1420 0 0,-2 2 1 0 0,-2 1 0 0 0,18 46-1 0 0,1-1-91 0 0,-29-60-65 0 0,10 17 29 0 0,35 56-1 0 0,-48-86 9 0 0,0 0 0 0 0,1-1 0 0 0,0 1 1 0 0,0-2-1 0 0,1 1 0 0 0,0-2 0 0 0,1 1 0 0 0,0-1 0 0 0,18 9 0 0 0,-29-16 4 0 0,1-1-1 0 0,-1 0 1 0 0,1 0-1 0 0,-1 0 1 0 0,1 1-1 0 0,-1-1 1 0 0,1 0-1 0 0,-1 0 1 0 0,1 0-1 0 0,-1 0 1 0 0,1 0-1 0 0,-1 0 1 0 0,0 0-1 0 0,1 0 1 0 0,-1 0-1 0 0,1 0 1 0 0,-1-1 0 0 0,1 1-1 0 0,-1 0 1 0 0,1 0-1 0 0,-1 0 1 0 0,1 0-1 0 0,-1-1 1 0 0,1 1-1 0 0,-1 0 1 0 0,0-1-1 0 0,1 1 1 0 0,-1 0-1 0 0,0-1 1 0 0,1 0-1 0 0,9-18 218 0 0,-1-28 136 0 0,-8 42-333 0 0,15-153 447 0 0,-4-171 1 0 0,-9 130-893 0 0,-1 173-207 0 0,7-49 1 0 0,-3 50-268 0 0</inkml:trace>
</inkml:ink>
</file>

<file path=ppt/ink/ink14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5:56.876"/>
    </inkml:context>
    <inkml:brush xml:id="br0">
      <inkml:brushProperty name="width" value="0.1" units="cm"/>
      <inkml:brushProperty name="height" value="0.1" units="cm"/>
      <inkml:brushProperty name="color" value="#008C3A"/>
    </inkml:brush>
  </inkml:definitions>
  <inkml:trace contextRef="#ctx0" brushRef="#br0">10 112 7834 0 0,'-3'-9'938'0'0,"1"0"1"0"0,0-1-1 0 0,1 1 1 0 0,0 0 0 0 0,1 0-1 0 0,0-1 1 0 0,0 1-1 0 0,2-11 1 0 0,2 20 721 0 0,3 9-1073 0 0,5 9-232 0 0,1 8-118 0 0,-1 1 1 0 0,-1 1-1 0 0,13 52 1 0 0,-20-61-350 0 0,-1-1 1 0 0,0 1-1 0 0,-2 0 1 0 0,0-1 0 0 0,-1 1-1 0 0,-1 0 1 0 0,-3 21-1 0 0,8-60-311 0 0,8-50 525 0 0,3 0 0 0 0,31-85 0 0 0,-45 151-89 0 0,1 0-1 0 0,-1 0 1 0 0,1 0-1 0 0,0 1 1 0 0,1-1 0 0 0,-1 1-1 0 0,1-1 1 0 0,-1 1-1 0 0,1 0 1 0 0,0 0-1 0 0,0 0 1 0 0,1 0 0 0 0,-1 1-1 0 0,0-1 1 0 0,1 1-1 0 0,0 0 1 0 0,7-3 0 0 0,-8 4 35 0 0,0 0 0 0 0,1 1 0 0 0,-1-1 0 0 0,1 1 0 0 0,-1 0 0 0 0,0 0 0 0 0,1 0 0 0 0,-1 1 0 0 0,1-1 0 0 0,-1 1 0 0 0,0 0 0 0 0,0 0 1 0 0,1 0-1 0 0,-1 0 0 0 0,0 1 0 0 0,0-1 0 0 0,0 1 0 0 0,0 0 0 0 0,0 0 0 0 0,-1 0 0 0 0,1 0 0 0 0,3 4 0 0 0,3 3 113 0 0,0 1-1 0 0,0 0 1 0 0,-1 0-1 0 0,-1 1 1 0 0,0 0-1 0 0,0 0 1 0 0,-1 1-1 0 0,5 15 1 0 0,12 37-1102 0 0,-5-1-4649 0 0,-10-32-886 0 0</inkml:trace>
</inkml:ink>
</file>

<file path=ppt/ink/ink14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5:57.207"/>
    </inkml:context>
    <inkml:brush xml:id="br0">
      <inkml:brushProperty name="width" value="0.1" units="cm"/>
      <inkml:brushProperty name="height" value="0.1" units="cm"/>
      <inkml:brushProperty name="color" value="#008C3A"/>
    </inkml:brush>
  </inkml:definitions>
  <inkml:trace contextRef="#ctx0" brushRef="#br0">48 0 8290 0 0,'-3'7'416'0'0,"1"1"0"0"0,0-1 0 0 0,0 1 0 0 0,0 0 1 0 0,1-1-1 0 0,0 1 0 0 0,1 15 0 0 0,5 55 632 0 0,-4-69-975 0 0,1 0 1 0 0,0-1 0 0 0,0 1 0 0 0,0 0 0 0 0,1-1-1 0 0,1 0 1 0 0,-1 0 0 0 0,2 0 0 0 0,-1 0-1 0 0,1-1 1 0 0,8 11 0 0 0,-11-16 13 0 0,0 1 1 0 0,1-1-1 0 0,-1 0 0 0 0,1 1 0 0 0,0-1 1 0 0,0 0-1 0 0,0-1 0 0 0,0 1 1 0 0,0-1-1 0 0,0 1 0 0 0,0-1 1 0 0,0 0-1 0 0,1 0 0 0 0,-1 0 0 0 0,0-1 1 0 0,1 1-1 0 0,-1-1 0 0 0,1 0 1 0 0,-1 0-1 0 0,1 0 0 0 0,-1 0 1 0 0,0 0-1 0 0,1-1 0 0 0,-1 0 0 0 0,0 1 1 0 0,1-1-1 0 0,-1 0 0 0 0,0-1 1 0 0,0 1-1 0 0,0-1 0 0 0,0 1 1 0 0,3-3-1 0 0,-2 2 13 0 0,-1 0 0 0 0,0 0 0 0 0,0 0 0 0 0,0 0 0 0 0,0 0 0 0 0,0-1 0 0 0,-1 1 0 0 0,1-1 0 0 0,-1 0 0 0 0,1 1 0 0 0,-1-1 0 0 0,0-1 0 0 0,0 1 0 0 0,0 0 0 0 0,-1 0 0 0 0,3-6 0 0 0,-3 5-25 0 0,-1 0 0 0 0,0-1 0 0 0,0 1 1 0 0,0 0-1 0 0,0 0 0 0 0,0 0 0 0 0,-1 0 0 0 0,0 0 0 0 0,0 0 0 0 0,0 0 1 0 0,0 0-1 0 0,0 0 0 0 0,-1 0 0 0 0,-3-5 0 0 0,-3-6 214 0 0,0 1-1 0 0,-1 0 0 0 0,0 1 1 0 0,-1 0-1 0 0,-17-16 0 0 0,21 22-243 0 0,0 2-1 0 0,-1-1 0 0 0,0 1 0 0 0,0 0 0 0 0,0 0 0 0 0,0 1 1 0 0,-1 0-1 0 0,0 0 0 0 0,0 1 0 0 0,0 0 0 0 0,0 0 0 0 0,-10-1 1 0 0,16 3-97 0 0,0 1 1 0 0,0 0 0 0 0,0 0-1 0 0,0 0 1 0 0,0 0 0 0 0,0 0 0 0 0,0 0-1 0 0,0 0 1 0 0,0 1 0 0 0,0-1-1 0 0,1 1 1 0 0,-1 0 0 0 0,0-1-1 0 0,0 1 1 0 0,0 0 0 0 0,1 0 0 0 0,-4 2-1 0 0,-5 12-5813 0 0</inkml:trace>
</inkml:ink>
</file>

<file path=ppt/ink/ink14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5:57.429"/>
    </inkml:context>
    <inkml:brush xml:id="br0">
      <inkml:brushProperty name="width" value="0.1" units="cm"/>
      <inkml:brushProperty name="height" value="0.1" units="cm"/>
      <inkml:brushProperty name="color" value="#008C3A"/>
    </inkml:brush>
  </inkml:definitions>
  <inkml:trace contextRef="#ctx0" brushRef="#br0">22 1 12899 0 0,'-3'6'549'0'0,"0"0"-1"0"0,0 0 1 0 0,1 0 0 0 0,-1 0 0 0 0,2 1 0 0 0,-1-1 0 0 0,0 1 0 0 0,1 0-1 0 0,1-1 1 0 0,-1 9 0 0 0,5 72 264 0 0,-2-59-456 0 0,12 99-745 0 0,-5-86-2168 0 0,4-2-3536 0 0,-8-25 2088 0 0</inkml:trace>
</inkml:ink>
</file>

<file path=ppt/ink/ink14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5:57.603"/>
    </inkml:context>
    <inkml:brush xml:id="br0">
      <inkml:brushProperty name="width" value="0.1" units="cm"/>
      <inkml:brushProperty name="height" value="0.1" units="cm"/>
      <inkml:brushProperty name="color" value="#008C3A"/>
    </inkml:brush>
  </inkml:definitions>
  <inkml:trace contextRef="#ctx0" brushRef="#br0">7 43 12443 0 0,'-2'-11'544'0'0,"0"4"128"0"0,1 2-544 0 0,0 1-128 0 0,1 1 0 0 0,0 0 640 0 0,0-1 104 0 0,0 1 24 0 0,0 0 1 0 0,0 5-601 0 0,0 6-168 0 0,0 4 72 0 0,0 16-3073 0 0,1 0-616 0 0,0 4-120 0 0</inkml:trace>
</inkml:ink>
</file>

<file path=ppt/ink/ink14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5:57.967"/>
    </inkml:context>
    <inkml:brush xml:id="br0">
      <inkml:brushProperty name="width" value="0.1" units="cm"/>
      <inkml:brushProperty name="height" value="0.1" units="cm"/>
      <inkml:brushProperty name="color" value="#008C3A"/>
    </inkml:brush>
  </inkml:definitions>
  <inkml:trace contextRef="#ctx0" brushRef="#br0">183 10 3681 0 0,'-3'-2'416'0'0,"-1"1"0"0"0,1 0 0 0 0,0-1 0 0 0,-1 1 0 0 0,1 0 1 0 0,0 1-1 0 0,-1-1 0 0 0,1 1 0 0 0,-1 0 0 0 0,1-1 0 0 0,-1 1 0 0 0,1 1 1 0 0,-1-1-1 0 0,1 1 0 0 0,-1-1 0 0 0,1 1 0 0 0,-4 1 0 0 0,1 0-94 0 0,1 1 0 0 0,0 0-1 0 0,0 0 1 0 0,0 0 0 0 0,0 0-1 0 0,1 1 1 0 0,-1-1 0 0 0,1 1-1 0 0,-6 8 1 0 0,2-3-147 0 0,0 1 0 0 0,1 1 0 0 0,1-1 0 0 0,0 1-1 0 0,0 0 1 0 0,1 1 0 0 0,1-1 0 0 0,0 1 0 0 0,-3 13 0 0 0,6-22-194 0 0,1 0 0 0 0,-1 1 0 0 0,1-1 0 0 0,0 0 1 0 0,0 0-1 0 0,0 1 0 0 0,0-1 0 0 0,1 0 0 0 0,-1 1 0 0 0,1-1 1 0 0,0 0-1 0 0,0 0 0 0 0,0 0 0 0 0,0 0 0 0 0,0 0 0 0 0,1 0 1 0 0,-1 0-1 0 0,1 0 0 0 0,0-1 0 0 0,0 1 0 0 0,0 0 0 0 0,0-1 1 0 0,4 3-1 0 0,4 3-335 0 0,0-1 0 0 0,0-1 0 0 0,1 0 0 0 0,0 0 0 0 0,13 4 0 0 0,-15-7 69 0 0,0 1 0 0 0,0 0 1 0 0,0 1-1 0 0,-1 0 0 0 0,1 0 0 0 0,-1 1 0 0 0,8 8 0 0 0,-13-12 193 0 0,-2 1 0 0 0,1-1 0 0 0,0 1 0 0 0,0-1-1 0 0,-1 1 1 0 0,1 0 0 0 0,-1-1 0 0 0,0 1-1 0 0,0 0 1 0 0,0 0 0 0 0,0 0 0 0 0,-1 0 0 0 0,1 0-1 0 0,-1 0 1 0 0,1 0 0 0 0,-1 0 0 0 0,0 0 0 0 0,-1 4-1 0 0,0-1 119 0 0,0-1-1 0 0,-1 0 0 0 0,1 1 0 0 0,-1-1 0 0 0,0 0 1 0 0,-1 0-1 0 0,1 0 0 0 0,-1 0 0 0 0,-5 6 1 0 0,-2 1-321 0 0,0 0 1 0 0,-1-1 0 0 0,0 0 0 0 0,-1-1-1 0 0,0 0 1 0 0,-17 10 0 0 0,11-9-3012 0 0</inkml:trace>
</inkml:ink>
</file>

<file path=ppt/ink/ink14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5:58.300"/>
    </inkml:context>
    <inkml:brush xml:id="br0">
      <inkml:brushProperty name="width" value="0.1" units="cm"/>
      <inkml:brushProperty name="height" value="0.1" units="cm"/>
      <inkml:brushProperty name="color" value="#008C3A"/>
    </inkml:brush>
  </inkml:definitions>
  <inkml:trace contextRef="#ctx0" brushRef="#br0">0 351 6449 0 0,'6'0'357'0'0,"-1"-1"-1"0"0,0 1 1 0 0,1-1 0 0 0,-1 0-1 0 0,0 0 1 0 0,0-1-1 0 0,0 0 1 0 0,0 0-1 0 0,0 0 1 0 0,0 0 0 0 0,0-1-1 0 0,-1 1 1 0 0,1-1-1 0 0,3-4 1 0 0,-1 1-9 0 0,0-1 0 0 0,-1 1 1 0 0,0-1-1 0 0,-1 0 0 0 0,1-1 1 0 0,-2 1-1 0 0,8-16 0 0 0,-4 7-65 0 0,-2-1 0 0 0,0-1 0 0 0,-1 1 0 0 0,0-1 0 0 0,-2 0 0 0 0,0 0 0 0 0,0-32 0 0 0,-3 44-274 0 0,-1 0 0 0 0,0 0 0 0 0,0 0 0 0 0,0 0-1 0 0,-1 0 1 0 0,0 0 0 0 0,0 1 0 0 0,-4-8 0 0 0,6 12 5 0 0,-1 0 1 0 0,1 0-1 0 0,-1 0 0 0 0,1 0 0 0 0,-1 0 0 0 0,1 0 0 0 0,-1 0 0 0 0,0 0 0 0 0,0 0 0 0 0,1 0 0 0 0,-1 1 0 0 0,0-1 0 0 0,0 0 0 0 0,0 0 0 0 0,0 1 0 0 0,0-1 1 0 0,0 0-1 0 0,0 1 0 0 0,0-1 0 0 0,0 1 0 0 0,0 0 0 0 0,0-1 0 0 0,-1 1 0 0 0,1 0 0 0 0,0 0 0 0 0,0-1 0 0 0,0 1 0 0 0,0 0 0 0 0,0 0 0 0 0,-1 0 1 0 0,1 0-1 0 0,0 1 0 0 0,0-1 0 0 0,0 0 0 0 0,0 0 0 0 0,-1 1 0 0 0,1-1 0 0 0,0 1 0 0 0,0-1 0 0 0,0 1 0 0 0,0-1 0 0 0,0 1 0 0 0,0 0 0 0 0,0-1 0 0 0,0 1 1 0 0,1 0-1 0 0,-1 0 0 0 0,0 0 0 0 0,-1 1 0 0 0,0 1 82 0 0,-1 1 1 0 0,1-1 0 0 0,0 1-1 0 0,0-1 1 0 0,0 1 0 0 0,0 0-1 0 0,1 0 1 0 0,0 0-1 0 0,-1-1 1 0 0,1 1 0 0 0,1 1-1 0 0,-1-1 1 0 0,1 0-1 0 0,-1 0 1 0 0,1 0 0 0 0,0 0-1 0 0,1 0 1 0 0,-1 0 0 0 0,1 0-1 0 0,0 0 1 0 0,2 7-1 0 0,1 3-13 0 0,0-2 0 0 0,1 1 0 0 0,1-1 0 0 0,0 1 0 0 0,9 14 0 0 0,-11-21-261 0 0,0 0-1 0 0,0-1 1 0 0,0 1-1 0 0,1-1 1 0 0,0 0-1 0 0,0 0 1 0 0,0 0-1 0 0,1-1 1 0 0,7 6 0 0 0</inkml:trace>
</inkml:ink>
</file>

<file path=ppt/ink/ink14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5:58.537"/>
    </inkml:context>
    <inkml:brush xml:id="br0">
      <inkml:brushProperty name="width" value="0.1" units="cm"/>
      <inkml:brushProperty name="height" value="0.1" units="cm"/>
      <inkml:brushProperty name="color" value="#008C3A"/>
    </inkml:brush>
  </inkml:definitions>
  <inkml:trace contextRef="#ctx0" brushRef="#br0">40 0 11979 0 0,'-4'16'1316'0'0,"1"0"0"0"0,0 0 1 0 0,2 0-1 0 0,-1 25 0 0 0,-1 21 128 0 0,-8-4-1553 0 0,6-34-2053 0 0,-3 37-1 0 0,8-47 764 0 0</inkml:trace>
</inkml:ink>
</file>

<file path=ppt/ink/ink14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5:58.950"/>
    </inkml:context>
    <inkml:brush xml:id="br0">
      <inkml:brushProperty name="width" value="0.1" units="cm"/>
      <inkml:brushProperty name="height" value="0.1" units="cm"/>
      <inkml:brushProperty name="color" value="#008C3A"/>
    </inkml:brush>
  </inkml:definitions>
  <inkml:trace contextRef="#ctx0" brushRef="#br0">11 58 8290 0 0,'-3'-29'1907'0'0,"-4"0"5940"0"0,10 71-4079 0 0,-2-15-3490 0 0,8 53-290 0 0,4 0-1 0 0,26 90 1 0 0,-32-147-612 0 0</inkml:trace>
</inkml:ink>
</file>

<file path=ppt/ink/ink14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5:59.161"/>
    </inkml:context>
    <inkml:brush xml:id="br0">
      <inkml:brushProperty name="width" value="0.1" units="cm"/>
      <inkml:brushProperty name="height" value="0.1" units="cm"/>
      <inkml:brushProperty name="color" value="#008C3A"/>
    </inkml:brush>
  </inkml:definitions>
  <inkml:trace contextRef="#ctx0" brushRef="#br0">14 178 8290 0 0,'-1'-1'77'0'0,"0"1"1"0"0,1 0-1 0 0,-1 0 1 0 0,0-1 0 0 0,1 1-1 0 0,-1 0 1 0 0,0-1-1 0 0,1 1 1 0 0,-1-1-1 0 0,1 1 1 0 0,-1-1 0 0 0,0 1-1 0 0,1-1 1 0 0,-1 1-1 0 0,1-1 1 0 0,0 1-1 0 0,-1-1 1 0 0,1 0 0 0 0,-1 1-1 0 0,1-1 1 0 0,0 0-1 0 0,0 1 1 0 0,-1-1-1 0 0,1 0 1 0 0,0 0-1 0 0,0 1 1 0 0,0-1 0 0 0,0 0-1 0 0,0 0 1 0 0,0-1-1 0 0,0 0 33 0 0,1 0 0 0 0,-1 0 0 0 0,1 0 0 0 0,0 0 0 0 0,0 0-1 0 0,0 0 1 0 0,0 0 0 0 0,1 0 0 0 0,-1 0 0 0 0,3-3 0 0 0,3-3 79 0 0,1 1 0 0 0,0-1 1 0 0,15-10-1 0 0,5 0-1416 0 0,0 1 1 0 0,2 2-1 0 0,47-19 1 0 0,-52 25-215 0 0</inkml:trace>
</inkml:ink>
</file>

<file path=ppt/ink/ink14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5:59.525"/>
    </inkml:context>
    <inkml:brush xml:id="br0">
      <inkml:brushProperty name="width" value="0.1" units="cm"/>
      <inkml:brushProperty name="height" value="0.1" units="cm"/>
      <inkml:brushProperty name="color" value="#008C3A"/>
    </inkml:brush>
  </inkml:definitions>
  <inkml:trace contextRef="#ctx0" brushRef="#br0">5 1 10138 0 0,'-4'7'4909'0'0,"4"10"-3358"0"0,6 17-744 0 0,4 15-516 0 0,27 116-64 0 0,-29-139-232 0 0,1 0 1 0 0,1-1-1 0 0,1 0 0 0 0,17 28 1 0 0,-28-53-62 0 0,0 1 1 0 0,1 0-1 0 0,-1 0 0 0 0,0-1 1 0 0,1 1-1 0 0,-1 0 0 0 0,1-1 1 0 0,-1 1-1 0 0,1 0 0 0 0,0-1 1 0 0,-1 1-1 0 0,1-1 1 0 0,-1 1-1 0 0,1-1 0 0 0,0 1 1 0 0,0-1-1 0 0,-1 1 0 0 0,1-1 1 0 0,0 0-1 0 0,0 1 0 0 0,-1-1 1 0 0,2 0-1 0 0,-1 0 1 0 0,-1 0-1 0 0,1-1 1 0 0,-1 1-1 0 0,1 0 1 0 0,-1-1-1 0 0,1 1 1 0 0,-1-1-1 0 0,1 1 1 0 0,-1-1-1 0 0,1 1 0 0 0,-1-1 1 0 0,0 1-1 0 0,1-1 1 0 0,-1 1-1 0 0,0-1 1 0 0,1 1-1 0 0,-1-1 1 0 0,0 0-1 0 0,0 1 1 0 0,0-1-1 0 0,1-1 1 0 0,5-46-1218 0 0,-5 39 1681 0 0,1-11-14 0 0,-1 8 175 0 0,0 0 1 0 0,1 0-1 0 0,0 0 1 0 0,1 1-1 0 0,0-1 1 0 0,0 1 0 0 0,8-16-1 0 0,-10 26-472 0 0,0-1 0 0 0,0 1-1 0 0,0 0 1 0 0,0 0 0 0 0,0 0 0 0 0,0 0-1 0 0,0 0 1 0 0,0 0 0 0 0,0 0 0 0 0,0 1-1 0 0,0-1 1 0 0,1 0 0 0 0,-1 0 0 0 0,0 1-1 0 0,1-1 1 0 0,-1 1 0 0 0,0 0 0 0 0,1-1 0 0 0,-1 1-1 0 0,1 0 1 0 0,-1 0 0 0 0,0-1 0 0 0,1 1-1 0 0,-1 0 1 0 0,1 1 0 0 0,-1-1 0 0 0,1 0-1 0 0,-1 0 1 0 0,0 1 0 0 0,1-1 0 0 0,-1 0-1 0 0,0 1 1 0 0,1 0 0 0 0,-1-1 0 0 0,0 1 0 0 0,0 0-1 0 0,1-1 1 0 0,-1 1 0 0 0,0 0 0 0 0,0 0-1 0 0,0 0 1 0 0,2 2 0 0 0,2 2-116 0 0,1 0 1 0 0,-1 1-1 0 0,0-1 1 0 0,0 1-1 0 0,0 0 1 0 0,5 11-1 0 0,17 43-2686 0 0,-17-38-4438 0 0</inkml:trace>
</inkml:ink>
</file>

<file path=ppt/ink/ink14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5:59.884"/>
    </inkml:context>
    <inkml:brush xml:id="br0">
      <inkml:brushProperty name="width" value="0.1" units="cm"/>
      <inkml:brushProperty name="height" value="0.1" units="cm"/>
      <inkml:brushProperty name="color" value="#008C3A"/>
    </inkml:brush>
  </inkml:definitions>
  <inkml:trace contextRef="#ctx0" brushRef="#br0">44 252 5985 0 0,'18'-36'2742'0'0,"-8"20"-1713"0"0,0 0 0 0 0,-1-1-1 0 0,9-27 1 0 0,-16 38-929 0 0,0 0 1 0 0,0 0-1 0 0,-1 0 1 0 0,0 0-1 0 0,0 0 1 0 0,-1 0-1 0 0,0 0 1 0 0,0 0-1 0 0,0 0 1 0 0,0 0-1 0 0,-1 0 1 0 0,0 0-1 0 0,-1 1 1 0 0,1-1-1 0 0,-4-8 1 0 0,5 13-37 0 0,-1 0 1 0 0,1-1-1 0 0,-1 1 1 0 0,1 0-1 0 0,-1 0 1 0 0,0 0-1 0 0,1 0 0 0 0,-1 0 1 0 0,0 0-1 0 0,0 0 1 0 0,0 1-1 0 0,0-1 1 0 0,0 0-1 0 0,1 0 1 0 0,-1 1-1 0 0,-1-1 1 0 0,1 0-1 0 0,0 1 0 0 0,0-1 1 0 0,0 1-1 0 0,0-1 1 0 0,0 1-1 0 0,0 0 1 0 0,-1-1-1 0 0,0 1 1 0 0,0 0 32 0 0,0 1 0 0 0,0-1 0 0 0,0 0 0 0 0,0 1 0 0 0,0 0 0 0 0,0-1 0 0 0,0 1 0 0 0,0 0 0 0 0,0 0 0 0 0,1 0 0 0 0,-1 0 0 0 0,0 0 0 0 0,-2 3 0 0 0,-1 1 26 0 0,0-1-1 0 0,0 1 0 0 0,1 1 1 0 0,0-1-1 0 0,-1 1 0 0 0,2 0 1 0 0,-1 0-1 0 0,-2 6 0 0 0,3-4-119 0 0,0 0 0 0 0,1 1 0 0 0,0-1 0 0 0,1 1 0 0 0,0-1 0 0 0,0 1-1 0 0,1 0 1 0 0,0-1 0 0 0,0 1 0 0 0,1-1 0 0 0,4 18 0 0 0,-4-22-18 0 0,0 0 0 0 0,1 0 0 0 0,-1 1 0 0 0,1-1 0 0 0,0 0 0 0 0,0-1 0 0 0,1 1 0 0 0,-1 0-1 0 0,1-1 1 0 0,0 1 0 0 0,0-1 0 0 0,0 0 0 0 0,0 0 0 0 0,1 0 0 0 0,-1 0 0 0 0,1 0 0 0 0,-1-1 0 0 0,1 0 0 0 0,0 1 0 0 0,0-2 0 0 0,0 1 0 0 0,1 0 0 0 0,-1-1 0 0 0,8 2 0 0 0,6 0-321 0 0</inkml:trace>
</inkml:ink>
</file>

<file path=ppt/ink/ink14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6:00.185"/>
    </inkml:context>
    <inkml:brush xml:id="br0">
      <inkml:brushProperty name="width" value="0.1" units="cm"/>
      <inkml:brushProperty name="height" value="0.1" units="cm"/>
      <inkml:brushProperty name="color" value="#008C3A"/>
    </inkml:brush>
  </inkml:definitions>
  <inkml:trace contextRef="#ctx0" brushRef="#br0">0 75 2304 0 0,'15'4'7779'0'0,"3"5"-4032"0"0,-10-3-3124 0 0,0 0 0 0 0,-1 0 0 0 0,1 0 0 0 0,6 9 0 0 0,-1 3 414 0 0,-13-17-880 0 0,1-1 0 0 0,-1 1 0 0 0,1 0 0 0 0,-1 0 0 0 0,0-1 0 0 0,1 1 0 0 0,-1 0 0 0 0,1 0 0 0 0,-1-1 0 0 0,0 1 0 0 0,0 0 0 0 0,0 0 0 0 0,1 0 1 0 0,-1 0-1 0 0,0 0 0 0 0,0-1 0 0 0,0 1 0 0 0,0 0 0 0 0,0 0 0 0 0,-1 0 0 0 0,1 1 0 0 0,-2-4 161 0 0,0-1 0 0 0,0 1 1 0 0,0 0-1 0 0,0-1 1 0 0,0 1-1 0 0,1-1 0 0 0,-2-3 1 0 0,0 1-361 0 0,1-1 1 0 0,0 1-1 0 0,0-1 1 0 0,1 1-1 0 0,0-1 1 0 0,0 0 0 0 0,0 1-1 0 0,1-1 1 0 0,-1 0-1 0 0,1 1 1 0 0,1-1-1 0 0,-1 0 1 0 0,1 0-1 0 0,0 1 1 0 0,0-1-1 0 0,1 1 1 0 0,0-1-1 0 0,0 1 1 0 0,0-1 0 0 0,0 1-1 0 0,6-8 1 0 0,1 2-890 0 0</inkml:trace>
</inkml:ink>
</file>

<file path=ppt/ink/ink14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6:00.856"/>
    </inkml:context>
    <inkml:brush xml:id="br0">
      <inkml:brushProperty name="width" value="0.1" units="cm"/>
      <inkml:brushProperty name="height" value="0.1" units="cm"/>
      <inkml:brushProperty name="color" value="#008C3A"/>
    </inkml:brush>
  </inkml:definitions>
  <inkml:trace contextRef="#ctx0" brushRef="#br0">0 0 10594 0 0,'22'63'7399'0'0,"4"-6"-6862"0"0,23 46 1 0 0,-46-111-766 0 0,0 0 0 0 0,0 1 0 0 0,-1-1 0 0 0,0 0 0 0 0,0-11 0 0 0,5-11-284 0 0,-5 22 454 0 0,0 1 0 0 0,0 0 1 0 0,1 0-1 0 0,-1 0 0 0 0,2 1 0 0 0,-1-1 1 0 0,1 1-1 0 0,5-7 0 0 0,-8 11 91 0 0,1 1 0 0 0,-1-1-1 0 0,1 1 1 0 0,-1 0 0 0 0,1 0-1 0 0,-1 0 1 0 0,1 0-1 0 0,0 0 1 0 0,-1 0 0 0 0,1 0-1 0 0,0 0 1 0 0,0 1 0 0 0,-1-1-1 0 0,1 1 1 0 0,0-1 0 0 0,0 1-1 0 0,0 0 1 0 0,0 0 0 0 0,0 0-1 0 0,0 0 1 0 0,0 0 0 0 0,0 0-1 0 0,-1 0 1 0 0,1 1 0 0 0,0-1-1 0 0,0 1 1 0 0,0-1 0 0 0,0 1-1 0 0,-1 0 1 0 0,1 0 0 0 0,0-1-1 0 0,0 1 1 0 0,-1 1 0 0 0,1-1-1 0 0,2 2 1 0 0,9 6 193 0 0,-1 0 0 0 0,0 1 0 0 0,0 1 0 0 0,12 14 1 0 0,-20-21-366 0 0,0 1 1 0 0,-1 0 0 0 0,0 0-1 0 0,0 0 1 0 0,0 0 0 0 0,0 0-1 0 0,-1 1 1 0 0,0-1 0 0 0,0 1-1 0 0,-1 0 1 0 0,1 0 0 0 0,-1-1-1 0 0,0 1 1 0 0,-1 7 0 0 0,21-59-182 0 0,-16 25 545 0 0,-3 12-92 0 0,0-1 0 0 0,0 1 1 0 0,1-1-1 0 0,1 1 1 0 0,-1 0-1 0 0,2 0 0 0 0,-1 0 1 0 0,10-13-1 0 0,-13 21-83 0 0,-1 0-1 0 0,1 0 1 0 0,0 0-1 0 0,0 1 1 0 0,0-1 0 0 0,1 0-1 0 0,-1 0 1 0 0,0 1-1 0 0,0-1 1 0 0,0 0-1 0 0,1 1 1 0 0,-1-1-1 0 0,0 1 1 0 0,0 0 0 0 0,1-1-1 0 0,-1 1 1 0 0,0 0-1 0 0,1 0 1 0 0,-1 0-1 0 0,0 0 1 0 0,1 0-1 0 0,-1 0 1 0 0,2 0 0 0 0,0 1 77 0 0,0 0 1 0 0,0 0-1 0 0,-1 0 1 0 0,1 0 0 0 0,0 1-1 0 0,0-1 1 0 0,-1 1-1 0 0,1 0 1 0 0,3 3 0 0 0,1 2-134 0 0,0 0 0 0 0,-1 0 0 0 0,1 1 0 0 0,-2-1 0 0 0,8 13 0 0 0,-2 1-2548 0 0</inkml:trace>
</inkml:ink>
</file>

<file path=ppt/ink/ink14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6:01.229"/>
    </inkml:context>
    <inkml:brush xml:id="br0">
      <inkml:brushProperty name="width" value="0.1" units="cm"/>
      <inkml:brushProperty name="height" value="0.1" units="cm"/>
      <inkml:brushProperty name="color" value="#008C3A"/>
    </inkml:brush>
  </inkml:definitions>
  <inkml:trace contextRef="#ctx0" brushRef="#br0">122 18 6449 0 0,'-5'-1'392'0'0,"1"1"0"0"0,0-1-1 0 0,-1 0 1 0 0,1 0-1 0 0,0 0 1 0 0,-5-3 0 0 0,6 3 473 0 0,-1-1 0 0 0,0 1-1 0 0,1 0 1 0 0,-1 0 0 0 0,0 0 0 0 0,-7 0 0 0 0,10 1-706 0 0,-1 0-1 0 0,1 1 1 0 0,-1-1-1 0 0,1 0 1 0 0,0 1-1 0 0,-1-1 1 0 0,1 1 0 0 0,0-1-1 0 0,-1 1 1 0 0,1 0-1 0 0,0 0 1 0 0,0 0-1 0 0,0-1 1 0 0,-1 1 0 0 0,1 0-1 0 0,0 0 1 0 0,0 1-1 0 0,0-1 1 0 0,1 0-1 0 0,-1 0 1 0 0,0 0-1 0 0,-1 3 1 0 0,-2 4 159 0 0,0 1 1 0 0,0-1-1 0 0,1 1 0 0 0,-4 13 1 0 0,6-20-336 0 0,1 1 0 0 0,-1 0 0 0 0,1 0 0 0 0,-1 0 0 0 0,1 0 0 0 0,0 0 1 0 0,0 0-1 0 0,0 0 0 0 0,0 0 0 0 0,1 0 0 0 0,-1-1 0 0 0,1 1 0 0 0,0 0 0 0 0,0 0 1 0 0,0 0-1 0 0,0-1 0 0 0,0 1 0 0 0,2 3 0 0 0,-2-5-96 0 0,0-1 0 0 0,0 1 0 0 0,0 0 0 0 0,0-1 0 0 0,0 1-1 0 0,0-1 1 0 0,1 0 0 0 0,-1 1 0 0 0,0-1 0 0 0,0 0 0 0 0,0 1 0 0 0,0-1 0 0 0,1 0 0 0 0,-1 0 0 0 0,0 0 0 0 0,0 0 0 0 0,0 0-1 0 0,0 0 1 0 0,1-1 0 0 0,-1 1 0 0 0,0 0 0 0 0,0-1 0 0 0,0 1 0 0 0,0-1 0 0 0,0 1 0 0 0,0-1 0 0 0,0 1 0 0 0,0-1 0 0 0,0 0-1 0 0,0 1 1 0 0,0-1 0 0 0,0 0 0 0 0,1-1 0 0 0,31-29-2246 0 0,-32 30 2292 0 0,16-23-1204 0 0,-16 21 1314 0 0,1 0 0 0 0,-1 0-1 0 0,1 0 1 0 0,0 0 0 0 0,0 0 0 0 0,0 0-1 0 0,0 1 1 0 0,1-1 0 0 0,-1 1 0 0 0,1 0 0 0 0,-1 0-1 0 0,1-1 1 0 0,0 2 0 0 0,0-1 0 0 0,0 0-1 0 0,5-2 1 0 0,-8 5 96 0 0,1-1-1 0 0,0 0 1 0 0,0 1-1 0 0,0-1 1 0 0,0 1-1 0 0,-1-1 1 0 0,1 1-1 0 0,0-1 1 0 0,0 1-1 0 0,-1-1 1 0 0,1 1-1 0 0,0 0 1 0 0,-1-1-1 0 0,1 1 1 0 0,-1 0 0 0 0,1 0-1 0 0,-1-1 1 0 0,1 1-1 0 0,-1 0 1 0 0,0 0-1 0 0,1 0 1 0 0,-1 0-1 0 0,0 1 1 0 0,11 27 1144 0 0,-9-23-942 0 0,1 5-62 0 0,2-1 0 0 0,-1 0 0 0 0,1 0-1 0 0,13 18 1 0 0,-15-23-881 0 0,1-1 1 0 0,0 0-1 0 0,0 1 0 0 0,0-2 1 0 0,1 1-1 0 0,8 6 0 0 0</inkml:trace>
</inkml:ink>
</file>

<file path=ppt/ink/ink14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6:01.482"/>
    </inkml:context>
    <inkml:brush xml:id="br0">
      <inkml:brushProperty name="width" value="0.1" units="cm"/>
      <inkml:brushProperty name="height" value="0.1" units="cm"/>
      <inkml:brushProperty name="color" value="#008C3A"/>
    </inkml:brush>
  </inkml:definitions>
  <inkml:trace contextRef="#ctx0" brushRef="#br0">1 1 2761 0 0,'8'31'15985'0'0,"-3"15"-10169"0"0,-4 63-8119 0 0,-1-45 3505 0 0,8 95-3761 0 0,-5-131-4980 0 0</inkml:trace>
</inkml:ink>
</file>

<file path=ppt/ink/ink14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6:01.879"/>
    </inkml:context>
    <inkml:brush xml:id="br0">
      <inkml:brushProperty name="width" value="0.1" units="cm"/>
      <inkml:brushProperty name="height" value="0.1" units="cm"/>
      <inkml:brushProperty name="color" value="#008C3A"/>
    </inkml:brush>
  </inkml:definitions>
  <inkml:trace contextRef="#ctx0" brushRef="#br0">16 30 1840 0 0,'-15'-23'13982'0'0,"30"22"-11193"0"0,25-2-716 0 0,-4 0-2716 0 0,-12 4-4760 0 0</inkml:trace>
</inkml:ink>
</file>

<file path=ppt/ink/ink14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6:02.054"/>
    </inkml:context>
    <inkml:brush xml:id="br0">
      <inkml:brushProperty name="width" value="0.1" units="cm"/>
      <inkml:brushProperty name="height" value="0.1" units="cm"/>
      <inkml:brushProperty name="color" value="#008C3A"/>
    </inkml:brush>
  </inkml:definitions>
  <inkml:trace contextRef="#ctx0" brushRef="#br0">1 86 6449 0 0,'3'-1'577'0'0,"-2"0"-465"0"0,3-1-112 0 0,0 1 0 0 0,0 0 864 0 0,-1-1 144 0 0,2 0 32 0 0,5-3 8 0 0,4-1 41 0 0,3-4 15 0 0,4 0 0 0 0,-3 1 0 0 0,-1 1-1256 0 0,-2-1-248 0 0,0 3-48 0 0,1-1-16 0 0,1 1 384 0 0</inkml:trace>
</inkml:ink>
</file>

<file path=ppt/ink/ink14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6:03.423"/>
    </inkml:context>
    <inkml:brush xml:id="br0">
      <inkml:brushProperty name="width" value="0.1" units="cm"/>
      <inkml:brushProperty name="height" value="0.1" units="cm"/>
      <inkml:brushProperty name="color" value="#008C3A"/>
    </inkml:brush>
  </inkml:definitions>
  <inkml:trace contextRef="#ctx0" brushRef="#br0">12 14 12899 0 0,'-12'-10'2732'0'0,"12"6"-1064"0"0,10 7 8 0 0,19 11-1509 0 0,-1 2 0 0 0,-1 1 0 0 0,37 30-1 0 0,72 72-216 0 0,-78-58-419 0 0,81 107 0 0 0,-89-102-1116 0 0,101 101 1 0 0,-138-154 1378 0 0,1 0 0 0 0,1-1 0 0 0,0 0 0 0 0,1-1 0 0 0,0-1 0 0 0,1-1 1 0 0,18 8-1 0 0,-83-82 1100 0 0,28 32-958 0 0,0 1-1 0 0,2-2 1 0 0,2-1-1 0 0,1 0 1 0 0,-20-71-1 0 0,-22-192-1223 0 0,43 206-3423 0 0</inkml:trace>
</inkml:ink>
</file>

<file path=ppt/ink/ink14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6:04.738"/>
    </inkml:context>
    <inkml:brush xml:id="br0">
      <inkml:brushProperty name="width" value="0.1" units="cm"/>
      <inkml:brushProperty name="height" value="0.1" units="cm"/>
      <inkml:brushProperty name="color" value="#008C3A"/>
    </inkml:brush>
  </inkml:definitions>
  <inkml:trace contextRef="#ctx0" brushRef="#br0">684 2406 11058 0 0,'0'-8'358'0'0,"-1"0"0"0"0,-1 0-1 0 0,1 0 1 0 0,-1 0 0 0 0,0 0 0 0 0,-1 0-1 0 0,-4-9 1 0 0,-30-53 1230 0 0,24 48-676 0 0,-12-26 1738 0 0,-26-69 0 0 0,33 66-2196 0 0,2-1 0 0 0,3-1 0 0 0,-6-54 0 0 0,-4-50-82 0 0,-50-186 0 0 0,65 319-272 0 0,-19-37-1 0 0,21 49-180 0 0,0 0-1 0 0,0 0 1 0 0,1 0-1 0 0,1-1 1 0 0,0 0-1 0 0,1 1 1 0 0,0-1-1 0 0,1 0 0 0 0,1-1 1 0 0,0-23-1 0 0,2 18 4 0 0,0 0 0 0 0,-2 0-1 0 0,0 0 1 0 0,-1 0-1 0 0,-1 0 1 0 0,0 0 0 0 0,-2 0-1 0 0,0 1 1 0 0,-1 0-1 0 0,-1 0 1 0 0,0 0 0 0 0,-2 1-1 0 0,-16-26 1 0 0,-39-55 78 0 0,32 51 4 0 0,2-1 1 0 0,-25-56-1 0 0,21 6 595 0 0,20 53-438 0 0,14 44-162 0 0,0 0 1 0 0,1 0-1 0 0,-1 0 0 0 0,1 0 0 0 0,-1 0 0 0 0,1 0 0 0 0,-1 0 0 0 0,1 0 0 0 0,-1 0 1 0 0,1 0-1 0 0,0 0 0 0 0,0 1 0 0 0,-1-1 0 0 0,1 0 0 0 0,0 0 0 0 0,0 1 1 0 0,0-1-1 0 0,0 1 0 0 0,0-1 0 0 0,0 1 0 0 0,0-1 0 0 0,0 1 0 0 0,0-1 0 0 0,0 1 1 0 0,0 0-1 0 0,0 0 0 0 0,3-1 0 0 0,44-12-132 0 0,-35 9 101 0 0,44-8-13 0 0,1 1 0 0 0,66-2 1 0 0,-41 5-9 0 0,-4 3-230 0 0,142 9 1 0 0,13 0 162 0 0,18-8 73 0 0,55-4 19 0 0,-102-2-40 0 0,111-12-93 0 0,299-50-58 0 0,-216 35 172 0 0,-249 25 41 0 0,726-44 6 0 0,-785 49 2 0 0,621-27 60 0 0,-641 34-70 0 0,67 2-26 0 0,-117 0 29 0 0,1 1 1 0 0,0 0-1 0 0,-1 2 1 0 0,25 8 0 0 0,-38-10-496 0 0,0 1 0 0 0,-1 0 0 0 0,1 0 0 0 0,-1 1 0 0 0,11 8 0 0 0,-11-7-733 0 0</inkml:trace>
</inkml:ink>
</file>

<file path=ppt/ink/ink14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6:05.686"/>
    </inkml:context>
    <inkml:brush xml:id="br0">
      <inkml:brushProperty name="width" value="0.1" units="cm"/>
      <inkml:brushProperty name="height" value="0.1" units="cm"/>
      <inkml:brushProperty name="color" value="#008C3A"/>
    </inkml:brush>
  </inkml:definitions>
  <inkml:trace contextRef="#ctx0" brushRef="#br0">127 137 4609 0 0,'3'-28'3463'0'0,"-1"-56"0"0"0,-2 60 679 0 0,-3 68-2176 0 0,-3 0-1 0 0,-21 85 1 0 0,26-124-1959 0 0,-34 120-263 0 0,19-74 57 0 0,2 1 0 0 0,2 0 1 0 0,-4 57-1 0 0,15-101 197 0 0,1 0 1 0 0,0-1-1 0 0,0 1 1 0 0,1-1-1 0 0,0 1 1 0 0,0-1-1 0 0,1 1 1 0 0,0-1-1 0 0,0 0 1 0 0,1 0-1 0 0,5 11 1 0 0,-6-14 40 0 0,1-1-1 0 0,-1 0 1 0 0,1 0 0 0 0,-1 0 0 0 0,1 0 0 0 0,0 0 0 0 0,0 0-1 0 0,0-1 1 0 0,1 1 0 0 0,-1-1 0 0 0,1 0 0 0 0,-1 0-1 0 0,1 0 1 0 0,0-1 0 0 0,-1 1 0 0 0,1-1 0 0 0,0 0-1 0 0,0 0 1 0 0,0 0 0 0 0,0-1 0 0 0,0 1 0 0 0,8-1 0 0 0,77-4 247 0 0,24 0-508 0 0,-92 5-270 0 0,47 2 241 0 0,-23 4-5919 0 0,-23-3-96 0 0</inkml:trace>
</inkml:ink>
</file>

<file path=ppt/ink/ink14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6:06.018"/>
    </inkml:context>
    <inkml:brush xml:id="br0">
      <inkml:brushProperty name="width" value="0.1" units="cm"/>
      <inkml:brushProperty name="height" value="0.1" units="cm"/>
      <inkml:brushProperty name="color" value="#008C3A"/>
    </inkml:brush>
  </inkml:definitions>
  <inkml:trace contextRef="#ctx0" brushRef="#br0">1 1 10594 0 0,'6'17'9206'0'0,"2"15"-5465"0"0,18 92-4985 0 0,-22-101 2229 0 0,86 376-153 0 0,-60-276-1717 0 0,-26-78-4935 0 0,-4-36 3974 0 0</inkml:trace>
</inkml:ink>
</file>

<file path=ppt/ink/ink14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6:06.481"/>
    </inkml:context>
    <inkml:brush xml:id="br0">
      <inkml:brushProperty name="width" value="0.1" units="cm"/>
      <inkml:brushProperty name="height" value="0.1" units="cm"/>
      <inkml:brushProperty name="color" value="#008C3A"/>
    </inkml:brush>
  </inkml:definitions>
  <inkml:trace contextRef="#ctx0" brushRef="#br0">63 51 10594 0 0,'-2'-6'672'0'0,"0"1"0"0"0,-1 0 0 0 0,0 0 0 0 0,0 0-1 0 0,0 0 1 0 0,-7-8 0 0 0,9 12-508 0 0,1 1 0 0 0,-1-1 0 0 0,1 1 0 0 0,-1 0-1 0 0,1-1 1 0 0,-1 1 0 0 0,0-1 0 0 0,1 1 0 0 0,-1 0 0 0 0,1-1 0 0 0,-1 1 0 0 0,0 0-1 0 0,1-1 1 0 0,-1 1 0 0 0,0 0 0 0 0,1 0 0 0 0,-1 0 0 0 0,0 0 0 0 0,1 0-1 0 0,-1 0 1 0 0,0 0 0 0 0,0 0 0 0 0,1 0 0 0 0,-2 0 0 0 0,1 1-54 0 0,-1 0 0 0 0,1 0-1 0 0,0 0 1 0 0,0 0 0 0 0,0 0 0 0 0,1 0 0 0 0,-1 0 0 0 0,0 1 0 0 0,0-1-1 0 0,1 0 1 0 0,-1 1 0 0 0,0-1 0 0 0,1 0 0 0 0,0 1 0 0 0,-1-1 0 0 0,1 0-1 0 0,-1 4 1 0 0,-2 16 78 0 0,2 0 0 0 0,0 1 0 0 0,1-1 1 0 0,1 1-1 0 0,1-1 0 0 0,5 25 0 0 0,0 8-23 0 0,11 152 194 0 0,12 97-361 0 0,-23-264-258 0 0,2-1 0 0 0,21 57 0 0 0,-21-65-492 0 0,-7-27 335 0 0</inkml:trace>
</inkml:ink>
</file>

<file path=ppt/ink/ink14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6:06.809"/>
    </inkml:context>
    <inkml:brush xml:id="br0">
      <inkml:brushProperty name="width" value="0.1" units="cm"/>
      <inkml:brushProperty name="height" value="0.1" units="cm"/>
      <inkml:brushProperty name="color" value="#008C3A"/>
    </inkml:brush>
  </inkml:definitions>
  <inkml:trace contextRef="#ctx0" brushRef="#br0">258 5 6913 0 0,'-1'-1'213'0'0,"-1"0"1"0"0,1 1-1 0 0,-1-1 0 0 0,1 1 0 0 0,-1 0 0 0 0,0-1 0 0 0,1 1 0 0 0,-1 0 0 0 0,0 0 0 0 0,1 0 0 0 0,-1 0 0 0 0,0 0 0 0 0,1 0 0 0 0,-1 1 0 0 0,0-1 0 0 0,1 0 0 0 0,-1 1 0 0 0,1 0 0 0 0,-1-1 0 0 0,-1 2 0 0 0,-31 13 1881 0 0,34-15-2087 0 0,-13 8 507 0 0,1 0 0 0 0,0 1 0 0 0,0 0 1 0 0,1 1-1 0 0,0 0 0 0 0,1 1 0 0 0,0 0 0 0 0,-12 18 0 0 0,10-12-128 0 0,1 1-1 0 0,1 0 1 0 0,1 0-1 0 0,0 1 1 0 0,-9 30-1 0 0,17-43-293 0 0,-1-1-1 0 0,1 1 0 0 0,0-1 0 0 0,0 1 0 0 0,1 0 0 0 0,0-1 0 0 0,0 1 1 0 0,0 0-1 0 0,1-1 0 0 0,-1 1 0 0 0,1 0 0 0 0,1-1 0 0 0,-1 1 1 0 0,1-1-1 0 0,4 10 0 0 0,-2-9-25 0 0,0 0 0 0 0,0 0 0 0 0,0 0 0 0 0,1-1 0 0 0,0 1 0 0 0,0-1 0 0 0,1 0 0 0 0,-1-1 0 0 0,1 1 0 0 0,0-1 0 0 0,7 3 0 0 0,3 2-19 0 0,1-2 1 0 0,1 0-1 0 0,0-1 1 0 0,-1 0-1 0 0,2-2 1 0 0,-1 0-1 0 0,0-1 1 0 0,32 1-1 0 0,11-6-923 0 0,-35 1-5072 0 0,-9-2-1052 0 0</inkml:trace>
</inkml:ink>
</file>

<file path=ppt/ink/ink14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6:08.097"/>
    </inkml:context>
    <inkml:brush xml:id="br0">
      <inkml:brushProperty name="width" value="0.1" units="cm"/>
      <inkml:brushProperty name="height" value="0.1" units="cm"/>
      <inkml:brushProperty name="color" value="#008C3A"/>
    </inkml:brush>
  </inkml:definitions>
  <inkml:trace contextRef="#ctx0" brushRef="#br0">1 79 3225 0 0,'0'1'309'0'0,"0"-1"1"0"0,0 1 0 0 0,0 0 0 0 0,8 12 5266 0 0,-8-12-5266 0 0,1-1-1 0 0,0 0 1 0 0,0 1 0 0 0,0-1 0 0 0,-1 1-1 0 0,1-1 1 0 0,0 0 0 0 0,0 0 0 0 0,0 0 0 0 0,-1 1-1 0 0,2-1 1 0 0,36 8 2683 0 0,-9-5-2429 0 0,0-2 0 0 0,1-1 0 0 0,-1-1 1 0 0,53-9-1 0 0,117-36 2435 0 0,-160 36-2868 0 0,105-28-5075 0 0,-127 33-1643 0 0</inkml:trace>
</inkml:ink>
</file>

<file path=ppt/ink/ink14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6:08.382"/>
    </inkml:context>
    <inkml:brush xml:id="br0">
      <inkml:brushProperty name="width" value="0.1" units="cm"/>
      <inkml:brushProperty name="height" value="0.1" units="cm"/>
      <inkml:brushProperty name="color" value="#008C3A"/>
    </inkml:brush>
  </inkml:definitions>
  <inkml:trace contextRef="#ctx0" brushRef="#br0">0 1 10594 0 0,'0'0'819'0'0,"13"23"5525"0"0,50 261-456 0 0,-16 147-6056 0 0,-45-407-946 0 0,1 0 0 0 0,7 28 0 0 0,-4-31-6202 0 0</inkml:trace>
</inkml:ink>
</file>

<file path=ppt/ink/ink14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6:08.763"/>
    </inkml:context>
    <inkml:brush xml:id="br0">
      <inkml:brushProperty name="width" value="0.1" units="cm"/>
      <inkml:brushProperty name="height" value="0.1" units="cm"/>
      <inkml:brushProperty name="color" value="#008C3A"/>
    </inkml:brush>
  </inkml:definitions>
  <inkml:trace contextRef="#ctx0" brushRef="#br0">1 2 10594 0 0,'0'0'107'0'0,"0"0"-1"0"0,1 0 0 0 0,-1-1 1 0 0,0 1-1 0 0,0 0 0 0 0,1 0 1 0 0,-1 0-1 0 0,0 0 1 0 0,0 0-1 0 0,1 0 0 0 0,-1 0 1 0 0,0 0-1 0 0,1 0 0 0 0,4 3 2341 0 0,-5-3-2341 0 0,1 0 0 0 0,-1 1 1 0 0,0-1-1 0 0,0 0 1 0 0,0 0-1 0 0,0 1 0 0 0,0-1 1 0 0,12 13 1516 0 0,-2 4-922 0 0,-2 2 0 0 0,0-1 1 0 0,-1 1-1 0 0,0 0 0 0 0,6 34 0 0 0,8 106-51 0 0,-10-71-440 0 0,20 91-274 0 0,-7-51-3654 0 0,-21-113 1921 0 0</inkml:trace>
</inkml:ink>
</file>

<file path=ppt/ink/ink14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6:09.265"/>
    </inkml:context>
    <inkml:brush xml:id="br0">
      <inkml:brushProperty name="width" value="0.1" units="cm"/>
      <inkml:brushProperty name="height" value="0.1" units="cm"/>
      <inkml:brushProperty name="color" value="#008C3A"/>
    </inkml:brush>
  </inkml:definitions>
  <inkml:trace contextRef="#ctx0" brushRef="#br0">2 298 920 0 0,'-1'-14'702'0'0,"1"1"-1"0"0,0 0 1 0 0,0-1-1 0 0,1 1 1 0 0,1-1 0 0 0,0 1-1 0 0,6-17 1 0 0,-4 14-119 0 0,-2 6-23 0 0,1 0 0 0 0,0 0 0 0 0,0 0 1 0 0,1 1-1 0 0,0-1 0 0 0,1 1 0 0 0,0 0 0 0 0,1 0 0 0 0,0 1 0 0 0,0 0 0 0 0,1 0 0 0 0,11-10 0 0 0,-15 14-388 0 0,1 1 0 0 0,0 0 0 0 0,0 1-1 0 0,1-1 1 0 0,-1 1 0 0 0,1 0-1 0 0,-1 0 1 0 0,1 0 0 0 0,-1 0 0 0 0,1 1-1 0 0,0 0 1 0 0,0 0 0 0 0,0 0-1 0 0,0 1 1 0 0,0-1 0 0 0,0 1 0 0 0,0 0-1 0 0,0 1 1 0 0,-1-1 0 0 0,1 1-1 0 0,0 0 1 0 0,0 0 0 0 0,0 1 0 0 0,-1-1-1 0 0,1 1 1 0 0,0 0 0 0 0,6 5-1 0 0,-7-5-130 0 0,0 0-1 0 0,0 0 0 0 0,0 1 0 0 0,-1-1 0 0 0,1 1 1 0 0,-1 0-1 0 0,0 0 0 0 0,0 0 0 0 0,0 0 0 0 0,0 1 1 0 0,-1-1-1 0 0,1 1 0 0 0,-1 0 0 0 0,0 0 0 0 0,0 0 1 0 0,0 0-1 0 0,0 0 0 0 0,1 7 0 0 0,-2-5-14 0 0,-1 1-1 0 0,0 0 1 0 0,0-1 0 0 0,0 1-1 0 0,-1-1 1 0 0,0 1-1 0 0,0-1 1 0 0,-1 0 0 0 0,1 1-1 0 0,-1-1 1 0 0,-6 12-1 0 0,-12 18-74 0 0,-1 0 1 0 0,-1-1-1 0 0,-2-1 0 0 0,-39 41 0 0 0,-7 13-27 0 0,71-83 224 0 0,10-5 220 0 0,25-3 567 0 0,-9 0-495 0 0,-9 4-334 0 0,-1 1 0 0 0,0 1 0 0 0,0 0-1 0 0,0 1 1 0 0,0 0 0 0 0,30 15 0 0 0,-2-3-75 0 0,-3-3-307 0 0,1-3-1 0 0,45 6 0 0 0,-58-15-3958 0 0,-23-3 2812 0 0</inkml:trace>
</inkml:ink>
</file>

<file path=ppt/ink/ink14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6:09.714"/>
    </inkml:context>
    <inkml:brush xml:id="br0">
      <inkml:brushProperty name="width" value="0.1" units="cm"/>
      <inkml:brushProperty name="height" value="0.1" units="cm"/>
      <inkml:brushProperty name="color" value="#008C3A"/>
    </inkml:brush>
  </inkml:definitions>
  <inkml:trace contextRef="#ctx0" brushRef="#br0">0 17 10138 0 0,'13'-16'6503'0'0,"-13"16"-6367"0"0,13 15 3609 0 0,-7-4-4128 0 0,15 43 1130 0 0,-3 1 0 0 0,18 83-1 0 0,8 121-441 0 0,-16-81-272 0 0,-15-118-186 0 0,3 14-681 0 0,-12-26-6824 0 0</inkml:trace>
</inkml:ink>
</file>

<file path=ppt/ink/ink14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6:10.457"/>
    </inkml:context>
    <inkml:brush xml:id="br0">
      <inkml:brushProperty name="width" value="0.1" units="cm"/>
      <inkml:brushProperty name="height" value="0.1" units="cm"/>
      <inkml:brushProperty name="color" value="#008C3A"/>
    </inkml:brush>
  </inkml:definitions>
  <inkml:trace contextRef="#ctx0" brushRef="#br0">33 82 456 0 0,'-25'-35'11823'0'0,"18"25"-7888"0"0,7 10-3877 0 0,10-6 697 0 0,11-2-892 0 0,-20 8 251 0 0,17-6 109 0 0,1 1 1 0 0,-1 1-1 0 0,1 1 1 0 0,0 1-1 0 0,0 0 1 0 0,0 1-1 0 0,31 3 1 0 0,-41-1-126 0 0,-1 1 0 0 0,1-1 1 0 0,-1 1-1 0 0,1 1 0 0 0,-1-1 1 0 0,0 2-1 0 0,0-1 1 0 0,0 1-1 0 0,0 0 0 0 0,-1 1 1 0 0,1-1-1 0 0,-1 2 0 0 0,0-1 1 0 0,-1 1-1 0 0,1 0 0 0 0,-1 0 1 0 0,-1 1-1 0 0,11 13 0 0 0,-13-14-158 0 0,0 1-1 0 0,-1 0 1 0 0,0 0-1 0 0,0 0 0 0 0,0 0 1 0 0,-1 0-1 0 0,1 0 1 0 0,-2 0-1 0 0,1 1 0 0 0,-1-1 1 0 0,0 0-1 0 0,-1 1 1 0 0,0-1-1 0 0,0 0 0 0 0,-1 0 1 0 0,1 0-1 0 0,-1 0 1 0 0,-5 9-1 0 0,-1 7-58 0 0,-2-1-1 0 0,-1-1 1 0 0,0 0-1 0 0,-19 24 1 0 0,5-12 212 0 0,15-22 475 0 0,2 1 0 0 0,-16 24-1 0 0,25-35-500 0 0,-1-1 0 0 0,1 1 0 0 0,-1 0-1 0 0,1-1 1 0 0,-1 1 0 0 0,1-1 0 0 0,0 1-1 0 0,-1-1 1 0 0,1 0 0 0 0,0 1 0 0 0,-1-1-1 0 0,1 0 1 0 0,0 1 0 0 0,0-1 0 0 0,-1 0-1 0 0,1 0 1 0 0,0 1 0 0 0,0-1-1 0 0,0 0 1 0 0,-1 0 0 0 0,1 0 0 0 0,0 0-1 0 0,0 0 1 0 0,-1 0 0 0 0,1-1 0 0 0,0 1-1 0 0,1 0 1 0 0,29-1-135 0 0,15-5 152 0 0,0 2 0 0 0,72 4 0 0 0,-102 2-63 0 0,0 0-1 0 0,0 0 1 0 0,0 2 0 0 0,0 0 0 0 0,0 0-1 0 0,-1 2 1 0 0,0 0 0 0 0,0 1-1 0 0,-1 0 1 0 0,26 17 0 0 0,-36-21-20 0 0,-1 0 0 0 0,0-1 0 0 0,0 1-1 0 0,0 0 1 0 0,-1 1 0 0 0,1-1 0 0 0,-1 0 0 0 0,1 1 0 0 0,-1-1 0 0 0,0 1 0 0 0,0 0-1 0 0,-1 0 1 0 0,1 0 0 0 0,-1 0 0 0 0,2 6 0 0 0,-2-3 3 0 0,-1 1-1 0 0,1-1 1 0 0,-1 1 0 0 0,0-1 0 0 0,-1 1 0 0 0,0-1-1 0 0,0 1 1 0 0,-3 7 0 0 0,-3 7 12 0 0,-1 1 0 0 0,-1-1 0 0 0,-1-1 0 0 0,-19 30 0 0 0,21-38 65 0 0,-1-1 1 0 0,0 0-1 0 0,0-1 1 0 0,-1 0-1 0 0,0-1 1 0 0,-1 0-1 0 0,0 0 1 0 0,-1-1-1 0 0,0 0 1 0 0,-24 12-1 0 0,15-11 9 0 0,-1-2 1 0 0,1 0-1 0 0,-2-1 0 0 0,1-1 1 0 0,0-1-1 0 0,-29 2 0 0 0,43-6-208 0 0,1 0-61 0 0,-1 1 0 0 0,1-2 0 0 0,0 1 1 0 0,-1-1-1 0 0,1 0 0 0 0,0-1 1 0 0,-1 0-1 0 0,1 0 0 0 0,-14-4 1 0 0</inkml:trace>
</inkml:ink>
</file>

<file path=ppt/ink/ink14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6:50.690"/>
    </inkml:context>
    <inkml:brush xml:id="br0">
      <inkml:brushProperty name="width" value="0.1" units="cm"/>
      <inkml:brushProperty name="height" value="0.1" units="cm"/>
      <inkml:brushProperty name="color" value="#004F8B"/>
    </inkml:brush>
  </inkml:definitions>
  <inkml:trace contextRef="#ctx0" brushRef="#br0">3725 50 6913 0 0,'0'0'25'0'0,"-8"-26"1085"0"0,7 26-911 0 0,1-1 0 0 0,0 0 0 0 0,-1 0 0 0 0,1 0 1 0 0,0 0-1 0 0,0 0 0 0 0,0 0 0 0 0,0 0 0 0 0,0 0 0 0 0,0 0 0 0 0,0 1 1 0 0,0-1-1 0 0,0 0 0 0 0,0 0 0 0 0,0 0 0 0 0,0 0 0 0 0,1 0 1 0 0,-1 0-1 0 0,0 0 0 0 0,1 0 0 0 0,-1 1 0 0 0,1-1 0 0 0,-1 0 1 0 0,2-1-1 0 0,-1 4 87 0 0,1 1 0 0 0,-1-1 0 0 0,0 1 1 0 0,0-1-1 0 0,0 1 0 0 0,0-1 0 0 0,0 1 0 0 0,0 0 1 0 0,0 3-1 0 0,1 12-192 0 0,0 1 0 0 0,-1-1 0 0 0,-1 1 0 0 0,-1-1 0 0 0,-1 1 0 0 0,0-1 0 0 0,-1 0 0 0 0,-8 24 0 0 0,-6 13-468 0 0,-32 71 0 0 0,27-79 274 0 0,-1-1 0 0 0,-3-1 0 0 0,-2-1 0 0 0,-1-2-1 0 0,-3-1 1 0 0,-57 59 0 0 0,36-49 120 0 0,-2-3 1 0 0,-2-3-1 0 0,-2-2 1 0 0,-71 39 0 0 0,10-17 735 0 0,-189 74 1 0 0,-490 126 664 0 0,523-195-1180 0 0,3 0 375 0 0,-125 32 601 0 0,176-48-874 0 0,-212 61-461 0 0,251-61-2321 0 0,150-43-251 0 0</inkml:trace>
</inkml:ink>
</file>

<file path=ppt/ink/ink14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6:51.071"/>
    </inkml:context>
    <inkml:brush xml:id="br0">
      <inkml:brushProperty name="width" value="0.1" units="cm"/>
      <inkml:brushProperty name="height" value="0.1" units="cm"/>
      <inkml:brushProperty name="color" value="#004F8B"/>
    </inkml:brush>
  </inkml:definitions>
  <inkml:trace contextRef="#ctx0" brushRef="#br0">214 163 3225 0 0,'-3'-13'871'0'0,"-1"0"1"0"0,1 0 0 0 0,-1-27 0 0 0,2 26 499 0 0,1 0 1 0 0,-2 0-1 0 0,-4-15 0 0 0,7 28-1230 0 0,0 1 0 0 0,0-1 0 0 0,0 1 0 0 0,0-1-1 0 0,0 0 1 0 0,-1 1 0 0 0,1-1 0 0 0,0 1 0 0 0,0-1 0 0 0,-1 1-1 0 0,1-1 1 0 0,0 1 0 0 0,-1-1 0 0 0,1 1 0 0 0,0 0-1 0 0,-1-1 1 0 0,1 1 0 0 0,-1-1 0 0 0,1 1 0 0 0,0 0 0 0 0,-1-1-1 0 0,1 1 1 0 0,-1 0 0 0 0,1-1 0 0 0,-1 1 0 0 0,0 0 0 0 0,1 0-1 0 0,-1 0 1 0 0,1 0 0 0 0,-1-1 0 0 0,1 1 0 0 0,-1 0-1 0 0,0 0 1 0 0,-1 1 43 0 0,1-1 0 0 0,0 1 1 0 0,-1 0-1 0 0,1-1 0 0 0,0 1 0 0 0,0 0 0 0 0,0 0 0 0 0,0 0 0 0 0,-1 0 0 0 0,1 0 0 0 0,0 0 0 0 0,-1 3 1 0 0,-27 44 1153 0 0,27-42-1116 0 0,-76 153 481 0 0,68-134-706 0 0,1 0 0 0 0,1 1 1 0 0,1 0-1 0 0,-5 42 1 0 0,11-58 25 0 0,0 0 0 0 0,1 0 0 0 0,1 0 0 0 0,-1 0 0 0 0,2 0-1 0 0,-1 0 1 0 0,1 0 0 0 0,1-1 0 0 0,0 1 0 0 0,0 0 0 0 0,1-1 0 0 0,0 0 0 0 0,1 0 0 0 0,-1 0 0 0 0,2-1 0 0 0,-1 1 0 0 0,2-1 0 0 0,-1 0 0 0 0,1-1 0 0 0,0 0 0 0 0,0 0 0 0 0,15 11 0 0 0,-9-10-18 0 0,0 0 0 0 0,1 0-1 0 0,-1-1 1 0 0,2-1 0 0 0,-1-1 0 0 0,1 0-1 0 0,0 0 1 0 0,0-2 0 0 0,0 0 0 0 0,0 0 0 0 0,1-2-1 0 0,-1 0 1 0 0,1 0 0 0 0,18-3 0 0 0,26-6-965 0 0,-31 4 23 0 0</inkml:trace>
</inkml:ink>
</file>

<file path=ppt/ink/ink14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6:51.994"/>
    </inkml:context>
    <inkml:brush xml:id="br0">
      <inkml:brushProperty name="width" value="0.1" units="cm"/>
      <inkml:brushProperty name="height" value="0.1" units="cm"/>
      <inkml:brushProperty name="color" value="#004F8B"/>
    </inkml:brush>
  </inkml:definitions>
  <inkml:trace contextRef="#ctx0" brushRef="#br0">1 223 3825 0 0,'1'0'-6'0'0,"-1"0"0"0"0,1 0 0 0 0,0 0 1 0 0,0 0-1 0 0,0 0 0 0 0,-1 0 0 0 0,1 0 1 0 0,0 0-1 0 0,0-1 0 0 0,0 1 0 0 0,-1 0 0 0 0,1-1 1 0 0,0 1-1 0 0,-1 0 0 0 0,1-1 0 0 0,0 1 1 0 0,-1-1-1 0 0,1 1 0 0 0,0-1 0 0 0,0 0 0 0 0,6-22-280 0 0,-2-1 1 0 0,0 1-1 0 0,-1-1 0 0 0,0-33 0 0 0,-7-8 6591 0 0,8 97-2223 0 0,17 121 5034 0 0,39 226-9688 0 0,-52-336-3685 0 0</inkml:trace>
</inkml:ink>
</file>

<file path=ppt/ink/ink14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6:52.390"/>
    </inkml:context>
    <inkml:brush xml:id="br0">
      <inkml:brushProperty name="width" value="0.1" units="cm"/>
      <inkml:brushProperty name="height" value="0.1" units="cm"/>
      <inkml:brushProperty name="color" value="#004F8B"/>
    </inkml:brush>
  </inkml:definitions>
  <inkml:trace contextRef="#ctx0" brushRef="#br0">1 49 6449 0 0,'1'-1'367'0'0,"0"-1"-1"0"0,0 0 1 0 0,0 1-1 0 0,0-1 1 0 0,1 1-1 0 0,-1-1 1 0 0,0 1-1 0 0,1 0 0 0 0,-1 0 1 0 0,1 0-1 0 0,0-1 1 0 0,-1 2-1 0 0,4-3 1 0 0,24-12 1952 0 0,-25 13-2101 0 0,0 0 1 0 0,1 0-1 0 0,-1 0 0 0 0,1 1 1 0 0,-1 0-1 0 0,1 0 1 0 0,0 0-1 0 0,0 0 0 0 0,-1 1 1 0 0,1-1-1 0 0,0 1 1 0 0,0 1-1 0 0,0-1 0 0 0,-1 1 1 0 0,1 0-1 0 0,0 0 0 0 0,-1 0 1 0 0,1 0-1 0 0,6 4 1 0 0,-8-3-210 0 0,1 0 0 0 0,0 1 0 0 0,-1 0 0 0 0,1 0 1 0 0,-1 0-1 0 0,0 0 0 0 0,0 1 0 0 0,0-1 0 0 0,0 1 1 0 0,-1-1-1 0 0,1 1 0 0 0,-1 0 0 0 0,0 0 0 0 0,0 0 1 0 0,-1 1-1 0 0,1-1 0 0 0,-1 0 0 0 0,0 1 1 0 0,0-1-1 0 0,1 9 0 0 0,-2-1-133 0 0,0 1 0 0 0,0 0 0 0 0,-1-1 1 0 0,-1 1-1 0 0,0 0 0 0 0,-1-1 0 0 0,-8 24 0 0 0,-8 38 660 0 0,24-74-508 0 0,-1 0-1 0 0,1 0 0 0 0,0-1 1 0 0,-1 1-1 0 0,1-1 0 0 0,-1 0 1 0 0,1 0-1 0 0,5-3 1 0 0,-3 2-124 0 0,13-3-166 0 0,0 1 0 0 0,0 1 0 0 0,1 1 0 0 0,34 1 0 0 0,-47 1 225 0 0,1 1-1 0 0,0 0 1 0 0,0 0 0 0 0,0 1-1 0 0,0 0 1 0 0,-1 0 0 0 0,1 1-1 0 0,-1 0 1 0 0,0 1 0 0 0,0-1-1 0 0,0 2 1 0 0,0-1 0 0 0,8 8-1 0 0,-14-10 77 0 0,1 0-1 0 0,-1 0 0 0 0,0 0 1 0 0,0 1-1 0 0,-1-1 0 0 0,1 1 1 0 0,0 0-1 0 0,-1-1 0 0 0,1 1 0 0 0,-1 0 1 0 0,0 0-1 0 0,0 0 0 0 0,0 0 1 0 0,0 0-1 0 0,-1 0 0 0 0,1 0 0 0 0,-1 6 1 0 0,0-3 141 0 0,-1 0 0 0 0,0 0 0 0 0,0 0 1 0 0,0 0-1 0 0,-1 0 0 0 0,1 0 0 0 0,-2 0 1 0 0,-3 8-1 0 0,-6 6 531 0 0,0 0 0 0 0,-1 0 0 0 0,-25 27-1 0 0,37-46-698 0 0,-19 21-951 0 0,-28 23 0 0 0,42-39-254 0 0</inkml:trace>
</inkml:ink>
</file>

<file path=ppt/ink/ink14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6:52.804"/>
    </inkml:context>
    <inkml:brush xml:id="br0">
      <inkml:brushProperty name="width" value="0.1" units="cm"/>
      <inkml:brushProperty name="height" value="0.1" units="cm"/>
      <inkml:brushProperty name="color" value="#004F8B"/>
    </inkml:brush>
  </inkml:definitions>
  <inkml:trace contextRef="#ctx0" brushRef="#br0">103 141 13827 0 0,'-1'-1'181'0'0,"0"0"1"0"0,0 1-1 0 0,0-1 1 0 0,-1 0-1 0 0,1 1 1 0 0,0-1-1 0 0,0 1 0 0 0,0-1 1 0 0,0 1-1 0 0,-1 0 1 0 0,1-1-1 0 0,0 1 1 0 0,0 0-1 0 0,-1 0 0 0 0,1 0 1 0 0,0 0-1 0 0,0 0 1 0 0,-1 0-1 0 0,1 0 1 0 0,0 1-1 0 0,0-1 0 0 0,-1 0 1 0 0,1 1-1 0 0,0-1 1 0 0,0 1-1 0 0,-2 0 1 0 0,1 1-23 0 0,0-1 1 0 0,0 1 0 0 0,0 0 0 0 0,0 0 0 0 0,1 0-1 0 0,-1 0 1 0 0,1 1 0 0 0,-1-1 0 0 0,1 0 0 0 0,0 1-1 0 0,0-1 1 0 0,-1 4 0 0 0,0-1-111 0 0,0 1 1 0 0,1-1-1 0 0,-1 1 0 0 0,1 0 1 0 0,1-1-1 0 0,-1 1 0 0 0,1 0 1 0 0,0-1-1 0 0,0 1 1 0 0,1 0-1 0 0,-1 0 0 0 0,3 6 1 0 0,-1-8-54 0 0,0-1 0 0 0,0 1 0 0 0,1 0 0 0 0,0-1 0 0 0,-1 1 0 0 0,1-1 0 0 0,0 0 0 0 0,1 0 0 0 0,-1 0 0 0 0,1 0 0 0 0,-1 0 0 0 0,1-1 0 0 0,0 0 0 0 0,0 0 0 0 0,0 0 0 0 0,0 0 0 0 0,0-1 0 0 0,0 1 0 0 0,0-1 0 0 0,1 0 0 0 0,-1 0 0 0 0,0-1 0 0 0,1 1 0 0 0,-1-1 0 0 0,6 0 0 0 0,-6 0 0 0 0,0 0 0 0 0,0 0 1 0 0,0-1-1 0 0,0 1 1 0 0,0-1-1 0 0,0 0 0 0 0,0 0 1 0 0,0-1-1 0 0,0 1 1 0 0,-1-1-1 0 0,1 1 1 0 0,-1-1-1 0 0,1 0 0 0 0,-1-1 1 0 0,1 1-1 0 0,-1 0 1 0 0,0-1-1 0 0,0 0 0 0 0,-1 0 1 0 0,1 0-1 0 0,0 0 1 0 0,-1 0-1 0 0,0-1 0 0 0,0 1 1 0 0,0-1-1 0 0,0 1 1 0 0,0-1-1 0 0,0-3 1 0 0,0-1-16 0 0,-1 0 0 0 0,0 0 1 0 0,-1 0-1 0 0,0 0 0 0 0,0 0 1 0 0,0 0-1 0 0,-1 0 0 0 0,-1 0 0 0 0,1 0 1 0 0,-1 0-1 0 0,-1 0 0 0 0,1 1 1 0 0,-1-1-1 0 0,-1 1 0 0 0,1 0 1 0 0,-1 0-1 0 0,0 0 0 0 0,-1 1 1 0 0,0-1-1 0 0,0 1 0 0 0,-8-8 1 0 0,7 7-45 0 0,-1 1 1 0 0,1 0-1 0 0,-1 0 1 0 0,-1 1-1 0 0,1-1 1 0 0,-1 1-1 0 0,0 1 1 0 0,0 0 0 0 0,0 0-1 0 0,-1 1 1 0 0,1-1-1 0 0,-1 2 1 0 0,0-1-1 0 0,0 2 1 0 0,0-1-1 0 0,0 1 1 0 0,0 0-1 0 0,-16 1 1 0 0,14 2-1565 0 0</inkml:trace>
</inkml:ink>
</file>

<file path=ppt/ink/ink14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6:53.252"/>
    </inkml:context>
    <inkml:brush xml:id="br0">
      <inkml:brushProperty name="width" value="0.1" units="cm"/>
      <inkml:brushProperty name="height" value="0.1" units="cm"/>
      <inkml:brushProperty name="color" value="#004F8B"/>
    </inkml:brush>
  </inkml:definitions>
  <inkml:trace contextRef="#ctx0" brushRef="#br0">1 33 9674 0 0,'3'-32'11040'0'0,"3"53"-9911"0"0,8 133 320 0 0,-11-98-1356 0 0,11 58-1 0 0,-5-70-788 0 0,2 0-1 0 0,2 0 1 0 0,30 68-1 0 0,-35-94-238 0 0</inkml:trace>
</inkml:ink>
</file>

<file path=ppt/ink/ink14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6:55.568"/>
    </inkml:context>
    <inkml:brush xml:id="br0">
      <inkml:brushProperty name="width" value="0.1" units="cm"/>
      <inkml:brushProperty name="height" value="0.1" units="cm"/>
      <inkml:brushProperty name="color" value="#004F8B"/>
    </inkml:brush>
  </inkml:definitions>
  <inkml:trace contextRef="#ctx0" brushRef="#br0">0 4 8754 0 0,'13'-4'9471'0'0,"-13"5"-9240"0"0,15 35 545 0 0,-2 1 0 0 0,-1 0 1 0 0,9 60-1 0 0,2 1-518 0 0,45 115-424 0 0,-33-123-3894 0 0,-27-67-2443 0 0</inkml:trace>
</inkml:ink>
</file>

<file path=ppt/ink/ink14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6:55.790"/>
    </inkml:context>
    <inkml:brush xml:id="br0">
      <inkml:brushProperty name="width" value="0.1" units="cm"/>
      <inkml:brushProperty name="height" value="0.1" units="cm"/>
      <inkml:brushProperty name="color" value="#004F8B"/>
    </inkml:brush>
  </inkml:definitions>
  <inkml:trace contextRef="#ctx0" brushRef="#br0">3 169 13363 0 0,'0'0'66'0'0,"-1"0"1"0"0,1-1 265 0 0,-1 1-265 0 0,1 0-1 0 0,0 0 0 0 0,0-1 1 0 0,0 1-1 0 0,0 0 1 0 0,0 0-1 0 0,0 0 1 0 0,0-1-1 0 0,0 1 1 0 0,0 0-1 0 0,0 0 1 0 0,-1 0-1 0 0,1-1 0 0 0,0 1 1 0 0,0 0-1 0 0,0 0 1 0 0,0 0-1 0 0,0-1 1 0 0,0 1-1 0 0,0 0 1 0 0,1 0-1 0 0,-1 0 1 0 0,0-1-1 0 0,0 1 1 0 0,0 0-1 0 0,0 0 0 0 0,0 0 1 0 0,0-1-1 0 0,0 1 1 0 0,0 0-1 0 0,0 0 1 0 0,1 0-1 0 0,-1-1 1 0 0,10-10 1722 0 0,18-11 115 0 0,-25 19-1650 0 0,88-56 2001 0 0,6 8-4410 0 0,-68 37-5089 0 0</inkml:trace>
</inkml:ink>
</file>

<file path=ppt/ink/ink14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6:56.076"/>
    </inkml:context>
    <inkml:brush xml:id="br0">
      <inkml:brushProperty name="width" value="0.1" units="cm"/>
      <inkml:brushProperty name="height" value="0.1" units="cm"/>
      <inkml:brushProperty name="color" value="#004F8B"/>
    </inkml:brush>
  </inkml:definitions>
  <inkml:trace contextRef="#ctx0" brushRef="#br0">1 4 7834 0 0,'2'-2'2786'0'0,"10"0"-608"0"0,-10 2-1944 0 0,0 0 0 0 0,0 0 0 0 0,0 1 0 0 0,0-1 1 0 0,0 0-1 0 0,0 1 0 0 0,0-1 0 0 0,0 1 1 0 0,0-1-1 0 0,0 1 0 0 0,0 0 0 0 0,-1 0 1 0 0,4 2-1 0 0,-1 2-102 0 0,1 1 1 0 0,-1-1-1 0 0,0 1 0 0 0,0 0 1 0 0,-1 0-1 0 0,1 1 0 0 0,-1-1 1 0 0,-1 1-1 0 0,1-1 0 0 0,-1 1 1 0 0,-1 0-1 0 0,1 0 1 0 0,-1 0-1 0 0,1 10 0 0 0,-1 13-275 0 0,-3 60 0 0 0,1-79 115 0 0,-3 24-50 0 0,2-16 165 0 0,1 1 0 0 0,0 19 0 0 0,1-34 92 0 0,1-1 0 0 0,-1 1 0 0 0,1 0 0 0 0,0 0 0 0 0,0-1 1 0 0,0 1-1 0 0,1-1 0 0 0,0 1 0 0 0,0-1 0 0 0,0 0 0 0 0,0 0 0 0 0,1 0 0 0 0,4 6 0 0 0,-6-9-169 0 0,1 0 0 0 0,-1 1 0 0 0,1-1 1 0 0,-1 0-1 0 0,1 0 0 0 0,-1 0 0 0 0,1-1 0 0 0,0 1 1 0 0,0 0-1 0 0,0 0 0 0 0,-1-1 0 0 0,1 1 0 0 0,0-1 1 0 0,0 0-1 0 0,0 0 0 0 0,0 0 0 0 0,0 1 0 0 0,0-2 1 0 0,-1 1-1 0 0,1 0 0 0 0,0 0 0 0 0,0-1 0 0 0,0 1 1 0 0,0-1-1 0 0,0 1 0 0 0,-1-1 0 0 0,1 0 1 0 0,0 0-1 0 0,2-1 0 0 0,6-4-963 0 0,0 0-1 0 0,-1 0 1 0 0,15-13-1 0 0,-19 14 87 0 0,11-8-5106 0 0</inkml:trace>
</inkml:ink>
</file>

<file path=ppt/ink/ink14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6:56.256"/>
    </inkml:context>
    <inkml:brush xml:id="br0">
      <inkml:brushProperty name="width" value="0.1" units="cm"/>
      <inkml:brushProperty name="height" value="0.1" units="cm"/>
      <inkml:brushProperty name="color" value="#004F8B"/>
    </inkml:brush>
  </inkml:definitions>
  <inkml:trace contextRef="#ctx0" brushRef="#br0">0 74 2761 0 0,'5'-4'11728'0'0,"25"-11"-8105"0"0,41-16-2495 0 0,-68 30-1025 0 0,43-14-5295 0 0,-21 8-877 0 0</inkml:trace>
</inkml:ink>
</file>

<file path=ppt/ink/ink14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6:56.820"/>
    </inkml:context>
    <inkml:brush xml:id="br0">
      <inkml:brushProperty name="width" value="0.1" units="cm"/>
      <inkml:brushProperty name="height" value="0.1" units="cm"/>
      <inkml:brushProperty name="color" value="#004F8B"/>
    </inkml:brush>
  </inkml:definitions>
  <inkml:trace contextRef="#ctx0" brushRef="#br0">0 111 4609 0 0,'25'5'7072'0'0,"-17"-2"-6511"0"0,0 1 0 0 0,-1 0-1 0 0,1 0 1 0 0,-1 1 0 0 0,0 0-1 0 0,0 1 1 0 0,-1-1 0 0 0,1 1-1 0 0,-1 1 1 0 0,-1-1 0 0 0,10 13-1 0 0,-5-7-412 0 0,0 0-1 0 0,15 13 1 0 0,-20-25-210 0 0,-4-9-40 0 0,-3-22-126 0 0,0 16 135 0 0,3 3 161 0 0,0 0 1 0 0,1 1 0 0 0,0 0 0 0 0,1-1 0 0 0,0 1 0 0 0,7-16-1 0 0,-7 19 119 0 0,0 1-1 0 0,1 0 0 0 0,0 0 0 0 0,0 0 0 0 0,0 0 1 0 0,1 0-1 0 0,0 1 0 0 0,1 0 0 0 0,0 0 0 0 0,6-5 0 0 0,-11 10-131 0 0,1 0-1 0 0,0 0 0 0 0,-1 0 1 0 0,1 0-1 0 0,0 1 0 0 0,0-1 0 0 0,0 0 1 0 0,0 1-1 0 0,-1-1 0 0 0,1 1 0 0 0,0 0 1 0 0,0 0-1 0 0,0 0 0 0 0,0 0 1 0 0,0 0-1 0 0,0 0 0 0 0,0 0 0 0 0,0 1 1 0 0,0-1-1 0 0,0 1 0 0 0,0-1 0 0 0,0 1 1 0 0,-1 0-1 0 0,1 0 0 0 0,0-1 1 0 0,0 1-1 0 0,-1 1 0 0 0,1-1 0 0 0,-1 0 1 0 0,2 2-1 0 0,7 5-49 0 0,-1 1 0 0 0,0 1 0 0 0,13 19-1 0 0,3 1-143 0 0,-10-14-173 0 0,-7-8-345 0 0,-1 0-1 0 0,1 0 0 0 0,10 6 0 0 0,-17-14 623 0 0,-1 0 0 0 0,1 0-1 0 0,-1 0 1 0 0,1-1 0 0 0,-1 1 0 0 0,1 0-1 0 0,-1 0 1 0 0,0-1 0 0 0,1 1 0 0 0,-1 0-1 0 0,1-1 1 0 0,-1 1 0 0 0,0-1 0 0 0,0 1-1 0 0,1 0 1 0 0,-1-1 0 0 0,0 1 0 0 0,1-1 0 0 0,-1 1-1 0 0,0-1 1 0 0,0 1 0 0 0,0-1 0 0 0,0 1-1 0 0,1-1 1 0 0,-1 1 0 0 0,0-1 0 0 0,0 1-1 0 0,0-1 1 0 0,0 1 0 0 0,0-1 0 0 0,0 1-1 0 0,0-1 1 0 0,-1 0 0 0 0,5-26 385 0 0,-4 22-307 0 0,1-2 112 0 0,1 1 1 0 0,-1-1-1 0 0,1 0 0 0 0,0 0 1 0 0,1 1-1 0 0,-1-1 1 0 0,1 1-1 0 0,1 0 1 0 0,6-10-1 0 0,-9 14-109 0 0,0 1 0 0 0,1-1 0 0 0,-1 1 0 0 0,0-1 1 0 0,1 1-1 0 0,-1 0 0 0 0,1 0 0 0 0,-1 0 0 0 0,1 0 0 0 0,0 0 0 0 0,-1 0 0 0 0,1 0 0 0 0,0 0 0 0 0,0 1 0 0 0,-1-1 1 0 0,1 1-1 0 0,0-1 0 0 0,0 1 0 0 0,0 0 0 0 0,0-1 0 0 0,0 1 0 0 0,0 0 0 0 0,0 0 0 0 0,-1 1 0 0 0,1-1 0 0 0,0 0 1 0 0,0 1-1 0 0,0-1 0 0 0,0 1 0 0 0,-1-1 0 0 0,1 1 0 0 0,0 0 0 0 0,0 0 0 0 0,-1 0 0 0 0,1 0 0 0 0,-1 0 0 0 0,1 0 1 0 0,-1 0-1 0 0,3 3 0 0 0,38 34 620 0 0,-17-15-3194 0 0</inkml:trace>
</inkml:ink>
</file>

<file path=ppt/ink/ink14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6:57.247"/>
    </inkml:context>
    <inkml:brush xml:id="br0">
      <inkml:brushProperty name="width" value="0.1" units="cm"/>
      <inkml:brushProperty name="height" value="0.1" units="cm"/>
      <inkml:brushProperty name="color" value="#004F8B"/>
    </inkml:brush>
  </inkml:definitions>
  <inkml:trace contextRef="#ctx0" brushRef="#br0">238 46 5529 0 0,'-3'-4'357'0'0,"0"0"0"0"0,0 1-1 0 0,0-1 1 0 0,0 1 0 0 0,-1 0-1 0 0,0 0 1 0 0,1 1 0 0 0,-1-1-1 0 0,0 1 1 0 0,0-1 0 0 0,0 1-1 0 0,-1 1 1 0 0,1-1 0 0 0,0 0-1 0 0,-1 1 1 0 0,1 0 0 0 0,-1 0-1 0 0,1 1 1 0 0,-1-1 0 0 0,0 1-1 0 0,-5 0 1 0 0,5 1-10 0 0,-1 0 0 0 0,1 0 0 0 0,0 0 0 0 0,0 1 0 0 0,0 0 1 0 0,0 0-1 0 0,1 1 0 0 0,-1-1 0 0 0,0 1 0 0 0,1 0 0 0 0,0 0 0 0 0,0 0 0 0 0,0 1 0 0 0,0-1 1 0 0,0 1-1 0 0,1 0 0 0 0,-1 0 0 0 0,-2 5 0 0 0,-3 5-21 0 0,1 0-1 0 0,0 0 1 0 0,1 0-1 0 0,-9 27 1 0 0,14-35-315 0 0,0-1 1 0 0,1 0-1 0 0,-1 1 0 0 0,1-1 1 0 0,1 1-1 0 0,-1-1 0 0 0,1 1 1 0 0,0-1-1 0 0,0 1 0 0 0,1-1 1 0 0,-1 1-1 0 0,1-1 1 0 0,0 1-1 0 0,1-1 0 0 0,-1 0 1 0 0,1 1-1 0 0,3 5 0 0 0,-4-9-66 0 0,0-1 0 0 0,0 1 0 0 0,0-1 0 0 0,1 1 1 0 0,-1-1-1 0 0,0 1 0 0 0,1-1 0 0 0,-1 0 0 0 0,1 0 0 0 0,-1 0 0 0 0,1 1 0 0 0,-1-2 0 0 0,1 1 0 0 0,0 0 0 0 0,0 0 0 0 0,-1 0 0 0 0,1-1 0 0 0,0 1 0 0 0,0-1 0 0 0,2 1 0 0 0,0-1-211 0 0,-1 0 1 0 0,1-1-1 0 0,-1 1 0 0 0,1-1 0 0 0,-1 1 0 0 0,1-1 1 0 0,-1 0-1 0 0,0 0 0 0 0,0-1 0 0 0,5-1 0 0 0,3-4-767 0 0,0 0 0 0 0,0 0-1 0 0,-1-1 1 0 0,17-17 0 0 0,-13 10 1364 0 0,-1-1 0 0 0,-1-1 0 0 0,0 0 0 0 0,-1-1 0 0 0,11-24 0 0 0,-12 23 1347 0 0,-9 17-1476 0 0,-1 1-1 0 0,1 0 0 0 0,0 0 0 0 0,-1-1 1 0 0,1 1-1 0 0,0 0 0 0 0,0 0 0 0 0,0 0 1 0 0,0 0-1 0 0,0 0 0 0 0,0 0 0 0 0,0 0 0 0 0,0 0 1 0 0,0 0-1 0 0,0 1 0 0 0,1-1 0 0 0,-1 0 1 0 0,0 1-1 0 0,2-1 0 0 0,-2 1-114 0 0,1 0 0 0 0,-1 0 0 0 0,0 0 0 0 0,0 0 0 0 0,0 0 0 0 0,0 1 0 0 0,0-1 0 0 0,0 0 0 0 0,0 1 0 0 0,0-1 0 0 0,0 1 0 0 0,-1-1 0 0 0,1 1 0 0 0,0 0 0 0 0,0-1 0 0 0,0 1 0 0 0,0 0 0 0 0,-1-1 0 0 0,1 1 0 0 0,0 1 0 0 0,5 6-4 0 0,0 1 0 0 0,-1 0 0 0 0,0 0 0 0 0,5 13 1 0 0,-2-5 31 0 0,22 28-1971 0 0</inkml:trace>
</inkml:ink>
</file>

<file path=ppt/ink/ink14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6:57.833"/>
    </inkml:context>
    <inkml:brush xml:id="br0">
      <inkml:brushProperty name="width" value="0.1" units="cm"/>
      <inkml:brushProperty name="height" value="0.1" units="cm"/>
      <inkml:brushProperty name="color" value="#004F8B"/>
    </inkml:brush>
  </inkml:definitions>
  <inkml:trace contextRef="#ctx0" brushRef="#br0">1 0 8290 0 0,'1'1'146'0'0,"1"-1"1"0"0,0 0 0 0 0,-1 1 0 0 0,1-1-1 0 0,-1 1 1 0 0,1-1 0 0 0,-1 1-1 0 0,1 0 1 0 0,-1 0 0 0 0,0 0-1 0 0,1 0 1 0 0,-1 0 0 0 0,0 0-1 0 0,0 0 1 0 0,0 0 0 0 0,1 0-1 0 0,-1 0 1 0 0,1 3 0 0 0,18 30 2128 0 0,-12-20-1907 0 0,29 64 1413 0 0,-28-57-1796 0 0,0 0 1 0 0,2-1 0 0 0,14 21-1 0 0,-24-39-30 0 0,0-1 0 0 0,-1 0 0 0 0,1 1 0 0 0,0-1 0 0 0,0 0 0 0 0,0 0 0 0 0,0 0 0 0 0,0 0 0 0 0,0 0 0 0 0,0 0-1 0 0,0 0 1 0 0,1 0 0 0 0,-1-1 0 0 0,0 1 0 0 0,0 0 0 0 0,1-1 0 0 0,-1 1 0 0 0,2 0 0 0 0,-2-2-66 0 0,-1 0-1 0 0,1 1 1 0 0,0-1-1 0 0,-1 0 1 0 0,1 0 0 0 0,-1 0-1 0 0,1 0 1 0 0,-1 0 0 0 0,1 0-1 0 0,-1 0 1 0 0,0 0-1 0 0,1 0 1 0 0,-1 0 0 0 0,0 0-1 0 0,0 0 1 0 0,0 0 0 0 0,0 0-1 0 0,0 0 1 0 0,0 0-1 0 0,0 0 1 0 0,0 0 0 0 0,0 0-1 0 0,-1 0 1 0 0,1-2 0 0 0,-1-8-182 0 0,2-1 0 0 0,-1 0 0 0 0,2 0 0 0 0,0 0 1 0 0,0 1-1 0 0,1-1 0 0 0,5-13 0 0 0,-3 11 1063 0 0,1 0 0 0 0,1 1 0 0 0,0-1-1 0 0,1 1 1 0 0,11-14 0 0 0,-18 25-543 0 0,0 0 0 0 0,1 1 1 0 0,-1-1-1 0 0,0 1 0 0 0,1-1 0 0 0,-1 1 0 0 0,0 0 0 0 0,1-1 1 0 0,0 1-1 0 0,-1 0 0 0 0,1 0 0 0 0,0 0 0 0 0,-1 0 1 0 0,1 1-1 0 0,0-1 0 0 0,0 0 0 0 0,0 1 0 0 0,0-1 0 0 0,0 1 1 0 0,0-1-1 0 0,0 1 0 0 0,0 0 0 0 0,2 0 0 0 0,-1 1-97 0 0,0 0-1 0 0,-1 0 1 0 0,1 0-1 0 0,-1 0 1 0 0,1 1-1 0 0,-1-1 1 0 0,0 1-1 0 0,1-1 1 0 0,-1 1-1 0 0,0 0 0 0 0,0 0 1 0 0,0 0-1 0 0,0 0 1 0 0,2 3-1 0 0,5 9-102 0 0,0 0 0 0 0,-1 1 1 0 0,-1-1-1 0 0,7 21 0 0 0,0 11-360 0 0,-12-34-433 0 0,2 0 0 0 0,0 0 0 0 0,0-1 0 0 0,6 12 0 0 0,8-31-6736 0 0,-4-25 6192 0 0,-13 30 1008 0 0,10-31 226 0 0,-7 18 1569 0 0,0 1-1 0 0,2 0 0 0 0,0 0 1 0 0,11-19-1 0 0,-16 31-1286 0 0,0 1-1 0 0,1 0 1 0 0,0-1-1 0 0,-1 1 1 0 0,1 0-1 0 0,0 0 1 0 0,0 0-1 0 0,0 0 1 0 0,0 0-1 0 0,0 0 1 0 0,1 1-1 0 0,-1-1 1 0 0,1 1-1 0 0,-1 0 1 0 0,1-1-1 0 0,-1 1 1 0 0,1 0-1 0 0,0 0 1 0 0,-1 1-1 0 0,1-1 1 0 0,0 1-1 0 0,0-1 1 0 0,-1 1-1 0 0,1 0 1 0 0,0 0-1 0 0,0 0 1 0 0,0 0-1 0 0,-1 1 1 0 0,1-1-1 0 0,5 2 1 0 0,-5 0-447 0 0,1-1 1 0 0,-1 1-1 0 0,1 0 0 0 0,-1 1 1 0 0,0-1-1 0 0,0 0 1 0 0,0 1-1 0 0,0 0 0 0 0,0 0 1 0 0,2 3-1 0 0,10 8-1896 0 0,-5-4 683 0 0</inkml:trace>
</inkml:ink>
</file>

<file path=ppt/ink/ink14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6:58.611"/>
    </inkml:context>
    <inkml:brush xml:id="br0">
      <inkml:brushProperty name="width" value="0.1" units="cm"/>
      <inkml:brushProperty name="height" value="0.1" units="cm"/>
      <inkml:brushProperty name="color" value="#004F8B"/>
    </inkml:brush>
  </inkml:definitions>
  <inkml:trace contextRef="#ctx0" brushRef="#br0">36 12 7370 0 0,'-3'-2'617'0'0,"-29"-8"12249"0"0,33 28-11581 0 0,16 79-467 0 0,-15-74-828 0 0,1 0 0 0 0,1 0-1 0 0,1 0 1 0 0,1-1 0 0 0,1 1 0 0 0,15 29 0 0 0,-21-49-69 0 0,0 0 0 0 0,1-1-1 0 0,-1 1 1 0 0,1-1 0 0 0,0 0 0 0 0,0 1 0 0 0,0-1 0 0 0,0 0-1 0 0,0 0 1 0 0,0 0 0 0 0,0 0 0 0 0,1 0 0 0 0,3 1 0 0 0,-3-38-2982 0 0,0 18 3330 0 0,1 0 0 0 0,1 1 0 0 0,14-32 0 0 0,2-5 647 0 0,0-5 141 0 0,-19 53-984 0 0,1 0-1 0 0,-1 0 1 0 0,1 0 0 0 0,0 1 0 0 0,0-1 0 0 0,0 1-1 0 0,0 0 1 0 0,1 0 0 0 0,4-4 0 0 0,-7 7-57 0 0,0 1 1 0 0,1-1-1 0 0,-1 1 1 0 0,0 0-1 0 0,0-1 1 0 0,0 1-1 0 0,0 0 0 0 0,0 0 1 0 0,1 0-1 0 0,-1 0 1 0 0,0 0-1 0 0,0 0 1 0 0,0 0-1 0 0,1 0 1 0 0,-1 0-1 0 0,0 1 1 0 0,0-1-1 0 0,0 0 1 0 0,0 1-1 0 0,0-1 0 0 0,0 1 1 0 0,0-1-1 0 0,0 1 1 0 0,0 0-1 0 0,0-1 1 0 0,0 1-1 0 0,0 0 1 0 0,0 0-1 0 0,0 0 1 0 0,0 0-1 0 0,-1-1 0 0 0,1 1 1 0 0,0 0-1 0 0,0 2 1 0 0,26 41 50 0 0,-25-40-14 0 0,27 61-43 0 0,-19-39 111 0 0,23 40 1 0 0,-28-58-1202 0 0,0-1 1 0 0,1 1-1 0 0,0-1 1 0 0,0 0-1 0 0,8 6 1 0 0</inkml:trace>
</inkml:ink>
</file>

<file path=ppt/ink/ink14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7:01.085"/>
    </inkml:context>
    <inkml:brush xml:id="br0">
      <inkml:brushProperty name="width" value="0.1" units="cm"/>
      <inkml:brushProperty name="height" value="0.1" units="cm"/>
      <inkml:brushProperty name="color" value="#004F8B"/>
    </inkml:brush>
  </inkml:definitions>
  <inkml:trace contextRef="#ctx0" brushRef="#br0">62 0 11522 0 0,'-29'14'4759'0'0,"26"-12"-4650"0"0,0 1 0 0 0,1-1 1 0 0,-1 1-1 0 0,1-1 0 0 0,0 1 0 0 0,-1 0 0 0 0,1 0 1 0 0,1 0-1 0 0,-1 1 0 0 0,0-1 0 0 0,1 0 1 0 0,-1 0-1 0 0,1 1 0 0 0,0-1 0 0 0,0 1 1 0 0,1-1-1 0 0,-1 1 0 0 0,1 0 0 0 0,0-1 1 0 0,0 1-1 0 0,0 0 0 0 0,0-1 0 0 0,0 1 0 0 0,2 4 1 0 0,1 11 9 0 0,0-1 1 0 0,2-1-1 0 0,8 25 1 0 0,2-2-289 0 0,28 55 1 0 0,-38-84-29 0 0,1-1-1 0 0,0 0 1 0 0,1 0 0 0 0,0 0 0 0 0,1-1 0 0 0,0 0 0 0 0,0-1 0 0 0,1 0 0 0 0,-1 0 0 0 0,14 8 0 0 0,-18-14 54 0 0,0 0 0 0 0,0 0 1 0 0,0-1-1 0 0,0 1 0 0 0,0-1 0 0 0,0 0 0 0 0,0 0 1 0 0,0 0-1 0 0,1-1 0 0 0,-1 0 0 0 0,0 0 0 0 0,0 0 1 0 0,1 0-1 0 0,-1 0 0 0 0,0-1 0 0 0,0 0 0 0 0,0 0 1 0 0,0 0-1 0 0,1 0 0 0 0,-2-1 0 0 0,1 1 0 0 0,5-4 1 0 0,-1 0-347 0 0,0 0 0 0 0,0 0 0 0 0,-1-1 0 0 0,0 0 0 0 0,0-1 0 0 0,0 0 0 0 0,-1 0 1 0 0,10-14-1 0 0,-4 1-3019 0 0</inkml:trace>
</inkml:ink>
</file>

<file path=ppt/ink/ink14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7:01.476"/>
    </inkml:context>
    <inkml:brush xml:id="br0">
      <inkml:brushProperty name="width" value="0.1" units="cm"/>
      <inkml:brushProperty name="height" value="0.1" units="cm"/>
      <inkml:brushProperty name="color" value="#004F8B"/>
    </inkml:brush>
  </inkml:definitions>
  <inkml:trace contextRef="#ctx0" brushRef="#br0">19 1 14283 0 0,'-1'0'105'0'0,"0"1"0"0"0,-1-1-1 0 0,1 1 1 0 0,0-1 0 0 0,0 1 0 0 0,0 0-1 0 0,0 0 1 0 0,1-1 0 0 0,-1 1 0 0 0,0 0 0 0 0,0 0-1 0 0,0 0 1 0 0,1 0 0 0 0,-1 0 0 0 0,0 0-1 0 0,1 0 1 0 0,-1 0 0 0 0,1 0 0 0 0,-1 0 0 0 0,1 0-1 0 0,0 1 1 0 0,-1-1 0 0 0,1 0 0 0 0,0 0-1 0 0,0 0 1 0 0,0 1 0 0 0,0-1 0 0 0,0 0 0 0 0,0 0-1 0 0,0 0 1 0 0,0 2 0 0 0,2 49 555 0 0,-1-44-400 0 0,1 23 182 0 0,11 52-1 0 0,-11-74-458 0 0,0-1-1 0 0,1 1 1 0 0,0-1-1 0 0,0 0 1 0 0,1 0-1 0 0,0 0 1 0 0,0-1-1 0 0,1 1 1 0 0,0-1-1 0 0,0 0 1 0 0,7 7-1 0 0,-11-13-2 0 0,0 0 0 0 0,1 1 0 0 0,-1-1 0 0 0,1 0 0 0 0,-1 0 0 0 0,1 0 0 0 0,0 0 0 0 0,-1 0 0 0 0,1 0 0 0 0,0 0 0 0 0,0-1 0 0 0,-1 1 0 0 0,1-1 0 0 0,0 1 0 0 0,0-1 0 0 0,0 0 0 0 0,0 1 0 0 0,0-1 0 0 0,0 0 0 0 0,0 0 0 0 0,0-1 0 0 0,0 1 0 0 0,1-1 0 0 0,0 0-35 0 0,0 0-1 0 0,0 0 1 0 0,0-1-1 0 0,0 0 1 0 0,-1 1-1 0 0,1-1 1 0 0,-1 0 0 0 0,1-1-1 0 0,-1 1 1 0 0,0 0-1 0 0,0 0 1 0 0,3-6 0 0 0,0 1-96 0 0,0-1 1 0 0,0 0 0 0 0,-1 0-1 0 0,-1-1 1 0 0,1 1 0 0 0,-1-1-1 0 0,-1 1 1 0 0,3-18 0 0 0,-5 18 275 0 0,0 0 0 0 0,-1 0 1 0 0,0 1-1 0 0,-1-1 1 0 0,0 1-1 0 0,0-1 0 0 0,0 1 1 0 0,-1 0-1 0 0,0 0 0 0 0,-1 0 1 0 0,1 0-1 0 0,-1 1 1 0 0,-1-1-1 0 0,1 1 0 0 0,-1 0 1 0 0,-8-8-1 0 0,10 11-96 0 0,0 0 0 0 0,0 1 0 0 0,0-1 0 0 0,0 1 0 0 0,0 0 0 0 0,-1 0 0 0 0,1 0 0 0 0,-1 0 0 0 0,1 1 0 0 0,-1-1 0 0 0,0 1 0 0 0,1 0 0 0 0,-1 0 0 0 0,0 0 0 0 0,0 1 0 0 0,0-1 0 0 0,0 1 0 0 0,-4 0 0 0 0,4 1-218 0 0,1 0-1 0 0,-1-1 0 0 0,1 2 1 0 0,0-1-1 0 0,-1 0 1 0 0,1 1-1 0 0,0-1 0 0 0,0 1 1 0 0,-1 0-1 0 0,2 0 1 0 0,-1 0-1 0 0,0 1 0 0 0,0-1 1 0 0,-2 4-1 0 0</inkml:trace>
</inkml:ink>
</file>

<file path=ppt/ink/ink14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7:01.860"/>
    </inkml:context>
    <inkml:brush xml:id="br0">
      <inkml:brushProperty name="width" value="0.1" units="cm"/>
      <inkml:brushProperty name="height" value="0.1" units="cm"/>
      <inkml:brushProperty name="color" value="#004F8B"/>
    </inkml:brush>
  </inkml:definitions>
  <inkml:trace contextRef="#ctx0" brushRef="#br0">0 6 10138 0 0,'3'-5'2227'0'0,"-3"5"-2145"0"0,0 0 0 0 0,1 0 1 0 0,-1 0-1 0 0,0 0 1 0 0,0 0-1 0 0,0-1 1 0 0,1 1-1 0 0,-1 0 1 0 0,0 0-1 0 0,0 0 1 0 0,0 0-1 0 0,1 0 1 0 0,-1 0-1 0 0,0 1 0 0 0,0-1 1 0 0,1 0-1 0 0,-1 0 1 0 0,0 0-1 0 0,0 0 1 0 0,1 0-1 0 0,15 8 2496 0 0,13 15 282 0 0,66 103-1179 0 0,-95-125-1681 0 0,0-1-1 0 0,0 0 1 0 0,1 1 0 0 0,-1-1-1 0 0,0 0 1 0 0,0 1 0 0 0,1-1-1 0 0,-1 0 1 0 0,0 1 0 0 0,0-1-1 0 0,1 0 1 0 0,-1 0 0 0 0,0 1-1 0 0,1-1 1 0 0,-1 0 0 0 0,0 0-1 0 0,1 0 1 0 0,-1 0-1 0 0,0 1 1 0 0,1-1 0 0 0,-1 0-1 0 0,0 0 1 0 0,1 0 0 0 0,-1 0-1 0 0,1 0 1 0 0,-1 0 0 0 0,0 0-1 0 0,1 0 1 0 0,-1 0 0 0 0,1 0-1 0 0,-1 0 1 0 0,0 0 0 0 0,1 0-1 0 0,-1 0 1 0 0,0 0-1 0 0,1-1 1 0 0,-1 1 0 0 0,0 0-1 0 0,1 0 1 0 0,-1 0 0 0 0,0-1-1 0 0,1 1 1 0 0,-1 0 0 0 0,0 0-1 0 0,1-1 1 0 0,-1 1 0 0 0,0 0-1 0 0,0 0 1 0 0,1-1 0 0 0,-1 1-1 0 0,0 0 1 0 0,0-1-1 0 0,0 1 1 0 0,1-1 0 0 0,-1 1-1 0 0,0 0 1 0 0,0-1 0 0 0,0 1-1 0 0,0 0 1 0 0,0-1 0 0 0,0 1-1 0 0,0-1 1 0 0,0 1 0 0 0,0 0-1 0 0,0-1 1 0 0,0 0 0 0 0,5-39-504 0 0,-4 23 574 0 0,0 11 18 0 0,0 1 0 0 0,0 0 0 0 0,0 0 0 0 0,1 0 0 0 0,0 0-1 0 0,0 0 1 0 0,0 1 0 0 0,0-1 0 0 0,1 1 0 0 0,0-1 0 0 0,0 1 0 0 0,0 0 0 0 0,0 0 0 0 0,1 0 0 0 0,-1 0 0 0 0,1 1 0 0 0,0-1 0 0 0,5-2 0 0 0,-7 5-82 0 0,-1 1 1 0 0,0 0-1 0 0,0 0 0 0 0,1 0 1 0 0,-1 0-1 0 0,0 0 1 0 0,1 0-1 0 0,-1 0 0 0 0,0 0 1 0 0,0 0-1 0 0,1 1 1 0 0,-1-1-1 0 0,0 0 0 0 0,0 1 1 0 0,1-1-1 0 0,-1 1 0 0 0,0-1 1 0 0,0 1-1 0 0,0 0 1 0 0,0 0-1 0 0,0-1 0 0 0,0 1 1 0 0,0 0-1 0 0,0 0 1 0 0,0 0-1 0 0,0 0 0 0 0,-1 0 1 0 0,1 0-1 0 0,1 2 1 0 0,22 39-585 0 0,-19-31-182 0 0</inkml:trace>
</inkml:ink>
</file>

<file path=ppt/ink/ink14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7:02.207"/>
    </inkml:context>
    <inkml:brush xml:id="br0">
      <inkml:brushProperty name="width" value="0.1" units="cm"/>
      <inkml:brushProperty name="height" value="0.1" units="cm"/>
      <inkml:brushProperty name="color" value="#004F8B"/>
    </inkml:brush>
  </inkml:definitions>
  <inkml:trace contextRef="#ctx0" brushRef="#br0">54 30 6449 0 0,'1'-1'288'0'0,"-1"0"0"0"0,1 0-1 0 0,-1 1 1 0 0,0-1 0 0 0,1 0-1 0 0,-1 0 1 0 0,0 0 0 0 0,0 0-1 0 0,1 0 1 0 0,-1 1 0 0 0,0-1 0 0 0,0 0-1 0 0,0 0 1 0 0,0 0 0 0 0,0 0-1 0 0,0 0 1 0 0,-1 0 0 0 0,1 1-1 0 0,0-1 1 0 0,0 0 0 0 0,-1 0-1 0 0,1 0 1 0 0,0 0 0 0 0,-1 1-1 0 0,1-1 1 0 0,-1 0 0 0 0,-2-3 1438 0 0,2 4-1439 0 0,0-1 1 0 0,0 0 0 0 0,-12 3 3341 0 0,-1 13-3342 0 0,11-9-179 0 0,0 0 0 0 0,1 0 0 0 0,-1 1 0 0 0,1-1 0 0 0,0 1 0 0 0,0-1 0 0 0,1 1 0 0 0,0 0 0 0 0,0-1 0 0 0,1 1 0 0 0,0 0-1 0 0,1 12 1 0 0,0-16-151 0 0,0 0-1 0 0,0 0 0 0 0,0 0 0 0 0,0 0 0 0 0,0 0 0 0 0,0 0 0 0 0,1 0 0 0 0,0 0 0 0 0,0-1 0 0 0,-1 1 0 0 0,1-1 0 0 0,1 1 0 0 0,-1-1 0 0 0,0 0 0 0 0,1 0 0 0 0,-1 0 0 0 0,1 0 1 0 0,-1 0-1 0 0,1 0 0 0 0,0-1 0 0 0,0 1 0 0 0,0-1 0 0 0,0 0 0 0 0,0 0 0 0 0,0 0 0 0 0,0 0 0 0 0,0-1 0 0 0,7 1 0 0 0,6 1-515 0 0,0-2 0 0 0,30-2-1 0 0,-35 0 161 0 0,1 1 0 0 0,-1 0 0 0 0,0 1-1 0 0,1 1 1 0 0,-1 0 0 0 0,1 0 0 0 0,21 7-1 0 0,-32-8 384 0 0,1 0 0 0 0,-1 1 0 0 0,0-1-1 0 0,0 1 1 0 0,0-1 0 0 0,0 1-1 0 0,0 0 1 0 0,0-1 0 0 0,0 1-1 0 0,0 0 1 0 0,-1 0 0 0 0,1-1 0 0 0,0 1-1 0 0,0 0 1 0 0,-1 0 0 0 0,1 0-1 0 0,0 0 1 0 0,-1 0 0 0 0,1 0 0 0 0,-1 0-1 0 0,1 1 1 0 0,-1-1 0 0 0,0 0-1 0 0,1 2 1 0 0,-1-1 33 0 0,0 0 0 0 0,0 1 0 0 0,0-1 0 0 0,-1 1 0 0 0,1-1 0 0 0,-1 0 0 0 0,0 1 0 0 0,1-1 0 0 0,-1 0 0 0 0,0 0 1 0 0,-2 4-1 0 0,-2 1-186 0 0,1 0 1 0 0,-2 0-1 0 0,1 0 1 0 0,-1 0-1 0 0,-11 10 1 0 0,5-8-5100 0 0</inkml:trace>
</inkml:ink>
</file>

<file path=ppt/ink/ink15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7:02.445"/>
    </inkml:context>
    <inkml:brush xml:id="br0">
      <inkml:brushProperty name="width" value="0.1" units="cm"/>
      <inkml:brushProperty name="height" value="0.1" units="cm"/>
      <inkml:brushProperty name="color" value="#004F8B"/>
    </inkml:brush>
  </inkml:definitions>
  <inkml:trace contextRef="#ctx0" brushRef="#br0">10 0 10138 0 0,'-9'6'7110'0'0,"9"-5"-6907"0"0,4 17 3097 0 0,20 26-2426 0 0,-16-30-265 0 0,17 40-593 0 0,-3 1 0 0 0,28 104 0 0 0,-28-84-2628 0 0,-14-46-4543 0 0</inkml:trace>
</inkml:ink>
</file>

<file path=ppt/ink/ink15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7:02.635"/>
    </inkml:context>
    <inkml:brush xml:id="br0">
      <inkml:brushProperty name="width" value="0.1" units="cm"/>
      <inkml:brushProperty name="height" value="0.1" units="cm"/>
      <inkml:brushProperty name="color" value="#004F8B"/>
    </inkml:brush>
  </inkml:definitions>
  <inkml:trace contextRef="#ctx0" brushRef="#br0">1 96 9674 0 0,'0'0'864'0'0,"1"0"-696"0"0,0 0-168 0 0,1-1 0 0 0,2 0 1609 0 0,0-1-729 0 0,3 0 8 0 0,4-2-112 0 0,-2-2-16 0 0,1-1-8 0 0,1-1 1 0 0,1 0-1169 0 0,3-4-241 0 0,1-1-47 0 0,2-2 0 0 0,-3-1 544 0 0</inkml:trace>
</inkml:ink>
</file>

<file path=ppt/ink/ink15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7:03.271"/>
    </inkml:context>
    <inkml:brush xml:id="br0">
      <inkml:brushProperty name="width" value="0.1" units="cm"/>
      <inkml:brushProperty name="height" value="0.1" units="cm"/>
      <inkml:brushProperty name="color" value="#004F8B"/>
    </inkml:brush>
  </inkml:definitions>
  <inkml:trace contextRef="#ctx0" brushRef="#br0">145 51 1840 0 0,'-6'0'803'0'0,"1"0"0"0"0,-1 1 0 0 0,0 0 0 0 0,0 0 0 0 0,1 0 0 0 0,-1 1 0 0 0,0-1 0 0 0,1 1 0 0 0,0 1 0 0 0,-1-1 0 0 0,-6 5 0 0 0,7-3-379 0 0,0 0 1 0 0,0 0-1 0 0,0 1 1 0 0,0-1-1 0 0,1 1 1 0 0,0 0-1 0 0,0 0 1 0 0,0 1 0 0 0,-4 7-1 0 0,4-6-368 0 0,1 0-1 0 0,0 1 1 0 0,0-1 0 0 0,1 1 0 0 0,0-1-1 0 0,1 1 1 0 0,-1 0 0 0 0,1-1-1 0 0,1 1 1 0 0,-1 0 0 0 0,2 0-1 0 0,-1 0 1 0 0,1 0 0 0 0,0-1 0 0 0,0 1-1 0 0,1 0 1 0 0,5 12 0 0 0,-7-18-87 0 0,0-1 0 0 0,1 0 0 0 0,-1 1 0 0 0,1-1 0 0 0,-1 0 0 0 0,1 1 0 0 0,-1-1 0 0 0,1 0 0 0 0,0 0 1 0 0,0 0-1 0 0,0 0 0 0 0,0 0 0 0 0,0 0 0 0 0,0 0 0 0 0,0 0 0 0 0,0 0 0 0 0,0 0 0 0 0,0 0 1 0 0,0 0-1 0 0,0-1 0 0 0,1 1 0 0 0,-1-1 0 0 0,0 1 0 0 0,1-1 0 0 0,-1 1 0 0 0,0-1 0 0 0,1 0 0 0 0,-1 1 1 0 0,0-1-1 0 0,1 0 0 0 0,-1 0 0 0 0,1 0 0 0 0,-1 0 0 0 0,0 0 0 0 0,1-1 0 0 0,-1 1 0 0 0,1 0 0 0 0,-1-1 1 0 0,0 1-1 0 0,0 0 0 0 0,1-1 0 0 0,-1 0 0 0 0,0 1 0 0 0,0-1 0 0 0,1 0 0 0 0,-1 0 0 0 0,1-1 1 0 0,4-3-417 0 0,0 1 0 0 0,0-1 0 0 0,-1-1 1 0 0,0 1-1 0 0,0-1 0 0 0,0 0 0 0 0,5-9 0 0 0,8-23-417 0 0,8-15 1954 0 0,-25 50-770 0 0,1 0 0 0 0,0 0 0 0 0,1 0 0 0 0,-1 0 0 0 0,1 0 0 0 0,-1 0 0 0 0,1 1 0 0 0,0-1-1 0 0,0 1 1 0 0,0 0 0 0 0,6-3 0 0 0,-8 4-214 0 0,0 1-1 0 0,0 0 1 0 0,-1 0-1 0 0,1 0 0 0 0,0 0 1 0 0,0 0-1 0 0,-1 1 1 0 0,1-1-1 0 0,0 0 1 0 0,0 0-1 0 0,0 0 0 0 0,-1 1 1 0 0,1-1-1 0 0,0 0 1 0 0,-1 1-1 0 0,1-1 0 0 0,0 1 1 0 0,-1-1-1 0 0,1 1 1 0 0,0-1-1 0 0,-1 1 1 0 0,1-1-1 0 0,-1 1 0 0 0,1-1 1 0 0,0 2-1 0 0,16 22 426 0 0,-8-12-407 0 0,-7-10-219 0 0,-1-1 1 0 0,0 1 0 0 0,1 0-1 0 0,-1-1 1 0 0,1 0-1 0 0,0 1 1 0 0,-1-1 0 0 0,1 0-1 0 0,0 0 1 0 0,0 0 0 0 0,0 0-1 0 0,0 0 1 0 0,0 0-1 0 0,0 0 1 0 0,0-1 0 0 0,0 1-1 0 0,0-1 1 0 0,1 1-1 0 0,-1-1 1 0 0,4 0 0 0 0,-4-1-30 0 0,0 1 0 0 0,0-1 1 0 0,1 0-1 0 0,-1 0 0 0 0,0 0 1 0 0,0 0-1 0 0,0 0 0 0 0,0-1 0 0 0,0 1 1 0 0,-1-1-1 0 0,1 1 0 0 0,0-1 1 0 0,-1 0-1 0 0,1 1 0 0 0,-1-1 1 0 0,2-2-1 0 0,5-10 77 0 0,0-1 0 0 0,-1 1 0 0 0,-1-1 1 0 0,7-23-1 0 0,-8 23 1292 0 0,-4 12-1161 0 0,0 1-1 0 0,0-1 1 0 0,0 1 0 0 0,0-1 0 0 0,0 1 0 0 0,0 0 0 0 0,0-1 0 0 0,1 1 0 0 0,-1 0-1 0 0,1 0 1 0 0,0 0 0 0 0,-1 0 0 0 0,1 0 0 0 0,0 1 0 0 0,0-1 0 0 0,0 0 0 0 0,1 1-1 0 0,-1 0 1 0 0,0-1 0 0 0,0 1 0 0 0,1 0 0 0 0,-1 0 0 0 0,1 0 0 0 0,3-1-1 0 0,-1 2 23 0 0,-1 1 0 0 0,0-1 0 0 0,0 0 0 0 0,0 1 0 0 0,0 0 0 0 0,0 0 0 0 0,0 0 0 0 0,0 1 0 0 0,0-1 0 0 0,0 1 0 0 0,0 0 0 0 0,-1 0 0 0 0,1 0 0 0 0,6 6 0 0 0,121 100-1130 0 0,-130-107 910 0 0,0 1 1 0 0,0-1 0 0 0,1 0 0 0 0,-1 0-1 0 0,0 0 1 0 0,1-1 0 0 0,-1 1 0 0 0,1 0-1 0 0,-1 0 1 0 0,1-1 0 0 0,0 1 0 0 0,-1-1-1 0 0,1 0 1 0 0,0 1 0 0 0,-1-1 0 0 0,1 0-1 0 0,0 0 1 0 0,-1 0 0 0 0,1 0 0 0 0,0 0-1 0 0,-1 0 1 0 0,1-1 0 0 0,0 1 0 0 0,2-1-1 0 0</inkml:trace>
</inkml:ink>
</file>

<file path=ppt/ink/ink15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7:03.491"/>
    </inkml:context>
    <inkml:brush xml:id="br0">
      <inkml:brushProperty name="width" value="0.1" units="cm"/>
      <inkml:brushProperty name="height" value="0.1" units="cm"/>
      <inkml:brushProperty name="color" value="#004F8B"/>
    </inkml:brush>
  </inkml:definitions>
  <inkml:trace contextRef="#ctx0" brushRef="#br0">6 3 14283 0 0,'-4'-3'3991'0'0,"2"14"-2102"0"0,4 15-674 0 0,13 18-747 0 0,1 0 0 0 0,3 0 1 0 0,42 72-1 0 0,-5-11-122 0 0,41 74-1985 0 0,-88-160 389 0 0</inkml:trace>
</inkml:ink>
</file>

<file path=ppt/ink/ink15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7:03.668"/>
    </inkml:context>
    <inkml:brush xml:id="br0">
      <inkml:brushProperty name="width" value="0.1" units="cm"/>
      <inkml:brushProperty name="height" value="0.1" units="cm"/>
      <inkml:brushProperty name="color" value="#004F8B"/>
    </inkml:brush>
  </inkml:definitions>
  <inkml:trace contextRef="#ctx0" brushRef="#br0">11 106 10594 0 0,'-7'3'944'0'0,"3"-5"601"0"0,8 1-809 0 0,2-2 8 0 0,3-2 288 0 0,5-2 57 0 0,5-1 15 0 0,2-3 0 0 0,2 1-680 0 0,0-2-136 0 0,2 0-24 0 0,12-8-5529 0 0,-5 3-1104 0 0</inkml:trace>
</inkml:ink>
</file>

<file path=ppt/ink/ink15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7:04.953"/>
    </inkml:context>
    <inkml:brush xml:id="br0">
      <inkml:brushProperty name="width" value="0.1" units="cm"/>
      <inkml:brushProperty name="height" value="0.1" units="cm"/>
      <inkml:brushProperty name="color" value="#004F8B"/>
    </inkml:brush>
  </inkml:definitions>
  <inkml:trace contextRef="#ctx0" brushRef="#br0">698 140 4609 0 0,'11'-48'1581'0'0,"16"-43"11105"0"0,-20 113-10486 0 0,-14 34-1410 0 0,-27 110-1 0 0,15-83-767 0 0,-74 354-182 0 0,72-356 58 0 0,-45 109 0 0 0,-47 72-272 0 0,10-27 188 0 0,77-171 120 0 0,-221 489 1024 0 0,233-532-2175 0 0</inkml:trace>
</inkml:ink>
</file>

<file path=ppt/ink/ink15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7:05.224"/>
    </inkml:context>
    <inkml:brush xml:id="br0">
      <inkml:brushProperty name="width" value="0.1" units="cm"/>
      <inkml:brushProperty name="height" value="0.1" units="cm"/>
      <inkml:brushProperty name="color" value="#004F8B"/>
    </inkml:brush>
  </inkml:definitions>
  <inkml:trace contextRef="#ctx0" brushRef="#br0">13 0 6913 0 0,'-12'6'12818'0'0,"14"4"-14130"0"0,1 12 1810 0 0,1 0 1 0 0,1-1-1 0 0,1 1 1 0 0,1-1-1 0 0,15 30 1 0 0,-18-43-436 0 0,1 1-1 0 0,1-1 1 0 0,-1 0-1 0 0,2-1 1 0 0,-1 0-1 0 0,1 0 1 0 0,0 0 0 0 0,0-1-1 0 0,0 1 1 0 0,1-2-1 0 0,0 1 1 0 0,1-1 0 0 0,-1-1-1 0 0,17 7 1 0 0,-13-6-23 0 0,0-1 1 0 0,0-1 0 0 0,0 0-1 0 0,1-1 1 0 0,-1 0 0 0 0,1-1-1 0 0,0 0 1 0 0,-1-1-1 0 0,1-1 1 0 0,0 0 0 0 0,-1 0-1 0 0,1-2 1 0 0,-1 1 0 0 0,0-1-1 0 0,1-1 1 0 0,-1 0-1 0 0,-1-1 1 0 0,1-1 0 0 0,-1 1-1 0 0,0-2 1 0 0,0 1-1 0 0,-1-2 1 0 0,0 1 0 0 0,0-1-1 0 0,13-14 1 0 0,55-62-113 0 0,-49 44-6780 0 0</inkml:trace>
</inkml:ink>
</file>

<file path=ppt/ink/ink15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7:05.795"/>
    </inkml:context>
    <inkml:brush xml:id="br0">
      <inkml:brushProperty name="width" value="0.1" units="cm"/>
      <inkml:brushProperty name="height" value="0.1" units="cm"/>
      <inkml:brushProperty name="color" value="#004F8B"/>
    </inkml:brush>
  </inkml:definitions>
  <inkml:trace contextRef="#ctx0" brushRef="#br0">140 142 3393 0 0,'-36'19'274'0'0,"-36"20"1670"0"0,40-8 7832 0 0,53-34-8211 0 0,88-34 1327 0 0,130-62 1 0 0,-46 16-6038 0 0,-170 74-3988 0 0</inkml:trace>
</inkml:ink>
</file>

<file path=ppt/ink/ink15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7:06.018"/>
    </inkml:context>
    <inkml:brush xml:id="br0">
      <inkml:brushProperty name="width" value="0.1" units="cm"/>
      <inkml:brushProperty name="height" value="0.1" units="cm"/>
      <inkml:brushProperty name="color" value="#004F8B"/>
    </inkml:brush>
  </inkml:definitions>
  <inkml:trace contextRef="#ctx0" brushRef="#br0">1 1 14283 0 0,'0'0'165'0'0,"-1"1"-1"0"0,1 0 1 0 0,0-1-1 0 0,0 1 1 0 0,0 0-1 0 0,0-1 1 0 0,0 1-1 0 0,0 0 1 0 0,0-1-1 0 0,1 1 1 0 0,-1 0-1 0 0,0-1 0 0 0,0 1 1 0 0,0 0-1 0 0,1-1 1 0 0,-1 1-1 0 0,0 0 1 0 0,1-1-1 0 0,-1 1 1 0 0,0-1-1 0 0,1 1 1 0 0,-1-1-1 0 0,1 1 1 0 0,0 0-1 0 0,19 28 1784 0 0,-4-4-366 0 0,-1 9-1271 0 0,-1 1 0 0 0,-2 1 1 0 0,-1 0-1 0 0,-2 0 0 0 0,5 47 0 0 0,20 74-1403 0 0,-26-132-816 0 0,-1-2-5617 0 0</inkml:trace>
</inkml:ink>
</file>

<file path=ppt/ink/ink15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7:06.399"/>
    </inkml:context>
    <inkml:brush xml:id="br0">
      <inkml:brushProperty name="width" value="0.1" units="cm"/>
      <inkml:brushProperty name="height" value="0.1" units="cm"/>
      <inkml:brushProperty name="color" value="#004F8B"/>
    </inkml:brush>
  </inkml:definitions>
  <inkml:trace contextRef="#ctx0" brushRef="#br0">1 340 7834 0 0,'21'-2'6086'0'0,"-14"0"-5471"0"0,1-1-1 0 0,-1 0 1 0 0,0 0-1 0 0,0-1 1 0 0,0 0-1 0 0,-1 0 1 0 0,1 0-1 0 0,5-6 0 0 0,-2 1-242 0 0,-1 0-1 0 0,0 0 1 0 0,-1-1-1 0 0,12-18 0 0 0,-13 17-347 0 0,0 0 1 0 0,-1-1-1 0 0,0 1 0 0 0,-1-1 0 0 0,-1-1 0 0 0,0 1 0 0 0,0-1 0 0 0,-1 0 0 0 0,-1 0 0 0 0,2-20 1 0 0,-5 27-25 0 0,1-1 0 0 0,-1 1 1 0 0,0 0-1 0 0,0 0 1 0 0,0 0-1 0 0,-1 0 1 0 0,0 0-1 0 0,0 1 0 0 0,-4-8 1 0 0,5 12-7 0 0,0 0 0 0 0,1 0 1 0 0,-1 0-1 0 0,1 0 0 0 0,-1 0 0 0 0,0 0 0 0 0,0 1 1 0 0,0-1-1 0 0,1 0 0 0 0,-1 0 0 0 0,0 1 1 0 0,0-1-1 0 0,0 1 0 0 0,0-1 0 0 0,0 1 1 0 0,0-1-1 0 0,0 1 0 0 0,0-1 0 0 0,0 1 0 0 0,0 0 1 0 0,-3-1-1 0 0,2 2-15 0 0,1-1-1 0 0,-1 1 1 0 0,0 0 0 0 0,0-1-1 0 0,1 1 1 0 0,-1 0 0 0 0,0 0-1 0 0,1 0 1 0 0,-1 0 0 0 0,1 0-1 0 0,-1 0 1 0 0,1 0 0 0 0,-1 1-1 0 0,1-1 1 0 0,0 1 0 0 0,0-1-1 0 0,0 1 1 0 0,-1 1 0 0 0,-2 2-9 0 0,1 1 0 0 0,0-1 1 0 0,0 1-1 0 0,1 0 1 0 0,0 0-1 0 0,0 0 1 0 0,0 0-1 0 0,0 0 1 0 0,1 0-1 0 0,0 0 1 0 0,1 0-1 0 0,-1 1 1 0 0,1-1-1 0 0,1 0 1 0 0,-1 0-1 0 0,1 1 1 0 0,0-1-1 0 0,0 0 0 0 0,1 0 1 0 0,0 0-1 0 0,3 7 1 0 0,-3-7 38 0 0,0-1 0 0 0,1 1 0 0 0,0-1 1 0 0,0 1-1 0 0,0-1 0 0 0,1 0 0 0 0,-1 0 0 0 0,1-1 0 0 0,0 1 0 0 0,1-1 1 0 0,-1 0-1 0 0,1 0 0 0 0,0 0 0 0 0,0-1 0 0 0,0 0 0 0 0,0 0 1 0 0,1 0-1 0 0,-1-1 0 0 0,1 1 0 0 0,0-1 0 0 0,10 2 0 0 0,-9-3 0 0 0,1 0-1 0 0,-1-1 0 0 0,1 0 0 0 0,-1 0 0 0 0,1-1 0 0 0,-1 0 0 0 0,1 0 0 0 0,-1-1 0 0 0,0 0 0 0 0,9-4 1 0 0,-5 2-866 0 0,0-2 0 0 0,0 1 0 0 0,10-9 0 0 0,-3 1-5495 0 0</inkml:trace>
</inkml:ink>
</file>

<file path=ppt/ink/ink15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7:06.986"/>
    </inkml:context>
    <inkml:brush xml:id="br0">
      <inkml:brushProperty name="width" value="0.1" units="cm"/>
      <inkml:brushProperty name="height" value="0.1" units="cm"/>
      <inkml:brushProperty name="color" value="#004F8B"/>
    </inkml:brush>
  </inkml:definitions>
  <inkml:trace contextRef="#ctx0" brushRef="#br0">0 173 2761 0 0,'7'1'20096'0'0,"5"6"-22309"0"0,-5 0 2455 0 0,0 0-1 0 0,-1 1 1 0 0,0 0-1 0 0,0 1 1 0 0,-1-1 0 0 0,0 1-1 0 0,4 12 1 0 0,4 11-4327 0 0,-7-68 2983 0 0,21-64-1 0 0,-21 84 1154 0 0,0 0 0 0 0,1 0 0 0 0,0 1 1 0 0,2 0-1 0 0,-1 1 0 0 0,15-18 0 0 0,-21 30 76 0 0,-1 0 1 0 0,1-1-1 0 0,0 1 0 0 0,0 0 1 0 0,0 0-1 0 0,1 0 1 0 0,-1 0-1 0 0,0 1 0 0 0,1-1 1 0 0,-1 1-1 0 0,1-1 0 0 0,0 1 1 0 0,-1 0-1 0 0,1 0 1 0 0,0 0-1 0 0,0 0 0 0 0,-1 0 1 0 0,1 1-1 0 0,0-1 1 0 0,0 1-1 0 0,0 0 0 0 0,0 0 1 0 0,0 0-1 0 0,0 0 0 0 0,0 1 1 0 0,0-1-1 0 0,4 2 1 0 0,-3 0-20 0 0,0 0 1 0 0,0 0 0 0 0,0 1 0 0 0,-1-1-1 0 0,1 1 1 0 0,0 0 0 0 0,-1 0 0 0 0,0 0 0 0 0,0 1-1 0 0,0-1 1 0 0,0 1 0 0 0,0 0 0 0 0,-1 0-1 0 0,0 0 1 0 0,0 0 0 0 0,4 8 0 0 0,-1 5-168 0 0,0 0 1 0 0,4 27-1 0 0,3 9-445 0 0,-12-52 507 0 0,0-1 0 0 0,0 1 1 0 0,0-1-1 0 0,0 0 0 0 0,0 1 1 0 0,0-1-1 0 0,0 1 0 0 0,1-1 1 0 0,-1 1-1 0 0,0-1 0 0 0,0 0 1 0 0,0 1-1 0 0,1-1 0 0 0,-1 0 1 0 0,0 1-1 0 0,0-1 0 0 0,1 1 1 0 0,-1-1-1 0 0,0 0 0 0 0,1 0 1 0 0,-1 1-1 0 0,0-1 0 0 0,1 0 1 0 0,-1 0-1 0 0,0 1 0 0 0,1-1 1 0 0,-1 0-1 0 0,1 0 0 0 0,6-8-306 0 0,1-21-908 0 0,-8 27 1077 0 0,0-7-222 0 0,0 0 1 0 0,0 1-1 0 0,1-1 1 0 0,0 0-1 0 0,5-17 1 0 0,-5 24 390 0 0,-1 0 1 0 0,1 0-1 0 0,0 0 0 0 0,1 0 1 0 0,-1 0-1 0 0,0 1 1 0 0,0-1-1 0 0,1 0 0 0 0,-1 1 1 0 0,1-1-1 0 0,-1 1 1 0 0,1-1-1 0 0,0 1 0 0 0,0 0 1 0 0,0 0-1 0 0,-1-1 1 0 0,1 1-1 0 0,0 1 1 0 0,0-1-1 0 0,1 0 0 0 0,-1 0 1 0 0,0 1-1 0 0,0-1 1 0 0,0 1-1 0 0,0 0 0 0 0,0 0 1 0 0,1-1-1 0 0,-1 1 1 0 0,0 1-1 0 0,3-1 0 0 0,-1 1 43 0 0,-1-1-1 0 0,1 1 0 0 0,0 0 1 0 0,-1 0-1 0 0,1 0 1 0 0,-1 1-1 0 0,1-1 0 0 0,-1 1 1 0 0,1 0-1 0 0,-1 0 0 0 0,0 0 1 0 0,5 5-1 0 0,35 38 1572 0 0,-36-36-1398 0 0,2 0 0 0 0,-1 0 0 0 0,13 9 1 0 0,-7-7-632 0 0,-8-6-543 0 0,0-1 0 0 0,0 0-1 0 0,0 0 1 0 0,1 0 0 0 0,0-1 0 0 0,10 4 0 0 0</inkml:trace>
</inkml:ink>
</file>

<file path=ppt/ink/ink15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7:07.224"/>
    </inkml:context>
    <inkml:brush xml:id="br0">
      <inkml:brushProperty name="width" value="0.1" units="cm"/>
      <inkml:brushProperty name="height" value="0.1" units="cm"/>
      <inkml:brushProperty name="color" value="#004F8B"/>
    </inkml:brush>
  </inkml:definitions>
  <inkml:trace contextRef="#ctx0" brushRef="#br0">1 1 10138 0 0,'-1'10'8405'0'0,"2"-9"-8150"0"0,7 15 1325 0 0,-7-14-1560 0 0,55 121 2423 0 0,-40-84-2599 0 0,-1 1 1 0 0,16 70-1 0 0,-29-78-2111 0 0,-4-19-3368 0 0</inkml:trace>
</inkml:ink>
</file>

<file path=ppt/ink/ink15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7:07.448"/>
    </inkml:context>
    <inkml:brush xml:id="br0">
      <inkml:brushProperty name="width" value="0.1" units="cm"/>
      <inkml:brushProperty name="height" value="0.1" units="cm"/>
      <inkml:brushProperty name="color" value="#004F8B"/>
    </inkml:brush>
  </inkml:definitions>
  <inkml:trace contextRef="#ctx0" brushRef="#br0">0 221 8386 0 0,'1'-15'751'0'0,"0"-1"0"0"0,0 1 0 0 0,2 0 0 0 0,0-1 0 0 0,0 1 0 0 0,2 0 0 0 0,0 1 0 0 0,11-26 0 0 0,-13 36-390 0 0,0-1 0 0 0,-1 1 1 0 0,1 0-1 0 0,1 0 0 0 0,-1 0 0 0 0,0 0 0 0 0,1 1 0 0 0,0-1 1 0 0,0 1-1 0 0,0 0 0 0 0,0 0 0 0 0,9-4 0 0 0,-9 5-272 0 0,0 1 0 0 0,0 0-1 0 0,0 0 1 0 0,0 0 0 0 0,1 1-1 0 0,-1-1 1 0 0,0 1 0 0 0,0 0-1 0 0,1 0 1 0 0,-1 1 0 0 0,0-1 0 0 0,0 1-1 0 0,1 0 1 0 0,-1 0 0 0 0,0 0-1 0 0,0 1 1 0 0,6 3 0 0 0,-7-4-62 0 0,-1 0 0 0 0,1 0 1 0 0,-1 1-1 0 0,1-1 1 0 0,-1 1-1 0 0,0-1 0 0 0,0 1 1 0 0,0 0-1 0 0,0 0 1 0 0,0 0-1 0 0,0 0 0 0 0,-1 0 1 0 0,1 0-1 0 0,-1 1 1 0 0,1-1-1 0 0,-1 0 1 0 0,0 1-1 0 0,0-1 0 0 0,1 4 1 0 0,-1-1-9 0 0,-1-1 0 0 0,1 1 0 0 0,-1-1 0 0 0,0 0 0 0 0,0 1 0 0 0,0-1 0 0 0,-1 1 0 0 0,0-1 0 0 0,0 1 0 0 0,-2 7 0 0 0,-2 0-19 0 0,0-1 1 0 0,0 1-1 0 0,-1-1 1 0 0,-1 0-1 0 0,0-1 1 0 0,0 0 0 0 0,-13 13-1 0 0,8-10-636 0 0,-2-2 0 0 0,-17 13 0 0 0,12-11-6651 0 0</inkml:trace>
</inkml:ink>
</file>

<file path=ppt/ink/ink15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7:09.252"/>
    </inkml:context>
    <inkml:brush xml:id="br0">
      <inkml:brushProperty name="width" value="0.1" units="cm"/>
      <inkml:brushProperty name="height" value="0.1" units="cm"/>
      <inkml:brushProperty name="color" value="#004F8B"/>
    </inkml:brush>
  </inkml:definitions>
  <inkml:trace contextRef="#ctx0" brushRef="#br0">4 43 14283 0 0,'-3'-42'7714'0'0,"40"107"-5946"0"0,-5 17-1626 0 0,-4 2-1 0 0,30 145 1 0 0,-42-155-368 0 0,-12-61-94 0 0,-1 0 1 0 0,1 0 0 0 0,7 14-1 0 0,-4-14-681 0 0</inkml:trace>
</inkml:ink>
</file>

<file path=ppt/ink/ink15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7:09.621"/>
    </inkml:context>
    <inkml:brush xml:id="br0">
      <inkml:brushProperty name="width" value="0.1" units="cm"/>
      <inkml:brushProperty name="height" value="0.1" units="cm"/>
      <inkml:brushProperty name="color" value="#004F8B"/>
    </inkml:brush>
  </inkml:definitions>
  <inkml:trace contextRef="#ctx0" brushRef="#br0">2 294 4145 0 0,'-1'-7'624'0'0,"1"0"1"0"0,0 0-1 0 0,0 0 1 0 0,1 0-1 0 0,0 0 1 0 0,0 0-1 0 0,0 0 1 0 0,4-7 0 0 0,21-53 2843 0 0,-23 60-3139 0 0,2-4 232 0 0,0 0 0 0 0,1 0 0 0 0,1 1 0 0 0,-1 0 0 0 0,2 0 0 0 0,-1 1 0 0 0,1 0 0 0 0,1 0 0 0 0,17-14 0 0 0,-19 18-415 0 0,-1 1 0 0 0,0 0 0 0 0,1 0 0 0 0,0 1 0 0 0,0 0 0 0 0,0 0 0 0 0,0 1 0 0 0,1-1 0 0 0,-1 2 0 0 0,1-1 0 0 0,-1 1 0 0 0,1 0 0 0 0,-1 1 0 0 0,1 0 0 0 0,0 0 0 0 0,13 2 0 0 0,-18-1-172 0 0,0-1 1 0 0,0 1-1 0 0,0 0 0 0 0,-1-1 0 0 0,1 1 0 0 0,0 1 0 0 0,-1-1 0 0 0,1 0 0 0 0,0 1 0 0 0,-1-1 0 0 0,0 1 1 0 0,1 0-1 0 0,-1 0 0 0 0,0 0 0 0 0,0 0 0 0 0,0 0 0 0 0,0 0 0 0 0,-1 0 0 0 0,3 3 0 0 0,-2 0-93 0 0,0 0-1 0 0,0-1 0 0 0,-1 1 0 0 0,0 0 0 0 0,1 0 0 0 0,-1 0 1 0 0,-1 0-1 0 0,1 0 0 0 0,-1 0 0 0 0,0 6 0 0 0,-2 10-397 0 0,-1 0 0 0 0,-1 0 1 0 0,0 0-1 0 0,-8 20 0 0 0,11-39 486 0 0,-47 123 305 0 0,16-46 4195 0 0,32-79-4444 0 0,0 0-1 0 0,0 1 1 0 0,-1-1-1 0 0,1 0 0 0 0,0 0 1 0 0,0 1-1 0 0,0-1 1 0 0,0 0-1 0 0,0 0 0 0 0,0 1 1 0 0,0-1-1 0 0,1 0 1 0 0,-1 0-1 0 0,0 1 0 0 0,0-1 1 0 0,0 0-1 0 0,0 0 0 0 0,0 1 1 0 0,0-1-1 0 0,0 0 1 0 0,0 0-1 0 0,1 0 0 0 0,-1 1 1 0 0,0-1-1 0 0,0 0 1 0 0,0 0-1 0 0,0 0 0 0 0,1 1 1 0 0,-1-1-1 0 0,0 0 1 0 0,0 0-1 0 0,1 0 0 0 0,-1 0 1 0 0,0 0-1 0 0,0 0 1 0 0,1 1-1 0 0,14 2 323 0 0,25-3-461 0 0,-32 0 69 0 0,15 0-570 0 0,0-1 0 0 0,-1-1 0 0 0,1-1-1 0 0,-1-1 1 0 0,27-8 0 0 0,-26 4-528 0 0</inkml:trace>
</inkml:ink>
</file>

<file path=ppt/ink/ink15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7:09.982"/>
    </inkml:context>
    <inkml:brush xml:id="br0">
      <inkml:brushProperty name="width" value="0.1" units="cm"/>
      <inkml:brushProperty name="height" value="0.1" units="cm"/>
      <inkml:brushProperty name="color" value="#004F8B"/>
    </inkml:brush>
  </inkml:definitions>
  <inkml:trace contextRef="#ctx0" brushRef="#br0">8 344 11058 0 0,'-7'36'8272'0'0,"7"-36"-8147"0"0,18-4 1767 0 0,-4-3-1719 0 0,0 0 0 0 0,-1-1 0 0 0,-1-1-1 0 0,1 0 1 0 0,-2-1 0 0 0,18-17 0 0 0,59-74 887 0 0,-76 86-1032 0 0,-7 9-58 0 0,-1 0-1 0 0,1 0 1 0 0,-1 0-1 0 0,0-1 1 0 0,-1 0-1 0 0,0 1 0 0 0,0-1 1 0 0,0-1-1 0 0,-1 1 1 0 0,0 0-1 0 0,2-13 1 0 0,-4 16 14 0 0,0 1 0 0 0,0-1 1 0 0,0 1-1 0 0,-1-1 0 0 0,1 1 0 0 0,-1-1 0 0 0,0 1 1 0 0,0 0-1 0 0,0-1 0 0 0,-1 1 0 0 0,1 0 1 0 0,-1 0-1 0 0,0 0 0 0 0,1 0 0 0 0,-2 0 0 0 0,1 0 1 0 0,0 1-1 0 0,0-1 0 0 0,-1 1 0 0 0,1-1 0 0 0,-1 1 1 0 0,0 0-1 0 0,0 0 0 0 0,0 0 0 0 0,0 0 0 0 0,0 1 1 0 0,-5-3-1 0 0,6 3-23 0 0,-1 0-1 0 0,0 0 1 0 0,0-1-1 0 0,0 2 1 0 0,1-1 0 0 0,-1 0-1 0 0,0 1 1 0 0,0-1 0 0 0,0 1-1 0 0,0 0 1 0 0,0 0-1 0 0,0 0 1 0 0,0 0 0 0 0,0 0-1 0 0,0 1 1 0 0,0 0 0 0 0,0-1-1 0 0,0 1 1 0 0,1 0-1 0 0,-4 2 1 0 0,2-1 11 0 0,0 1 0 0 0,0 0 0 0 0,0 0 0 0 0,0 0 1 0 0,1 1-1 0 0,0-1 0 0 0,0 1 0 0 0,0 0 0 0 0,0 0 0 0 0,0 0 0 0 0,-3 6 0 0 0,0 3 108 0 0,0 1 0 0 0,1 0-1 0 0,1 0 1 0 0,0 0 0 0 0,1 1-1 0 0,0-1 1 0 0,-1 18 0 0 0,4-21-78 0 0,-1 0 0 0 0,2 0-1 0 0,-1 1 1 0 0,2-2 0 0 0,-1 1 0 0 0,1 0 0 0 0,1 0 0 0 0,0 0 0 0 0,1-1 0 0 0,7 16 0 0 0,-9-22-139 0 0,1 0 1 0 0,0 0-1 0 0,-1 0 1 0 0,1-1 0 0 0,1 1-1 0 0,-1-1 1 0 0,0 0-1 0 0,1 1 1 0 0,0-2 0 0 0,-1 1-1 0 0,1 0 1 0 0,0-1 0 0 0,1 0-1 0 0,-1 0 1 0 0,0 0-1 0 0,0 0 1 0 0,1-1 0 0 0,0 1-1 0 0,-1-1 1 0 0,1-1-1 0 0,-1 1 1 0 0,1 0 0 0 0,0-1-1 0 0,-1 0 1 0 0,1 0-1 0 0,0-1 1 0 0,4 0 0 0 0,14-3-1127 0 0</inkml:trace>
</inkml:ink>
</file>

<file path=ppt/ink/ink15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7:10.283"/>
    </inkml:context>
    <inkml:brush xml:id="br0">
      <inkml:brushProperty name="width" value="0.1" units="cm"/>
      <inkml:brushProperty name="height" value="0.1" units="cm"/>
      <inkml:brushProperty name="color" value="#004F8B"/>
    </inkml:brush>
  </inkml:definitions>
  <inkml:trace contextRef="#ctx0" brushRef="#br0">129 86 5985 0 0,'3'-4'33'0'0,"19"-36"1111"0"0,-21 38-787 0 0,0 0-1 0 0,0 1 1 0 0,0-1-1 0 0,0 0 0 0 0,-1 0 1 0 0,1 0-1 0 0,-1 0 1 0 0,1 0-1 0 0,-1 0 0 0 0,0 0 1 0 0,0-1-1 0 0,0 1 1 0 0,0 0-1 0 0,0 0 0 0 0,0 0 1 0 0,0 0-1 0 0,-1-2 1 0 0,0 3-217 0 0,1 1-1 0 0,-1 0 1 0 0,0-1 0 0 0,1 1 0 0 0,-1 0 0 0 0,1-1 0 0 0,-1 1 0 0 0,0 0 0 0 0,1 0 0 0 0,-1 0 0 0 0,1 0 0 0 0,-1-1 0 0 0,0 1 0 0 0,1 0 0 0 0,-1 0 0 0 0,0 0 0 0 0,1 0-1 0 0,-1 0 1 0 0,0 1 0 0 0,1-1 0 0 0,-1 0 0 0 0,0 0 0 0 0,1 0 0 0 0,-1 0 0 0 0,0 1 0 0 0,1-1 0 0 0,-1 0 0 0 0,1 1 0 0 0,-1-1 0 0 0,1 0 0 0 0,-1 1 0 0 0,1-1 0 0 0,-1 1-1 0 0,1-1 1 0 0,-1 1 0 0 0,0 0 0 0 0,-21 19 914 0 0,20-19-904 0 0,-16 18 325 0 0,1 1-1 0 0,-18 26 1 0 0,29-38-472 0 0,1 1 0 0 0,-1 0 0 0 0,2 0 0 0 0,-1 0 0 0 0,1 1 0 0 0,1-1 0 0 0,-1 1 0 0 0,-2 16 0 0 0,6-24-5 0 0,0 0 0 0 0,0 0 0 0 0,0 0-1 0 0,0 0 1 0 0,1 0 0 0 0,-1-1 0 0 0,0 1 0 0 0,1 0 0 0 0,0 0 0 0 0,-1 0-1 0 0,1 0 1 0 0,0 0 0 0 0,0-1 0 0 0,0 1 0 0 0,0 0 0 0 0,0-1 0 0 0,0 1 0 0 0,1-1-1 0 0,-1 1 1 0 0,0-1 0 0 0,1 1 0 0 0,-1-1 0 0 0,1 0 0 0 0,-1 0 0 0 0,1 0 0 0 0,0 0-1 0 0,0 0 1 0 0,-1 0 0 0 0,1 0 0 0 0,0-1 0 0 0,0 1 0 0 0,0-1 0 0 0,0 1 0 0 0,2-1-1 0 0,11 3-37 0 0,0-1 0 0 0,-1 0 0 0 0,27-1-1 0 0,-10 0-91 0 0,-22 0-17 0 0,0 0 1 0 0,0 1-1 0 0,0 0 0 0 0,-1 0 1 0 0,1 1-1 0 0,-1 0 1 0 0,9 5-1 0 0,-15-7 96 0 0,-1 0 0 0 0,1 0-1 0 0,-1 0 1 0 0,1-1 0 0 0,-1 1 0 0 0,1 1 0 0 0,-1-1-1 0 0,0 0 1 0 0,1 0 0 0 0,-1 0 0 0 0,0 1-1 0 0,0-1 1 0 0,0 1 0 0 0,0-1 0 0 0,0 1 0 0 0,0-1-1 0 0,-1 1 1 0 0,1-1 0 0 0,0 1 0 0 0,-1 0 0 0 0,0-1-1 0 0,1 1 1 0 0,-1 0 0 0 0,0 0 0 0 0,1-1 0 0 0,-1 1-1 0 0,0 0 1 0 0,0 0 0 0 0,-1-1 0 0 0,1 1 0 0 0,0 0-1 0 0,-1 0 1 0 0,1-1 0 0 0,-1 1 0 0 0,1 0 0 0 0,-1-1-1 0 0,0 1 1 0 0,1-1 0 0 0,-1 1 0 0 0,0-1-1 0 0,0 1 1 0 0,-2 1 0 0 0,-2 4-214 0 0,0 0 0 0 0,-1 0 0 0 0,0-1 1 0 0,0 1-1 0 0,-1-2 0 0 0,0 1 0 0 0,0-1 0 0 0,-9 6 0 0 0,2-4-5278 0 0</inkml:trace>
</inkml:ink>
</file>

<file path=ppt/ink/ink15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7:10.488"/>
    </inkml:context>
    <inkml:brush xml:id="br0">
      <inkml:brushProperty name="width" value="0.1" units="cm"/>
      <inkml:brushProperty name="height" value="0.1" units="cm"/>
      <inkml:brushProperty name="color" value="#004F8B"/>
    </inkml:brush>
  </inkml:definitions>
  <inkml:trace contextRef="#ctx0" brushRef="#br0">0 1 2761 0 0,'12'6'10809'0'0,"-6"9"-5340"0"0,-1 26-3015 0 0,-3-22-1381 0 0,2 10-1068 0 0,10 43 725 0 0,-12-65-1260 0 0,0 0-1 0 0,1-1 0 0 0,-1 1 0 0 0,1-1 0 0 0,1 0 0 0 0,-1 0 1 0 0,1 0-1 0 0,5 6 0 0 0</inkml:trace>
</inkml:ink>
</file>

<file path=ppt/ink/ink15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7:10.630"/>
    </inkml:context>
    <inkml:brush xml:id="br0">
      <inkml:brushProperty name="width" value="0.1" units="cm"/>
      <inkml:brushProperty name="height" value="0.1" units="cm"/>
      <inkml:brushProperty name="color" value="#004F8B"/>
    </inkml:brush>
  </inkml:definitions>
  <inkml:trace contextRef="#ctx0" brushRef="#br0">12 28 11058 0 0,'-3'-11'488'0'0,"2"6"105"0"0,-1 1-473 0 0,-2-3 2792 0 0,4 10-1864 0 0,-1 2-1048 0 0,1 5-328 0 0,0 1-8 0 0,3 1 0 0 0,2 0 240 0 0</inkml:trace>
</inkml:ink>
</file>

<file path=ppt/ink/ink15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7:10.996"/>
    </inkml:context>
    <inkml:brush xml:id="br0">
      <inkml:brushProperty name="width" value="0.1" units="cm"/>
      <inkml:brushProperty name="height" value="0.1" units="cm"/>
      <inkml:brushProperty name="color" value="#004F8B"/>
    </inkml:brush>
  </inkml:definitions>
  <inkml:trace contextRef="#ctx0" brushRef="#br0">66 1 6913 0 0,'-12'27'7477'0'0,"0"2"-3775"0"0,10-25-3381 0 0,-5 8 261 0 0,0 1-1 0 0,1 0 1 0 0,1 0 0 0 0,0 1-1 0 0,-3 14 1 0 0,7-24-593 0 0,1 1 1 0 0,-1-1-1 0 0,1 1 1 0 0,0 0-1 0 0,1-1 1 0 0,-1 1-1 0 0,1-1 1 0 0,0 1-1 0 0,0-1 1 0 0,0 1-1 0 0,0-1 1 0 0,1 0-1 0 0,0 0 1 0 0,0 0-1 0 0,0 1 1 0 0,0-2-1 0 0,1 1 1 0 0,-1 0-1 0 0,1 0 0 0 0,3 2 1 0 0,4 3-316 0 0,0-1 0 0 0,0 0 0 0 0,0 0 0 0 0,1-1 0 0 0,0-1 0 0 0,0 0 1 0 0,1 0-1 0 0,0-1 0 0 0,20 5 0 0 0,-13-3-449 0 0,0 1 0 0 0,28 15 0 0 0,-45-22 715 0 0,-1-1-1 0 0,0 1 1 0 0,1 0 0 0 0,-1 0-1 0 0,0 0 1 0 0,0 0 0 0 0,0 0-1 0 0,1 0 1 0 0,-1 0 0 0 0,0 0-1 0 0,0 1 1 0 0,-1-1 0 0 0,1 0-1 0 0,0 0 1 0 0,0 1-1 0 0,-1-1 1 0 0,1 1 0 0 0,-1-1-1 0 0,1 1 1 0 0,-1-1 0 0 0,1 1-1 0 0,-1-1 1 0 0,0 1 0 0 0,0 1-1 0 0,0 0 200 0 0,-1-1-1 0 0,1 0 1 0 0,-1 1 0 0 0,0-1-1 0 0,0 0 1 0 0,0 1-1 0 0,0-1 1 0 0,0 0 0 0 0,-1 0-1 0 0,1 0 1 0 0,-1 0-1 0 0,1 0 1 0 0,-4 3-1 0 0,-1 1 7 0 0,-1 0 0 0 0,0-1 0 0 0,-1 1-1 0 0,-8 4 1 0 0,-11 3-4134 0 0,6-4-1689 0 0</inkml:trace>
</inkml:ink>
</file>

<file path=ppt/ink/ink15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7:11.382"/>
    </inkml:context>
    <inkml:brush xml:id="br0">
      <inkml:brushProperty name="width" value="0.1" units="cm"/>
      <inkml:brushProperty name="height" value="0.1" units="cm"/>
      <inkml:brushProperty name="color" value="#004F8B"/>
    </inkml:brush>
  </inkml:definitions>
  <inkml:trace contextRef="#ctx0" brushRef="#br0">108 48 3225 0 0,'-30'-10'2605'0'0,"-21"-9"2633"0"0,25 1 1919 0 0,36 29-6216 0 0,0 1 0 0 0,-1 1 0 0 0,0 0 0 0 0,0 0 1 0 0,-2 0-1 0 0,10 23 0 0 0,29 94-1248 0 0,-23-60 689 0 0,-19-59-498 0 0,0 4-113 0 0,1 0-1 0 0,1 0 1 0 0,0 0 0 0 0,1-1-1 0 0,1 0 1 0 0,0-1-1 0 0,1 0 1 0 0,13 16 0 0 0</inkml:trace>
</inkml:ink>
</file>

<file path=ppt/ink/ink15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7:11.583"/>
    </inkml:context>
    <inkml:brush xml:id="br0">
      <inkml:brushProperty name="width" value="0.1" units="cm"/>
      <inkml:brushProperty name="height" value="0.1" units="cm"/>
      <inkml:brushProperty name="color" value="#004F8B"/>
    </inkml:brush>
  </inkml:definitions>
  <inkml:trace contextRef="#ctx0" brushRef="#br0">1 81 6913 0 0,'20'-5'6327'0'0,"17"-14"-4739"0"0,-10 5-1754 0 0,65-20-381 0 0,-69 26 547 0 0</inkml:trace>
</inkml:ink>
</file>

<file path=ppt/ink/ink15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7:12.248"/>
    </inkml:context>
    <inkml:brush xml:id="br0">
      <inkml:brushProperty name="width" value="0.1" units="cm"/>
      <inkml:brushProperty name="height" value="0.1" units="cm"/>
      <inkml:brushProperty name="color" value="#004F8B"/>
    </inkml:brush>
  </inkml:definitions>
  <inkml:trace contextRef="#ctx0" brushRef="#br0">209 64 968 0 0,'-14'4'1016'0'0,"1"1"0"0"0,0 0-1 0 0,0 1 1 0 0,0 0 0 0 0,1 1-1 0 0,0 0 1 0 0,0 1 0 0 0,1 1 0 0 0,0-1-1 0 0,-19 21 1 0 0,24-22-505 0 0,0 0 0 0 0,0 1 0 0 0,1 0 0 0 0,0 0 0 0 0,1 0 0 0 0,0 0 0 0 0,0 0 1 0 0,1 1-1 0 0,-4 14 0 0 0,5-15-592 0 0,1 0 1 0 0,0 0-1 0 0,1-1 1 0 0,0 1-1 0 0,0 0 1 0 0,0 0-1 0 0,3 11 1 0 0,-3-17 87 0 0,1 0 1 0 0,-1 0-1 0 0,0 0 1 0 0,1 0 0 0 0,0 0-1 0 0,-1 0 1 0 0,1-1 0 0 0,0 1-1 0 0,0 0 1 0 0,0 0 0 0 0,0-1-1 0 0,0 1 1 0 0,0-1-1 0 0,1 1 1 0 0,-1-1 0 0 0,0 1-1 0 0,1-1 1 0 0,0 0 0 0 0,-1 1-1 0 0,1-1 1 0 0,-1 0 0 0 0,1 0-1 0 0,0 0 1 0 0,0-1 0 0 0,0 1-1 0 0,0 0 1 0 0,-1-1-1 0 0,1 1 1 0 0,0-1 0 0 0,0 1-1 0 0,0-1 1 0 0,0 0 0 0 0,0 0-1 0 0,0 0 1 0 0,0 0 0 0 0,0 0-1 0 0,0-1 1 0 0,4 0-1 0 0,-1 0-176 0 0,1-1-1 0 0,-1 1 0 0 0,0-1 1 0 0,0-1-1 0 0,0 1 0 0 0,0-1 0 0 0,0 1 1 0 0,-1-1-1 0 0,1-1 0 0 0,-1 1 1 0 0,0-1-1 0 0,7-6 0 0 0,-4-1-63 0 0,-1 1 0 0 0,0-1 0 0 0,0 0-1 0 0,5-16 1 0 0,-8 19 452 0 0,0-1 0 0 0,1 1 0 0 0,0 0 0 0 0,0 0 0 0 0,1 1-1 0 0,0-1 1 0 0,0 1 0 0 0,1 0 0 0 0,9-9 0 0 0,-13 15-161 0 0,-1 0 1 0 0,0 0-1 0 0,0 1 0 0 0,1-1 0 0 0,-1 1 1 0 0,1-1-1 0 0,-1 1 0 0 0,1 0 0 0 0,-1-1 1 0 0,1 1-1 0 0,-1 0 0 0 0,0 0 0 0 0,1 0 1 0 0,-1 0-1 0 0,1 0 0 0 0,-1 0 0 0 0,1 1 1 0 0,-1-1-1 0 0,1 0 0 0 0,-1 1 0 0 0,1-1 1 0 0,-1 1-1 0 0,0 0 0 0 0,1-1 0 0 0,-1 1 1 0 0,0 0-1 0 0,0 0 0 0 0,0 0 0 0 0,1 0 1 0 0,-1 0-1 0 0,1 1 0 0 0,7 7 226 0 0,-1-1-1 0 0,1 2 1 0 0,6 9-1 0 0,-4-5-266 0 0,-9-11-124 0 0,0-1 0 0 0,0 0 0 0 0,0 0 0 0 0,0 0 0 0 0,0 0 0 0 0,0 0 0 0 0,1 0 0 0 0,-1 0 0 0 0,1-1 0 0 0,-1 1 0 0 0,1-1 0 0 0,0 0 0 0 0,0 0 0 0 0,-1 0 0 0 0,5 1 0 0 0,-5-2-37 0 0,0 0 0 0 0,0-1 0 0 0,0 1 1 0 0,0-1-1 0 0,0 1 0 0 0,-1-1 0 0 0,1 1 0 0 0,0-1 0 0 0,0 0 0 0 0,-1 0 0 0 0,1 0 1 0 0,0 0-1 0 0,-1 0 0 0 0,1 0 0 0 0,-1-1 0 0 0,0 1 0 0 0,1 0 0 0 0,-1-1 0 0 0,0 1 1 0 0,0-1-1 0 0,0 0 0 0 0,0 1 0 0 0,0-1 0 0 0,1-2 0 0 0,31-66-1986 0 0,-29 58 2315 0 0,1 0 0 0 0,0 0 0 0 0,1 0 0 0 0,0 1 0 0 0,1 0 0 0 0,0 0 0 0 0,0 1 0 0 0,2 0 0 0 0,10-11 0 0 0,-17 19 28 0 0,1 0 0 0 0,0 0-1 0 0,-1 0 1 0 0,1 0 0 0 0,0 1-1 0 0,0-1 1 0 0,0 1 0 0 0,1 0-1 0 0,-1 0 1 0 0,0 0 0 0 0,0 0 0 0 0,7-1-1 0 0,-8 2-66 0 0,1 0-1 0 0,-1 1 0 0 0,0-1 1 0 0,0 0-1 0 0,1 1 0 0 0,-1 0 1 0 0,0-1-1 0 0,0 1 0 0 0,0 0 1 0 0,0 0-1 0 0,0 0 0 0 0,0 0 1 0 0,0 1-1 0 0,3 1 0 0 0,3 5 35 0 0,-1 0 0 0 0,-1 0-1 0 0,0 1 1 0 0,0-1 0 0 0,0 1 0 0 0,6 16-1 0 0,-1-5-806 0 0,-11-19 568 0 0,0-1 0 0 0,1 1 0 0 0,-1-1 0 0 0,0 1 1 0 0,1-1-1 0 0,-1 1 0 0 0,0 0 0 0 0,1-1 0 0 0,-1 0 0 0 0,1 1 0 0 0,-1-1 0 0 0,1 1 0 0 0,-1-1 1 0 0,1 1-1 0 0,-1-1 0 0 0,1 0 0 0 0,0 0 0 0 0,-1 1 0 0 0,1-1 0 0 0,-1 0 0 0 0,1 0 0 0 0,0 1 1 0 0,-1-1-1 0 0,1 0 0 0 0,0 0 0 0 0,-1 0 0 0 0,1 0 0 0 0,0 0 0 0 0,-1 0 0 0 0,1 0 0 0 0,0 0 1 0 0,-1 0-1 0 0,1-1 0 0 0,-1 1 0 0 0,1 0 0 0 0,0 0 0 0 0,-1 0 0 0 0,1-1 0 0 0,0 1 0 0 0,-1 0 1 0 0,1-1-1 0 0,-1 1 0 0 0,1-1 0 0 0,-1 1 0 0 0,1-1 0 0 0,-1 1 0 0 0,1 0 0 0 0,-1-1 0 0 0,0 0 1 0 0,1 1-1 0 0,-1-1 0 0 0,0 1 0 0 0,1-2 0 0 0,27-42-516 0 0,-17 24 1003 0 0,-6 13 42 0 0,1 0 0 0 0,0 0 1 0 0,0 1-1 0 0,0 0 0 0 0,1 0 1 0 0,-1 0-1 0 0,14-7 0 0 0,-18 12-392 0 0,0-1 0 0 0,0 1 0 0 0,1 0 0 0 0,-1 0 0 0 0,0 1 0 0 0,1-1 0 0 0,-1 0 0 0 0,1 1 0 0 0,-1-1-1 0 0,0 1 1 0 0,1 0 0 0 0,-1 0 0 0 0,1 0 0 0 0,-1 0 0 0 0,1 0 0 0 0,-1 1 0 0 0,1-1 0 0 0,-1 1 0 0 0,0-1 0 0 0,1 1 0 0 0,-1 0-1 0 0,0 0 1 0 0,1 0 0 0 0,-1 0 0 0 0,0 1 0 0 0,0-1 0 0 0,0 0 0 0 0,0 1 0 0 0,0 0 0 0 0,0-1 0 0 0,2 4 0 0 0,13 16 93 0 0,11 9-674 0 0,-8-13-2642 0 0</inkml:trace>
</inkml:ink>
</file>

<file path=ppt/ink/ink15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7:12.550"/>
    </inkml:context>
    <inkml:brush xml:id="br0">
      <inkml:brushProperty name="width" value="0.1" units="cm"/>
      <inkml:brushProperty name="height" value="0.1" units="cm"/>
      <inkml:brushProperty name="color" value="#004F8B"/>
    </inkml:brush>
  </inkml:definitions>
  <inkml:trace contextRef="#ctx0" brushRef="#br0">85 1 10594 0 0,'-5'2'563'0'0,"0"0"0"0"0,0 0 0 0 0,0 1 1 0 0,1 0-1 0 0,-1-1 0 0 0,1 2 0 0 0,-1-1 0 0 0,1 0 0 0 0,0 1 0 0 0,1 0 0 0 0,-1 0 0 0 0,1 0 0 0 0,-1 0 0 0 0,-3 7 0 0 0,4-3-225 0 0,0-1 0 0 0,0 0 0 0 0,1 1 0 0 0,0 0 1 0 0,0 0-1 0 0,1-1 0 0 0,0 1 0 0 0,0 0 0 0 0,1 12 0 0 0,0-7-259 0 0,1 1-1 0 0,0-1 1 0 0,0 0 0 0 0,7 22 0 0 0,-7-30-224 0 0,1 0 0 0 0,0 0 1 0 0,1 0-1 0 0,-1 0 0 0 0,1 0 1 0 0,3 4-1 0 0,-4-6-318 0 0,1 0 0 0 0,-1 0 0 0 0,1-1 0 0 0,0 1 0 0 0,0-1 0 0 0,0 0 0 0 0,0 1 0 0 0,0-1 0 0 0,6 2 0 0 0,2 0-1266 0 0</inkml:trace>
</inkml:ink>
</file>

<file path=ppt/ink/ink15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7:12.835"/>
    </inkml:context>
    <inkml:brush xml:id="br0">
      <inkml:brushProperty name="width" value="0.1" units="cm"/>
      <inkml:brushProperty name="height" value="0.1" units="cm"/>
      <inkml:brushProperty name="color" value="#004F8B"/>
    </inkml:brush>
  </inkml:definitions>
  <inkml:trace contextRef="#ctx0" brushRef="#br0">1 310 7370 0 0,'4'-1'693'0'0,"0"1"0"0"0,0-1 0 0 0,0 0 0 0 0,0-1 0 0 0,0 1 0 0 0,0-1 0 0 0,0 1 0 0 0,0-1 0 0 0,0-1 0 0 0,-1 1 1 0 0,1 0-1 0 0,-1-1 0 0 0,0 0 0 0 0,5-5 0 0 0,40-46 2975 0 0,-39 41-3555 0 0,-1 0 0 0 0,0-1 1 0 0,-1 0-1 0 0,0 0 0 0 0,6-19 0 0 0,-11 26-80 0 0,1 0-1 0 0,-2 0 0 0 0,1 0 0 0 0,-1 0 1 0 0,0-1-1 0 0,0 1 0 0 0,-1 0 0 0 0,0-1 1 0 0,0 1-1 0 0,-1 0 0 0 0,0-1 0 0 0,0 1 1 0 0,-3-9-1 0 0,4 15-34 0 0,-1 1 1 0 0,1-1-1 0 0,0 0 1 0 0,0 1-1 0 0,-1-1 1 0 0,1 0-1 0 0,0 1 1 0 0,0-1-1 0 0,-1 1 1 0 0,1-1-1 0 0,-1 1 1 0 0,1-1-1 0 0,-1 1 1 0 0,1-1-1 0 0,-1 1 1 0 0,1-1-1 0 0,-1 1 1 0 0,1 0-1 0 0,-1-1 1 0 0,1 1 0 0 0,-1 0-1 0 0,1-1 1 0 0,-1 1-1 0 0,0 0 1 0 0,1 0-1 0 0,-1 0 1 0 0,0-1-1 0 0,1 1 1 0 0,-2 0-1 0 0,0 1-6 0 0,1-1 1 0 0,0 0-1 0 0,-1 1 0 0 0,1-1 1 0 0,0 1-1 0 0,-1 0 0 0 0,1-1 0 0 0,0 1 1 0 0,0 0-1 0 0,-1 0 0 0 0,1 0 1 0 0,-2 2-1 0 0,-1 1-19 0 0,0 1-1 0 0,0 0 1 0 0,0 0 0 0 0,1 1 0 0 0,-4 6 0 0 0,4-6 31 0 0,1 0 1 0 0,0 0 0 0 0,0 0-1 0 0,1 0 1 0 0,0 0 0 0 0,0 0-1 0 0,0 0 1 0 0,1 1 0 0 0,-1-1-1 0 0,2 0 1 0 0,-1 1 0 0 0,1-1-1 0 0,0 0 1 0 0,0 0-1 0 0,0 1 1 0 0,1-1 0 0 0,0 0-1 0 0,1-1 1 0 0,2 8 0 0 0,-2-9-43 0 0,0 0 1 0 0,0 0-1 0 0,0 0 1 0 0,0 0 0 0 0,1 0-1 0 0,0 0 1 0 0,0-1-1 0 0,0 0 1 0 0,0 0-1 0 0,0 0 1 0 0,0 0-1 0 0,1-1 1 0 0,0 1 0 0 0,-1-1-1 0 0,1 0 1 0 0,0-1-1 0 0,0 1 1 0 0,0-1-1 0 0,0 0 1 0 0,0 0 0 0 0,0-1-1 0 0,0 1 1 0 0,9-1-1 0 0,9-3-5135 0 0,2-2-1815 0 0</inkml:trace>
</inkml:ink>
</file>

<file path=ppt/ink/ink15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7:08.306"/>
    </inkml:context>
    <inkml:brush xml:id="br0">
      <inkml:brushProperty name="width" value="0.1" units="cm"/>
      <inkml:brushProperty name="height" value="0.1" units="cm"/>
      <inkml:brushProperty name="color" value="#004F8B"/>
    </inkml:brush>
  </inkml:definitions>
  <inkml:trace contextRef="#ctx0" brushRef="#br0">131 21 8290 0 0,'-17'-21'7315'0'0,"15"34"-4343"0"0,3 9-2230 0 0,2 0-1 0 0,5 26 1 0 0,2 16-542 0 0,-3 47 24 0 0,-7 128 0 0 0,-26 114-222 0 0,8-125-137 0 0,-43 375 575 0 0,36-386 254 0 0,14-41-425 0 0,16 255 0 0 0,4-118-176 0 0,-17-7-1640 0 0,7-297 698 0 0,1-2-1293 0 0</inkml:trace>
</inkml:ink>
</file>

<file path=ppt/ink/ink15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7:08.649"/>
    </inkml:context>
    <inkml:brush xml:id="br0">
      <inkml:brushProperty name="width" value="0.1" units="cm"/>
      <inkml:brushProperty name="height" value="0.1" units="cm"/>
      <inkml:brushProperty name="color" value="#004F8B"/>
    </inkml:brush>
  </inkml:definitions>
  <inkml:trace contextRef="#ctx0" brushRef="#br0">11 0 6913 0 0,'-11'4'13290'0'0,"15"6"-14766"0"0,46 136 2398 0 0,-9-33-399 0 0,-37-100-507 0 0,2 8 201 0 0,16 36 0 0 0,-20-52-179 0 0,0-1-1 0 0,1 1 1 0 0,-1-1-1 0 0,1 0 1 0 0,0 0-1 0 0,0 0 1 0 0,1 0-1 0 0,-1 0 1 0 0,1 0-1 0 0,0-1 1 0 0,0 0-1 0 0,0 0 1 0 0,6 3-1 0 0,-8-5 24 0 0,1 0-1 0 0,-1-1 1 0 0,0 1 0 0 0,1-1-1 0 0,-1 0 1 0 0,1 1-1 0 0,-1-1 1 0 0,1-1 0 0 0,-1 1-1 0 0,1 0 1 0 0,-1 0-1 0 0,0-1 1 0 0,1 0 0 0 0,-1 1-1 0 0,1-1 1 0 0,-1 0-1 0 0,0 0 1 0 0,0 0 0 0 0,0 0-1 0 0,1-1 1 0 0,-1 1 0 0 0,0-1-1 0 0,0 1 1 0 0,-1-1-1 0 0,1 1 1 0 0,3-5 0 0 0,5-5 28 0 0,0-1 1 0 0,-1 0-1 0 0,9-16 1 0 0,-13 21-30 0 0,25-45-169 0 0,-2-1 0 0 0,33-92-1 0 0,-41 95-1297 0 0,-11 30-6297 0 0</inkml:trace>
</inkml:ink>
</file>

<file path=ppt/ink/ink15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7:13.562"/>
    </inkml:context>
    <inkml:brush xml:id="br0">
      <inkml:brushProperty name="width" value="0.1" units="cm"/>
      <inkml:brushProperty name="height" value="0.1" units="cm"/>
      <inkml:brushProperty name="color" value="#004F8B"/>
    </inkml:brush>
  </inkml:definitions>
  <inkml:trace contextRef="#ctx0" brushRef="#br0">100 163 4609 0 0,'-28'-51'3405'0'0,"9"14"1757"0"0,-34-37 4948 0 0,76 146-9752 0 0,52 203-6 0 0,19 53-303 0 0,-83-299-144 0 0,84 241-38 0 0,-71-190-1998 0 0,20 119 1 0 0,-39-165-4983 0 0</inkml:trace>
</inkml:ink>
</file>

<file path=ppt/ink/ink15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7:13.890"/>
    </inkml:context>
    <inkml:brush xml:id="br0">
      <inkml:brushProperty name="width" value="0.1" units="cm"/>
      <inkml:brushProperty name="height" value="0.1" units="cm"/>
      <inkml:brushProperty name="color" value="#004F8B"/>
    </inkml:brush>
  </inkml:definitions>
  <inkml:trace contextRef="#ctx0" brushRef="#br0">75 159 3225 0 0,'-22'-28'4530'0'0,"19"23"-3646"0"0,1 1 0 0 0,-1 0 0 0 0,-1 0 0 0 0,1 0 0 0 0,0 0 0 0 0,-1 0 0 0 0,0 1 0 0 0,0 0 0 0 0,0-1 0 0 0,0 1 0 0 0,-8-4 0 0 0,11 8-849 0 0,1-1 1 0 0,0 0 0 0 0,0 0-1 0 0,0 0 1 0 0,0 0-1 0 0,-1 1 1 0 0,1-1 0 0 0,0 0-1 0 0,0 0 1 0 0,0 0 0 0 0,0 1-1 0 0,0-1 1 0 0,0 0 0 0 0,-1 0-1 0 0,1 1 1 0 0,0-1-1 0 0,0 0 1 0 0,0 0 0 0 0,0 1-1 0 0,0-1 1 0 0,0 0 0 0 0,0 0-1 0 0,0 1 1 0 0,0-1 0 0 0,0 0-1 0 0,0 0 1 0 0,0 1-1 0 0,0-1 1 0 0,1 0 0 0 0,-1 0-1 0 0,0 0 1 0 0,0 1 0 0 0,0-1-1 0 0,0 0 1 0 0,0 0 0 0 0,0 1-1 0 0,1-1 1 0 0,-1 0 0 0 0,0 0-1 0 0,0 0 1 0 0,0 0-1 0 0,0 1 1 0 0,1-1 0 0 0,5 14 65 0 0,-6-14-57 0 0,12 23-106 0 0,1-1-1 0 0,1-1 1 0 0,0 0-1 0 0,2-1 1 0 0,28 29-1 0 0,-37-42 38 0 0,1 1-1 0 0,0-2 0 0 0,0 1 1 0 0,0-1-1 0 0,1 0 0 0 0,0-1 1 0 0,0 0-1 0 0,0 0 1 0 0,1-1-1 0 0,0 0 0 0 0,0-1 1 0 0,0 0-1 0 0,0-1 0 0 0,0 0 1 0 0,1 0-1 0 0,13 0 0 0 0,-19-2 31 0 0,0-1 0 0 0,1 0-1 0 0,-1 0 1 0 0,0 0-1 0 0,0-1 1 0 0,0 1 0 0 0,0-1-1 0 0,0-1 1 0 0,0 1-1 0 0,0-1 1 0 0,-1 1 0 0 0,5-5-1 0 0,-1 1 83 0 0,0-1 0 0 0,-1 0-1 0 0,0-1 1 0 0,0 1-1 0 0,10-17 1 0 0,-2-1 125 0 0,-2-2 0 0 0,0 0 0 0 0,12-37-1 0 0,-6 12-707 0 0,-6 18-4699 0 0,-2 9-1244 0 0</inkml:trace>
</inkml:ink>
</file>

<file path=ppt/ink/ink15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7:14.382"/>
    </inkml:context>
    <inkml:brush xml:id="br0">
      <inkml:brushProperty name="width" value="0.1" units="cm"/>
      <inkml:brushProperty name="height" value="0.1" units="cm"/>
      <inkml:brushProperty name="color" value="#004F8B"/>
    </inkml:brush>
  </inkml:definitions>
  <inkml:trace contextRef="#ctx0" brushRef="#br0">61 80 6073 0 0,'-13'-26'585'0'0,"-8"-11"1778"0"0,-4 20 6269 0 0,25 18-8558 0 0,-1 13 1361 0 0,3 16-410 0 0,8 30-118 0 0,34 105 0 0 0,0-3-711 0 0,-6 52-281 0 0,-22-118-4409 0 0</inkml:trace>
</inkml:ink>
</file>

<file path=ppt/ink/ink15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7:14.795"/>
    </inkml:context>
    <inkml:brush xml:id="br0">
      <inkml:brushProperty name="width" value="0.1" units="cm"/>
      <inkml:brushProperty name="height" value="0.1" units="cm"/>
      <inkml:brushProperty name="color" value="#004F8B"/>
    </inkml:brush>
  </inkml:definitions>
  <inkml:trace contextRef="#ctx0" brushRef="#br0">9 146 3225 0 0,'-1'-2'356'0'0,"-1"-1"1"0"0,1 1 0 0 0,0-1-1 0 0,0 1 1 0 0,1-1 0 0 0,-1 1-1 0 0,1-1 1 0 0,-1 1 0 0 0,1-1-1 0 0,0 1 1 0 0,0-1 0 0 0,0 0-1 0 0,0 1 1 0 0,0-1-1 0 0,0 0 1 0 0,1 1 0 0 0,0-1-1 0 0,-1 1 1 0 0,1-1 0 0 0,0 1-1 0 0,0 0 1 0 0,0-1 0 0 0,1 1-1 0 0,-1 0 1 0 0,0-1 0 0 0,4-2-1 0 0,0-2 336 0 0,0 1-1 0 0,1-1 0 0 0,0 1 1 0 0,0 0-1 0 0,1 1 1 0 0,-1 0-1 0 0,9-5 0 0 0,-10 7-441 0 0,0 0 0 0 0,0 0-1 0 0,0 0 1 0 0,1 1 0 0 0,-1 0-1 0 0,1 0 1 0 0,-1 0 0 0 0,1 1 0 0 0,8-2-1 0 0,-12 3-217 0 0,0 0-1 0 0,0 1 1 0 0,0-1-1 0 0,0 0 1 0 0,1 1-1 0 0,-1 0 0 0 0,0-1 1 0 0,0 1-1 0 0,0 0 1 0 0,0 0-1 0 0,0 0 1 0 0,-1 0-1 0 0,1 0 0 0 0,0 1 1 0 0,0-1-1 0 0,-1 0 1 0 0,1 1-1 0 0,-1-1 1 0 0,1 1-1 0 0,-1 0 1 0 0,1-1-1 0 0,-1 1 0 0 0,0 0 1 0 0,0 0-1 0 0,0 0 1 0 0,0 0-1 0 0,0 0 1 0 0,0 3-1 0 0,3 7-75 0 0,-1 1 0 0 0,0 0 0 0 0,-1 0 0 0 0,0 0 0 0 0,-1 0 0 0 0,-1 0 0 0 0,0 0 0 0 0,-1 0-1 0 0,-4 24 1 0 0,3-14-54 0 0,0 42 0 0 0,2-63 89 0 0,0-1 1 0 0,0 1 0 0 0,0-1-1 0 0,1 1 1 0 0,-1-1 0 0 0,1 1 0 0 0,-1-1-1 0 0,1 1 1 0 0,-1-1 0 0 0,1 0-1 0 0,0 1 1 0 0,0-1 0 0 0,0 0 0 0 0,0 1-1 0 0,0-1 1 0 0,0 0 0 0 0,0 0-1 0 0,0 0 1 0 0,0 0 0 0 0,0 0 0 0 0,1 0-1 0 0,-1 0 1 0 0,0-1 0 0 0,1 1 0 0 0,-1 0-1 0 0,1-1 1 0 0,1 1 0 0 0,5 2-76 0 0,0-2-1 0 0,1 1 1 0 0,-1-1 0 0 0,11 0 0 0 0,24 4-116 0 0,-35-2 187 0 0,-1 0 0 0 0,0 0 0 0 0,1 1 0 0 0,-2-1-1 0 0,1 2 1 0 0,0-1 0 0 0,-1 1 0 0 0,0 0-1 0 0,0 0 1 0 0,0 1 0 0 0,-1-1 0 0 0,1 1 0 0 0,-1 0-1 0 0,-1 1 1 0 0,1 0 0 0 0,4 10 0 0 0,-6-12 60 0 0,-2-1 0 0 0,1 1 1 0 0,0 0-1 0 0,-1 0 0 0 0,0 0 1 0 0,0 0-1 0 0,0 0 1 0 0,-1 0-1 0 0,0 0 0 0 0,0 0 1 0 0,0 0-1 0 0,0 0 0 0 0,-1 0 1 0 0,0 0-1 0 0,0 0 0 0 0,0 0 1 0 0,-1 0-1 0 0,0-1 0 0 0,1 1 1 0 0,-2 0-1 0 0,1-1 0 0 0,0 0 1 0 0,-1 1-1 0 0,0-1 0 0 0,0 0 1 0 0,-6 6-1 0 0,0-2 144 0 0,-1 0-1 0 0,1 0 1 0 0,-1-1 0 0 0,0 0-1 0 0,-1-1 1 0 0,-21 10 0 0 0,-21 4-1671 0 0,2-4-5474 0 0</inkml:trace>
</inkml:ink>
</file>

<file path=ppt/ink/ink15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7:15.494"/>
    </inkml:context>
    <inkml:brush xml:id="br0">
      <inkml:brushProperty name="width" value="0.1" units="cm"/>
      <inkml:brushProperty name="height" value="0.1" units="cm"/>
      <inkml:brushProperty name="color" value="#004F8B"/>
    </inkml:brush>
  </inkml:definitions>
  <inkml:trace contextRef="#ctx0" brushRef="#br0">75 53 6161 0 0,'16'-21'632'0'0,"-15"21"-421"0"0,-1-1 1 0 0,1 0 0 0 0,-1 1 0 0 0,1-1 0 0 0,-1 0 0 0 0,1 0-1 0 0,-1 0 1 0 0,0 1 0 0 0,1-1 0 0 0,-1 0 0 0 0,0 0 0 0 0,0 0-1 0 0,0 0 1 0 0,1 0 0 0 0,-1 0 0 0 0,0 1 0 0 0,0-1 0 0 0,0 0-1 0 0,-1 0 1 0 0,1 0 0 0 0,0 0 0 0 0,0 0 0 0 0,0 0 0 0 0,-1 0-1 0 0,1 1 1 0 0,-1-2 0 0 0,0 2-16 0 0,0 0-1 0 0,0 0 1 0 0,0 0 0 0 0,1 0 0 0 0,-1 0-1 0 0,0 0 1 0 0,0 0 0 0 0,0 1-1 0 0,0-1 1 0 0,0 0 0 0 0,1 1 0 0 0,-1-1-1 0 0,0 0 1 0 0,0 1 0 0 0,0-1-1 0 0,1 1 1 0 0,-1 0 0 0 0,0-1-1 0 0,1 1 1 0 0,-1-1 0 0 0,0 1 0 0 0,1 0-1 0 0,-1 0 1 0 0,1-1 0 0 0,-1 2-1 0 0,-17 20 1238 0 0,11-13-1299 0 0,1 1 0 0 0,0 0-1 0 0,0 0 1 0 0,1 1 0 0 0,0 0-1 0 0,1 0 1 0 0,0 0 0 0 0,1 0-1 0 0,0 1 1 0 0,0-1 0 0 0,2 1-1 0 0,-2 21 1 0 0,3-31-177 0 0,0-1 0 0 0,0 0 0 0 0,0 1 0 0 0,0-1 0 0 0,1 0-1 0 0,-1 1 1 0 0,0-1 0 0 0,1 0 0 0 0,-1 0 0 0 0,1 1 0 0 0,-1-1 0 0 0,1 0 0 0 0,-1 0-1 0 0,1 0 1 0 0,0 0 0 0 0,0 0 0 0 0,-1 0 0 0 0,1 0 0 0 0,2 2 0 0 0,-2-3-55 0 0,0 1-1 0 0,0-1 1 0 0,0 0 0 0 0,-1 0 0 0 0,1 0 0 0 0,0 1-1 0 0,0-1 1 0 0,0 0 0 0 0,0 0 0 0 0,0 0 0 0 0,0 0-1 0 0,0-1 1 0 0,0 1 0 0 0,0 0 0 0 0,0 0 0 0 0,-1-1-1 0 0,1 1 1 0 0,0 0 0 0 0,0-1 0 0 0,1 0 0 0 0,3-2-184 0 0,-1 0 1 0 0,1 0 0 0 0,-1 0 0 0 0,0-1-1 0 0,0 0 1 0 0,-1 0 0 0 0,6-7 0 0 0,-3 2 64 0 0,-1 0 0 0 0,-1-1 0 0 0,5-14-1 0 0,-6 17 556 0 0,-1-1 0 0 0,1 1 0 0 0,0 0-1 0 0,1 0 1 0 0,-1 1 0 0 0,1-1 0 0 0,8-8-1 0 0,-12 14-242 0 0,1 1 0 0 0,0 0 0 0 0,-1-1 0 0 0,1 1-1 0 0,0-1 1 0 0,0 1 0 0 0,-1 0 0 0 0,1 0 0 0 0,0-1-1 0 0,0 1 1 0 0,-1 0 0 0 0,1 0 0 0 0,0 0 0 0 0,0 0-1 0 0,0 0 1 0 0,-1 0 0 0 0,1 0 0 0 0,0 0 0 0 0,0 0-1 0 0,-1 1 1 0 0,1-1 0 0 0,0 0 0 0 0,0 0-1 0 0,-1 1 1 0 0,1-1 0 0 0,0 0 0 0 0,0 1 0 0 0,-1-1-1 0 0,1 1 1 0 0,-1-1 0 0 0,1 1 0 0 0,0-1 0 0 0,-1 1-1 0 0,1-1 1 0 0,-1 1 0 0 0,1-1 0 0 0,-1 1 0 0 0,1 0-1 0 0,-1-1 1 0 0,0 1 0 0 0,1 1 0 0 0,21 36 246 0 0,-19-31-123 0 0,2 3-178 0 0,1-1 0 0 0,-1 0 1 0 0,2 0-1 0 0,-1-1 0 0 0,13 13 0 0 0,-16-18-105 0 0,0-1 1 0 0,0 1 0 0 0,0-1-1 0 0,0 0 1 0 0,0 0-1 0 0,1 0 1 0 0,-1 0 0 0 0,1 0-1 0 0,0-1 1 0 0,-1 1 0 0 0,1-1-1 0 0,0 0 1 0 0,0 0-1 0 0,0-1 1 0 0,-1 1 0 0 0,1-1-1 0 0,0 0 1 0 0,7 0-1 0 0,-10-1 64 0 0,1 1 0 0 0,0-1-1 0 0,0 0 1 0 0,0 0 0 0 0,0 0-1 0 0,-1 0 1 0 0,1 0 0 0 0,0 0-1 0 0,-1 0 1 0 0,1 0 0 0 0,-1 0-1 0 0,1-1 1 0 0,-1 1-1 0 0,1-1 1 0 0,-1 1 0 0 0,0-1-1 0 0,0 0 1 0 0,0 1 0 0 0,1-3-1 0 0,17-43 317 0 0,-9 22 60 0 0,-7 20-309 0 0,-1 0-1 0 0,1 0 1 0 0,0 1-1 0 0,0-1 0 0 0,0 1 1 0 0,1 0-1 0 0,-1 0 1 0 0,1 0-1 0 0,0 0 1 0 0,1 1-1 0 0,-1-1 1 0 0,0 1-1 0 0,10-4 0 0 0,-12 6-48 0 0,1 0 0 0 0,0 0 0 0 0,0 0 0 0 0,0 1-1 0 0,0-1 1 0 0,0 1 0 0 0,0 0 0 0 0,0 0 0 0 0,1 0-1 0 0,-1 0 1 0 0,0 1 0 0 0,0-1 0 0 0,0 1 0 0 0,0-1-1 0 0,-1 1 1 0 0,1 0 0 0 0,0 1 0 0 0,0-1 0 0 0,0 0-1 0 0,-1 1 1 0 0,1-1 0 0 0,-1 1 0 0 0,1 0 0 0 0,-1 0-1 0 0,1 0 1 0 0,1 2 0 0 0,26 36-35 0 0,-27-35-21 0 0,0 1 0 0 0,1-1 0 0 0,0 0 0 0 0,0 0 0 0 0,0 0 0 0 0,1-1 0 0 0,-1 1 0 0 0,1-1 0 0 0,7 5 0 0 0,-12-9 17 0 0,1 0 0 0 0,0 0 0 0 0,0-1 0 0 0,0 1 1 0 0,0 0-1 0 0,-1 0 0 0 0,1 0 0 0 0,0-1 0 0 0,0 1 0 0 0,-1 0 0 0 0,1-1 0 0 0,0 1 1 0 0,0 0-1 0 0,-1-1 0 0 0,1 1 0 0 0,0-1 0 0 0,-1 1 0 0 0,1-1 0 0 0,-1 1 1 0 0,1-1-1 0 0,-1 0 0 0 0,1 1 0 0 0,-1-1 0 0 0,1 0 0 0 0,-1 1 0 0 0,0-1 1 0 0,1 0-1 0 0,-1 0 0 0 0,1-1 0 0 0,10-23 38 0 0,-8 15 25 0 0,1-1 1 0 0,0 1-1 0 0,1 0 1 0 0,0 1-1 0 0,1-1 1 0 0,11-15-1 0 0,-13 21-8 0 0,-1 0 0 0 0,0 0 0 0 0,1 0 1 0 0,0 0-1 0 0,0 1 0 0 0,0 0 0 0 0,0-1 0 0 0,1 2 0 0 0,-1-1 0 0 0,1 0 0 0 0,0 1 1 0 0,-1 0-1 0 0,1 0 0 0 0,0 0 0 0 0,0 1 0 0 0,7-2 0 0 0,-10 4-28 0 0,0-1-1 0 0,0 0 0 0 0,-1 0 1 0 0,1 1-1 0 0,0-1 0 0 0,0 1 1 0 0,0 0-1 0 0,-1-1 0 0 0,1 1 1 0 0,0 0-1 0 0,-1 0 1 0 0,1 0-1 0 0,-1 0 0 0 0,1 0 1 0 0,-1 1-1 0 0,0-1 0 0 0,1 0 1 0 0,-1 1-1 0 0,0-1 0 0 0,0 0 1 0 0,0 1-1 0 0,1 2 0 0 0,23 44 137 0 0,-14-24-107 0 0,26 33-1988 0 0</inkml:trace>
</inkml:ink>
</file>

<file path=ppt/ink/ink15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7:15.955"/>
    </inkml:context>
    <inkml:brush xml:id="br0">
      <inkml:brushProperty name="width" value="0.1" units="cm"/>
      <inkml:brushProperty name="height" value="0.1" units="cm"/>
      <inkml:brushProperty name="color" value="#004F8B"/>
    </inkml:brush>
  </inkml:definitions>
  <inkml:trace contextRef="#ctx0" brushRef="#br0">141 371 3225 0 0,'-7'-13'13785'0'0,"-15"11"-10229"0"0,18 5-3483 0 0,0 0 0 0 0,0 0 0 0 0,0 0 0 0 0,0 0 0 0 0,1 1 0 0 0,-1 0 0 0 0,1 0-1 0 0,0 0 1 0 0,0 0 0 0 0,0 0 0 0 0,1 1 0 0 0,0-1 0 0 0,-1 1 0 0 0,0 4 0 0 0,-3 7 197 0 0,0 1-1 0 0,-5 30 1 0 0,9-41-269 0 0,-1 12 24 0 0,0 0 0 0 0,0 28 0 0 0,3-42-31 0 0,0 0 0 0 0,0-1-1 0 0,0 1 1 0 0,0 0 0 0 0,1-1 0 0 0,-1 1 0 0 0,1-1 0 0 0,0 1 0 0 0,0-1 0 0 0,1 1 0 0 0,-1-1 0 0 0,1 1 0 0 0,0-1 0 0 0,-1 0 0 0 0,2 0 0 0 0,-1 0 0 0 0,0 0 0 0 0,0 0 0 0 0,5 3-1 0 0,-6-5-88 0 0,0 0-1 0 0,1 0 0 0 0,-1-1 0 0 0,0 1 0 0 0,0-1 0 0 0,1 1 0 0 0,-1-1 1 0 0,0 0-1 0 0,1 1 0 0 0,-1-1 0 0 0,0 0 0 0 0,1 0 0 0 0,-1 0 0 0 0,0 0 1 0 0,1 0-1 0 0,-1 0 0 0 0,0-1 0 0 0,1 1 0 0 0,-1 0 0 0 0,0-1 0 0 0,1 1 1 0 0,-1 0-1 0 0,0-1 0 0 0,0 0 0 0 0,1 1 0 0 0,-1-1 0 0 0,0 0 0 0 0,0 0 1 0 0,0 1-1 0 0,0-1 0 0 0,0 0 0 0 0,0 0 0 0 0,0 0 0 0 0,0 0 0 0 0,1-2 1 0 0,3-5-900 0 0,1 0 0 0 0,-1 0 1 0 0,8-18-1 0 0,-9 18 377 0 0,5-10-463 0 0,-1-1-1 0 0,0 0 1 0 0,-2 0-1 0 0,0 0 1 0 0,-1-1-1 0 0,-1 0 0 0 0,2-24 1 0 0,-5 28 570 0 0,-1 1 1 0 0,-1-1 0 0 0,-4-27 0 0 0,1 26 900 0 0,0 0 0 0 0,-2 1 1 0 0,-10-26-1 0 0,6 19 405 0 0,-8-17 2784 0 0,-1 1 1 0 0,-2 0-1 0 0,-27-37 0 0 0,48 76-3481 0 0,0-1-1 0 0,-1 0 1 0 0,1 0 0 0 0,-1 0-1 0 0,1 1 1 0 0,-1-1-1 0 0,1 0 1 0 0,-1 1-1 0 0,0-1 1 0 0,1 1-1 0 0,-1-1 1 0 0,0 0 0 0 0,1 1-1 0 0,-1-1 1 0 0,0 1-1 0 0,0 0 1 0 0,0-1-1 0 0,1 1 1 0 0,-1 0 0 0 0,0-1-1 0 0,0 1 1 0 0,0 0-1 0 0,0 0 1 0 0,0 0-1 0 0,1 0 1 0 0,-1 0-1 0 0,-2 0 1 0 0,3 0-40 0 0,-1 1-1 0 0,0 0 1 0 0,0 0-1 0 0,0 0 1 0 0,0 0-1 0 0,1-1 1 0 0,-1 1-1 0 0,0 0 1 0 0,1 0 0 0 0,-1 0-1 0 0,1 0 1 0 0,-1 1-1 0 0,1-1 1 0 0,-1 0-1 0 0,1 0 1 0 0,0 0-1 0 0,-1 2 1 0 0,0 6 33 0 0,0 0 1 0 0,0 0-1 0 0,0 0 1 0 0,2 11-1 0 0,5 22-147 0 0,2-1 0 0 0,2 0 0 0 0,2-1 0 0 0,1 0 0 0 0,2-1 0 0 0,2 0 0 0 0,2-1 0 0 0,1-1 0 0 0,1-1 0 0 0,32 39 0 0 0,-34-52-5785 0 0,1-1-1945 0 0</inkml:trace>
</inkml:ink>
</file>

<file path=ppt/ink/ink15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7:16.449"/>
    </inkml:context>
    <inkml:brush xml:id="br0">
      <inkml:brushProperty name="width" value="0.1" units="cm"/>
      <inkml:brushProperty name="height" value="0.1" units="cm"/>
      <inkml:brushProperty name="color" value="#004F8B"/>
    </inkml:brush>
  </inkml:definitions>
  <inkml:trace contextRef="#ctx0" brushRef="#br0">77 25 6449 0 0,'-15'3'-266'0'0,"10"-3"1378"0"0,-1 1 0 0 0,1 1 1 0 0,0-1-1 0 0,0 1 0 0 0,0-1 0 0 0,-7 5 0 0 0,11-5-882 0 0,-1 0 0 0 0,1 0 0 0 0,-1 0 0 0 0,1 1 0 0 0,0-1 0 0 0,0 0 0 0 0,0 1 0 0 0,0-1 0 0 0,0 0 0 0 0,0 1 0 0 0,0 0 0 0 0,0-1 1 0 0,1 1-1 0 0,-1-1 0 0 0,0 1 0 0 0,1 0 0 0 0,-1 0 0 0 0,1-1 0 0 0,0 1 0 0 0,0 0 0 0 0,0 0 0 0 0,0-1 0 0 0,0 1 0 0 0,0 2 0 0 0,1 11 93 0 0,1 0 1 0 0,0 0 0 0 0,1 0-1 0 0,1 0 1 0 0,0-1-1 0 0,8 16 1 0 0,-10-25-336 0 0,0 0 0 0 0,0 0 0 0 0,0 0 0 0 0,1-1 0 0 0,0 1-1 0 0,0-1 1 0 0,0 0 0 0 0,1 0 0 0 0,-1 0 0 0 0,1 0 0 0 0,0-1 0 0 0,0 1 0 0 0,0-1 0 0 0,1 0 0 0 0,-1 0 0 0 0,1-1-1 0 0,-1 1 1 0 0,1-1 0 0 0,0 0 0 0 0,0 0 0 0 0,5 1 0 0 0,-8-3-127 0 0,0 0 0 0 0,0 0 0 0 0,-1 0 0 0 0,1-1 0 0 0,0 1-1 0 0,-1 0 1 0 0,1-1 0 0 0,0 1 0 0 0,-1-1 0 0 0,1 1 0 0 0,0-1 0 0 0,-1 0 0 0 0,1 0 0 0 0,-1 0 0 0 0,1 0 0 0 0,-1 0-1 0 0,0 0 1 0 0,1 0 0 0 0,-1 0 0 0 0,0 0 0 0 0,0-1 0 0 0,0 1 0 0 0,0-1 0 0 0,0 1 0 0 0,0-1 0 0 0,0 1 0 0 0,0-1-1 0 0,-1 1 1 0 0,2-4 0 0 0,2-7 49 0 0,0 0-1 0 0,-1 0 0 0 0,3-15 1 0 0,-3 9 207 0 0,0 7-10 0 0,2-9 121 0 0,0-1 0 0 0,13-29 1 0 0,-16 46-181 0 0,0 0-1 0 0,0-1 1 0 0,0 1 0 0 0,1 0 0 0 0,-1 0 0 0 0,1 1 0 0 0,0-1 0 0 0,0 0 0 0 0,1 1 0 0 0,-1 0 0 0 0,1 0 0 0 0,-1 0 0 0 0,1 0 0 0 0,0 0 0 0 0,0 1 0 0 0,0-1 0 0 0,6-1 0 0 0,-9 4 19 0 0,1-1 0 0 0,-1 1 1 0 0,1-1-1 0 0,-1 1 0 0 0,1 0 0 0 0,-1 0 1 0 0,1 0-1 0 0,-1 0 0 0 0,0 0 1 0 0,1 0-1 0 0,-1 0 0 0 0,1 1 0 0 0,-1-1 1 0 0,1 1-1 0 0,-1-1 0 0 0,0 1 1 0 0,1-1-1 0 0,-1 1 0 0 0,0-1 0 0 0,1 1 1 0 0,-1 0-1 0 0,0 0 0 0 0,0 0 1 0 0,1 1-1 0 0,22 32 1207 0 0,-22-30-1175 0 0,0 0 1 0 0,1 1 0 0 0,0-1 0 0 0,-1-1-1 0 0,1 1 1 0 0,1 0 0 0 0,2 3-1 0 0,-4-6-98 0 0,-1-1-1 0 0,0 1 1 0 0,0-1-1 0 0,1 1 0 0 0,-1-1 1 0 0,0 1-1 0 0,1-1 1 0 0,-1 1-1 0 0,0-1 1 0 0,1 0-1 0 0,-1 0 0 0 0,0 0 1 0 0,1 0-1 0 0,-1 0 1 0 0,1 0-1 0 0,-1 0 1 0 0,0 0-1 0 0,1-1 1 0 0,-1 1-1 0 0,0 0 0 0 0,1-1 1 0 0,-1 1-1 0 0,0-1 1 0 0,1 0-1 0 0,-1 1 1 0 0,0-1-1 0 0,0 0 0 0 0,2-1 1 0 0,0-1-210 0 0,-1 0 0 0 0,0 0 1 0 0,0 0-1 0 0,0 0 0 0 0,0 0 1 0 0,0-1-1 0 0,0 1 0 0 0,-1 0 0 0 0,0-1 1 0 0,0 1-1 0 0,0-1 0 0 0,0 0 1 0 0,0 1-1 0 0,-1-1 0 0 0,1 0 0 0 0,-1 1 1 0 0,-1-6-1 0 0</inkml:trace>
</inkml:ink>
</file>

<file path=ppt/ink/ink15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7:16.639"/>
    </inkml:context>
    <inkml:brush xml:id="br0">
      <inkml:brushProperty name="width" value="0.1" units="cm"/>
      <inkml:brushProperty name="height" value="0.1" units="cm"/>
      <inkml:brushProperty name="color" value="#004F8B"/>
    </inkml:brush>
  </inkml:definitions>
  <inkml:trace contextRef="#ctx0" brushRef="#br0">1 1 10594 0 0,'1'4'643'0'0,"1"0"-1"0"0,-1 0 0 0 0,0 0 1 0 0,0 0-1 0 0,0 0 1 0 0,-1 1-1 0 0,1-1 0 0 0,-1 0 1 0 0,0 1-1 0 0,-1 4 1 0 0,1 6 287 0 0,2 21 892 0 0,3 39 118 0 0,-4-70-2353 0 0,0 0 0 0 0,0 1 1 0 0,1-1-1 0 0,0 0 0 0 0,0 0 1 0 0,3 6-1 0 0</inkml:trace>
</inkml:ink>
</file>

<file path=ppt/ink/ink15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7:16.814"/>
    </inkml:context>
    <inkml:brush xml:id="br0">
      <inkml:brushProperty name="width" value="0.1" units="cm"/>
      <inkml:brushProperty name="height" value="0.1" units="cm"/>
      <inkml:brushProperty name="color" value="#004F8B"/>
    </inkml:brush>
  </inkml:definitions>
  <inkml:trace contextRef="#ctx0" brushRef="#br0">23 25 7834 0 0,'-22'-25'9906'0'0,"25"28"-8954"0"0,2 1-8 0 0,0 2-1104 0 0,5 2-216 0 0,0 2-40 0 0,2 0-16 0 0,3 3 352 0 0,0 0 80 0 0</inkml:trace>
</inkml:ink>
</file>

<file path=ppt/ink/ink15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7:17.243"/>
    </inkml:context>
    <inkml:brush xml:id="br0">
      <inkml:brushProperty name="width" value="0.1" units="cm"/>
      <inkml:brushProperty name="height" value="0.1" units="cm"/>
      <inkml:brushProperty name="color" value="#004F8B"/>
    </inkml:brush>
  </inkml:definitions>
  <inkml:trace contextRef="#ctx0" brushRef="#br0">297 415 8554 0 0,'-5'-5'338'0'0,"0"0"1"0"0,0 0-1 0 0,0 1 1 0 0,0 0-1 0 0,0 0 1 0 0,-1 0-1 0 0,0 1 0 0 0,0-1 1 0 0,0 1-1 0 0,0 1 1 0 0,0-1-1 0 0,-1 1 1 0 0,1 0-1 0 0,-1 1 1 0 0,1 0-1 0 0,-1 0 0 0 0,0 0 1 0 0,0 1-1 0 0,1 0 1 0 0,-1 0-1 0 0,0 0 1 0 0,1 1-1 0 0,-1 0 1 0 0,0 1-1 0 0,1-1 1 0 0,-1 1-1 0 0,1 0 0 0 0,0 1 1 0 0,0 0-1 0 0,0 0 1 0 0,0 0-1 0 0,0 0 1 0 0,0 1-1 0 0,1 0 1 0 0,0 1-1 0 0,-8 7 1 0 0,4-1-141 0 0,0 1 1 0 0,1 0 0 0 0,1 0-1 0 0,0 1 1 0 0,-6 14 0 0 0,11-23-197 0 0,0 1 1 0 0,0 0 0 0 0,0 0-1 0 0,1 0 1 0 0,0 0 0 0 0,0 0-1 0 0,0 0 1 0 0,1 0 0 0 0,-1 0-1 0 0,1 1 1 0 0,0-1 0 0 0,1 0-1 0 0,-1 0 1 0 0,1 0 0 0 0,0 0-1 0 0,1 0 1 0 0,2 7 0 0 0,-4-10-87 0 0,1-1 1 0 0,0 0-1 0 0,-1 1 1 0 0,1-1-1 0 0,0 0 1 0 0,0 0-1 0 0,0 0 1 0 0,0 0-1 0 0,0 0 1 0 0,0 0-1 0 0,0 0 1 0 0,0 0-1 0 0,1 0 1 0 0,-1 0-1 0 0,0-1 1 0 0,1 1-1 0 0,-1-1 1 0 0,0 1-1 0 0,1-1 1 0 0,-1 1-1 0 0,0-1 1 0 0,1 0-1 0 0,1 1 1 0 0,0-1-80 0 0,0-1-1 0 0,0 1 1 0 0,-1-1 0 0 0,1 1-1 0 0,0-1 1 0 0,-1 0 0 0 0,1 0-1 0 0,-1 0 1 0 0,1 0 0 0 0,-1 0 0 0 0,4-3-1 0 0,3-3-381 0 0,-1 1 0 0 0,0-1 0 0 0,0 0-1 0 0,-1-1 1 0 0,9-12 0 0 0,-5 4 167 0 0,0-1-1 0 0,-2-1 1 0 0,0 1 0 0 0,-1-1-1 0 0,-1-1 1 0 0,0 0 0 0 0,-2 0-1 0 0,0 0 1 0 0,-1 0 0 0 0,-1-1-1 0 0,1-37 1 0 0,-4 27 1090 0 0,-2 0 0 0 0,-7-48-1 0 0,2 42 2927 0 0,-20-61 1 0 0,27 96-3507 0 0,-1 0 0 0 0,1 0 0 0 0,0 0 0 0 0,0 0 0 0 0,0 0 1 0 0,-1 0-1 0 0,1 0 0 0 0,-1 1 0 0 0,1-1 0 0 0,0 0 1 0 0,-1 0-1 0 0,0 0 0 0 0,1 0 0 0 0,-1 0 0 0 0,1 1 0 0 0,-1-1 1 0 0,0 0-1 0 0,0 1 0 0 0,1-1 0 0 0,-1 0 0 0 0,-1 0 0 0 0,-3 18 1043 0 0,4 35-730 0 0,4-23-593 0 0,1 0-1 0 0,2 0 1 0 0,1 0-1 0 0,1 0 1 0 0,2-1 0 0 0,0-1-1 0 0,2 1 1 0 0,1-2-1 0 0,1 0 1 0 0,2 0-1 0 0,0-2 1 0 0,21 24-1 0 0,-13-22-7943 0 0</inkml:trace>
</inkml:ink>
</file>

<file path=ppt/ink/ink15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7:17.464"/>
    </inkml:context>
    <inkml:brush xml:id="br0">
      <inkml:brushProperty name="width" value="0.1" units="cm"/>
      <inkml:brushProperty name="height" value="0.1" units="cm"/>
      <inkml:brushProperty name="color" value="#004F8B"/>
    </inkml:brush>
  </inkml:definitions>
  <inkml:trace contextRef="#ctx0" brushRef="#br0">15 2 12899 0 0,'-1'0'54'0'0,"1"0"0"0"0,0 0-1 0 0,-1 0 1 0 0,1-1 0 0 0,0 1 0 0 0,-1 0 0 0 0,1 0 0 0 0,0 0 0 0 0,-1 0-1 0 0,1 0 1 0 0,0 0 0 0 0,-1 0 0 0 0,1 0 0 0 0,-1 0 0 0 0,1 0 0 0 0,0 0 0 0 0,-1 0-1 0 0,1 0 1 0 0,-1 0 0 0 0,1 0 0 0 0,0 0 0 0 0,-1 0 0 0 0,1 0 0 0 0,0 0 0 0 0,-1 0-1 0 0,1 1 1 0 0,0-1 0 0 0,-1 0 0 0 0,1 0 0 0 0,0 1 0 0 0,-1-1 0 0 0,1 0 0 0 0,0 0-1 0 0,0 1 1 0 0,-1-1 0 0 0,1 0 0 0 0,0 1 0 0 0,0-1 0 0 0,0 0 0 0 0,-1 1 0 0 0,1-1-1 0 0,0 0 1 0 0,0 1 0 0 0,0-1 0 0 0,0 0 0 0 0,0 1 0 0 0,0-1 0 0 0,0 0 0 0 0,0 1-1 0 0,0-1 1 0 0,0 1 0 0 0,0-1 0 0 0,0 0 0 0 0,0 1 0 0 0,0-1 0 0 0,0 0-1 0 0,0 1 1 0 0,0-1 0 0 0,0 1 0 0 0,0-1 0 0 0,1 0 0 0 0,-1 1 0 0 0,0-1 0 0 0,0 0-1 0 0,0 1 1 0 0,1-1 0 0 0,0 6 219 0 0,26 118 3702 0 0,30 59-2467 0 0,-38-125-1290 0 0,-10-28-466 0 0,1 0 0 0 0,2-1-1 0 0,1-1 1 0 0,1 1 0 0 0,28 41-1 0 0,-23-47-7252 0 0</inkml:trace>
</inkml:ink>
</file>

<file path=ppt/ink/ink15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7:17.946"/>
    </inkml:context>
    <inkml:brush xml:id="br0">
      <inkml:brushProperty name="width" value="0.1" units="cm"/>
      <inkml:brushProperty name="height" value="0.1" units="cm"/>
      <inkml:brushProperty name="color" value="#004F8B"/>
    </inkml:brush>
  </inkml:definitions>
  <inkml:trace contextRef="#ctx0" brushRef="#br0">24 356 6913 0 0,'-12'4'-221'0'0,"1"0"3020"0"0,22-13-369 0 0,71-50-1883 0 0,-22 8-3381 0 0,56-61 1 0 0,-70 53 3863 0 0,-37 45 884 0 0,1 1 1 0 0,0 0 0 0 0,27-20 3138 0 0,-35 43-3657 0 0,-2 12-265 0 0,0-21-1020 0 0,-1 36 248 0 0,2 0 0 0 0,7 56-1 0 0,-4-74-349 0 0,-1 0-1 0 0,2 0 0 0 0,1 0 0 0 0,0-1 0 0 0,1 0 0 0 0,15 27 0 0 0,-20-42-123 0 0,-1 0-1 0 0,1 0 0 0 0,0 0 0 0 0,0 0 0 0 0,0-1 1 0 0,1 1-1 0 0,-1 0 0 0 0,1-1 0 0 0,0 0 0 0 0,-1 0 1 0 0,1 0-1 0 0,0 0 0 0 0,0 0 0 0 0,0 0 0 0 0,4 1 0 0 0,-5-3-168 0 0,0 0-1 0 0,0 0 0 0 0,0 0 0 0 0,0 0 0 0 0,0 0 0 0 0,0 0 0 0 0,0 0 0 0 0,0-1 0 0 0,0 1 0 0 0,0-1 0 0 0,-1 0 0 0 0,1 1 1 0 0,0-1-1 0 0,0 0 0 0 0,-1 0 0 0 0,1 0 0 0 0,0 0 0 0 0,-1 0 0 0 0,1 0 0 0 0,-1-1 0 0 0,1 1 0 0 0,-1-1 0 0 0,0 1 1 0 0,1-1-1 0 0,-1 1 0 0 0,0-1 0 0 0,0 1 0 0 0,1-3 0 0 0,23-38-2453 0 0,20-28 1673 0 0,-41 64 1584 0 0,0 1-1 0 0,1 0 1 0 0,-1 0 0 0 0,1 1 0 0 0,0-1-1 0 0,1 1 1 0 0,-1 0 0 0 0,1 0 0 0 0,9-4-1 0 0,-14 7-410 0 0,0 1-1 0 0,0 0 0 0 0,0-1 1 0 0,0 1-1 0 0,1 0 1 0 0,-1 0-1 0 0,0 0 0 0 0,0 0 1 0 0,0 0-1 0 0,1 0 0 0 0,-1 0 1 0 0,0 0-1 0 0,0 0 1 0 0,0 0-1 0 0,1 1 0 0 0,-1-1 1 0 0,0 0-1 0 0,0 1 0 0 0,0-1 1 0 0,0 1-1 0 0,0-1 1 0 0,0 1-1 0 0,0 0 0 0 0,2 1 1 0 0,22 27 4174 0 0,-23-25-3963 0 0,0-1-1 0 0,0 0 1 0 0,0 1 0 0 0,1-1 0 0 0,0 0-1 0 0,0-1 1 0 0,-1 1 0 0 0,2 0 0 0 0,-1-1-1 0 0,6 4 1 0 0,-7-5-344 0 0,1 0-1 0 0,-1-1 1 0 0,0 0-1 0 0,0 1 0 0 0,0-1 1 0 0,1 0-1 0 0,-1 0 1 0 0,0 0-1 0 0,0 0 1 0 0,1-1-1 0 0,-1 1 1 0 0,4-2-1 0 0,8-3-354 0 0</inkml:trace>
</inkml:ink>
</file>

<file path=ppt/ink/ink15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7:18.084"/>
    </inkml:context>
    <inkml:brush xml:id="br0">
      <inkml:brushProperty name="width" value="0.1" units="cm"/>
      <inkml:brushProperty name="height" value="0.1" units="cm"/>
      <inkml:brushProperty name="color" value="#004F8B"/>
    </inkml:brush>
  </inkml:definitions>
  <inkml:trace contextRef="#ctx0" brushRef="#br0">4 0 5065 0 0,'-2'3'448'0'0,"0"0"-352"0"0,2-2-96 0 0,2-1 0 0 0,-1-1 0 0 0</inkml:trace>
</inkml:ink>
</file>

<file path=ppt/ink/ink15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8:18.108"/>
    </inkml:context>
    <inkml:brush xml:id="br0">
      <inkml:brushProperty name="width" value="0.1" units="cm"/>
      <inkml:brushProperty name="height" value="0.1" units="cm"/>
      <inkml:brushProperty name="color" value="#F6630D"/>
    </inkml:brush>
  </inkml:definitions>
  <inkml:trace contextRef="#ctx0" brushRef="#br0">6 242 5529 0 0,'-2'-14'949'0'0,"0"0"0"0"0,1 1-1 0 0,1-1 1 0 0,1-16 0 0 0,-1-10 1085 0 0,0 28-1192 0 0,-1 7-330 0 0,1 1 0 0 0,0 0 0 0 0,0-1-1 0 0,0 1 1 0 0,0-1 0 0 0,1 1 0 0 0,1-6 0 0 0,-2 10-457 0 0,0 0 1 0 0,0 0-1 0 0,1 0 1 0 0,-1 0-1 0 0,0 0 1 0 0,1 0-1 0 0,-1-1 1 0 0,0 1-1 0 0,0 0 0 0 0,1 0 1 0 0,-1 0-1 0 0,0 0 1 0 0,1 0-1 0 0,-1 0 1 0 0,0 0-1 0 0,1 0 1 0 0,-1 0-1 0 0,0 0 1 0 0,0 0-1 0 0,1 0 1 0 0,-1 1-1 0 0,0-1 1 0 0,1 0-1 0 0,-1 0 1 0 0,0 0-1 0 0,0 0 1 0 0,1 0-1 0 0,-1 1 1 0 0,0-1-1 0 0,0 0 0 0 0,1 0 1 0 0,-1 0-1 0 0,0 1 1 0 0,0-1-1 0 0,0 0 1 0 0,1 0-1 0 0,-1 1 1 0 0,0-1-1 0 0,0 0 1 0 0,0 0-1 0 0,0 1 1 0 0,0-1-1 0 0,0 0 1 0 0,1 1-1 0 0,11 16 217 0 0,-12-16-176 0 0,29 48 111 0 0,-3 1 0 0 0,-2 1-1 0 0,25 77 1 0 0,16 36-465 0 0,-51-134 173 0 0,1-1 1 0 0,1-1-1 0 0,27 36 1 0 0,-37-57 91 0 0,1 1 1 0 0,-1-1-1 0 0,2 0 0 0 0,-1 0 0 0 0,0-1 1 0 0,1 0-1 0 0,0-1 0 0 0,1 0 1 0 0,14 8-1 0 0,-20-12 39 0 0,0 0 0 0 0,0 0 0 0 0,0 0 0 0 0,0 0 0 0 0,0-1 1 0 0,0 1-1 0 0,0-1 0 0 0,0 0 0 0 0,0 0 0 0 0,0 0 0 0 0,0 0 0 0 0,0 0 0 0 0,0-1 0 0 0,0 1 0 0 0,0-1 1 0 0,0 0-1 0 0,0 0 0 0 0,0 0 0 0 0,0 0 0 0 0,0-1 0 0 0,0 1 0 0 0,-1-1 0 0 0,1 0 0 0 0,-1 1 0 0 0,1-1 1 0 0,-1 0-1 0 0,0-1 0 0 0,0 1 0 0 0,1 0 0 0 0,-2-1 0 0 0,1 1 0 0 0,0-1 0 0 0,2-4 0 0 0,3-6 62 0 0,-1 0 0 0 0,-1 0-1 0 0,0 0 1 0 0,0 0-1 0 0,3-23 1 0 0,8-76 55 0 0,-12 72-115 0 0,0 14-179 0 0,26-185 599 0 0,-21 165-1695 0 0,2 1 1 0 0,24-66 0 0 0,-24 86-5881 0 0</inkml:trace>
</inkml:ink>
</file>

<file path=ppt/ink/ink15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8:18.458"/>
    </inkml:context>
    <inkml:brush xml:id="br0">
      <inkml:brushProperty name="width" value="0.1" units="cm"/>
      <inkml:brushProperty name="height" value="0.1" units="cm"/>
      <inkml:brushProperty name="color" value="#F6630D"/>
    </inkml:brush>
  </inkml:definitions>
  <inkml:trace contextRef="#ctx0" brushRef="#br0">50 62 11522 0 0,'-3'-4'844'0'0,"3"4"-741"0"0,0 0 0 0 0,-1-1 1 0 0,1 1-1 0 0,0 0 0 0 0,0-1 1 0 0,0 1-1 0 0,0 0 1 0 0,-1-1-1 0 0,1 1 0 0 0,0 0 1 0 0,0 0-1 0 0,-1-1 0 0 0,1 1 1 0 0,0 0-1 0 0,-1 0 0 0 0,1-1 1 0 0,0 1-1 0 0,0 0 1 0 0,-1 0-1 0 0,1 0 0 0 0,0 0 1 0 0,-1 0-1 0 0,1 0 0 0 0,0-1 1 0 0,-1 1-1 0 0,1 0 0 0 0,-1 0 1 0 0,1 0-1 0 0,0 0 1 0 0,-1 0-1 0 0,1 0 0 0 0,0 0 1 0 0,-1 0-1 0 0,1 0 0 0 0,0 1 1 0 0,-1-1-1 0 0,1 0 0 0 0,0 0 1 0 0,-1 0-1 0 0,1 0 0 0 0,0 0 1 0 0,-1 1-1 0 0,1-1 1 0 0,0 0-1 0 0,-1 0 0 0 0,1 0 1 0 0,0 1-1 0 0,0-1 0 0 0,-1 0 1 0 0,1 0-1 0 0,0 1 0 0 0,0 0 1 0 0,-5 6-72 0 0,1 1 1 0 0,0 0-1 0 0,0 1 1 0 0,1-1 0 0 0,0 1-1 0 0,1 0 1 0 0,0-1-1 0 0,0 1 1 0 0,1 0-1 0 0,0 0 1 0 0,1 0-1 0 0,0 0 1 0 0,0 0 0 0 0,1 1-1 0 0,3 16 1 0 0,-3-20-59 0 0,1 0 1 0 0,0 0 0 0 0,0 0-1 0 0,1 0 1 0 0,-1 0 0 0 0,1-1-1 0 0,0 1 1 0 0,1-1 0 0 0,0 0-1 0 0,-1 0 1 0 0,1 0 0 0 0,1 0 0 0 0,-1-1-1 0 0,1 0 1 0 0,0 1 0 0 0,0-2-1 0 0,0 1 1 0 0,0-1 0 0 0,1 0-1 0 0,-1 0 1 0 0,1 0 0 0 0,0-1-1 0 0,0 0 1 0 0,6 2 0 0 0,-5-2-28 0 0,0-1 0 0 0,0 0 0 0 0,0 0 0 0 0,0-1 0 0 0,0 0 0 0 0,0 0 0 0 0,0 0 0 0 0,0-1 0 0 0,0 0 0 0 0,0 0 0 0 0,-1-1 0 0 0,1 0 0 0 0,0 0 0 0 0,-1-1 0 0 0,1 0 0 0 0,8-5 0 0 0,-10 5 10 0 0,-1 0-1 0 0,-1 0 1 0 0,1-1-1 0 0,0 1 1 0 0,-1-1-1 0 0,0 0 1 0 0,0 0-1 0 0,0 0 1 0 0,0 0-1 0 0,0 0 1 0 0,-1-1-1 0 0,0 1 1 0 0,0-1-1 0 0,0 0 1 0 0,-1 0-1 0 0,0 1 1 0 0,1-1-1 0 0,-2 0 1 0 0,1 0-1 0 0,0 0 1 0 0,-1 0-1 0 0,0 0 1 0 0,-1-9-1 0 0,-1 4 79 0 0,1 0 0 0 0,-2 0 1 0 0,0 0-1 0 0,0 0 0 0 0,0 0 0 0 0,-1 0 0 0 0,-10-15 0 0 0,0 1-156 0 0,-30-35 0 0 0,30 42-390 0 0</inkml:trace>
</inkml:ink>
</file>

<file path=ppt/ink/ink15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8:18.821"/>
    </inkml:context>
    <inkml:brush xml:id="br0">
      <inkml:brushProperty name="width" value="0.1" units="cm"/>
      <inkml:brushProperty name="height" value="0.1" units="cm"/>
      <inkml:brushProperty name="color" value="#F6630D"/>
    </inkml:brush>
  </inkml:definitions>
  <inkml:trace contextRef="#ctx0" brushRef="#br0">26 48 7370 0 0,'0'1'236'0'0,"1"0"1"0"0,-1 0 0 0 0,1 0-1 0 0,-1 0 1 0 0,0 1 0 0 0,1-1 0 0 0,-1 0-1 0 0,0 0 1 0 0,0 0 0 0 0,0 1-1 0 0,0-1 1 0 0,0 0 0 0 0,0 0-1 0 0,0 0 1 0 0,-1 0 0 0 0,0 3 0 0 0,1-3 37 0 0,-11 74 2107 0 0,-4 27-1560 0 0,15-91-843 0 0,-1 0 0 0 0,2 0 0 0 0,-1 0 0 0 0,1 0 0 0 0,1-1 0 0 0,5 21 0 0 0,-7-30-25 0 0,0 0 0 0 0,1 1 0 0 0,-1-1 0 0 0,1 0 0 0 0,-1 1 0 0 0,1-1 0 0 0,-1 0 0 0 0,1 0 0 0 0,0 0 0 0 0,-1 1 0 0 0,1-1 0 0 0,0 0 0 0 0,0 0 0 0 0,0 0 0 0 0,0 0 0 0 0,0 0 0 0 0,0-1 0 0 0,0 1 0 0 0,0 0 0 0 0,1 0 0 0 0,-1-1-1 0 0,2 2 1 0 0,-1-2-98 0 0,-1 0 1 0 0,1 0-1 0 0,-1 0 0 0 0,0-1 0 0 0,1 1 0 0 0,-1 0 0 0 0,0-1 0 0 0,1 1 0 0 0,-1-1 0 0 0,0 1 0 0 0,0-1 0 0 0,0 0 0 0 0,1 1 1 0 0,-1-1-1 0 0,0 0 0 0 0,0 0 0 0 0,0 0 0 0 0,1-1 0 0 0,4-4-563 0 0,-1-1 1 0 0,0 0 0 0 0,0 0-1 0 0,0 0 1 0 0,6-14-1 0 0,26-75-1920 0 0,-28 67 2928 0 0,1 1 0 0 0,2 1 1 0 0,0 0-1 0 0,24-37 0 0 0,-34 62-53 0 0,-1 0 1 0 0,0 0-1 0 0,1-1 0 0 0,0 1 1 0 0,0 0-1 0 0,-1 0 0 0 0,1 1 0 0 0,0-1 1 0 0,0 0-1 0 0,1 1 0 0 0,-1-1 0 0 0,0 1 1 0 0,0 0-1 0 0,1 0 0 0 0,-1 0 1 0 0,1 0-1 0 0,-1 0 0 0 0,1 0 0 0 0,-1 0 1 0 0,1 1-1 0 0,0 0 0 0 0,-1-1 0 0 0,1 1 1 0 0,0 0-1 0 0,-1 0 0 0 0,1 0 1 0 0,-1 1-1 0 0,4 0 0 0 0,-1 1 95 0 0,-1 0 1 0 0,1 0-1 0 0,-1 0 0 0 0,0 1 1 0 0,0 0-1 0 0,0 0 0 0 0,0 0 0 0 0,0 0 1 0 0,0 1-1 0 0,-1-1 0 0 0,0 1 1 0 0,0 0-1 0 0,0 0 0 0 0,3 6 0 0 0,17 36 671 0 0,-2-5-1513 0 0,-4-17-4403 0 0</inkml:trace>
</inkml:ink>
</file>

<file path=ppt/ink/ink15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8:19.105"/>
    </inkml:context>
    <inkml:brush xml:id="br0">
      <inkml:brushProperty name="width" value="0.1" units="cm"/>
      <inkml:brushProperty name="height" value="0.1" units="cm"/>
      <inkml:brushProperty name="color" value="#F6630D"/>
    </inkml:brush>
  </inkml:definitions>
  <inkml:trace contextRef="#ctx0" brushRef="#br0">55 13 4145 0 0,'-1'-1'243'0'0,"0"0"0"0"0,1 0 0 0 0,-1 1 0 0 0,0-1 0 0 0,1 0 1 0 0,-1 0-1 0 0,0 0 0 0 0,0 1 0 0 0,0-1 0 0 0,0 1 0 0 0,0-1 0 0 0,0 1 0 0 0,0-1 1 0 0,1 1-1 0 0,-1-1 0 0 0,-1 1 0 0 0,1 0 0 0 0,0-1 0 0 0,0 1 0 0 0,0 0 0 0 0,0 0 0 0 0,0 0 1 0 0,0 0-1 0 0,0 0 0 0 0,0 0 0 0 0,0 0 0 0 0,0 0 0 0 0,0 0 0 0 0,0 1 0 0 0,0-1 1 0 0,0 0-1 0 0,0 1 0 0 0,0-1 0 0 0,0 1 0 0 0,0-1 0 0 0,0 1 0 0 0,0-1 0 0 0,-1 2 0 0 0,0 0 110 0 0,0 0-1 0 0,1 1 1 0 0,-1-1-1 0 0,1 1 0 0 0,0-1 1 0 0,-1 1-1 0 0,1 0 1 0 0,0 0-1 0 0,1-1 0 0 0,-1 1 1 0 0,0 0-1 0 0,1 0 1 0 0,-1 4-1 0 0,0 47 742 0 0,3-1 1 0 0,16 101-1 0 0,-6-65-774 0 0,26 186-379 0 0,-18-158-4098 0 0,-16-88 2598 0 0</inkml:trace>
</inkml:ink>
</file>

<file path=ppt/ink/ink15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8:19.283"/>
    </inkml:context>
    <inkml:brush xml:id="br0">
      <inkml:brushProperty name="width" value="0.1" units="cm"/>
      <inkml:brushProperty name="height" value="0.1" units="cm"/>
      <inkml:brushProperty name="color" value="#F6630D"/>
    </inkml:brush>
  </inkml:definitions>
  <inkml:trace contextRef="#ctx0" brushRef="#br0">7 207 5529 0 0,'-1'-2'207'0'0,"0"0"-1"0"0,0 0 0 0 0,0-1 1 0 0,1 1-1 0 0,-1 0 0 0 0,1-1 1 0 0,-1 1-1 0 0,1 0 0 0 0,0-1 1 0 0,0 1-1 0 0,0-1 0 0 0,0 1 1 0 0,0-1-1 0 0,0 1 0 0 0,1 0 1 0 0,-1-1-1 0 0,1 1 0 0 0,0 0 1 0 0,-1-1-1 0 0,1 1 0 0 0,0 0 1 0 0,1 0-1 0 0,-1 0 1 0 0,0 0-1 0 0,0 0 0 0 0,1 0 1 0 0,0 0-1 0 0,-1 0 0 0 0,1 0 1 0 0,0 1-1 0 0,0-1 0 0 0,3-2 1 0 0,9-8 556 0 0,1-1 1 0 0,28-16-1 0 0,-5 7-1437 0 0,45-18 0 0 0,-47 24 60 0 0</inkml:trace>
</inkml:ink>
</file>

<file path=ppt/ink/ink15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8:19.564"/>
    </inkml:context>
    <inkml:brush xml:id="br0">
      <inkml:brushProperty name="width" value="0.1" units="cm"/>
      <inkml:brushProperty name="height" value="0.1" units="cm"/>
      <inkml:brushProperty name="color" value="#F6630D"/>
    </inkml:brush>
  </inkml:definitions>
  <inkml:trace contextRef="#ctx0" brushRef="#br0">1 74 7370 0 0,'3'1'551'0'0,"0"0"1"0"0,0 0 0 0 0,0 0 0 0 0,0-1 0 0 0,1 1 0 0 0,-1-1-1 0 0,0 0 1 0 0,0 0 0 0 0,0 0 0 0 0,1 0 0 0 0,2-1 0 0 0,-3 1-466 0 0,13-1 462 0 0,-1-1 1 0 0,1-1 0 0 0,-1 0 0 0 0,16-6 0 0 0,60-26-4057 0 0,-37 13-2507 0 0,-44 19 5822 0 0</inkml:trace>
</inkml:ink>
</file>

<file path=ppt/ink/ink15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8:19.707"/>
    </inkml:context>
    <inkml:brush xml:id="br0">
      <inkml:brushProperty name="width" value="0.1" units="cm"/>
      <inkml:brushProperty name="height" value="0.1" units="cm"/>
      <inkml:brushProperty name="color" value="#F6630D"/>
    </inkml:brush>
  </inkml:definitions>
  <inkml:trace contextRef="#ctx0" brushRef="#br0">1 68 6449 0 0,'0'0'288'0'0,"1"0"57"0"0,1 0-281 0 0,0-2-64 0 0,1 2 0 0 0,0-1 0 0 0,1-2 744 0 0,1 1 136 0 0,6-5 24 0 0,3-1 8 0 0,5-3-912 0 0,0 0-160 0 0,2 0-48 0 0,-2 0-8 0 0</inkml:trace>
</inkml:ink>
</file>

<file path=ppt/ink/ink15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8:20.168"/>
    </inkml:context>
    <inkml:brush xml:id="br0">
      <inkml:brushProperty name="width" value="0.1" units="cm"/>
      <inkml:brushProperty name="height" value="0.1" units="cm"/>
      <inkml:brushProperty name="color" value="#F6630D"/>
    </inkml:brush>
  </inkml:definitions>
  <inkml:trace contextRef="#ctx0" brushRef="#br0">32 43 8290 0 0,'-18'-23'5157'0'0,"5"4"2172"0"0,19 60-4541 0 0,20 106-2419 0 0,7 165 1 0 0,-17-139-724 0 0,-4-86-405 0 0,-1-46 78 0 0</inkml:trace>
</inkml:ink>
</file>

<file path=ppt/ink/ink15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8:20.661"/>
    </inkml:context>
    <inkml:brush xml:id="br0">
      <inkml:brushProperty name="width" value="0.1" units="cm"/>
      <inkml:brushProperty name="height" value="0.1" units="cm"/>
      <inkml:brushProperty name="color" value="#F6630D"/>
    </inkml:brush>
  </inkml:definitions>
  <inkml:trace contextRef="#ctx0" brushRef="#br0">17 276 3681 0 0,'-8'-14'3'0'0,"0"-14"4401"0"0,8 27-4161 0 0,0 0 0 0 0,-1-1 0 0 0,1 1 0 0 0,0 0-1 0 0,0 0 1 0 0,0 0 0 0 0,0-1 0 0 0,0 1 0 0 0,1 0 0 0 0,-1 0 0 0 0,0 0 0 0 0,0-1-1 0 0,1 1 1 0 0,-1 0 0 0 0,1 0 0 0 0,-1 0 0 0 0,1 0 0 0 0,-1 0 0 0 0,1 0 0 0 0,0 0-1 0 0,0 0 1 0 0,-1 0 0 0 0,1 0 0 0 0,0 0 0 0 0,0 0 0 0 0,0 0 0 0 0,0 1-1 0 0,0-1 1 0 0,0 0 0 0 0,0 1 0 0 0,0-1 0 0 0,0 1 0 0 0,0-1 0 0 0,1 1 0 0 0,-1 0-1 0 0,1-1 1 0 0,1 1-56 0 0,0 0 0 0 0,0 0-1 0 0,0 0 1 0 0,0 1 0 0 0,0-1 0 0 0,0 1-1 0 0,0 0 1 0 0,0 0 0 0 0,0 0-1 0 0,-1 0 1 0 0,1 0 0 0 0,0 0 0 0 0,-1 1-1 0 0,1 0 1 0 0,-1-1 0 0 0,1 1 0 0 0,-1 0-1 0 0,0 0 1 0 0,1 0 0 0 0,1 3-1 0 0,7 7 105 0 0,-1 0 0 0 0,12 19 0 0 0,-22-30-266 0 0,124 210 630 0 0,-44-70-609 0 0,-77-135-57 0 0,1-1 0 0 0,0 1 0 0 0,0-1 0 0 0,0 0 0 0 0,8 7 0 0 0,-12-12 11 0 0,1 1 0 0 0,0 0 0 0 0,-1-1 0 0 0,1 1 0 0 0,0-1 0 0 0,0 0-1 0 0,-1 1 1 0 0,1-1 0 0 0,0 0 0 0 0,0 1 0 0 0,0-1 0 0 0,0 0 0 0 0,-1 0-1 0 0,1 0 1 0 0,0 1 0 0 0,0-1 0 0 0,0 0 0 0 0,0 0 0 0 0,0-1 0 0 0,1 1-1 0 0,-1 0 13 0 0,0-1 1 0 0,0 0-1 0 0,0 1 0 0 0,0-1 0 0 0,0 0 0 0 0,0 0 0 0 0,0 0 0 0 0,-1 0 0 0 0,1 0 1 0 0,0 0-1 0 0,0 0 0 0 0,-1 0 0 0 0,1 0 0 0 0,0 0 0 0 0,-1 0 0 0 0,1 0 0 0 0,-1 0 0 0 0,1-3 1 0 0,7-27 280 0 0,-1 1 0 0 0,-1-2 0 0 0,3-51 0 0 0,1-9-22 0 0,-8 73-385 0 0,6-34 210 0 0,25-84 0 0 0,-29 122-507 0 0,1 1 0 0 0,1 0-1 0 0,0 0 1 0 0,1 1 0 0 0,0 0-1 0 0,1 0 1 0 0,1 1-1 0 0,0 0 1 0 0,0 0 0 0 0,20-17-1 0 0,-6 10-6809 0 0</inkml:trace>
</inkml:ink>
</file>

<file path=ppt/ink/ink15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8:21.962"/>
    </inkml:context>
    <inkml:brush xml:id="br0">
      <inkml:brushProperty name="width" value="0.1" units="cm"/>
      <inkml:brushProperty name="height" value="0.1" units="cm"/>
      <inkml:brushProperty name="color" value="#F6630D"/>
    </inkml:brush>
  </inkml:definitions>
  <inkml:trace contextRef="#ctx0" brushRef="#br0">18 137 1840 0 0,'-1'-2'92'0'0,"0"1"-1"0"0,0-1 0 0 0,0 1 0 0 0,1-1 0 0 0,-1 1 0 0 0,0-1 0 0 0,1 0 0 0 0,-1 1 1 0 0,1-1-1 0 0,0 0 0 0 0,-1 1 0 0 0,1-1 0 0 0,0 0 0 0 0,0 0 0 0 0,0 1 0 0 0,0-1 0 0 0,1-3 1 0 0,-6-24 9467 0 0,3 36-7695 0 0,1 12-937 0 0,-1 68-106 0 0,2 65-1003 0 0,1-130 66 0 0,1 0-1 0 0,2-1 1 0 0,0 1 0 0 0,13 38 0 0 0,-14-54 113 0 0,-1 0 0 0 0,1 0 0 0 0,0-1 1 0 0,0 1-1 0 0,1-1 0 0 0,0 0 0 0 0,0 0 0 0 0,0 0 1 0 0,0-1-1 0 0,1 0 0 0 0,-1 1 0 0 0,1-1 0 0 0,1-1 1 0 0,-1 1-1 0 0,0-1 0 0 0,1 0 0 0 0,11 5 0 0 0,-12-7-2 0 0,0 1 1 0 0,0-1-1 0 0,0 0 0 0 0,0 0 0 0 0,1-1 0 0 0,-1 0 0 0 0,0 0 0 0 0,0 0 1 0 0,1 0-1 0 0,-1-1 0 0 0,0 0 0 0 0,0 0 0 0 0,0 0 0 0 0,0 0 0 0 0,0-1 1 0 0,0 0-1 0 0,0 0 0 0 0,-1-1 0 0 0,1 1 0 0 0,-1-1 0 0 0,9-6 0 0 0,-4 1 54 0 0,0-1-1 0 0,0 0 0 0 0,-1 0 0 0 0,0-1 0 0 0,0 0 1 0 0,-1 0-1 0 0,-1-1 0 0 0,9-18 0 0 0,-2-4-386 0 0,16-58-1 0 0,-16 46-333 0 0,-13 45 645 0 0,0 0 0 0 0,0-1-1 0 0,0 1 1 0 0,0 0-1 0 0,0 0 1 0 0,0 0-1 0 0,0-1 1 0 0,0 1-1 0 0,0 0 1 0 0,0 0 0 0 0,0 0-1 0 0,1 0 1 0 0,-1 0-1 0 0,0-1 1 0 0,0 1-1 0 0,0 0 1 0 0,0 0-1 0 0,0 0 1 0 0,1 0-1 0 0,-1 0 1 0 0,0 0 0 0 0,0-1-1 0 0,0 1 1 0 0,0 0-1 0 0,1 0 1 0 0,-1 0-1 0 0,0 0 1 0 0,0 0-1 0 0,0 0 1 0 0,1 0-1 0 0,-1 0 1 0 0,0 0 0 0 0,0 0-1 0 0,0 0 1 0 0,1 0-1 0 0,-1 0 1 0 0,0 0-1 0 0,0 0 1 0 0,0 0-1 0 0,1 0 1 0 0,-1 0-1 0 0,0 1 1 0 0,12 7-838 0 0,14 22-12 0 0,-15-18 826 0 0,-2-2 196 0 0,0-2 0 0 0,1 1 1 0 0,1-1-1 0 0,0 0 0 0 0,0-1 0 0 0,0-1 1 0 0,0 0-1 0 0,1 0 0 0 0,0-1 1 0 0,1-1-1 0 0,21 6 0 0 0,-26-8 19 0 0,0-1 0 0 0,-1 0 0 0 0,1 0 0 0 0,0-1 0 0 0,0 0 0 0 0,0 0 0 0 0,0-1-1 0 0,-1 0 1 0 0,1 0 0 0 0,0-1 0 0 0,-1 0 0 0 0,1-1 0 0 0,-1 1 0 0 0,0-1-1 0 0,0-1 1 0 0,0 1 0 0 0,0-1 0 0 0,0 0 0 0 0,-1-1 0 0 0,10-8 0 0 0,-6 3 57 0 0,-1 0 0 0 0,0-1 0 0 0,-1 0 1 0 0,0-1-1 0 0,-1 1 0 0 0,0-2 0 0 0,-1 1 1 0 0,0-1-1 0 0,-1 0 0 0 0,0 0 0 0 0,3-19 1 0 0,-4 16-475 0 0,-2-1 0 0 0,0 0 0 0 0,0-25 1 0 0,-3 24-1256 0 0,0 1 1 0 0,-1-1 0 0 0,-6-21 0 0 0,1 15-3942 0 0</inkml:trace>
</inkml:ink>
</file>

<file path=ppt/ink/ink15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8:22.357"/>
    </inkml:context>
    <inkml:brush xml:id="br0">
      <inkml:brushProperty name="width" value="0.1" units="cm"/>
      <inkml:brushProperty name="height" value="0.1" units="cm"/>
      <inkml:brushProperty name="color" value="#F6630D"/>
    </inkml:brush>
  </inkml:definitions>
  <inkml:trace contextRef="#ctx0" brushRef="#br0">0 0 10138 0 0,'22'24'1945'0'0,"-1"0"-1"0"0,19 28 1 0 0,-19-20-700 0 0,24 47 1 0 0,-21-27-1114 0 0,-3 2 1 0 0,23 83-1 0 0,-39-116-264 0 0,-4-13-3 0 0,1 1 0 0 0,0-1 1 0 0,1 0-1 0 0,0 0 0 0 0,0 0 1 0 0,0 0-1 0 0,6 8 0 0 0,-9-16 113 0 0,0 0-1 0 0,0 1 1 0 0,1-1-1 0 0,-1 0 1 0 0,0 0-1 0 0,0 0 1 0 0,0 0-1 0 0,0 0 1 0 0,0 1-1 0 0,1-1 1 0 0,-1 0-1 0 0,0 0 1 0 0,0 0-1 0 0,0 0 1 0 0,0 0-1 0 0,0 0 1 0 0,1 0-1 0 0,-1 0 1 0 0,0 0-1 0 0,0 0 1 0 0,0 0-1 0 0,1 1 1 0 0,-1-1-1 0 0,0 0 1 0 0,0 0 0 0 0,0 0-1 0 0,0 0 1 0 0,1 0-1 0 0,-1-1 1 0 0,0 1-1 0 0,0 0 1 0 0,0 0-1 0 0,1 0 1 0 0,-1 0-1 0 0,0 0 1 0 0,0 0-1 0 0,0 0 1 0 0,0 0-1 0 0,1 0 1 0 0,-1 0-1 0 0,0 0 1 0 0,0-1-1 0 0,0 1 1 0 0,0 0-1 0 0,0 0 1 0 0,1 0-1 0 0,-1-1 1 0 0,6-11-1043 0 0,-1-16-449 0 0,-1-18-97 0 0,-2 6 853 0 0,11-56 0 0 0,-11 84 892 0 0,1 1-1 0 0,1-1 1 0 0,0 1 0 0 0,0 0 0 0 0,1 0 0 0 0,0 0 0 0 0,1 1 0 0 0,0 0 0 0 0,10-12 0 0 0,-14 19 29 0 0,0 0 0 0 0,1 0 0 0 0,-1 1 0 0 0,1-1 0 0 0,-1 1 0 0 0,1 0 0 0 0,0 0 0 0 0,0 0 1 0 0,0 0-1 0 0,0 1 0 0 0,0-1 0 0 0,0 1 0 0 0,1-1 0 0 0,-1 1 0 0 0,0 0 0 0 0,1 0 0 0 0,-1 1 0 0 0,1-1 0 0 0,-1 1 0 0 0,1 0 0 0 0,-1 0 0 0 0,1 0 0 0 0,-1 0 0 0 0,1 0 0 0 0,-1 1 1 0 0,1 0-1 0 0,-1-1 0 0 0,0 1 0 0 0,1 1 0 0 0,-1-1 0 0 0,0 0 0 0 0,0 1 0 0 0,0-1 0 0 0,0 1 0 0 0,0 0 0 0 0,0 0 0 0 0,4 4 0 0 0,6 5 183 0 0,0 1 0 0 0,-1 1 0 0 0,0 0 0 0 0,-1 0 0 0 0,-1 1 0 0 0,10 17 0 0 0,43 74-376 0 0,-26-32-2786 0 0,-25-48-3734 0 0</inkml:trace>
</inkml:ink>
</file>

<file path=ppt/ink/ink15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8:22.706"/>
    </inkml:context>
    <inkml:brush xml:id="br0">
      <inkml:brushProperty name="width" value="0.1" units="cm"/>
      <inkml:brushProperty name="height" value="0.1" units="cm"/>
      <inkml:brushProperty name="color" value="#F6630D"/>
    </inkml:brush>
  </inkml:definitions>
  <inkml:trace contextRef="#ctx0" brushRef="#br0">36 79 6449 0 0,'4'-11'173'0'0,"11"-25"1040"0"0,-14 34-911 0 0,-1 0 0 0 0,1 0 0 0 0,0 0-1 0 0,-1 0 1 0 0,0 0 0 0 0,1-1 0 0 0,-1 1-1 0 0,0 0 1 0 0,0 0 0 0 0,0 0 0 0 0,0 0-1 0 0,-1 0 1 0 0,1-3 0 0 0,-2 6-33 0 0,0 0 0 0 0,1 1 0 0 0,-1-1 0 0 0,1 0 0 0 0,-1 1 0 0 0,1-1 0 0 0,0 1 0 0 0,-1-1 0 0 0,1 1 0 0 0,0 0 1 0 0,-1 2-1 0 0,-6 13-244 0 0,2 1 0 0 0,0 0 1 0 0,0 0-1 0 0,2 1 0 0 0,0-1 1 0 0,2 1-1 0 0,0 0 0 0 0,0 0 1 0 0,2 0-1 0 0,1 0 0 0 0,0 0 1 0 0,1-1-1 0 0,5 21 0 0 0,-7-38-90 0 0,0 0 0 0 0,0 0 0 0 0,1 0 0 0 0,-1 0 0 0 0,0 0 0 0 0,1 0 0 0 0,-1 0 0 0 0,0 0 0 0 0,1 0 0 0 0,-1 0 0 0 0,1 0 0 0 0,0 0 0 0 0,-1-1 0 0 0,1 1 0 0 0,0 0 0 0 0,-1 0 0 0 0,1 0 0 0 0,0-1 0 0 0,0 1 0 0 0,0-1 0 0 0,0 1 0 0 0,0 0 0 0 0,-1-1 0 0 0,1 1 0 0 0,0-1 0 0 0,2 1 0 0 0,-2-1-44 0 0,1-1 1 0 0,-1 1-1 0 0,1 0 1 0 0,-1-1-1 0 0,0 1 1 0 0,1-1-1 0 0,-1 1 1 0 0,0-1-1 0 0,1 0 1 0 0,-1 1 0 0 0,0-1-1 0 0,0 0 1 0 0,0 0-1 0 0,1 0 1 0 0,-1 0-1 0 0,1-2 1 0 0,5-5-144 0 0,-1 0 1 0 0,0 0-1 0 0,-1 0 1 0 0,7-13-1 0 0,5-23 449 0 0,-14 34 181 0 0,0 0-1 0 0,1 1 1 0 0,0-1-1 0 0,0 1 1 0 0,1 0-1 0 0,1 0 1 0 0,9-12-1 0 0,-15 21-292 0 0,1-1 0 0 0,-1 1-1 0 0,1-1 1 0 0,-1 1 0 0 0,1 0 0 0 0,-1-1-1 0 0,1 1 1 0 0,0-1 0 0 0,-1 1 0 0 0,1 0-1 0 0,0 0 1 0 0,-1-1 0 0 0,1 1 0 0 0,0 0-1 0 0,-1 0 1 0 0,1 0 0 0 0,0 0 0 0 0,-1 0-1 0 0,1 0 1 0 0,0 0 0 0 0,-1 0 0 0 0,1 0-1 0 0,0 0 1 0 0,0 0 0 0 0,-1 0 0 0 0,1 0-1 0 0,1 1 1 0 0,15 15 1207 0 0,10 35-440 0 0,-24-44-745 0 0,4 11-543 0 0,1-1 0 0 0,1 1 0 0 0,1-2 0 0 0,0 1 0 0 0,1-2 0 0 0,16 19 0 0 0,-10-17-5281 0 0</inkml:trace>
</inkml:ink>
</file>

<file path=ppt/ink/ink15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8:22.927"/>
    </inkml:context>
    <inkml:brush xml:id="br0">
      <inkml:brushProperty name="width" value="0.1" units="cm"/>
      <inkml:brushProperty name="height" value="0.1" units="cm"/>
      <inkml:brushProperty name="color" value="#F6630D"/>
    </inkml:brush>
  </inkml:definitions>
  <inkml:trace contextRef="#ctx0" brushRef="#br0">5 22 10138 0 0,'-3'-10'528'0'0,"2"-1"1030"0"0,11 18 894 0 0,36 54 1878 0 0,13 43-2485 0 0,-20-33-1125 0 0,110 200 447 0 0,-122-215-2211 0 0,-4 1 0 0 0,-1 1 0 0 0,13 61 1 0 0,-29-94-292 0 0</inkml:trace>
</inkml:ink>
</file>

<file path=ppt/ink/ink15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8:23.089"/>
    </inkml:context>
    <inkml:brush xml:id="br0">
      <inkml:brushProperty name="width" value="0.1" units="cm"/>
      <inkml:brushProperty name="height" value="0.1" units="cm"/>
      <inkml:brushProperty name="color" value="#F6630D"/>
    </inkml:brush>
  </inkml:definitions>
  <inkml:trace contextRef="#ctx0" brushRef="#br0">21 118 13363 0 0,'-3'0'150'0'0,"-13"-3"837"0"0,14-1-420 0 0,10-2 73 0 0,25-9-16 0 0,62-20 0 0 0,-28 17-1929 0 0,70-10 1 0 0,-79 20 1041 0 0</inkml:trace>
</inkml:ink>
</file>

<file path=ppt/ink/ink15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8:23.435"/>
    </inkml:context>
    <inkml:brush xml:id="br0">
      <inkml:brushProperty name="width" value="0.1" units="cm"/>
      <inkml:brushProperty name="height" value="0.1" units="cm"/>
      <inkml:brushProperty name="color" value="#F6630D"/>
    </inkml:brush>
  </inkml:definitions>
  <inkml:trace contextRef="#ctx0" brushRef="#br0">35 5 5985 0 0,'-1'-1'503'0'0,"0"1"0"0"0,-1-1 0 0 0,1 1 0 0 0,0-1 0 0 0,-1 1 0 0 0,1-1 0 0 0,0 1 0 0 0,-1 0 0 0 0,1 0 0 0 0,0 0 0 0 0,-1 0-1 0 0,1 0 1 0 0,0 0 0 0 0,-1 0 0 0 0,1 0 0 0 0,0 0 0 0 0,-1 1 0 0 0,-1 0 0 0 0,2-1-310 0 0,0 1 1 0 0,1 0-1 0 0,-1-1 0 0 0,1 1 1 0 0,-1 0-1 0 0,1-1 0 0 0,-1 1 0 0 0,1 0 1 0 0,-1 0-1 0 0,1-1 0 0 0,0 1 1 0 0,-1 0-1 0 0,1 0 0 0 0,0 0 1 0 0,0 0-1 0 0,0-1 0 0 0,-1 1 1 0 0,1 0-1 0 0,0 0 0 0 0,0 0 1 0 0,1 1-1 0 0,0 8 49 0 0,0-1-1 0 0,1 0 1 0 0,1 0 0 0 0,4 13 0 0 0,-2-6 466 0 0,71 353 410 0 0,-51-229-926 0 0,-3-44-1541 0 0,-12-60-813 0 0,-2 1 0 0 0,5 53 0 0 0</inkml:trace>
</inkml:ink>
</file>

<file path=ppt/ink/ink15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8:23.833"/>
    </inkml:context>
    <inkml:brush xml:id="br0">
      <inkml:brushProperty name="width" value="0.1" units="cm"/>
      <inkml:brushProperty name="height" value="0.1" units="cm"/>
      <inkml:brushProperty name="color" value="#F6630D"/>
    </inkml:brush>
  </inkml:definitions>
  <inkml:trace contextRef="#ctx0" brushRef="#br0">65 464 920 0 0,'-7'-8'286'0'0,"0"-1"-1"0"0,1-1 1 0 0,0 1-1 0 0,0-1 1 0 0,1 0-1 0 0,1 0 1 0 0,0 0-1 0 0,0-1 1 0 0,1 0-1 0 0,0 0 1 0 0,-2-18-1 0 0,3 14 401 0 0,0 0 0 0 0,2-1 0 0 0,0 0 0 0 0,0 1 0 0 0,2-1 0 0 0,0 1 0 0 0,5-22 0 0 0,-4 30-352 0 0,-1-1 1 0 0,1 0-1 0 0,1 1 1 0 0,-1 0-1 0 0,1 0 1 0 0,1 0-1 0 0,-1 0 1 0 0,1 0-1 0 0,0 1 1 0 0,1 0 0 0 0,-1 0-1 0 0,1 1 1 0 0,0-1-1 0 0,1 1 1 0 0,-1 0-1 0 0,9-4 1 0 0,6-2 451 0 0,1 0 1 0 0,0 2-1 0 0,0 1 1 0 0,1 0 0 0 0,29-5-1 0 0,-40 10-648 0 0,1 1 1 0 0,-1 1-1 0 0,0 0 1 0 0,1 0-1 0 0,-1 1 0 0 0,0 1 1 0 0,1 0-1 0 0,-1 1 1 0 0,0 0-1 0 0,0 1 0 0 0,23 8 1 0 0,-32-10-162 0 0,-1 0 1 0 0,0 0 0 0 0,1 1-1 0 0,-1-1 1 0 0,0 0 0 0 0,0 1-1 0 0,0-1 1 0 0,0 1 0 0 0,0 0 0 0 0,-1 0-1 0 0,1 0 1 0 0,-1 0 0 0 0,1 0-1 0 0,-1 0 1 0 0,1 0 0 0 0,-1 0-1 0 0,0 0 1 0 0,0 1 0 0 0,0-1-1 0 0,0 0 1 0 0,-1 1 0 0 0,1-1-1 0 0,0 1 1 0 0,-1-1 0 0 0,0 1-1 0 0,0-1 1 0 0,0 1 0 0 0,0-1 0 0 0,0 1-1 0 0,0-1 1 0 0,0 1 0 0 0,-1-1-1 0 0,0 1 1 0 0,1-1 0 0 0,-1 1-1 0 0,0-1 1 0 0,-1 3 0 0 0,-5 10-291 0 0,-1 0 0 0 0,-1 0 0 0 0,0-1 0 0 0,-17 20 0 0 0,14-17 117 0 0,-45 55-666 0 0,32-42 894 0 0,1 1-1 0 0,-38 66 1 0 0,61-95 88 0 0,0 0-1 0 0,0 1 0 0 0,0-1 0 0 0,1 0 1 0 0,-1 0-1 0 0,0 1 0 0 0,1-1 1 0 0,0 1-1 0 0,-1-1 0 0 0,1 0 0 0 0,0 1 1 0 0,0-1-1 0 0,1 1 0 0 0,-1-1 1 0 0,0 1-1 0 0,1-1 0 0 0,-1 0 0 0 0,2 4 1 0 0,0-2-7 0 0,0 0 1 0 0,1-1-1 0 0,-1 1 0 0 0,0-1 1 0 0,1 0-1 0 0,0 0 0 0 0,0 0 1 0 0,0 0-1 0 0,0 0 0 0 0,4 2 1 0 0,9 5 60 0 0,1 0 0 0 0,0-2 0 0 0,34 13 0 0 0,-39-16-156 0 0,176 54 181 0 0,-90-31-1441 0 0,-72-20 88 0 0</inkml:trace>
</inkml:ink>
</file>

<file path=ppt/ink/ink15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8:24.231"/>
    </inkml:context>
    <inkml:brush xml:id="br0">
      <inkml:brushProperty name="width" value="0.1" units="cm"/>
      <inkml:brushProperty name="height" value="0.1" units="cm"/>
      <inkml:brushProperty name="color" value="#F6630D"/>
    </inkml:brush>
  </inkml:definitions>
  <inkml:trace contextRef="#ctx0" brushRef="#br0">214 119 5985 0 0,'2'-7'425'0'0,"1"0"1"0"0,-1 0-1 0 0,0 0 0 0 0,-1-1 0 0 0,1 1 0 0 0,-2-1 0 0 0,1 1 0 0 0,-1-12 0 0 0,0 17-305 0 0,0 0 0 0 0,0 0-1 0 0,0 1 1 0 0,-1-1 0 0 0,1 0-1 0 0,0 0 1 0 0,-1 1-1 0 0,1-1 1 0 0,-1 1 0 0 0,0-1-1 0 0,0 0 1 0 0,1 1 0 0 0,-1-1-1 0 0,0 1 1 0 0,0 0-1 0 0,0-1 1 0 0,-1 1 0 0 0,1 0-1 0 0,0 0 1 0 0,0-1 0 0 0,-1 1-1 0 0,1 0 1 0 0,-1 0-1 0 0,1 0 1 0 0,-1 1 0 0 0,1-1-1 0 0,-1 0 1 0 0,1 1-1 0 0,-1-1 1 0 0,0 1 0 0 0,1-1-1 0 0,-1 1 1 0 0,0 0 0 0 0,1-1-1 0 0,-1 1 1 0 0,0 0-1 0 0,0 0 1 0 0,1 0 0 0 0,-1 1-1 0 0,0-1 1 0 0,0 0 0 0 0,-1 1-1 0 0,-6 1 175 0 0,1 0-1 0 0,-1 1 0 0 0,0 0 1 0 0,1 0-1 0 0,0 1 1 0 0,0 0-1 0 0,0 0 0 0 0,0 1 1 0 0,1 0-1 0 0,0 1 1 0 0,0-1-1 0 0,0 1 0 0 0,1 0 1 0 0,-1 1-1 0 0,-7 11 1 0 0,8-10-266 0 0,1-1 0 0 0,0 1 1 0 0,1 0-1 0 0,0 1 0 0 0,0-1 1 0 0,1 1-1 0 0,0 0 0 0 0,0 0 1 0 0,1 0-1 0 0,0 0 0 0 0,1 0 1 0 0,0 0-1 0 0,0 0 0 0 0,1 1 1 0 0,0-1-1 0 0,0 0 0 0 0,1 0 1 0 0,1 1-1 0 0,0-1 0 0 0,0 0 1 0 0,0 0-1 0 0,1 0 0 0 0,5 9 1 0 0,4 2-79 0 0,0-2 1 0 0,2 1 0 0 0,0-2 0 0 0,30 30-1 0 0,-25-27-62 0 0,0 0 0 0 0,18 27-1 0 0,-32-39-5 0 0,1 1-1 0 0,-1 0 1 0 0,-1 1 0 0 0,0-1-1 0 0,0 1 1 0 0,-1 0 0 0 0,0 0-1 0 0,-1 0 1 0 0,2 16 0 0 0,-3-15 19 0 0,0-1 1 0 0,-1 1 0 0 0,-1 0 0 0 0,0 0 0 0 0,-3 12-1 0 0,3-17-107 0 0,-1-1-1 0 0,1 1 1 0 0,-1-1-1 0 0,-1 0 1 0 0,1 1-1 0 0,-4 4 1 0 0,-14 12-3766 0 0</inkml:trace>
</inkml:ink>
</file>

<file path=ppt/ink/ink15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8:24.784"/>
    </inkml:context>
    <inkml:brush xml:id="br0">
      <inkml:brushProperty name="width" value="0.1" units="cm"/>
      <inkml:brushProperty name="height" value="0.1" units="cm"/>
      <inkml:brushProperty name="color" value="#F6630D"/>
    </inkml:brush>
  </inkml:definitions>
  <inkml:trace contextRef="#ctx0" brushRef="#br0">0 63 6449 0 0,'23'-8'8454'0'0,"32"-2"-4676"0"0,-41 7-2793 0 0,33-2 822 0 0,-36 4-2188 0 0,0 0-1 0 0,0 0 0 0 0,0-1 0 0 0,0 0 0 0 0,0-1 1 0 0,-1 0-1 0 0,1-1 0 0 0,11-6 0 0 0,-6 0 357 0 0</inkml:trace>
</inkml:ink>
</file>

<file path=ppt/ink/ink15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8:25.056"/>
    </inkml:context>
    <inkml:brush xml:id="br0">
      <inkml:brushProperty name="width" value="0.1" units="cm"/>
      <inkml:brushProperty name="height" value="0.1" units="cm"/>
      <inkml:brushProperty name="color" value="#F6630D"/>
    </inkml:brush>
  </inkml:definitions>
  <inkml:trace contextRef="#ctx0" brushRef="#br0">0 81 1376 0 0,'27'-12'11304'0'0,"12"-4"-9034"0"0,15-7-2774 0 0,-3-3-5503 0 0,-46 22 5546 0 0</inkml:trace>
</inkml:ink>
</file>

<file path=ppt/ink/ink15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8:25.230"/>
    </inkml:context>
    <inkml:brush xml:id="br0">
      <inkml:brushProperty name="width" value="0.1" units="cm"/>
      <inkml:brushProperty name="height" value="0.1" units="cm"/>
      <inkml:brushProperty name="color" value="#F6630D"/>
    </inkml:brush>
  </inkml:definitions>
  <inkml:trace contextRef="#ctx0" brushRef="#br0">1 144 5065 0 0,'3'0'650'0'0,"0"0"0"0"0,0-1 0 0 0,0 0 0 0 0,0 1 0 0 0,0-1 0 0 0,0 0 0 0 0,0-1 0 0 0,4-1 0 0 0,40-29 3223 0 0,-28 19-2976 0 0,31-17-659 0 0,-20 15-3036 0 0,63-21 1 0 0,-68 28 2695 0 0</inkml:trace>
</inkml:ink>
</file>

<file path=ppt/ink/ink15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8:25.530"/>
    </inkml:context>
    <inkml:brush xml:id="br0">
      <inkml:brushProperty name="width" value="0.1" units="cm"/>
      <inkml:brushProperty name="height" value="0.1" units="cm"/>
      <inkml:brushProperty name="color" value="#F6630D"/>
    </inkml:brush>
  </inkml:definitions>
  <inkml:trace contextRef="#ctx0" brushRef="#br0">0 71 6449 0 0,'3'-5'286'0'0,"-1"0"0"0"0,1 0 0 0 0,0 1-1 0 0,0-1 1 0 0,1 1 0 0 0,-1 0 0 0 0,1 0-1 0 0,0 0 1 0 0,0 1 0 0 0,0-1 0 0 0,1 1-1 0 0,-1 0 1 0 0,1 0 0 0 0,0 0 0 0 0,7-2 0 0 0,-10 4-124 0 0,1 0 1 0 0,-1 0 0 0 0,0 0-1 0 0,1 0 1 0 0,-1 1 0 0 0,0-1 0 0 0,1 1-1 0 0,-1 0 1 0 0,1 0 0 0 0,-1 0 0 0 0,1 0-1 0 0,-1 0 1 0 0,0 0 0 0 0,1 1-1 0 0,-1-1 1 0 0,1 1 0 0 0,-1-1 0 0 0,0 1-1 0 0,1 0 1 0 0,-1 0 0 0 0,0 0-1 0 0,0 0 1 0 0,0 1 0 0 0,0-1 0 0 0,0 1-1 0 0,0-1 1 0 0,0 1 0 0 0,0 0 0 0 0,-1-1-1 0 0,1 1 1 0 0,-1 0 0 0 0,1 0-1 0 0,-1 0 1 0 0,0 0 0 0 0,2 4 0 0 0,3 9 304 0 0,0-1 0 0 0,-2 1 0 0 0,0 0 0 0 0,0 0 0 0 0,-2 0 0 0 0,2 20 0 0 0,-2 97 251 0 0,-3-79-332 0 0,-3 19-228 0 0,-1 20 270 0 0,5-82-324 0 0,1 0 1 0 0,0 1 0 0 0,1-1 0 0 0,0 0 0 0 0,0 0 0 0 0,5 13 0 0 0,-5-20-106 0 0,-1-1 1 0 0,0 1 0 0 0,0-1-1 0 0,1 0 1 0 0,-1 0-1 0 0,1 0 1 0 0,0 0 0 0 0,0 0-1 0 0,0 0 1 0 0,0 0-1 0 0,2 1 1 0 0</inkml:trace>
</inkml:ink>
</file>

<file path=ppt/ink/ink15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8:25.673"/>
    </inkml:context>
    <inkml:brush xml:id="br0">
      <inkml:brushProperty name="width" value="0.1" units="cm"/>
      <inkml:brushProperty name="height" value="0.1" units="cm"/>
      <inkml:brushProperty name="color" value="#F6630D"/>
    </inkml:brush>
  </inkml:definitions>
  <inkml:trace contextRef="#ctx0" brushRef="#br0">49 0 14283 0 0,'-17'18'632'0'0,"4"-7"136"0"0,5 0-616 0 0,3-4-152 0 0,3-3 0 0 0,2-1 0 0 0,0-1 553 0 0,-1 2 87 0 0,0 5 8 0 0,-1-1 8 0 0,2 0-424 0 0,0-2-80 0 0,3-4-24 0 0,11-30-11634 0 0</inkml:trace>
</inkml:ink>
</file>

<file path=ppt/ink/ink15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8:12.816"/>
    </inkml:context>
    <inkml:brush xml:id="br0">
      <inkml:brushProperty name="width" value="0.1" units="cm"/>
      <inkml:brushProperty name="height" value="0.1" units="cm"/>
      <inkml:brushProperty name="color" value="#F6630D"/>
    </inkml:brush>
  </inkml:definitions>
  <inkml:trace contextRef="#ctx0" brushRef="#br0">11 111 5065 0 0,'10'-110'9801'0'0,"-16"148"-4821"0"0,-3 12-4610 0 0,5 18-306 0 0,2 0-1 0 0,3 0 0 0 0,4-1 0 0 0,16 89 0 0 0,-17-140-62 0 0,1 0 0 0 0,0 0-1 0 0,1-1 1 0 0,0 0-1 0 0,1 0 1 0 0,1-1-1 0 0,18 25 1 0 0,-19-30-5 0 0,0 0-1 0 0,1 0 1 0 0,0-1-1 0 0,0 0 1 0 0,1-1-1 0 0,0 0 1 0 0,1 0-1 0 0,0-1 1 0 0,0 0-1 0 0,0-1 1 0 0,0 0 0 0 0,12 3-1 0 0,-19-7-68 0 0,1 0-1 0 0,0 0 1 0 0,0 0 0 0 0,0 0 0 0 0,0-1-1 0 0,0 0 1 0 0,0 0 0 0 0,0 0-1 0 0,0 0 1 0 0,0-1 0 0 0,0 0 0 0 0,0 1-1 0 0,0-2 1 0 0,5-1 0 0 0,15-12-5328 0 0,-10 3-616 0 0</inkml:trace>
</inkml:ink>
</file>

<file path=ppt/ink/ink15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8:13.038"/>
    </inkml:context>
    <inkml:brush xml:id="br0">
      <inkml:brushProperty name="width" value="0.1" units="cm"/>
      <inkml:brushProperty name="height" value="0.1" units="cm"/>
      <inkml:brushProperty name="color" value="#F6630D"/>
    </inkml:brush>
  </inkml:definitions>
  <inkml:trace contextRef="#ctx0" brushRef="#br0">22 0 9674 0 0,'-5'3'864'0'0,"1"-2"-696"0"0,1 1-168 0 0,2 2 1705 0 0,-1 0-769 0 0,-2 3 8 0 0,1 1-432 0 0,3 2-96 0 0,2-2-8 0 0,3 1-8 0 0,2-2-1008 0 0,1 0-192 0 0,3-2-48 0 0,2 1-8 0 0,2-1 672 0 0,1-2 184 0 0</inkml:trace>
</inkml:ink>
</file>

<file path=ppt/ink/ink15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8:13.465"/>
    </inkml:context>
    <inkml:brush xml:id="br0">
      <inkml:brushProperty name="width" value="0.1" units="cm"/>
      <inkml:brushProperty name="height" value="0.1" units="cm"/>
      <inkml:brushProperty name="color" value="#F6630D"/>
    </inkml:brush>
  </inkml:definitions>
  <inkml:trace contextRef="#ctx0" brushRef="#br0">240 51 8290 0 0,'-21'-10'1048'0'0,"0"1"0"0"0,-1 0 1 0 0,-25-6-1 0 0,39 13-610 0 0,1 0 0 0 0,0 1-1 0 0,-1 0 1 0 0,1 0 0 0 0,0 1 0 0 0,-1 0 0 0 0,1 0-1 0 0,-1 1 1 0 0,1 0 0 0 0,0 0 0 0 0,-1 0-1 0 0,1 1 1 0 0,-13 6 0 0 0,19-8-391 0 0,0 0 1 0 0,1 0-1 0 0,-1 0 1 0 0,0 1-1 0 0,1-1 1 0 0,-1 0-1 0 0,0 1 0 0 0,1-1 1 0 0,-1 1-1 0 0,1-1 1 0 0,-1 1-1 0 0,1-1 0 0 0,-1 1 1 0 0,1-1-1 0 0,0 1 1 0 0,-1-1-1 0 0,1 1 1 0 0,-1 0-1 0 0,1-1 0 0 0,0 1 1 0 0,0-1-1 0 0,-1 1 1 0 0,1 0-1 0 0,0-1 1 0 0,0 1-1 0 0,0 0 0 0 0,0 0 1 0 0,0-1-1 0 0,0 2 1 0 0,0 0-20 0 0,1-1 0 0 0,-1 0 0 0 0,1 1 1 0 0,0-1-1 0 0,0 0 0 0 0,-1 1 0 0 0,1-1 1 0 0,0 0-1 0 0,0 0 0 0 0,0 0 0 0 0,1 0 1 0 0,-1 0-1 0 0,1 1 0 0 0,45 25-224 0 0,-45-26 220 0 0,77 29-273 0 0,-50-20 9 0 0,37 17-1 0 0,-59-23 173 0 0,1 0 0 0 0,-1 0 0 0 0,0 1 0 0 0,-1 0 0 0 0,1 0-1 0 0,-1 1 1 0 0,0-1 0 0 0,0 1 0 0 0,8 12 0 0 0,-12-14 74 0 0,1 0 0 0 0,-1 1 1 0 0,-1-1-1 0 0,1 0 0 0 0,0 1 1 0 0,-1-1-1 0 0,0 1 0 0 0,0-1 0 0 0,0 1 1 0 0,-1 0-1 0 0,0 0 0 0 0,1-1 1 0 0,-2 1-1 0 0,1 0 0 0 0,0-1 1 0 0,-1 1-1 0 0,0 0 0 0 0,0-1 1 0 0,-1 1-1 0 0,1-1 0 0 0,-1 1 0 0 0,0-1 1 0 0,0 0-1 0 0,0 0 0 0 0,-5 6 1 0 0,1 0-247 0 0,-1-1 0 0 0,0 0 0 0 0,-1-1 0 0 0,0 0 0 0 0,0 0 0 0 0,-1-1 0 0 0,0 0 0 0 0,0 0 0 0 0,-16 8 1 0 0,12-8-5779 0 0</inkml:trace>
</inkml:ink>
</file>

<file path=ppt/ink/ink15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8:13.704"/>
    </inkml:context>
    <inkml:brush xml:id="br0">
      <inkml:brushProperty name="width" value="0.1" units="cm"/>
      <inkml:brushProperty name="height" value="0.1" units="cm"/>
      <inkml:brushProperty name="color" value="#F6630D"/>
    </inkml:brush>
  </inkml:definitions>
  <inkml:trace contextRef="#ctx0" brushRef="#br0">0 55 7834 0 0,'25'-16'3794'0'0,"-6"8"-2285"0"0,17-9-787 0 0,-12 5-8404 0 0,-21 10 6938 0 0</inkml:trace>
</inkml:ink>
</file>

<file path=ppt/ink/ink15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8:13.846"/>
    </inkml:context>
    <inkml:brush xml:id="br0">
      <inkml:brushProperty name="width" value="0.1" units="cm"/>
      <inkml:brushProperty name="height" value="0.1" units="cm"/>
      <inkml:brushProperty name="color" value="#F6630D"/>
    </inkml:brush>
  </inkml:definitions>
  <inkml:trace contextRef="#ctx0" brushRef="#br0">1 17 8290 0 0,'1'6'368'0'0,"1"-4"80"0"0,0 1-360 0 0,1 0-88 0 0,-1-2 0 0 0,0 1 0 0 0,1-1 520 0 0,4 0 88 0 0,4 2 24 0 0,4-2 0 0 0,4 1-423 0 0,1-4-81 0 0,1 0-24 0 0,2-4 0 0 0,-1 1-104 0 0,0-3 0 0 0,-2-1 0 0 0,1 0 0 0 0</inkml:trace>
</inkml:ink>
</file>

<file path=ppt/ink/ink15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8:14.187"/>
    </inkml:context>
    <inkml:brush xml:id="br0">
      <inkml:brushProperty name="width" value="0.1" units="cm"/>
      <inkml:brushProperty name="height" value="0.1" units="cm"/>
      <inkml:brushProperty name="color" value="#F6630D"/>
    </inkml:brush>
  </inkml:definitions>
  <inkml:trace contextRef="#ctx0" brushRef="#br0">31 38 6449 0 0,'-30'-38'12075'0'0,"31"66"-8697"0"0,-1-12-3045 0 0,3 32 92 0 0,14 123 75 0 0,-12-140-545 0 0,1 0 0 0 0,2-1 1 0 0,15 42-1 0 0,-18-60-579 0 0,1 0 0 0 0,0-1 0 0 0,1 0-1 0 0,13 18 1 0 0,-2-8-6609 0 0</inkml:trace>
</inkml:ink>
</file>

<file path=ppt/ink/ink15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9:03.320"/>
    </inkml:context>
    <inkml:brush xml:id="br0">
      <inkml:brushProperty name="width" value="0.1" units="cm"/>
      <inkml:brushProperty name="height" value="0.1" units="cm"/>
      <inkml:brushProperty name="color" value="#F6630D"/>
    </inkml:brush>
  </inkml:definitions>
  <inkml:trace contextRef="#ctx0" brushRef="#br0">68 0 9674 0 0,'1'2'454'0'0,"1"1"1"0"0,-1-1-1 0 0,0 0 0 0 0,0 1 0 0 0,1-1 0 0 0,-2 1 1 0 0,1-1-1 0 0,0 1 0 0 0,0 0 0 0 0,-1-1 0 0 0,1 1 1 0 0,-1 5-1 0 0,-1 52 1661 0 0,-20 65-917 0 0,2-46-880 0 0,-19 109-1128 0 0,37-186 515 0 0,1 0 1 0 0,0 1 0 0 0,0-1-1 0 0,0 0 1 0 0,0 0-1 0 0,1 0 1 0 0,-1 1-1 0 0,0-1 1 0 0,2 4-1 0 0</inkml:trace>
</inkml:ink>
</file>

<file path=ppt/ink/ink15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9:03.828"/>
    </inkml:context>
    <inkml:brush xml:id="br0">
      <inkml:brushProperty name="width" value="0.1" units="cm"/>
      <inkml:brushProperty name="height" value="0.1" units="cm"/>
      <inkml:brushProperty name="color" value="#F6630D"/>
    </inkml:brush>
  </inkml:definitions>
  <inkml:trace contextRef="#ctx0" brushRef="#br0">25 218 2304 0 0,'-24'-16'15020'0'0,"29"26"-14507"0"0,0 0 0 0 0,1 0-1 0 0,0 0 1 0 0,1-1 0 0 0,0 0 0 0 0,16 16 0 0 0,16 20 210 0 0,-37-42-720 0 0,-1-1 0 0 0,1 0 0 0 0,-1 0 0 0 0,1 0 0 0 0,0 0 0 0 0,0 0 0 0 0,0 0 0 0 0,0 0 1 0 0,0-1-1 0 0,0 1 0 0 0,1-1 0 0 0,-1 1 0 0 0,1-1 0 0 0,-1 0 0 0 0,1 0 0 0 0,-1 0 0 0 0,1 0 0 0 0,-1-1 1 0 0,1 1-1 0 0,0-1 0 0 0,-1 1 0 0 0,4-1 0 0 0,-2-1 2 0 0,0 0 1 0 0,0 0-1 0 0,0 0 0 0 0,0-1 1 0 0,-1 1-1 0 0,1-1 1 0 0,0 0-1 0 0,-1 0 0 0 0,0 0 1 0 0,1-1-1 0 0,-1 1 1 0 0,0-1-1 0 0,0 0 0 0 0,4-5 1 0 0,0 1 12 0 0,-1-1 0 0 0,0 0 0 0 0,0-1 1 0 0,0 1-1 0 0,-1-1 0 0 0,-1 0 0 0 0,1-1 1 0 0,5-18-1 0 0,-3 1-28 0 0,5-55 0 0 0,-8 54-142 0 0,-2 10-18 0 0,-1 8 180 0 0,0 0 1 0 0,0 0-1 0 0,1 0 1 0 0,1 1-1 0 0,6-18 1 0 0,-8 29 70 0 0,-1-1 0 0 0,1 1 1 0 0,0 0-1 0 0,0-1 0 0 0,0 1 0 0 0,0 0 0 0 0,0-1 0 0 0,1 0 1 0 0,-1 1-1 0 0,0-1 0 0 0,3 2 0 0 0,-3-2-116 0 0,6 5 101 0 0,0 1-1 0 0,-1 0 1 0 0,0 0 0 0 0,0 0-1 0 0,0 1 1 0 0,-1 0 0 0 0,0 0-1 0 0,0 1 1 0 0,-1-1 0 0 0,-1 1-1 0 0,6 15 1 0 0,12 67 117 0 0,-12-48-122 0 0,16 46 0 0 0,-20-77-58 0 0,0 1 0 0 0,0-2 0 0 0,1 1 0 0 0,0-1 0 0 0,1 0 0 0 0,0 0 0 0 0,1-1 0 0 0,11 12 0 0 0,7-1 8 0 0,3-6 42 0 0</inkml:trace>
</inkml:ink>
</file>

<file path=ppt/ink/ink15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9:04.431"/>
    </inkml:context>
    <inkml:brush xml:id="br0">
      <inkml:brushProperty name="width" value="0.1" units="cm"/>
      <inkml:brushProperty name="height" value="0.1" units="cm"/>
      <inkml:brushProperty name="color" value="#F6630D"/>
    </inkml:brush>
  </inkml:definitions>
  <inkml:trace contextRef="#ctx0" brushRef="#br0">249 133 9674 0 0,'3'-65'4635'0'0,"-3"60"-4182"0"0,0-1-1 0 0,-1 1 1 0 0,1 0 0 0 0,-1 0-1 0 0,0 0 1 0 0,-1 0-1 0 0,1 0 1 0 0,-1 0 0 0 0,0 0-1 0 0,-4-6 1 0 0,6 11-404 0 0,0-1 0 0 0,0 1 0 0 0,0 0 0 0 0,-1-1 0 0 0,1 1 1 0 0,0 0-1 0 0,0-1 0 0 0,-1 1 0 0 0,1 0 0 0 0,0 0 0 0 0,-1-1 0 0 0,1 1 0 0 0,0 0 0 0 0,-1 0 0 0 0,1-1 0 0 0,0 1 0 0 0,-1 0 0 0 0,1 0 0 0 0,-1 0 0 0 0,1 0 1 0 0,0 0-1 0 0,-1-1 0 0 0,1 1 0 0 0,-1 0 0 0 0,1 0 0 0 0,0 0 0 0 0,-1 0 0 0 0,1 0 0 0 0,-1 0 0 0 0,1 0 0 0 0,0 0 0 0 0,-1 1 0 0 0,-10 10 681 0 0,-4 22-275 0 0,14-32-400 0 0,-29 95 144 0 0,4 2-1 0 0,-20 162 1 0 0,30-165-133 0 0,-42 480 18 0 0,58-575-84 0 0,-3 45-2618 0 0,-16 81 0 0 0</inkml:trace>
</inkml:ink>
</file>

<file path=ppt/ink/ink15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9:04.733"/>
    </inkml:context>
    <inkml:brush xml:id="br0">
      <inkml:brushProperty name="width" value="0.1" units="cm"/>
      <inkml:brushProperty name="height" value="0.1" units="cm"/>
      <inkml:brushProperty name="color" value="#F6630D"/>
    </inkml:brush>
  </inkml:definitions>
  <inkml:trace contextRef="#ctx0" brushRef="#br0">28 115 2304 0 0,'-9'-29'-1109'0'0,"5"19"4054"0"0,1-1 0 0 0,0 0 1 0 0,0 0-1 0 0,1 0 0 0 0,-1-12 1 0 0,3 22-2897 0 0,0 1 0 0 0,0 0 0 0 0,0 0 0 0 0,0-1 0 0 0,0 1 0 0 0,0 0 0 0 0,0 0 0 0 0,0-1 0 0 0,0 1 0 0 0,0 0 0 0 0,0 0 0 0 0,0-1 0 0 0,0 1-1 0 0,0 0 1 0 0,0 0 0 0 0,0-1 0 0 0,0 1 0 0 0,0 0 0 0 0,1 0 0 0 0,-1-1 0 0 0,0 1 0 0 0,0 0 0 0 0,0 0 0 0 0,0 0 0 0 0,0-1 0 0 0,1 1 0 0 0,-1 0 0 0 0,0 0 0 0 0,0 0 0 0 0,0 0 0 0 0,1 0 0 0 0,-1-1 0 0 0,0 1 0 0 0,0 0 0 0 0,0 0 0 0 0,1 0 0 0 0,-1 0 0 0 0,0 0 0 0 0,0 0 0 0 0,1 0 0 0 0,10 6 739 0 0,9 15-358 0 0,-8-3-246 0 0,-1 1 0 0 0,-1 0 0 0 0,0 0 0 0 0,7 23 0 0 0,23 87 243 0 0,-9-26-190 0 0,-13-53-188 0 0,3 0 0 0 0,1-2 0 0 0,3 0 0 0 0,2-2 0 0 0,2-1-1 0 0,2-1 1 0 0,1-1 0 0 0,56 54 0 0 0,-25-36-144 0 0,-36-37-167 0 0,0 2 0 0 0,-2 2 0 0 0,0 0 0 0 0,21 34 0 0 0,-27-22-3885 0 0</inkml:trace>
</inkml:ink>
</file>

<file path=ppt/ink/ink15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9:04.957"/>
    </inkml:context>
    <inkml:brush xml:id="br0">
      <inkml:brushProperty name="width" value="0.1" units="cm"/>
      <inkml:brushProperty name="height" value="0.1" units="cm"/>
      <inkml:brushProperty name="color" value="#F6630D"/>
    </inkml:brush>
  </inkml:definitions>
  <inkml:trace contextRef="#ctx0" brushRef="#br0">1 103 9218 0 0,'8'-4'816'0'0,"1"0"-656"0"0,1 1-160 0 0,-3 0 0 0 0,0 1 680 0 0,2-1 104 0 0,9-4 17 0 0,9-2 7 0 0,10-4-32 0 0,4-2-8 0 0,-1 3 0 0 0,2 1-3416 0 0,-5 1-681 0 0,-5 4-144 0 0</inkml:trace>
</inkml:ink>
</file>

<file path=ppt/ink/ink15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9:06.012"/>
    </inkml:context>
    <inkml:brush xml:id="br0">
      <inkml:brushProperty name="width" value="0.1" units="cm"/>
      <inkml:brushProperty name="height" value="0.1" units="cm"/>
      <inkml:brushProperty name="color" value="#F6630D"/>
    </inkml:brush>
  </inkml:definitions>
  <inkml:trace contextRef="#ctx0" brushRef="#br0">0 327 5529 0 0,'2'-4'419'0'0,"-1"1"-1"0"0,1-1 0 0 0,0 1 1 0 0,0 0-1 0 0,0-1 0 0 0,0 1 1 0 0,0 0-1 0 0,1 1 0 0 0,3-4 1 0 0,6-8 1048 0 0,2-9-669 0 0,-1 0 0 0 0,-1-1 0 0 0,-1 0 1 0 0,-1-1-1 0 0,-1 0 0 0 0,-2 0 0 0 0,0-1 1 0 0,5-44-1 0 0,-12 58-390 0 0,-3 18 324 0 0,-3 20 280 0 0,5 17-1012 0 0,2 0 0 0 0,1 0 0 0 0,3-1 0 0 0,13 57 0 0 0,57 161 0 0 0,-67-235 0 0 0,6 21-432 0 0,-3 1 1 0 0,-1 1-1 0 0,-2 0 0 0 0,-3 0 0 0 0,-1 0 0 0 0,-6 87 0 0 0,0-100-5955 0 0</inkml:trace>
</inkml:ink>
</file>

<file path=ppt/ink/ink15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19:06.286"/>
    </inkml:context>
    <inkml:brush xml:id="br0">
      <inkml:brushProperty name="width" value="0.1" units="cm"/>
      <inkml:brushProperty name="height" value="0.1" units="cm"/>
      <inkml:brushProperty name="color" value="#F6630D"/>
    </inkml:brush>
  </inkml:definitions>
  <inkml:trace contextRef="#ctx0" brushRef="#br0">0 137 7834 0 0,'3'-2'441'0'0,"0"-1"0"0"0,0 1 0 0 0,0-1 0 0 0,0 1 1 0 0,0 0-1 0 0,0 0 0 0 0,1 0 0 0 0,-1 0 0 0 0,7-1 0 0 0,-2-1 109 0 0,91-55 4767 0 0,-33 17-8307 0 0,-55 34 2959 0 0</inkml:trace>
</inkml:ink>
</file>

<file path=ppt/ink/ink15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1:54.738"/>
    </inkml:context>
    <inkml:brush xml:id="br0">
      <inkml:brushProperty name="width" value="0.1" units="cm"/>
      <inkml:brushProperty name="height" value="0.1" units="cm"/>
      <inkml:brushProperty name="color" value="#F6630D"/>
    </inkml:brush>
  </inkml:definitions>
  <inkml:trace contextRef="#ctx0" brushRef="#br0">691 133 6913 0 0,'8'-51'3483'0'0,"-6"46"-2774"0"0,0-1-1 0 0,-1 0 0 0 0,0 0 0 0 0,0-1 1 0 0,0 1-1 0 0,-1 0 0 0 0,0 0 1 0 0,0 0-1 0 0,0 0 0 0 0,-1 0 1 0 0,-2-9-1 0 0,2 16-484 0 0,-1-1-1 0 0,1 1 1 0 0,-1 0-1 0 0,1 0 1 0 0,0 0-1 0 0,-1 0 1 0 0,1 0 0 0 0,0 0-1 0 0,0 0 1 0 0,-1 0-1 0 0,1 0 1 0 0,0 1-1 0 0,-1 2 1 0 0,-23 32 87 0 0,2 1 0 0 0,2 1 0 0 0,-17 43 0 0 0,-42 126-206 0 0,75-192-51 0 0,-185 632 60 0 0,-15 46-28 0 0,179-620-157 0 0,8-18-105 0 0,-27 52-1 0 0,39-101-1436 0 0,5-16-1432 0 0,1 0 1518 0 0</inkml:trace>
</inkml:ink>
</file>

<file path=ppt/ink/ink15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1:55.084"/>
    </inkml:context>
    <inkml:brush xml:id="br0">
      <inkml:brushProperty name="width" value="0.1" units="cm"/>
      <inkml:brushProperty name="height" value="0.1" units="cm"/>
      <inkml:brushProperty name="color" value="#F6630D"/>
    </inkml:brush>
  </inkml:definitions>
  <inkml:trace contextRef="#ctx0" brushRef="#br0">34 54 6913 0 0,'-2'-2'382'0'0,"-1"0"0"0"0,1 0 0 0 0,0-1 0 0 0,0 1-1 0 0,-1 0 1 0 0,2-1 0 0 0,-1 0 0 0 0,0 1 0 0 0,0-1-1 0 0,1 0 1 0 0,-1 0 0 0 0,-1-5 0 0 0,-4-8 4765 0 0,23 45-2407 0 0,19 28 0 0 0,-14-28-2592 0 0,0-1 0 0 0,2 0 0 0 0,2-2 1 0 0,49 42-1 0 0,-66-61-126 0 0,1-1 0 0 0,0 0-1 0 0,0-1 1 0 0,0 0 0 0 0,1 0 0 0 0,-1-1 0 0 0,1 0 0 0 0,0-1-1 0 0,0 0 1 0 0,19 3 0 0 0,-23-6-11 0 0,1 1 0 0 0,0-2 0 0 0,-1 1 0 0 0,1 0 0 0 0,-1-1 0 0 0,1 0 0 0 0,-1-1 0 0 0,0 0 0 0 0,1 0 0 0 0,-1 0-1 0 0,0 0 1 0 0,0-1 0 0 0,0 0 0 0 0,0-1 0 0 0,-1 1 0 0 0,0-1 0 0 0,1 0 0 0 0,5-6 0 0 0,6-8-288 0 0,-1-1 1 0 0,0-1-1 0 0,-2 0 1 0 0,0-1-1 0 0,-2-1 0 0 0,18-38 1 0 0,-15 25-364 0 0</inkml:trace>
</inkml:ink>
</file>

<file path=ppt/ink/ink15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1:56.432"/>
    </inkml:context>
    <inkml:brush xml:id="br0">
      <inkml:brushProperty name="width" value="0.1" units="cm"/>
      <inkml:brushProperty name="height" value="0.1" units="cm"/>
      <inkml:brushProperty name="color" value="#F6630D"/>
    </inkml:brush>
  </inkml:definitions>
  <inkml:trace contextRef="#ctx0" brushRef="#br0">108 151 7370 0 0,'-5'-6'552'0'0,"2"1"1"0"0,-1-1 0 0 0,0 0 0 0 0,1 0 0 0 0,0 0-1 0 0,-3-11 1 0 0,-6-10 1189 0 0,5 13-445 0 0,-12-21 1308 0 0,18 33-2361 0 0,0 0 1 0 0,0 0-1 0 0,-1 1 0 0 0,1-1 0 0 0,-1 0 1 0 0,1 1-1 0 0,-1 0 0 0 0,1-1 0 0 0,-1 1 1 0 0,0 0-1 0 0,0 0 0 0 0,0 0 1 0 0,0 0-1 0 0,-2-1 0 0 0,3 2-198 0 0,1 0 0 0 0,-1 0 0 0 0,0 0 0 0 0,1 0 0 0 0,-1 1-1 0 0,0-1 1 0 0,0 0 0 0 0,1 0 0 0 0,-1 1 0 0 0,0-1 0 0 0,1 0 0 0 0,-1 1 0 0 0,1-1 0 0 0,-1 1-1 0 0,1-1 1 0 0,-1 1 0 0 0,1-1 0 0 0,-1 1 0 0 0,1-1 0 0 0,-1 1 0 0 0,1 0 0 0 0,-1-1 0 0 0,1 1 0 0 0,0 0-1 0 0,-1-1 1 0 0,1 1 0 0 0,0 0 0 0 0,0-1 0 0 0,0 1 0 0 0,-1 0 0 0 0,1-1 0 0 0,0 1 0 0 0,0 0-1 0 0,0 0 1 0 0,0-1 0 0 0,0 1 0 0 0,0 0 0 0 0,1 0 0 0 0,-1 0 0 0 0,1 36 148 0 0,-1-34-89 0 0,9 73-66 0 0,4-1 0 0 0,2-1-1 0 0,33 96 1 0 0,-38-142-44 0 0,1 0 0 0 0,15 28 0 0 0,-20-46-1 0 0,0 0 0 0 0,0-1 0 0 0,1 1 0 0 0,0-1 0 0 0,0-1 0 0 0,1 1 0 0 0,0-1 0 0 0,14 10 0 0 0,-20-16-11 0 0,1 0 0 0 0,0 0 1 0 0,0 0-1 0 0,1-1 1 0 0,-1 1-1 0 0,0-1 1 0 0,0 1-1 0 0,1-1 1 0 0,-1 0-1 0 0,1 0 1 0 0,-1-1-1 0 0,1 1 1 0 0,-1-1-1 0 0,1 0 0 0 0,-1 1 1 0 0,1-2-1 0 0,0 1 1 0 0,-1 0-1 0 0,1-1 1 0 0,-1 0-1 0 0,1 1 1 0 0,-1-1-1 0 0,1-1 1 0 0,3-1-1 0 0,-2 0-8 0 0,0 0 0 0 0,-1-1 0 0 0,1 1 1 0 0,-1-1-1 0 0,0 0 0 0 0,0-1 0 0 0,0 1 0 0 0,-1-1 0 0 0,1 1 0 0 0,-1-1 0 0 0,0 0 0 0 0,-1 0 0 0 0,1 0 1 0 0,1-7-1 0 0,3-6 36 0 0,-2-1 1 0 0,-1 1-1 0 0,0-1 1 0 0,-1 0-1 0 0,1-28 1 0 0,-8-97 84 0 0,3 119-88 0 0,1 19 53 0 0,-1-1 0 0 0,0 1 0 0 0,0 0 0 0 0,0-1-1 0 0,-1 1 1 0 0,0 0 0 0 0,0 0 0 0 0,-1-1 0 0 0,1 2 0 0 0,-8-12 0 0 0,18 28-68 0 0,-1 1 0 0 0,-1-1 0 0 0,0 1 1 0 0,0 0-1 0 0,-2 1 0 0 0,1-1 0 0 0,4 24 1 0 0,2 3-2 0 0,-7-28 60 0 0,4 13 81 0 0,15 32 0 0 0,-21-51-126 0 0,1 0 1 0 0,0 0 0 0 0,0 0 0 0 0,0 0 0 0 0,0 0-1 0 0,1-1 1 0 0,0 0 0 0 0,0 0 0 0 0,0 0 0 0 0,0 0-1 0 0,1 0 1 0 0,6 3 0 0 0,-10-7-33 0 0,0 0 0 0 0,0 0 0 0 0,0 0 0 0 0,0 0 0 0 0,0 0 0 0 0,0 0 0 0 0,0-1 0 0 0,0 1 0 0 0,0 0-1 0 0,0-1 1 0 0,-1 1 0 0 0,1 0 0 0 0,0-1 0 0 0,0 1 0 0 0,0-1 0 0 0,0 0 0 0 0,0 1 0 0 0,-1-1 0 0 0,1 0 0 0 0,0 1 0 0 0,-1-1 0 0 0,1 0 0 0 0,0 0 0 0 0,-1 1 0 0 0,1-1 0 0 0,-1 0 0 0 0,2-2 0 0 0,16-29-805 0 0,-15 27 662 0 0,12-23-131 0 0,-1 0-1 0 0,-1-2 1 0 0,15-53-1 0 0,-28 81 351 0 0,0 1 0 0 0,1 0-1 0 0,-1-1 1 0 0,0 1 0 0 0,1 0-1 0 0,-1-1 1 0 0,1 1 0 0 0,0 0-1 0 0,-1 0 1 0 0,1-1 0 0 0,0 1-1 0 0,0 0 1 0 0,0 0 0 0 0,0 0 0 0 0,0 0-1 0 0,0 0 1 0 0,0 0 0 0 0,0 0-1 0 0,0 1 1 0 0,0-1 0 0 0,0 0-1 0 0,1 1 1 0 0,-1-1 0 0 0,2 0-1 0 0,22-22 373 0 0,-23 20-327 0 0,1 0-1 0 0,-1 0 0 0 0,1 0 0 0 0,0 1 0 0 0,0-1 0 0 0,6-3 0 0 0,-8 5-91 0 0,0 1-1 0 0,0 0 0 0 0,0 0 1 0 0,0-1-1 0 0,0 1 1 0 0,0 0-1 0 0,0 0 0 0 0,0 0 1 0 0,1 0-1 0 0,-1 0 0 0 0,0 0 1 0 0,0 0-1 0 0,0 0 1 0 0,0 1-1 0 0,0-1 0 0 0,0 0 1 0 0,0 1-1 0 0,0-1 0 0 0,0 0 1 0 0,0 1-1 0 0,-1 0 1 0 0,1-1-1 0 0,0 1 0 0 0,0-1 1 0 0,0 1-1 0 0,0 0 0 0 0,-1 0 1 0 0,1-1-1 0 0,0 1 0 0 0,0 1 1 0 0,32 39 84 0 0,-2 2 0 0 0,52 92 0 0 0,-73-117-120 0 0,-7-9-122 0 0,-3-26 189 0 0,1-3-42 0 0,1-1 0 0 0,0 1 0 0 0,2 0 0 0 0,0 0 1 0 0,1 0-1 0 0,1 0 0 0 0,1 1 0 0 0,1 0 0 0 0,17-30 0 0 0,-24 48 25 0 0,0-1 0 0 0,0 1 0 0 0,-1 0 0 0 0,1 0 0 0 0,0 0 0 0 0,0 0 0 0 0,1 0 0 0 0,-1 0 0 0 0,0 0 0 0 0,0 0 0 0 0,0 0 0 0 0,1 0 0 0 0,-1 1 0 0 0,0-1-1 0 0,1 1 1 0 0,-1-1 0 0 0,0 1 0 0 0,1-1 0 0 0,-1 1 0 0 0,1 0 0 0 0,-1-1 0 0 0,1 1 0 0 0,1 0 0 0 0,-1 1 10 0 0,1-1 0 0 0,-1 1 0 0 0,0 0 0 0 0,1 0-1 0 0,-1 0 1 0 0,0 0 0 0 0,1 0 0 0 0,-1 0 0 0 0,0 1-1 0 0,0-1 1 0 0,0 1 0 0 0,3 2 0 0 0,5 7 54 0 0,0 1 0 0 0,0 0-1 0 0,13 23 1 0 0,-14-22-119 0 0,6 11-202 0 0,-9-14-33 0 0,0-1 0 0 0,0 0 0 0 0,1 0 0 0 0,0 0 0 0 0,0-1 0 0 0,1 0 0 0 0,10 8 0 0 0,-7-10-941 0 0</inkml:trace>
</inkml:ink>
</file>

<file path=ppt/ink/ink15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1:56.622"/>
    </inkml:context>
    <inkml:brush xml:id="br0">
      <inkml:brushProperty name="width" value="0.1" units="cm"/>
      <inkml:brushProperty name="height" value="0.1" units="cm"/>
      <inkml:brushProperty name="color" value="#F6630D"/>
    </inkml:brush>
  </inkml:definitions>
  <inkml:trace contextRef="#ctx0" brushRef="#br0">1 38 8754 0 0,'2'-4'494'0'0,"1"1"0"0"0,0-1 1 0 0,0 1-1 0 0,0 0 0 0 0,1-1 0 0 0,-1 2 1 0 0,1-1-1 0 0,0 0 0 0 0,6-2 0 0 0,-9 4-300 0 0,0 0-1 0 0,0 1 0 0 0,0 0 0 0 0,1-1 1 0 0,-1 1-1 0 0,0 0 0 0 0,0 0 0 0 0,1-1 1 0 0,-1 1-1 0 0,0 0 0 0 0,0 0 1 0 0,1 0-1 0 0,-1 1 0 0 0,0-1 0 0 0,0 0 1 0 0,1 0-1 0 0,-1 1 0 0 0,0-1 0 0 0,0 0 1 0 0,0 1-1 0 0,1 0 0 0 0,-1-1 0 0 0,0 1 1 0 0,0 0-1 0 0,0-1 0 0 0,0 1 1 0 0,0 0-1 0 0,0 0 0 0 0,0 0 0 0 0,0 0 1 0 0,-1 0-1 0 0,1 0 0 0 0,0 0 0 0 0,-1 0 1 0 0,1 0-1 0 0,0 0 0 0 0,0 3 0 0 0,9 20 262 0 0,-1 1 0 0 0,-1 1 0 0 0,8 41 0 0 0,1 6-650 0 0,-14-65-70 0 0,8 30-321 0 0,-2-13-5221 0 0,-2-9-1078 0 0</inkml:trace>
</inkml:ink>
</file>

<file path=ppt/ink/ink15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1:56.796"/>
    </inkml:context>
    <inkml:brush xml:id="br0">
      <inkml:brushProperty name="width" value="0.1" units="cm"/>
      <inkml:brushProperty name="height" value="0.1" units="cm"/>
      <inkml:brushProperty name="color" value="#F6630D"/>
    </inkml:brush>
  </inkml:definitions>
  <inkml:trace contextRef="#ctx0" brushRef="#br0">22 1 6449 0 0,'-4'4'577'0'0,"3"-3"-465"0"0,-1 2-112 0 0,-2 9 5001 0 0,3-5-3193 0 0,-2 4-648 0 0,0 3-128 0 0,1 2-23 0 0,0-4-9 0 0,4-2-2016 0 0,3-3-401 0 0,6-5-87 0 0,1-4-8 0 0,2-8 1184 0 0</inkml:trace>
</inkml:ink>
</file>

<file path=ppt/ink/ink15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1:57.082"/>
    </inkml:context>
    <inkml:brush xml:id="br0">
      <inkml:brushProperty name="width" value="0.1" units="cm"/>
      <inkml:brushProperty name="height" value="0.1" units="cm"/>
      <inkml:brushProperty name="color" value="#F6630D"/>
    </inkml:brush>
  </inkml:definitions>
  <inkml:trace contextRef="#ctx0" brushRef="#br0">4 1 17508 0 0,'0'0'134'0'0,"0"0"1"0"0,-1 1-1 0 0,1-1 0 0 0,0 0 1 0 0,0 1-1 0 0,-1-1 1 0 0,1 1-1 0 0,0-1 1 0 0,0 0-1 0 0,0 1 1 0 0,-1-1-1 0 0,1 1 0 0 0,0-1 1 0 0,0 1-1 0 0,0-1 1 0 0,0 0-1 0 0,0 1 1 0 0,0-1-1 0 0,0 1 1 0 0,0-1-1 0 0,0 1 0 0 0,0-1 1 0 0,0 1-1 0 0,0-1 1 0 0,0 0-1 0 0,0 1 1 0 0,1-1-1 0 0,-1 1 0 0 0,0-1 1 0 0,0 1-1 0 0,0-1 1 0 0,1 1-1 0 0,7 22 339 0 0,-7-19-177 0 0,66 215 1215 0 0,9 25-2373 0 0,-63-207 377 0 0</inkml:trace>
</inkml:ink>
</file>

<file path=ppt/ink/ink15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1:57.272"/>
    </inkml:context>
    <inkml:brush xml:id="br0">
      <inkml:brushProperty name="width" value="0.1" units="cm"/>
      <inkml:brushProperty name="height" value="0.1" units="cm"/>
      <inkml:brushProperty name="color" value="#F6630D"/>
    </inkml:brush>
  </inkml:definitions>
  <inkml:trace contextRef="#ctx0" brushRef="#br0">0 166 13363 0 0,'2'-3'1184'0'0,"-1"0"-944"0"0,1 1-240 0 0,0-1 0 0 0,2 2 544 0 0,2-4 64 0 0,3 0 17 0 0,6-6-1 0 0,7-1 224 0 0,4-3 48 0 0,2 1 0 0 0,0 0 8 0 0,0 2-1032 0 0,-2-2-200 0 0,0 2-48 0 0,-1 0-8 0 0,6-2 288 0 0,-7 1 96 0 0</inkml:trace>
</inkml:ink>
</file>

<file path=ppt/ink/ink15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1:57.889"/>
    </inkml:context>
    <inkml:brush xml:id="br0">
      <inkml:brushProperty name="width" value="0.1" units="cm"/>
      <inkml:brushProperty name="height" value="0.1" units="cm"/>
      <inkml:brushProperty name="color" value="#F6630D"/>
    </inkml:brush>
  </inkml:definitions>
  <inkml:trace contextRef="#ctx0" brushRef="#br0">129 20 5985 0 0,'-10'-5'2083'0'0,"8"4"-1643"0"0,0-1 0 0 0,-1 0-1 0 0,1 1 1 0 0,-1 0 0 0 0,1-1 0 0 0,-1 1-1 0 0,0 0 1 0 0,1 0 0 0 0,-1 1 0 0 0,0-1 0 0 0,0 0-1 0 0,0 1 1 0 0,0 0 0 0 0,1 0 0 0 0,-1 0-1 0 0,0 0 1 0 0,0 0 0 0 0,0 0 0 0 0,0 1 0 0 0,0-1-1 0 0,1 1 1 0 0,-1 0 0 0 0,0 0 0 0 0,0 0-1 0 0,1 0 1 0 0,-1 0 0 0 0,-3 3 0 0 0,2-1-375 0 0,1 1-1 0 0,0 0 1 0 0,-1-1 0 0 0,1 1 0 0 0,0 0 0 0 0,1 0-1 0 0,-1 1 1 0 0,1-1 0 0 0,0 0 0 0 0,0 1 0 0 0,0 0 0 0 0,0-1-1 0 0,1 1 1 0 0,0 0 0 0 0,0 0 0 0 0,0 0 0 0 0,1-1 0 0 0,-1 1-1 0 0,1 0 1 0 0,1 5 0 0 0,-1 9-254 0 0,2 0 1 0 0,0-1-1 0 0,9 36 0 0 0,-8-42 156 0 0,1-1 0 0 0,0 0 0 0 0,0 0 0 0 0,1 0-1 0 0,1-1 1 0 0,0 0 0 0 0,0 0 0 0 0,1 0-1 0 0,0-1 1 0 0,1 0 0 0 0,0 0 0 0 0,0-1-1 0 0,12 9 1 0 0,-14-13 22 0 0,-1 0 1 0 0,1 0-1 0 0,0-1 1 0 0,0 0-1 0 0,0-1 1 0 0,0 1-1 0 0,0-1 1 0 0,1 0-1 0 0,-1-1 0 0 0,1 1 1 0 0,-1-1-1 0 0,1-1 1 0 0,0 1-1 0 0,-1-1 1 0 0,1 0-1 0 0,0-1 1 0 0,-1 1-1 0 0,1-2 0 0 0,0 1 1 0 0,-1 0-1 0 0,0-1 1 0 0,1 0-1 0 0,-1-1 1 0 0,10-5-1 0 0,-4 0-755 0 0,0 0 0 0 0,0 0 0 0 0,-2-2 0 0 0,1 1 1 0 0,-1-1-1 0 0,0-1 0 0 0,-1 0 0 0 0,0 0 0 0 0,7-13 0 0 0,1-2-4104 0 0</inkml:trace>
</inkml:ink>
</file>

<file path=ppt/ink/ink15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1:58.285"/>
    </inkml:context>
    <inkml:brush xml:id="br0">
      <inkml:brushProperty name="width" value="0.1" units="cm"/>
      <inkml:brushProperty name="height" value="0.1" units="cm"/>
      <inkml:brushProperty name="color" value="#F6630D"/>
    </inkml:brush>
  </inkml:definitions>
  <inkml:trace contextRef="#ctx0" brushRef="#br0">27 1 7834 0 0,'-2'1'247'0'0,"0"0"1"0"0,1 1-1 0 0,-1-1 1 0 0,0 1-1 0 0,0-1 1 0 0,1 1-1 0 0,-1 0 1 0 0,1 0 0 0 0,-1-1-1 0 0,1 1 1 0 0,0 0-1 0 0,0 0 1 0 0,0 1-1 0 0,0-1 1 0 0,0 0-1 0 0,0 0 1 0 0,1 0-1 0 0,-1 1 1 0 0,1-1-1 0 0,-1 0 1 0 0,1 1-1 0 0,0-1 1 0 0,0 0 0 0 0,0 1-1 0 0,0-1 1 0 0,0 0-1 0 0,1 1 1 0 0,-1-1-1 0 0,1 0 1 0 0,1 4-1 0 0,4 15 551 0 0,1 0 0 0 0,1 0 0 0 0,0-1 0 0 0,18 29 0 0 0,-20-38-749 0 0,1 0 0 0 0,1 0 0 0 0,0-1 0 0 0,0 0 0 0 0,1 0 0 0 0,0-1 0 0 0,1 0 0 0 0,21 14 0 0 0,-30-22-196 0 0,0 0 0 0 0,1 0 1 0 0,-1 0-1 0 0,1 0 0 0 0,0-1 0 0 0,-1 1 1 0 0,1 0-1 0 0,0-1 0 0 0,-1 0 1 0 0,1 1-1 0 0,0-1 0 0 0,-1 0 1 0 0,1 0-1 0 0,3 0 0 0 0,-4 0-23 0 0,0-1-1 0 0,0 1 1 0 0,0 0-1 0 0,-1-1 1 0 0,1 1-1 0 0,0-1 1 0 0,0 1-1 0 0,0-1 0 0 0,0 1 1 0 0,-1-1-1 0 0,1 0 1 0 0,0 1-1 0 0,-1-1 1 0 0,1 0-1 0 0,0 0 1 0 0,-1 1-1 0 0,1-1 1 0 0,-1 0-1 0 0,1-1 1 0 0,2-5-491 0 0,-1 1 0 0 0,-1-1 0 0 0,1 0 0 0 0,-1 1 0 0 0,0-1 0 0 0,0-7 0 0 0,1-6 1625 0 0,-1 13-643 0 0,10-55 2082 0 0,-10 57-2005 0 0,0 1 1 0 0,1-1 0 0 0,-1 1-1 0 0,1 0 1 0 0,0-1 0 0 0,0 1-1 0 0,0 0 1 0 0,1 0 0 0 0,-1 0-1 0 0,7-6 1 0 0,-9 10-326 0 0,1 0 0 0 0,0-1 0 0 0,-1 1 0 0 0,1 0 0 0 0,0 0 0 0 0,-1 0 0 0 0,1 0 1 0 0,0 0-1 0 0,0-1 0 0 0,-1 1 0 0 0,1 0 0 0 0,0 0 0 0 0,-1 1 0 0 0,1-1 0 0 0,0 0 0 0 0,-1 0 0 0 0,1 0 0 0 0,0 0 0 0 0,-1 1 0 0 0,1-1 0 0 0,0 0 0 0 0,-1 0 0 0 0,1 1 0 0 0,-1-1 0 0 0,1 1 0 0 0,0-1 0 0 0,-1 0 1 0 0,1 1-1 0 0,-1-1 0 0 0,1 1 0 0 0,-1 0 0 0 0,0-1 0 0 0,1 1 0 0 0,-1-1 0 0 0,1 2 0 0 0,16 23 695 0 0,-16-22-646 0 0,71 155 506 0 0,-39-80-7315 0 0,-21-50 135 0 0</inkml:trace>
</inkml:ink>
</file>

<file path=ppt/ink/ink15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1:58.776"/>
    </inkml:context>
    <inkml:brush xml:id="br0">
      <inkml:brushProperty name="width" value="0.1" units="cm"/>
      <inkml:brushProperty name="height" value="0.1" units="cm"/>
      <inkml:brushProperty name="color" value="#F6630D"/>
    </inkml:brush>
  </inkml:definitions>
  <inkml:trace contextRef="#ctx0" brushRef="#br0">66 0 5985 0 0,'-3'2'596'0'0,"0"0"-1"0"0,0 0 0 0 0,-1 0 0 0 0,2 1 1 0 0,-1-1-1 0 0,0 1 0 0 0,0 0 1 0 0,1 0-1 0 0,0-1 0 0 0,-4 7 0 0 0,2-2-79 0 0,1 0 0 0 0,-1-1 0 0 0,2 1 0 0 0,-5 15 0 0 0,3-1-60 0 0,1 0 0 0 0,-1 39 0 0 0,4-43-371 0 0,0 0 0 0 0,1 0 0 0 0,4 22 0 0 0,-4-35-211 0 0,0 1 0 0 0,0-1-1 0 0,0 1 1 0 0,1-1 0 0 0,-1 1 0 0 0,1-1 0 0 0,0 0 0 0 0,0 0-1 0 0,0 0 1 0 0,1 0 0 0 0,0 0 0 0 0,-1 0 0 0 0,1-1-1 0 0,0 0 1 0 0,1 1 0 0 0,-1-1 0 0 0,5 3 0 0 0,-6-5-86 0 0,-1 0 0 0 0,0 0 1 0 0,0-1-1 0 0,1 1 0 0 0,-1-1 1 0 0,1 1-1 0 0,-1-1 0 0 0,0 0 1 0 0,1 1-1 0 0,-1-1 0 0 0,1 0 1 0 0,-1 0-1 0 0,1 0 0 0 0,-1 0 1 0 0,0 0-1 0 0,1 0 0 0 0,-1-1 0 0 0,1 1 1 0 0,-1 0-1 0 0,0-1 0 0 0,1 1 1 0 0,-1-1-1 0 0,3-1 0 0 0,-2 1-77 0 0,0-1 1 0 0,0 0-1 0 0,0 0 0 0 0,0 0 0 0 0,0-1 0 0 0,0 1 0 0 0,0 0 0 0 0,-1-1 1 0 0,1 1-1 0 0,-1-1 0 0 0,2-3 0 0 0,1-3-79 0 0,-1-1 0 0 0,0 0 0 0 0,-1 0 0 0 0,0 0 0 0 0,1-18 0 0 0,-4-22 1555 0 0,0 40-431 0 0,0-1-1 0 0,0 1 0 0 0,1 0 1 0 0,1 0-1 0 0,-1-1 0 0 0,2 1 1 0 0,-1 0-1 0 0,2 0 0 0 0,-1 0 1 0 0,5-10-1 0 0,-7 19-602 0 0,1 0 1 0 0,-1 1 0 0 0,1-1-1 0 0,0 0 1 0 0,-1 0 0 0 0,1 0-1 0 0,0 0 1 0 0,-1 1 0 0 0,1-1-1 0 0,0 0 1 0 0,0 1 0 0 0,0-1-1 0 0,0 1 1 0 0,0-1 0 0 0,0 1-1 0 0,0-1 1 0 0,0 1 0 0 0,0 0-1 0 0,0-1 1 0 0,0 1 0 0 0,0 0-1 0 0,0 0 1 0 0,0 0 0 0 0,0-1-1 0 0,0 1 1 0 0,0 1 0 0 0,0-1-1 0 0,0 0 1 0 0,0 0 0 0 0,0 0-1 0 0,0 0 1 0 0,0 1 0 0 0,0-1-1 0 0,0 0 1 0 0,0 1-1 0 0,0-1 1 0 0,0 1 0 0 0,0-1-1 0 0,1 2 1 0 0,6 3 87 0 0,0 1 1 0 0,-1-1-1 0 0,13 14 1 0 0,2 1 53 0 0,-11-13-82 0 0,0-1 0 0 0,23 10 0 0 0,-3-7-1184 0 0,0-9-4976 0 0</inkml:trace>
</inkml:ink>
</file>

<file path=ppt/ink/ink15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1:59.346"/>
    </inkml:context>
    <inkml:brush xml:id="br0">
      <inkml:brushProperty name="width" value="0.1" units="cm"/>
      <inkml:brushProperty name="height" value="0.1" units="cm"/>
      <inkml:brushProperty name="color" value="#F6630D"/>
    </inkml:brush>
  </inkml:definitions>
  <inkml:trace contextRef="#ctx0" brushRef="#br0">8 148 920 0 0,'-7'-11'21878'0'0,"13"12"-21847"0"0,1 1 1 0 0,-1 0-1 0 0,0 0 0 0 0,0 0 0 0 0,0 1 0 0 0,0 0 0 0 0,-1 0 1 0 0,1 0-1 0 0,-1 1 0 0 0,1 0 0 0 0,-1 0 0 0 0,6 7 0 0 0,-1-2-24 0 0,-1 0 0 0 0,-1 0 0 0 0,0 1 0 0 0,0 1 0 0 0,11 19 0 0 0,-17-22 321 0 0,-10-14-7 0 0,-9-12-138 0 0,9 6-185 0 0,1 0 0 0 0,0-1 0 0 0,1 0 0 0 0,0 0 0 0 0,1-1 0 0 0,-4-17 0 0 0,8 23-386 0 0,-1 1-1 0 0,1-1 1 0 0,1 0 0 0 0,-1-1-1 0 0,2 1 1 0 0,-1 0 0 0 0,1 0-1 0 0,0 0 1 0 0,0 0 0 0 0,1 1-1 0 0,0-1 1 0 0,6-13 0 0 0,0 2-6600 0 0</inkml:trace>
</inkml:ink>
</file>

<file path=ppt/ink/ink15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1:59.805"/>
    </inkml:context>
    <inkml:brush xml:id="br0">
      <inkml:brushProperty name="width" value="0.1" units="cm"/>
      <inkml:brushProperty name="height" value="0.1" units="cm"/>
      <inkml:brushProperty name="color" value="#F6630D"/>
    </inkml:brush>
  </inkml:definitions>
  <inkml:trace contextRef="#ctx0" brushRef="#br0">107 24 12443 0 0,'0'-1'172'0'0,"-1"0"1"0"0,1 0-1 0 0,0-1 0 0 0,-1 1 1 0 0,1 0-1 0 0,0 0 1 0 0,-1 0-1 0 0,1 0 1 0 0,-1 0-1 0 0,0 0 0 0 0,1 0 1 0 0,-1 0-1 0 0,0 0 1 0 0,0 0-1 0 0,0 1 1 0 0,0-1-1 0 0,1 0 1 0 0,-1 0-1 0 0,0 1 0 0 0,0-1 1 0 0,0 0-1 0 0,-1 1 1 0 0,1-1-1 0 0,0 1 1 0 0,0 0-1 0 0,0-1 0 0 0,0 1 1 0 0,0 0-1 0 0,0-1 1 0 0,-1 1-1 0 0,1 0 1 0 0,0 0-1 0 0,0 0 1 0 0,0 0-1 0 0,-1 0 0 0 0,1 1 1 0 0,0-1-1 0 0,0 0 1 0 0,0 0-1 0 0,0 1 1 0 0,0-1-1 0 0,-1 1 0 0 0,1-1 1 0 0,0 1-1 0 0,0-1 1 0 0,0 1-1 0 0,0 0 1 0 0,0-1-1 0 0,1 1 1 0 0,-1 0-1 0 0,-1 1 0 0 0,-3 2-56 0 0,0 0-1 0 0,1 0 0 0 0,0 1 1 0 0,0-1-1 0 0,0 1 0 0 0,0 0 0 0 0,1 0 1 0 0,0 0-1 0 0,-3 7 0 0 0,2-1-100 0 0,1-1-1 0 0,0 1 1 0 0,1 1 0 0 0,0-1-1 0 0,0 12 1 0 0,2-20-23 0 0,-1 0-1 0 0,1 1 0 0 0,0-1 1 0 0,0 0-1 0 0,0 0 1 0 0,1 0-1 0 0,-1 0 0 0 0,1 1 1 0 0,0-1-1 0 0,0 0 1 0 0,0 0-1 0 0,0 0 1 0 0,0 0-1 0 0,0-1 0 0 0,1 1 1 0 0,0 0-1 0 0,-1 0 1 0 0,1-1-1 0 0,0 1 1 0 0,0-1-1 0 0,0 0 0 0 0,5 4 1 0 0,-6-5-45 0 0,0 0 1 0 0,1-1-1 0 0,-1 1 1 0 0,1 0-1 0 0,-1-1 0 0 0,1 1 1 0 0,-1-1-1 0 0,1 0 1 0 0,-1 1-1 0 0,1-1 1 0 0,-1 0-1 0 0,1 0 1 0 0,-1 0-1 0 0,1 0 0 0 0,-1 0 1 0 0,1 0-1 0 0,-1 0 1 0 0,1-1-1 0 0,0 1 1 0 0,-1-1-1 0 0,0 1 1 0 0,1-1-1 0 0,-1 1 0 0 0,1-1 1 0 0,-1 0-1 0 0,0 1 1 0 0,1-1-1 0 0,-1 0 1 0 0,0 0-1 0 0,0 0 1 0 0,0 0-1 0 0,2-2 0 0 0,2-4-132 0 0,0 0-1 0 0,-1 0 0 0 0,0 0 1 0 0,0-1-1 0 0,3-9 1 0 0,-5 12 387 0 0,0 0 1 0 0,1-1-1 0 0,-1 1 0 0 0,1 1 1 0 0,0-1-1 0 0,7-8 1 0 0,-9 12-156 0 0,-1 1-1 0 0,1-1 1 0 0,-1 1 0 0 0,1 0-1 0 0,0-1 1 0 0,-1 1 0 0 0,1 0-1 0 0,0 0 1 0 0,-1-1 0 0 0,1 1-1 0 0,0 0 1 0 0,-1 0 0 0 0,1 0-1 0 0,0 0 1 0 0,0 0 0 0 0,-1 0-1 0 0,1 0 1 0 0,0 0 0 0 0,0 0 0 0 0,-1 0-1 0 0,1 0 1 0 0,0 0 0 0 0,-1 1-1 0 0,1-1 1 0 0,1 1 0 0 0,17 15 380 0 0,8 25-200 0 0,-19-22-183 0 0,0 0 0 0 0,-1 0 0 0 0,0 0 0 0 0,-2 1 0 0 0,0 0 0 0 0,-2 1 0 0 0,0-1 0 0 0,-1 0 0 0 0,-1 1 0 0 0,-1 0 0 0 0,-4 35 0 0 0,-3-9-530 0 0,-2-1-1 0 0,-2 0 1 0 0,-33 88 0 0 0</inkml:trace>
</inkml:ink>
</file>

<file path=ppt/ink/ink15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00.170"/>
    </inkml:context>
    <inkml:brush xml:id="br0">
      <inkml:brushProperty name="width" value="0.1" units="cm"/>
      <inkml:brushProperty name="height" value="0.1" units="cm"/>
      <inkml:brushProperty name="color" value="#F6630D"/>
    </inkml:brush>
  </inkml:definitions>
  <inkml:trace contextRef="#ctx0" brushRef="#br0">1 277 9674 0 0,'1'1'280'0'0,"0"0"0"0"0,-1 0 1 0 0,1 0-1 0 0,0 0 0 0 0,0 0 0 0 0,0-1 1 0 0,0 1-1 0 0,0 0 0 0 0,0-1 0 0 0,0 1 0 0 0,0-1 1 0 0,1 1-1 0 0,-1-1 0 0 0,0 0 0 0 0,0 1 1 0 0,0-1-1 0 0,0 0 0 0 0,1 0 0 0 0,-1 0 0 0 0,0 0 1 0 0,0 0-1 0 0,1 0 0 0 0,-1 0 0 0 0,0 0 0 0 0,0 0 1 0 0,0 0-1 0 0,1-1 0 0 0,0 0 0 0 0,1 1 75 0 0,0-1 0 0 0,0 0 0 0 0,1 0 0 0 0,-1-1 0 0 0,0 1 0 0 0,0 0 0 0 0,0-1 0 0 0,-1 0 0 0 0,5-3 0 0 0,-3 0-192 0 0,-1 0-1 0 0,1 0 1 0 0,-1-1 0 0 0,0 1-1 0 0,0-1 1 0 0,0 0 0 0 0,-1 0-1 0 0,0 0 1 0 0,0 0 0 0 0,-1 0-1 0 0,2-9 1 0 0,-1-3-171 0 0,0 0-1 0 0,-1-32 1 0 0,-1 40-40 0 0,-1 0 1 0 0,0 0-1 0 0,0 0 0 0 0,-1 0 0 0 0,0 0 1 0 0,-1 1-1 0 0,0-1 0 0 0,-6-12 1 0 0,9 22 49 0 0,0-1 1 0 0,0 1 0 0 0,0 0-1 0 0,0 0 1 0 0,0-1 0 0 0,0 1-1 0 0,0 0 1 0 0,-1 0 0 0 0,1 0-1 0 0,0-1 1 0 0,0 1-1 0 0,0 0 1 0 0,0 0 0 0 0,-1-1-1 0 0,1 1 1 0 0,0 0 0 0 0,0 0-1 0 0,0 0 1 0 0,-1 0 0 0 0,1 0-1 0 0,0-1 1 0 0,0 1 0 0 0,-1 0-1 0 0,1 0 1 0 0,0 0 0 0 0,0 0-1 0 0,-1 0 1 0 0,1 0 0 0 0,0 0-1 0 0,0 0 1 0 0,-1 0 0 0 0,1 0-1 0 0,0 0 1 0 0,0 0 0 0 0,-1 0-1 0 0,1 0 1 0 0,0 0 0 0 0,0 0-1 0 0,-1 0 1 0 0,1 0 0 0 0,-1 0-1 0 0,-4 13-124 0 0,1 18-51 0 0,4-15 157 0 0,1-1 0 0 0,0 1 0 0 0,1 0 1 0 0,0-1-1 0 0,1 0 0 0 0,1 1 1 0 0,1-1-1 0 0,11 26 0 0 0,-14-35 23 0 0,1-1 0 0 0,1 0-1 0 0,-1 0 1 0 0,1 0 0 0 0,-1 0-1 0 0,2 0 1 0 0,-1-1-1 0 0,0 1 1 0 0,1-1 0 0 0,0 0-1 0 0,6 3 1 0 0,-7-4-3 0 0,0-2 0 0 0,0 1 0 0 0,0 0 0 0 0,1-1 0 0 0,-1 0-1 0 0,0 0 1 0 0,1 0 0 0 0,-1 0 0 0 0,1-1 0 0 0,0 0 0 0 0,-1 0 0 0 0,1 0 0 0 0,-1 0 0 0 0,1-1 0 0 0,-1 1 0 0 0,9-4 0 0 0,-5 1-122 0 0,0 0 1 0 0,0 0-1 0 0,0-1 1 0 0,0 0-1 0 0,-1-1 1 0 0,0 0-1 0 0,1 0 1 0 0,6-7-1 0 0,47-52-902 0 0,-51 53 1031 0 0,17-21-33 0 0</inkml:trace>
</inkml:ink>
</file>

<file path=ppt/ink/ink15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01.234"/>
    </inkml:context>
    <inkml:brush xml:id="br0">
      <inkml:brushProperty name="width" value="0.1" units="cm"/>
      <inkml:brushProperty name="height" value="0.1" units="cm"/>
      <inkml:brushProperty name="color" value="#F6630D"/>
    </inkml:brush>
  </inkml:definitions>
  <inkml:trace contextRef="#ctx0" brushRef="#br0">24 1 10594 0 0,'-14'12'11824'0'0,"12"-10"-11038"0"0,-4 11-393 0 0,5-1 57 0 0,1 1 0 0 0,0-1 0 0 0,4 19 0 0 0,-1-16-364 0 0,1-1 0 0 0,0 0-1 0 0,7 15 1 0 0,-1-2-20 0 0,108 240-204 0 0,-21-57-5 0 0,-54-99-68 0 0,-12-28-357 0 0,3-1 1 0 0,66 113 0 0 0,-72-156 252 0 0,-3-6-883 0 0,-12-10-2504 0 0</inkml:trace>
</inkml:ink>
</file>

<file path=ppt/ink/ink15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01.566"/>
    </inkml:context>
    <inkml:brush xml:id="br0">
      <inkml:brushProperty name="width" value="0.1" units="cm"/>
      <inkml:brushProperty name="height" value="0.1" units="cm"/>
      <inkml:brushProperty name="color" value="#F6630D"/>
    </inkml:brush>
  </inkml:definitions>
  <inkml:trace contextRef="#ctx0" brushRef="#br0">43 169 4145 0 0,'-4'-3'1335'0'0,"-1"0"-1"0"0,1 0 1 0 0,0 0 0 0 0,0-1-1 0 0,1 1 1 0 0,-1-1 0 0 0,1 0-1 0 0,0 0 1 0 0,-5-9 0 0 0,8 12-1189 0 0,1 0 0 0 0,-1 1 0 0 0,1-1 1 0 0,0 0-1 0 0,0 1 0 0 0,-1-1 0 0 0,1 1 0 0 0,0-1 1 0 0,0 1-1 0 0,0-1 0 0 0,0 1 0 0 0,0 0 1 0 0,-1-1-1 0 0,1 1 0 0 0,0 0 0 0 0,0-1 0 0 0,0 1 1 0 0,0 0-1 0 0,0 0 0 0 0,0 0 0 0 0,0 0 0 0 0,0 0 1 0 0,2 1-1 0 0,24-2 524 0 0,-20 2-591 0 0,0 0-1 0 0,0 0 1 0 0,0 1-1 0 0,0 0 1 0 0,-1 0 0 0 0,1 1-1 0 0,0-1 1 0 0,-1 1-1 0 0,10 7 1 0 0,2 2-3 0 0,29 27 0 0 0,-35-28-57 0 0,-1-1-1 0 0,1-1 0 0 0,0 0 1 0 0,1-1-1 0 0,27 14 1 0 0,-39-21 0 0 0,1-1 0 0 0,0 1 1 0 0,-1 0-1 0 0,1-1 1 0 0,0 1-1 0 0,0-1 1 0 0,0 0-1 0 0,0 0 1 0 0,0 1-1 0 0,-1-1 0 0 0,1 0 1 0 0,0-1-1 0 0,0 1 1 0 0,0 0-1 0 0,0 0 1 0 0,0-1-1 0 0,-1 1 1 0 0,1-1-1 0 0,0 0 1 0 0,0 1-1 0 0,-1-1 0 0 0,1 0 1 0 0,0 0-1 0 0,-1 0 1 0 0,1 0-1 0 0,-1 0 1 0 0,0-1-1 0 0,1 1 1 0 0,-1 0-1 0 0,0-1 0 0 0,1 1 1 0 0,-1-1-1 0 0,0 1 1 0 0,0-1-1 0 0,0 0 1 0 0,-1 1-1 0 0,1-1 1 0 0,0 0-1 0 0,-1 1 1 0 0,1-1-1 0 0,-1 0 0 0 0,1-3 1 0 0,2-10 90 0 0,0 1 1 0 0,-1-1 0 0 0,-1 0-1 0 0,0-19 1 0 0,-1 19-156 0 0,2-72-2101 0 0,-1 54-5737 0 0</inkml:trace>
</inkml:ink>
</file>

<file path=ppt/ink/ink15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02.129"/>
    </inkml:context>
    <inkml:brush xml:id="br0">
      <inkml:brushProperty name="width" value="0.1" units="cm"/>
      <inkml:brushProperty name="height" value="0.1" units="cm"/>
      <inkml:brushProperty name="color" value="#F6630D"/>
    </inkml:brush>
  </inkml:definitions>
  <inkml:trace contextRef="#ctx0" brushRef="#br0">112 0 8290 0 0,'-4'0'456'0'0,"0"1"-1"0"0,0-1 1 0 0,0 0 0 0 0,0 1-1 0 0,1 0 1 0 0,-1 0 0 0 0,0 0 0 0 0,1 0-1 0 0,-1 1 1 0 0,0 0 0 0 0,1-1 0 0 0,0 1-1 0 0,-1 0 1 0 0,1 1 0 0 0,-4 2 0 0 0,3-1-169 0 0,0 1 0 0 0,0-1 1 0 0,1 1-1 0 0,-1 0 1 0 0,1 0-1 0 0,0 0 0 0 0,1 0 1 0 0,-1 0-1 0 0,-2 8 1 0 0,2 0-44 0 0,-1 0 1 0 0,1 0-1 0 0,1 1 1 0 0,1-1 0 0 0,0 1-1 0 0,0-1 1 0 0,4 27-1 0 0,-1-25-122 0 0,1 0-1 0 0,1 0 1 0 0,0-1-1 0 0,1 0 1 0 0,1 0-1 0 0,0 0 0 0 0,1 0 1 0 0,16 23-1 0 0,-18-28-102 0 0,2-1 0 0 0,-1 0 0 0 0,1-1 0 0 0,0 0 0 0 0,0 0 0 0 0,1 0 0 0 0,0-1-1 0 0,0 0 1 0 0,1 0 0 0 0,0-1 0 0 0,0 0 0 0 0,0-1 0 0 0,0 0 0 0 0,12 4 0 0 0,-17-8-176 0 0,1 1 1 0 0,-1-1-1 0 0,0 0 1 0 0,0 0 0 0 0,1 0-1 0 0,-1-1 1 0 0,0 1-1 0 0,0-1 1 0 0,0 0-1 0 0,0 0 1 0 0,0-1 0 0 0,0 1-1 0 0,0-1 1 0 0,0 0-1 0 0,-1 0 1 0 0,1 0-1 0 0,0 0 1 0 0,-1-1 0 0 0,0 1-1 0 0,0-1 1 0 0,1 0-1 0 0,-2 0 1 0 0,5-4 0 0 0,9-12-1115 0 0</inkml:trace>
</inkml:ink>
</file>

<file path=ppt/ink/ink15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02.401"/>
    </inkml:context>
    <inkml:brush xml:id="br0">
      <inkml:brushProperty name="width" value="0.1" units="cm"/>
      <inkml:brushProperty name="height" value="0.1" units="cm"/>
      <inkml:brushProperty name="color" value="#F6630D"/>
    </inkml:brush>
  </inkml:definitions>
  <inkml:trace contextRef="#ctx0" brushRef="#br0">3 0 1376 0 0,'-3'26'19739'0'0,"5"-25"-19319"0"0,9 14-1487 0 0,19 36 2785 0 0,-18-29-1504 0 0,1 0 0 0 0,17 23 0 0 0,-26-41-267 0 0,0 1 0 0 0,0 0 0 0 0,1-1-1 0 0,-1 0 1 0 0,1 0 0 0 0,-1 0 0 0 0,1-1 0 0 0,1 1-1 0 0,-1-1 1 0 0,0 0 0 0 0,1-1 0 0 0,-1 1 0 0 0,13 2-1 0 0,-17-5-154 0 0,0 0 0 0 0,0 0-1 0 0,0 0 1 0 0,0 0-1 0 0,1 0 1 0 0,-1 0-1 0 0,0 0 1 0 0,0 0-1 0 0,0 0 1 0 0,0-1 0 0 0,0 1-1 0 0,0-1 1 0 0,0 1-1 0 0,0-1 1 0 0,0 1-1 0 0,1-1 1 0 0</inkml:trace>
</inkml:ink>
</file>

<file path=ppt/ink/ink15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02.874"/>
    </inkml:context>
    <inkml:brush xml:id="br0">
      <inkml:brushProperty name="width" value="0.1" units="cm"/>
      <inkml:brushProperty name="height" value="0.1" units="cm"/>
      <inkml:brushProperty name="color" value="#F6630D"/>
    </inkml:brush>
  </inkml:definitions>
  <inkml:trace contextRef="#ctx0" brushRef="#br0">1 242 10594 0 0,'0'0'1137'0'0,"18"-26"3796"0"0,-14 18-4635 0 0,0-1 0 0 0,0 0 1 0 0,-1 0-1 0 0,0 0 0 0 0,0 0 1 0 0,-1 0-1 0 0,1-11 0 0 0,2-70-4617 0 0,-4 64 2215 0 0,-1 8-2609 0 0</inkml:trace>
</inkml:ink>
</file>

<file path=ppt/ink/ink15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03.114"/>
    </inkml:context>
    <inkml:brush xml:id="br0">
      <inkml:brushProperty name="width" value="0.1" units="cm"/>
      <inkml:brushProperty name="height" value="0.1" units="cm"/>
      <inkml:brushProperty name="color" value="#F6630D"/>
    </inkml:brush>
  </inkml:definitions>
  <inkml:trace contextRef="#ctx0" brushRef="#br0">24 0 5065 0 0,'-1'1'562'0'0,"-1"0"0"0"0,0 0 0 0 0,1 0-1 0 0,-1 0 1 0 0,1 0 0 0 0,0 0 0 0 0,-1 0 0 0 0,1 1-1 0 0,0-1 1 0 0,0 0 0 0 0,0 1 0 0 0,0-1 0 0 0,0 1-1 0 0,0 0 1 0 0,0-1 0 0 0,0 1 0 0 0,1-1 0 0 0,-1 1 0 0 0,1 0-1 0 0,-1 0 1 0 0,1 2 0 0 0,-1 0-95 0 0,1 1 0 0 0,0-1 0 0 0,0 1 0 0 0,1-1 0 0 0,0 1 0 0 0,-1-1 0 0 0,2 1 0 0 0,1 5 0 0 0,4 9-207 0 0,1-1 1 0 0,22 34-1 0 0,-28-48 44 0 0,11 17-318 0 0,1-1 0 0 0,1 0 0 0 0,1-1 0 0 0,0-1 0 0 0,1 0 0 0 0,1-1 0 0 0,21 14 0 0 0,-29-26-1491 0 0</inkml:trace>
</inkml:ink>
</file>

<file path=ppt/ink/ink15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03.492"/>
    </inkml:context>
    <inkml:brush xml:id="br0">
      <inkml:brushProperty name="width" value="0.1" units="cm"/>
      <inkml:brushProperty name="height" value="0.1" units="cm"/>
      <inkml:brushProperty name="color" value="#F6630D"/>
    </inkml:brush>
  </inkml:definitions>
  <inkml:trace contextRef="#ctx0" brushRef="#br0">0 152 3225 0 0,'7'-4'11145'0'0,"21"9"-8057"0"0,13 10-464 0 0,21 8-703 0 0,-58-21-1869 0 0,0 0 0 0 0,-1 0 0 0 0,1 0 0 0 0,-1 1 0 0 0,1-1 1 0 0,-1 1-1 0 0,0 0 0 0 0,0 0 0 0 0,0 0 0 0 0,-1 0 1 0 0,1 1-1 0 0,3 5 0 0 0,-4 1 25 0 0,-10-12 0 0 0,-10-12 29 0 0,14 6-135 0 0,0 1 0 0 0,0-1 0 0 0,1 0 1 0 0,0 0-1 0 0,1 0 0 0 0,0-1 0 0 0,0 1 0 0 0,1 0 0 0 0,-1-18 1 0 0,2 4-1220 0 0,1-1 1 0 0,5-34 0 0 0,-1 31-5661 0 0</inkml:trace>
</inkml:ink>
</file>

<file path=ppt/ink/ink15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03.920"/>
    </inkml:context>
    <inkml:brush xml:id="br0">
      <inkml:brushProperty name="width" value="0.1" units="cm"/>
      <inkml:brushProperty name="height" value="0.1" units="cm"/>
      <inkml:brushProperty name="color" value="#F6630D"/>
    </inkml:brush>
  </inkml:definitions>
  <inkml:trace contextRef="#ctx0" brushRef="#br0">0 202 1376 0 0,'10'-1'16896'0'0,"-1"2"-16406"0"0,1 1 0 0 0,-1 0 0 0 0,0 0 0 0 0,0 1 0 0 0,0 0 0 0 0,0 1 0 0 0,0 0-1 0 0,12 9 1 0 0,-12-7-435 0 0,0 0-1 0 0,-1 1 1 0 0,0 1-1 0 0,0-1 1 0 0,-1 1-1 0 0,0 1 0 0 0,-1-1 1 0 0,0 1-1 0 0,0 0 1 0 0,0 1-1 0 0,-2-1 1 0 0,6 14-1 0 0,-6-12-87 0 0,9 23-182 0 0,-13-33 208 0 0,1 0 1 0 0,-1 0-1 0 0,1 0 1 0 0,-1 0-1 0 0,1 0 1 0 0,0 0-1 0 0,-1 0 1 0 0,1 0-1 0 0,0 0 1 0 0,0 0-1 0 0,0 0 0 0 0,0 0 1 0 0,0 0-1 0 0,0-1 1 0 0,0 1-1 0 0,0 0 1 0 0,0-1-1 0 0,0 1 1 0 0,0-1-1 0 0,0 1 0 0 0,2 0 1 0 0,-3-3 23 0 0,1 0 0 0 0,-1 1 0 0 0,0-1-1 0 0,0 1 1 0 0,0-1 0 0 0,0 1 0 0 0,0-1 0 0 0,0 0 0 0 0,-1 1 0 0 0,1-1 0 0 0,-1 1-1 0 0,1-1 1 0 0,-1 1 0 0 0,1 0 0 0 0,-1-1 0 0 0,-1-1 0 0 0,1-2 32 0 0,-5-15-34 0 0,2 0 0 0 0,0-1 0 0 0,1 1 0 0 0,1-1 0 0 0,1 0-1 0 0,1 0 1 0 0,3-23 0 0 0,-1 27-374 0 0,1 1-1 0 0,1-1 1 0 0,0 1-1 0 0,1 0 1 0 0,0 0-1 0 0,2 0 1 0 0,0 1 0 0 0,0 0-1 0 0,14-19 1 0 0,-8 16-6832 0 0</inkml:trace>
</inkml:ink>
</file>

<file path=ppt/ink/ink15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04.668"/>
    </inkml:context>
    <inkml:brush xml:id="br0">
      <inkml:brushProperty name="width" value="0.1" units="cm"/>
      <inkml:brushProperty name="height" value="0.1" units="cm"/>
      <inkml:brushProperty name="color" value="#F6630D"/>
    </inkml:brush>
  </inkml:definitions>
  <inkml:trace contextRef="#ctx0" brushRef="#br0">19 463 10594 0 0,'26'-38'5203'0'0,"-20"22"-4340"0"0,0 0 0 0 0,-1 0 0 0 0,-1 0 0 0 0,0 0 0 0 0,-1-1 0 0 0,1-22 0 0 0,-3 31-810 0 0,-1 0-1 0 0,0 0 0 0 0,0 1 0 0 0,-1-1 0 0 0,0 0 0 0 0,-1 0 0 0 0,1 1 1 0 0,-1-1-1 0 0,-1 0 0 0 0,1 1 0 0 0,-2 0 0 0 0,1 0 0 0 0,-1 0 1 0 0,1 0-1 0 0,-10-10 0 0 0,13 16-77 0 0,-1 0 0 0 0,1 0 0 0 0,-1 0 0 0 0,0 0 0 0 0,1 0 0 0 0,-1 1 0 0 0,0-1 0 0 0,0 0 1 0 0,0 1-1 0 0,0-1 0 0 0,1 0 0 0 0,-1 1 0 0 0,0-1 0 0 0,0 1 0 0 0,0 0 0 0 0,0-1 0 0 0,0 1 0 0 0,0 0 0 0 0,0-1 0 0 0,0 1 1 0 0,0 0-1 0 0,-1 0 0 0 0,1 0 0 0 0,-2 0 0 0 0,2 1-24 0 0,0-1 0 0 0,1 1 0 0 0,-1 0 0 0 0,0 0 1 0 0,0-1-1 0 0,0 1 0 0 0,1 0 0 0 0,-1 0 0 0 0,0 0 0 0 0,1 0 0 0 0,-1 0 1 0 0,1 0-1 0 0,-1 0 0 0 0,1 0 0 0 0,0 0 0 0 0,-1 0 0 0 0,1 0 0 0 0,0 3 0 0 0,-1 4-171 0 0,0-1 1 0 0,0 1-1 0 0,1 0 0 0 0,0 0 0 0 0,2 11 0 0 0,0-12 174 0 0,0 1-1 0 0,0-1 1 0 0,1 0 0 0 0,0 0 0 0 0,0 0 0 0 0,1-1 0 0 0,0 1 0 0 0,0-1 0 0 0,0 0 0 0 0,1 0 0 0 0,0 0 0 0 0,0 0 0 0 0,1-1 0 0 0,0 0 0 0 0,0 0 0 0 0,0-1 0 0 0,7 5 0 0 0,-7-6 45 0 0,-1 0 0 0 0,0 0 0 0 0,1-1 0 0 0,-1 1 0 0 0,1-1 1 0 0,0-1-1 0 0,0 1 0 0 0,-1-1 0 0 0,1 0 0 0 0,0 0 0 0 0,0-1 1 0 0,0 0-1 0 0,0 0 0 0 0,0 0 0 0 0,0-1 0 0 0,0 0 0 0 0,0 0 1 0 0,0 0-1 0 0,0-1 0 0 0,0 0 0 0 0,-1 0 0 0 0,8-4 0 0 0,-8 3-256 0 0,0-1-1 0 0,0 0 0 0 0,-1 0 1 0 0,1 0-1 0 0,-1-1 1 0 0,0 1-1 0 0,0-1 0 0 0,-1 0 1 0 0,0 0-1 0 0,6-10 0 0 0,23-63-3005 0 0,-18 41 1948 0 0,0 9 208 0 0,7-21 183 0 0,-9 17 14648 0 0,-7 40-14138 0 0,0 0 531 0 0,-1 0 0 0 0,0 0 0 0 0,0 0 1 0 0,-1 1-1 0 0,3 9 0 0 0,-5-12-153 0 0,1 0 0 0 0,-1 0 1 0 0,1-1-1 0 0,1 1 0 0 0,-1-1 0 0 0,1 0 0 0 0,0 1 0 0 0,0-1 0 0 0,1 0 1 0 0,-1-1-1 0 0,6 6 0 0 0,-9-10 27 0 0,1 1 0 0 0,-1-1 0 0 0,0 0 0 0 0,1 0-1 0 0,-1 1 1 0 0,1-1 0 0 0,-1 0 0 0 0,0 0 0 0 0,1 0 0 0 0,-1 1 0 0 0,1-1 0 0 0,-1 0 0 0 0,1 0 0 0 0,-1 0 0 0 0,1 0-1 0 0,-1 0 1 0 0,1 0 0 0 0,-1 0 0 0 0,1 0 0 0 0,-1 0 0 0 0,1 0 0 0 0,-1 0 0 0 0,1-1 0 0 0,-1 1 0 0 0,0 0 0 0 0,1 0-1 0 0,-1 0 1 0 0,1 0 0 0 0,-1-1 0 0 0,1 1 0 0 0,0-1 0 0 0,11-16-284 0 0,3-23-217 0 0,-14 38 484 0 0,1-8-105 0 0,0-1 1 0 0,-1 0-1 0 0,0-13 1 0 0,-1 17 277 0 0,0 0-1 0 0,1 0 1 0 0,0 0 0 0 0,0 0 0 0 0,0 0 0 0 0,0 0 0 0 0,1 0 0 0 0,1 1 0 0 0,-1-1-1 0 0,4-6 1 0 0,-6 13-133 0 0,1 0-1 0 0,-1 0 1 0 0,1 0-1 0 0,-1 0 1 0 0,0 0 0 0 0,1 0-1 0 0,-1 0 1 0 0,1 0-1 0 0,-1 0 1 0 0,1 0-1 0 0,-1 0 1 0 0,0 0-1 0 0,1 0 1 0 0,-1 1 0 0 0,1-1-1 0 0,-1 0 1 0 0,0 0-1 0 0,1 0 1 0 0,-1 1-1 0 0,0-1 1 0 0,1 0-1 0 0,-1 0 1 0 0,0 1-1 0 0,1-1 1 0 0,-1 0 0 0 0,0 0-1 0 0,1 1 1 0 0,-1-1-1 0 0,0 0 1 0 0,0 1-1 0 0,1-1 1 0 0,-1 1-1 0 0,0 0 1 0 0,13 15-40 0 0,-12-14 53 0 0,7 8-173 0 0,0-1 1 0 0,0 0-1 0 0,1 0 1 0 0,0-1-1 0 0,0 0 1 0 0,1 0 0 0 0,0-1-1 0 0,1-1 1 0 0,-1 1-1 0 0,1-2 1 0 0,0 0-1 0 0,1 0 1 0 0,-1-1-1 0 0,1 0 1 0 0,24 4 0 0 0,-22-7-2061 0 0</inkml:trace>
</inkml:ink>
</file>

<file path=ppt/ink/ink15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04.873"/>
    </inkml:context>
    <inkml:brush xml:id="br0">
      <inkml:brushProperty name="width" value="0.1" units="cm"/>
      <inkml:brushProperty name="height" value="0.1" units="cm"/>
      <inkml:brushProperty name="color" value="#F6630D"/>
    </inkml:brush>
  </inkml:definitions>
  <inkml:trace contextRef="#ctx0" brushRef="#br0">35 76 10138 0 0,'-7'-17'691'0'0,"-7"-22"-165"0"0,0 20 7088 0 0,15 29-6083 0 0,3 11-614 0 0,4 3-568 0 0,1 0 1 0 0,2-1 0 0 0,0 1 0 0 0,2-2 0 0 0,0 0 0 0 0,18 22 0 0 0,17 7-2162 0 0,7-8-3694 0 0,-37-31-1608 0 0</inkml:trace>
</inkml:ink>
</file>

<file path=ppt/ink/ink15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05.127"/>
    </inkml:context>
    <inkml:brush xml:id="br0">
      <inkml:brushProperty name="width" value="0.1" units="cm"/>
      <inkml:brushProperty name="height" value="0.1" units="cm"/>
      <inkml:brushProperty name="color" value="#F6630D"/>
    </inkml:brush>
  </inkml:definitions>
  <inkml:trace contextRef="#ctx0" brushRef="#br0">5 65 6913 0 0,'-4'21'706'0'0,"4"-17"-78"0"0,0-1 0 0 0,0 0 0 0 0,0 0 0 0 0,0 0-1 0 0,1 0 1 0 0,-1 1 0 0 0,1-1 0 0 0,1 3 0 0 0,-2-5-373 0 0,1 0 0 0 0,-1 0 0 0 0,1 0 0 0 0,-1 0 0 0 0,1 0-1 0 0,0 0 1 0 0,-1 0 0 0 0,1 0 0 0 0,0 0 0 0 0,0 0 0 0 0,0 0 0 0 0,0-1 0 0 0,-1 1 0 0 0,1 0-1 0 0,0-1 1 0 0,0 1 0 0 0,0-1 0 0 0,1 1 0 0 0,-1-1 0 0 0,0 1 0 0 0,2 0 0 0 0,-1-1-198 0 0,0 0 0 0 0,0 0 0 0 0,0 0 0 0 0,0 0 0 0 0,0 0 0 0 0,0 0 0 0 0,0-1 0 0 0,0 1 0 0 0,0-1 0 0 0,3 0 1 0 0,4-4 177 0 0,-1 0 1 0 0,0 0 0 0 0,0-1 0 0 0,0 0-1 0 0,-1 0 1 0 0,0-1 0 0 0,0 1 0 0 0,0-2-1 0 0,-1 1 1 0 0,8-13 0 0 0,31-31-3903 0 0</inkml:trace>
</inkml:ink>
</file>

<file path=ppt/ink/ink15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1:41.647"/>
    </inkml:context>
    <inkml:brush xml:id="br0">
      <inkml:brushProperty name="width" value="0.1" units="cm"/>
      <inkml:brushProperty name="height" value="0.1" units="cm"/>
      <inkml:brushProperty name="color" value="#F6630D"/>
    </inkml:brush>
  </inkml:definitions>
  <inkml:trace contextRef="#ctx0" brushRef="#br0">53 61 9218 0 0,'-1'-5'759'0'0,"0"1"-1"0"0,-1-1 1 0 0,0 0-1 0 0,0 0 1 0 0,0 1 0 0 0,0-1-1 0 0,-1 1 1 0 0,0-1-1 0 0,0 1 1 0 0,0 0 0 0 0,-7-7-1 0 0,10 11-700 0 0,-1 1-1 0 0,1-1 0 0 0,0 0 1 0 0,-1 0-1 0 0,1 0 0 0 0,-1 0 1 0 0,1 1-1 0 0,-1-1 0 0 0,1 0 1 0 0,0 0-1 0 0,-1 1 1 0 0,1-1-1 0 0,0 0 0 0 0,-1 0 1 0 0,1 1-1 0 0,0-1 0 0 0,-1 0 1 0 0,1 1-1 0 0,0-1 0 0 0,-1 1 1 0 0,1-1-1 0 0,0 0 0 0 0,0 1 1 0 0,0-1-1 0 0,0 1 1 0 0,-1-1-1 0 0,1 1 0 0 0,0-1 1 0 0,0 1-1 0 0,0-1 0 0 0,0 0 1 0 0,0 1-1 0 0,0-1 0 0 0,0 1 1 0 0,-3 20 436 0 0,3-20-406 0 0,-4 56 37 0 0,2-1-1 0 0,2 1 1 0 0,4 0-1 0 0,1-1 0 0 0,3 1 1 0 0,3-2-1 0 0,1 1 1 0 0,28 70-1 0 0,-35-112-99 0 0,1-1 0 0 0,1 0-1 0 0,0 0 1 0 0,0-1-1 0 0,1 0 1 0 0,1 0 0 0 0,0-1-1 0 0,19 18 1 0 0,-24-25-76 0 0,0-1 0 0 0,0 0 0 0 0,0 0 0 0 0,1 0 1 0 0,-1-1-1 0 0,1 1 0 0 0,-1-1 0 0 0,1 0 0 0 0,0 0 0 0 0,0-1 0 0 0,0 0 1 0 0,0 1-1 0 0,0-2 0 0 0,0 1 0 0 0,0-1 0 0 0,0 1 0 0 0,0-1 0 0 0,0-1 0 0 0,0 1 1 0 0,0-1-1 0 0,0 0 0 0 0,0 0 0 0 0,0 0 0 0 0,0-1 0 0 0,0 1 0 0 0,-1-1 0 0 0,1-1 1 0 0,5-2-1 0 0,14-12-1890 0 0,-3-5-4925 0 0</inkml:trace>
</inkml:ink>
</file>

<file path=ppt/ink/ink16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1:41.885"/>
    </inkml:context>
    <inkml:brush xml:id="br0">
      <inkml:brushProperty name="width" value="0.1" units="cm"/>
      <inkml:brushProperty name="height" value="0.1" units="cm"/>
      <inkml:brushProperty name="color" value="#F6630D"/>
    </inkml:brush>
  </inkml:definitions>
  <inkml:trace contextRef="#ctx0" brushRef="#br0">1 1 15667 0 0,'1'0'112'0'0,"1"0"0"0"0,-1 0 0 0 0,1 0 0 0 0,0 0-1 0 0,-1 0 1 0 0,1 1 0 0 0,-1-1 0 0 0,1 1 0 0 0,0-1-1 0 0,-1 1 1 0 0,1-1 0 0 0,-1 1 0 0 0,0 0 0 0 0,1 0 0 0 0,-1 0-1 0 0,0 0 1 0 0,1 0 0 0 0,-1 0 0 0 0,0 0 0 0 0,0 0-1 0 0,0 0 1 0 0,0 0 0 0 0,0 1 0 0 0,0-1 0 0 0,0 0-1 0 0,0 1 1 0 0,-1-1 0 0 0,1 1 0 0 0,0-1 0 0 0,-1 1 0 0 0,1-1-1 0 0,-1 1 1 0 0,0 0 0 0 0,1 1 0 0 0,0 8-291 0 0,-1 0-1 0 0,0-1 1 0 0,0 1 0 0 0,-4 16 0 0 0,1 17-2022 0 0,19 21-3214 0 0,-12-43 4748 0 0</inkml:trace>
</inkml:ink>
</file>

<file path=ppt/ink/ink16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1:42.602"/>
    </inkml:context>
    <inkml:brush xml:id="br0">
      <inkml:brushProperty name="width" value="0.1" units="cm"/>
      <inkml:brushProperty name="height" value="0.1" units="cm"/>
      <inkml:brushProperty name="color" value="#F6630D"/>
    </inkml:brush>
  </inkml:definitions>
  <inkml:trace contextRef="#ctx0" brushRef="#br0">10 88 11058 0 0,'-9'-2'6718'0'0,"21"31"-6261"0"0,13 43 0 0 0,11 25-600 0 0,-35-95 131 0 0,-1-1 0 0 0,1 1 0 0 0,0 0 0 0 0,0-1 1 0 0,-1 0-1 0 0,1 1 0 0 0,1-1 0 0 0,-1 1 1 0 0,0-1-1 0 0,0 0 0 0 0,0 0 0 0 0,3 2 0 0 0,-4-3-10 0 0,1 0-1 0 0,-1 0 0 0 0,1 0 1 0 0,-1 0-1 0 0,1 0 0 0 0,0 0 1 0 0,-1-1-1 0 0,1 1 0 0 0,-1 0 1 0 0,1 0-1 0 0,-1 0 0 0 0,1-1 1 0 0,-1 1-1 0 0,1 0 0 0 0,-1-1 1 0 0,1 1-1 0 0,-1 0 0 0 0,1-1 1 0 0,-1 1-1 0 0,0 0 0 0 0,1-1 1 0 0,-1 1-1 0 0,0-1 0 0 0,1 1 1 0 0,-1-1-1 0 0,0 1 0 0 0,1-1 0 0 0,-1 1 1 0 0,0-1-1 0 0,0 1 0 0 0,0-1 1 0 0,0 1-1 0 0,1-1 0 0 0,-1 0 1 0 0,0 1-1 0 0,0-1 0 0 0,0 1 1 0 0,0-2-1 0 0,17-60-1354 0 0,-10 33 1622 0 0,1 1 1 0 0,2 0-1 0 0,0 0 1 0 0,2 1 0 0 0,19-33-1 0 0,-30 58-158 0 0,0 0-1 0 0,0 1 1 0 0,0-1 0 0 0,1 0-1 0 0,-1 1 1 0 0,1-1 0 0 0,-1 1-1 0 0,1-1 1 0 0,-1 1-1 0 0,1 0 1 0 0,0-1 0 0 0,-1 1-1 0 0,1 0 1 0 0,0 0 0 0 0,0 0-1 0 0,0 0 1 0 0,0 1-1 0 0,0-1 1 0 0,0 1 0 0 0,3-1-1 0 0,-3 1-20 0 0,0 1-1 0 0,0-1 0 0 0,0 1 0 0 0,0-1 1 0 0,0 1-1 0 0,0 0 0 0 0,0 0 1 0 0,-1 0-1 0 0,1 0 0 0 0,0 0 0 0 0,0 1 1 0 0,-1-1-1 0 0,1 0 0 0 0,-1 1 0 0 0,1 0 1 0 0,-1-1-1 0 0,0 1 0 0 0,1 0 1 0 0,-1-1-1 0 0,1 3 0 0 0,10 16 214 0 0,-1 1 0 0 0,-2 0 0 0 0,1 1 0 0 0,8 32 0 0 0,-12-32-1021 0 0,2 0 0 0 0,0 0 0 0 0,2-1 0 0 0,17 29 0 0 0</inkml:trace>
</inkml:ink>
</file>

<file path=ppt/ink/ink16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1:42.899"/>
    </inkml:context>
    <inkml:brush xml:id="br0">
      <inkml:brushProperty name="width" value="0.1" units="cm"/>
      <inkml:brushProperty name="height" value="0.1" units="cm"/>
      <inkml:brushProperty name="color" value="#F6630D"/>
    </inkml:brush>
  </inkml:definitions>
  <inkml:trace contextRef="#ctx0" brushRef="#br0">61 48 11522 0 0,'0'-1'199'0'0,"-1"0"0"0"0,0 0 0 0 0,1 0 0 0 0,-1 0-1 0 0,0 0 1 0 0,0 0 0 0 0,0 0 0 0 0,0 0-1 0 0,0 0 1 0 0,0 0 0 0 0,0 1 0 0 0,0-1-1 0 0,0 0 1 0 0,-1 1 0 0 0,1-1 0 0 0,0 1-1 0 0,-2-1 1 0 0,2 1-88 0 0,0 1-1 0 0,1-1 0 0 0,-1 0 1 0 0,0 1-1 0 0,0-1 1 0 0,0 1-1 0 0,0-1 0 0 0,1 1 1 0 0,-1-1-1 0 0,0 1 1 0 0,0 0-1 0 0,1-1 0 0 0,-1 1 1 0 0,0 0-1 0 0,1 0 1 0 0,-1-1-1 0 0,1 1 0 0 0,-1 0 1 0 0,1 0-1 0 0,-1 0 1 0 0,1 0-1 0 0,0-1 0 0 0,0 1 1 0 0,-1 0-1 0 0,1 2 1 0 0,-6 15 86 0 0,1 0 1 0 0,0 0 0 0 0,1 0 0 0 0,2 1-1 0 0,0 0 1 0 0,0-1 0 0 0,2 1 0 0 0,1 0-1 0 0,5 37 1 0 0,-6-53-202 0 0,1 1-1 0 0,0-1 1 0 0,0 0-1 0 0,0 0 0 0 0,0 0 1 0 0,1 1-1 0 0,-1-1 1 0 0,1 0-1 0 0,0 0 1 0 0,0-1-1 0 0,0 1 0 0 0,0 0 1 0 0,0-1-1 0 0,1 1 1 0 0,-1-1-1 0 0,1 0 1 0 0,-1 0-1 0 0,1 0 0 0 0,0 0 1 0 0,0 0-1 0 0,0 0 1 0 0,0-1-1 0 0,0 0 0 0 0,4 2 1 0 0,-3-3-1 0 0,-1 1-1 0 0,0-1 1 0 0,0 0-1 0 0,1 0 1 0 0,-1 0 0 0 0,0 0-1 0 0,0-1 1 0 0,1 1-1 0 0,-1-1 1 0 0,0 0 0 0 0,0 0-1 0 0,0 0 1 0 0,0 0-1 0 0,0 0 1 0 0,0-1 0 0 0,0 0-1 0 0,0 1 1 0 0,-1-1-1 0 0,1 0 1 0 0,-1 0 0 0 0,1 0-1 0 0,-1-1 1 0 0,0 1-1 0 0,0-1 1 0 0,2-2 0 0 0,1-3-13 0 0,0 0 1 0 0,0-1 0 0 0,-1 1-1 0 0,0-1 1 0 0,-1 0 0 0 0,0 0-1 0 0,-1 0 1 0 0,1 0 0 0 0,-2-1 0 0 0,1 1-1 0 0,-1-1 1 0 0,-1 1 0 0 0,0 0-1 0 0,0-1 1 0 0,-1 1 0 0 0,0-1 0 0 0,-1 1-1 0 0,0-1 1 0 0,0 1 0 0 0,-1 0-1 0 0,0 0 1 0 0,0 0 0 0 0,-1 1-1 0 0,-1-1 1 0 0,1 1 0 0 0,-1 0 0 0 0,-1 0-1 0 0,1 0 1 0 0,-2 1 0 0 0,1 0-1 0 0,-1 0 1 0 0,-11-9 0 0 0,16 15-167 0 0,0 0 0 0 0,0-1-1 0 0,1 1 1 0 0,-1 0 0 0 0,-1 0 0 0 0,1 0 0 0 0,0 1 0 0 0,0-1 0 0 0,-4 0 0 0 0,5 1-85 0 0,0 0 0 0 0,1 0 0 0 0,-1 0 0 0 0,0 0 0 0 0,1 0 0 0 0,-1 0 0 0 0,0 0 0 0 0,0 0 0 0 0,1 0 0 0 0,-1 1 0 0 0,0-1 0 0 0,1 0 0 0 0,-1 1 0 0 0,0-1 0 0 0</inkml:trace>
</inkml:ink>
</file>

<file path=ppt/ink/ink16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1:43.138"/>
    </inkml:context>
    <inkml:brush xml:id="br0">
      <inkml:brushProperty name="width" value="0.1" units="cm"/>
      <inkml:brushProperty name="height" value="0.1" units="cm"/>
      <inkml:brushProperty name="color" value="#F6630D"/>
    </inkml:brush>
  </inkml:definitions>
  <inkml:trace contextRef="#ctx0" brushRef="#br0">0 0 8754 0 0,'3'3'9347'0'0,"8"15"-6385"0"0,-6 6-2529 0 0,-1-1-1 0 0,0 1 1 0 0,-1 27 0 0 0,-1-22-1957 0 0,7 43 1 0 0</inkml:trace>
</inkml:ink>
</file>

<file path=ppt/ink/ink16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1:43.328"/>
    </inkml:context>
    <inkml:brush xml:id="br0">
      <inkml:brushProperty name="width" value="0.1" units="cm"/>
      <inkml:brushProperty name="height" value="0.1" units="cm"/>
      <inkml:brushProperty name="color" value="#F6630D"/>
    </inkml:brush>
  </inkml:definitions>
  <inkml:trace contextRef="#ctx0" brushRef="#br0">12 4 15667 0 0,'-2'-2'1529'0'0,"0"0"-1361"0"0,1 2 272 0 0,0 2 48 0 0,-1-1 16 0 0,-1 3 0 0 0,2 0-728 0 0,1 23-2937 0 0,6-20 833 0 0,3 1-65 0 0,5-2-7 0 0</inkml:trace>
</inkml:ink>
</file>

<file path=ppt/ink/ink16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1:43.627"/>
    </inkml:context>
    <inkml:brush xml:id="br0">
      <inkml:brushProperty name="width" value="0.1" units="cm"/>
      <inkml:brushProperty name="height" value="0.1" units="cm"/>
      <inkml:brushProperty name="color" value="#F6630D"/>
    </inkml:brush>
  </inkml:definitions>
  <inkml:trace contextRef="#ctx0" brushRef="#br0">145 0 2304 0 0,'-33'4'9190'0'0,"29"-2"-8841"0"0,1 0-1 0 0,-1-1 1 0 0,1 1 0 0 0,-1 0 0 0 0,1 1-1 0 0,0-1 1 0 0,0 0 0 0 0,0 1-1 0 0,0 0 1 0 0,-5 6 0 0 0,-2 3-19 0 0,1 1-1 0 0,0 0 1 0 0,1 0-1 0 0,-8 16 1 0 0,13-23-302 0 0,0 0-1 0 0,1 1 0 0 0,-1 0 1 0 0,1-1-1 0 0,1 1 1 0 0,-1 0-1 0 0,1 0 1 0 0,0 0-1 0 0,1 0 1 0 0,-1 0-1 0 0,2 11 1 0 0,0-15-38 0 0,0 0 1 0 0,1-1 0 0 0,-1 1 0 0 0,0 0 0 0 0,1-1-1 0 0,0 1 1 0 0,-1-1 0 0 0,1 0 0 0 0,0 1-1 0 0,0-1 1 0 0,0 0 0 0 0,1 0 0 0 0,-1 0-1 0 0,0-1 1 0 0,1 1 0 0 0,0-1 0 0 0,-1 1-1 0 0,1-1 1 0 0,4 2 0 0 0,6 2-479 0 0,1 0 0 0 0,21 5 0 0 0,-30-9 348 0 0,0 0-1 0 0,-1 0 1 0 0,1 0-1 0 0,-1 1 0 0 0,1 0 1 0 0,-1 0-1 0 0,0 0 1 0 0,0 1-1 0 0,0-1 0 0 0,0 1 1 0 0,0 0-1 0 0,0 0 1 0 0,5 7-1 0 0,-7-8 120 0 0,0 1 1 0 0,-1 0-1 0 0,1 0 1 0 0,-1 0-1 0 0,0 0 0 0 0,0 0 1 0 0,0 1-1 0 0,0-1 0 0 0,-1 0 1 0 0,1 0-1 0 0,-1 1 1 0 0,0-1-1 0 0,0 0 0 0 0,0 1 1 0 0,0-1-1 0 0,-1 0 1 0 0,1 0-1 0 0,-1 1 0 0 0,0-1 1 0 0,0 0-1 0 0,-1 4 0 0 0,-4 7-301 0 0,-1 1-1 0 0,0-2 0 0 0,-1 1 1 0 0,-1-1-1 0 0,0 0 0 0 0,-18 20 0 0 0,12-15-477 0 0</inkml:trace>
</inkml:ink>
</file>

<file path=ppt/ink/ink16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1:43.913"/>
    </inkml:context>
    <inkml:brush xml:id="br0">
      <inkml:brushProperty name="width" value="0.1" units="cm"/>
      <inkml:brushProperty name="height" value="0.1" units="cm"/>
      <inkml:brushProperty name="color" value="#F6630D"/>
    </inkml:brush>
  </inkml:definitions>
  <inkml:trace contextRef="#ctx0" brushRef="#br0">1 389 2304 0 0,'10'-9'1091'0'0,"0"0"-1"0"0,0-1 1 0 0,-1 0-1 0 0,0-1 1 0 0,-1 0-1 0 0,9-14 1 0 0,-6 9 311 0 0,0 0-959 0 0,-2-1 0 0 0,1 1 0 0 0,-2-2 0 0 0,0 1 0 0 0,-1-1 0 0 0,-1 0 0 0 0,-1-1 0 0 0,-1 1 0 0 0,0-1 0 0 0,-1 0 1 0 0,-1 0-1 0 0,-1-31 0 0 0,-1 49-409 0 0,0 0 1 0 0,0 0 0 0 0,0 0 0 0 0,0 0 0 0 0,0 0 0 0 0,0 1 0 0 0,0-1-1 0 0,0 0 1 0 0,0 0 0 0 0,0 0 0 0 0,-1 0 0 0 0,1 1 0 0 0,0-1-1 0 0,-1 0 1 0 0,1 0 0 0 0,-1 1 0 0 0,1-1 0 0 0,-1 0 0 0 0,1 0-1 0 0,-1 1 1 0 0,1-1 0 0 0,-1 1 0 0 0,1-1 0 0 0,-1 0 0 0 0,0 1-1 0 0,0-1 1 0 0,1 1 0 0 0,-1 0 0 0 0,0-1 0 0 0,0 1 0 0 0,1-1-1 0 0,-1 1 1 0 0,0 0 0 0 0,0 0 0 0 0,0 0 0 0 0,0-1 0 0 0,1 1 0 0 0,-1 0-1 0 0,0 0 1 0 0,0 0 0 0 0,0 0 0 0 0,0 0 0 0 0,0 0 0 0 0,1 1-1 0 0,-1-1 1 0 0,0 0 0 0 0,0 0 0 0 0,0 1 0 0 0,0-1 0 0 0,1 0-1 0 0,-1 1 1 0 0,0-1 0 0 0,0 1 0 0 0,1-1 0 0 0,-1 1 0 0 0,0-1-1 0 0,0 2 1 0 0,-4 1 103 0 0,1 0 1 0 0,0 1-1 0 0,0-1 0 0 0,0 1 0 0 0,1 0 1 0 0,-1 0-1 0 0,1 0 0 0 0,-4 6 0 0 0,5-5-51 0 0,0 0-1 0 0,0 0 0 0 0,0 0 1 0 0,1 0-1 0 0,0 0 1 0 0,0 0-1 0 0,0 1 0 0 0,1-1 1 0 0,0 0-1 0 0,0 0 0 0 0,0 1 1 0 0,0-1-1 0 0,1 0 0 0 0,0 0 1 0 0,0 0-1 0 0,0 0 0 0 0,1 0 1 0 0,0 0-1 0 0,0 0 1 0 0,0 0-1 0 0,1 0 0 0 0,-1-1 1 0 0,1 1-1 0 0,0-1 0 0 0,7 8 1 0 0,-4-5-223 0 0,1-1-1 0 0,0 1 1 0 0,0-1 0 0 0,1 0 0 0 0,-1-1 0 0 0,1 1-1 0 0,0-2 1 0 0,1 1 0 0 0,-1-1 0 0 0,1 0 0 0 0,0-1-1 0 0,0 0 1 0 0,16 3 0 0 0,-2-3-7300 0 0</inkml:trace>
</inkml:ink>
</file>

<file path=ppt/ink/ink16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1:44.187"/>
    </inkml:context>
    <inkml:brush xml:id="br0">
      <inkml:brushProperty name="width" value="0.1" units="cm"/>
      <inkml:brushProperty name="height" value="0.1" units="cm"/>
      <inkml:brushProperty name="color" value="#F6630D"/>
    </inkml:brush>
  </inkml:definitions>
  <inkml:trace contextRef="#ctx0" brushRef="#br0">25 0 14339 0 0,'-1'56'6290'0'0,"-4"-1"-3515"0"0,-1-1-4023 0 0,-3 0-4535 0 0,6-32-1252 0 0</inkml:trace>
</inkml:ink>
</file>

<file path=ppt/ink/ink16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1:44.721"/>
    </inkml:context>
    <inkml:brush xml:id="br0">
      <inkml:brushProperty name="width" value="0.1" units="cm"/>
      <inkml:brushProperty name="height" value="0.1" units="cm"/>
      <inkml:brushProperty name="color" value="#F6630D"/>
    </inkml:brush>
  </inkml:definitions>
  <inkml:trace contextRef="#ctx0" brushRef="#br0">168 43 9586 0 0,'0'-2'135'0'0,"0"0"0"0"0,0 1 0 0 0,0-1-1 0 0,0 0 1 0 0,0 1 0 0 0,-1-1 0 0 0,1 0 0 0 0,-1 1 0 0 0,1-1-1 0 0,-1 0 1 0 0,0 1 0 0 0,1-1 0 0 0,-1 1 0 0 0,0-1 0 0 0,0 1-1 0 0,0 0 1 0 0,0-1 0 0 0,0 1 0 0 0,-1 0 0 0 0,1 0 0 0 0,0 0 0 0 0,-1-1-1 0 0,1 1 1 0 0,0 1 0 0 0,-1-1 0 0 0,1 0 0 0 0,-1 0 0 0 0,0 1-1 0 0,1-1 1 0 0,-1 0 0 0 0,-1 1 0 0 0,0-1 97 0 0,0 1 0 0 0,0-1 1 0 0,0 1-1 0 0,1 0 0 0 0,-1 0 0 0 0,0 0 1 0 0,0 1-1 0 0,0-1 0 0 0,0 1 0 0 0,1-1 1 0 0,-1 1-1 0 0,0 0 0 0 0,1 0 0 0 0,-1 0 0 0 0,0 1 1 0 0,1-1-1 0 0,-4 3 0 0 0,-2 4-136 0 0,0-1 0 0 0,1 1 0 0 0,0 0-1 0 0,0 1 1 0 0,1 0 0 0 0,0 0 0 0 0,1 0-1 0 0,0 0 1 0 0,1 1 0 0 0,-1 0 0 0 0,2 0-1 0 0,0 1 1 0 0,0-1 0 0 0,0 0 0 0 0,0 16 0 0 0,3-24-147 0 0,0 1 1 0 0,1-1-1 0 0,-1 1 1 0 0,1-1-1 0 0,0 0 1 0 0,0 0-1 0 0,0 1 1 0 0,0-1 0 0 0,0 0-1 0 0,0 0 1 0 0,0 0-1 0 0,1 0 1 0 0,-1 0-1 0 0,1 0 1 0 0,0-1 0 0 0,-1 1-1 0 0,1 0 1 0 0,0-1-1 0 0,0 1 1 0 0,0-1-1 0 0,0 0 1 0 0,0 0-1 0 0,0 0 1 0 0,0 0 0 0 0,5 1-1 0 0,7 4-232 0 0,0-2-1 0 0,0 0 1 0 0,17 2-1 0 0,-10-2-104 0 0,-13-2 278 0 0,0 0 0 0 0,0 0 0 0 0,0 1 1 0 0,0 0-1 0 0,0 0 0 0 0,-1 1 0 0 0,8 4 1 0 0,-13-7 143 0 0,-1 1 1 0 0,1-1-1 0 0,0 1 1 0 0,-1 0-1 0 0,1-1 1 0 0,-1 1 0 0 0,1 0-1 0 0,-1 0 1 0 0,0 0-1 0 0,0 0 1 0 0,0 0-1 0 0,0 0 1 0 0,0 0-1 0 0,-1 0 1 0 0,1 1 0 0 0,0-1-1 0 0,-1 0 1 0 0,0 0-1 0 0,1 1 1 0 0,-1-1-1 0 0,0 0 1 0 0,0 1-1 0 0,-1-1 1 0 0,1 0 0 0 0,0 0-1 0 0,-1 1 1 0 0,1-1-1 0 0,-1 0 1 0 0,0 0-1 0 0,-1 3 1 0 0,-1 3 156 0 0,-1 0 0 0 0,0 0 0 0 0,0-1 0 0 0,-1 1 0 0 0,0-1 0 0 0,0 0 0 0 0,-1 0 0 0 0,0-1 1 0 0,0 0-1 0 0,-8 6 0 0 0,7-7-781 0 0,1 0 1 0 0,-1 0-1 0 0,-1-1 1 0 0,1 1-1 0 0,-1-2 1 0 0,-9 4 0 0 0</inkml:trace>
</inkml:ink>
</file>

<file path=ppt/ink/ink16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1:45.117"/>
    </inkml:context>
    <inkml:brush xml:id="br0">
      <inkml:brushProperty name="width" value="0.1" units="cm"/>
      <inkml:brushProperty name="height" value="0.1" units="cm"/>
      <inkml:brushProperty name="color" value="#F6630D"/>
    </inkml:brush>
  </inkml:definitions>
  <inkml:trace contextRef="#ctx0" brushRef="#br0">11 0 12443 0 0,'-4'19'7575'0'0,"1"29"-6405"0"0,3-43-612 0 0,-3 21-498 0 0,2 0 1 0 0,1-1-1 0 0,1 1 0 0 0,2 0 1 0 0,0-1-1 0 0,1 1 0 0 0,2-1 0 0 0,9 27 1 0 0,-14-50-91 0 0,-1 0 1 0 0,1-1 0 0 0,0 1-1 0 0,0 0 1 0 0,-1-1-1 0 0,1 1 1 0 0,0-1 0 0 0,0 1-1 0 0,0-1 1 0 0,1 1 0 0 0,-1-1-1 0 0,0 0 1 0 0,1 1-1 0 0,-1-1 1 0 0,0 0 0 0 0,1 0-1 0 0,-1 0 1 0 0,4 1 0 0 0,-4-1-11 0 0,1-1 1 0 0,-1 0 0 0 0,0-1 0 0 0,0 1 0 0 0,0 0 0 0 0,0 0-1 0 0,1 0 1 0 0,-1-1 0 0 0,0 1 0 0 0,0 0 0 0 0,0-1 0 0 0,0 1-1 0 0,0-1 1 0 0,0 0 0 0 0,0 1 0 0 0,0-1 0 0 0,0 0-1 0 0,0 1 1 0 0,0-1 0 0 0,-1 0 0 0 0,3-2 0 0 0,4-6-232 0 0,0-1 0 0 0,-1 0 0 0 0,0 0-1 0 0,6-17 1 0 0,-7 18 232 0 0,8-22-123 0 0,14-27 230 0 0,-24 54 46 0 0,-1 0 0 0 0,1 0 1 0 0,0 0-1 0 0,0 1 0 0 0,0-1 1 0 0,0 1-1 0 0,0 0 1 0 0,1 0-1 0 0,0 0 0 0 0,7-5 1 0 0,-10 8-66 0 0,0 0 1 0 0,0-1-1 0 0,0 1 1 0 0,0 0 0 0 0,0 0-1 0 0,0 0 1 0 0,0 0-1 0 0,0 0 1 0 0,0 1-1 0 0,0-1 1 0 0,0 0-1 0 0,0 0 1 0 0,0 1 0 0 0,0-1-1 0 0,0 0 1 0 0,0 1-1 0 0,0-1 1 0 0,0 1-1 0 0,0 0 1 0 0,0-1-1 0 0,0 1 1 0 0,-1 0 0 0 0,1-1-1 0 0,0 1 1 0 0,0 0-1 0 0,-1 0 1 0 0,1-1-1 0 0,0 1 1 0 0,-1 0-1 0 0,1 0 1 0 0,-1 0 0 0 0,1 0-1 0 0,-1 0 1 0 0,1 2-1 0 0,15 39 358 0 0,-14-37-325 0 0,16 55-6 0 0,6 18-806 0 0,0-28-3034 0 0,-15-36 2293 0 0</inkml:trace>
</inkml:ink>
</file>

<file path=ppt/ink/ink16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1:45.417"/>
    </inkml:context>
    <inkml:brush xml:id="br0">
      <inkml:brushProperty name="width" value="0.1" units="cm"/>
      <inkml:brushProperty name="height" value="0.1" units="cm"/>
      <inkml:brushProperty name="color" value="#F6630D"/>
    </inkml:brush>
  </inkml:definitions>
  <inkml:trace contextRef="#ctx0" brushRef="#br0">0 144 1376 0 0,'3'26'9340'0'0,"6"1"-4258"0"0,-7-21-4908 0 0,1-1 1 0 0,0 1 0 0 0,0-1-1 0 0,0 0 1 0 0,1 0-1 0 0,-1-1 1 0 0,1 1-1 0 0,0-1 1 0 0,1 1-1 0 0,-1-1 1 0 0,1-1-1 0 0,0 1 1 0 0,0-1-1 0 0,0 1 1 0 0,0-1-1 0 0,0-1 1 0 0,1 1 0 0 0,-1-1-1 0 0,1 0 1 0 0,0 0-1 0 0,0-1 1 0 0,9 2-1 0 0,-7-2-43 0 0,-1-1 0 0 0,0 0 0 0 0,1 0 0 0 0,-1-1 0 0 0,0 1 0 0 0,1-2 0 0 0,-1 1 0 0 0,0-1 0 0 0,0 0 0 0 0,0 0-1 0 0,0-1 1 0 0,-1 0 0 0 0,1 0 0 0 0,9-7 0 0 0,-13 8-114 0 0,1-1 1 0 0,0-1-1 0 0,-1 1 0 0 0,0 0 0 0 0,0-1 0 0 0,0 0 1 0 0,0 0-1 0 0,0 0 0 0 0,-1 0 0 0 0,0 0 0 0 0,1 0 0 0 0,-2-1 1 0 0,1 1-1 0 0,0-1 0 0 0,-1 1 0 0 0,0-1 0 0 0,0 0 1 0 0,0 1-1 0 0,-1-1 0 0 0,0 0 0 0 0,0 0 0 0 0,0 0 1 0 0,-1-4-1 0 0,0 0 50 0 0,-1 0 0 0 0,0 0 0 0 0,-1 1 0 0 0,0-1 0 0 0,0 1 0 0 0,-1 0 0 0 0,0 0 1 0 0,0 0-1 0 0,-1 0 0 0 0,0 1 0 0 0,-1 0 0 0 0,1 0 0 0 0,-1 0 0 0 0,-9-7 0 0 0,12 11-130 0 0,0 1-1 0 0,-1-1 1 0 0,1 1-1 0 0,-1 0 1 0 0,1 0-1 0 0,-1 0 1 0 0,0 0-1 0 0,0 1 1 0 0,0-1-1 0 0,0 1 1 0 0,0 0-1 0 0,0 0 1 0 0,-8 0-1 0 0,8 1-276 0 0,0 1-1 0 0,0-1 1 0 0,0 1 0 0 0,0 0-1 0 0,0 0 1 0 0,1 0-1 0 0,-1 1 1 0 0,0-1-1 0 0,1 1 1 0 0,-1 0-1 0 0,1 0 1 0 0,0 0-1 0 0,-1 0 1 0 0,1 1 0 0 0,0-1-1 0 0,0 1 1 0 0,-3 4-1 0 0</inkml:trace>
</inkml:ink>
</file>

<file path=ppt/ink/ink16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1:45.702"/>
    </inkml:context>
    <inkml:brush xml:id="br0">
      <inkml:brushProperty name="width" value="0.1" units="cm"/>
      <inkml:brushProperty name="height" value="0.1" units="cm"/>
      <inkml:brushProperty name="color" value="#F6630D"/>
    </inkml:brush>
  </inkml:definitions>
  <inkml:trace contextRef="#ctx0" brushRef="#br0">6 46 10594 0 0,'6'-45'3158'0'0,"-11"75"3428"0"0,-1 10-5297 0 0,6 8-1128 0 0,2 0 0 0 0,2 0-1 0 0,2 0 1 0 0,2 0 0 0 0,2-1-1 0 0,2-1 1 0 0,2 0 0 0 0,2 0 0 0 0,23 43-1 0 0,-32-76-777 0 0,0-1 1 0 0,17 22-1 0 0,-4-12-5288 0 0</inkml:trace>
</inkml:ink>
</file>

<file path=ppt/ink/ink16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1:45.875"/>
    </inkml:context>
    <inkml:brush xml:id="br0">
      <inkml:brushProperty name="width" value="0.1" units="cm"/>
      <inkml:brushProperty name="height" value="0.1" units="cm"/>
      <inkml:brushProperty name="color" value="#F6630D"/>
    </inkml:brush>
  </inkml:definitions>
  <inkml:trace contextRef="#ctx0" brushRef="#br0">0 177 10594 0 0,'0'0'944'0'0,"2"0"-751"0"0,-1 0-193 0 0,2 0 0 0 0,0 0 736 0 0,1-1 120 0 0,2-1 16 0 0,7-2 8 0 0,5-1 120 0 0,5-5 25 0 0,3-1 7 0 0,0-1 0 0 0,2-3-832 0 0,1-3-200 0 0,4-2 0 0 0,2-5 0 0 0,4-1 0 0 0,-2-1 0 0 0</inkml:trace>
</inkml:ink>
</file>

<file path=ppt/ink/ink16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1:46.369"/>
    </inkml:context>
    <inkml:brush xml:id="br0">
      <inkml:brushProperty name="width" value="0.1" units="cm"/>
      <inkml:brushProperty name="height" value="0.1" units="cm"/>
      <inkml:brushProperty name="color" value="#F6630D"/>
    </inkml:brush>
  </inkml:definitions>
  <inkml:trace contextRef="#ctx0" brushRef="#br0">4 20 14283 0 0,'-1'0'99'0'0,"1"0"0"0"0,0 0 0 0 0,0 1 1 0 0,-1-1-1 0 0,1 0 0 0 0,0 0 0 0 0,0 1 0 0 0,0-1 0 0 0,-1 0 1 0 0,1 1-1 0 0,0-1 0 0 0,0 0 0 0 0,0 1 0 0 0,0-1 0 0 0,0 0 0 0 0,-1 1 1 0 0,1-1-1 0 0,0 1 0 0 0,0-1 0 0 0,0 0 0 0 0,0 1 0 0 0,0-1 0 0 0,0 0 1 0 0,0 1-1 0 0,0-1 0 0 0,0 0 0 0 0,1 1 0 0 0,-1-1 0 0 0,0 0 0 0 0,0 1 1 0 0,0-1-1 0 0,0 0 0 0 0,0 1 0 0 0,1-1 0 0 0,-1 0 0 0 0,0 1 1 0 0,0-1-1 0 0,0 0 0 0 0,1 1 0 0 0,-1-1 0 0 0,0 0 0 0 0,1 0 0 0 0,-1 0 1 0 0,0 1-1 0 0,0-1 0 0 0,1 0 0 0 0,-1 0 0 0 0,0 0 0 0 0,1 0 0 0 0,0 1 1 0 0,0 0 76 0 0,0-1 1 0 0,1 1 0 0 0,-1 0 0 0 0,0-1 0 0 0,1 1 0 0 0,-1-1 0 0 0,1 1 0 0 0,-1-1-1 0 0,1 1 1 0 0,-1-1 0 0 0,1 0 0 0 0,-1 0 0 0 0,1 0 0 0 0,1 0 0 0 0,4-2-287 0 0,0-1-1 0 0,0 0 1 0 0,0 0 0 0 0,0-1 0 0 0,11-8 0 0 0,3-1-3090 0 0</inkml:trace>
</inkml:ink>
</file>

<file path=ppt/ink/ink16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1:46.512"/>
    </inkml:context>
    <inkml:brush xml:id="br0">
      <inkml:brushProperty name="width" value="0.1" units="cm"/>
      <inkml:brushProperty name="height" value="0.1" units="cm"/>
      <inkml:brushProperty name="color" value="#F6630D"/>
    </inkml:brush>
  </inkml:definitions>
  <inkml:trace contextRef="#ctx0" brushRef="#br0">14 78 9218 0 0,'-7'8'408'0'0,"3"-4"80"0"0,3 0-392 0 0,0-2-96 0 0,1-1 0 0 0,1-1 0 0 0,2 0 672 0 0,1-1 104 0 0,3-1 25 0 0,5-2 7 0 0,3-1-392 0 0,4-5-88 0 0,2-1-8 0 0,3-2-8 0 0,2-2-312 0 0,2-2 0 0 0,-2-2 0 0 0</inkml:trace>
</inkml:ink>
</file>

<file path=ppt/ink/ink16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1:47.515"/>
    </inkml:context>
    <inkml:brush xml:id="br0">
      <inkml:brushProperty name="width" value="0.1" units="cm"/>
      <inkml:brushProperty name="height" value="0.1" units="cm"/>
      <inkml:brushProperty name="color" value="#F6630D"/>
    </inkml:brush>
  </inkml:definitions>
  <inkml:trace contextRef="#ctx0" brushRef="#br0">125 2417 11522 0 0,'1'2'316'0'0,"0"0"-1"0"0,1 0 1 0 0,-1-1-1 0 0,1 1 0 0 0,-1 0 1 0 0,1-1-1 0 0,0 1 0 0 0,0 0 1 0 0,0-1-1 0 0,0 0 0 0 0,0 0 1 0 0,2 2-1 0 0,3 1 176 0 0,102 68 2660 0 0,24 19-1947 0 0,-18 3-971 0 0,-65-51-387 0 0,1-2-1 0 0,2-2 1 0 0,97 53 0 0 0,-120-80-341 0 0,-29-11 415 0 0,0-1 0 0 0,1 1 1 0 0,-1-1-1 0 0,0 1 1 0 0,1-1-1 0 0,-1 0 1 0 0,0 0-1 0 0,1 1 0 0 0,-1-1 1 0 0,1 0-1 0 0,-1 0 1 0 0,1-1-1 0 0,-1 1 1 0 0,0 0-1 0 0,1 0 0 0 0,-1-1 1 0 0,0 1-1 0 0,1 0 1 0 0,1-2-1 0 0,-3-1-1 0 0,-1 0 1 0 0,1 0-1 0 0,-1 0 0 0 0,1-1 0 0 0,-1 1 1 0 0,0 0-1 0 0,0 0 0 0 0,-1 0 0 0 0,1 1 1 0 0,0-1-1 0 0,-1 0 0 0 0,-3-4 0 0 0,1 0 220 0 0,-70-146 1270 0 0,-82-238-1 0 0,-4-137-231 0 0,-75-205 1027 0 0,218 689-2164 0 0,-3 0 0 0 0,-2 2 0 0 0,-1 0 0 0 0,-2 1 1 0 0,-2 2-1 0 0,-34-38 0 0 0,58 74-24 0 0,1-1 17 0 0,-1 1 0 0 0,0-1 0 0 0,0 1 0 0 0,-1 0 0 0 0,1 0 0 0 0,-1 0 0 0 0,-7-4 183 0 0,16 12-531 0 0,4 1 231 0 0,0 0-1 0 0,1-1 1 0 0,0 0-1 0 0,0-1 1 0 0,0 0 0 0 0,0-1-1 0 0,1 0 1 0 0,-1 0-1 0 0,1-1 1 0 0,0 0-1 0 0,0-1 1 0 0,0-1 0 0 0,13 0-1 0 0,20-2-228 0 0,87-17-1 0 0,-92 12 263 0 0,1776-346 161 0 0,81-4 908 0 0,-1873 353-1029 0 0,11-2-100 0 0,0 1-1 0 0,0 2 1 0 0,0 1 0 0 0,64 5 0 0 0,-94-3-124 0 0,-1 1-1 0 0,0-1 1 0 0,0 1-1 0 0,0 0 1 0 0,0 0-1 0 0,0 1 1 0 0,0-1-1 0 0,3 2 1 0 0</inkml:trace>
</inkml:ink>
</file>

<file path=ppt/ink/ink16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1:48.116"/>
    </inkml:context>
    <inkml:brush xml:id="br0">
      <inkml:brushProperty name="width" value="0.1" units="cm"/>
      <inkml:brushProperty name="height" value="0.1" units="cm"/>
      <inkml:brushProperty name="color" value="#F6630D"/>
    </inkml:brush>
  </inkml:definitions>
  <inkml:trace contextRef="#ctx0" brushRef="#br0">36 202 6913 0 0,'-2'1'94'0'0,"1"-1"0"0"0,0 0 1 0 0,-1 0-1 0 0,1 0 0 0 0,0 0 0 0 0,0 0 0 0 0,-1-1 0 0 0,1 1 0 0 0,0 0 0 0 0,-1-1 0 0 0,1 1 0 0 0,0 0 0 0 0,0-1 0 0 0,0 0 0 0 0,0 1 0 0 0,-1-1 0 0 0,1 0 0 0 0,0 1 0 0 0,0-1 0 0 0,0 0 0 0 0,0 0 0 0 0,1 0 0 0 0,-1 0 0 0 0,0 0 0 0 0,0 0 0 0 0,0 0 0 0 0,1 0 0 0 0,-1 0 0 0 0,1 0 0 0 0,-1-1 0 0 0,1 1 0 0 0,-1 0 0 0 0,1 0 0 0 0,0 0 0 0 0,-1-1 0 0 0,1 1 0 0 0,0 0 0 0 0,0-1 0 0 0,0 1 0 0 0,0 0 0 0 0,0-2 0 0 0,1-2 230 0 0,-1 1-1 0 0,1 0 1 0 0,1-1 0 0 0,-1 1-1 0 0,0 0 1 0 0,1 0 0 0 0,0 0-1 0 0,0 0 1 0 0,0 0-1 0 0,0 0 1 0 0,5-4 0 0 0,3-4 106 0 0,1 1 0 0 0,1 1 0 0 0,0-1 0 0 0,0 2 0 0 0,1 0 0 0 0,1 0 0 0 0,-1 2 0 0 0,27-12 1 0 0,-33 15-362 0 0,0 2 0 0 0,0-1 0 0 0,0 1 0 0 0,0 0 0 0 0,0 0 0 0 0,0 1 0 0 0,1 0 1 0 0,-1 1-1 0 0,0-1 0 0 0,1 1 0 0 0,-1 1 0 0 0,1-1 0 0 0,-1 1 0 0 0,0 0 1 0 0,0 1-1 0 0,1 0 0 0 0,-1 0 0 0 0,0 1 0 0 0,-1 0 0 0 0,12 6 0 0 0,-13-5-125 0 0,-1 0 0 0 0,0 0-1 0 0,0 0 1 0 0,0 1 0 0 0,0 0-1 0 0,-1-1 1 0 0,0 1 0 0 0,0 1-1 0 0,0-1 1 0 0,-1 0 0 0 0,0 1-1 0 0,0-1 1 0 0,0 1 0 0 0,0 0-1 0 0,-1-1 1 0 0,0 1 0 0 0,0 0-1 0 0,-1 0 1 0 0,0 0-1 0 0,0 7 1 0 0,-1 13-74 0 0,-2 1 0 0 0,0-1 0 0 0,-8 27 0 0 0,11-52 132 0 0,-49 157 1583 0 0,49-156-1520 0 0,-1-1 0 0 0,1 0 0 0 0,0 0 0 0 0,-1 0 0 0 0,1 1 0 0 0,0-1 0 0 0,0 0 0 0 0,0 0 0 0 0,0 1 0 0 0,0-1 0 0 0,0 0 0 0 0,0 0 0 0 0,0 1 0 0 0,0-1 0 0 0,1 0 0 0 0,-1 0 0 0 0,0 0 0 0 0,1 1 0 0 0,-1-1 0 0 0,1 0 0 0 0,0 0 0 0 0,-1 0 0 0 0,1 0 0 0 0,1 2 0 0 0,-1-3-17 0 0,1 1-1 0 0,-1-1 1 0 0,0 1-1 0 0,1-1 1 0 0,-1 0-1 0 0,0 1 1 0 0,1-1-1 0 0,-1 0 1 0 0,1 0-1 0 0,-1 0 1 0 0,0 0 0 0 0,1 0-1 0 0,-1 0 1 0 0,1-1-1 0 0,-1 1 1 0 0,0 0-1 0 0,3-2 1 0 0,6-1 39 0 0,-1-1 0 0 0,1-1 0 0 0,-1 0 0 0 0,12-8 0 0 0,45-35 24 0 0,47-31-2795 0 0,-80 60-4664 0 0</inkml:trace>
</inkml:ink>
</file>

<file path=ppt/ink/ink16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1:48.832"/>
    </inkml:context>
    <inkml:brush xml:id="br0">
      <inkml:brushProperty name="width" value="0.1" units="cm"/>
      <inkml:brushProperty name="height" value="0.1" units="cm"/>
      <inkml:brushProperty name="color" value="#F6630D"/>
    </inkml:brush>
  </inkml:definitions>
  <inkml:trace contextRef="#ctx0" brushRef="#br0">362 221 7834 0 0,'2'-8'499'0'0,"-2"-1"0"0"0,1 1 1 0 0,-1 0-1 0 0,0 0 0 0 0,-1 0 1 0 0,0 0-1 0 0,0 0 0 0 0,-1 0 0 0 0,0 0 1 0 0,-1 0-1 0 0,1 0 0 0 0,-1 1 1 0 0,-7-12-1 0 0,8 15-277 0 0,-1 0 0 0 0,0 1 0 0 0,1 0-1 0 0,-1-1 1 0 0,0 1 0 0 0,-1 1 0 0 0,1-1 0 0 0,0 0-1 0 0,-1 1 1 0 0,0-1 0 0 0,1 1 0 0 0,-1 0 0 0 0,0 0 0 0 0,0 1-1 0 0,0-1 1 0 0,0 1 0 0 0,0 0 0 0 0,-1 0 0 0 0,1 0 0 0 0,0 1-1 0 0,0-1 1 0 0,-1 1 0 0 0,1 0 0 0 0,0 0 0 0 0,-1 1 0 0 0,1-1-1 0 0,-6 2 1 0 0,0 1-120 0 0,0 0-1 0 0,0 1 1 0 0,1 0 0 0 0,-1 0-1 0 0,1 1 1 0 0,0 1 0 0 0,1-1-1 0 0,-1 1 1 0 0,1 1 0 0 0,0 0-1 0 0,0 0 1 0 0,1 0 0 0 0,0 1-1 0 0,1 0 1 0 0,-11 15-1 0 0,5-3-129 0 0,0 0-1 0 0,1 1 1 0 0,1 0-1 0 0,1 1 1 0 0,-11 43-1 0 0,17-51-63 0 0,0-1 0 0 0,1 0-1 0 0,1 1 1 0 0,0-1 0 0 0,1 1-1 0 0,2 16 1 0 0,-2-26 15 0 0,1-1 0 0 0,-1 1-1 0 0,1-1 1 0 0,0 0 0 0 0,1 1-1 0 0,-1-1 1 0 0,0 0 0 0 0,1 0 0 0 0,0 0-1 0 0,-1 0 1 0 0,1 0 0 0 0,5 5-1 0 0,-5-7-6 0 0,0 1-1 0 0,0-1 0 0 0,0 1 0 0 0,0-1 0 0 0,0 0 0 0 0,0 0 0 0 0,0 0 0 0 0,1-1 0 0 0,-1 1 1 0 0,0 0-1 0 0,1-1 0 0 0,-1 1 0 0 0,0-1 0 0 0,1 0 0 0 0,-1 0 0 0 0,0 0 0 0 0,1 0 1 0 0,-1 0-1 0 0,1-1 0 0 0,-1 1 0 0 0,3-1 0 0 0,1-1 3 0 0,0-1-1 0 0,0 1 1 0 0,-1-1 0 0 0,1 0-1 0 0,-1 0 1 0 0,1-1 0 0 0,-1 0-1 0 0,0 1 1 0 0,0-2 0 0 0,-1 1-1 0 0,1-1 1 0 0,-1 1 0 0 0,0-1-1 0 0,0 0 1 0 0,0-1 0 0 0,-1 1-1 0 0,0-1 1 0 0,4-8 0 0 0,4-12 950 0 0,-1 1 0 0 0,12-50 0 0 0,-21 73-729 0 0,0-1 0 0 0,-1 1-1 0 0,1-1 1 0 0,0 0 0 0 0,0 1-1 0 0,0-1 1 0 0,1 1-1 0 0,-1 0 1 0 0,3-4 0 0 0,-3 6-114 0 0,-1 0 1 0 0,1-1 0 0 0,0 1 0 0 0,-1 0-1 0 0,1 0 1 0 0,0-1 0 0 0,-1 1 0 0 0,1 0-1 0 0,0 0 1 0 0,-1 0 0 0 0,1 0-1 0 0,0 0 1 0 0,0 0 0 0 0,-1 0 0 0 0,1 0-1 0 0,0 0 1 0 0,-1 0 0 0 0,1 1-1 0 0,0-1 1 0 0,-1 0 0 0 0,1 0 0 0 0,0 1-1 0 0,-1-1 1 0 0,1 0 0 0 0,0 1-1 0 0,-1-1 1 0 0,1 1 0 0 0,-1-1 0 0 0,1 1-1 0 0,-1-1 1 0 0,1 1 0 0 0,-1-1-1 0 0,1 1 1 0 0,-1-1 0 0 0,0 1 0 0 0,1 0-1 0 0,-1-1 1 0 0,0 1 0 0 0,1 1-1 0 0,18 24 117 0 0,24 44 0 0 0,-27-42-210 0 0,27 37 0 0 0,-36-56 24 0 0,1-1 1 0 0,-1 0 0 0 0,1 0 0 0 0,1 0-1 0 0,0-1 1 0 0,0 0 0 0 0,19 10 0 0 0,-19-12 62 0 0,0-1 0 0 0,1 0 0 0 0,-1-1 0 0 0,1 0 1 0 0,18 4-1 0 0,-26-7 1 0 0,0 1 0 0 0,0-1 1 0 0,0 0-1 0 0,0 0 0 0 0,0 0 0 0 0,0 0 1 0 0,0 0-1 0 0,0 0 0 0 0,0 0 0 0 0,0-1 1 0 0,0 1-1 0 0,0-1 0 0 0,0 0 0 0 0,-1 1 1 0 0,1-1-1 0 0,0 0 0 0 0,0 0 0 0 0,-1 0 1 0 0,1 0-1 0 0,0 0 0 0 0,-1-1 0 0 0,1 1 1 0 0,-1 0-1 0 0,0-1 0 0 0,1 1 0 0 0,-1-1 0 0 0,0 0 1 0 0,0 1-1 0 0,0-1 0 0 0,0 0 0 0 0,0 0 1 0 0,0 1-1 0 0,-1-1 0 0 0,1 0 0 0 0,0 0 1 0 0,0-3-1 0 0,1-19 232 0 0,0 0 1 0 0,-2 0-1 0 0,-1 0 1 0 0,0 0-1 0 0,-9-38 0 0 0,0-21 2 0 0,8 51-226 0 0,-2 5-278 0 0,2 0 0 0 0,2-1 0 0 0,0 1 0 0 0,2 0 0 0 0,5-31 0 0 0,0 33-550 0 0</inkml:trace>
</inkml:ink>
</file>

<file path=ppt/ink/ink16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1:49.734"/>
    </inkml:context>
    <inkml:brush xml:id="br0">
      <inkml:brushProperty name="width" value="0.1" units="cm"/>
      <inkml:brushProperty name="height" value="0.1" units="cm"/>
      <inkml:brushProperty name="color" value="#F6630D"/>
    </inkml:brush>
  </inkml:definitions>
  <inkml:trace contextRef="#ctx0" brushRef="#br0">26 82 5529 0 0,'-8'-30'1628'0'0,"-9"-21"8775"0"0,50 122-7514 0 0,35 111 1 0 0,8 84-2550 0 0,55 150-1014 0 0,-84-297-2063 0 0,-38-98-4592 0 0</inkml:trace>
</inkml:ink>
</file>

<file path=ppt/ink/ink16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1:49.971"/>
    </inkml:context>
    <inkml:brush xml:id="br0">
      <inkml:brushProperty name="width" value="0.1" units="cm"/>
      <inkml:brushProperty name="height" value="0.1" units="cm"/>
      <inkml:brushProperty name="color" value="#F6630D"/>
    </inkml:brush>
  </inkml:definitions>
  <inkml:trace contextRef="#ctx0" brushRef="#br0">4 91 16588 0 0,'-4'0'1800'0'0,"4"-2"-1800"0"0,2 2 0 0 0,-1-1 0 0 0,2 0 352 0 0,-1-1 40 0 0,4-2 8 0 0,1-3 0 0 0,4-1-480 0 0,0 0-96 0 0,2-2-16 0 0,1 1-8 0 0,1-1-1816 0 0,0 1-369 0 0,4-1-71 0 0,-3 1-9 0 0</inkml:trace>
</inkml:ink>
</file>

<file path=ppt/ink/ink16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1:50.255"/>
    </inkml:context>
    <inkml:brush xml:id="br0">
      <inkml:brushProperty name="width" value="0.1" units="cm"/>
      <inkml:brushProperty name="height" value="0.1" units="cm"/>
      <inkml:brushProperty name="color" value="#F6630D"/>
    </inkml:brush>
  </inkml:definitions>
  <inkml:trace contextRef="#ctx0" brushRef="#br0">4 84 17972 0 0,'-3'0'1760'0'0,"4"-1"-1568"0"0,2 1-192 0 0,1-2 0 0 0,-1 1 0 0 0,1 0 0 0 0,4-3-160 0 0,4-2 32 0 0,5-2 8 0 0,2 0-72 0 0,1-2-8 0 0,2 1-8 0 0,0 0 0 0 0,0 1-1720 0 0,4 3-345 0 0,3-1-71 0 0,-2 1-17 0 0</inkml:trace>
</inkml:ink>
</file>

<file path=ppt/ink/ink16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1:50.922"/>
    </inkml:context>
    <inkml:brush xml:id="br0">
      <inkml:brushProperty name="width" value="0.1" units="cm"/>
      <inkml:brushProperty name="height" value="0.1" units="cm"/>
      <inkml:brushProperty name="color" value="#F6630D"/>
    </inkml:brush>
  </inkml:definitions>
  <inkml:trace contextRef="#ctx0" brushRef="#br0">3 21 6913 0 0,'-2'-21'8429'0'0,"2"22"-8335"0"0,3 3 2069 0 0,-3-3-2069 0 0,0-1 0 0 0,0 0 0 0 0,1 0 0 0 0,-1 0 0 0 0,0 0 0 0 0,0 0 0 0 0,1 0 0 0 0,-1 0 0 0 0,0 0 0 0 0,0 0 0 0 0,1 0 0 0 0,-1 0 0 0 0,5-2 2069 0 0,-5 1-2069 0 0,0 1 0 0 0,0 0 0 0 0,0 0 0 0 0,0 0 0 0 0,0-1 0 0 0,1 1 0 0 0,-1 0 0 0 0,0-1 0 0 0,21 34 184 0 0,-1 1-1 0 0,-1 1 1 0 0,-2 1 0 0 0,-2 0-1 0 0,19 67 1 0 0,27 197-814 0 0,-47-220 139 0 0,-7-41-848 0 0,3 1-4055 0 0,1-6-1588 0 0</inkml:trace>
</inkml:ink>
</file>

<file path=ppt/ink/ink16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1:51.522"/>
    </inkml:context>
    <inkml:brush xml:id="br0">
      <inkml:brushProperty name="width" value="0.1" units="cm"/>
      <inkml:brushProperty name="height" value="0.1" units="cm"/>
      <inkml:brushProperty name="color" value="#F6630D"/>
    </inkml:brush>
  </inkml:definitions>
  <inkml:trace contextRef="#ctx0" brushRef="#br0">62 50 4609 0 0,'-29'-3'1575'0'0,"-4"-1"3925"0"0,33 4-5345 0 0,0-1 1 0 0,0 1-1 0 0,0-1 1 0 0,1 1-1 0 0,-1-1 0 0 0,0 1 1 0 0,0 0-1 0 0,0-1 1 0 0,1 1-1 0 0,-1-1 1 0 0,0 1-1 0 0,1-1 0 0 0,-1 1 1 0 0,0 0-1 0 0,1-1 1 0 0,-1 1-1 0 0,0 0 1 0 0,1-1-1 0 0,-1 1 1 0 0,1 0-1 0 0,-1 0 0 0 0,1-1 1 0 0,-1 1-1 0 0,0 0 1 0 0,1 0-1 0 0,-1 0 1 0 0,1 0-1 0 0,-1-1 0 0 0,1 1 1 0 0,0 0-1 0 0,19-10 824 0 0,-5 5-638 0 0,-1 1 0 0 0,1 0-1 0 0,0 1 1 0 0,0 0 0 0 0,0 2 0 0 0,0-1-1 0 0,0 2 1 0 0,0 0 0 0 0,0 1 0 0 0,17 3 0 0 0,-28-4-335 0 0,1 1 0 0 0,0 0 0 0 0,0 1 0 0 0,-1-1 0 0 0,1 1 0 0 0,-1 0 0 0 0,1 0 0 0 0,-1 1-1 0 0,0-1 1 0 0,0 1 0 0 0,0 0 0 0 0,0 0 0 0 0,0 0 0 0 0,-1 0 0 0 0,1 1 0 0 0,-1 0 0 0 0,0-1 0 0 0,0 1 0 0 0,0 0 0 0 0,-1 1 0 0 0,0-1 0 0 0,1 0 0 0 0,-1 1 0 0 0,-1-1 0 0 0,1 1 0 0 0,-1 0 0 0 0,1-1 0 0 0,-1 1 0 0 0,-1 0 0 0 0,1 0 0 0 0,-1 0 0 0 0,0 0 0 0 0,0 0 0 0 0,-1 7 0 0 0,0 1-173 0 0,-1 0 0 0 0,-1 1-1 0 0,0-1 1 0 0,-1 0-1 0 0,0 0 1 0 0,-7 14 0 0 0,-42 70-1049 0 0,27-51 976 0 0,26-46 251 0 0,-1 0 1 0 0,1 1-1 0 0,0-1 1 0 0,0 0-1 0 0,0 0 1 0 0,0 0-1 0 0,0 1 1 0 0,0-1-1 0 0,0 0 1 0 0,-1 0-1 0 0,1 0 1 0 0,0 1-1 0 0,0-1 0 0 0,0 0 1 0 0,0 0-1 0 0,0 0 1 0 0,0 1-1 0 0,0-1 1 0 0,0 0-1 0 0,0 0 1 0 0,0 1-1 0 0,0-1 1 0 0,0 0-1 0 0,0 0 1 0 0,1 0-1 0 0,-1 1 0 0 0,0-1 1 0 0,0 0-1 0 0,0 0 1 0 0,0 0-1 0 0,0 1 1 0 0,0-1-1 0 0,0 0 1 0 0,1 0-1 0 0,-1 0 1 0 0,0 0-1 0 0,0 0 1 0 0,0 1-1 0 0,0-1 0 0 0,1 0 1 0 0,-1 0-1 0 0,0 0 1 0 0,0 0-1 0 0,0 0 1 0 0,0 0-1 0 0,1 0 1 0 0,-1 0-1 0 0,0 1 1 0 0,18-1 398 0 0,22-9 126 0 0,-38 8-484 0 0,14-3 79 0 0,-1 1 1 0 0,1 0-1 0 0,0 0 0 0 0,0 2 0 0 0,0 0 0 0 0,0 1 0 0 0,1 1 0 0 0,15 2 0 0 0,-22-1-117 0 0,1 1-1 0 0,-1 0 0 0 0,1 1 0 0 0,-1 0 1 0 0,0 0-1 0 0,-1 1 0 0 0,1 1 0 0 0,-1 0 1 0 0,0 0-1 0 0,0 0 0 0 0,-1 1 0 0 0,14 14 1 0 0,-15-13 46 0 0,1 0 1 0 0,-1 0 0 0 0,-1 0-1 0 0,0 1 1 0 0,0 0 0 0 0,0 1-1 0 0,-1-1 1 0 0,5 14 0 0 0,-9-18-32 0 0,0 0 0 0 0,0 0 0 0 0,0 0 0 0 0,0 1 0 0 0,-1-1 0 0 0,0 0 0 0 0,0 0 1 0 0,0 0-1 0 0,-1 1 0 0 0,0-1 0 0 0,0 0 0 0 0,0 0 0 0 0,0 0 0 0 0,-1 0 0 0 0,0 0 0 0 0,0 0 1 0 0,0-1-1 0 0,-1 1 0 0 0,-2 4 0 0 0,-20 24 134 0 0,-1 0 1 0 0,-2-2-1 0 0,-1-1 0 0 0,-50 40 1 0 0,33-28-1643 0 0</inkml:trace>
</inkml:ink>
</file>

<file path=ppt/ink/ink16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06.193"/>
    </inkml:context>
    <inkml:brush xml:id="br0">
      <inkml:brushProperty name="width" value="0.1" units="cm"/>
      <inkml:brushProperty name="height" value="0.1" units="cm"/>
      <inkml:brushProperty name="color" value="#F6630D"/>
    </inkml:brush>
  </inkml:definitions>
  <inkml:trace contextRef="#ctx0" brushRef="#br0">25 1 6913 0 0,'-23'12'4044'0'0,"23"-12"-3941"0"0,0 0-1 0 0,-1 1 1 0 0,1-1 0 0 0,0 0-1 0 0,0 0 1 0 0,0 1-1 0 0,0-1 1 0 0,0 0 0 0 0,0 1-1 0 0,0-1 1 0 0,0 0-1 0 0,0 0 1 0 0,0 1-1 0 0,0-1 1 0 0,0 0 0 0 0,0 0-1 0 0,0 1 1 0 0,0-1-1 0 0,0 0 1 0 0,0 0 0 0 0,0 1-1 0 0,1-1 1 0 0,-1 0-1 0 0,0 1 104 0 0,0-1-104 0 0,3 3 411 0 0,1-1-1 0 0,-1 0 1 0 0,0 0 0 0 0,1 0-1 0 0,-1 0 1 0 0,1 0-1 0 0,5 1 1 0 0,130 44 2681 0 0,-30-12-2654 0 0,21 12-211 0 0,257 56 1 0 0,-238-79-234 0 0,99 21 381 0 0,-203-34-848 0 0,0 2 1 0 0,0 2 0 0 0,56 28 0 0 0,-95-40-763 0 0</inkml:trace>
</inkml:ink>
</file>

<file path=ppt/ink/ink16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06.509"/>
    </inkml:context>
    <inkml:brush xml:id="br0">
      <inkml:brushProperty name="width" value="0.1" units="cm"/>
      <inkml:brushProperty name="height" value="0.1" units="cm"/>
      <inkml:brushProperty name="color" value="#F6630D"/>
    </inkml:brush>
  </inkml:definitions>
  <inkml:trace contextRef="#ctx0" brushRef="#br0">60 36 9674 0 0,'-4'-1'568'0'0,"-1"-1"-1"0"0,1 1 1 0 0,-1-1-1 0 0,1 0 1 0 0,0 0-1 0 0,-1 0 1 0 0,1 0-1 0 0,0-1 1 0 0,1 0-1 0 0,-1 0 1 0 0,0 0-1 0 0,-6-7 1 0 0,41 21 3098 0 0,-19-7-3540 0 0,-1 2 14 0 0,0 0 0 0 0,0 1-1 0 0,-1 1 1 0 0,0 0 0 0 0,0 0-1 0 0,-1 1 1 0 0,0 0 0 0 0,0 1-1 0 0,11 16 1 0 0,-5-3-81 0 0,-1 0 0 0 0,0 1 0 0 0,12 33 0 0 0,-21-45-37 0 0,-2 1 1 0 0,1-1 0 0 0,-1 1 0 0 0,-1-1-1 0 0,-1 1 1 0 0,1 0 0 0 0,-2 0-1 0 0,0 0 1 0 0,0 0 0 0 0,-2-1-1 0 0,1 1 1 0 0,-1 0 0 0 0,-1-1 0 0 0,-1 1-1 0 0,1-1 1 0 0,-8 16 0 0 0,5-14-166 0 0,-1-1 1 0 0,-1 1 0 0 0,0-1 0 0 0,0-1 0 0 0,-1 0 0 0 0,-1 0 0 0 0,0 0-1 0 0,-1-1 1 0 0,0-1 0 0 0,0 0 0 0 0,-1 0 0 0 0,-1-1 0 0 0,-19 10-1 0 0</inkml:trace>
</inkml:ink>
</file>

<file path=ppt/ink/ink16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07.030"/>
    </inkml:context>
    <inkml:brush xml:id="br0">
      <inkml:brushProperty name="width" value="0.1" units="cm"/>
      <inkml:brushProperty name="height" value="0.1" units="cm"/>
      <inkml:brushProperty name="color" value="#F6630D"/>
    </inkml:brush>
  </inkml:definitions>
  <inkml:trace contextRef="#ctx0" brushRef="#br0">5 1 7834 0 0,'-1'0'96'0'0,"1"0"1"0"0,0 0 0 0 0,0 1 0 0 0,-1-1 0 0 0,1 0 96 0 0,0 1-96 0 0,-1-1 0 0 0,1 0 0 0 0,0 0-1 0 0,0 1 1 0 0,0-1 0 0 0,0 0 0 0 0,0 0 0 0 0,-1 1-1 0 0,1-1 1 0 0,0 0 0 0 0,0 1 0 0 0,0-1-1 0 0,0 0 1 0 0,0 0 0 0 0,0 1 0 0 0,0-1 0 0 0,0 0-1 0 0,0 1 1 0 0,0-1 0 0 0,0 0 0 0 0,0 1 0 0 0,0-1-1 0 0,0 0 1 0 0,0 1 0 0 0,0-1 0 0 0,1 0 0 0 0,-1 0-1 0 0,0 1 1 0 0,4 16 1168 0 0,-2-11-752 0 0,51 261 6975 0 0,-44-194-8756 0 0,-1 127 0 0 0,-9-169-5322 0 0</inkml:trace>
</inkml:ink>
</file>

<file path=ppt/ink/ink16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07.430"/>
    </inkml:context>
    <inkml:brush xml:id="br0">
      <inkml:brushProperty name="width" value="0.1" units="cm"/>
      <inkml:brushProperty name="height" value="0.1" units="cm"/>
      <inkml:brushProperty name="color" value="#F6630D"/>
    </inkml:brush>
  </inkml:definitions>
  <inkml:trace contextRef="#ctx0" brushRef="#br0">2 222 7834 0 0,'-1'-7'182'0'0,"1"0"1"0"0,0-1 0 0 0,1 1 0 0 0,0 0 0 0 0,0 0-1 0 0,0 0 1 0 0,1 0 0 0 0,0 0 0 0 0,0 0 0 0 0,1 0-1 0 0,0 1 1 0 0,0-1 0 0 0,1 1 0 0 0,4-7 0 0 0,-7 12-134 0 0,11-16 829 0 0,1 1 0 0 0,1 0 0 0 0,16-14 0 0 0,-25 26-588 0 0,-1 0 0 0 0,1 1 0 0 0,0 0 0 0 0,1-1 0 0 0,-1 1 0 0 0,11-3 0 0 0,-14 5-125 0 0,1 0 0 0 0,0 0 1 0 0,-1 1-1 0 0,1-1 0 0 0,0 1 0 0 0,-1 0 1 0 0,1 0-1 0 0,0 0 0 0 0,0 0 0 0 0,-1 0 1 0 0,1 1-1 0 0,0-1 0 0 0,-1 1 0 0 0,1 0 0 0 0,4 2 1 0 0,-3-1-94 0 0,-1 0 1 0 0,0 1-1 0 0,0-1 0 0 0,0 1 1 0 0,0 0-1 0 0,0 0 1 0 0,0 0-1 0 0,-1 0 1 0 0,0 1-1 0 0,0-1 0 0 0,0 1 1 0 0,0-1-1 0 0,0 1 1 0 0,0 0-1 0 0,-1 0 1 0 0,0-1-1 0 0,0 1 0 0 0,0 0 1 0 0,0 0-1 0 0,-1 0 1 0 0,1 0-1 0 0,-1 0 1 0 0,-1 5-1 0 0,1 9-70 0 0,0 0 0 0 0,-2-1 1 0 0,-7 35-1 0 0,0-20-265 0 0,-24 57 1 0 0,3-13 307 0 0,31-68-14 0 0,9-13-616 0 0,18-23-1027 0 0,-18 18 1289 0 0,-3 4 216 0 0,0 1-1 0 0,0-1 1 0 0,0 1 0 0 0,1 0-1 0 0,0 1 1 0 0,14-7-1 0 0,-20 11 150 0 0,0-1-1 0 0,0 0 0 0 0,-1 1 0 0 0,1-1 1 0 0,0 1-1 0 0,0 0 0 0 0,0 0 0 0 0,0 0 0 0 0,0 0 1 0 0,0 0-1 0 0,-1 0 0 0 0,1 0 0 0 0,0 1 1 0 0,0-1-1 0 0,0 0 0 0 0,0 1 0 0 0,-1 0 0 0 0,1-1 1 0 0,0 1-1 0 0,0 0 0 0 0,-1 0 0 0 0,1 0 1 0 0,-1 0-1 0 0,1 0 0 0 0,-1 1 0 0 0,1-1 0 0 0,-1 0 1 0 0,0 1-1 0 0,1-1 0 0 0,-1 1 0 0 0,0-1 1 0 0,0 1-1 0 0,0-1 0 0 0,0 1 0 0 0,-1 0 1 0 0,1 0-1 0 0,1 2 0 0 0,0 4 90 0 0,1 1-1 0 0,-1-1 1 0 0,-1 1 0 0 0,0 0 0 0 0,0 0 0 0 0,0-1-1 0 0,-1 1 1 0 0,0 0 0 0 0,-1 0 0 0 0,0 0 0 0 0,-1-1-1 0 0,-3 14 1 0 0,1-8-579 0 0,-1 0 1 0 0,0-1-1 0 0,-1 0 0 0 0,0 0 0 0 0,-1 0 1 0 0,0-1-1 0 0,-10 12 0 0 0</inkml:trace>
</inkml:ink>
</file>

<file path=ppt/ink/ink16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08.081"/>
    </inkml:context>
    <inkml:brush xml:id="br0">
      <inkml:brushProperty name="width" value="0.1" units="cm"/>
      <inkml:brushProperty name="height" value="0.1" units="cm"/>
      <inkml:brushProperty name="color" value="#F6630D"/>
    </inkml:brush>
  </inkml:definitions>
  <inkml:trace contextRef="#ctx0" brushRef="#br0">57 169 7834 0 0,'30'-50'1349'0'0,"-27"44"-686"0"0,0 0-1 0 0,0 0 0 0 0,-1 0 0 0 0,0 0 1 0 0,-1 0-1 0 0,3-12 0 0 0,-4 18-611 0 0,0-1 0 0 0,0 1 0 0 0,0 0-1 0 0,0 0 1 0 0,0 0 0 0 0,0 0 0 0 0,0-1 0 0 0,0 1 0 0 0,0 0 0 0 0,0 0-1 0 0,0 0 1 0 0,0-1 0 0 0,0 1 0 0 0,0 0 0 0 0,0 0 0 0 0,0 0 0 0 0,0 0-1 0 0,0-1 1 0 0,0 1 0 0 0,0 0 0 0 0,0 0 0 0 0,0 0 0 0 0,0-1 0 0 0,0 1-1 0 0,0 0 1 0 0,0 0 0 0 0,0 0 0 0 0,0 0 0 0 0,-1-1 0 0 0,1 1 0 0 0,0 0 0 0 0,0 0-1 0 0,0 0 1 0 0,0 0 0 0 0,0 0 0 0 0,-1 0 0 0 0,1-1 0 0 0,0 1 0 0 0,0 0-1 0 0,0 0 1 0 0,0 0 0 0 0,-1 0 0 0 0,1 0 0 0 0,0 0 0 0 0,0 0 0 0 0,0 0-1 0 0,0 0 1 0 0,-1 0 0 0 0,1 0 0 0 0,0 0 0 0 0,0 0 0 0 0,0 0 0 0 0,-1 0-1 0 0,-11 9 1287 0 0,-8 16-132 0 0,5-2-388 0 0,-22 50 1 0 0,34-67-818 0 0,1-1 0 0 0,0 1 0 0 0,0 0 0 0 0,0 0 0 0 0,1 0-1 0 0,-1 0 1 0 0,1 0 0 0 0,1 0 0 0 0,0 1 0 0 0,-1-1 0 0 0,2 0 0 0 0,-1 0 0 0 0,1 0 0 0 0,0 0 0 0 0,2 9-1 0 0,-2-13-43 0 0,-1-1 0 0 0,1 1 0 0 0,-1 0 0 0 0,1-1 0 0 0,0 1 0 0 0,0-1 0 0 0,0 1 0 0 0,0-1-1 0 0,0 0 1 0 0,0 1 0 0 0,0-1 0 0 0,0 0 0 0 0,0 1 0 0 0,0-1 0 0 0,1 0 0 0 0,-1 0 0 0 0,1 0-1 0 0,-1 0 1 0 0,1-1 0 0 0,-1 1 0 0 0,1 0 0 0 0,-1 0 0 0 0,1-1 0 0 0,0 1 0 0 0,-1-1 0 0 0,1 0-1 0 0,0 1 1 0 0,-1-1 0 0 0,1 0 0 0 0,0 0 0 0 0,-1 0 0 0 0,1 0 0 0 0,0 0 0 0 0,0-1 0 0 0,-1 1-1 0 0,1 0 1 0 0,0-1 0 0 0,-1 1 0 0 0,1-1 0 0 0,2-1 0 0 0,1-1-140 0 0,0 0-1 0 0,0-1 1 0 0,0 1-1 0 0,0-1 1 0 0,-1 0 0 0 0,0 0-1 0 0,1-1 1 0 0,-2 1-1 0 0,1-1 1 0 0,4-6 0 0 0,13-32 169 0 0,-18 34 259 0 0,1 0 0 0 0,0 1 0 0 0,1-1 1 0 0,0 1-1 0 0,0 0 0 0 0,1 0 0 0 0,8-9 1 0 0,-13 17-210 0 0,0-1 1 0 0,0 0-1 0 0,-1 1 1 0 0,1-1-1 0 0,0 1 1 0 0,0 0-1 0 0,0-1 1 0 0,0 1-1 0 0,0 0 1 0 0,0 0-1 0 0,0-1 1 0 0,0 1-1 0 0,0 0 1 0 0,0 0 0 0 0,0 0-1 0 0,0 0 1 0 0,0 0-1 0 0,0 0 1 0 0,0 1-1 0 0,0-1 1 0 0,0 0-1 0 0,0 0 1 0 0,0 1-1 0 0,0-1 1 0 0,0 0-1 0 0,0 1 1 0 0,-1-1-1 0 0,1 1 1 0 0,0 0-1 0 0,0-1 1 0 0,0 1-1 0 0,-1-1 1 0 0,1 1-1 0 0,0 0 1 0 0,-1 0-1 0 0,1-1 1 0 0,0 1 0 0 0,-1 0-1 0 0,2 2 1 0 0,24 43 589 0 0,-18-32-432 0 0,-6-9-267 0 0,1-1-1 0 0,0 0 1 0 0,0 0 0 0 0,1 0-1 0 0,-1-1 1 0 0,1 1 0 0 0,0-1-1 0 0,0 0 1 0 0,0 0 0 0 0,0 0 0 0 0,0 0-1 0 0,6 2 1 0 0,-9-5 11 0 0,0 1 1 0 0,1-1-1 0 0,-1 0 1 0 0,0 1-1 0 0,1-1 1 0 0,-1 0-1 0 0,0 0 1 0 0,1 0-1 0 0,-1 0 1 0 0,1 0-1 0 0,-1 0 1 0 0,0 0-1 0 0,1 0 0 0 0,-1 0 1 0 0,1-1-1 0 0,-1 1 1 0 0,0-1-1 0 0,3 0 1 0 0,-3 0-1 0 0,1-1-1 0 0,-1 1 1 0 0,1 0 0 0 0,-1-1-1 0 0,0 1 1 0 0,1-1 0 0 0,-1 1-1 0 0,0-1 1 0 0,0 0 0 0 0,0 0 0 0 0,0 1-1 0 0,-1-1 1 0 0,1 0 0 0 0,0 0-1 0 0,-1 0 1 0 0,1-4 0 0 0,9-48 283 0 0,-6 28 25 0 0,10-37 1 0 0,-12 57-102 0 0,1-1 1 0 0,-1 0-1 0 0,1 1 1 0 0,0 0 0 0 0,1 0-1 0 0,-1 0 1 0 0,1 0 0 0 0,0 0-1 0 0,1 1 1 0 0,6-7 0 0 0,-10 10-91 0 0,1 1 0 0 0,-1 0 0 0 0,0-1 0 0 0,1 1 0 0 0,-1 0 0 0 0,1 0 0 0 0,-1 0 0 0 0,1 0-1 0 0,-1 0 1 0 0,1 0 0 0 0,0 0 0 0 0,-1 1 0 0 0,1-1 0 0 0,0 0 0 0 0,0 1 0 0 0,-1 0 0 0 0,1-1 0 0 0,0 1 0 0 0,0 0 0 0 0,0 0 0 0 0,0 0 0 0 0,0 0 0 0 0,-1 0 0 0 0,1 0 0 0 0,0 1 0 0 0,0-1 0 0 0,0 1 0 0 0,-1-1 0 0 0,1 1 0 0 0,0 0 0 0 0,0-1 0 0 0,-1 1 0 0 0,1 0 0 0 0,-1 0 0 0 0,1 0 0 0 0,-1 0 0 0 0,1 1 0 0 0,1 1 0 0 0,4 6-70 0 0,-1 0 0 0 0,1 0 0 0 0,-2 0 1 0 0,1 1-1 0 0,5 17 0 0 0,10 14-135 0 0,-20-39 130 0 0,0 0 0 0 0,0-1 0 0 0,0 1 0 0 0,0-1 0 0 0,1 1 0 0 0,-1-1 0 0 0,0 0 0 0 0,1 1 0 0 0,-1-1 0 0 0,1 0 0 0 0,-1 0 0 0 0,1 0 0 0 0,-1 0 0 0 0,1 0 0 0 0,0 0 0 0 0,0-1 0 0 0,-1 1 0 0 0,1 0 0 0 0,0-1 0 0 0,0 1 0 0 0,0-1 0 0 0,0 0 0 0 0,2 0 0 0 0,-1 0-66 0 0,1-1 0 0 0,-1 0 0 0 0,0 0 0 0 0,0-1 0 0 0,0 1 0 0 0,0-1 0 0 0,0 1 0 0 0,0-1 0 0 0,0 0 0 0 0,-1 0 0 0 0,1 0 0 0 0,2-3 0 0 0,29-18-1902 0 0,-17 16-3889 0 0</inkml:trace>
</inkml:ink>
</file>

<file path=ppt/ink/ink16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08.550"/>
    </inkml:context>
    <inkml:brush xml:id="br0">
      <inkml:brushProperty name="width" value="0.1" units="cm"/>
      <inkml:brushProperty name="height" value="0.1" units="cm"/>
      <inkml:brushProperty name="color" value="#F6630D"/>
    </inkml:brush>
  </inkml:definitions>
  <inkml:trace contextRef="#ctx0" brushRef="#br0">15 145 3681 0 0,'-2'-1'327'0'0,"1"0"1"0"0,0 0 0 0 0,0-1-1 0 0,0 1 1 0 0,0 0-1 0 0,0-1 1 0 0,0 1 0 0 0,0-1-1 0 0,0 1 1 0 0,1-1-1 0 0,-1 1 1 0 0,0-1 0 0 0,1 1-1 0 0,-1-1 1 0 0,1 0 0 0 0,0 1-1 0 0,0-1 1 0 0,-1 0-1 0 0,1 1 1 0 0,0-1 0 0 0,0 0-1 0 0,1 0 1 0 0,-1 1-1 0 0,0-1 1 0 0,0 0 0 0 0,1 1-1 0 0,-1-1 1 0 0,2-2-1 0 0,1-5 861 0 0,0-1 0 0 0,0 1-1 0 0,8-14 1 0 0,-9 19-934 0 0,0 1 0 0 0,1-1 1 0 0,-1 0-1 0 0,1 1 0 0 0,-1 0 1 0 0,1-1-1 0 0,0 1 0 0 0,0 0 0 0 0,1 1 1 0 0,-1-1-1 0 0,7-4 0 0 0,-8 7-249 0 0,-1-1 1 0 0,1 0-1 0 0,0 1 0 0 0,0 0 0 0 0,0-1 0 0 0,0 1 0 0 0,-1 0 0 0 0,1 0 0 0 0,0 0 0 0 0,0 0 0 0 0,0 0 0 0 0,0 0 1 0 0,0 0-1 0 0,-1 1 0 0 0,1-1 0 0 0,0 1 0 0 0,0-1 0 0 0,0 1 0 0 0,-1 0 0 0 0,1 0 0 0 0,0-1 0 0 0,-1 1 1 0 0,1 0-1 0 0,-1 1 0 0 0,1-1 0 0 0,-1 0 0 0 0,1 0 0 0 0,1 3 0 0 0,27 32-1503 0 0,-11-10-4457 0 0,-19-25 5667 0 0,10 12-5492 0 0</inkml:trace>
</inkml:ink>
</file>

<file path=ppt/ink/ink16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09.043"/>
    </inkml:context>
    <inkml:brush xml:id="br0">
      <inkml:brushProperty name="width" value="0.1" units="cm"/>
      <inkml:brushProperty name="height" value="0.1" units="cm"/>
      <inkml:brushProperty name="color" value="#F6630D"/>
    </inkml:brush>
  </inkml:definitions>
  <inkml:trace contextRef="#ctx0" brushRef="#br0">91 329 1840 0 0,'3'-14'1466'0'0,"-1"8"-199"0"0,-1-1 0 0 0,1 1 0 0 0,-1 0 0 0 0,0 0 0 0 0,-1-1 0 0 0,1 1 0 0 0,-1 0 0 0 0,0-1-1 0 0,-1 1 1 0 0,0 0 0 0 0,-3-12 0 0 0,4 18-1206 0 0,0-1 0 0 0,0 1 0 0 0,0 0 0 0 0,0-1 0 0 0,0 1 0 0 0,-1 0 0 0 0,1 0-1 0 0,0-1 1 0 0,0 1 0 0 0,0 0 0 0 0,-1 0 0 0 0,1-1 0 0 0,0 1 0 0 0,0 0 0 0 0,0 0 0 0 0,-1 0 0 0 0,1-1-1 0 0,0 1 1 0 0,-1 0 0 0 0,1 0 0 0 0,0 0 0 0 0,-1 0 0 0 0,1 0 0 0 0,0 0 0 0 0,0-1 0 0 0,-1 1 0 0 0,1 0-1 0 0,0 0 1 0 0,-1 0 0 0 0,1 0 0 0 0,0 0 0 0 0,-1 0 0 0 0,1 0 0 0 0,0 0 0 0 0,-1 1 0 0 0,1-1-1 0 0,0 0 1 0 0,-1 0 0 0 0,1 0 0 0 0,-13 13 940 0 0,-5 18-489 0 0,13-17-433 0 0,0 1 0 0 0,1-1 0 0 0,0 1-1 0 0,1 0 1 0 0,-1 15 0 0 0,3-21-85 0 0,0 1 0 0 0,1-1-1 0 0,0 0 1 0 0,1 0 0 0 0,0 0 0 0 0,0 0 0 0 0,1 0-1 0 0,0 0 1 0 0,5 14 0 0 0,-6-22-31 0 0,-1 1 0 0 0,1 0 0 0 0,0-1 0 0 0,0 1 1 0 0,0 0-1 0 0,0-1 0 0 0,0 1 0 0 0,1-1 0 0 0,-1 0 0 0 0,0 1 1 0 0,1-1-1 0 0,-1 0 0 0 0,1 0 0 0 0,-1 0 0 0 0,2 1 0 0 0,-2-1-51 0 0,0-1-1 0 0,0 0 0 0 0,0 0 0 0 0,0 0 1 0 0,0 0-1 0 0,0 1 0 0 0,0-1 0 0 0,0 0 1 0 0,0-1-1 0 0,0 1 0 0 0,0 0 0 0 0,0 0 1 0 0,0 0-1 0 0,0-1 0 0 0,0 1 0 0 0,0 0 1 0 0,0-1-1 0 0,-1 1 0 0 0,1-1 0 0 0,2 0 1 0 0,0-2-161 0 0,-1 1 1 0 0,1-1 0 0 0,0 0-1 0 0,-1 0 1 0 0,1 0 0 0 0,-1 0-1 0 0,0 0 1 0 0,0-1 0 0 0,0 1 0 0 0,-1-1-1 0 0,1 1 1 0 0,1-8 0 0 0,0-4-382 0 0,0 1 0 0 0,-1-1 0 0 0,0 0 1 0 0,-2 0-1 0 0,1 0 0 0 0,-2 0 0 0 0,0 0 0 0 0,-1 0 1 0 0,-5-21-1 0 0,-5-8 993 0 0,-32-74 1 0 0,14 44 4136 0 0,29 72-4248 0 0,-8-22 1577 0 0,8 24-1664 0 0,1-1 0 0 0,0 0 0 0 0,-1 0 0 0 0,1 0 1 0 0,0 1-1 0 0,-1-1 0 0 0,1 0 0 0 0,-1 0 0 0 0,1 1 0 0 0,-1-1 0 0 0,1 0 0 0 0,-1 1 0 0 0,0-1 0 0 0,1 0 0 0 0,-1 1 1 0 0,0-1-1 0 0,1 1 0 0 0,-1-1 0 0 0,0 1 0 0 0,0 0 0 0 0,-1-1 0 0 0,1 3-67 0 0,0 1 0 0 0,1-1 1 0 0,0 1-1 0 0,-1-1 0 0 0,1 1 0 0 0,0-1 1 0 0,0 1-1 0 0,0-1 0 0 0,0 1 0 0 0,1-1 0 0 0,-1 1 1 0 0,1-1-1 0 0,0 4 0 0 0,0-3-14 0 0,4 26 19 0 0,1 0 1 0 0,1-1-1 0 0,2 0 0 0 0,1 0 1 0 0,1-1-1 0 0,15 28 0 0 0,-15-37-2381 0 0,0-1 0 0 0,26 31 0 0 0,-16-25-5106 0 0</inkml:trace>
</inkml:ink>
</file>

<file path=ppt/ink/ink16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09.456"/>
    </inkml:context>
    <inkml:brush xml:id="br0">
      <inkml:brushProperty name="width" value="0.1" units="cm"/>
      <inkml:brushProperty name="height" value="0.1" units="cm"/>
      <inkml:brushProperty name="color" value="#F6630D"/>
    </inkml:brush>
  </inkml:definitions>
  <inkml:trace contextRef="#ctx0" brushRef="#br0">61 52 7834 0 0,'-1'-1'136'0'0,"1"1"1"0"0,-1 0-1 0 0,1-1 1 0 0,0 1-1 0 0,-1-1 1 0 0,1 1-1 0 0,-1 0 1 0 0,1 0-1 0 0,-1-1 1 0 0,1 1 0 0 0,-1 0-1 0 0,1 0 1 0 0,-1 0-1 0 0,1-1 1 0 0,-1 1-1 0 0,1 0 1 0 0,-1 0-1 0 0,0 0 1 0 0,1 0-1 0 0,-1 0 1 0 0,1 0-1 0 0,-1 0 1 0 0,1 0 0 0 0,-1 0-1 0 0,1 0 1 0 0,-1 1-1 0 0,1-1 1 0 0,-1 0-1 0 0,1 0 1 0 0,-1 0-1 0 0,0 1 1 0 0,-14 16 2346 0 0,-4 27 25 0 0,16-35-2396 0 0,1 0-1 0 0,0 1 1 0 0,1-1-1 0 0,0 1 0 0 0,0 0 1 0 0,1 13-1 0 0,0-21-115 0 0,0 0 1 0 0,0 1-1 0 0,1-1 0 0 0,-1 0 0 0 0,0 0 1 0 0,1 0-1 0 0,-1 0 0 0 0,1 0 0 0 0,0 0 0 0 0,0 0 1 0 0,-1 0-1 0 0,1 0 0 0 0,0 0 0 0 0,1 0 1 0 0,-1-1-1 0 0,0 1 0 0 0,1 0 0 0 0,-1-1 1 0 0,1 1-1 0 0,-1-1 0 0 0,1 1 0 0 0,-1-1 0 0 0,1 0 1 0 0,0 0-1 0 0,0 1 0 0 0,0-1 0 0 0,0-1 1 0 0,0 1-1 0 0,0 0 0 0 0,0 0 0 0 0,0-1 1 0 0,0 1-1 0 0,0-1 0 0 0,0 0 0 0 0,4 1 0 0 0,-4-2 9 0 0,0 1 0 0 0,0-1 0 0 0,0 0 0 0 0,1 1-1 0 0,-1-1 1 0 0,0 0 0 0 0,0 0 0 0 0,0-1 0 0 0,-1 1-1 0 0,1 0 1 0 0,0-1 0 0 0,0 1 0 0 0,-1-1-1 0 0,1 1 1 0 0,-1-1 0 0 0,1 0 0 0 0,-1 1 0 0 0,0-1-1 0 0,1 0 1 0 0,-1 0 0 0 0,1-4 0 0 0,21-50-878 0 0,-20 46 470 0 0,7-21-530 0 0,11-30-206 0 0,-19 56 1266 0 0,0 0-1 0 0,1 0 1 0 0,-1 0-1 0 0,1 1 1 0 0,0-1 0 0 0,1 1-1 0 0,-1-1 1 0 0,8-6-1 0 0,-10 11-15 0 0,-1-1-1 0 0,1 1 1 0 0,-1 0 0 0 0,1-1-1 0 0,0 1 1 0 0,-1 0-1 0 0,1 0 1 0 0,-1 0-1 0 0,1-1 1 0 0,-1 1 0 0 0,1 0-1 0 0,0 0 1 0 0,-1 0-1 0 0,1 0 1 0 0,-1 0-1 0 0,1 0 1 0 0,0 0 0 0 0,-1 0-1 0 0,1 0 1 0 0,-1 1-1 0 0,1-1 1 0 0,0 0-1 0 0,-1 0 1 0 0,1 0-1 0 0,-1 1 1 0 0,1-1 0 0 0,-1 0-1 0 0,1 1 1 0 0,-1-1-1 0 0,1 0 1 0 0,-1 1-1 0 0,1-1 1 0 0,-1 1 0 0 0,0-1-1 0 0,1 1 1 0 0,0 0-1 0 0,17 26 1817 0 0,-1-2-1162 0 0,-14-23-682 0 0,1 0 1 0 0,-1-1-1 0 0,0 1 0 0 0,0 0 1 0 0,1-1-1 0 0,-1 0 0 0 0,1 0 1 0 0,4 1-1 0 0,9-3-1093 0 0,-16 0 739 0 0,0 1-1 0 0,-1 0 1 0 0,8-12-4889 0 0,-8 10 4889 0 0</inkml:trace>
</inkml:ink>
</file>

<file path=ppt/ink/ink16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09.630"/>
    </inkml:context>
    <inkml:brush xml:id="br0">
      <inkml:brushProperty name="width" value="0.1" units="cm"/>
      <inkml:brushProperty name="height" value="0.1" units="cm"/>
      <inkml:brushProperty name="color" value="#F6630D"/>
    </inkml:brush>
  </inkml:definitions>
  <inkml:trace contextRef="#ctx0" brushRef="#br0">1 0 6913 0 0,'4'40'8178'0'0,"5"0"-4718"0"0,3 19-1500 0 0,-10-43-1966 0 0,-2-8 92 0 0,0 0-1 0 0,1-1 0 0 0,0 1 1 0 0,3 8-1 0 0,7 2-2667 0 0,-10-18 2171 0 0,0 1 0 0 0,0 0 0 0 0,0 0 0 0 0,0-1 0 0 0,0 1 0 0 0,1-1 0 0 0,-1 1 0 0 0,0-1 0 0 0,0 0 0 0 0,0 1 0 0 0,1-1 0 0 0,-1 0 0 0 0,0 0 0 0 0,0 1 0 0 0,2-1 1 0 0,6-1-2459 0 0</inkml:trace>
</inkml:ink>
</file>

<file path=ppt/ink/ink16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09.777"/>
    </inkml:context>
    <inkml:brush xml:id="br0">
      <inkml:brushProperty name="width" value="0.1" units="cm"/>
      <inkml:brushProperty name="height" value="0.1" units="cm"/>
      <inkml:brushProperty name="color" value="#F6630D"/>
    </inkml:brush>
  </inkml:definitions>
  <inkml:trace contextRef="#ctx0" brushRef="#br0">39 45 14283 0 0,'-13'-16'632'0'0,"5"4"136"0"0,3 2-616 0 0,1 5-152 0 0,2 3 0 0 0,1 2-128 0 0,0 0-64 0 0,-2 0 0 0 0,2 2-8 0 0,1 3-1176 0 0,2 5-224 0 0,5 5-57 0 0,1-2-7 0 0,2 2 1304 0 0</inkml:trace>
</inkml:ink>
</file>

<file path=ppt/ink/ink16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09.963"/>
    </inkml:context>
    <inkml:brush xml:id="br0">
      <inkml:brushProperty name="width" value="0.1" units="cm"/>
      <inkml:brushProperty name="height" value="0.1" units="cm"/>
      <inkml:brushProperty name="color" value="#F6630D"/>
    </inkml:brush>
  </inkml:definitions>
  <inkml:trace contextRef="#ctx0" brushRef="#br0">1 1 6913 0 0,'1'0'203'0'0,"0"0"-1"0"0,1 1 0 0 0,-1-1 0 0 0,0 1 1 0 0,0 0-1 0 0,0-1 0 0 0,0 1 0 0 0,0 0 1 0 0,0-1-1 0 0,0 1 0 0 0,0 0 0 0 0,0 0 1 0 0,0 0-1 0 0,0 0 0 0 0,0 0 0 0 0,-1 0 1 0 0,1 0-1 0 0,0 0 0 0 0,0 3 0 0 0,14 27 2563 0 0,-11-21-1852 0 0,32 73 2101 0 0,21 41-1048 0 0,-46-105-3686 0 0,0 0 0 0 0,18 20 0 0 0</inkml:trace>
</inkml:ink>
</file>

<file path=ppt/ink/ink16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10.107"/>
    </inkml:context>
    <inkml:brush xml:id="br0">
      <inkml:brushProperty name="width" value="0.1" units="cm"/>
      <inkml:brushProperty name="height" value="0.1" units="cm"/>
      <inkml:brushProperty name="color" value="#F6630D"/>
    </inkml:brush>
  </inkml:definitions>
  <inkml:trace contextRef="#ctx0" brushRef="#br0">4 37 3225 0 0,'-4'0'3144'0'0,"4"-1"-2568"0"0,2-2-39 0 0,0-1 607 0 0,23-15-1144 0 0,-18 9 0 0 0</inkml:trace>
</inkml:ink>
</file>

<file path=ppt/ink/ink16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11.296"/>
    </inkml:context>
    <inkml:brush xml:id="br0">
      <inkml:brushProperty name="width" value="0.1" units="cm"/>
      <inkml:brushProperty name="height" value="0.1" units="cm"/>
      <inkml:brushProperty name="color" value="#F6630D"/>
    </inkml:brush>
  </inkml:definitions>
  <inkml:trace contextRef="#ctx0" brushRef="#br0">32 7 14283 0 0,'-1'0'285'0'0,"0"-1"1"0"0,0 0-1 0 0,0 1 0 0 0,0-1 1 0 0,0 1-1 0 0,0-1 0 0 0,0 1 1 0 0,0-1-1 0 0,0 1 0 0 0,0-1 1 0 0,-1 1-1 0 0,1 0 0 0 0,0 0 1 0 0,0 0-1 0 0,0 0 0 0 0,0 0 1 0 0,0 0-1 0 0,-2 0 0 0 0,2 0-173 0 0,0 1-1 0 0,1-1 0 0 0,-1 0 1 0 0,1 1-1 0 0,-1-1 1 0 0,1 1-1 0 0,-1-1 0 0 0,1 1 1 0 0,-1-1-1 0 0,1 1 0 0 0,0-1 1 0 0,-1 1-1 0 0,1-1 0 0 0,0 1 1 0 0,-1 0-1 0 0,1-1 0 0 0,0 1 1 0 0,0-1-1 0 0,0 1 0 0 0,-1 0 1 0 0,1-1-1 0 0,0 2 0 0 0,0 2 6 0 0,0 0-1 0 0,0 0 0 0 0,0 0 0 0 0,1 0 0 0 0,-1 0 0 0 0,1-1 0 0 0,0 1 0 0 0,0 0 0 0 0,3 5 0 0 0,51 98 261 0 0,-26-54-369 0 0,26 64-1 0 0,-50-102-108 0 0,13 31-197 0 0,-17-43 229 0 0,-1-1 1 0 0,2 0-1 0 0,-1 0 1 0 0,0 0-1 0 0,0 0 1 0 0,1 0-1 0 0,-1 0 1 0 0,1-1-1 0 0,-1 1 0 0 0,1 0 1 0 0,0-1-1 0 0,0 1 1 0 0,-1-1-1 0 0,1 0 1 0 0,4 2-1 0 0,-5-2 34 0 0,-1-1 0 0 0,1 0-1 0 0,-1 0 1 0 0,1-1 0 0 0,0 1-1 0 0,-1 0 1 0 0,1 0 0 0 0,-1 0 0 0 0,1 0-1 0 0,-1 0 1 0 0,1-1 0 0 0,-1 1 0 0 0,1 0-1 0 0,-1 0 1 0 0,1-1 0 0 0,-1 1-1 0 0,1 0 1 0 0,-1-1 0 0 0,1 1 0 0 0,-1 0-1 0 0,0-1 1 0 0,1 1 0 0 0,-1-1 0 0 0,0 1-1 0 0,1-1 1 0 0,-1 1 0 0 0,0-1-1 0 0,1 1 1 0 0,-1-1 0 0 0,0 1 0 0 0,0-1-1 0 0,0 1 1 0 0,0-1 0 0 0,1 0-1 0 0,-1 1 1 0 0,0-1 0 0 0,0 0 0 0 0,3-28-413 0 0,-3 24 354 0 0,2-21 75 0 0,-1 3 93 0 0,1 0 1 0 0,9-35 0 0 0,-10 53 29 0 0,0 0 0 0 0,1 1 0 0 0,-1-1 0 0 0,1 1 0 0 0,0-1 0 0 0,0 1 0 0 0,1 0 0 0 0,-1-1 0 0 0,1 1 0 0 0,0 0 1 0 0,0 1-1 0 0,0-1 0 0 0,1 0 0 0 0,-1 1 0 0 0,1 0 0 0 0,0 0 0 0 0,0 0 0 0 0,4-2 0 0 0,-5 3-66 0 0,0 1 1 0 0,-1 0-1 0 0,1 0 0 0 0,0 0 0 0 0,0 0 0 0 0,0 0 1 0 0,-1 1-1 0 0,1-1 0 0 0,0 1 0 0 0,0 0 0 0 0,0 0 0 0 0,0 0 1 0 0,0 0-1 0 0,0 0 0 0 0,0 1 0 0 0,0-1 0 0 0,0 1 1 0 0,0 0-1 0 0,-1 0 0 0 0,1 0 0 0 0,0 0 0 0 0,4 3 1 0 0,0 1 88 0 0,0 1 0 0 0,-1 0 0 0 0,0 0 0 0 0,0 1 0 0 0,0-1 0 0 0,5 10-1 0 0,-7-9-1052 0 0,1 0-1 0 0,0-1 1 0 0,1 0-1 0 0,-1 0 1 0 0,1 0-1 0 0,0 0 1 0 0,8 4-1 0 0</inkml:trace>
</inkml:ink>
</file>

<file path=ppt/ink/ink16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16.565"/>
    </inkml:context>
    <inkml:brush xml:id="br0">
      <inkml:brushProperty name="width" value="0.1" units="cm"/>
      <inkml:brushProperty name="height" value="0.1" units="cm"/>
      <inkml:brushProperty name="color" value="#F6630D"/>
    </inkml:brush>
  </inkml:definitions>
  <inkml:trace contextRef="#ctx0" brushRef="#br0">1 80 11522 0 0,'21'5'2442'0'0,"84"-5"-737"0"0,-1-5-1 0 0,138-24 0 0 0,-205 24-1617 0 0,97-22-4612 0 0,-84 16 1745 0 0,-19 4-2350 0 0</inkml:trace>
</inkml:ink>
</file>

<file path=ppt/ink/ink16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16.852"/>
    </inkml:context>
    <inkml:brush xml:id="br0">
      <inkml:brushProperty name="width" value="0.1" units="cm"/>
      <inkml:brushProperty name="height" value="0.1" units="cm"/>
      <inkml:brushProperty name="color" value="#F6630D"/>
    </inkml:brush>
  </inkml:definitions>
  <inkml:trace contextRef="#ctx0" brushRef="#br0">0 1 11058 0 0,'45'3'2612'0'0,"36"10"-1277"0"0,-47-5-801 0 0,0 1 1 0 0,-1 1-1 0 0,0 2 1 0 0,58 30-1 0 0,-34-8 650 0 0,86 64-1 0 0,44 30-4242 0 0,-155-110-3148 0 0</inkml:trace>
</inkml:ink>
</file>

<file path=ppt/ink/ink16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17.059"/>
    </inkml:context>
    <inkml:brush xml:id="br0">
      <inkml:brushProperty name="width" value="0.1" units="cm"/>
      <inkml:brushProperty name="height" value="0.1" units="cm"/>
      <inkml:brushProperty name="color" value="#F6630D"/>
    </inkml:brush>
  </inkml:definitions>
  <inkml:trace contextRef="#ctx0" brushRef="#br0">219 35 7834 0 0,'-3'-34'9390'0'0,"2"34"-9307"0"0,-11 11 1375 0 0,-7 12-1003 0 0,2 2 0 0 0,1 0 0 0 0,0 1 0 0 0,-15 37 0 0 0,-37 116-1191 0 0,42-98-1628 0 0,16-43-4166 0 0</inkml:trace>
</inkml:ink>
</file>

<file path=ppt/ink/ink16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17.326"/>
    </inkml:context>
    <inkml:brush xml:id="br0">
      <inkml:brushProperty name="width" value="0.1" units="cm"/>
      <inkml:brushProperty name="height" value="0.1" units="cm"/>
      <inkml:brushProperty name="color" value="#F6630D"/>
    </inkml:brush>
  </inkml:definitions>
  <inkml:trace contextRef="#ctx0" brushRef="#br0">37 4 6449 0 0,'-23'-3'1147'0'0,"22"3"-1003"0"0,1 0 0 0 0,-1 0 0 0 0,1 0 0 0 0,-1 0 1 0 0,1 1-1 0 0,-1-1 0 0 0,0 0 0 0 0,1 0 0 0 0,-1 0 0 0 0,1 1 0 0 0,-1-1 0 0 0,1 0 0 0 0,-1 1 0 0 0,1-1 0 0 0,0 0 0 0 0,-1 1 0 0 0,1-1 0 0 0,-1 1 0 0 0,1-1 0 0 0,0 1 0 0 0,-1 0 0 0 0,0 2 203 0 0,0 0 0 0 0,1 1-1 0 0,-1-1 1 0 0,1 1-1 0 0,0-1 1 0 0,0 0-1 0 0,0 1 1 0 0,1-1 0 0 0,-1 0-1 0 0,2 5 1 0 0,35 327 5318 0 0,-12 172-4138 0 0,-11-173-2378 0 0,-11-285-176 0 0</inkml:trace>
</inkml:ink>
</file>

<file path=ppt/ink/ink16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17.707"/>
    </inkml:context>
    <inkml:brush xml:id="br0">
      <inkml:brushProperty name="width" value="0.1" units="cm"/>
      <inkml:brushProperty name="height" value="0.1" units="cm"/>
      <inkml:brushProperty name="color" value="#F6630D"/>
    </inkml:brush>
  </inkml:definitions>
  <inkml:trace contextRef="#ctx0" brushRef="#br0">260 1022 9218 0 0,'2'-2'376'0'0,"0"-1"-1"0"0,0 0 1 0 0,0 0-1 0 0,0 0 1 0 0,-1 0-1 0 0,1-1 1 0 0,-1 1-1 0 0,0 0 1 0 0,0-1 0 0 0,0 1-1 0 0,0-1 1 0 0,0 1-1 0 0,-1-1 1 0 0,0 1-1 0 0,1-1 1 0 0,-1 1-1 0 0,-1-1 1 0 0,1 1 0 0 0,0-1-1 0 0,-2-5 1 0 0,-3-9 350 0 0,0 1-1 0 0,-14-32 1 0 0,11 30-220 0 0,-39-107 625 0 0,-57-242 0 0 0,91 304-1461 0 0,-24-101 171 0 0,4 59-5077 0 0,27 91-871 0 0</inkml:trace>
</inkml:ink>
</file>

<file path=ppt/ink/ink16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18.040"/>
    </inkml:context>
    <inkml:brush xml:id="br0">
      <inkml:brushProperty name="width" value="0.1" units="cm"/>
      <inkml:brushProperty name="height" value="0.1" units="cm"/>
      <inkml:brushProperty name="color" value="#F6630D"/>
    </inkml:brush>
  </inkml:definitions>
  <inkml:trace contextRef="#ctx0" brushRef="#br0">24 174 3225 0 0,'-23'-9'12406'0'0,"39"8"-11219"0"0,263-7-434 0 0,-114-1-224 0 0,551-25 1575 0 0,-606 30-1985 0 0,248-4-147 0 0,-64-4-1323 0 0,-230 5 520 0 0,0-3 0 0 0,96-29 1 0 0,-109 19-301 0 0,-27 8 181 0 0</inkml:trace>
</inkml:ink>
</file>

<file path=ppt/ink/ink16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18.387"/>
    </inkml:context>
    <inkml:brush xml:id="br0">
      <inkml:brushProperty name="width" value="0.1" units="cm"/>
      <inkml:brushProperty name="height" value="0.1" units="cm"/>
      <inkml:brushProperty name="color" value="#F6630D"/>
    </inkml:brush>
  </inkml:definitions>
  <inkml:trace contextRef="#ctx0" brushRef="#br0">4 120 8290 0 0,'-1'-7'175'0'0,"0"1"0"0"0,0 0 0 0 0,0-1 0 0 0,1 1 1 0 0,1-1-1 0 0,-1 1 0 0 0,1 0 0 0 0,0-1 0 0 0,3-9 0 0 0,-3 11 254 0 0,1 1-1 0 0,-1 0 0 0 0,1 0 1 0 0,0 0-1 0 0,0 0 0 0 0,1 0 0 0 0,-1 1 1 0 0,1-1-1 0 0,3-3 0 0 0,-5 7-355 0 0,-1-1 0 0 0,1 1-1 0 0,-1 0 1 0 0,0 0-1 0 0,1-1 1 0 0,-1 1 0 0 0,1 0-1 0 0,-1 0 1 0 0,1 0-1 0 0,-1 0 1 0 0,1 0 0 0 0,-1 0-1 0 0,1 0 1 0 0,-1 0-1 0 0,1 0 1 0 0,-1 0 0 0 0,1 0-1 0 0,-1 0 1 0 0,1 0-1 0 0,-1 0 1 0 0,1 0 0 0 0,-1 0-1 0 0,0 1 1 0 0,1-1-1 0 0,-1 0 1 0 0,1 0 0 0 0,-1 0-1 0 0,1 1 1 0 0,-1-1-1 0 0,0 0 1 0 0,1 1 0 0 0,-1-1-1 0 0,0 0 1 0 0,1 1-1 0 0,-1-1 1 0 0,0 1 0 0 0,1-1-1 0 0,-1 0 1 0 0,0 1 0 0 0,0-1-1 0 0,0 1 1 0 0,1-1-1 0 0,-1 1 1 0 0,0 0 0 0 0,11 23 1122 0 0,-1 10-656 0 0,-2 1 0 0 0,-1 0 0 0 0,4 60 1 0 0,-6 111 76 0 0,-5-172-501 0 0,0 38-136 0 0,8 435 344 0 0,1-360-1053 0 0,41 211-1 0 0,4-126-1587 0 0,-28-134-3287 0 0,-12-51 166 0 0</inkml:trace>
</inkml:ink>
</file>

<file path=ppt/ink/ink16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18.942"/>
    </inkml:context>
    <inkml:brush xml:id="br0">
      <inkml:brushProperty name="width" value="0.1" units="cm"/>
      <inkml:brushProperty name="height" value="0.1" units="cm"/>
      <inkml:brushProperty name="color" value="#F6630D"/>
    </inkml:brush>
  </inkml:definitions>
  <inkml:trace contextRef="#ctx0" brushRef="#br0">31 52 7370 0 0,'-7'-13'424'0'0,"4"7"-299"0"0,0 0 1 0 0,0 0 0 0 0,-1 0-1 0 0,-7-8 1 0 0,38 29 2116 0 0,27 30-25 0 0,86 93 0 0 0,37 68-226 0 0,10 12-813 0 0,-116-144-775 0 0,4-3 1 0 0,123 93 0 0 0,-152-133-338 0 0,1-1 0 0 0,1-2 0 0 0,2-2 0 0 0,0-3 0 0 0,2-2 0 0 0,67 19 0 0 0,-72-28-176 0 0,-1-1 0 0 0,1-3-1 0 0,1-2 1 0 0,-1-2-1 0 0,1-1 1 0 0,0-3 0 0 0,64-9-1 0 0,-51 2 562 0 0,-91 42 965 0 0,-373 368 41 0 0,287-282-1443 0 0,-120 129 60 0 0,24 18-26 0 0,177-213-202 0 0,2 2 0 0 0,-44 107 0 0 0,-23 131-715 0 0,91-259-323 0 0,2-5-310 0 0</inkml:trace>
</inkml:ink>
</file>

<file path=ppt/ink/ink16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19.259"/>
    </inkml:context>
    <inkml:brush xml:id="br0">
      <inkml:brushProperty name="width" value="0.1" units="cm"/>
      <inkml:brushProperty name="height" value="0.1" units="cm"/>
      <inkml:brushProperty name="color" value="#F6630D"/>
    </inkml:brush>
  </inkml:definitions>
  <inkml:trace contextRef="#ctx0" brushRef="#br0">0 40 5065 0 0,'22'-1'2233'0'0,"0"-2"1"0"0,38-8-1 0 0,-17 2-210 0 0,-23 5-1582 0 0,50-7 918 0 0,-65 11-1436 0 0,0 0-1 0 0,0 0 1 0 0,0 0-1 0 0,0 0 1 0 0,0 1-1 0 0,0 0 0 0 0,0 0 1 0 0,0 0-1 0 0,-1 1 1 0 0,1-1-1 0 0,5 4 1 0 0,-9-4 53 0 0,1 0 1 0 0,-1-1 0 0 0,0 1 0 0 0,0 0-1 0 0,0 0 1 0 0,0 0 0 0 0,0 0-1 0 0,-1 0 1 0 0,1 0 0 0 0,0 1-1 0 0,0-1 1 0 0,-1 0 0 0 0,1 0-1 0 0,-1 0 1 0 0,1 1 0 0 0,-1-1-1 0 0,1 0 1 0 0,-1 1 0 0 0,0-1 0 0 0,0 0-1 0 0,0 1 1 0 0,1-1 0 0 0,-1 1-1 0 0,-1 1 1 0 0,-1 12 23 0 0</inkml:trace>
</inkml:ink>
</file>

<file path=ppt/ink/ink16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19.560"/>
    </inkml:context>
    <inkml:brush xml:id="br0">
      <inkml:brushProperty name="width" value="0.1" units="cm"/>
      <inkml:brushProperty name="height" value="0.1" units="cm"/>
      <inkml:brushProperty name="color" value="#F6630D"/>
    </inkml:brush>
  </inkml:definitions>
  <inkml:trace contextRef="#ctx0" brushRef="#br0">1 35 8754 0 0,'4'-2'371'0'0,"0"1"1"0"0,1-1-1 0 0,-1 1 0 0 0,1 0 1 0 0,-1 0-1 0 0,1 0 1 0 0,-1 0-1 0 0,6 1 1 0 0,7-2 448 0 0,11-4 523 0 0,-5 0 43 0 0,38-4 0 0 0,-54 10-1695 0 0,0 0 1 0 0,0 0-1 0 0,-1 0 0 0 0,1 1 0 0 0,13 3 0 0 0</inkml:trace>
</inkml:ink>
</file>

<file path=ppt/ink/ink16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19.768"/>
    </inkml:context>
    <inkml:brush xml:id="br0">
      <inkml:brushProperty name="width" value="0.1" units="cm"/>
      <inkml:brushProperty name="height" value="0.1" units="cm"/>
      <inkml:brushProperty name="color" value="#F6630D"/>
    </inkml:brush>
  </inkml:definitions>
  <inkml:trace contextRef="#ctx0" brushRef="#br0">1 7 7834 0 0,'2'-7'9283'0'0,"4"25"-8597"0"0,0 1 0 0 0,-1-1 0 0 0,-1 1 0 0 0,0 0 0 0 0,0 37-1 0 0,5 18-1175 0 0,4-6-1900 0 0,-6-32-4288 0 0</inkml:trace>
</inkml:ink>
</file>

<file path=ppt/ink/ink16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20.323"/>
    </inkml:context>
    <inkml:brush xml:id="br0">
      <inkml:brushProperty name="width" value="0.1" units="cm"/>
      <inkml:brushProperty name="height" value="0.1" units="cm"/>
      <inkml:brushProperty name="color" value="#F6630D"/>
    </inkml:brush>
  </inkml:definitions>
  <inkml:trace contextRef="#ctx0" brushRef="#br0">625 43 8754 0 0,'-4'-4'479'0'0,"0"0"0"0"0,0 1 0 0 0,0-1 0 0 0,0 1 0 0 0,-1 0 0 0 0,1 0 0 0 0,-1 0 0 0 0,1 1 0 0 0,-1-1 0 0 0,0 1 0 0 0,0 1 0 0 0,0-1 1 0 0,-1 0-1 0 0,1 1 0 0 0,0 0 0 0 0,0 1 0 0 0,-1-1 0 0 0,1 1 0 0 0,-8 0 0 0 0,-10 2-128 0 0,-1 0 0 0 0,0 2 0 0 0,-26 7 0 0 0,15-3-107 0 0,-221 50 432 0 0,147-31-3473 0 0,147-62 6268 0 0,-21 81-2973 0 0,-2 0 0 0 0,-1 1 0 0 0,6 50 0 0 0,-5-27-258 0 0,115 688 252 0 0,-122-698-502 0 0,-3 0 0 0 0,-2 0-1 0 0,-7 77 1 0 0,0-98-1867 0 0,-15 57 0 0 0,15-78-5510 0 0</inkml:trace>
</inkml:ink>
</file>

<file path=ppt/ink/ink16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20.498"/>
    </inkml:context>
    <inkml:brush xml:id="br0">
      <inkml:brushProperty name="width" value="0.1" units="cm"/>
      <inkml:brushProperty name="height" value="0.1" units="cm"/>
      <inkml:brushProperty name="color" value="#F6630D"/>
    </inkml:brush>
  </inkml:definitions>
  <inkml:trace contextRef="#ctx0" brushRef="#br0">56 105 4609 0 0,'-17'0'81'0'0,"-22"-9"12427"0"0,61-2-10755 0 0,115-43 1092 0 0,-107 44-6571 0 0,35-6-1 0 0,-41 12-2454 0 0</inkml:trace>
</inkml:ink>
</file>

<file path=ppt/ink/ink16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20.688"/>
    </inkml:context>
    <inkml:brush xml:id="br0">
      <inkml:brushProperty name="width" value="0.1" units="cm"/>
      <inkml:brushProperty name="height" value="0.1" units="cm"/>
      <inkml:brushProperty name="color" value="#F6630D"/>
    </inkml:brush>
  </inkml:definitions>
  <inkml:trace contextRef="#ctx0" brushRef="#br0">10 1 4897 0 0,'-1'1'34'0'0,"0"-1"0"0"0,0 1 0 0 0,1 0 0 0 0,-1 0-1 0 0,0 0 1 0 0,1-1 0 0 0,-1 1 0 0 0,1 0 0 0 0,-1 0 0 0 0,1 0 0 0 0,-1 0 0 0 0,1 0 0 0 0,0 0-1 0 0,-1 0 1 0 0,1 0 0 0 0,0 0 0 0 0,0 0 0 0 0,0 0 0 0 0,0 0 0 0 0,0 0 0 0 0,0 1-1 0 0,0-1 1 0 0,0 0 0 0 0,0 0 0 0 0,0 0 0 0 0,1 0 0 0 0,-1 0 0 0 0,0 0 0 0 0,1 0 0 0 0,-1 0-1 0 0,2 1 1 0 0,1 1 599 0 0,0 0 0 0 0,0 0 0 0 0,0 0 0 0 0,1 0 0 0 0,-1-1 0 0 0,8 4 0 0 0,-10-5-475 0 0,17 7 1199 0 0,0 0-1 0 0,0-1 0 0 0,0-1 1 0 0,1-1-1 0 0,33 5 1 0 0,9 3-1966 0 0,-29-4-5784 0 0</inkml:trace>
</inkml:ink>
</file>

<file path=ppt/ink/ink16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20.862"/>
    </inkml:context>
    <inkml:brush xml:id="br0">
      <inkml:brushProperty name="width" value="0.1" units="cm"/>
      <inkml:brushProperty name="height" value="0.1" units="cm"/>
      <inkml:brushProperty name="color" value="#F6630D"/>
    </inkml:brush>
  </inkml:definitions>
  <inkml:trace contextRef="#ctx0" brushRef="#br0">272 0 6913 0 0,'-3'3'441'0'0,"0"-1"-1"0"0,0 1 0 0 0,0 0 1 0 0,0 0-1 0 0,0 0 0 0 0,1 0 1 0 0,-1 0-1 0 0,1 0 0 0 0,0 1 0 0 0,-3 5 1 0 0,-6 9 618 0 0,-119 174 3530 0 0,54-56-7808 0 0,64-112 1474 0 0,1-4-14 0 0</inkml:trace>
</inkml:ink>
</file>

<file path=ppt/ink/ink16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21.370"/>
    </inkml:context>
    <inkml:brush xml:id="br0">
      <inkml:brushProperty name="width" value="0.1" units="cm"/>
      <inkml:brushProperty name="height" value="0.1" units="cm"/>
      <inkml:brushProperty name="color" value="#F6630D"/>
    </inkml:brush>
  </inkml:definitions>
  <inkml:trace contextRef="#ctx0" brushRef="#br0">1 57 10594 0 0,'4'0'435'0'0,"0"1"0"0"0,0-1 1 0 0,-1 0-1 0 0,1-1 0 0 0,0 1 0 0 0,0-1 0 0 0,0 0 0 0 0,0 0 0 0 0,7-3 0 0 0,6 0 297 0 0,44-12 1019 0 0,48-9 34 0 0,-96 23-2399 0 0,0 1 0 0 0,0 0-1 0 0,1 0 1 0 0,-1 2 0 0 0,0 0 0 0 0,16 2 0 0 0,-4 7-894 0 0,-20-5 1473 0 0</inkml:trace>
</inkml:ink>
</file>

<file path=ppt/ink/ink16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21.593"/>
    </inkml:context>
    <inkml:brush xml:id="br0">
      <inkml:brushProperty name="width" value="0.1" units="cm"/>
      <inkml:brushProperty name="height" value="0.1" units="cm"/>
      <inkml:brushProperty name="color" value="#F6630D"/>
    </inkml:brush>
  </inkml:definitions>
  <inkml:trace contextRef="#ctx0" brushRef="#br0">0 0 10138 0 0,'1'2'289'0'0,"-1"1"-1"0"0,1-1 0 0 0,-1 1 1 0 0,1-1-1 0 0,0 0 0 0 0,0 1 1 0 0,0-1-1 0 0,1 0 1 0 0,-1 0-1 0 0,0 0 0 0 0,1 0 1 0 0,-1 0-1 0 0,1 0 0 0 0,0 0 1 0 0,2 1-1 0 0,1 4 233 0 0,6 6 296 0 0,0 0 1 0 0,1-1 0 0 0,14 12-1 0 0,-16-16-1601 0 0,0 0 0 0 0,0-1 0 0 0,1 0 0 0 0,0 0 0 0 0,1-1 0 0 0,-1-1 0 0 0,1 1 0 0 0,14 2-1 0 0,-13-6 733 0 0</inkml:trace>
</inkml:ink>
</file>

<file path=ppt/ink/ink16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21.719"/>
    </inkml:context>
    <inkml:brush xml:id="br0">
      <inkml:brushProperty name="width" value="0.1" units="cm"/>
      <inkml:brushProperty name="height" value="0.1" units="cm"/>
      <inkml:brushProperty name="color" value="#F6630D"/>
    </inkml:brush>
  </inkml:definitions>
  <inkml:trace contextRef="#ctx0" brushRef="#br0">241 1 9218 0 0,'-12'9'816'0'0,"0"2"-656"0"0,4-1-160 0 0,2-2 0 0 0,1 0 472 0 0,-5 4 56 0 0,-6 10 17 0 0,-12 14-1 0 0,-5 9-624 0 0,1 5-120 0 0,0 0-24 0 0,8-8-9 0 0,2-6 233 0 0</inkml:trace>
</inkml:ink>
</file>

<file path=ppt/ink/ink16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22.370"/>
    </inkml:context>
    <inkml:brush xml:id="br0">
      <inkml:brushProperty name="width" value="0.1" units="cm"/>
      <inkml:brushProperty name="height" value="0.1" units="cm"/>
      <inkml:brushProperty name="color" value="#F6630D"/>
    </inkml:brush>
  </inkml:definitions>
  <inkml:trace contextRef="#ctx0" brushRef="#br0">80 1318 14283 0 0,'-1'2'62'0'0,"0"1"0"0"0,0 0 0 0 0,0-1 0 0 0,0 1 0 0 0,1 0 0 0 0,-1 0 0 0 0,1 0 0 0 0,0 0 0 0 0,0 0 0 0 0,0 0 0 0 0,0 0 0 0 0,0-1 0 0 0,2 7 0 0 0,-1 9-86 0 0,-3 38 378 0 0,0 6 87 0 0,2-1 0 0 0,8 63 0 0 0,-7-149 3642 0 0,-3-62-2848 0 0,-9-33-815 0 0,-2-61-117 0 0,1-84-66 0 0,1 57-174 0 0,9-81-23 0 0,-2-55-495 0 0,-5 242-244 0 0,7 91-128 0 0,0 0 0 0 0,-1 0 1 0 0,-7-19-1 0 0</inkml:trace>
</inkml:ink>
</file>

<file path=ppt/ink/ink16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22.623"/>
    </inkml:context>
    <inkml:brush xml:id="br0">
      <inkml:brushProperty name="width" value="0.1" units="cm"/>
      <inkml:brushProperty name="height" value="0.1" units="cm"/>
      <inkml:brushProperty name="color" value="#F6630D"/>
    </inkml:brush>
  </inkml:definitions>
  <inkml:trace contextRef="#ctx0" brushRef="#br0">0 211 6913 0 0,'21'-1'274'0'0,"-1"0"-1"0"0,1-2 0 0 0,-1 0 0 0 0,0-2 1 0 0,38-12-1 0 0,93-51 3932 0 0,-104 45-3301 0 0,90-32 1 0 0,-101 46-879 0 0,0 0 1 0 0,0 2-1 0 0,63-3 0 0 0,-9 13-4141 0 0,-62 0-433 0 0</inkml:trace>
</inkml:ink>
</file>

<file path=ppt/ink/ink16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23.328"/>
    </inkml:context>
    <inkml:brush xml:id="br0">
      <inkml:brushProperty name="width" value="0.1" units="cm"/>
      <inkml:brushProperty name="height" value="0.1" units="cm"/>
      <inkml:brushProperty name="color" value="#F6630D"/>
    </inkml:brush>
  </inkml:definitions>
  <inkml:trace contextRef="#ctx0" brushRef="#br0">20 344 168 0 0,'-4'-3'-452'0'0,"-11"-9"6578"0"0,16 20-2538 0 0,9-4 378 0 0,14-3-3748 0 0,-20-1 407 0 0,-2 0-536 0 0,0 0 0 0 0,0 0 0 0 0,0-1 0 0 0,1 1 0 0 0,-1 0 0 0 0,0-1 0 0 0,-1 1 0 0 0,1-1 0 0 0,0 0 0 0 0,0 1 0 0 0,0-1-1 0 0,0 0 1 0 0,0 0 0 0 0,-1 0 0 0 0,1-1 0 0 0,0 1 0 0 0,-1 0 0 0 0,1-1 0 0 0,-1 1 0 0 0,0 0 0 0 0,1-1 0 0 0,-1 0 0 0 0,0 1 0 0 0,0-1 0 0 0,0 0 0 0 0,0 0 0 0 0,0 0 0 0 0,0 1 0 0 0,-1-1 0 0 0,1 0 0 0 0,0-3 0 0 0,1-7 45 0 0,0 1 0 0 0,-1-1 1 0 0,-1 1-1 0 0,-1-20 1 0 0,0 6 23 0 0,-2-30 100 0 0,2 39-29 0 0,0 0-1 0 0,0-1 0 0 0,2 0 1 0 0,4-31-1 0 0,-5 47-199 0 0,0 0 0 0 0,0 0-1 0 0,0 1 1 0 0,0-1 0 0 0,1 0 0 0 0,-1 0-1 0 0,0 0 1 0 0,0 1 0 0 0,1-1 0 0 0,-1 0 0 0 0,0 0-1 0 0,1 1 1 0 0,-1-1 0 0 0,1 0 0 0 0,-1 1-1 0 0,1-1 1 0 0,-1 0 0 0 0,1 1 0 0 0,-1-1-1 0 0,1 0 1 0 0,-1 1 0 0 0,1-1 0 0 0,0 1-1 0 0,1-1 1 0 0,-2 1-25 0 0,1 1 0 0 0,0-1 0 0 0,0 1 0 0 0,-1-1 0 0 0,1 1 0 0 0,-1-1 0 0 0,1 1 0 0 0,0 0 0 0 0,-1-1 0 0 0,1 1 0 0 0,-1 0 0 0 0,1-1-1 0 0,-1 1 1 0 0,0 0 0 0 0,1 0 0 0 0,-1-1 0 0 0,0 1 0 0 0,1 1 0 0 0,11 44-130 0 0,-10-25 118 0 0,1 3-3 0 0,1-1-1 0 0,9 34 1 0 0,-11-52 10 0 0,-1 0 0 0 0,1 0 0 0 0,0-1 0 0 0,0 1 0 0 0,1 0 0 0 0,-1-1 0 0 0,1 1 0 0 0,0-1 0 0 0,0 0 0 0 0,0 0 0 0 0,1 0 0 0 0,0 0 0 0 0,-1-1 0 0 0,1 1 0 0 0,1-1 0 0 0,-1 0 0 0 0,6 3 0 0 0,-10-6 8 0 0,1 0 0 0 0,0 0 0 0 0,-1 1 1 0 0,1-1-1 0 0,0 0 0 0 0,0 0 0 0 0,-1 0 0 0 0,1 0 0 0 0,0 0 0 0 0,0 0 0 0 0,0 0 0 0 0,-1 0 0 0 0,1-1 0 0 0,0 1 0 0 0,-1 0 1 0 0,1 0-1 0 0,0 0 0 0 0,0-1 0 0 0,-1 1 0 0 0,1-1 0 0 0,0 1 0 0 0,-1 0 0 0 0,1-1 0 0 0,-1 1 0 0 0,1-1 0 0 0,-1 1 0 0 0,1-1 0 0 0,-1 1 1 0 0,1-1-1 0 0,-1 0 0 0 0,1 1 0 0 0,-1-1 0 0 0,0 0 0 0 0,1 1 0 0 0,-1-1 0 0 0,0 0 0 0 0,1 1 0 0 0,-1-1 0 0 0,0 0 0 0 0,0 0 0 0 0,0-1 1 0 0,8-40 458 0 0,-6 27-371 0 0,-1 7-67 0 0,1-5 21 0 0,1-1-1 0 0,0 1 1 0 0,0 0-1 0 0,2 0 1 0 0,-1 1-1 0 0,2-1 1 0 0,10-18-1 0 0,-15 30-44 0 0,0 0-1 0 0,-1 0 0 0 0,1 1 1 0 0,0-1-1 0 0,0 0 1 0 0,-1 1-1 0 0,1-1 0 0 0,0 0 1 0 0,0 1-1 0 0,0-1 1 0 0,0 1-1 0 0,0 0 1 0 0,0-1-1 0 0,0 1 0 0 0,0 0 1 0 0,0-1-1 0 0,0 1 1 0 0,0 0-1 0 0,0 0 0 0 0,0 0 1 0 0,0 0-1 0 0,0 0 1 0 0,0 0-1 0 0,0 0 0 0 0,0 0 1 0 0,0 0-1 0 0,0 1 1 0 0,0-1-1 0 0,0 0 0 0 0,0 1 1 0 0,-1-1-1 0 0,1 1 1 0 0,0-1-1 0 0,0 1 0 0 0,0-1 1 0 0,0 1-1 0 0,0 0 1 0 0,-1-1-1 0 0,1 1 1 0 0,0 0-1 0 0,0 1 0 0 0,6 5-6 0 0,-1 0-1 0 0,0 0 0 0 0,9 15 1 0 0,-5-7-40 0 0,-2-5 48 0 0,3 3-85 0 0,-1 0-1 0 0,17 15 0 0 0,-25-26 56 0 0,1 0 0 0 0,0 1 0 0 0,-1-1 0 0 0,1 0 0 0 0,0-1 0 0 0,0 1-1 0 0,0 0 1 0 0,0-1 0 0 0,0 0 0 0 0,0 1 0 0 0,1-1 0 0 0,-1-1 0 0 0,0 1 0 0 0,0 0 0 0 0,1-1 0 0 0,-1 1-1 0 0,6-1 1 0 0,-8-1 27 0 0,1 1 0 0 0,-1-1-1 0 0,0 0 1 0 0,0 0 0 0 0,0 1-1 0 0,0-1 1 0 0,0 0 0 0 0,0 0 0 0 0,0 0-1 0 0,0 0 1 0 0,0 0 0 0 0,-1 0-1 0 0,1 0 1 0 0,0 0 0 0 0,0 0-1 0 0,-1 0 1 0 0,1-1 0 0 0,0 0-1 0 0,11-30 44 0 0,-9 21-58 0 0,8-15-616 0 0,0 2-1 0 0,2-1 1 0 0,0 2 0 0 0,24-31-1 0 0,-37 53 624 0 0,0 1 0 0 0,0 0 0 0 0,0 0 0 0 0,0 0 0 0 0,1-1 0 0 0,-1 1 0 0 0,0 0 0 0 0,0 0-1 0 0,0 0 1 0 0,0 0 0 0 0,1-1 0 0 0,-1 1 0 0 0,0 0 0 0 0,0 0 0 0 0,0 0 0 0 0,1 0 0 0 0,-1 0 0 0 0,0 0 0 0 0,0 0 0 0 0,1 0 0 0 0,-1 0 0 0 0,0 0-1 0 0,0 0 1 0 0,1 0 0 0 0,-1 0 0 0 0,0 0 0 0 0,0 0 0 0 0,0 0 0 0 0,1 0 0 0 0,-1 0 0 0 0,0 0 0 0 0,0 0 0 0 0,1 0 0 0 0,-1 0 0 0 0,0 0 0 0 0,0 0-1 0 0,0 0 1 0 0,1 1 0 0 0,-1-1 0 0 0,0 0 0 0 0,0 0 0 0 0,0 0 0 0 0,1 0 0 0 0,-1 1 0 0 0,0-1 0 0 0,0 0 0 0 0,0 0 0 0 0,0 0 0 0 0,0 1 0 0 0,0-1 0 0 0,1 0-1 0 0,-1 0 1 0 0,0 0 0 0 0,0 1 0 0 0,0-1 0 0 0,0 0 0 0 0,0 0 0 0 0,0 1 0 0 0,0-1 0 0 0,0 0 0 0 0,0 0 0 0 0,0 1 0 0 0,0-1 0 0 0,0 0 0 0 0,0 0-1 0 0,0 0 1 0 0,0 1 0 0 0,0-1 0 0 0,-1 0 0 0 0,4 27-710 0 0,-2-19 415 0 0,1 6-531 0 0,1 2-180 0 0</inkml:trace>
</inkml:ink>
</file>

<file path=ppt/ink/ink16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24.465"/>
    </inkml:context>
    <inkml:brush xml:id="br0">
      <inkml:brushProperty name="width" value="0.1" units="cm"/>
      <inkml:brushProperty name="height" value="0.1" units="cm"/>
      <inkml:brushProperty name="color" value="#F6630D"/>
    </inkml:brush>
  </inkml:definitions>
  <inkml:trace contextRef="#ctx0" brushRef="#br0">196 217 3209 0 0,'-8'-3'-17'0'0,"0"0"1"0"0,0 0-1 0 0,0 0 1 0 0,-1 1 0 0 0,1 0-1 0 0,-1 1 1 0 0,1 0-1 0 0,-1 0 1 0 0,1 1 0 0 0,-1 0-1 0 0,0 0 1 0 0,1 1-1 0 0,-15 3 1 0 0,17-3 718 0 0,-1 1 0 0 0,1 0 1 0 0,0 0-1 0 0,0 0 0 0 0,0 1 1 0 0,-8 5-1 0 0,13-8-583 0 0,0 1 0 0 0,1-1-1 0 0,-1 0 1 0 0,0 1 0 0 0,0-1 0 0 0,1 1 0 0 0,-1-1-1 0 0,0 1 1 0 0,1-1 0 0 0,-1 1 0 0 0,1 0 0 0 0,-1-1-1 0 0,1 1 1 0 0,-1 0 0 0 0,1-1 0 0 0,-1 1 0 0 0,1 0-1 0 0,0 0 1 0 0,-1 0 0 0 0,1 1 0 0 0,0-2-4 0 0,0 0 0 0 0,1 1 1 0 0,-1-1-1 0 0,0 0 0 0 0,1 1 1 0 0,-1-1-1 0 0,1 0 0 0 0,-1 1 0 0 0,1-1 1 0 0,-1 0-1 0 0,1 0 0 0 0,-1 0 1 0 0,1 1-1 0 0,-1-1 0 0 0,1 0 0 0 0,-1 0 1 0 0,1 0-1 0 0,-1 0 0 0 0,1 0 1 0 0,-1 0-1 0 0,1 0 0 0 0,0 0 1 0 0,38-5 2949 0 0,122-36 293 0 0,83 1-3012 0 0,-144 30-228 0 0,41-5 336 0 0,-121 6-285 0 0,-18 8-152 0 0,-1 0 1 0 0,1 0 0 0 0,0 0 0 0 0,0 0-1 0 0,0 0 1 0 0,-1 1 0 0 0,1-1 0 0 0,0 1-1 0 0,0-1 1 0 0,0 1 0 0 0,3-1-1 0 0,-4 1-5 0 0,0 0-1 0 0,0 0 0 0 0,-1 0 0 0 0,1 0 0 0 0,0 0 0 0 0,-1 0 1 0 0,1-1-1 0 0,-1 1 0 0 0,1 0 0 0 0,0 0 0 0 0,-1-1 0 0 0,1 1 1 0 0,-1 0-1 0 0,1-1 0 0 0,0 1 0 0 0,-1 0 0 0 0,1-1 0 0 0,-1 1 1 0 0,1-1-1 0 0,0 0 0 0 0,-1 0 3 0 0,1 1 0 0 0,-1-1 0 0 0,1 0 0 0 0,-1 1 0 0 0,1-1 0 0 0,0 1 0 0 0,-1-1 0 0 0,1 1 0 0 0,0 0 0 0 0,-1-1 0 0 0,1 1 0 0 0,0 0 0 0 0,-1-1 0 0 0,1 1 0 0 0,0 0 0 0 0,0 0 0 0 0,-1 0 0 0 0,1 0 0 0 0,0 0 0 0 0,1 0 0 0 0,406-25 1471 0 0,-149 6-1354 0 0,-248 18-134 0 0,330-27-18 0 0,-299 16 65 0 0,-35 9-51 0 0,0 1-1 0 0,0 0 1 0 0,0 0 0 0 0,1 1-1 0 0,9-1 1 0 0,-16 1 7 0 0,-1 0 0 0 0,-1 1 288 0 0,3 2-273 0 0,0 0 1 0 0,0 0-1 0 0,0 0 1 0 0,-1 0-1 0 0,1 0 0 0 0,-1 0 1 0 0,1 1-1 0 0,-1-1 0 0 0,0 1 1 0 0,0-1-1 0 0,0 1 1 0 0,1 3-1 0 0,9 35 11 0 0,-2 0 1 0 0,6 75-1 0 0,-7 89-39 0 0,-7-128 19 0 0,5 183-6 0 0,35 557 0 0 0,44-344 11 0 0,-80-452 10 0 0,12 65 216 0 0,-16-76-212 0 0,0 0-1 0 0,-1-1 0 0 0,0 1 1 0 0,0 0-1 0 0,-1 0 1 0 0,-4 16-1 0 0,4-24-190 0 0,0 1 0 0 0,0-1 0 0 0,0 1 0 0 0,0-1 0 0 0,-1 0 1 0 0,1 1-1 0 0,-1-1 0 0 0,1 0 0 0 0,-1 0 0 0 0,0 0 0 0 0,-3 3 0 0 0</inkml:trace>
</inkml:ink>
</file>

<file path=ppt/ink/ink16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24.842"/>
    </inkml:context>
    <inkml:brush xml:id="br0">
      <inkml:brushProperty name="width" value="0.1" units="cm"/>
      <inkml:brushProperty name="height" value="0.1" units="cm"/>
      <inkml:brushProperty name="color" value="#F6630D"/>
    </inkml:brush>
  </inkml:definitions>
  <inkml:trace contextRef="#ctx0" brushRef="#br0">2 124 3681 0 0,'-1'-1'45'0'0,"1"1"1"0"0,0-1 0 0 0,0 0-1 0 0,-1 1 1 0 0,1-1-1 0 0,0 0 1 0 0,0 0 0 0 0,0 1-1 0 0,0-1 1 0 0,0 0 0 0 0,0 1-1 0 0,0-1 1 0 0,1 0-1 0 0,-1 1 1 0 0,0-1 0 0 0,0 0-1 0 0,0 1 1 0 0,1-1-1 0 0,-1 1 1 0 0,0-1 0 0 0,1 0-1 0 0,-1 1 1 0 0,0-1-1 0 0,1 1 1 0 0,-1-1 0 0 0,1 1-1 0 0,-1-1 1 0 0,1 1 0 0 0,-1-1-1 0 0,1 1 1 0 0,-1-1-1 0 0,1 1 1 0 0,-1 0 0 0 0,1-1-1 0 0,0 1 1 0 0,-1 0-1 0 0,1 0 1 0 0,0-1 0 0 0,-1 1-1 0 0,1 0 1 0 0,1 0-1 0 0,36-12 2227 0 0,-30 10-2001 0 0,106-23 3238 0 0,143-13 1 0 0,-222 33-3217 0 0,474-14 1497 0 0,-422 19-1687 0 0,344 14-31 0 0,-250-5-20 0 0,-122-4-95 0 0,-41-2-175 0 0,1-2-1 0 0,-1 0 1 0 0,0-1-1 0 0,0 0 1 0 0,31-6-1 0 0,-44 5-92 0 0,-1-1-1 0 0</inkml:trace>
</inkml:ink>
</file>

<file path=ppt/ink/ink16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25.225"/>
    </inkml:context>
    <inkml:brush xml:id="br0">
      <inkml:brushProperty name="width" value="0.1" units="cm"/>
      <inkml:brushProperty name="height" value="0.1" units="cm"/>
      <inkml:brushProperty name="color" value="#F6630D"/>
    </inkml:brush>
  </inkml:definitions>
  <inkml:trace contextRef="#ctx0" brushRef="#br0">85 140 4145 0 0,'-13'-14'246'0'0,"9"10"571"0"0,0-1 0 0 0,0 1-1 0 0,-1-1 1 0 0,1 1 0 0 0,-1 0-1 0 0,0 1 1 0 0,0-1 0 0 0,0 1-1 0 0,0 0 1 0 0,-8-3 0 0 0,13 7-722 0 0,-1-1 0 0 0,0 0 1 0 0,1 0-1 0 0,-1 1 0 0 0,0-1 1 0 0,1 1-1 0 0,-1-1 0 0 0,0 0 1 0 0,1 1-1 0 0,-1-1 0 0 0,1 1 1 0 0,-1-1-1 0 0,1 1 0 0 0,-1 0 1 0 0,1-1-1 0 0,-1 1 0 0 0,1-1 0 0 0,0 1 1 0 0,-1 0-1 0 0,1-1 0 0 0,0 1 1 0 0,-1 0-1 0 0,1 0 0 0 0,0-1 1 0 0,0 1-1 0 0,0 0 0 0 0,0 0 1 0 0,0-1-1 0 0,0 1 0 0 0,0 0 1 0 0,0 0-1 0 0,0 1 0 0 0,-1 26 939 0 0,2-25-1001 0 0,-1 0-1 0 0,1-1 0 0 0,-1 1 0 0 0,1-1 0 0 0,0 1 0 0 0,0-1 0 0 0,0 1 1 0 0,0-1-1 0 0,1 0 0 0 0,-1 0 0 0 0,1 1 0 0 0,-1-1 0 0 0,1 0 0 0 0,0 0 1 0 0,0 0-1 0 0,-1-1 0 0 0,2 1 0 0 0,-1 0 0 0 0,0-1 0 0 0,3 2 1 0 0,-2-1 10 0 0,1 0 0 0 0,0-1 1 0 0,0 0-1 0 0,-1 0 1 0 0,1 0-1 0 0,0 0 0 0 0,0-1 1 0 0,0 1-1 0 0,0-1 1 0 0,0 0-1 0 0,0 0 0 0 0,7-1 1 0 0,-7 0 35 0 0,0 1 1 0 0,0-1-1 0 0,0 0 1 0 0,0 0-1 0 0,-1 0 1 0 0,1-1-1 0 0,0 1 1 0 0,0-1 0 0 0,-1 0-1 0 0,1 0 1 0 0,-1 0-1 0 0,1 0 1 0 0,-1-1-1 0 0,0 0 1 0 0,0 1-1 0 0,0-1 1 0 0,0 0-1 0 0,-1 0 1 0 0,1-1-1 0 0,-1 1 1 0 0,0 0-1 0 0,0-1 1 0 0,0 0-1 0 0,0 1 1 0 0,-1-1-1 0 0,1 0 1 0 0,0-6 0 0 0,-1 5-27 0 0,-1 0 1 0 0,0 0-1 0 0,0 0 1 0 0,0-1-1 0 0,-1 1 1 0 0,0 0-1 0 0,0 0 1 0 0,0 0-1 0 0,0 0 1 0 0,-1 0-1 0 0,0 0 1 0 0,0 1 0 0 0,0-1-1 0 0,-1 0 1 0 0,1 1-1 0 0,-5-5 1 0 0,5 6-28 0 0,0 1 1 0 0,0 0 0 0 0,-1 0 0 0 0,1 1-1 0 0,0-1 1 0 0,-1 0 0 0 0,1 1 0 0 0,-1 0-1 0 0,1-1 1 0 0,-1 1 0 0 0,0 0 0 0 0,0 0-1 0 0,1 1 1 0 0,-1-1 0 0 0,0 0 0 0 0,0 1-1 0 0,0 0 1 0 0,0 0 0 0 0,0 0-1 0 0,0 0 1 0 0,0 0 0 0 0,1 0 0 0 0,-1 1-1 0 0,0 0 1 0 0,0-1 0 0 0,0 1 0 0 0,0 0-1 0 0,1 0 1 0 0,-6 3 0 0 0,5-3-27 0 0,0 0 0 0 0,1 1 0 0 0,-1-1 0 0 0,0 1 0 0 0,0-1 0 0 0,1 1 0 0 0,-1 0 0 0 0,1 0 0 0 0,0 0 0 0 0,-1 1 0 0 0,1-1 0 0 0,0 0 0 0 0,0 1 0 0 0,1-1 0 0 0,-4 6 0 0 0,5-6 0 0 0,0 0 0 0 0,-1 0 0 0 0,1 0 0 0 0,0 0 0 0 0,0 0 0 0 0,1 0 0 0 0,-1 0 0 0 0,0 0 0 0 0,1 0 0 0 0,-1 0 0 0 0,1 0 0 0 0,0 0 0 0 0,-1 0 0 0 0,1 0 0 0 0,0 0 0 0 0,0 0 0 0 0,0-1 0 0 0,1 1 0 0 0,-1 0 0 0 0,0-1 0 0 0,1 1 0 0 0,-1-1 0 0 0,0 1 0 0 0,3 0 0 0 0,25 22-158 0 0,-22-20 148 0 0</inkml:trace>
</inkml:ink>
</file>

<file path=ppt/ink/ink16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25.810"/>
    </inkml:context>
    <inkml:brush xml:id="br0">
      <inkml:brushProperty name="width" value="0.1" units="cm"/>
      <inkml:brushProperty name="height" value="0.1" units="cm"/>
      <inkml:brushProperty name="color" value="#F6630D"/>
    </inkml:brush>
  </inkml:definitions>
  <inkml:trace contextRef="#ctx0" brushRef="#br0">7 181 10594 0 0,'-1'-2'375'0'0,"0"0"-1"0"0,0 0 0 0 0,0 0 1 0 0,1-1-1 0 0,-1 1 0 0 0,0 0 1 0 0,1 0-1 0 0,0-1 0 0 0,-1 1 1 0 0,1-5-1 0 0,0 7-288 0 0,0 0-1 0 0,0-1 1 0 0,0 1-1 0 0,0 0 1 0 0,1 0-1 0 0,-1-1 1 0 0,0 1-1 0 0,0 0 1 0 0,0-1-1 0 0,0 1 0 0 0,0 0 1 0 0,1 0-1 0 0,-1-1 1 0 0,0 1-1 0 0,0 0 1 0 0,1 0-1 0 0,-1-1 1 0 0,0 1-1 0 0,0 0 1 0 0,1 0-1 0 0,-1 0 1 0 0,0 0-1 0 0,0-1 1 0 0,1 1-1 0 0,-1 0 1 0 0,0 0-1 0 0,1 0 1 0 0,0 0-1 0 0,16 4 412 0 0,-6 4-218 0 0,0 0-1 0 0,0 0 1 0 0,-1 1 0 0 0,0 1 0 0 0,0-1 0 0 0,-1 1 0 0 0,-1 1 0 0 0,12 17 0 0 0,25 28 596 0 0,-26-36-639 0 0,1-1 0 0 0,1-1 0 0 0,29 19 1 0 0,-39-29-200 0 0,0-2 1 0 0,1 1-1 0 0,0-2 1 0 0,-1 1-1 0 0,2-2 1 0 0,-1 1-1 0 0,0-2 1 0 0,1 0-1 0 0,14 2 1 0 0,-24-5-18 0 0,0 0 0 0 0,0 0 0 0 0,0 0 0 0 0,0 0 0 0 0,0-1 0 0 0,-1 0 0 0 0,1 1 0 0 0,0-1 0 0 0,0 0 0 0 0,0 0 0 0 0,-1-1 1 0 0,1 1-1 0 0,-1 0 0 0 0,1-1 0 0 0,-1 0 0 0 0,1 0 0 0 0,-1 1 0 0 0,0-1 0 0 0,0 0 0 0 0,0-1 0 0 0,0 1 0 0 0,0 0 0 0 0,-1-1 0 0 0,1 1 0 0 0,-1-1 0 0 0,1 1 0 0 0,-1-1 1 0 0,0 0-1 0 0,0 1 0 0 0,0-1 0 0 0,1-4 0 0 0,2-12 101 0 0,0 1 0 0 0,0-1 0 0 0,0-35 0 0 0,-2 26-107 0 0,3-20-336 0 0,12-49-1 0 0,-11 73-1148 0 0,1 1-1 0 0,10-23 0 0 0,-7 25-5375 0 0</inkml:trace>
</inkml:ink>
</file>

<file path=ppt/ink/ink16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26.192"/>
    </inkml:context>
    <inkml:brush xml:id="br0">
      <inkml:brushProperty name="width" value="0.1" units="cm"/>
      <inkml:brushProperty name="height" value="0.1" units="cm"/>
      <inkml:brushProperty name="color" value="#F6630D"/>
    </inkml:brush>
  </inkml:definitions>
  <inkml:trace contextRef="#ctx0" brushRef="#br0">74 82 7370 0 0,'-2'-2'281'0'0,"1"-1"1"0"0,0 1 0 0 0,-1-1 0 0 0,1 1 0 0 0,-1 0 0 0 0,1 0 0 0 0,-1 0 0 0 0,0 0 0 0 0,0 0 0 0 0,0 0 0 0 0,0 0 0 0 0,-1 0-1 0 0,1 1 1 0 0,0-1 0 0 0,-1 1 0 0 0,-2-2 0 0 0,4 3-93 0 0,0 0 0 0 0,0 0 0 0 0,0 0 0 0 0,0 0 0 0 0,1 0 0 0 0,-1 0 1 0 0,0 0-1 0 0,0 0 0 0 0,0 0 0 0 0,0 0 0 0 0,0 0 0 0 0,0 1 0 0 0,1-1 0 0 0,-1 0 0 0 0,0 1 0 0 0,0-1 0 0 0,0 0 0 0 0,1 1 0 0 0,-1-1 0 0 0,-1 1 0 0 0,1 1-94 0 0,-1 0 0 0 0,1-1-1 0 0,-1 1 1 0 0,1 0-1 0 0,0 0 1 0 0,0 0 0 0 0,0 0-1 0 0,0 0 1 0 0,0 0-1 0 0,0 0 1 0 0,-1 3 0 0 0,1-2-49 0 0,0 0 0 0 0,0-1 0 0 0,1 1 0 0 0,-1 0 0 0 0,1 0 0 0 0,-1 0 1 0 0,1 0-1 0 0,0 0 0 0 0,0 1 0 0 0,0-1 0 0 0,1 0 0 0 0,-1 0 0 0 0,1 0 0 0 0,-1 0 1 0 0,1-1-1 0 0,0 1 0 0 0,0 0 0 0 0,1 0 0 0 0,-1 0 0 0 0,0-1 0 0 0,1 1 0 0 0,0-1 1 0 0,-1 1-1 0 0,1-1 0 0 0,0 1 0 0 0,0-1 0 0 0,1 0 0 0 0,-1 0 0 0 0,0 0 0 0 0,1 0 1 0 0,-1-1-1 0 0,1 1 0 0 0,-1-1 0 0 0,6 3 0 0 0,-1-2 38 0 0,-1 1-1 0 0,1-1 1 0 0,0-1-1 0 0,-1 1 1 0 0,1-1-1 0 0,0 0 1 0 0,0-1-1 0 0,0 0 1 0 0,0 0-1 0 0,0 0 1 0 0,0-1-1 0 0,0 0 1 0 0,-1 0-1 0 0,9-3 1 0 0,-11 2-26 0 0,-1 1 1 0 0,1 0-1 0 0,-1-1 1 0 0,1 0-1 0 0,-1 0 1 0 0,0 0-1 0 0,0 0 1 0 0,0 0-1 0 0,0-1 1 0 0,0 0-1 0 0,-1 1 1 0 0,1-1-1 0 0,-1 0 1 0 0,1 0-1 0 0,-1 0 0 0 0,0-1 1 0 0,0 1-1 0 0,-1 0 1 0 0,1-1-1 0 0,-1 1 1 0 0,1-1-1 0 0,-1 0 1 0 0,0 1-1 0 0,-1-1 1 0 0,2-6-1 0 0,-2 5-248 0 0,0 0 1 0 0,0 0-1 0 0,-1-1 0 0 0,1 1 0 0 0,-1 0 0 0 0,-1 0 1 0 0,1 0-1 0 0,0 0 0 0 0,-1 0 0 0 0,0 0 0 0 0,0 1 1 0 0,-1-1-1 0 0,0 0 0 0 0,1 1 0 0 0,-1 0 1 0 0,-1 0-1 0 0,1 0 0 0 0,-5-5 0 0 0</inkml:trace>
</inkml:ink>
</file>

<file path=ppt/ink/ink16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26.591"/>
    </inkml:context>
    <inkml:brush xml:id="br0">
      <inkml:brushProperty name="width" value="0.1" units="cm"/>
      <inkml:brushProperty name="height" value="0.1" units="cm"/>
      <inkml:brushProperty name="color" value="#F6630D"/>
    </inkml:brush>
  </inkml:definitions>
  <inkml:trace contextRef="#ctx0" brushRef="#br0">6 20 2288 0 0,'1'3'132'0'0,"-1"0"0"0"0,1 1 0 0 0,-1-1 0 0 0,0 0 0 0 0,0 1 0 0 0,-1-1 0 0 0,1 0 0 0 0,-1 1 0 0 0,-1 3 0 0 0,1-3 267 0 0,0 0 0 0 0,1 1 0 0 0,-1-1 0 0 0,1 0 0 0 0,0 0 0 0 0,0 8 0 0 0,2-7-80 0 0,-1 0 0 0 0,1 0 1 0 0,0-1-1 0 0,1 1 0 0 0,-1 0 0 0 0,1-1 0 0 0,0 1 0 0 0,0-1 0 0 0,0 0 0 0 0,0 0 0 0 0,1 0 0 0 0,0 0 0 0 0,-1-1 0 0 0,9 6 0 0 0,-9-7-71 0 0,-1 0-1 0 0,1 0 1 0 0,0 0-1 0 0,0-1 0 0 0,1 1 1 0 0,-1-1-1 0 0,0 0 1 0 0,0 1-1 0 0,1-2 1 0 0,-1 1-1 0 0,1 0 0 0 0,-1-1 1 0 0,1 1-1 0 0,-1-1 1 0 0,1 0-1 0 0,-1 0 1 0 0,1 0-1 0 0,-1-1 1 0 0,1 1-1 0 0,-1-1 0 0 0,1 0 1 0 0,5-2-1 0 0,-7 2-214 0 0,-1-1 0 0 0,1 1 0 0 0,0 0 0 0 0,-1-1 0 0 0,1 1 0 0 0,-1-1 0 0 0,0 1 0 0 0,1-1 0 0 0,-1 0 0 0 0,0 1 0 0 0,0-1 0 0 0,0 0 0 0 0,0 0 0 0 0,1-3 0 0 0,8-34-612 0 0,-3 13-412 0 0,-4 15 514 0 0,2 0-1 0 0,0 1 0 0 0,0 0 0 0 0,1 0 0 0 0,9-13 0 0 0,-14 22 606 0 0,-1 0 0 0 0,1 1-1 0 0,0-1 1 0 0,0 0 0 0 0,0 1-1 0 0,0-1 1 0 0,0 1 0 0 0,-1-1 0 0 0,1 1-1 0 0,0-1 1 0 0,0 1 0 0 0,0 0 0 0 0,0-1-1 0 0,0 1 1 0 0,0 0 0 0 0,1 0 0 0 0,-1 0-1 0 0,0 0 1 0 0,0 0 0 0 0,0 0-1 0 0,0 0 1 0 0,0 0 0 0 0,0 0 0 0 0,0 0-1 0 0,0 1 1 0 0,0-1 0 0 0,0 0 0 0 0,0 1-1 0 0,0-1 1 0 0,0 0 0 0 0,0 1 0 0 0,0 0-1 0 0,-1-1 1 0 0,1 1 0 0 0,0-1-1 0 0,0 1 1 0 0,1 1 0 0 0,0 0-43 0 0,0 0 0 0 0,1 0 0 0 0,-1 1 1 0 0,0-1-1 0 0,0 1 0 0 0,0-1 0 0 0,-1 1 0 0 0,1 0 1 0 0,-1 0-1 0 0,1 0 0 0 0,0 3 0 0 0,4 9-1223 0 0,-2-12 556 0 0</inkml:trace>
</inkml:ink>
</file>

<file path=ppt/ink/ink16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27.114"/>
    </inkml:context>
    <inkml:brush xml:id="br0">
      <inkml:brushProperty name="width" value="0.1" units="cm"/>
      <inkml:brushProperty name="height" value="0.1" units="cm"/>
      <inkml:brushProperty name="color" value="#F6630D"/>
    </inkml:brush>
  </inkml:definitions>
  <inkml:trace contextRef="#ctx0" brushRef="#br0">22 2 6913 0 0,'-6'-1'11489'0'0,"0"26"-9003"0"0,-1 39-2331 0 0,5-16 620 0 0,5 74-1 0 0,-1-104-847 0 0,1 0 1 0 0,0-1-1 0 0,2 1 1 0 0,0-1-1 0 0,0 0 0 0 0,2 0 1 0 0,13 24-1 0 0,5 7-4102 0 0,-16-32 2606 0 0</inkml:trace>
</inkml:ink>
</file>

<file path=ppt/ink/ink16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27.257"/>
    </inkml:context>
    <inkml:brush xml:id="br0">
      <inkml:brushProperty name="width" value="0.1" units="cm"/>
      <inkml:brushProperty name="height" value="0.1" units="cm"/>
      <inkml:brushProperty name="color" value="#F6630D"/>
    </inkml:brush>
  </inkml:definitions>
  <inkml:trace contextRef="#ctx0" brushRef="#br0">7 114 13363 0 0,'-5'-11'592'0'0,"3"3"120"0"0,2 0-568 0 0,0 5-144 0 0,0 1 0 0 0,2 0 0 0 0,2-1 416 0 0,1-4 48 0 0,4-2 16 0 0,3-2 1 0 0,2-2-129 0 0,-1 4-16 0 0,1 1-8 0 0,0-1 0 0 0,-1 4-968 0 0,1-1-200 0 0</inkml:trace>
</inkml:ink>
</file>

<file path=ppt/ink/ink16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31.639"/>
    </inkml:context>
    <inkml:brush xml:id="br0">
      <inkml:brushProperty name="width" value="0.35" units="cm"/>
      <inkml:brushProperty name="height" value="0.35" units="cm"/>
      <inkml:brushProperty name="color" value="#008C3A"/>
    </inkml:brush>
  </inkml:definitions>
  <inkml:trace contextRef="#ctx0" brushRef="#br0">1459 423 10594 0 0,'-73'-73'1149'0'0,"-101"-78"-1"0"0,143 128-883 0 0,-1 2 1 0 0,0 1-1 0 0,-2 1 0 0 0,0 2 0 0 0,-1 2 0 0 0,-63-20 0 0 0,46 21 545 0 0,-1 2 0 0 0,-87-8 0 0 0,110 18-722 0 0,0 2 0 0 0,0 1 0 0 0,1 1 0 0 0,-1 2-1 0 0,0 0 1 0 0,-37 13 0 0 0,-158 60-1092 0 0,224-76 1069 0 0,-1-1 1 0 0,0 1-1 0 0,0 0 1 0 0,1 0-1 0 0,-1 0 1 0 0,0 0-1 0 0,1 0 1 0 0,-1 0-1 0 0,1 0 1 0 0,0 0 0 0 0,-1 1-1 0 0,1-1 1 0 0,0 0-1 0 0,0 1 1 0 0,-1-1-1 0 0,1 1 1 0 0,1 0-1 0 0,-1-1 1 0 0,0 1-1 0 0,0 0 1 0 0,0 0 0 0 0,1-1-1 0 0,-1 1 1 0 0,1 0-1 0 0,0 0 1 0 0,-1 0-1 0 0,1 0 1 0 0,0 3-1 0 0,-3 12 244 0 0,-3 11 371 0 0,1-1-738 0 0,-2-1 0 0 0,0 0-1 0 0,-17 39 1 0 0,1-14-59 0 0,1 2 1 0 0,4 1-1 0 0,1 0 0 0 0,-15 96 0 0 0,29-121 105 0 0,2 0-1 0 0,0 1 1 0 0,2-1-1 0 0,5 33 1 0 0,27 117-72 0 0,-23-131 78 0 0,4 18 27 0 0,4 0 1 0 0,2-1-1 0 0,42 92 0 0 0,-28-86 97 0 0,2-2-1 0 0,3-1 0 0 0,75 99 1 0 0,-92-140-177 0 0,0-1 0 0 0,2-2 1 0 0,1 0-1 0 0,1-2 0 0 0,1 0 1 0 0,0-2-1 0 0,2-1 0 0 0,0-2 1 0 0,1 0-1 0 0,57 21 0 0 0,-51-26 152 0 0,1 0-1 0 0,1-3 0 0 0,0-1 1 0 0,0-2-1 0 0,1-2 0 0 0,-1-1 1 0 0,73-4-1 0 0,-29-6 149 0 0,147-32-1 0 0,-179 26-154 0 0,0-2 1 0 0,-2-3-1 0 0,1-1 0 0 0,46-27 0 0 0,17-14 10 0 0,106-61 96 0 0,-196 106-135 0 0,0 0 0 0 0,-2-2 0 0 0,0-1-1 0 0,-1 0 1 0 0,-1-1 0 0 0,0-1-1 0 0,19-30 1 0 0,-17 20 38 0 0,-1-1 0 0 0,-2 0 1 0 0,-1-2-1 0 0,22-63 0 0 0,-28 59-24 0 0,-1-1 0 0 0,-2 0 0 0 0,3-68 0 0 0,-10-119 148 0 0,-1 185-179 0 0,1 2 81 0 0,-3 1 0 0 0,-13-66 1 0 0,11 83-74 0 0,0 1 1 0 0,-2-1 0 0 0,-1 1-1 0 0,0 1 1 0 0,-1-1-1 0 0,-21-30 1 0 0,-45-54-200 0 0,-104-110 0 0 0,171 204 140 0 0,-1 1-1 0 0,0 0 1 0 0,0 1-1 0 0,-1 0 1 0 0,0 0-1 0 0,0 1 1 0 0,0 0-1 0 0,-22-8 1 0 0,2 5-26 0 0,-1 0 0 0 0,-32-3 0 0 0,37 7 33 0 0,-26-7 73 0 0,36 7-458 0 0,-1 1-1 0 0,1 1 0 0 0,-1 0 1 0 0,0 1-1 0 0,-27 1 0 0 0</inkml:trace>
</inkml:ink>
</file>

<file path=ppt/ink/ink16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45.784"/>
    </inkml:context>
    <inkml:brush xml:id="br0">
      <inkml:brushProperty name="width" value="0.1" units="cm"/>
      <inkml:brushProperty name="height" value="0.1" units="cm"/>
      <inkml:brushProperty name="color" value="#004F8B"/>
    </inkml:brush>
  </inkml:definitions>
  <inkml:trace contextRef="#ctx0" brushRef="#br0">28 21 6449 0 0,'-8'-8'1316'0'0,"-7"-4"3912"0"0,14 13-5083 0 0,1 0-1 0 0,-1 0 1 0 0,1 0-1 0 0,-1 0 1 0 0,1 0-1 0 0,-1 0 1 0 0,1 1-1 0 0,0-1 1 0 0,0 0-1 0 0,-1 0 1 0 0,1 0-1 0 0,0 0 1 0 0,0 1-1 0 0,0-1 1 0 0,0 0-1 0 0,1 0 1 0 0,-1 0-1 0 0,0 0 1 0 0,1 2-1 0 0,20 205 2563 0 0,3 57-1845 0 0,-23-250-958 0 0,19 262 504 0 0,7-95-5331 0 0,-24-161-604 0 0</inkml:trace>
</inkml:ink>
</file>

<file path=ppt/ink/ink16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46.005"/>
    </inkml:context>
    <inkml:brush xml:id="br0">
      <inkml:brushProperty name="width" value="0.1" units="cm"/>
      <inkml:brushProperty name="height" value="0.1" units="cm"/>
      <inkml:brushProperty name="color" value="#004F8B"/>
    </inkml:brush>
  </inkml:definitions>
  <inkml:trace contextRef="#ctx0" brushRef="#br0">1 202 10138 0 0,'0'0'-10'0'0,"0"0"0"0"0,0 0 0 0 0,0 0-1 0 0,0-1 1 0 0,0 1 0 0 0,0 0 0 0 0,0 0 0 0 0,0 0 0 0 0,0 0-1 0 0,0 0 1 0 0,-1 0 0 0 0,1 0 0 0 0,0 0 0 0 0,0-1 0 0 0,0 1-1 0 0,0 0 1 0 0,0 0 0 0 0,0 0 0 0 0,0 0 0 0 0,0 0 0 0 0,0 0-1 0 0,0 0 1 0 0,0-1 0 0 0,0 1 0 0 0,0 0 0 0 0,0 0-1 0 0,0 0 1 0 0,0 0 0 0 0,0 0 0 0 0,0 0 0 0 0,0 0 0 0 0,1 0-1 0 0,-1-1 1 0 0,0 1 0 0 0,0 0 0 0 0,0 0 0 0 0,0 0 0 0 0,0 0-1 0 0,0 0 1 0 0,0 0 0 0 0,0 0 0 0 0,0 0 0 0 0,0 0 0 0 0,0 0-1 0 0,0-1 1 0 0,1 1 0 0 0,-1 0 0 0 0,0 0 0 0 0,0 0-1 0 0,0 0 1 0 0,0 0 0 0 0,0 0 0 0 0,0 0 0 0 0,1 0 0 0 0,11-5-396 0 0,25-5 327 0 0,-23 6 604 0 0,229-86 4427 0 0,-66 22-7731 0 0,-148 58 1255 0 0,-3 1-2335 0 0</inkml:trace>
</inkml:ink>
</file>

<file path=ppt/ink/ink16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46.576"/>
    </inkml:context>
    <inkml:brush xml:id="br0">
      <inkml:brushProperty name="width" value="0.1" units="cm"/>
      <inkml:brushProperty name="height" value="0.1" units="cm"/>
      <inkml:brushProperty name="color" value="#004F8B"/>
    </inkml:brush>
  </inkml:definitions>
  <inkml:trace contextRef="#ctx0" brushRef="#br0">17 40 2304 0 0,'-1'-1'271'0'0,"-1"0"0"0"0,1-1-1 0 0,0 1 1 0 0,0 0-1 0 0,0 0 1 0 0,0-1-1 0 0,-7-29 13161 0 0,20 50-12545 0 0,2 18-509 0 0,-2 0 0 0 0,-2 0 0 0 0,-1 1 0 0 0,6 56 0 0 0,-7-44-231 0 0,25 92 0 0 0,-29-127-146 0 0,-2-10 0 0 0,-1 1 0 0 0,1-1 0 0 0,0 0 0 0 0,0 0 0 0 0,5 9 0 0 0,3-52 206 0 0,-10 36-206 0 0,7-44 19 0 0,21-76-1 0 0,-24 109-16 0 0,1 0 0 0 0,0 1 0 0 0,0 0 0 0 0,1 0 0 0 0,1 1 0 0 0,0 0 0 0 0,0 0 0 0 0,1 0 0 0 0,0 1 0 0 0,20-18-1 0 0,-26 26 5 0 0,0-1 0 0 0,1 2-1 0 0,-1-1 1 0 0,1 0-1 0 0,0 0 1 0 0,-1 1-1 0 0,1-1 1 0 0,0 1-1 0 0,0 0 1 0 0,0 0-1 0 0,0 0 1 0 0,0 0-1 0 0,0 1 1 0 0,0-1-1 0 0,0 1 1 0 0,1-1-1 0 0,-1 1 1 0 0,0 0-1 0 0,0 1 1 0 0,4 0 0 0 0,-4 0 3 0 0,0 0 0 0 0,0 0 0 0 0,0 1 0 0 0,0 0 0 0 0,0 0 0 0 0,0 0 0 0 0,-1 0 0 0 0,1 0 0 0 0,0 0 0 0 0,-1 1 0 0 0,0-1 0 0 0,0 1 0 0 0,0-1 0 0 0,0 1 0 0 0,0 0 0 0 0,0 0 0 0 0,-1 0 0 0 0,3 5 1 0 0,9 25 283 0 0,-2 1 1 0 0,13 62 0 0 0,2 8-1711 0 0,-20-86-56 0 0,1 0-1 0 0,0-1 1 0 0,16 28-1 0 0,-14-31-4075 0 0</inkml:trace>
</inkml:ink>
</file>

<file path=ppt/ink/ink16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46.940"/>
    </inkml:context>
    <inkml:brush xml:id="br0">
      <inkml:brushProperty name="width" value="0.1" units="cm"/>
      <inkml:brushProperty name="height" value="0.1" units="cm"/>
      <inkml:brushProperty name="color" value="#004F8B"/>
    </inkml:brush>
  </inkml:definitions>
  <inkml:trace contextRef="#ctx0" brushRef="#br0">49 312 6913 0 0,'17'-12'8028'0'0,"-15"9"-7359"0"0,25-32 1832 0 0,-21 26-2464 0 0,1-1 0 0 0,-2 0 0 0 0,0-1-1 0 0,0 1 1 0 0,7-23 0 0 0,-11 24-25 0 0,0-1 1 0 0,-1 0-1 0 0,0 0 1 0 0,-1 0-1 0 0,0 1 1 0 0,0-1-1 0 0,-5-15 1 0 0,5 19-7 0 0,-1 0 0 0 0,0 0-1 0 0,0 0 1 0 0,0 1 0 0 0,-1-1 0 0 0,0 1 0 0 0,0-1 0 0 0,-1 1 0 0 0,1 0-1 0 0,-1 0 1 0 0,0 0 0 0 0,-9-7 0 0 0,12 11-18 0 0,0 0 0 0 0,0 0 0 0 0,0 1-1 0 0,0-1 1 0 0,0 0 0 0 0,-1 1 0 0 0,1-1 0 0 0,0 1 0 0 0,0 0 0 0 0,0-1-1 0 0,-1 1 1 0 0,1 0 0 0 0,0 0 0 0 0,-1-1 0 0 0,1 1 0 0 0,0 0 0 0 0,0 0-1 0 0,-1 1 1 0 0,1-1 0 0 0,0 0 0 0 0,-1 0 0 0 0,1 1 0 0 0,-2 0 0 0 0,1 0-42 0 0,-1 0 1 0 0,1 1-1 0 0,0 0 1 0 0,0-1 0 0 0,0 1-1 0 0,0 0 1 0 0,1 0-1 0 0,-1 0 1 0 0,0 0 0 0 0,1 0-1 0 0,-2 3 1 0 0,-1 3-103 0 0,0 0 1 0 0,0 0 0 0 0,1 0-1 0 0,0 1 1 0 0,-3 16 0 0 0,4-11 108 0 0,1 0 0 0 0,1 0 0 0 0,0 0 1 0 0,1-1-1 0 0,1 1 0 0 0,0 0 1 0 0,1-1-1 0 0,0 1 0 0 0,1-1 1 0 0,1 0-1 0 0,0 0 0 0 0,10 19 0 0 0,-11-25-12 0 0,0 0 0 0 0,0 0 0 0 0,1 0 0 0 0,0-1 0 0 0,0 1 0 0 0,0-1 0 0 0,1-1 0 0 0,-1 1 0 0 0,2-1 0 0 0,-1 0 0 0 0,0 0 0 0 0,1-1 0 0 0,0 0 0 0 0,0 0 0 0 0,0 0 0 0 0,1-1 0 0 0,-1 0 0 0 0,1-1 0 0 0,0 1 0 0 0,0-2 0 0 0,-1 1 0 0 0,17 0 0 0 0,-1-2-1513 0 0</inkml:trace>
</inkml:ink>
</file>

<file path=ppt/ink/ink16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47.257"/>
    </inkml:context>
    <inkml:brush xml:id="br0">
      <inkml:brushProperty name="width" value="0.1" units="cm"/>
      <inkml:brushProperty name="height" value="0.1" units="cm"/>
      <inkml:brushProperty name="color" value="#004F8B"/>
    </inkml:brush>
  </inkml:definitions>
  <inkml:trace contextRef="#ctx0" brushRef="#br0">19 192 2304 0 0,'-19'-28'9470'0'0,"32"41"-8208"0"0,-5-6-855 0 0,0 0-1 0 0,-1 1 0 0 0,0 0 1 0 0,0 0-1 0 0,0 1 1 0 0,-1 0-1 0 0,-1 0 1 0 0,0 1-1 0 0,0-1 1 0 0,0 1-1 0 0,-2 0 0 0 0,5 14 1 0 0,-8-22-351 0 0,0-1-1 0 0,0 0 1 0 0,1 0 0 0 0,-1 0 0 0 0,0 0-1 0 0,0 0 1 0 0,-1 0 0 0 0,1 0-1 0 0,0 0 1 0 0,0 1 0 0 0,0-1 0 0 0,-1 0-1 0 0,1 0 1 0 0,0 0 0 0 0,-1 0-1 0 0,1 0 1 0 0,-1 0 0 0 0,0 0 0 0 0,1 0-1 0 0,-1-1 1 0 0,0 1 0 0 0,1 0 0 0 0,-1 0-1 0 0,-1 1 1 0 0,1-2-22 0 0,1 0 0 0 0,-1 0-1 0 0,0 0 1 0 0,1 0 0 0 0,-1 0 0 0 0,1 0 0 0 0,-1 0-1 0 0,0 0 1 0 0,1 0 0 0 0,-1 0 0 0 0,0 0 0 0 0,1 0-1 0 0,-1 0 1 0 0,0 0 0 0 0,1-1 0 0 0,-1 1 0 0 0,1 0-1 0 0,-1-1 1 0 0,1 1 0 0 0,-1 0 0 0 0,0-1 0 0 0,1 1-1 0 0,-1 0 1 0 0,1-1 0 0 0,0 1 0 0 0,-1-1 0 0 0,1 1-1 0 0,-1-1 1 0 0,1 1 0 0 0,0-1 0 0 0,-1 1 0 0 0,1-1-1 0 0,0 0 1 0 0,-1 1 0 0 0,1-1 0 0 0,0 1 0 0 0,0-1-1 0 0,0 0 1 0 0,0 1 0 0 0,0-1 0 0 0,-1-1 0 0 0,-5-17 226 0 0,1-1 1 0 0,0-1-1 0 0,2 1 1 0 0,0-1-1 0 0,0-26 1 0 0,3 30-539 0 0,1 0-1 0 0,0 1 1 0 0,1-1 0 0 0,1 0 0 0 0,0 1-1 0 0,1 0 1 0 0,7-17 0 0 0,-2 14-1076 0 0</inkml:trace>
</inkml:ink>
</file>

<file path=ppt/ink/ink16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48.005"/>
    </inkml:context>
    <inkml:brush xml:id="br0">
      <inkml:brushProperty name="width" value="0.1" units="cm"/>
      <inkml:brushProperty name="height" value="0.1" units="cm"/>
      <inkml:brushProperty name="color" value="#004F8B"/>
    </inkml:brush>
  </inkml:definitions>
  <inkml:trace contextRef="#ctx0" brushRef="#br0">18 51 6913 0 0,'-1'0'99'0'0,"1"-1"0"0"0,-1 1-1 0 0,1 0 1 0 0,-1-1-1 0 0,1 1 1 0 0,-1 0-1 0 0,0 0 1 0 0,1-1 0 0 0,-1 1-1 0 0,1 0 1 0 0,-1 0-1 0 0,0 0 1 0 0,1 0-1 0 0,-1 0 1 0 0,0 0 0 0 0,1 0-1 0 0,-1 0 1 0 0,0 0-1 0 0,1 0 1 0 0,-1 0-1 0 0,0 0 1 0 0,1 0 0 0 0,-1 0-1 0 0,0 1 1 0 0,1-1-1 0 0,-2 1 1 0 0,11 13 5062 0 0,1 1-3868 0 0,8 19-191 0 0,-2 1 0 0 0,-1 0 0 0 0,17 63 0 0 0,-12-33-1007 0 0,-21-76-237 0 0,0-1 1 0 0,1 1-1 0 0,1-20 0 0 0,0-1-131 0 0,-1 24 204 0 0,0-26-98 0 0,5-38 1 0 0,-4 64 214 0 0,1-1-1 0 0,-1 0 0 0 0,1 1 1 0 0,1-1-1 0 0,0 1 1 0 0,0 0-1 0 0,1 0 0 0 0,0 0 1 0 0,8-13-1 0 0,-11 20-28 0 0,0-1 0 0 0,0 1 1 0 0,-1 0-1 0 0,1-1 0 0 0,1 1 0 0 0,-1 0 0 0 0,0 0 0 0 0,0 0 0 0 0,0 0 1 0 0,1 0-1 0 0,-1 0 0 0 0,0 0 0 0 0,1 0 0 0 0,-1 1 0 0 0,1-1 0 0 0,-1 1 0 0 0,1-1 1 0 0,-1 1-1 0 0,1-1 0 0 0,0 1 0 0 0,-1 0 0 0 0,1-1 0 0 0,-1 1 0 0 0,1 0 1 0 0,0 0-1 0 0,1 1 0 0 0,-1 0 1 0 0,1 0 0 0 0,-1 0 0 0 0,1 0 0 0 0,-1 1 0 0 0,0-1 1 0 0,0 1-1 0 0,0 0 0 0 0,0 0 0 0 0,0-1 0 0 0,0 1 0 0 0,0 0 0 0 0,-1 1 1 0 0,1-1-1 0 0,1 3 0 0 0,5 9 64 0 0,-1 0 1 0 0,-1 0-1 0 0,0 1 0 0 0,4 17 0 0 0,1 25-218 0 0,-10-46 80 0 0,1 0 0 0 0,0 0 0 0 0,0 0-1 0 0,1 0 1 0 0,1 0 0 0 0,0-1 0 0 0,8 16-1 0 0,-12-27 55 0 0,1 1 0 0 0,-1 0 0 0 0,0 0 0 0 0,1 0 0 0 0,-1-1 0 0 0,1 1 0 0 0,-1 0 0 0 0,1 0 0 0 0,-1-1 0 0 0,0 1 0 0 0,1 0 0 0 0,-1-1 0 0 0,0 1 0 0 0,1-1 0 0 0,-1 1 0 0 0,0 0 0 0 0,1-1 0 0 0,-1 1 0 0 0,0-1 0 0 0,0 1 0 0 0,0-1 0 0 0,1 1 0 0 0,-1-1 0 0 0,0 1 0 0 0,0-1 0 0 0,0 1 0 0 0,0-1 0 0 0,0 0 0 0 0,7-18 0 0 0,-1-12 34 0 0,1-6 193 0 0,16-47 0 0 0,-20 75-192 0 0,1-1 1 0 0,0 1-1 0 0,0 0 1 0 0,1 0-1 0 0,0 0 1 0 0,1 0 0 0 0,0 1-1 0 0,0 0 1 0 0,14-13-1 0 0,-19 20-29 0 0,1 0 0 0 0,-1 0-1 0 0,1 0 1 0 0,-1 0 0 0 0,1 0 0 0 0,-1 0-1 0 0,1 0 1 0 0,-1 0 0 0 0,1 1 0 0 0,0-1-1 0 0,-1 1 1 0 0,1-1 0 0 0,0 1 0 0 0,0 0-1 0 0,0-1 1 0 0,-1 1 0 0 0,1 0 0 0 0,0 0-1 0 0,0 0 1 0 0,-1 1 0 0 0,1-1 0 0 0,3 1-1 0 0,-1 1 15 0 0,-1-1-1 0 0,1 1 0 0 0,-1 0 0 0 0,0 0 0 0 0,0 0 0 0 0,0 0 0 0 0,0 1 1 0 0,0-1-1 0 0,-1 1 0 0 0,4 4 0 0 0,3 5 87 0 0,-1 0-1 0 0,0 0 1 0 0,-1 1-1 0 0,9 21 1 0 0,4 21-65 0 0,-16-39-439 0 0,2 1 1 0 0,0-1 0 0 0,1-1 0 0 0,1 1-1 0 0,15 22 1 0 0,-9-21-710 0 0</inkml:trace>
</inkml:ink>
</file>

<file path=ppt/ink/ink16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48.417"/>
    </inkml:context>
    <inkml:brush xml:id="br0">
      <inkml:brushProperty name="width" value="0.1" units="cm"/>
      <inkml:brushProperty name="height" value="0.1" units="cm"/>
      <inkml:brushProperty name="color" value="#004F8B"/>
    </inkml:brush>
  </inkml:definitions>
  <inkml:trace contextRef="#ctx0" brushRef="#br0">187 135 4145 0 0,'0'-10'4'0'0,"-3"-52"3857"0"0,3 58-3289 0 0,-1 0 1 0 0,0-1 0 0 0,0 1 0 0 0,0 0 0 0 0,0 0-1 0 0,-1 0 1 0 0,1 0 0 0 0,-1 0 0 0 0,0 0 0 0 0,-1 0-1 0 0,-2-4 1 0 0,4 7-451 0 0,0 0-1 0 0,0 1 1 0 0,1-1-1 0 0,-1 0 1 0 0,0 0-1 0 0,0 1 1 0 0,0-1-1 0 0,0 1 1 0 0,0-1-1 0 0,0 1 1 0 0,0-1-1 0 0,0 1 1 0 0,0 0-1 0 0,0-1 1 0 0,0 1-1 0 0,0 0 1 0 0,0 0-1 0 0,0 0 1 0 0,0 0-1 0 0,-1 0 1 0 0,1 0-1 0 0,0 0 1 0 0,-2 0-1 0 0,0 1 23 0 0,1 0 0 0 0,-1 0-1 0 0,0 0 1 0 0,1 1-1 0 0,0-1 1 0 0,-1 1-1 0 0,1-1 1 0 0,0 1-1 0 0,-3 2 1 0 0,-4 4 114 0 0,1 1 1 0 0,1 0-1 0 0,-9 14 0 0 0,5-6-146 0 0,0 0 1 0 0,2 1-1 0 0,-15 38 0 0 0,21-46-129 0 0,0-1 0 0 0,0 1 0 0 0,1-1 1 0 0,0 1-1 0 0,1 0 0 0 0,0 0 0 0 0,1 0 1 0 0,0 0-1 0 0,0 0 0 0 0,3 11 0 0 0,-3-19-26 0 0,0-1-1 0 0,0 0 1 0 0,0 1-1 0 0,0-1 1 0 0,1 0-1 0 0,-1 1 1 0 0,0-1-1 0 0,1 0 1 0 0,-1 1-1 0 0,1-1 1 0 0,0 0-1 0 0,-1 0 1 0 0,1 0-1 0 0,0 0 1 0 0,0 1-1 0 0,-1-1 1 0 0,1 0-1 0 0,0 0 1 0 0,0 0-1 0 0,0-1 1 0 0,0 1-1 0 0,0 0 1 0 0,1 0-1 0 0,-1 0 1 0 0,0-1-1 0 0,0 1 1 0 0,0-1-1 0 0,1 1 1 0 0,-1-1-1 0 0,0 1 1 0 0,1-1-1 0 0,-1 0 1 0 0,0 0-1 0 0,1 0 1 0 0,-1 1-1 0 0,0-1 1 0 0,1 0-1 0 0,-1-1 1 0 0,0 1-1 0 0,1 0 1 0 0,-1 0-1 0 0,0-1 1 0 0,1 1-1 0 0,-1 0 1 0 0,0-1-1 0 0,0 1 1 0 0,1-1-1 0 0,-1 0 1 0 0,0 1-1 0 0,0-1 1 0 0,0 0-1 0 0,2-1 1 0 0,2-2-129 0 0,1 0 0 0 0,-1 0 0 0 0,0-1 0 0 0,0 0 0 0 0,0 1 0 0 0,-1-2 0 0 0,0 1 0 0 0,0 0 0 0 0,5-9 1 0 0,-4 1 181 0 0,-1 1 1 0 0,0-1-1 0 0,2-14 1 0 0,-5 18 218 0 0,0 1 0 0 0,2-1 1 0 0,-1 1-1 0 0,1-1 1 0 0,0 1-1 0 0,0 0 1 0 0,1 0-1 0 0,0 0 1 0 0,6-7-1 0 0,-9 14-203 0 0,-1 0-1 0 0,1 1 1 0 0,-1-1 0 0 0,0 1-1 0 0,1-1 1 0 0,-1 1 0 0 0,1 0-1 0 0,0-1 1 0 0,-1 1 0 0 0,1-1-1 0 0,-1 1 1 0 0,1 0 0 0 0,0 0-1 0 0,-1-1 1 0 0,1 1 0 0 0,0 0-1 0 0,-1 0 1 0 0,1 0 0 0 0,0 0-1 0 0,-1 0 1 0 0,1-1 0 0 0,0 1-1 0 0,-1 0 1 0 0,1 1 0 0 0,0-1-1 0 0,-1 0 1 0 0,2 0 0 0 0,0 1 4 0 0,-1 0 0 0 0,1 0 0 0 0,-1 0 0 0 0,0 0 0 0 0,1 0 0 0 0,-1 0 0 0 0,0 0 0 0 0,0 0 0 0 0,0 1 0 0 0,1-1 0 0 0,0 2 0 0 0,20 43 258 0 0,-20-41-215 0 0,5 12 23 0 0,0 0 0 0 0,1-1-1 0 0,1 1 1 0 0,20 25-1 0 0,-26-37-323 0 0,1-1 0 0 0,0 1 0 0 0,1-1 0 0 0,-1-1 0 0 0,0 1 0 0 0,1 0 0 0 0,0-1 0 0 0,0 0 0 0 0,0 0 0 0 0,0-1 0 0 0,1 1 0 0 0,-1-1 0 0 0,1 0 0 0 0,-1-1 0 0 0,1 1 0 0 0,0-1 0 0 0,-1 0 0 0 0,1-1 0 0 0,6 1 0 0 0,-10-1-23 0 0,0-1-1 0 0,0 1 0 0 0,0 0 1 0 0,1-1-1 0 0,-1 0 0 0 0,0 0 1 0 0,0 1-1 0 0,0-1 1 0 0,0 0-1 0 0,-1 0 0 0 0,1-1 1 0 0,0 1-1 0 0,0 0 1 0 0,-1-1-1 0 0,1 1 0 0 0,0-1 1 0 0,-1 1-1 0 0,0-1 1 0 0,1 0-1 0 0,-1 0 0 0 0,0 0 1 0 0,0 1-1 0 0,1-4 1 0 0,4-11-3664 0 0</inkml:trace>
</inkml:ink>
</file>

<file path=ppt/ink/ink16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48.622"/>
    </inkml:context>
    <inkml:brush xml:id="br0">
      <inkml:brushProperty name="width" value="0.1" units="cm"/>
      <inkml:brushProperty name="height" value="0.1" units="cm"/>
      <inkml:brushProperty name="color" value="#004F8B"/>
    </inkml:brush>
  </inkml:definitions>
  <inkml:trace contextRef="#ctx0" brushRef="#br0">10 231 7834 0 0,'3'-22'46'0'0,"7"-81"2005"0"0,-9 86-414 0 0,-1-1-1 0 0,-1 0 0 0 0,-4-27 1 0 0,1 37 913 0 0,-1 16-1270 0 0,-1 14-328 0 0,4 5-760 0 0,1 0 0 0 0,2 0 0 0 0,0 0 0 0 0,2-1-1 0 0,0 1 1 0 0,9 28 0 0 0,2-3-158 0 0,2-1 1 0 0,25 52-1 0 0,76 145-1929 0 0,-102-217-5584 0 0</inkml:trace>
</inkml:ink>
</file>

<file path=ppt/ink/ink16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41.558"/>
    </inkml:context>
    <inkml:brush xml:id="br0">
      <inkml:brushProperty name="width" value="0.1" units="cm"/>
      <inkml:brushProperty name="height" value="0.1" units="cm"/>
      <inkml:brushProperty name="color" value="#004F8B"/>
    </inkml:brush>
  </inkml:definitions>
  <inkml:trace contextRef="#ctx0" brushRef="#br0">5981 1914 9674 0 0,'5'3'58'0'0,"-1"1"-1"0"0,1-1 1 0 0,-1 1-1 0 0,0 0 1 0 0,0 0-1 0 0,-1 1 1 0 0,1-1-1 0 0,-1 1 1 0 0,0 0-1 0 0,0 0 1 0 0,0 0-1 0 0,-1 0 1 0 0,1 0-1 0 0,-1 1 1 0 0,2 9-1 0 0,-13-19 2948 0 0,0-2-2960 0 0,1 0 0 0 0,0-1 0 0 0,-10-10 0 0 0,11 9 47 0 0,0 1-1 0 0,-1 0 1 0 0,0 0-1 0 0,-1 1 1 0 0,-11-6-1 0 0,-49-19 148 0 0,-2 4-1 0 0,-95-23 0 0 0,-21-8 8 0 0,-240-83 556 0 0,422 139-791 0 0,-765-287 1064 0 0,228 96-619 0 0,-12-5-5 0 0,-437-122-451 0 0,462 195-26 0 0,-149-40-12 0 0,393 94 99 0 0,-14-4 54 0 0,207 47 570 0 0,-133-58 1 0 0,197 69-675 0 0,28 17-65 0 0,-1 0 1 0 0,1-1-1 0 0,0 1 1 0 0,-1 0 0 0 0,1 0-1 0 0,-1 0 1 0 0,1-1-1 0 0,-1 1 1 0 0,1 0-1 0 0,0 0 1 0 0,-1-1-1 0 0,1 1 1 0 0,0 0-1 0 0,-1-1 1 0 0,1 1-1 0 0,0-1 1 0 0,0 1 0 0 0,-1 0-1 0 0,1-1 1 0 0,0 1-1 0 0,0-1 1 0 0,0 1-1 0 0,0 0 1 0 0,-1-1-1 0 0,1 1 1 0 0,0-1-1 0 0,0 1 1 0 0,0-1 0 0 0,0 1-1 0 0,0-1 1 0 0,0 1-1 0 0,0-1 1 0 0,0 1-1 0 0,0 0 1 0 0,0-1-1 0 0,0 1 1 0 0,1-1-1 0 0,-1 1 1 0 0,0-1 0 0 0,0 1-1 0 0,0-1 1 0 0,0 1-1 0 0,1 0 1 0 0,-1-1-1 0 0,0 1 1 0 0,1 0-1 0 0,-1-1 1 0 0,0 1-1 0 0,1 0 1 0 0,-1-1-1 0 0,0 1 1 0 0,1 0 0 0 0,-1-1-1 0 0,0 1 1 0 0,1 0-1 0 0,-1 0 1 0 0,1 0-1 0 0,-1-1 1 0 0,1 1-1 0 0,-1 0 1 0 0,1 0-1 0 0,20-10-5759 0 0,-17 9 5813 0 0</inkml:trace>
</inkml:ink>
</file>

<file path=ppt/ink/ink16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42.205"/>
    </inkml:context>
    <inkml:brush xml:id="br0">
      <inkml:brushProperty name="width" value="0.1" units="cm"/>
      <inkml:brushProperty name="height" value="0.1" units="cm"/>
      <inkml:brushProperty name="color" value="#004F8B"/>
    </inkml:brush>
  </inkml:definitions>
  <inkml:trace contextRef="#ctx0" brushRef="#br0">353 9 7458 0 0,'-1'0'89'0'0,"1"-1"0"0"0,-1 0 0 0 0,1 1 0 0 0,-1-1 0 0 0,1 1 0 0 0,-1-1 1 0 0,0 1-1 0 0,1-1 0 0 0,-1 1 0 0 0,1-1 0 0 0,-1 1 0 0 0,0-1 0 0 0,0 1 1 0 0,1 0-1 0 0,-1 0 0 0 0,0-1 0 0 0,0 1 0 0 0,1 0 0 0 0,-1 0 0 0 0,0 0 0 0 0,0 0 1 0 0,1 0-1 0 0,-1 0 0 0 0,0 0 0 0 0,-1 0 0 0 0,-11 14 2529 0 0,1 2-2794 0 0,-98 87 1965 0 0,-1 1-604 0 0,98-91-1104 0 0,2 1 0 0 0,0 0-1 0 0,0 1 1 0 0,1 0 0 0 0,1 1 0 0 0,-8 19 0 0 0,16-32-91 0 0,0 0-1 0 0,0 0 1 0 0,0 0 0 0 0,1 0 0 0 0,-1 0 0 0 0,1 0 0 0 0,0 0 0 0 0,0 0 0 0 0,0 1 0 0 0,0-1-1 0 0,1 0 1 0 0,-1 0 0 0 0,1 0 0 0 0,0 0 0 0 0,-1 0 0 0 0,2 0 0 0 0,-1 0 0 0 0,0-1 0 0 0,0 1-1 0 0,1 0 1 0 0,0 0 0 0 0,-1-1 0 0 0,1 1 0 0 0,0-1 0 0 0,0 0 0 0 0,1 0 0 0 0,-1 1 0 0 0,0-1-1 0 0,1-1 1 0 0,-1 1 0 0 0,5 2 0 0 0,9 6 161 0 0,1 0-1 0 0,0-2 1 0 0,36 13 0 0 0,-35-14 131 0 0,100 39 720 0 0,171 41 1 0 0,-275-83-2290 0 0</inkml:trace>
</inkml:ink>
</file>

<file path=ppt/ink/ink16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49.400"/>
    </inkml:context>
    <inkml:brush xml:id="br0">
      <inkml:brushProperty name="width" value="0.1" units="cm"/>
      <inkml:brushProperty name="height" value="0.1" units="cm"/>
      <inkml:brushProperty name="color" value="#004F8B"/>
    </inkml:brush>
  </inkml:definitions>
  <inkml:trace contextRef="#ctx0" brushRef="#br0">1 20 3681 0 0,'0'-1'196'0'0,"-1"0"0"0"0,1 0 0 0 0,0 0 0 0 0,0 0 0 0 0,0 0 0 0 0,0 0 0 0 0,0 0 0 0 0,0 0 0 0 0,1 0 0 0 0,-1 0 0 0 0,0 1 0 0 0,0-1 0 0 0,1 0 0 0 0,-1 0 0 0 0,0 0 0 0 0,1 0 0 0 0,-1 1 0 0 0,1-1 0 0 0,-1 0 0 0 0,2-1 0 0 0,-1 2-63 0 0,-1 0 0 0 0,1 0 0 0 0,0 0 0 0 0,-1 0 0 0 0,1 0 0 0 0,-1 0 0 0 0,1 0 0 0 0,-1 1 0 0 0,1-1 0 0 0,0 0 0 0 0,-1 0 0 0 0,1 1 0 0 0,-1-1 0 0 0,1 0 0 0 0,-1 1 0 0 0,1-1 0 0 0,-1 0 0 0 0,1 1 0 0 0,-1-1 0 0 0,0 0 0 0 0,1 1 0 0 0,-1-1 0 0 0,1 1 0 0 0,26 38 3426 0 0,-23-33-3264 0 0,15 27 381 0 0,-1 0 0 0 0,19 48 0 0 0,-9-16-223 0 0,-27-63-446 0 0,-1-1 1 0 0,0 1-1 0 0,1-1 1 0 0,0 0-1 0 0,-1 1 1 0 0,1-1 0 0 0,0 0-1 0 0,0 0 1 0 0,0 1-1 0 0,0-1 1 0 0,-1 0-1 0 0,2 0 1 0 0,-1 0-1 0 0,0 0 1 0 0,0 0-1 0 0,0 0 1 0 0,0-1 0 0 0,1 1-1 0 0,-1 0 1 0 0,0 0-1 0 0,3 0 1 0 0,-3-1 9 0 0,0-1-1 0 0,0 1 1 0 0,0 0 0 0 0,0-1 0 0 0,0 1-1 0 0,0 0 1 0 0,0-1 0 0 0,0 0 0 0 0,-1 1 0 0 0,1-1-1 0 0,0 1 1 0 0,0-1 0 0 0,0 0 0 0 0,-1 0-1 0 0,1 1 1 0 0,0-1 0 0 0,-1 0 0 0 0,1 0 0 0 0,0 0-1 0 0,-1 0 1 0 0,1-2 0 0 0,4-6 97 0 0,-2 0 1 0 0,1-1 0 0 0,-1 0-1 0 0,3-16 1 0 0,0-15 3 0 0,-5 28-40 0 0,0 1 0 0 0,1-1-1 0 0,0 1 1 0 0,1 0 0 0 0,1 0 0 0 0,0 0-1 0 0,0 0 1 0 0,1 0 0 0 0,1 1 0 0 0,6-11-1 0 0,-11 21-57 0 0,0 0 0 0 0,0 0 0 0 0,0 0 0 0 0,0 0 0 0 0,0 0 0 0 0,0 0 0 0 0,0 0-1 0 0,0 0 1 0 0,0 1 0 0 0,1-1 0 0 0,-1 0 0 0 0,0 1 0 0 0,1-1 0 0 0,-1 1-1 0 0,0-1 1 0 0,1 1 0 0 0,-1-1 0 0 0,0 1 0 0 0,1 0 0 0 0,-1 0 0 0 0,0 0 0 0 0,3 0-1 0 0,-1 0 7 0 0,0 1-1 0 0,0 0 1 0 0,0 0 0 0 0,-1 0-1 0 0,1 0 1 0 0,0 0-1 0 0,-1 1 1 0 0,1-1-1 0 0,-1 1 1 0 0,4 2-1 0 0,4 5 62 0 0,-1 0 0 0 0,0 0 0 0 0,14 20 0 0 0,-10-8 8 0 0,-1 1 0 0 0,-1 0 0 0 0,-1 0 0 0 0,-1 1 0 0 0,10 37 0 0 0,-13-37-472 0 0,1-1 1 0 0,2 0-1 0 0,0 0 1 0 0,1-1-1 0 0,1 0 1 0 0,16 23-1 0 0</inkml:trace>
</inkml:ink>
</file>

<file path=ppt/ink/ink16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49.699"/>
    </inkml:context>
    <inkml:brush xml:id="br0">
      <inkml:brushProperty name="width" value="0.1" units="cm"/>
      <inkml:brushProperty name="height" value="0.1" units="cm"/>
      <inkml:brushProperty name="color" value="#004F8B"/>
    </inkml:brush>
  </inkml:definitions>
  <inkml:trace contextRef="#ctx0" brushRef="#br0">30 65 7370 0 0,'-1'1'138'0'0,"-1"0"-1"0"0,0 0 1 0 0,1 0 0 0 0,-1 0 0 0 0,1 0 0 0 0,-1 1 0 0 0,1-1 0 0 0,-1 1 0 0 0,1-1 0 0 0,0 1 0 0 0,0 0 0 0 0,0-1 0 0 0,0 1 0 0 0,0 0 0 0 0,0 0 0 0 0,0 0 0 0 0,1-1 0 0 0,-1 1 0 0 0,0 0 0 0 0,1 0 0 0 0,0 0-1 0 0,0 0 1 0 0,-1 3 0 0 0,-4 53 1404 0 0,5-53-1297 0 0,0 4 8 0 0,0-1 0 0 0,1 0 0 0 0,0 1 0 0 0,0-1 1 0 0,1 0-1 0 0,0 0 0 0 0,1 0 0 0 0,0 0 0 0 0,0 0 0 0 0,0-1 1 0 0,1 1-1 0 0,0-1 0 0 0,1 0 0 0 0,-1 0 0 0 0,7 7 0 0 0,-7-11-179 0 0,-1 1-1 0 0,1-1 0 0 0,-1 1 0 0 0,1-1 0 0 0,0 0 1 0 0,1-1-1 0 0,-1 1 0 0 0,0-1 0 0 0,1 0 0 0 0,-1 0 0 0 0,1 0 1 0 0,0 0-1 0 0,0-1 0 0 0,-1 0 0 0 0,1 0 0 0 0,0 0 0 0 0,0-1 1 0 0,0 0-1 0 0,0 0 0 0 0,0 0 0 0 0,0 0 0 0 0,0-1 1 0 0,0 0-1 0 0,0 0 0 0 0,0 0 0 0 0,7-3 0 0 0,-8 3-14 0 0,0-1-1 0 0,0 1 0 0 0,0-1 1 0 0,-1 0-1 0 0,1 0 1 0 0,0-1-1 0 0,-1 1 0 0 0,1-1 1 0 0,-1 1-1 0 0,0-1 1 0 0,0 0-1 0 0,0 0 0 0 0,0-1 1 0 0,-1 1-1 0 0,1-1 1 0 0,-1 1-1 0 0,0-1 0 0 0,0 0 1 0 0,0 0-1 0 0,0 0 0 0 0,-1 0 1 0 0,0 0-1 0 0,0 0 1 0 0,0 0-1 0 0,0 0 0 0 0,0 0 1 0 0,-1-1-1 0 0,0 1 1 0 0,0 0-1 0 0,0-1 0 0 0,0 1 1 0 0,-1 0-1 0 0,0 0 1 0 0,-1-6-1 0 0,-2-3-5 0 0,0-1 0 0 0,0 1 0 0 0,-2 0 0 0 0,0 1 0 0 0,0-1 0 0 0,-1 1 0 0 0,0 1 0 0 0,-1-1 0 0 0,-13-14 0 0 0,12 17-266 0 0,0 0 1 0 0,0 0-1 0 0,-15-10 0 0 0,-1 4-5066 0 0,5 6-1136 0 0</inkml:trace>
</inkml:ink>
</file>

<file path=ppt/ink/ink16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49.908"/>
    </inkml:context>
    <inkml:brush xml:id="br0">
      <inkml:brushProperty name="width" value="0.1" units="cm"/>
      <inkml:brushProperty name="height" value="0.1" units="cm"/>
      <inkml:brushProperty name="color" value="#004F8B"/>
    </inkml:brush>
  </inkml:definitions>
  <inkml:trace contextRef="#ctx0" brushRef="#br0">1 6 3225 0 0,'2'-1'294'0'0,"0"1"1"0"0,0-1-1 0 0,0 0 1 0 0,1 0-1 0 0,-1 1 1 0 0,0 0-1 0 0,0-1 1 0 0,1 1 0 0 0,-1 0-1 0 0,0 0 1 0 0,1 0-1 0 0,-1 0 1 0 0,0 1-1 0 0,1-1 1 0 0,-1 1-1 0 0,0-1 1 0 0,0 1-1 0 0,1 0 1 0 0,-1 0-1 0 0,0 0 1 0 0,0 0 0 0 0,0 0-1 0 0,0 0 1 0 0,0 0-1 0 0,-1 1 1 0 0,1-1-1 0 0,0 1 1 0 0,0 0-1 0 0,-1-1 1 0 0,1 1-1 0 0,-1 0 1 0 0,0 0-1 0 0,1 0 1 0 0,-1 0 0 0 0,0 0-1 0 0,0 0 1 0 0,0 0-1 0 0,-1 0 1 0 0,2 3-1 0 0,1 5 185 0 0,0 0 0 0 0,0 1 0 0 0,-1-1 0 0 0,-1 0 1 0 0,0 1-1 0 0,0-1 0 0 0,-1 15 0 0 0,-3 50 23 0 0,6-44-6053 0 0</inkml:trace>
</inkml:ink>
</file>

<file path=ppt/ink/ink16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50.081"/>
    </inkml:context>
    <inkml:brush xml:id="br0">
      <inkml:brushProperty name="width" value="0.1" units="cm"/>
      <inkml:brushProperty name="height" value="0.1" units="cm"/>
      <inkml:brushProperty name="color" value="#004F8B"/>
    </inkml:brush>
  </inkml:definitions>
  <inkml:trace contextRef="#ctx0" brushRef="#br0">30 65 10538 0 0,'-4'-15'224'0'0,"1"3"56"0"0,2 6 8 0 0,1 5 80 0 0,0-1-368 0 0,-1-3 0 0 0,-4-5 0 0 0,3 1 345 0 0,-2 5 55 0 0,1 5 16 0 0,-1 5 0 0 0,1 4-1568 0 0,3 6-305 0 0,0 0-63 0 0,0-1-16 0 0,4 3 1288 0 0,2-3 248 0 0</inkml:trace>
</inkml:ink>
</file>

<file path=ppt/ink/ink16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50.435"/>
    </inkml:context>
    <inkml:brush xml:id="br0">
      <inkml:brushProperty name="width" value="0.1" units="cm"/>
      <inkml:brushProperty name="height" value="0.1" units="cm"/>
      <inkml:brushProperty name="color" value="#004F8B"/>
    </inkml:brush>
  </inkml:definitions>
  <inkml:trace contextRef="#ctx0" brushRef="#br0">170 6 8290 0 0,'0'0'63'0'0,"0"0"0"0"0,0-1-1 0 0,0 1 1 0 0,0 0 0 0 0,0 0 0 0 0,0-1 0 0 0,0 1 0 0 0,0 0 0 0 0,0 0 0 0 0,0-1-1 0 0,-1 1 1 0 0,1 0 0 0 0,0 0 0 0 0,0 0 0 0 0,0-1 0 0 0,0 1 0 0 0,0 0 0 0 0,-1 0 0 0 0,1 0-1 0 0,0-1 1 0 0,0 1 0 0 0,0 0 0 0 0,-1 0 0 0 0,1 0 0 0 0,0 0 0 0 0,0 0 0 0 0,-1 0 0 0 0,1-1-1 0 0,0 1 1 0 0,0 0 0 0 0,-1 0 0 0 0,1 0 0 0 0,0 0 0 0 0,0 0 0 0 0,-1 0 0 0 0,1 0-1 0 0,0 0 1 0 0,-1 0 0 0 0,-15 4 1695 0 0,-19 12 410 0 0,32-15-1857 0 0,-8 5 94 0 0,1-1 0 0 0,0 1-1 0 0,1 1 1 0 0,0 0 0 0 0,0 0 0 0 0,0 1 0 0 0,1 0-1 0 0,-10 12 1 0 0,16-18-383 0 0,1 0-1 0 0,-1 0 1 0 0,1 1-1 0 0,-1-1 1 0 0,1 0-1 0 0,0 1 1 0 0,0-1-1 0 0,0 1 1 0 0,0 0-1 0 0,0-1 1 0 0,1 1-1 0 0,-1-1 1 0 0,1 1-1 0 0,0 0 1 0 0,0 0-1 0 0,0-1 1 0 0,0 1-1 0 0,0 0 1 0 0,0-1-1 0 0,1 1 1 0 0,-1 0-1 0 0,1-1 1 0 0,0 1-1 0 0,0 0 1 0 0,0-1-1 0 0,0 1 1 0 0,0-1-1 0 0,1 0 1 0 0,-1 1 0 0 0,1-1-1 0 0,-1 0 1 0 0,1 0-1 0 0,0 0 1 0 0,0 0-1 0 0,0 0 1 0 0,0 0-1 0 0,0-1 1 0 0,0 1-1 0 0,0-1 1 0 0,3 2-1 0 0,33 23-196 0 0,47 34-182 0 0,-76-52 278 0 0,0 0 0 0 0,0 1 1 0 0,-1 0-1 0 0,0 1 1 0 0,0-1-1 0 0,7 14 0 0 0,-13-19 39 0 0,0-1 0 0 0,-1 1 0 0 0,1-1 0 0 0,-1 1 0 0 0,0-1 0 0 0,0 1 0 0 0,0 0 0 0 0,0 0 0 0 0,-1-1 0 0 0,1 1 0 0 0,-1 0 0 0 0,0 0 0 0 0,0 0 0 0 0,-1-1 0 0 0,1 1 0 0 0,-2 6 0 0 0,0-4 32 0 0,0-1-1 0 0,0 0 1 0 0,-1 0 0 0 0,0 0 0 0 0,0 0-1 0 0,0 0 1 0 0,0-1 0 0 0,-1 1-1 0 0,0-1 1 0 0,-5 5 0 0 0,-1 0-57 0 0,0-1 0 0 0,-1-1 1 0 0,0 0-1 0 0,0 0 0 0 0,0-1 0 0 0,-1 0 1 0 0,0-1-1 0 0,-1 0 0 0 0,-12 2 0 0 0,5-2-4022 0 0,2 0-1450 0 0</inkml:trace>
</inkml:ink>
</file>

<file path=ppt/ink/ink16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50.672"/>
    </inkml:context>
    <inkml:brush xml:id="br0">
      <inkml:brushProperty name="width" value="0.1" units="cm"/>
      <inkml:brushProperty name="height" value="0.1" units="cm"/>
      <inkml:brushProperty name="color" value="#004F8B"/>
    </inkml:brush>
  </inkml:definitions>
  <inkml:trace contextRef="#ctx0" brushRef="#br0">1 278 4609 0 0,'8'-4'659'0'0,"0"0"1"0"0,1 1-1 0 0,0 0 0 0 0,-1 1 1 0 0,1 0-1 0 0,0 0 1 0 0,17-1-1 0 0,14-3 2708 0 0,-33 4-2849 0 0,1 0 0 0 0,0 0 0 0 0,-1-1 0 0 0,0 0 0 0 0,0-1 0 0 0,0 1 0 0 0,0-1 0 0 0,0-1 0 0 0,0 1 0 0 0,-1-1 0 0 0,7-6 0 0 0,0-4-394 0 0,-1 0 1 0 0,0-1 0 0 0,11-20 0 0 0,-13 21-552 0 0,7-8-2579 0 0,28-31 0 0 0,-31 39-583 0 0,-4 4-724 0 0</inkml:trace>
</inkml:ink>
</file>

<file path=ppt/ink/ink16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51.117"/>
    </inkml:context>
    <inkml:brush xml:id="br0">
      <inkml:brushProperty name="width" value="0.1" units="cm"/>
      <inkml:brushProperty name="height" value="0.1" units="cm"/>
      <inkml:brushProperty name="color" value="#004F8B"/>
    </inkml:brush>
  </inkml:definitions>
  <inkml:trace contextRef="#ctx0" brushRef="#br0">147 290 3225 0 0,'5'-5'766'0'0,"0"-1"-1"0"0,0 0 1 0 0,-1-1 0 0 0,0 1 0 0 0,0-1 0 0 0,0 0 0 0 0,-1 0 0 0 0,5-13-1 0 0,-6 11-345 0 0,1 1 0 0 0,-1 0 0 0 0,-1-1 0 0 0,0 0 0 0 0,0 1 0 0 0,0-1 0 0 0,-1 0 0 0 0,-1 0 0 0 0,1 1 0 0 0,-1-1 0 0 0,-1 0 0 0 0,0 1 0 0 0,0-1 0 0 0,-1 1 0 0 0,0 0-1 0 0,0 0 1 0 0,0 0 0 0 0,-1 0 0 0 0,-1 1 0 0 0,1-1 0 0 0,-10-10 0 0 0,13 16-364 0 0,-1 0-1 0 0,1 0 0 0 0,-1 1 1 0 0,0-1-1 0 0,0 0 1 0 0,0 1-1 0 0,0-1 0 0 0,0 1 1 0 0,0-1-1 0 0,0 1 1 0 0,0 0-1 0 0,0 0 0 0 0,-1 0 1 0 0,1 0-1 0 0,-1 0 1 0 0,1 1-1 0 0,0-1 0 0 0,-1 1 1 0 0,1 0-1 0 0,-1-1 1 0 0,1 1-1 0 0,-1 0 0 0 0,1 1 1 0 0,-1-1-1 0 0,1 0 1 0 0,-1 1-1 0 0,1-1 0 0 0,-1 1 1 0 0,1 0-1 0 0,0-1 1 0 0,-1 1-1 0 0,1 1 0 0 0,0-1 1 0 0,0 0-1 0 0,0 0 1 0 0,0 1-1 0 0,0-1 0 0 0,-3 4 1 0 0,-1 1-28 0 0,0 0 1 0 0,1 1-1 0 0,-1 0 0 0 0,2 0 1 0 0,-1 0-1 0 0,1 1 0 0 0,0 0 1 0 0,0-1-1 0 0,1 1 0 0 0,-2 9 1 0 0,1-2 37 0 0,1-1 0 0 0,1 1 0 0 0,0 0 0 0 0,1 0 1 0 0,0-1-1 0 0,1 1 0 0 0,1 0 0 0 0,1 0 1 0 0,0 0-1 0 0,0-1 0 0 0,2 1 0 0 0,7 20 0 0 0,-7-25-208 0 0,0-1-1 0 0,0 0 0 0 0,1-1 0 0 0,1 1 0 0 0,-1-1 1 0 0,1 0-1 0 0,1 0 0 0 0,-1-1 0 0 0,1 0 1 0 0,13 11-1 0 0,-13-13-595 0 0,1 0 0 0 0,-1-1 0 0 0,1 1 0 0 0,0-2 0 0 0,1 1 0 0 0,-1-1 0 0 0,17 4 0 0 0,1-2-5811 0 0</inkml:trace>
</inkml:ink>
</file>

<file path=ppt/ink/ink16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51.782"/>
    </inkml:context>
    <inkml:brush xml:id="br0">
      <inkml:brushProperty name="width" value="0.1" units="cm"/>
      <inkml:brushProperty name="height" value="0.1" units="cm"/>
      <inkml:brushProperty name="color" value="#004F8B"/>
    </inkml:brush>
  </inkml:definitions>
  <inkml:trace contextRef="#ctx0" brushRef="#br0">33 39 3081 0 0,'-4'-1'31'0'0,"2"1"215"0"0,1 0-1 0 0,0-1 1 0 0,-1 1 0 0 0,1 0 0 0 0,0 0-1 0 0,-1 0 1 0 0,1 0 0 0 0,-1 0 0 0 0,1 0-1 0 0,0 0 1 0 0,-1 0 0 0 0,1 1 0 0 0,-1-1-1 0 0,1 0 1 0 0,0 1 0 0 0,0-1 0 0 0,-1 1 0 0 0,1 0-1 0 0,-2 0 1 0 0,5 0-33 0 0,-1 0-1 0 0,1 0 1 0 0,0 0-1 0 0,-1 0 1 0 0,1-1 0 0 0,0 1-1 0 0,0-1 1 0 0,0 1 0 0 0,-1-1-1 0 0,1 0 1 0 0,0 1-1 0 0,0-1 1 0 0,0 0 0 0 0,3-1-1 0 0,-3 1 38 0 0,262-9 7347 0 0,-247 7-7448 0 0,103-14-403 0 0,-42-1-4118 0 0,-60 12 2709 0 0</inkml:trace>
</inkml:ink>
</file>

<file path=ppt/ink/ink16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52.036"/>
    </inkml:context>
    <inkml:brush xml:id="br0">
      <inkml:brushProperty name="width" value="0.1" units="cm"/>
      <inkml:brushProperty name="height" value="0.1" units="cm"/>
      <inkml:brushProperty name="color" value="#004F8B"/>
    </inkml:brush>
  </inkml:definitions>
  <inkml:trace contextRef="#ctx0" brushRef="#br0">0 0 9386 0 0,'0'0'208'0'0,"14"10"3898"0"0,-10-4-3442 0 0,-1 1 0 0 0,0-1-1 0 0,0 1 1 0 0,-1-1 0 0 0,0 1-1 0 0,0 0 1 0 0,0 0 0 0 0,-1 0-1 0 0,1 11 1 0 0,-1 69 189 0 0,-1-65-497 0 0,-2 31-254 0 0,2 76 543 0 0,1-113-1221 0 0,1 1 0 0 0,1-1 0 0 0,0 1 0 0 0,1-1 0 0 0,10 26 0 0 0,-3-19-6290 0 0</inkml:trace>
</inkml:ink>
</file>

<file path=ppt/ink/ink16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52.846"/>
    </inkml:context>
    <inkml:brush xml:id="br0">
      <inkml:brushProperty name="width" value="0.1" units="cm"/>
      <inkml:brushProperty name="height" value="0.1" units="cm"/>
      <inkml:brushProperty name="color" value="#004F8B"/>
    </inkml:brush>
  </inkml:definitions>
  <inkml:trace contextRef="#ctx0" brushRef="#br0">191 48 5985 0 0,'1'-1'98'0'0,"0"0"-1"0"0,-1-1 1 0 0,1 1-1 0 0,0 0 1 0 0,-1-1 0 0 0,1 1-1 0 0,-1-1 1 0 0,1 1-1 0 0,-1-1 1 0 0,0 1-1 0 0,1-1 1 0 0,-1 1-1 0 0,0-1 1 0 0,0 1-1 0 0,0-1 1 0 0,0 1-1 0 0,0-1 1 0 0,-1 1-1 0 0,1-1 1 0 0,0 1 0 0 0,-1-1-1 0 0,1 1 1 0 0,-1-1-1 0 0,0 1 1 0 0,1 0-1 0 0,-1-1 1 0 0,0 1-1 0 0,-1-3 1 0 0,0 4 41 0 0,1-1 0 0 0,0 1 0 0 0,-1-1 1 0 0,1 1-1 0 0,-1-1 0 0 0,1 1 0 0 0,-1 0 0 0 0,1-1 1 0 0,-1 1-1 0 0,1 0 0 0 0,-1 0 0 0 0,0 0 1 0 0,1 0-1 0 0,-1 1 0 0 0,1-1 0 0 0,-1 0 0 0 0,1 1 1 0 0,-1-1-1 0 0,1 1 0 0 0,0-1 0 0 0,-1 1 0 0 0,1 0 1 0 0,-1-1-1 0 0,1 1 0 0 0,0 0 0 0 0,0 0 0 0 0,0 0 1 0 0,-2 2-1 0 0,-15 12 229 0 0,1 1 0 0 0,1 0 0 0 0,0 1 0 0 0,2 1 0 0 0,0 1 0 0 0,0 0 0 0 0,-17 36 0 0 0,30-54-370 0 0,0 1 0 0 0,0-1-1 0 0,0 1 1 0 0,1 0-1 0 0,-1-1 1 0 0,1 1 0 0 0,-1 0-1 0 0,1-1 1 0 0,-1 1 0 0 0,1 0-1 0 0,0-1 1 0 0,0 1-1 0 0,0 0 1 0 0,0 0 0 0 0,0-1-1 0 0,0 1 1 0 0,1 0 0 0 0,-1 0-1 0 0,1-1 1 0 0,-1 1-1 0 0,1 0 1 0 0,-1-1 0 0 0,1 1-1 0 0,0-1 1 0 0,0 1 0 0 0,0-1-1 0 0,0 1 1 0 0,0-1-1 0 0,0 0 1 0 0,0 1 0 0 0,0-1-1 0 0,1 0 1 0 0,-1 0 0 0 0,0 0-1 0 0,1 0 1 0 0,-1 0-1 0 0,1 0 1 0 0,-1 0 0 0 0,1 0-1 0 0,-1-1 1 0 0,3 1 0 0 0,9 4-35 0 0,0-1-1 0 0,0-1 1 0 0,0 0 0 0 0,21 1 0 0 0,1 1 2 0 0,-19-1 21 0 0,0 0 0 0 0,0 1-1 0 0,-1 1 1 0 0,28 14 0 0 0,-38-17 12 0 0,-1-1-1 0 0,0 1 1 0 0,0-1 0 0 0,0 1-1 0 0,-1 0 1 0 0,1 0 0 0 0,0 1-1 0 0,-1-1 1 0 0,0 1 0 0 0,0 0-1 0 0,0 0 1 0 0,-1 0 0 0 0,1 0-1 0 0,-1 0 1 0 0,0 0 0 0 0,0 1-1 0 0,0-1 1 0 0,-1 1 0 0 0,1 0-1 0 0,-1-1 1 0 0,1 7 0 0 0,-3-7 30 0 0,1 1 0 0 0,-1 0 0 0 0,0-1 0 0 0,0 1 0 0 0,-1 0 1 0 0,1-1-1 0 0,-1 0 0 0 0,0 1 0 0 0,0-1 0 0 0,-1 0 0 0 0,1 0 1 0 0,-1 0-1 0 0,0 0 0 0 0,-4 4 0 0 0,-7 8 323 0 0,-29 24 0 0 0,41-38-303 0 0,-7 7 58 0 0,-1-1 0 0 0,0 0 0 0 0,-1-1 0 0 0,0 0 0 0 0,0 0 1 0 0,-21 8-1 0 0,37-19-1913 0 0</inkml:trace>
</inkml:ink>
</file>

<file path=ppt/ink/ink16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53.288"/>
    </inkml:context>
    <inkml:brush xml:id="br0">
      <inkml:brushProperty name="width" value="0.1" units="cm"/>
      <inkml:brushProperty name="height" value="0.1" units="cm"/>
      <inkml:brushProperty name="color" value="#004F8B"/>
    </inkml:brush>
  </inkml:definitions>
  <inkml:trace contextRef="#ctx0" brushRef="#br0">16 0 10594 0 0,'-12'0'1308'0'0,"12"0"-1256"0"0,0 0-1 0 0,0 0 1 0 0,-1 0-1 0 0,1 1 1 0 0,0-1 0 0 0,0 0-1 0 0,0 0 1 0 0,-1 0-1 0 0,1 0 1 0 0,0 0-1 0 0,0 1 1 0 0,0-1 0 0 0,0 0-1 0 0,-1 0 1 0 0,1 0-1 0 0,0 1 1 0 0,0-1-1 0 0,0 0 1 0 0,0 0 0 0 0,0 0-1 0 0,0 1 1 0 0,0-1-1 0 0,0 0 1 0 0,0 0 0 0 0,0 1-1 0 0,0-1 1 0 0,0 0-1 0 0,0 0 1 0 0,0 1-1 0 0,0-1 1 0 0,2 4 1733 0 0,0 2-690 0 0,13 30-224 0 0,-3 1 0 0 0,-1 0 0 0 0,-1 1 0 0 0,-2 0 0 0 0,3 47 0 0 0,-10-76-921 0 0,0 12 109 0 0,2-1 0 0 0,9 37 0 0 0,-11-52-105 0 0,1-1-1 0 0,-1 0 1 0 0,1 1-1 0 0,0-1 1 0 0,0 0-1 0 0,0 0 1 0 0,0 0 0 0 0,1-1-1 0 0,-1 1 1 0 0,1 0-1 0 0,0-1 1 0 0,0 0 0 0 0,1 0-1 0 0,-1 0 1 0 0,1 0-1 0 0,-1 0 1 0 0,1-1 0 0 0,0 1-1 0 0,5 1 1 0 0,-8-4-73 0 0,0 0 0 0 0,0 0 0 0 0,0 0 0 0 0,0 0 0 0 0,0 0 0 0 0,0 0 0 0 0,0 0 0 0 0,0 0 0 0 0,0-1 0 0 0,0 1 0 0 0,0 0 0 0 0,0-1 0 0 0,0 1 0 0 0,0-1 0 0 0,0 1 0 0 0,0-1 1 0 0,0 1-1 0 0,-1-1 0 0 0,1 0 0 0 0,0 0 0 0 0,0 1 0 0 0,-1-1 0 0 0,1 0 0 0 0,0 0 0 0 0,-1 0 0 0 0,1 1 0 0 0,-1-1 0 0 0,1 0 0 0 0,-1 0 0 0 0,1 0 0 0 0,-1 0 0 0 0,1-2 0 0 0,14-39-963 0 0,-12 34 921 0 0,2-8-14 0 0,29-76 485 0 0,-30 84-6 0 0,0-1 0 0 0,0 1 0 0 0,1 1 0 0 0,0-1-1 0 0,0 1 1 0 0,1 0 0 0 0,0 0 0 0 0,8-8 0 0 0,-13 14-231 0 0,0 0 1 0 0,0 1 0 0 0,0-1 0 0 0,0 0-1 0 0,0 1 1 0 0,0-1 0 0 0,0 0 0 0 0,0 1-1 0 0,0-1 1 0 0,0 1 0 0 0,0 0 0 0 0,0-1-1 0 0,1 1 1 0 0,-1 0 0 0 0,0 0 0 0 0,0-1-1 0 0,0 1 1 0 0,0 0 0 0 0,1 0 0 0 0,-1 1-1 0 0,0-1 1 0 0,0 0 0 0 0,0 0 0 0 0,0 0-1 0 0,2 1 1 0 0,-1 0-10 0 0,-1 0-1 0 0,1 1 0 0 0,0-1 0 0 0,-1 0 1 0 0,1 1-1 0 0,-1-1 0 0 0,0 1 1 0 0,0 0-1 0 0,1-1 0 0 0,-1 1 1 0 0,0 0-1 0 0,0 0 0 0 0,1 2 1 0 0,2 8 54 0 0,0 0 1 0 0,-1 0-1 0 0,3 20 0 0 0,-6-29-91 0 0,9 81 39 0 0,3 20-107 0 0,-9-91-1305 0 0,0 0 1 0 0,0 0 0 0 0,1-1 0 0 0,1 0-1 0 0,11 22 1 0 0,-4-14-4593 0 0</inkml:trace>
</inkml:ink>
</file>

<file path=ppt/ink/ink16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53.590"/>
    </inkml:context>
    <inkml:brush xml:id="br0">
      <inkml:brushProperty name="width" value="0.1" units="cm"/>
      <inkml:brushProperty name="height" value="0.1" units="cm"/>
      <inkml:brushProperty name="color" value="#004F8B"/>
    </inkml:brush>
  </inkml:definitions>
  <inkml:trace contextRef="#ctx0" brushRef="#br0">56 271 6913 0 0,'0'-22'475'0'0,"1"5"151"0"0,-1 1-1 0 0,0-1 1 0 0,-2 1 0 0 0,0 0-1 0 0,0 0 1 0 0,-6-18 0 0 0,8 34-524 0 0,-1-1 0 0 0,1 0 0 0 0,0 1 1 0 0,0-1-1 0 0,0 1 0 0 0,0-1 0 0 0,0 1 0 0 0,0-1 1 0 0,-1 1-1 0 0,1-1 0 0 0,0 1 0 0 0,0-1 0 0 0,-1 1 0 0 0,1 0 1 0 0,0-1-1 0 0,-1 1 0 0 0,1-1 0 0 0,0 1 0 0 0,-1 0 1 0 0,1-1-1 0 0,-1 1 0 0 0,1 0 0 0 0,-1-1 0 0 0,1 1 0 0 0,-1 0 1 0 0,1 0-1 0 0,-1 0 0 0 0,1-1 0 0 0,-1 1 0 0 0,1 0 1 0 0,-1 0-1 0 0,1 0 0 0 0,-1 0 0 0 0,1 0 0 0 0,-2 0 1 0 0,1 1 3 0 0,0-1 1 0 0,0 1 0 0 0,0 0 0 0 0,0 0 0 0 0,0 0 0 0 0,0 0 0 0 0,0 0 0 0 0,0 0 0 0 0,0 0 0 0 0,0 1 0 0 0,1-1-1 0 0,-1 0 1 0 0,0 2 0 0 0,-2 3 36 0 0,0 1 0 0 0,1 0 0 0 0,-1-1 0 0 0,-1 14 0 0 0,4-15-135 0 0,0-1 0 0 0,1 1-1 0 0,0 0 1 0 0,-1 0-1 0 0,2 0 1 0 0,-1 0 0 0 0,1 0-1 0 0,-1-1 1 0 0,1 1 0 0 0,1-1-1 0 0,-1 1 1 0 0,0-1-1 0 0,1 0 1 0 0,0 0 0 0 0,0 0-1 0 0,0 0 1 0 0,1-1-1 0 0,-1 1 1 0 0,1-1 0 0 0,0 0-1 0 0,0 0 1 0 0,0 0-1 0 0,0-1 1 0 0,1 1 0 0 0,-1-1-1 0 0,1 0 1 0 0,-1 0 0 0 0,1 0-1 0 0,0-1 1 0 0,0 0-1 0 0,0 0 1 0 0,-1 0 0 0 0,9 0-1 0 0,-9 0 11 0 0,0-1-1 0 0,1 1 1 0 0,-1-1-1 0 0,0 0 1 0 0,0 0-1 0 0,1-1 1 0 0,-1 1-1 0 0,0-1 0 0 0,0 0 1 0 0,0 0-1 0 0,0 0 1 0 0,0-1-1 0 0,0 1 1 0 0,0-1-1 0 0,0 0 1 0 0,-1 0-1 0 0,1-1 1 0 0,-1 1-1 0 0,1-1 1 0 0,-1 1-1 0 0,0-1 1 0 0,0 0-1 0 0,0 0 0 0 0,0-1 1 0 0,-1 1-1 0 0,1 0 1 0 0,-1-1-1 0 0,0 0 1 0 0,0 1-1 0 0,0-1 1 0 0,-1 0-1 0 0,1 0 1 0 0,-1 0-1 0 0,0 0 1 0 0,0 0-1 0 0,0-1 1 0 0,-1 1-1 0 0,1 0 0 0 0,-1-6 1 0 0,-1 1 18 0 0,0 0-1 0 0,0-1 1 0 0,-1 1-1 0 0,0 1 1 0 0,-1-1-1 0 0,0 0 1 0 0,0 0 0 0 0,-1 1-1 0 0,0 0 1 0 0,0 0-1 0 0,-1 0 1 0 0,0 0 0 0 0,-10-10-1 0 0,12 14-138 0 0,-1-1-1 0 0,0 1 1 0 0,0 0-1 0 0,0 1 1 0 0,0-1-1 0 0,-1 1 1 0 0,1-1-1 0 0,-1 1 1 0 0,0 1-1 0 0,0-1 1 0 0,0 1-1 0 0,-1 0 1 0 0,1 0-1 0 0,0 0 1 0 0,-1 1-1 0 0,1-1 1 0 0,-1 1-1 0 0,1 1 1 0 0,-1-1-1 0 0,0 1 1 0 0,1 0-1 0 0,-1 0 1 0 0,-5 2-1 0 0,-8 3-5908 0 0</inkml:trace>
</inkml:ink>
</file>

<file path=ppt/ink/ink16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53.827"/>
    </inkml:context>
    <inkml:brush xml:id="br0">
      <inkml:brushProperty name="width" value="0.1" units="cm"/>
      <inkml:brushProperty name="height" value="0.1" units="cm"/>
      <inkml:brushProperty name="color" value="#004F8B"/>
    </inkml:brush>
  </inkml:definitions>
  <inkml:trace contextRef="#ctx0" brushRef="#br0">0 21 9218 0 0,'0'-1'94'0'0,"0"0"0"0"0,0 0 1 0 0,0 0-1 0 0,1 0 0 0 0,-1 1 0 0 0,0-1 1 0 0,0 0-1 0 0,0 0 0 0 0,0 0 0 0 0,1 1 0 0 0,-1-1 1 0 0,0 0-1 0 0,1 0 0 0 0,-1 1 0 0 0,1-1 1 0 0,-1 0-1 0 0,1 1 0 0 0,-1-1 0 0 0,1 1 1 0 0,-1-1-1 0 0,1 0 0 0 0,0 1 0 0 0,-1-1 0 0 0,1 1 1 0 0,0 0-1 0 0,-1-1 0 0 0,1 1 0 0 0,0-1 1 0 0,0 1-1 0 0,-1 0 0 0 0,1 0 0 0 0,0-1 1 0 0,0 1-1 0 0,0 0 0 0 0,-1 0 0 0 0,3 0 0 0 0,-2 1 144 0 0,0 0 0 0 0,0-1 0 0 0,1 1-1 0 0,-1 0 1 0 0,0 0 0 0 0,0 0 0 0 0,0 0-1 0 0,0 1 1 0 0,0-1 0 0 0,0 0 0 0 0,-1 0-1 0 0,1 1 1 0 0,0-1 0 0 0,-1 0 0 0 0,1 1-1 0 0,-1-1 1 0 0,1 0 0 0 0,-1 1 0 0 0,1-1-1 0 0,-1 3 1 0 0,7 39 1634 0 0,2 88 0 0 0,-9-92-1832 0 0,3 0 1 0 0,1 0 0 0 0,10 45-1 0 0,14 0-3823 0 0,-16-59-2787 0 0</inkml:trace>
</inkml:ink>
</file>

<file path=ppt/ink/ink16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54.016"/>
    </inkml:context>
    <inkml:brush xml:id="br0">
      <inkml:brushProperty name="width" value="0.1" units="cm"/>
      <inkml:brushProperty name="height" value="0.1" units="cm"/>
      <inkml:brushProperty name="color" value="#004F8B"/>
    </inkml:brush>
  </inkml:definitions>
  <inkml:trace contextRef="#ctx0" brushRef="#br0">9 126 11058 0 0,'-1'0'56'0'0,"1"-1"0"0"0,-1 0 0 0 0,0 0 0 0 0,0 1 0 0 0,1-1 0 0 0,-1 0 0 0 0,1 0 0 0 0,-1 0 0 0 0,1 0 0 0 0,-1 0 0 0 0,1 0 0 0 0,-1 0 0 0 0,1 0 0 0 0,0 0 0 0 0,0 0 0 0 0,-1 0 0 0 0,1 0 0 0 0,0 0 0 0 0,0 0 0 0 0,0 0 0 0 0,0 0 0 0 0,0-1 0 0 0,0 1 0 0 0,1-1 0 0 0,0-1 147 0 0,0 1 0 0 0,0 1 1 0 0,0-1-1 0 0,0 0 0 0 0,1 0 1 0 0,-1 0-1 0 0,0 1 0 0 0,1-1 0 0 0,0 0 1 0 0,-1 1-1 0 0,4-3 0 0 0,2-1 355 0 0,1 1 0 0 0,0-1 0 0 0,0 1-1 0 0,0 0 1 0 0,11-3 0 0 0,142-34-4586 0 0,-131 35 3679 0 0</inkml:trace>
</inkml:ink>
</file>

<file path=ppt/ink/ink16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54.810"/>
    </inkml:context>
    <inkml:brush xml:id="br0">
      <inkml:brushProperty name="width" value="0.1" units="cm"/>
      <inkml:brushProperty name="height" value="0.1" units="cm"/>
      <inkml:brushProperty name="color" value="#004F8B"/>
    </inkml:brush>
  </inkml:definitions>
  <inkml:trace contextRef="#ctx0" brushRef="#br0">38 15 3225 0 0,'-12'-6'-214'0'0,"11"5"635"0"0,0 0 0 0 0,-1 0 0 0 0,1 0 0 0 0,-1 0 0 0 0,1 1 1 0 0,-1-1-1 0 0,1 0 0 0 0,-1 1 0 0 0,0 0 0 0 0,1-1 0 0 0,-1 1 0 0 0,-3 0 0 0 0,5 1-224 0 0,-1 0 0 0 0,1 0 0 0 0,-1 0 0 0 0,1 0 0 0 0,0 1-1 0 0,0-1 1 0 0,-1 0 0 0 0,1 0 0 0 0,0 1 0 0 0,0-1 0 0 0,0 0 0 0 0,0 0 0 0 0,1 1 0 0 0,-1-1 0 0 0,0 0 0 0 0,0 0 0 0 0,1 1 0 0 0,-1-1 0 0 0,1 0 0 0 0,-1 0-1 0 0,2 2 1 0 0,16 78 1945 0 0,-15-57-1914 0 0,2 0 0 0 0,14 38 0 0 0,-19-62-228 0 0,0 1 0 0 0,0 0 0 0 0,0 0 0 0 0,1 0-1 0 0,-1-1 1 0 0,0 1 0 0 0,1 0 0 0 0,-1 0 0 0 0,1-1 0 0 0,-1 1-1 0 0,1 0 1 0 0,-1-1 0 0 0,1 1 0 0 0,0 0 0 0 0,-1-1 0 0 0,1 1-1 0 0,0-1 1 0 0,-1 1 0 0 0,1-1 0 0 0,0 1 0 0 0,0-1 0 0 0,-1 0-1 0 0,1 1 1 0 0,0-1 0 0 0,0 0 0 0 0,0 0 0 0 0,-1 1 0 0 0,3-1-1 0 0,-2 0-7 0 0,1-1-1 0 0,-1 1 1 0 0,1-1-1 0 0,-1 0 1 0 0,1 1-1 0 0,-1-1 1 0 0,0 0 0 0 0,1 0-1 0 0,-1 0 1 0 0,0 0-1 0 0,0 0 1 0 0,1 0-1 0 0,-1 0 1 0 0,1-2-1 0 0,4-4-17 0 0,-1 0 0 0 0,0-1-1 0 0,9-16 1 0 0,1-15 430 0 0,-9 22-25 0 0,1 0 0 0 0,8-15-1 0 0,-13 28-239 0 0,0 1-1 0 0,0 0 1 0 0,0 0-1 0 0,0 0 1 0 0,1 0-1 0 0,-1 0 1 0 0,1 0 0 0 0,-1 1-1 0 0,1-1 1 0 0,0 1-1 0 0,0 0 1 0 0,0 0-1 0 0,1 0 1 0 0,-1 0-1 0 0,5-1 1 0 0,-7 2-103 0 0,1 1 1 0 0,0-1 0 0 0,0 1-1 0 0,-1 0 1 0 0,1-1-1 0 0,0 1 1 0 0,0 0-1 0 0,0 0 1 0 0,-1 1 0 0 0,1-1-1 0 0,0 0 1 0 0,0 0-1 0 0,-1 1 1 0 0,1-1 0 0 0,0 1-1 0 0,-1 0 1 0 0,1-1-1 0 0,0 1 1 0 0,-1 0-1 0 0,3 1 1 0 0,-2 1 12 0 0,1-1-1 0 0,0 1 1 0 0,-1-1 0 0 0,0 1-1 0 0,1 0 1 0 0,-1 0 0 0 0,0 0-1 0 0,-1 0 1 0 0,3 6 0 0 0,2 5 108 0 0,-1 1-1 0 0,-1 0 1 0 0,4 25 0 0 0,-7-34-93 0 0,7 54 85 0 0,-7-44-534 0 0,0 0 0 0 0,2 0-1 0 0,0 0 1 0 0,0 0 0 0 0,2-1-1 0 0,0 0 1 0 0,10 22 0 0 0,-3-18-6245 0 0</inkml:trace>
</inkml:ink>
</file>

<file path=ppt/ink/ink16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55.114"/>
    </inkml:context>
    <inkml:brush xml:id="br0">
      <inkml:brushProperty name="width" value="0.1" units="cm"/>
      <inkml:brushProperty name="height" value="0.1" units="cm"/>
      <inkml:brushProperty name="color" value="#004F8B"/>
    </inkml:brush>
  </inkml:definitions>
  <inkml:trace contextRef="#ctx0" brushRef="#br0">30 167 6449 0 0,'-2'-27'4830'0'0,"0"44"-1762"0"0,2-7-2807 0 0,0 0 0 0 0,1-1 0 0 0,0 1 0 0 0,0 0 0 0 0,1 0 0 0 0,1-1 0 0 0,-1 1 0 0 0,2-1 0 0 0,-1 0 0 0 0,7 12 0 0 0,-8-17-207 0 0,0 0 0 0 0,1 0-1 0 0,-1 0 1 0 0,1-1 0 0 0,0 1 0 0 0,0-1 0 0 0,0 1 0 0 0,0-1-1 0 0,1 0 1 0 0,-1 0 0 0 0,1 0 0 0 0,0-1 0 0 0,0 1 0 0 0,0-1 0 0 0,0 0-1 0 0,0 0 1 0 0,0-1 0 0 0,1 1 0 0 0,-1-1 0 0 0,1 0 0 0 0,-1 0-1 0 0,1 0 1 0 0,-1-1 0 0 0,10 1 0 0 0,-12-1-36 0 0,1-1 1 0 0,-1 1-1 0 0,1-1 1 0 0,-1 0-1 0 0,1 1 1 0 0,-1-1-1 0 0,0 0 1 0 0,0 0-1 0 0,1-1 1 0 0,-1 1-1 0 0,0 0 0 0 0,0-1 1 0 0,0 1-1 0 0,0-1 1 0 0,0 0-1 0 0,-1 0 1 0 0,1 1-1 0 0,0-1 1 0 0,-1 0-1 0 0,0-1 1 0 0,1 1-1 0 0,-1 0 1 0 0,0 0-1 0 0,0 0 0 0 0,0-1 1 0 0,0 1-1 0 0,-1 0 1 0 0,1-1-1 0 0,0 1 1 0 0,-1-1-1 0 0,0 1 1 0 0,0-1-1 0 0,0 1 1 0 0,0-3-1 0 0,0-5 89 0 0,0 0 0 0 0,0 0 0 0 0,-1 0 0 0 0,-1 1 0 0 0,0-1 0 0 0,0 1 0 0 0,-5-14 0 0 0,-1 4-10 0 0,0 1 0 0 0,-1 1 0 0 0,-1-1 0 0 0,-13-15 0 0 0,18 26-178 0 0,0 0 1 0 0,-1 0 0 0 0,0 1-1 0 0,0 0 1 0 0,-1 0 0 0 0,0 0-1 0 0,0 1 1 0 0,0 0 0 0 0,0 0-1 0 0,-1 1 1 0 0,-12-5 0 0 0,18 8-14 0 0,1 1-1 0 0,-1-1 1 0 0,1 1 0 0 0,-1-1-1 0 0,0 1 1 0 0,1 0 0 0 0,-1 0 0 0 0,0 0-1 0 0,1 0 1 0 0,-1 0 0 0 0,0 0-1 0 0,1 0 1 0 0,-1 1 0 0 0,0-1 0 0 0,1 0-1 0 0,-1 1 1 0 0,1 0 0 0 0,-1-1-1 0 0,-1 2 1 0 0,-5 5-907 0 0</inkml:trace>
</inkml:ink>
</file>

<file path=ppt/ink/ink16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55.460"/>
    </inkml:context>
    <inkml:brush xml:id="br0">
      <inkml:brushProperty name="width" value="0.1" units="cm"/>
      <inkml:brushProperty name="height" value="0.1" units="cm"/>
      <inkml:brushProperty name="color" value="#004F8B"/>
    </inkml:brush>
  </inkml:definitions>
  <inkml:trace contextRef="#ctx0" brushRef="#br0">57 64 920 0 0,'-12'-24'4336'0'0,"0"-3"14"0"0,12 26-4158 0 0,0 0 0 0 0,-1 1-1 0 0,1-1 1 0 0,-1 0 0 0 0,0 0 0 0 0,1 0-1 0 0,-1 1 1 0 0,0-1 0 0 0,1 0 0 0 0,-1 1-1 0 0,0-1 1 0 0,0 1 0 0 0,0-1-1 0 0,0 1 1 0 0,1-1 0 0 0,-1 1 0 0 0,0 0-1 0 0,0-1 1 0 0,0 1 0 0 0,0 0 0 0 0,-2-1-1 0 0,3 1-116 0 0,-1 0-1 0 0,0 1 1 0 0,0-1-1 0 0,1 0 1 0 0,-1 0-1 0 0,0 1 1 0 0,1-1-1 0 0,-1 0 1 0 0,0 1-1 0 0,1-1 1 0 0,-1 0 0 0 0,0 1-1 0 0,1-1 1 0 0,-1 1-1 0 0,1-1 1 0 0,-1 1-1 0 0,1-1 1 0 0,-1 1-1 0 0,1 0 1 0 0,0-1-1 0 0,-1 1 1 0 0,1 0-1 0 0,0-1 1 0 0,-1 1-1 0 0,1 0 1 0 0,0-1-1 0 0,0 1 1 0 0,-1 0-1 0 0,1 0 1 0 0,0-1-1 0 0,0 1 1 0 0,0 0-1 0 0,0 0 1 0 0,0-1-1 0 0,0 1 1 0 0,0 0-1 0 0,1 1 1 0 0,5 27 2257 0 0,-1-13-2119 0 0,0-1 1 0 0,-1 1-1 0 0,-1 0 1 0 0,0 1-1 0 0,-1-1 1 0 0,-1 0-1 0 0,0 1 1 0 0,-3 18-1 0 0,3 30-110 0 0,1-43-574 0 0,5 55 1070 0 0,6-29-7568 0 0</inkml:trace>
</inkml:ink>
</file>

<file path=ppt/ink/ink16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55.635"/>
    </inkml:context>
    <inkml:brush xml:id="br0">
      <inkml:brushProperty name="width" value="0.1" units="cm"/>
      <inkml:brushProperty name="height" value="0.1" units="cm"/>
      <inkml:brushProperty name="color" value="#004F8B"/>
    </inkml:brush>
  </inkml:definitions>
  <inkml:trace contextRef="#ctx0" brushRef="#br0">30 3 10138 0 0,'-4'-2'1096'0'0,"2"2"-1096"0"0,2 1 0 0 0,-1 2 0 0 0,-1 0 224 0 0,1 2 16 0 0,0 5 9 0 0,-3 2-1 0 0,-1 4-552 0 0,1 3-113 0 0,2 1-15 0 0,-1 0-8 0 0,4-1 336 0 0,3-1 104 0 0,5-3 0 0 0</inkml:trace>
</inkml:ink>
</file>

<file path=ppt/ink/ink16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55.935"/>
    </inkml:context>
    <inkml:brush xml:id="br0">
      <inkml:brushProperty name="width" value="0.1" units="cm"/>
      <inkml:brushProperty name="height" value="0.1" units="cm"/>
      <inkml:brushProperty name="color" value="#004F8B"/>
    </inkml:brush>
  </inkml:definitions>
  <inkml:trace contextRef="#ctx0" brushRef="#br0">128 17 5985 0 0,'21'-16'6198'0'0,"-32"28"-1492"0"0,-3 4-4365 0 0,-2 0 434 0 0,2 0 0 0 0,-17 24 1 0 0,29-37-692 0 0,-1 1 0 0 0,1-1 0 0 0,0 1 0 0 0,0 0 0 0 0,0 0 0 0 0,1 0 0 0 0,-1 0 0 0 0,1 0 0 0 0,0 0 0 0 0,0 0 0 0 0,0 1 0 0 0,1-1 0 0 0,0 0 0 0 0,-1 0 0 0 0,1 1 0 0 0,1-1 0 0 0,1 9 1 0 0,0-8-142 0 0,2 0 1 0 0,-1 1-1 0 0,0-1 1 0 0,1-1-1 0 0,0 1 1 0 0,0-1-1 0 0,1 1 1 0 0,-1-1-1 0 0,1 0 1 0 0,0-1-1 0 0,0 1 1 0 0,7 3 0 0 0,18 16-216 0 0,-27-21 234 0 0,0 0-1 0 0,0 0 1 0 0,-1 1 0 0 0,1-1 0 0 0,-1 1-1 0 0,0 0 1 0 0,0 0 0 0 0,0 0-1 0 0,0 0 1 0 0,0 0 0 0 0,-1 0 0 0 0,1 0-1 0 0,-1 1 1 0 0,0-1 0 0 0,0 0-1 0 0,0 1 1 0 0,-1-1 0 0 0,1 1 0 0 0,-1 6-1 0 0,0-6 0 0 0,-2 0 0 0 0,1 0 0 0 0,0 0 0 0 0,-1 0 0 0 0,0-1 0 0 0,1 1 0 0 0,-1 0 0 0 0,-1-1 0 0 0,1 0 0 0 0,-1 1 0 0 0,1-1 0 0 0,-1 0 0 0 0,0 0-1 0 0,0 0 1 0 0,0-1 0 0 0,-7 5 0 0 0,1-1-406 0 0,0-1-1 0 0,-1 0 0 0 0,1 0 1 0 0,-1-1-1 0 0,0 0 0 0 0,0-1 0 0 0,0 0 1 0 0,-1-1-1 0 0,-13 2 0 0 0,11-1-4736 0 0</inkml:trace>
</inkml:ink>
</file>

<file path=ppt/ink/ink16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56.266"/>
    </inkml:context>
    <inkml:brush xml:id="br0">
      <inkml:brushProperty name="width" value="0.1" units="cm"/>
      <inkml:brushProperty name="height" value="0.1" units="cm"/>
      <inkml:brushProperty name="color" value="#004F8B"/>
    </inkml:brush>
  </inkml:definitions>
  <inkml:trace contextRef="#ctx0" brushRef="#br0">0 293 4609 0 0,'14'-4'992'0'0,"-1"0"1"0"0,0-1-1 0 0,0 0 1 0 0,0-1-1 0 0,-1 0 1 0 0,0-1-1 0 0,19-15 1 0 0,-27 19-680 0 0,0 0 1 0 0,0-1-1 0 0,-1 0 1 0 0,0 0 0 0 0,0 0-1 0 0,0 0 1 0 0,0 0-1 0 0,0-1 1 0 0,-1 1 0 0 0,0-1-1 0 0,0 1 1 0 0,0-1-1 0 0,-1 0 1 0 0,1 0-1 0 0,-1 0 1 0 0,0 0 0 0 0,-1 0-1 0 0,1 0 1 0 0,-1 0-1 0 0,0 0 1 0 0,0 0 0 0 0,-1 0-1 0 0,1 0 1 0 0,-2-5-1 0 0,0-2-306 0 0,-1 1 1 0 0,0 0-1 0 0,0 0 0 0 0,-1 0 0 0 0,-1 0 0 0 0,0 1 0 0 0,0 0 0 0 0,-12-17 0 0 0,17 27-6 0 0,0 0 0 0 0,0 0-1 0 0,0 0 1 0 0,0 0 0 0 0,0 0 0 0 0,0-1-1 0 0,-1 1 1 0 0,1 0 0 0 0,0 0-1 0 0,0 0 1 0 0,0 0 0 0 0,0 0-1 0 0,-1 0 1 0 0,1 0 0 0 0,0 0 0 0 0,0-1-1 0 0,0 1 1 0 0,0 0 0 0 0,-1 0-1 0 0,1 0 1 0 0,0 0 0 0 0,0 0-1 0 0,0 0 1 0 0,-1 0 0 0 0,1 0 0 0 0,0 0-1 0 0,0 0 1 0 0,0 0 0 0 0,-1 0-1 0 0,1 0 1 0 0,0 1 0 0 0,0-1-1 0 0,0 0 1 0 0,0 0 0 0 0,-1 0 0 0 0,1 0-1 0 0,0 0 1 0 0,0 0 0 0 0,0 0-1 0 0,0 0 1 0 0,-1 1 0 0 0,1-1-1 0 0,0 0 1 0 0,0 0 0 0 0,0 0 0 0 0,0 0-1 0 0,0 0 1 0 0,0 1 0 0 0,-7 14 76 0 0,1 16 59 0 0,5-22-167 0 0,-3 22 128 0 0,1 1-1 0 0,2 0 1 0 0,2 35-1 0 0,0-59-205 0 0,0 0-1 0 0,0 1 1 0 0,1-1 0 0 0,0 0-1 0 0,0 0 1 0 0,1-1-1 0 0,0 1 1 0 0,0 0-1 0 0,1-1 1 0 0,0 0-1 0 0,0 0 1 0 0,1 0 0 0 0,0 0-1 0 0,0-1 1 0 0,1 0-1 0 0,-1 0 1 0 0,10 7-1 0 0,5 0-6748 0 0</inkml:trace>
</inkml:ink>
</file>

<file path=ppt/ink/ink16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56.664"/>
    </inkml:context>
    <inkml:brush xml:id="br0">
      <inkml:brushProperty name="width" value="0.1" units="cm"/>
      <inkml:brushProperty name="height" value="0.1" units="cm"/>
      <inkml:brushProperty name="color" value="#004F8B"/>
    </inkml:brush>
  </inkml:definitions>
  <inkml:trace contextRef="#ctx0" brushRef="#br0">0 82 1840 0 0,'36'-9'3976'0'0,"74"-9"781"0"0,141-16 3030 0 0,-221 32-7838 0 0,49-5 547 0 0,-29-4-6865 0 0</inkml:trace>
</inkml:ink>
</file>

<file path=ppt/ink/ink16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56.904"/>
    </inkml:context>
    <inkml:brush xml:id="br0">
      <inkml:brushProperty name="width" value="0.1" units="cm"/>
      <inkml:brushProperty name="height" value="0.1" units="cm"/>
      <inkml:brushProperty name="color" value="#004F8B"/>
    </inkml:brush>
  </inkml:definitions>
  <inkml:trace contextRef="#ctx0" brushRef="#br0">26 5 5985 0 0,'0'-1'145'0'0,"-1"1"0"0"0,0-1 0 0 0,1 1 0 0 0,-1 0 0 0 0,0-1 0 0 0,1 1 0 0 0,-1 0 0 0 0,0 0 0 0 0,0-1 0 0 0,1 1 0 0 0,-1 0-1 0 0,0 0 1 0 0,0 0 0 0 0,1 0 0 0 0,-1 0 0 0 0,0 0 0 0 0,0 0 0 0 0,1 0 0 0 0,-1 0 0 0 0,0 1 0 0 0,0-1 0 0 0,1 0 0 0 0,-1 0 0 0 0,0 1 0 0 0,1-1-1 0 0,-1 0 1 0 0,0 1 0 0 0,1-1 0 0 0,-1 1 0 0 0,0-1 0 0 0,1 1 0 0 0,-2 0 0 0 0,2 1 308 0 0,-1 1 0 0 0,1-1 0 0 0,0 1 0 0 0,0-1 0 0 0,0 1 0 0 0,0-1 0 0 0,0 1 0 0 0,1-1 0 0 0,-1 0 0 0 0,1 3 0 0 0,12 78 3954 0 0,0 43-2651 0 0,-12-103-1791 0 0,1 0-1 0 0,1 0 1 0 0,1 0 0 0 0,1 0-1 0 0,14 39 1 0 0,-11-44-783 0 0</inkml:trace>
</inkml:ink>
</file>

<file path=ppt/ink/ink16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57.459"/>
    </inkml:context>
    <inkml:brush xml:id="br0">
      <inkml:brushProperty name="width" value="0.1" units="cm"/>
      <inkml:brushProperty name="height" value="0.1" units="cm"/>
      <inkml:brushProperty name="color" value="#004F8B"/>
    </inkml:brush>
  </inkml:definitions>
  <inkml:trace contextRef="#ctx0" brushRef="#br0">200 54 7834 0 0,'0'-2'148'0'0,"0"-1"1"0"0,-1 1-1 0 0,1-1 0 0 0,-1 1 1 0 0,1 0-1 0 0,-1 0 1 0 0,0-1-1 0 0,0 1 1 0 0,0 0-1 0 0,0 0 1 0 0,0 0-1 0 0,0 0 1 0 0,0 0-1 0 0,-1 0 0 0 0,1 0 1 0 0,-1 0-1 0 0,0 1 1 0 0,1-1-1 0 0,-1 1 1 0 0,0-1-1 0 0,0 1 1 0 0,0-1-1 0 0,0 1 1 0 0,0 0-1 0 0,0 0 0 0 0,0 0 1 0 0,-1 0-1 0 0,1 1 1 0 0,0-1-1 0 0,0 0 1 0 0,-1 1-1 0 0,1 0 1 0 0,-1 0-1 0 0,1-1 0 0 0,0 1 1 0 0,-1 0-1 0 0,1 1 1 0 0,0-1-1 0 0,-1 0 1 0 0,1 1-1 0 0,0-1 1 0 0,-1 1-1 0 0,1 0 1 0 0,0 0-1 0 0,0 0 0 0 0,0 0 1 0 0,0 0-1 0 0,0 0 1 0 0,0 1-1 0 0,0-1 1 0 0,0 1-1 0 0,0-1 1 0 0,-2 3-1 0 0,-8 9 55 0 0,0 1-1 0 0,0 0 1 0 0,2 0 0 0 0,-1 1 0 0 0,-7 16-1 0 0,14-23-186 0 0,0 0 1 0 0,0 0-1 0 0,1 0 0 0 0,0 1 0 0 0,0-1 0 0 0,1 1 0 0 0,0-1 0 0 0,0 1 0 0 0,1 0 0 0 0,1 0 0 0 0,-1-1 1 0 0,2 12-1 0 0,-1-16-22 0 0,1-1 0 0 0,0 1 1 0 0,0-1-1 0 0,0 1 1 0 0,0 0-1 0 0,0-1 0 0 0,1 0 1 0 0,0 1-1 0 0,0-1 0 0 0,0 0 1 0 0,0 0-1 0 0,0 0 1 0 0,0 0-1 0 0,1 0 0 0 0,0-1 1 0 0,-1 1-1 0 0,1-1 0 0 0,0 1 1 0 0,0-1-1 0 0,0 0 1 0 0,1 0-1 0 0,-1-1 0 0 0,0 1 1 0 0,1-1-1 0 0,-1 1 0 0 0,1-1 1 0 0,-1 0-1 0 0,1 0 1 0 0,0-1-1 0 0,-1 1 0 0 0,1-1 1 0 0,0 0-1 0 0,0 0 0 0 0,-1 0 1 0 0,6-1-1 0 0,2 0-6 0 0,-1 0 1 0 0,0-1-1 0 0,0-1 0 0 0,0 1 0 0 0,0-2 0 0 0,-1 1 1 0 0,1-1-1 0 0,-1-1 0 0 0,0 0 0 0 0,0 0 0 0 0,15-12 1 0 0,-20 12-40 0 0,0 1 0 0 0,0-1 0 0 0,0 0 0 0 0,-1 0 0 0 0,0 0 1 0 0,0 0-1 0 0,0-1 0 0 0,-1 1 0 0 0,1-1 0 0 0,-1 0 0 0 0,-1 0 1 0 0,1 0-1 0 0,-1 0 0 0 0,0 0 0 0 0,0 0 0 0 0,-1 0 1 0 0,0 0-1 0 0,0 0 0 0 0,0 0 0 0 0,-1 0 0 0 0,0 0 0 0 0,0 0 1 0 0,0 0-1 0 0,-4-8 0 0 0,4 10-152 0 0,0-1 1 0 0,-1 1-1 0 0,0 0 1 0 0,0 0-1 0 0,0 0 1 0 0,0 0-1 0 0,0 0 1 0 0,-1 1 0 0 0,0-1-1 0 0,0 1 1 0 0,0-1-1 0 0,0 1 1 0 0,0 0-1 0 0,-1 0 1 0 0,1 0-1 0 0,-1 1 1 0 0,0 0-1 0 0,0-1 1 0 0,0 1-1 0 0,0 0 1 0 0,0 1-1 0 0,0-1 1 0 0,-1 1-1 0 0,1 0 1 0 0,0 0-1 0 0,-1 0 1 0 0,1 0-1 0 0,-1 1 1 0 0,1 0-1 0 0,-1 0 1 0 0,1 0-1 0 0,-1 1 1 0 0,-5 0 0 0 0,-24 8-1488 0 0,22-6 1564 0 0</inkml:trace>
</inkml:ink>
</file>

<file path=ppt/ink/ink16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57.871"/>
    </inkml:context>
    <inkml:brush xml:id="br0">
      <inkml:brushProperty name="width" value="0.1" units="cm"/>
      <inkml:brushProperty name="height" value="0.1" units="cm"/>
      <inkml:brushProperty name="color" value="#004F8B"/>
    </inkml:brush>
  </inkml:definitions>
  <inkml:trace contextRef="#ctx0" brushRef="#br0">9 108 2304 0 0,'29'1'19821'0'0,"-28"-1"-19811"0"0,1-1 0 0 0,-1 0 1 0 0,0 0-1 0 0,0 0 0 0 0,0 0 0 0 0,1 0 1 0 0,-1 0-1 0 0,0 0 0 0 0,-1-1 0 0 0,1 1 1 0 0,0 0-1 0 0,0 0 0 0 0,0-1 0 0 0,-1 1 1 0 0,1-1-1 0 0,-1 1 0 0 0,1-1 0 0 0,-1 1 1 0 0,1-1-1 0 0,-1 1 0 0 0,0-1 1 0 0,0 1-1 0 0,0-1 0 0 0,0 1 0 0 0,0-1 1 0 0,0 1-1 0 0,0-1 0 0 0,0 1 0 0 0,-1-1 1 0 0,1 1-1 0 0,0-1 0 0 0,-1 1 0 0 0,0-1 1 0 0,1 1-1 0 0,-1 0 0 0 0,0-1 0 0 0,1 1 1 0 0,-1 0-1 0 0,0 0 0 0 0,0-1 1 0 0,0 1-1 0 0,0 0 0 0 0,0 0 0 0 0,-1 0 1 0 0,-1-1-1 0 0,2 0-5 0 0,-1 0 0 0 0,1 0 1 0 0,0 0-1 0 0,-1 0 0 0 0,1 0 1 0 0,0 0-1 0 0,0-1 0 0 0,1 1 1 0 0,-1 0-1 0 0,0 0 0 0 0,1-1 0 0 0,-1-3 1 0 0,-3-10 0 0 0,0 16 206 0 0,-3 18-43 0 0,3 7-291 0 0,0 0 1 0 0,2 1-1 0 0,0-1 0 0 0,2 1 1 0 0,1-1-1 0 0,1 1 1 0 0,1-1-1 0 0,1 0 0 0 0,1 0 1 0 0,2 0-1 0 0,0-1 0 0 0,2 0 1 0 0,0 0-1 0 0,18 31 1 0 0,-10-30-7497 0 0</inkml:trace>
</inkml:ink>
</file>

<file path=ppt/ink/ink17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58.349"/>
    </inkml:context>
    <inkml:brush xml:id="br0">
      <inkml:brushProperty name="width" value="0.1" units="cm"/>
      <inkml:brushProperty name="height" value="0.1" units="cm"/>
      <inkml:brushProperty name="color" value="#004F8B"/>
    </inkml:brush>
  </inkml:definitions>
  <inkml:trace contextRef="#ctx0" brushRef="#br0">1 342 4145 0 0,'2'-4'147'0'0,"0"0"0"0"0,0 0-1 0 0,1 1 1 0 0,-1-1 0 0 0,1 1 0 0 0,0 0 0 0 0,0 0-1 0 0,0 0 1 0 0,1 0 0 0 0,-1 1 0 0 0,1-1 0 0 0,4-2-1 0 0,54-25 2124 0 0,-38 19-1599 0 0,34-18-246 0 0,-1-4 0 0 0,-1-1 0 0 0,-2-3-1 0 0,86-77 1 0 0,-125 105 1622 0 0,-15 9-1980 0 0,0 0 1 0 0,0 0 0 0 0,1 0-1 0 0,-1 0 1 0 0,0 0 0 0 0,0 0-1 0 0,1 0 1 0 0,-1 0 0 0 0,0 0 0 0 0,1 0-1 0 0,-1 0 1 0 0,0 0 0 0 0,0 0-1 0 0,1 0 1 0 0,-1 0 0 0 0,0 0-1 0 0,0 1 1 0 0,1-1 0 0 0,-1 0-1 0 0,0 0 1 0 0,0 0 0 0 0,0 0-1 0 0,1 1 1 0 0,-1-1 0 0 0,0 0-1 0 0,0 0 1 0 0,0 0 0 0 0,0 1-1 0 0,0-1 1 0 0,1 0 0 0 0,-1 1 0 0 0,2 29 3004 0 0,-3-14-2978 0 0,2 3 5 0 0,1 19 365 0 0,5 36 0 0 0,-5-64-402 0 0,-1-1-1 0 0,2 0 1 0 0,-1 0 0 0 0,1 1-1 0 0,1-2 1 0 0,-1 1-1 0 0,2 0 1 0 0,-1-1 0 0 0,8 11-1 0 0,-11-18-84 0 0,0 0-1 0 0,-1 0 0 0 0,1-1 0 0 0,0 1 1 0 0,-1 0-1 0 0,1-1 0 0 0,0 1 1 0 0,0-1-1 0 0,0 1 0 0 0,0-1 0 0 0,-1 1 1 0 0,1-1-1 0 0,0 1 0 0 0,0-1 1 0 0,0 0-1 0 0,0 0 0 0 0,0 1 0 0 0,0-1 1 0 0,0 0-1 0 0,0 0 0 0 0,0 0 1 0 0,0 0-1 0 0,0 0 0 0 0,0 0 0 0 0,0-1 1 0 0,0 1-1 0 0,0 0 0 0 0,0 0 1 0 0,0-1-1 0 0,0 1 0 0 0,0 0 0 0 0,-1-1 1 0 0,1 1-1 0 0,0-1 0 0 0,0 1 1 0 0,0-1-1 0 0,-1 0 0 0 0,1 1 0 0 0,0-1 1 0 0,0 0-1 0 0,-1 1 0 0 0,1-1 1 0 0,-1 0-1 0 0,1 0 0 0 0,0-1 0 0 0,5-6-320 0 0,0 0 0 0 0,-1 0-1 0 0,7-14 1 0 0,-9 15 284 0 0,14-26 247 0 0,-12 21-16 0 0,1 1 0 0 0,-1-1 0 0 0,2 1 0 0 0,-1 0 0 0 0,2 1 0 0 0,-1 0 0 0 0,2 0 0 0 0,-1 0 0 0 0,16-12 1 0 0,-23 21-150 0 0,1 0 1 0 0,-1 0 0 0 0,1 0-1 0 0,-1 0 1 0 0,1 1 0 0 0,-1-1-1 0 0,1 0 1 0 0,-1 1 0 0 0,1-1-1 0 0,0 1 1 0 0,0-1 0 0 0,-1 1-1 0 0,1 0 1 0 0,0 0 0 0 0,0 0-1 0 0,-1 0 1 0 0,1 0 0 0 0,0 0-1 0 0,-1 0 1 0 0,1 0 0 0 0,0 1-1 0 0,2 0 1 0 0,-2 0 35 0 0,0 1 0 0 0,0-1 0 0 0,0 1 0 0 0,0-1 0 0 0,0 1 0 0 0,-1 0 0 0 0,1-1 0 0 0,-1 1-1 0 0,1 0 1 0 0,-1 0 0 0 0,1 0 0 0 0,-1 1 0 0 0,0-1 0 0 0,1 2 0 0 0,2 7 138 0 0,-1-1 0 0 0,0 1 0 0 0,-1-1 1 0 0,0 1-1 0 0,1 19 0 0 0,-2 16-1032 0 0,-1-27-487 0 0,0 1 1 0 0,1-1-1 0 0,5 24 0 0 0,-4-37 1035 0 0,-1-1 0 0 0,1 1 0 0 0,0-1 1 0 0,0 0-1 0 0,0 0 0 0 0,1 1 0 0 0,0-2 0 0 0,0 1 0 0 0,0 0 0 0 0,0 0 0 0 0,1-1 0 0 0,0 0 0 0 0,0 0 1 0 0,0 0-1 0 0,8 5 0 0 0,6 3-2238 0 0</inkml:trace>
</inkml:ink>
</file>

<file path=ppt/ink/ink17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58.631"/>
    </inkml:context>
    <inkml:brush xml:id="br0">
      <inkml:brushProperty name="width" value="0.1" units="cm"/>
      <inkml:brushProperty name="height" value="0.1" units="cm"/>
      <inkml:brushProperty name="color" value="#004F8B"/>
    </inkml:brush>
  </inkml:definitions>
  <inkml:trace contextRef="#ctx0" brushRef="#br0">43 239 6449 0 0,'4'-12'9210'0'0,"-3"12"-8954"0"0,21-20 1956 0 0,-16 16-2067 0 0,-1-1 0 0 0,1 0 0 0 0,-1 0 0 0 0,7-9 0 0 0,-9 7-78 0 0,0 1 0 0 0,0-1-1 0 0,-1 0 1 0 0,0 0 0 0 0,-1 0 0 0 0,1 0 0 0 0,-1 0-1 0 0,-1 0 1 0 0,1-1 0 0 0,-2-12 0 0 0,1 16-6 0 0,0 0 0 0 0,-1-1 0 0 0,0 1 0 0 0,0 0 0 0 0,0 0 0 0 0,0-1 0 0 0,0 1 0 0 0,-1 0 0 0 0,0 0 0 0 0,0 0 1 0 0,0 1-1 0 0,0-1 0 0 0,-1 0 0 0 0,1 1 0 0 0,-1-1 0 0 0,0 1 0 0 0,0 0 0 0 0,-7-5 0 0 0,9 7-49 0 0,0 1 1 0 0,0-1-1 0 0,1 1 0 0 0,-1-1 0 0 0,0 1 1 0 0,0-1-1 0 0,-1 1 0 0 0,1 0 1 0 0,0-1-1 0 0,0 1 0 0 0,0 0 0 0 0,0 0 1 0 0,0 0-1 0 0,0 0 0 0 0,0 0 0 0 0,0 0 1 0 0,0 0-1 0 0,0 0 0 0 0,0 1 1 0 0,0-1-1 0 0,0 0 0 0 0,0 1 0 0 0,0-1 1 0 0,0 0-1 0 0,-1 2 0 0 0,-1-1 46 0 0,1 1-1 0 0,0 0 1 0 0,0 0-1 0 0,0 0 1 0 0,0 0-1 0 0,0 0 1 0 0,1 0-1 0 0,-1 1 0 0 0,-2 3 1 0 0,-1 5 141 0 0,0 0 0 0 0,1 0 0 0 0,-5 17 0 0 0,7-19-351 0 0,0-1 1 0 0,0 1 0 0 0,1 0-1 0 0,0-1 1 0 0,1 1 0 0 0,-1 0-1 0 0,2 0 1 0 0,-1-1 0 0 0,1 1-1 0 0,1 0 1 0 0,2 9-1 0 0,-2-13-75 0 0,0-1 0 0 0,0 1 1 0 0,0-1-1 0 0,0 0 0 0 0,1 0 0 0 0,0 0 0 0 0,0 0 0 0 0,0 0 0 0 0,0-1 0 0 0,0 1 0 0 0,1-1 0 0 0,0 0 0 0 0,0 0 0 0 0,0 0 0 0 0,0-1 0 0 0,0 1 0 0 0,0-1 0 0 0,0 0 0 0 0,1 0 0 0 0,-1 0 0 0 0,9 1 0 0 0,8 2-6494 0 0</inkml:trace>
</inkml:ink>
</file>

<file path=ppt/ink/ink17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59.012"/>
    </inkml:context>
    <inkml:brush xml:id="br0">
      <inkml:brushProperty name="width" value="0.1" units="cm"/>
      <inkml:brushProperty name="height" value="0.1" units="cm"/>
      <inkml:brushProperty name="color" value="#004F8B"/>
    </inkml:brush>
  </inkml:definitions>
  <inkml:trace contextRef="#ctx0" brushRef="#br0">22 141 6545 0 0,'-1'0'86'0'0,"0"0"0"0"0,0 0 0 0 0,0 0-1 0 0,1 0 1 0 0,-1 0 0 0 0,0 0-1 0 0,0 0 1 0 0,0 1 0 0 0,1-1 0 0 0,-1 0-1 0 0,0 0 1 0 0,0 1 0 0 0,1-1-1 0 0,-1 0 1 0 0,0 1 0 0 0,1-1 0 0 0,-1 1-1 0 0,0-1 1 0 0,1 1 0 0 0,-1-1 0 0 0,0 1-1 0 0,1 0 1 0 0,-1-1 0 0 0,1 1-1 0 0,0 0 1 0 0,-1-1 0 0 0,1 1 0 0 0,-1 0-1 0 0,1-1 1 0 0,0 1 0 0 0,-1 1-1 0 0,1 1 147 0 0,-1 0 0 0 0,1 0 0 0 0,0-1-1 0 0,0 1 1 0 0,1 0 0 0 0,-1 0 0 0 0,0 0-1 0 0,1 0 1 0 0,1 4 0 0 0,4 8 511 0 0,0 1 0 0 0,11 19 0 0 0,-16-33-744 0 0,42 66 1408 0 0,-34-56 3620 0 0,-13-16-4854 0 0,0-1-1 0 0,0 1 1 0 0,0-1 0 0 0,1 0-1 0 0,0 0 1 0 0,0-1-1 0 0,0 1 1 0 0,1-1 0 0 0,0 1-1 0 0,0-1 1 0 0,0 0-1 0 0,1 0 1 0 0,0 0-1 0 0,0 0 1 0 0,0 0 0 0 0,1 0-1 0 0,0 0 1 0 0,0 0-1 0 0,0 0 1 0 0,2-8-1 0 0,0 2-480 0 0,0 0-1 0 0,0 1 1 0 0,1-1-1 0 0,1 1 1 0 0,0-1-1 0 0,0 1 1 0 0,1 1-1 0 0,1-1 1 0 0,10-15-1 0 0,-6 14-952 0 0,2 0 1 0 0,-1 1-1 0 0,1 0 1 0 0,16-10-1 0 0,-24 19 1252 0 0,14-13-163 0 0</inkml:trace>
</inkml:ink>
</file>

<file path=ppt/ink/ink17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2:59.820"/>
    </inkml:context>
    <inkml:brush xml:id="br0">
      <inkml:brushProperty name="width" value="0.1" units="cm"/>
      <inkml:brushProperty name="height" value="0.1" units="cm"/>
      <inkml:brushProperty name="color" value="#004F8B"/>
    </inkml:brush>
  </inkml:definitions>
  <inkml:trace contextRef="#ctx0" brushRef="#br0">0 5 3681 0 0,'3'-4'10870'0'0,"3"14"-10446"0"0,5 7-28 0 0,-1 1-1 0 0,0 0 1 0 0,-2 1-1 0 0,0 0 1 0 0,-1 0-1 0 0,0 1 1 0 0,-2 0-1 0 0,-1 0 1 0 0,3 24 0 0 0,6 20 101 0 0,-13-64-501 0 0,0 0 0 0 0,0 0 0 0 0,0 0 0 0 0,0 1 0 0 0,0-1 0 0 0,0 0 0 0 0,0 0 0 0 0,0 1 0 0 0,0-1 0 0 0,0 0 0 0 0,0 0 0 0 0,0 0 0 0 0,0 0 0 0 0,0 1 0 0 0,1-1 0 0 0,-1 0 0 0 0,0 0 0 0 0,0 0 0 0 0,0 1 1 0 0,0-1-1 0 0,0 0 0 0 0,0 0 0 0 0,1 0 0 0 0,-1 0 0 0 0,0 0 0 0 0,0 0 0 0 0,0 1 0 0 0,1-1 0 0 0,-1 0 0 0 0,0 0 0 0 0,0 0 0 0 0,0 0 0 0 0,1 0 0 0 0,-1 0 0 0 0,0 0 0 0 0,0 0 0 0 0,0 0 0 0 0,1 0 0 0 0,-1 0 0 0 0,0 0 0 0 0,9-7-380 0 0,6-17-405 0 0,-14 23 733 0 0,24-44-747 0 0,-12 18 797 0 0,2 0 0 0 0,1 1-1 0 0,1 1 1 0 0,1 1 0 0 0,31-32 0 0 0,-48 54 61 0 0,0 1 0 0 0,1-1 0 0 0,-1 1 0 0 0,0 0 0 0 0,1 0 0 0 0,-1 0 0 0 0,1 0 0 0 0,-1 0 0 0 0,1 0 0 0 0,0 0-1 0 0,-1 0 1 0 0,1 0 0 0 0,0 1 0 0 0,-1-1 0 0 0,1 1 0 0 0,0-1 0 0 0,0 1 0 0 0,0 0 0 0 0,-1 0 0 0 0,1 0 0 0 0,0 0 0 0 0,0 0 0 0 0,0 0 0 0 0,0 0 0 0 0,-1 0 0 0 0,1 1 0 0 0,0-1 0 0 0,0 1 0 0 0,-1-1 0 0 0,1 1 0 0 0,0 0 0 0 0,-1 0 0 0 0,3 1 0 0 0,-1 2 42 0 0,1-1-1 0 0,-1 1 1 0 0,0 0-1 0 0,0 0 1 0 0,-1 0-1 0 0,1 0 1 0 0,-1 1-1 0 0,0-1 1 0 0,0 1-1 0 0,0-1 0 0 0,1 8 1 0 0,12 52 305 0 0,-3-12-1851 0 0,-2-18-3771 0 0,-3-13-790 0 0</inkml:trace>
</inkml:ink>
</file>

<file path=ppt/ink/ink17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3:00.120"/>
    </inkml:context>
    <inkml:brush xml:id="br0">
      <inkml:brushProperty name="width" value="0.1" units="cm"/>
      <inkml:brushProperty name="height" value="0.1" units="cm"/>
      <inkml:brushProperty name="color" value="#004F8B"/>
    </inkml:brush>
  </inkml:definitions>
  <inkml:trace contextRef="#ctx0" brushRef="#br0">40 49 5985 0 0,'-4'-27'1102'0'0,"-3"23"356"0"0,-6 15 15 0 0,11-8-1349 0 0,0 1 1 0 0,1-1-1 0 0,-1 0 0 0 0,0 1 1 0 0,1-1-1 0 0,0 1 0 0 0,0-1 0 0 0,0 1 1 0 0,0 0-1 0 0,0 0 0 0 0,1-1 0 0 0,0 1 1 0 0,0 0-1 0 0,0 0 0 0 0,0-1 1 0 0,0 1-1 0 0,1 0 0 0 0,0 0 0 0 0,-1-1 1 0 0,2 1-1 0 0,-1-1 0 0 0,0 1 1 0 0,1-1-1 0 0,-1 1 0 0 0,1-1 0 0 0,0 0 1 0 0,0 1-1 0 0,0-1 0 0 0,1 0 0 0 0,-1-1 1 0 0,5 5-1 0 0,-5-4-37 0 0,1-1 0 0 0,0 0 0 0 0,-1 1 0 0 0,1-1 0 0 0,0 0 0 0 0,0-1 1 0 0,0 1-1 0 0,0 0 0 0 0,0-1 0 0 0,1 0 0 0 0,-1 0 0 0 0,0 0 0 0 0,1 0 0 0 0,-1 0 0 0 0,1-1 0 0 0,-1 1 0 0 0,1-1 0 0 0,-1 0 0 0 0,1 0 0 0 0,-1 0 0 0 0,1-1 0 0 0,-1 1 1 0 0,0-1-1 0 0,1 0 0 0 0,-1 0 0 0 0,0 0 0 0 0,1 0 0 0 0,-1 0 0 0 0,0-1 0 0 0,0 0 0 0 0,0 0 0 0 0,0 1 0 0 0,0-2 0 0 0,3-1 0 0 0,-5 2-58 0 0,1-1 0 0 0,-1 1 0 0 0,1 0 0 0 0,-1 0 0 0 0,0-1 0 0 0,0 1 0 0 0,0-1 0 0 0,0 1 0 0 0,0-1 0 0 0,0 0 0 0 0,-1 1 0 0 0,1-1 0 0 0,-1 1 0 0 0,0-1 0 0 0,0 0 0 0 0,0 0 0 0 0,0 1 0 0 0,0-1 0 0 0,0 0 0 0 0,-1 1 0 0 0,0-1 1 0 0,1 1-1 0 0,-1-1 0 0 0,0 0 0 0 0,0 1 0 0 0,-2-4 0 0 0,0 0-15 0 0,1 0 0 0 0,-1 1 1 0 0,-1-1-1 0 0,1 1 1 0 0,-1-1-1 0 0,0 1 0 0 0,0 0 1 0 0,-1 0-1 0 0,1 1 0 0 0,-6-5 1 0 0,6 7-126 0 0,1 0 1 0 0,-1 0 0 0 0,1 1-1 0 0,-1-1 1 0 0,0 1 0 0 0,1 0-1 0 0,-1 0 1 0 0,0 0-1 0 0,0 0 1 0 0,0 1 0 0 0,0 0-1 0 0,0-1 1 0 0,0 2 0 0 0,0-1-1 0 0,0 0 1 0 0,-6 2-1 0 0,-4 2-993 0 0</inkml:trace>
</inkml:ink>
</file>

<file path=ppt/ink/ink17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3:00.326"/>
    </inkml:context>
    <inkml:brush xml:id="br0">
      <inkml:brushProperty name="width" value="0.1" units="cm"/>
      <inkml:brushProperty name="height" value="0.1" units="cm"/>
      <inkml:brushProperty name="color" value="#004F8B"/>
    </inkml:brush>
  </inkml:definitions>
  <inkml:trace contextRef="#ctx0" brushRef="#br0">0 2 6449 0 0,'1'0'201'0'0,"1"-1"-1"0"0,-1 1 1 0 0,0 0-1 0 0,1-1 0 0 0,-1 1 1 0 0,1 0-1 0 0,-1 0 1 0 0,0 0-1 0 0,1 0 0 0 0,-1 0 1 0 0,0 0-1 0 0,1 1 1 0 0,-1-1-1 0 0,0 0 0 0 0,1 1 1 0 0,-1-1-1 0 0,0 1 1 0 0,0-1-1 0 0,1 1 0 0 0,-1 0 1 0 0,0-1-1 0 0,0 1 1 0 0,0 0-1 0 0,0 0 0 0 0,2 1 1 0 0,-2 1 121 0 0,1-1 1 0 0,-1 1-1 0 0,1 0 0 0 0,-1-1 1 0 0,0 1-1 0 0,0 0 1 0 0,0 0-1 0 0,-1 0 1 0 0,1-1-1 0 0,-1 1 0 0 0,1 5 1 0 0,-1 8 674 0 0,0 0 1 0 0,-2-1-1 0 0,-3 23 1 0 0,5-36-954 0 0,-3 12 162 0 0,1-8-240 0 0,1 0 0 0 0,-1 0 1 0 0,1 0-1 0 0,1 0 0 0 0,-1 0 1 0 0,1 0-1 0 0,0 0 0 0 0,1 1 1 0 0,-1-1-1 0 0,1 0 0 0 0,0 0 0 0 0,4 12 1 0 0,-2-15-1021 0 0,1-1-275 0 0</inkml:trace>
</inkml:ink>
</file>

<file path=ppt/ink/ink17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3:00.471"/>
    </inkml:context>
    <inkml:brush xml:id="br0">
      <inkml:brushProperty name="width" value="0.1" units="cm"/>
      <inkml:brushProperty name="height" value="0.1" units="cm"/>
      <inkml:brushProperty name="color" value="#004F8B"/>
    </inkml:brush>
  </inkml:definitions>
  <inkml:trace contextRef="#ctx0" brushRef="#br0">22 39 5529 0 0,'-8'-15'240'0'0,"4"8"56"0"0,0 0-232 0 0,1 3-64 0 0,3 1 0 0 0,-1 0 1177 0 0,0 5-753 0 0,2 3-424 0 0,-1 2-144 0 0,1 3 0 0 0,5 14 0 0 0,-2-10 232 0 0,0-2-16 0 0</inkml:trace>
</inkml:ink>
</file>

<file path=ppt/ink/ink17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3:00.994"/>
    </inkml:context>
    <inkml:brush xml:id="br0">
      <inkml:brushProperty name="width" value="0.1" units="cm"/>
      <inkml:brushProperty name="height" value="0.1" units="cm"/>
      <inkml:brushProperty name="color" value="#004F8B"/>
    </inkml:brush>
  </inkml:definitions>
  <inkml:trace contextRef="#ctx0" brushRef="#br0">207 1 1952 0 0,'-27'13'1843'0'0,"18"-8"-1004"0"0,0 1-1 0 0,0-1 1 0 0,1 2-1 0 0,-1-1 0 0 0,2 1 1 0 0,-1 0-1 0 0,-9 12 1 0 0,10-10-371 0 0,0 0 1 0 0,0 0 0 0 0,1 0 0 0 0,1 1 0 0 0,-1 0-1 0 0,-6 18 1 0 0,11-24-408 0 0,0-1-1 0 0,1 0 1 0 0,-1 0 0 0 0,1 1-1 0 0,-1-1 1 0 0,1 1-1 0 0,0-1 1 0 0,0 0 0 0 0,0 1-1 0 0,1-1 1 0 0,-1 0-1 0 0,1 1 1 0 0,0-1-1 0 0,0 0 1 0 0,0 0 0 0 0,0 0-1 0 0,0 0 1 0 0,1 0-1 0 0,0 0 1 0 0,1 3-1 0 0,4 3 187 0 0,0-1-1 0 0,1 0 0 0 0,0-1 0 0 0,16 12 0 0 0,20 21 276 0 0,-43-39-533 0 0,0 1 1 0 0,0-1-1 0 0,0 1 1 0 0,0 0-1 0 0,0 0 1 0 0,-1-1-1 0 0,1 1 1 0 0,0 0-1 0 0,-1 0 1 0 0,1 0-1 0 0,-1 0 1 0 0,0 0-1 0 0,0 0 1 0 0,1 0-1 0 0,-1 0 1 0 0,-1 0-1 0 0,1 0 1 0 0,0-1-1 0 0,0 1 1 0 0,-1 0-1 0 0,1 0 1 0 0,-1 0-1 0 0,1 0 1 0 0,-1 0-1 0 0,0-1 1 0 0,0 1-1 0 0,0 0 1 0 0,0 0-1 0 0,0-1 1 0 0,0 1-1 0 0,-1-1 1 0 0,1 1-1 0 0,0-1 1 0 0,-3 2-1 0 0,-6 6-244 0 0,0 0-1 0 0,0-1 0 0 0,-22 14 1 0 0,24-17 151 0 0,-11 7-303 0 0,-1 0-1 0 0,-25 10 0 0 0,87-59 2326 0 0,-18 20-1618 0 0,18-13 347 0 0,60-56 0 0 0,-90 75-575 0 0,-2 0 1 0 0,1-1-1 0 0,-2 0 1 0 0,0-1-1 0 0,0 0 1 0 0,-1 0 0 0 0,-1-1-1 0 0,0 0 1 0 0,9-26-1 0 0,-16 38-29 0 0,1 0 0 0 0,-1-1 0 0 0,1 1 0 0 0,-1 0 0 0 0,0 0 0 0 0,0 0 0 0 0,0-1 0 0 0,0 1 0 0 0,0 0 0 0 0,0 0 0 0 0,-1-1 0 0 0,1 1 0 0 0,-2-3 0 0 0,2 5-14 0 0,0 0 0 0 0,0-1 0 0 0,0 1 0 0 0,0 0 0 0 0,-1 0 0 0 0,1-1 0 0 0,0 1 0 0 0,0 0 0 0 0,0 0 1 0 0,-1 0-1 0 0,1-1 0 0 0,0 1 0 0 0,0 0 0 0 0,0 0 0 0 0,-1 0 0 0 0,1 0 0 0 0,0 0 0 0 0,0-1 0 0 0,-1 1 0 0 0,1 0 0 0 0,0 0 0 0 0,-1 0 1 0 0,1 0-1 0 0,0 0 0 0 0,0 0 0 0 0,-1 0 0 0 0,1 0 0 0 0,0 0 0 0 0,-1 0 0 0 0,1 0 0 0 0,0 0 0 0 0,0 0 0 0 0,-1 0 0 0 0,1 0 0 0 0,-14 15 915 0 0,7-5-873 0 0,2 0-1 0 0,-1 0 1 0 0,1 1-1 0 0,1-1 0 0 0,-1 1 1 0 0,2 1-1 0 0,0-1 0 0 0,0 0 1 0 0,1 1-1 0 0,1-1 0 0 0,-1 19 1 0 0,2-25-46 0 0,0 1 1 0 0,1 0-1 0 0,0 0 0 0 0,0-1 1 0 0,1 1-1 0 0,-1 0 1 0 0,1-1-1 0 0,0 0 1 0 0,1 1-1 0 0,-1-1 1 0 0,1 0-1 0 0,0 0 0 0 0,1 0 1 0 0,-1-1-1 0 0,1 1 1 0 0,0-1-1 0 0,0 0 1 0 0,0 0-1 0 0,0 0 1 0 0,1 0-1 0 0,0-1 0 0 0,0 0 1 0 0,0 0-1 0 0,10 4 1 0 0,19 6-1474 0 0,4-6-3284 0 0,2-4-2227 0 0</inkml:trace>
</inkml:ink>
</file>

<file path=ppt/ink/ink17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3:19.516"/>
    </inkml:context>
    <inkml:brush xml:id="br0">
      <inkml:brushProperty name="width" value="0.35" units="cm"/>
      <inkml:brushProperty name="height" value="0.35" units="cm"/>
      <inkml:brushProperty name="color" value="#008C3A"/>
    </inkml:brush>
  </inkml:definitions>
  <inkml:trace contextRef="#ctx0" brushRef="#br0">2176 570 1376 0 0,'4'-9'336'0'0,"0"-1"0"0"0,0 0 0 0 0,-1 0-1 0 0,-1 0 1 0 0,0 0 0 0 0,0 0 0 0 0,-1-1-1 0 0,0 1 1 0 0,-1 0 0 0 0,0-1 0 0 0,-1 1-1 0 0,0 0 1 0 0,0-1 0 0 0,-1 1 0 0 0,-1 0-1 0 0,1 0 1 0 0,-2 0 0 0 0,1 1 0 0 0,-2-1-1 0 0,-6-11 1 0 0,3 6 5 0 0,-1 1 1 0 0,-1 0-1 0 0,0 0 0 0 0,-1 1 1 0 0,0 1-1 0 0,-1 0 0 0 0,-1 0 0 0 0,1 1 1 0 0,-2 1-1 0 0,0 0 0 0 0,-26-13 1 0 0,-25-8-63 0 0,-2 4 1 0 0,-1 2 0 0 0,-126-27-1 0 0,85 32-847 0 0,-197-11 0 0 0,239 29 431 0 0,0 3-1 0 0,0 3 1 0 0,-99 19-1 0 0,117-13-47 0 0,1 2-1 0 0,1 3 1 0 0,0 1-1 0 0,1 3 1 0 0,-63 35-1 0 0,48-19-753 0 0,-90 68 1 0 0,130-86 908 0 0,1 1 0 0 0,1 0 0 0 0,0 2 0 0 0,1 1 0 0 0,1 0 1 0 0,2 1-1 0 0,-19 32 0 0 0,17-21 76 0 0,2 2-1 0 0,1 0 1 0 0,1 0 0 0 0,3 1-1 0 0,-10 57 1 0 0,12-40-248 0 0,3 0 0 0 0,3 0 0 0 0,5 68 1 0 0,12 16 148 0 0,7-1 0 0 0,43 147 0 0 0,-48-220-209 0 0,2 0 1 0 0,3-2 0 0 0,34 67-1 0 0,-33-85-177 0 0,1-2 0 0 0,2 0 0 0 0,2-2 0 0 0,63 69 0 0 0,-53-71 499 0 0,1-1 1 0 0,1-1-1 0 0,2-3 1 0 0,2-1-1 0 0,0-3 1 0 0,2-1-1 0 0,63 26 0 0 0,-68-36-48 0 0,0-3 1 0 0,0-1-1 0 0,2-2 0 0 0,-1-2 0 0 0,2-2 0 0 0,-1-2 0 0 0,0-2 0 0 0,1-1 0 0 0,55-6 0 0 0,-1-7 1477 0 0,184-44 0 0 0,-218 36-956 0 0,0-2 1 0 0,-2-2-1 0 0,105-57 1 0 0,-133 59-267 0 0,-1-1 1 0 0,-2-2-1 0 0,0-1 1 0 0,-2-1-1 0 0,44-51 1 0 0,-33 30-408 0 0,-3-3 1 0 0,58-102 0 0 0,-76 116 98 0 0,-3-1 0 0 0,-1-1 1 0 0,-1-1-1 0 0,-2 0 0 0 0,9-63 0 0 0,-9 17 1836 0 0,2-137 0 0 0,-14 182-1575 0 0,-2 0 1 0 0,-1 0-1 0 0,-2 1 1 0 0,-2 0-1 0 0,-2 0 1 0 0,-1 0-1 0 0,-27-65 1 0 0,23 74-362 0 0,-1 1 0 0 0,-1 0 0 0 0,-1 1-1 0 0,-2 2 1 0 0,0-1 0 0 0,-2 2 0 0 0,-1 1 0 0 0,-1 1 0 0 0,-49-39 0 0 0,25 27-929 0 0,-2 2-1 0 0,-1 3 1 0 0,-1 1 0 0 0,-99-38-1 0 0,105 52 359 0 0</inkml:trace>
</inkml:ink>
</file>

<file path=ppt/ink/ink17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3:21.198"/>
    </inkml:context>
    <inkml:brush xml:id="br0">
      <inkml:brushProperty name="width" value="0.35" units="cm"/>
      <inkml:brushProperty name="height" value="0.35" units="cm"/>
      <inkml:brushProperty name="color" value="#008C3A"/>
    </inkml:brush>
  </inkml:definitions>
  <inkml:trace contextRef="#ctx0" brushRef="#br0">1287 184 976 0 0,'37'-32'555'0'0,"-22"19"83"0"0,0 0-1 0 0,14-16 1 0 0,-26 26-551 0 0,0-1 1 0 0,0 1-1 0 0,-1-1 1 0 0,1 0-1 0 0,-1 0 1 0 0,0 0-1 0 0,0 0 0 0 0,0 0 1 0 0,-1-1-1 0 0,1 1 1 0 0,-1 0-1 0 0,0-1 1 0 0,0 1-1 0 0,0-6 1 0 0,-1 8-23 0 0,0 1 0 0 0,0 0 0 0 0,0 0 0 0 0,-1 0 0 0 0,1 0 0 0 0,0 0 0 0 0,0 0 0 0 0,-1 0 0 0 0,1 0 0 0 0,0 0-1 0 0,-1 0 1 0 0,1 0 0 0 0,-1 0 0 0 0,0 0 0 0 0,1 0 0 0 0,-1 0 0 0 0,0 0 0 0 0,1 1 0 0 0,-1-1 0 0 0,0 0 0 0 0,0 0 0 0 0,0 1 0 0 0,0-1 0 0 0,-1 0 0 0 0,0 0 22 0 0,-1 0-1 0 0,1 0 1 0 0,-1 0-1 0 0,0 0 0 0 0,0 1 1 0 0,1-1-1 0 0,-1 1 1 0 0,0 0-1 0 0,-4 0 1 0 0,-4 1 108 0 0,0 0 0 0 0,0 0 0 0 0,-19 7 1 0 0,6 0 115 0 0,1 1 1 0 0,0 1-1 0 0,-37 22 0 0 0,-59 47-25 0 0,118-78-288 0 0,-138 106 915 0 0,-191 191 0 0 0,281-249-757 0 0,2 1 0 0 0,-55 78-1 0 0,80-96 29 0 0,1 1 1 0 0,2 1-1 0 0,1 0 0 0 0,2 2 0 0 0,-21 65 0 0 0,15-34 310 0 0,-3-1 0 0 0,-3-1 0 0 0,-60 103 0 0 0,74-143-705 0 0,2 1 0 0 0,0 1 1 0 0,2 0-1 0 0,-12 49 0 0 0,14-36-2632 0 0,-3 49-1 0 0,9-56-695 0 0</inkml:trace>
</inkml:ink>
</file>

<file path=ppt/ink/ink17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3:21.324"/>
    </inkml:context>
    <inkml:brush xml:id="br0">
      <inkml:brushProperty name="width" value="0.35" units="cm"/>
      <inkml:brushProperty name="height" value="0.35" units="cm"/>
      <inkml:brushProperty name="color" value="#008C3A"/>
    </inkml:brush>
  </inkml:definitions>
  <inkml:trace contextRef="#ctx0" brushRef="#br0">1 0 6337 0 0,'0'0'0'0'0</inkml:trace>
</inkml:ink>
</file>

<file path=ppt/ink/ink17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6:28.598"/>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1 84 3225 0 0,'52'-23'2904'0'0,"-15"9"-2552"0"0,1 3-1 0 0,0 1 0 0 0,1 1 0 0 0,0 3 1 0 0,0 1-1 0 0,1 1 0 0 0,-1 3 1 0 0,1 1-1 0 0,52 7 0 0 0,138 2 159 0 0,3-1 176 0 0,402 22 1177 0 0,-599-29-1849 0 0,194-7-10 0 0,-21 0 106 0 0,31 4 145 0 0,134 4 176 0 0,-167 4-337 0 0,50 2 56 0 0,116 2-136 0 0,-161-7-16 0 0,348 0 278 0 0,-22-3 1892 0 0,-314-5-1440 0 0,35 1 69 0 0,-24 2-419 0 0,-118-2-1915 0 0,142 15 1 0 0</inkml:trace>
</inkml:ink>
</file>

<file path=ppt/ink/ink17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6:29.945"/>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0 475 7370 0 0,'45'31'2000'0'0,"-16"1"-2147"0"0,-22-24-3 0 0,0 0-1 0 0,0 0 1 0 0,15 12 0 0 0,-18-17 119 0 0,0-1 1 0 0,0 0 0 0 0,-1 0 0 0 0,2 0-1 0 0,-1 0 1 0 0,0-1 0 0 0,0 0 0 0 0,0 0-1 0 0,1 0 1 0 0,-1 0 0 0 0,0 0 0 0 0,9-1-1 0 0,26-2 1649 0 0,48-8-1 0 0,-10 0-619 0 0,406-51-284 0 0,-69 6-550 0 0,152-22 412 0 0,-352 34-265 0 0,34-5 218 0 0,330-57 23 0 0,-412 65 82 0 0,-84 19 174 0 0,136-17 0 0 0,-176 32-711 0 0,-1-2 0 0 0,66-22 0 0 0,-73 19-326 0 0,-1 1 0 0 0,1 2 0 0 0,1 2 0 0 0,60-5 1 0 0,-89 11 35 0 0,0 0 0 0 0,1 0 0 0 0,-1 1 0 0 0,0 0 0 0 0,1 0 0 0 0,-1 0 0 0 0,0 1 0 0 0,0 0 0 0 0,0 0 0 0 0,0 1 0 0 0,-1-1 0 0 0,9 6 0 0 0</inkml:trace>
</inkml:ink>
</file>

<file path=ppt/ink/ink17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6:31.663"/>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26 30 3225 0 0,'-26'-21'3436'0'0,"30"31"-4394"0"0,-3-9 930 0 0,0 0-1 0 0,0 0 1 0 0,0 0 0 0 0,0 0 0 0 0,0 0 0 0 0,0 0 0 0 0,0 0 0 0 0,0-1 0 0 0,0 1 0 0 0,1 0 0 0 0,-1-1 0 0 0,0 1 0 0 0,0-1 0 0 0,1 1 0 0 0,-1-1 0 0 0,1 0 0 0 0,-1 1 0 0 0,2-1 0 0 0,28 2-162 0 0,5-4 1495 0 0,73-13 0 0 0,-74 9-242 0 0,0 1 0 0 0,52-1-1 0 0,359 31-487 0 0,-330-15-1014 0 0,175 7-461 0 0,158-2 927 0 0,-289-6 474 0 0,120 17 748 0 0,-41-2-621 0 0,197 25-343 0 0,79 5 22 0 0,423-61 918 0 0,-430-6-738 0 0,-336 10-450 0 0,382 9 150 0 0,-535-4-694 0 0,-1 0 1 0 0,23 6-1 0 0</inkml:trace>
</inkml:ink>
</file>

<file path=ppt/ink/ink17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5:21.823"/>
    </inkml:context>
    <inkml:brush xml:id="br0">
      <inkml:brushProperty name="width" value="0.35" units="cm"/>
      <inkml:brushProperty name="height" value="0.35" units="cm"/>
      <inkml:brushProperty name="color" value="#008C3A"/>
    </inkml:brush>
  </inkml:definitions>
  <inkml:trace contextRef="#ctx0" brushRef="#br0">1 102 7370 0 0,'37'-8'4733'0'0,"-13"-1"-3549"0"0,12-4 91 0 0,119-36 1098 0 0,-100 30-1960 0 0,-26 16 589 0 0,-28 3-968 0 0,-1 0-1 0 0,1 0 1 0 0,0 0 0 0 0,0 0-1 0 0,0 0 1 0 0,-1 0 0 0 0,1 0-1 0 0,0 0 1 0 0,0 0 0 0 0,0 0 0 0 0,-1 1-1 0 0,1-1 1 0 0,0 0 0 0 0,0 0-1 0 0,-1 1 1 0 0,1-1 0 0 0,0 1-1 0 0,0-1 1 0 0,-1 0 0 0 0,1 1 0 0 0,0-1-1 0 0,-1 1 1 0 0,1 0 0 0 0,-1-1-1 0 0,1 1 1 0 0,-1 0 0 0 0,1-1-1 0 0,-1 1 1 0 0,1 0 0 0 0,-1-1-1 0 0,1 2 1 0 0,-1-1-29 0 0,-11 7-914 0 0,5-6 768 0 0,2-1-318 0 0,-1 1 0 0 0,1 0 0 0 0,0 0 1 0 0,0 0-1 0 0,0 0 0 0 0,-3 3 0 0 0</inkml:trace>
</inkml:ink>
</file>

<file path=ppt/ink/ink17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5:22.792"/>
    </inkml:context>
    <inkml:brush xml:id="br0">
      <inkml:brushProperty name="width" value="0.35" units="cm"/>
      <inkml:brushProperty name="height" value="0.35" units="cm"/>
      <inkml:brushProperty name="color" value="#008C3A"/>
    </inkml:brush>
  </inkml:definitions>
  <inkml:trace contextRef="#ctx0" brushRef="#br0">83 520 8754 0 0,'-10'1'264'0'0,"-1"2"0"0"0,1 0-1 0 0,0 0 1 0 0,0 1 0 0 0,0 0 0 0 0,-11 7 1642 0 0,194-110 2333 0 0,-26 13-2608 0 0,293-103 737 0 0,-233 108-2015 0 0,0 11-308 0 0,-118 47-5957 0 0</inkml:trace>
</inkml:ink>
</file>

<file path=ppt/ink/ink17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5:23.060"/>
    </inkml:context>
    <inkml:brush xml:id="br0">
      <inkml:brushProperty name="width" value="0.35" units="cm"/>
      <inkml:brushProperty name="height" value="0.35" units="cm"/>
      <inkml:brushProperty name="color" value="#008C3A"/>
    </inkml:brush>
  </inkml:definitions>
  <inkml:trace contextRef="#ctx0" brushRef="#br0">1 0 12899 0 0,'34'32'3099'0'0,"-15"-9"-2490"0"0,-2 0 0 0 0,0 1 1 0 0,-2 1-1 0 0,0 0 0 0 0,-2 1 0 0 0,16 45 0 0 0,41 174-490 0 0,-50-164-1391 0 0</inkml:trace>
</inkml:ink>
</file>

<file path=ppt/ink/ink17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5:23.282"/>
    </inkml:context>
    <inkml:brush xml:id="br0">
      <inkml:brushProperty name="width" value="0.35" units="cm"/>
      <inkml:brushProperty name="height" value="0.35" units="cm"/>
      <inkml:brushProperty name="color" value="#008C3A"/>
    </inkml:brush>
  </inkml:definitions>
  <inkml:trace contextRef="#ctx0" brushRef="#br0">2 0 13363 0 0,'0'4'432'0'0,"-1"0"-1"0"0,1-1 1 0 0,0 1 0 0 0,0 0-1 0 0,0 0 1 0 0,0 0 0 0 0,0-1-1 0 0,1 1 1 0 0,1 4 0 0 0,1 8-204 0 0,4 165 1661 0 0,2 13-1500 0 0,-7-164-1251 0 0</inkml:trace>
</inkml:ink>
</file>

<file path=ppt/ink/ink17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5:23.487"/>
    </inkml:context>
    <inkml:brush xml:id="br0">
      <inkml:brushProperty name="width" value="0.35" units="cm"/>
      <inkml:brushProperty name="height" value="0.35" units="cm"/>
      <inkml:brushProperty name="color" value="#008C3A"/>
    </inkml:brush>
  </inkml:definitions>
  <inkml:trace contextRef="#ctx0" brushRef="#br0">1 7 9218 0 0,'0'-2'816'0'0,"1"-1"-656"0"0,1 2-160 0 0,-1 1 0 0 0,0 0 64 0 0,2 0-64 0 0,0 0 80 0 0,2 0-80 0 0,2 1-96 0 0,0 3-72 0 0,0 1-16 0 0,0 2 0 0 0</inkml:trace>
</inkml:ink>
</file>

<file path=ppt/ink/ink17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5:24.089"/>
    </inkml:context>
    <inkml:brush xml:id="br0">
      <inkml:brushProperty name="width" value="0.35" units="cm"/>
      <inkml:brushProperty name="height" value="0.35" units="cm"/>
      <inkml:brushProperty name="color" value="#008C3A"/>
    </inkml:brush>
  </inkml:definitions>
  <inkml:trace contextRef="#ctx0" brushRef="#br0">0 109 9298 0 0,'0'0'25'0'0,"0"0"0"0"0,0-1 1 0 0,0 1-1 0 0,0 0 0 0 0,0 0 0 0 0,0-1 0 0 0,0 1 0 0 0,0 0 1 0 0,0-1-1 0 0,1 1 0 0 0,-1 0 0 0 0,0 0 0 0 0,0-1 0 0 0,0 1 1 0 0,0 0-1 0 0,0 0 0 0 0,0-1 0 0 0,1 1 0 0 0,-1 0 0 0 0,0 0 1 0 0,0-1-1 0 0,0 1 0 0 0,1 0 0 0 0,-1 0 0 0 0,0 0 1 0 0,0 0-1 0 0,1-1 0 0 0,-1 1 0 0 0,0 0 0 0 0,0 0 0 0 0,1 0 1 0 0,-1 0-1 0 0,0 0 0 0 0,1 0 0 0 0,-1 0 0 0 0,14 3 1343 0 0,5 9 1000 0 0,-12-6-2030 0 0,2 10 167 0 0,-1 0 1 0 0,-1 1-1 0 0,0 0 1 0 0,-1 0-1 0 0,0 0 1 0 0,3 26 0 0 0,11 28-493 0 0,2-122-3112 0 0,-9 20 3221 0 0,2-5 325 0 0,-4 9-108 0 0,17-30 0 0 0,-24 50-158 0 0,1 0 0 0 0,-1 0 1 0 0,1 1-1 0 0,0 0 0 0 0,0 0 0 0 0,1 0 1 0 0,0 0-1 0 0,0 1 0 0 0,8-5 0 0 0,-12 8-86 0 0,1 1 0 0 0,-1-1 0 0 0,1 1 0 0 0,-1 0 0 0 0,1 0 0 0 0,0 0 0 0 0,-1 0 0 0 0,1 0 0 0 0,0 0 0 0 0,0 1 0 0 0,0 0 0 0 0,0-1-1 0 0,0 1 1 0 0,-1 0 0 0 0,1 0 0 0 0,0 1 0 0 0,0-1 0 0 0,0 1 0 0 0,0-1 0 0 0,3 2 0 0 0,-2 0-4 0 0,0 0 0 0 0,0 1 1 0 0,0-1-1 0 0,0 1 0 0 0,0 0 1 0 0,0 0-1 0 0,-1 0 0 0 0,0 1 1 0 0,1-1-1 0 0,-1 1 0 0 0,3 4 1 0 0,3 6-65 0 0,-1 1 1 0 0,-1-1-1 0 0,0 1 1 0 0,-1 1-1 0 0,9 30 0 0 0,-15-44-77 0 0,0 0 0 0 0,1 0 0 0 0,-1 0 0 0 0,1 0 0 0 0,0 0 0 0 0,0 0 0 0 0,0 0 0 0 0,0 0 0 0 0,0 0 0 0 0,0-1 0 0 0,0 1 0 0 0,0 0 0 0 0,1 0 0 0 0,-1-1 0 0 0,2 2 0 0 0,-2-3 22 0 0,-1 0 1 0 0,1 1 0 0 0,-1-1-1 0 0,1 0 1 0 0,-1 0-1 0 0,1 0 1 0 0,-1 0 0 0 0,1 0-1 0 0,-1 0 1 0 0,1 0 0 0 0,-1 0-1 0 0,1 0 1 0 0,-1 0-1 0 0,1 0 1 0 0,-1 0 0 0 0,1 0-1 0 0,-1 0 1 0 0,1-1-1 0 0,-1 1 1 0 0,1 0 0 0 0,-1 0-1 0 0,2-1 1 0 0,13-16-230 0 0,22-44 214 0 0,-23 34 320 0 0,2 2 0 0 0,0 0 0 0 0,37-41 0 0 0,-51 64-226 0 0,1-1 1 0 0,-1 1-1 0 0,1-1 1 0 0,-1 1-1 0 0,1 0 1 0 0,0 0 0 0 0,0 0-1 0 0,0 1 1 0 0,0-1-1 0 0,0 1 1 0 0,1 0-1 0 0,-1-1 1 0 0,0 1-1 0 0,1 1 1 0 0,-1-1-1 0 0,0 0 1 0 0,1 1 0 0 0,-1 0-1 0 0,1 0 1 0 0,-1 0-1 0 0,1 0 1 0 0,4 1-1 0 0,-3 1-12 0 0,-1-1 0 0 0,0 1 0 0 0,0 0 0 0 0,0 0 0 0 0,-1 1 0 0 0,1-1 0 0 0,-1 1-1 0 0,1 0 1 0 0,-1-1 0 0 0,0 2 0 0 0,0-1 0 0 0,0 0 0 0 0,0 1 0 0 0,0-1 0 0 0,-1 1 0 0 0,0 0 0 0 0,3 5-1 0 0,18 42-192 0 0,-16-35-646 0 0,0-1 1 0 0,0 0-1 0 0,1 0 0 0 0,16 20 1 0 0</inkml:trace>
</inkml:ink>
</file>

<file path=ppt/ink/ink17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5:24.376"/>
    </inkml:context>
    <inkml:brush xml:id="br0">
      <inkml:brushProperty name="width" value="0.35" units="cm"/>
      <inkml:brushProperty name="height" value="0.35" units="cm"/>
      <inkml:brushProperty name="color" value="#008C3A"/>
    </inkml:brush>
  </inkml:definitions>
  <inkml:trace contextRef="#ctx0" brushRef="#br0">13 333 7834 0 0,'2'-3'342'0'0,"-1"0"0"0"0,1-1 0 0 0,0 1 0 0 0,0 0 0 0 0,0 0 0 0 0,0 0 0 0 0,1 0 0 0 0,2-2 0 0 0,4-6 570 0 0,1-4-184 0 0,-1-1 0 0 0,0 1-1 0 0,-1-2 1 0 0,-1 1 0 0 0,-1-1 0 0 0,5-18 0 0 0,-8 23-598 0 0,0 0 0 0 0,-1 0 0 0 0,-1 0 0 0 0,0 0 0 0 0,0 0 0 0 0,-1 0 1 0 0,-1-1-1 0 0,0 1 0 0 0,-5-22 0 0 0,6 33-124 0 0,0 1-1 0 0,0-1 1 0 0,0 0 0 0 0,-1 0-1 0 0,1 0 1 0 0,0 1 0 0 0,0-1-1 0 0,0 0 1 0 0,-1 0 0 0 0,1 1-1 0 0,0-1 1 0 0,-1 0 0 0 0,1 1 0 0 0,-1-1-1 0 0,1 0 1 0 0,-1 1 0 0 0,1-1-1 0 0,-1 1 1 0 0,1-1 0 0 0,-1 1-1 0 0,0-1 1 0 0,1 1 0 0 0,-1-1-1 0 0,0 1 1 0 0,1-1 0 0 0,-1 1-1 0 0,0 0 1 0 0,0 0 0 0 0,0-1-1 0 0,-1 1 6 0 0,1 1-1 0 0,0-1 0 0 0,0 1 1 0 0,0-1-1 0 0,0 1 0 0 0,0 0 0 0 0,0-1 1 0 0,0 1-1 0 0,0 0 0 0 0,0 0 1 0 0,0 0-1 0 0,0 0 0 0 0,0 0 0 0 0,1 0 1 0 0,-1 0-1 0 0,0 1 0 0 0,-24 46 317 0 0,15-25-252 0 0,1 1-1 0 0,2 0 1 0 0,0 1 0 0 0,2-1-1 0 0,1 1 1 0 0,-3 38 0 0 0,7-55-57 0 0,0 0 0 0 0,0 0 0 0 0,1-1 0 0 0,0 1 0 0 0,0 0 0 0 0,1 0 0 0 0,0 0 0 0 0,0-1 0 0 0,1 1 0 0 0,0-1 0 0 0,0 0 0 0 0,1 0 0 0 0,0 0 0 0 0,0 0 0 0 0,1-1 0 0 0,0 0 0 0 0,0 1 0 0 0,0-2 0 0 0,1 1 0 0 0,-1-1 0 0 0,1 1 0 0 0,1-2 1 0 0,-1 1-1 0 0,12 5 0 0 0,-6-4-265 0 0,0-1 1 0 0,0 0-1 0 0,0-1 0 0 0,1-1 1 0 0,0 0-1 0 0,25 3 1 0 0</inkml:trace>
</inkml:ink>
</file>

<file path=ppt/ink/ink17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5:26.853"/>
    </inkml:context>
    <inkml:brush xml:id="br0">
      <inkml:brushProperty name="width" value="0.1" units="cm"/>
      <inkml:brushProperty name="height" value="0.1" units="cm"/>
      <inkml:brushProperty name="color" value="#004F8B"/>
    </inkml:brush>
  </inkml:definitions>
  <inkml:trace contextRef="#ctx0" brushRef="#br0">12 131 7202 0 0,'-6'-47'610'0'0,"1"-36"5150"0"0,5 83-5717 0 0,7 12 869 0 0,6 18-317 0 0,9 52 626 0 0,15 103-1 0 0,-3 87 156 0 0,8 47-1061 0 0,-29-248-654 0 0,4 0-1 0 0,36 98 0 0 0,-44-141-2574 0 0</inkml:trace>
</inkml:ink>
</file>

<file path=ppt/ink/ink17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5:27.078"/>
    </inkml:context>
    <inkml:brush xml:id="br0">
      <inkml:brushProperty name="width" value="0.1" units="cm"/>
      <inkml:brushProperty name="height" value="0.1" units="cm"/>
      <inkml:brushProperty name="color" value="#004F8B"/>
    </inkml:brush>
  </inkml:definitions>
  <inkml:trace contextRef="#ctx0" brushRef="#br0">13 458 6449 0 0,'-4'-18'768'0'0,"0"-1"-1"0"0,2 0 1 0 0,0 0-1 0 0,1 0 0 0 0,1 0 1 0 0,1 0-1 0 0,1 0 1 0 0,4-21-1 0 0,-4 31-432 0 0,1 1-1 0 0,0 0 1 0 0,0 0-1 0 0,1 1 1 0 0,0-1 0 0 0,1 1-1 0 0,-1 0 1 0 0,1 0-1 0 0,0 0 1 0 0,1 1-1 0 0,0 0 1 0 0,0 0-1 0 0,0 0 1 0 0,1 1 0 0 0,12-8-1 0 0,9-5 248 0 0,2 2 0 0 0,50-20-1 0 0,-63 29-444 0 0,-9 3-71 0 0,38-15 289 0 0,51-15 1 0 0,-85 30-358 0 0,1 1 0 0 0,0 0-1 0 0,0 1 1 0 0,0 1-1 0 0,1 0 1 0 0,-1 0 0 0 0,0 1-1 0 0,0 1 1 0 0,17 3 0 0 0,-24-2-89 0 0,-1-1 1 0 0,0 1 0 0 0,0 1 0 0 0,0-1 0 0 0,0 1 0 0 0,0 0 0 0 0,-1 0-1 0 0,1 0 1 0 0,-1 0 0 0 0,0 1 0 0 0,0 0 0 0 0,0 0 0 0 0,5 6 0 0 0,-3-2-854 0 0,0 1 1 0 0,-1 0-1 0 0,7 14 1 0 0,-1 4-5140 0 0</inkml:trace>
</inkml:ink>
</file>

<file path=ppt/ink/ink17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5:27.233"/>
    </inkml:context>
    <inkml:brush xml:id="br0">
      <inkml:brushProperty name="width" value="0.1" units="cm"/>
      <inkml:brushProperty name="height" value="0.1" units="cm"/>
      <inkml:brushProperty name="color" value="#004F8B"/>
    </inkml:brush>
  </inkml:definitions>
  <inkml:trace contextRef="#ctx0" brushRef="#br0">35 180 6913 0 0,'-7'2'-369'0'0,"-20"-5"5777"0"0,35-9-2594 0 0,3 1-1697 0 0,2-1 0 0 0,-1 1 1 0 0,20-12-1 0 0,90-45-1274 0 0,-100 56-309 0 0,11-4-4078 0 0,-2 2-1506 0 0</inkml:trace>
</inkml:ink>
</file>

<file path=ppt/ink/ink17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5:27.583"/>
    </inkml:context>
    <inkml:brush xml:id="br0">
      <inkml:brushProperty name="width" value="0.1" units="cm"/>
      <inkml:brushProperty name="height" value="0.1" units="cm"/>
      <inkml:brushProperty name="color" value="#004F8B"/>
    </inkml:brush>
  </inkml:definitions>
  <inkml:trace contextRef="#ctx0" brushRef="#br0">19 195 4609 0 0,'-18'6'5130'0'0,"33"17"-28"0"0,-12-19-5735 0 0,191 229 3053 0 0,-191-229-2420 0 0,5 7-7 0 0,1 0 1 0 0,1 0 0 0 0,20 18-1 0 0,-40-91 4800 0 0,8 25-4748 0 0,1 0-1 0 0,2 0 1 0 0,2 0-1 0 0,1 0 1 0 0,1 0-1 0 0,3 1 0 0 0,1 0 1 0 0,16-43-1 0 0,-25 78-58 0 0,25-57-1627 0 0,-1 25-2274 0 0</inkml:trace>
</inkml:ink>
</file>

<file path=ppt/ink/ink17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5:27.902"/>
    </inkml:context>
    <inkml:brush xml:id="br0">
      <inkml:brushProperty name="width" value="0.1" units="cm"/>
      <inkml:brushProperty name="height" value="0.1" units="cm"/>
      <inkml:brushProperty name="color" value="#004F8B"/>
    </inkml:brush>
  </inkml:definitions>
  <inkml:trace contextRef="#ctx0" brushRef="#br0">1 491 6449 0 0,'1'2'149'0'0,"0"-1"0"0"0,1 1 0 0 0,-1 0 0 0 0,1-1 0 0 0,-1 1 0 0 0,1-1 0 0 0,0 1 0 0 0,0-1 0 0 0,0 0 0 0 0,0 0 0 0 0,0 0 0 0 0,0 0 1 0 0,0 0-1 0 0,0 0 0 0 0,0 0 0 0 0,0-1 0 0 0,0 1 0 0 0,1-1 0 0 0,-1 0 0 0 0,0 1 0 0 0,0-1 0 0 0,1 0 0 0 0,-1 0 0 0 0,0-1 0 0 0,0 1 0 0 0,1 0 0 0 0,-1-1 0 0 0,0 1 0 0 0,0-1 0 0 0,0 0 0 0 0,0 0 0 0 0,4-1 0 0 0,1-2 337 0 0,1 0 0 0 0,-1 0 0 0 0,0-1 0 0 0,0 0 0 0 0,-1 0 0 0 0,1 0 0 0 0,7-10 0 0 0,12-15 297 0 0,-1-2 0 0 0,-2 0 0 0 0,24-45 0 0 0,-35 56-869 0 0,-2 0 0 0 0,0-1 0 0 0,-2 0 0 0 0,0-1 0 0 0,-2 0 0 0 0,7-42 0 0 0,-12 61-89 0 0,-1-1-1 0 0,0 0 0 0 0,0 1 1 0 0,-1-1-1 0 0,1 0 0 0 0,-1 1 1 0 0,0-1-1 0 0,0 1 0 0 0,-1-1 1 0 0,1 1-1 0 0,-1-1 1 0 0,0 1-1 0 0,0 0 0 0 0,-1 0 1 0 0,-3-5-1 0 0,5 8 71 0 0,0 0 0 0 0,0-1 0 0 0,0 1 0 0 0,-1 0 0 0 0,1 0 0 0 0,0 0 0 0 0,-1 0 0 0 0,1 0 0 0 0,-1 0 0 0 0,0 0 0 0 0,1 1 0 0 0,-1-1 0 0 0,0 0 0 0 0,1 1 0 0 0,-1 0 0 0 0,0-1 0 0 0,-2 1 0 0 0,2 0 53 0 0,-1 0-1 0 0,1 1 1 0 0,-1-1-1 0 0,1 1 1 0 0,-1-1 0 0 0,1 1-1 0 0,0 0 1 0 0,-1 0-1 0 0,1 0 1 0 0,0 0 0 0 0,0 1-1 0 0,0-1 1 0 0,0 0-1 0 0,0 1 1 0 0,-3 3 0 0 0,-2 2-46 0 0,0 0 0 0 0,1 1 0 0 0,0 0 0 0 0,0 1 0 0 0,1-1 0 0 0,0 1 0 0 0,1 0 0 0 0,0 0 0 0 0,0 1 0 0 0,-2 12 0 0 0,0-1-18 0 0,1 1-1 0 0,2-1 0 0 0,-2 39 0 0 0,4-54 48 0 0,2 0 1 0 0,-1 1-1 0 0,1-1 0 0 0,0 0 0 0 0,0 0 0 0 0,0 0 0 0 0,1 0 0 0 0,0 0 1 0 0,0 0-1 0 0,1 0 0 0 0,0-1 0 0 0,0 1 0 0 0,0-1 0 0 0,0 0 0 0 0,1 0 1 0 0,0 0-1 0 0,0 0 0 0 0,0-1 0 0 0,1 1 0 0 0,0-1 0 0 0,-1 0 0 0 0,1 0 1 0 0,1-1-1 0 0,-1 0 0 0 0,1 0 0 0 0,-1 0 0 0 0,1 0 0 0 0,0-1 0 0 0,10 3 1 0 0,17 5-3096 0 0</inkml:trace>
</inkml:ink>
</file>

<file path=ppt/ink/ink17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5:28.474"/>
    </inkml:context>
    <inkml:brush xml:id="br0">
      <inkml:brushProperty name="width" value="0.1" units="cm"/>
      <inkml:brushProperty name="height" value="0.1" units="cm"/>
      <inkml:brushProperty name="color" value="#004F8B"/>
    </inkml:brush>
  </inkml:definitions>
  <inkml:trace contextRef="#ctx0" brushRef="#br0">496 77 4089 0 0,'-1'0'-11'0'0,"-22"-15"1468"0"0,-2 1 0 0 0,0 1 0 0 0,-28-9 0 0 0,44 19-888 0 0,1 0-1 0 0,-1 1 1 0 0,-1 1-1 0 0,1-1 0 0 0,0 1 1 0 0,0 1-1 0 0,0 0 0 0 0,-1 0 1 0 0,1 0-1 0 0,0 2 1 0 0,0-1-1 0 0,0 1 0 0 0,-13 4 1 0 0,7 0-389 0 0,0 1 1 0 0,1 0-1 0 0,-1 1 0 0 0,1 0 1 0 0,1 1-1 0 0,-1 1 0 0 0,2 0 1 0 0,-15 15-1 0 0,17-15-60 0 0,1 1 0 0 0,0-1-1 0 0,0 1 1 0 0,1 1 0 0 0,1 0 0 0 0,0 0-1 0 0,1 0 1 0 0,0 1 0 0 0,0 0 0 0 0,-3 14-1 0 0,9-26-149 0 0,-1 1 0 0 0,1 0-1 0 0,-1-1 1 0 0,1 1 0 0 0,-1 0-1 0 0,1 0 1 0 0,0 0-1 0 0,0-1 1 0 0,0 1 0 0 0,0 0-1 0 0,0 0 1 0 0,0 0 0 0 0,1-1-1 0 0,-1 1 1 0 0,0 0-1 0 0,1 0 1 0 0,0-1 0 0 0,-1 1-1 0 0,1-1 1 0 0,0 1 0 0 0,0 0-1 0 0,0-1 1 0 0,0 1-1 0 0,0-1 1 0 0,0 0 0 0 0,2 2-1 0 0,-2-2-7 0 0,1 0-1 0 0,0-1 1 0 0,0 1-1 0 0,0-1 1 0 0,0 1-1 0 0,0-1 1 0 0,0 0-1 0 0,-1 0 1 0 0,1 0-1 0 0,0 0 1 0 0,0 0-1 0 0,0 0 1 0 0,0 0-1 0 0,0-1 1 0 0,0 1-1 0 0,0-1 1 0 0,0 1-1 0 0,0-1 1 0 0,-1 0-1 0 0,1 1 1 0 0,0-1-1 0 0,0 0 1 0 0,1-2-1 0 0,8-4 13 0 0,-1 1-1 0 0,-1-2 1 0 0,0 1-1 0 0,0-2 1 0 0,0 1-1 0 0,11-15 1 0 0,38-63 1036 0 0,-38 55-555 0 0,-20 30-425 0 0,1 0-1 0 0,-1 0 1 0 0,1 0 0 0 0,-1 0-1 0 0,1 0 1 0 0,-1 0-1 0 0,1 0 1 0 0,0 1-1 0 0,0-1 1 0 0,-1 0-1 0 0,1 0 1 0 0,0 1 0 0 0,0-1-1 0 0,0 0 1 0 0,0 1-1 0 0,0-1 1 0 0,0 1-1 0 0,0 0 1 0 0,0-1 0 0 0,0 1-1 0 0,0 0 1 0 0,0-1-1 0 0,0 1 1 0 0,0 0-1 0 0,0 0 1 0 0,0 0-1 0 0,0 0 1 0 0,2 0 0 0 0,-1 1-13 0 0,0 0 1 0 0,0 0-1 0 0,-1 0 1 0 0,1 0-1 0 0,0 0 1 0 0,-1 1-1 0 0,1-1 1 0 0,-1 0-1 0 0,1 1 1 0 0,-1-1 0 0 0,0 1-1 0 0,1 0 1 0 0,1 3-1 0 0,4 7-11 0 0,-1 1-1 0 0,-1 0 0 0 0,6 17 1 0 0,3 12 49 0 0,7 27-178 0 0,3-2 1 0 0,57 112 0 0 0,-53-125-3 0 0,-16-29 8 0 0,1-1 0 0 0,1-1 1 0 0,1 0-1 0 0,32 37 0 0 0,-47-60 121 0 0,0 0 1 0 0,0 0-1 0 0,0 0 0 0 0,0 0 0 0 0,0 1 0 0 0,1-1 0 0 0,-1 0 0 0 0,0 0 1 0 0,0 0-1 0 0,0 0 0 0 0,0 0 0 0 0,1 0 0 0 0,-1 0 0 0 0,0 0 0 0 0,0 1 0 0 0,0-1 1 0 0,1 0-1 0 0,-1 0 0 0 0,0 0 0 0 0,0 0 0 0 0,0 0 0 0 0,1 0 0 0 0,-1 0 0 0 0,0 0 1 0 0,0 0-1 0 0,0 0 0 0 0,1 0 0 0 0,-1 0 0 0 0,0-1 0 0 0,0 1 0 0 0,0 0 0 0 0,0 0 1 0 0,1 0-1 0 0,-1 0 0 0 0,0 0 0 0 0,0 0 0 0 0,0 0 0 0 0,0 0 0 0 0,1-1 1 0 0,-1 1-1 0 0,0 0 0 0 0,0 0 0 0 0,0 0 0 0 0,0 0 0 0 0,0-1 0 0 0,0 1 0 0 0,1 0 1 0 0,-1 0-1 0 0,0 0 0 0 0,5-17 474 0 0,0-24 449 0 0,-5 39-881 0 0,40-302 1548 0 0,-27 248-1812 0 0,2 1-1 0 0,2 0 0 0 0,33-69 0 0 0,-42 106-507 0 0,-1 1-188 0 0</inkml:trace>
</inkml:ink>
</file>

<file path=ppt/ink/ink17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03.529"/>
    </inkml:context>
    <inkml:brush xml:id="br0">
      <inkml:brushProperty name="width" value="0.1" units="cm"/>
      <inkml:brushProperty name="height" value="0.1" units="cm"/>
      <inkml:brushProperty name="color" value="#004F8B"/>
    </inkml:brush>
  </inkml:definitions>
  <inkml:trace contextRef="#ctx0" brushRef="#br0">51 355 8290 0 0,'-6'-5'551'0'0,"0"-2"0"0"0,1 1 0 0 0,0 0-1 0 0,0-1 1 0 0,0 0 0 0 0,0 0 0 0 0,1 0 0 0 0,1-1 0 0 0,-4-13 1659 0 0,7 21-2177 0 0,7 7 639 0 0,6 14-167 0 0,101 287 421 0 0,6 13-140 0 0,-109-299-783 0 0,0-1 0 0 0,2 0 0 0 0,19 25 0 0 0,-26-39 0 0 0,0 0 1 0 0,0 0-1 0 0,0-1 1 0 0,0 0-1 0 0,1 0 1 0 0,0-1-1 0 0,1 1 1 0 0,-1-2-1 0 0,1 1 1 0 0,0-1-1 0 0,0 0 1 0 0,11 3-1 0 0,-16-6 63 0 0,1-1-1 0 0,-1 0 1 0 0,1 1 0 0 0,0-2-1 0 0,-1 1 1 0 0,1 0-1 0 0,-1-1 1 0 0,1 1-1 0 0,-1-1 1 0 0,1 0-1 0 0,-1 0 1 0 0,0-1 0 0 0,1 1-1 0 0,-1-1 1 0 0,0 1-1 0 0,0-1 1 0 0,0 0-1 0 0,0 0 1 0 0,0 0 0 0 0,-1-1-1 0 0,1 1 1 0 0,-1-1-1 0 0,1 1 1 0 0,-1-1-1 0 0,0 0 1 0 0,3-4-1 0 0,5-9 308 0 0,1-1 0 0 0,-2-1-1 0 0,11-25 1 0 0,-18 37-306 0 0,22-55 388 0 0,-2-2 0 0 0,16-78 0 0 0,13-136 6 0 0,8-32-410 0 0,-55 291-104 0 0,-2 10-28 0 0,-1-1 0 0 0,1 0 0 0 0,1 0 0 0 0,0 1 0 0 0,0-1 0 0 0,0 1 0 0 0,1 0 0 0 0,1 0 0 0 0,-1 0 0 0 0,9-9 0 0 0,-13 16 15 0 0,0 1 0 0 0,1 0 0 0 0,-1-1 0 0 0,1 1-1 0 0,-1 0 1 0 0,0-1 0 0 0,1 1 0 0 0,-1 0 0 0 0,1 0 0 0 0,-1 0 0 0 0,1-1-1 0 0,-1 1 1 0 0,1 0 0 0 0,-1 0 0 0 0,1 0 0 0 0,-1 0 0 0 0,1 0-1 0 0,-1 0 1 0 0,1 0 0 0 0,0 0 0 0 0,-1 0 0 0 0,1 0 0 0 0,-1 0 0 0 0,1 0-1 0 0,-1 0 1 0 0,1 1 0 0 0</inkml:trace>
</inkml:ink>
</file>

<file path=ppt/ink/ink17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11.662"/>
    </inkml:context>
    <inkml:brush xml:id="br0">
      <inkml:brushProperty name="width" value="0.1" units="cm"/>
      <inkml:brushProperty name="height" value="0.1" units="cm"/>
      <inkml:brushProperty name="color" value="#004F8B"/>
    </inkml:brush>
  </inkml:definitions>
  <inkml:trace contextRef="#ctx0" brushRef="#br0">1 132 10138 0 0,'0'-1'182'0'0,"0"0"1"0"0,1 0-1 0 0,-1-1 0 0 0,1 1 0 0 0,-1 0 0 0 0,1 0 0 0 0,0 0 1 0 0,-1 0-1 0 0,1 0 0 0 0,0 0 0 0 0,-1 0 0 0 0,1 0 1 0 0,0 0-1 0 0,0 0 0 0 0,0 1 0 0 0,0-1 0 0 0,0 0 1 0 0,0 1-1 0 0,0-1 0 0 0,0 0 0 0 0,0 1 0 0 0,1-1 0 0 0,-1 1 1 0 0,0 0-1 0 0,0-1 0 0 0,2 1 0 0 0,-1-1-60 0 0,-1 1 1 0 0,1-1-1 0 0,0 1 0 0 0,-1 0 0 0 0,1 0 0 0 0,-1 0 0 0 0,1 0 1 0 0,0 0-1 0 0,-1 0 0 0 0,1 0 0 0 0,-1 0 0 0 0,1 0 1 0 0,0 1-1 0 0,-1-1 0 0 0,1 1 0 0 0,-1-1 0 0 0,1 1 0 0 0,-1 0 1 0 0,1 0-1 0 0,-1-1 0 0 0,2 2 0 0 0,3 7-37 0 0,0 1 0 0 0,-1-1 0 0 0,0 1 0 0 0,0 0-1 0 0,-1 0 1 0 0,-1 0 0 0 0,1 1 0 0 0,-2-1 0 0 0,3 17 0 0 0,14 40-274 0 0,-14-54 151 0 0,-3-6 22 0 0,1 1-1 0 0,0-1 1 0 0,0 0-1 0 0,0 0 1 0 0,1-1-1 0 0,0 1 0 0 0,0-1 1 0 0,1 0-1 0 0,0 0 1 0 0,10 10-1 0 0,-14-16 5 0 0,-1 0 0 0 0,1 0-1 0 0,0 0 1 0 0,-1 0 0 0 0,1 0 0 0 0,-1 0-1 0 0,1 0 1 0 0,0 0 0 0 0,-1 0-1 0 0,1-1 1 0 0,-1 1 0 0 0,1 0 0 0 0,-1 0-1 0 0,1-1 1 0 0,-1 1 0 0 0,1 0 0 0 0,-1-1-1 0 0,1 1 1 0 0,-1-1 0 0 0,1 1-1 0 0,-1 0 1 0 0,1-1 0 0 0,-1 1 0 0 0,0-1-1 0 0,1 1 1 0 0,-1-1 0 0 0,0 1 0 0 0,1-1-1 0 0,-1 1 1 0 0,0-1 0 0 0,0 0-1 0 0,0 1 1 0 0,0-1 0 0 0,1 1 0 0 0,-1-1-1 0 0,0 0 1 0 0,0 1 0 0 0,0-2 0 0 0,8-29-475 0 0,-7 28 399 0 0,13-73 138 0 0,12-46 1036 0 0,-22 104-709 0 0,2 1 1 0 0,0-1-1 0 0,2 1 1 0 0,14-26-1 0 0,-21 40-273 0 0,1 0 0 0 0,0 0 0 0 0,0 1-1 0 0,0-1 1 0 0,1 0 0 0 0,-1 1 0 0 0,0-1 0 0 0,1 1 0 0 0,0 0-1 0 0,0-1 1 0 0,3 0 0 0 0,-5 2-78 0 0,0 1-1 0 0,0 0 1 0 0,0 0 0 0 0,1 0-1 0 0,-1 0 1 0 0,0 0 0 0 0,0 0-1 0 0,0 0 1 0 0,1 0 0 0 0,-1 0-1 0 0,0 1 1 0 0,0-1 0 0 0,0 0-1 0 0,0 1 1 0 0,0-1 0 0 0,0 1-1 0 0,1-1 1 0 0,-1 1 0 0 0,0 0-1 0 0,-1-1 1 0 0,1 1 0 0 0,0 0-1 0 0,0 0 1 0 0,0 0 0 0 0,0 0-1 0 0,-1-1 1 0 0,1 1 0 0 0,0 0-1 0 0,-1 0 1 0 0,1 1 0 0 0,0-1-1 0 0,-1 0 1 0 0,0 0 0 0 0,1 2-1 0 0,9 17 29 0 0,0 0-1 0 0,-2 1 0 0 0,-1 0 1 0 0,6 27-1 0 0,11 90-2394 0 0,-18-97-27 0 0,-2-14-4223 0 0</inkml:trace>
</inkml:ink>
</file>

<file path=ppt/ink/ink17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11.964"/>
    </inkml:context>
    <inkml:brush xml:id="br0">
      <inkml:brushProperty name="width" value="0.1" units="cm"/>
      <inkml:brushProperty name="height" value="0.1" units="cm"/>
      <inkml:brushProperty name="color" value="#004F8B"/>
    </inkml:brush>
  </inkml:definitions>
  <inkml:trace contextRef="#ctx0" brushRef="#br0">33 79 2761 0 0,'3'-13'174'0'0,"5"-27"713"0"0,-11 17 3343 0 0,3 23-4183 0 0,0 0-1 0 0,-1 0 1 0 0,1 0-1 0 0,0-1 1 0 0,0 1-1 0 0,0 0 1 0 0,0 0-1 0 0,0 0 1 0 0,0 0-1 0 0,0 0 1 0 0,0 0-1 0 0,-1-1 1 0 0,1 1-1 0 0,0 0 0 0 0,0 0 1 0 0,0 0-1 0 0,0 0 1 0 0,0 0-1 0 0,-1 0 1 0 0,1 0-1 0 0,0 0 1 0 0,0 0-1 0 0,0 0 1 0 0,0 0-1 0 0,0 0 1 0 0,-1 0-1 0 0,1 0 1 0 0,0 0-1 0 0,0 0 1 0 0,0 0-1 0 0,0 0 0 0 0,-1 0 1 0 0,1 0-1 0 0,0 0 1 0 0,0 0-1 0 0,0 0 1 0 0,0 0-1 0 0,-1 0 1 0 0,1 0-1 0 0,0 0 1 0 0,0 0-1 0 0,0 1 1 0 0,0-1-1 0 0,0 0 1 0 0,0 0-1 0 0,-1 0 1 0 0,1 0-1 0 0,0 0 0 0 0,0 1 1 0 0,-8 10 914 0 0,-4 13-65 0 0,8-12-721 0 0,1 0-1 0 0,1 0 0 0 0,0 1 0 0 0,1-1 1 0 0,0 0-1 0 0,1 1 0 0 0,0-1 0 0 0,1 0 1 0 0,0 1-1 0 0,1-1 0 0 0,0 0 0 0 0,1 0 1 0 0,5 12-1 0 0,-6-16-99 0 0,1 0 1 0 0,1 0-1 0 0,-1 0 0 0 0,1 0 1 0 0,1-1-1 0 0,-1 1 0 0 0,1-1 1 0 0,1 0-1 0 0,-1-1 0 0 0,1 1 1 0 0,0-1-1 0 0,0 0 0 0 0,1-1 1 0 0,0 0-1 0 0,0 0 0 0 0,0 0 0 0 0,1-1 1 0 0,-1 0-1 0 0,13 5 0 0 0,-16-8-41 0 0,-1 0-1 0 0,1 0 0 0 0,-1-1 0 0 0,1 1 0 0 0,-1-1 0 0 0,1 1 0 0 0,-1-1 0 0 0,1 0 0 0 0,-1-1 0 0 0,1 1 0 0 0,-1-1 1 0 0,1 1-1 0 0,-1-1 0 0 0,0 0 0 0 0,1 0 0 0 0,-1-1 0 0 0,0 1 0 0 0,0-1 0 0 0,1 1 0 0 0,-1-1 0 0 0,0 0 1 0 0,-1 0-1 0 0,1 0 0 0 0,0-1 0 0 0,-1 1 0 0 0,1-1 0 0 0,-1 1 0 0 0,0-1 0 0 0,0 0 0 0 0,0 0 0 0 0,0 0 0 0 0,0 0 1 0 0,-1 0-1 0 0,2-4 0 0 0,0 0 61 0 0,-1 1 1 0 0,1-1-1 0 0,-2 0 0 0 0,1 0 1 0 0,-1 0-1 0 0,0 0 1 0 0,0 0-1 0 0,-1 0 0 0 0,0 0 1 0 0,0 0-1 0 0,-1 0 1 0 0,0 0-1 0 0,0 0 0 0 0,0 0 1 0 0,-1 0-1 0 0,-3-8 1 0 0,-3 0 52 0 0,0 0 1 0 0,-1 0-1 0 0,-1 1 1 0 0,0 0-1 0 0,-1 1 1 0 0,0 0-1 0 0,-1 1 1 0 0,-1 0-1 0 0,-27-20 1 0 0,28 26-1281 0 0,-1 3-3652 0 0</inkml:trace>
</inkml:ink>
</file>

<file path=ppt/ink/ink17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12.171"/>
    </inkml:context>
    <inkml:brush xml:id="br0">
      <inkml:brushProperty name="width" value="0.1" units="cm"/>
      <inkml:brushProperty name="height" value="0.1" units="cm"/>
      <inkml:brushProperty name="color" value="#004F8B"/>
    </inkml:brush>
  </inkml:definitions>
  <inkml:trace contextRef="#ctx0" brushRef="#br0">28 1 8754 0 0,'-3'14'6239'0'0,"-3"6"-3606"0"0,-7 27-1131 0 0,10-15-1215 0 0,0 49 0 0 0,3-71-661 0 0,1 0 1 0 0,0 0-1 0 0,0 0 0 0 0,1 0 0 0 0,1 0 0 0 0,-1-1 0 0 0,2 1 0 0 0,-1-1 0 0 0,7 12 0 0 0</inkml:trace>
</inkml:ink>
</file>

<file path=ppt/ink/ink17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12.364"/>
    </inkml:context>
    <inkml:brush xml:id="br0">
      <inkml:brushProperty name="width" value="0.1" units="cm"/>
      <inkml:brushProperty name="height" value="0.1" units="cm"/>
      <inkml:brushProperty name="color" value="#004F8B"/>
    </inkml:brush>
  </inkml:definitions>
  <inkml:trace contextRef="#ctx0" brushRef="#br0">15 73 15667 0 0,'-3'-14'798'0'0,"0"5"-14"0"0,0-1-1 0 0,1 1 0 0 0,1 0 0 0 0,-2-12 1 0 0,4 25-891 0 0,0 0 0 0 0,0 0 1 0 0,0 0-1 0 0,0 0 1 0 0,1 0-1 0 0,0 0 0 0 0,0 0 1 0 0,0-1-1 0 0,0 1 1 0 0,0 0-1 0 0,1-1 0 0 0,3 4 1 0 0,47 50-3358 0 0,-13-15 3585 0 0,-22-17-35 0 0</inkml:trace>
</inkml:ink>
</file>

<file path=ppt/ink/ink17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12.646"/>
    </inkml:context>
    <inkml:brush xml:id="br0">
      <inkml:brushProperty name="width" value="0.1" units="cm"/>
      <inkml:brushProperty name="height" value="0.1" units="cm"/>
      <inkml:brushProperty name="color" value="#004F8B"/>
    </inkml:brush>
  </inkml:definitions>
  <inkml:trace contextRef="#ctx0" brushRef="#br0">130 73 2016 0 0,'2'-4'178'0'0,"-1"0"-1"0"0,1 0 0 0 0,-1-1 1 0 0,1 1-1 0 0,-2-1 0 0 0,1 1 0 0 0,0 0 1 0 0,-1-1-1 0 0,0 1 0 0 0,0-7 0 0 0,0 10-36 0 0,0 0-1 0 0,0 0 0 0 0,0 1 0 0 0,-1-1 0 0 0,1 0 1 0 0,0 0-1 0 0,0 0 0 0 0,-1 0 0 0 0,1 1 0 0 0,-1-1 0 0 0,1 0 1 0 0,-1 0-1 0 0,1 1 0 0 0,-1-1 0 0 0,1 0 0 0 0,-1 1 1 0 0,0-1-1 0 0,1 0 0 0 0,-1 1 0 0 0,0-1 0 0 0,1 1 0 0 0,-2-1 1 0 0,0 1 30 0 0,1-1 0 0 0,-1 1 1 0 0,1 0-1 0 0,-1 0 0 0 0,0 0 0 0 0,1 0 1 0 0,-1 0-1 0 0,1 0 0 0 0,-1 1 1 0 0,1-1-1 0 0,-1 0 0 0 0,1 1 1 0 0,-1 0-1 0 0,1-1 0 0 0,-1 1 1 0 0,1 0-1 0 0,-2 1 0 0 0,-5 2 31 0 0,1 1 0 0 0,0 1 0 0 0,0 0-1 0 0,1 0 1 0 0,-1 0 0 0 0,2 0 0 0 0,-1 1 0 0 0,1 0 0 0 0,-1 0-1 0 0,2 1 1 0 0,-1 0 0 0 0,1-1 0 0 0,1 1 0 0 0,-1 1 0 0 0,1-1-1 0 0,1 0 1 0 0,-3 13 0 0 0,3-15-78 0 0,1 1 0 0 0,0-1 0 0 0,0 0-1 0 0,1 1 1 0 0,-1-1 0 0 0,2 1 0 0 0,-1-1 0 0 0,1 1 0 0 0,-1-1 0 0 0,2 1 0 0 0,-1-1-1 0 0,1 0 1 0 0,0 1 0 0 0,0-1 0 0 0,1 0 0 0 0,0-1 0 0 0,0 1 0 0 0,0 0-1 0 0,1-1 1 0 0,-1 1 0 0 0,1-1 0 0 0,1 0 0 0 0,-1-1 0 0 0,6 5 0 0 0,36 18-483 0 0,4 1-302 0 0,-47-26 623 0 0,0 1 1 0 0,1-1-1 0 0,-1 1 0 0 0,0-1 0 0 0,-1 1 0 0 0,1 0 0 0 0,0 1 0 0 0,-1-1 0 0 0,0 0 0 0 0,3 6 0 0 0,-4-7 15 0 0,0 0 0 0 0,-1 0 0 0 0,1 0 0 0 0,-1 0 0 0 0,1 0 0 0 0,-1 1 0 0 0,0-1 0 0 0,0 0 0 0 0,0 0 0 0 0,0 0 0 0 0,-1 0 0 0 0,1 0 0 0 0,0 0 0 0 0,-1 0 0 0 0,1 1 0 0 0,-1-1 1 0 0,0 0-1 0 0,0-1 0 0 0,0 1 0 0 0,-2 3 0 0 0,0 0-102 0 0,-1 1 1 0 0,0-1-1 0 0,0-1 1 0 0,-1 1-1 0 0,-7 6 1 0 0,0-1-539 0 0</inkml:trace>
</inkml:ink>
</file>

<file path=ppt/ink/ink17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12.946"/>
    </inkml:context>
    <inkml:brush xml:id="br0">
      <inkml:brushProperty name="width" value="0.1" units="cm"/>
      <inkml:brushProperty name="height" value="0.1" units="cm"/>
      <inkml:brushProperty name="color" value="#004F8B"/>
    </inkml:brush>
  </inkml:definitions>
  <inkml:trace contextRef="#ctx0" brushRef="#br0">0 346 4609 0 0,'28'-10'919'0'0,"-1"-2"0"0"0,-1-1 0 0 0,0 0 0 0 0,-1-2 0 0 0,27-21 0 0 0,-46 31-680 0 0,1 0 1 0 0,-1-1-1 0 0,0 1 1 0 0,0-1-1 0 0,0-1 1 0 0,-1 1-1 0 0,0-1 1 0 0,0 0-1 0 0,-1 0 1 0 0,0-1-1 0 0,0 1 1 0 0,-1-1-1 0 0,0 0 1 0 0,0 0-1 0 0,-1 0 1 0 0,0 0-1 0 0,0 0 1 0 0,-1 0-1 0 0,0-1 1 0 0,0 1-1 0 0,-1-1 1 0 0,-1-13-1 0 0,0 19-203 0 0,1 0 0 0 0,-1 0 0 0 0,0 0-1 0 0,0 0 1 0 0,0 0 0 0 0,0 0 0 0 0,0 0 0 0 0,0 0-1 0 0,-1 0 1 0 0,0 0 0 0 0,1 1 0 0 0,-1-1 0 0 0,0 1-1 0 0,0-1 1 0 0,0 1 0 0 0,-1 0 0 0 0,1-1-1 0 0,-1 1 1 0 0,1 1 0 0 0,-1-1 0 0 0,0 0 0 0 0,1 1-1 0 0,-1-1 1 0 0,0 1 0 0 0,0 0 0 0 0,0 0 0 0 0,0 0-1 0 0,0 0 1 0 0,0 0 0 0 0,-1 1 0 0 0,1-1-1 0 0,0 1 1 0 0,0 0 0 0 0,0 0 0 0 0,-1 0 0 0 0,1 1-1 0 0,0-1 1 0 0,0 1 0 0 0,0 0 0 0 0,0-1 0 0 0,-4 3-1 0 0,4-1 21 0 0,1 0-1 0 0,-1 0 1 0 0,1 0-1 0 0,0 1 1 0 0,-1-1-1 0 0,1 0 0 0 0,0 1 1 0 0,1 0-1 0 0,-1-1 1 0 0,0 1-1 0 0,1 0 1 0 0,-1 0-1 0 0,1 0 0 0 0,0 0 1 0 0,0 0-1 0 0,0 0 1 0 0,1 1-1 0 0,-1 2 1 0 0,-5 61 49 0 0,6-65-98 0 0,0 15-242 0 0,0 0 0 0 0,2 0 0 0 0,0 1 0 0 0,1-2 0 0 0,1 1 0 0 0,0 0 0 0 0,14 30 0 0 0,-5-19-5663 0 0</inkml:trace>
</inkml:ink>
</file>

<file path=ppt/ink/ink17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13.136"/>
    </inkml:context>
    <inkml:brush xml:id="br0">
      <inkml:brushProperty name="width" value="0.1" units="cm"/>
      <inkml:brushProperty name="height" value="0.1" units="cm"/>
      <inkml:brushProperty name="color" value="#004F8B"/>
    </inkml:brush>
  </inkml:definitions>
  <inkml:trace contextRef="#ctx0" brushRef="#br0">169 1 11058 0 0,'-16'82'3868'0'0,"-5"-19"-3171"0"0,-42 82 0 0 0,1-4-6387 0 0,56-125 5222 0 0</inkml:trace>
</inkml:ink>
</file>

<file path=ppt/ink/ink17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13.486"/>
    </inkml:context>
    <inkml:brush xml:id="br0">
      <inkml:brushProperty name="width" value="0.1" units="cm"/>
      <inkml:brushProperty name="height" value="0.1" units="cm"/>
      <inkml:brushProperty name="color" value="#004F8B"/>
    </inkml:brush>
  </inkml:definitions>
  <inkml:trace contextRef="#ctx0" brushRef="#br0">44 97 3801 0 0,'-3'-11'617'0'0,"0"-1"0"0"0,0 1 0 0 0,-8-17 0 0 0,8 23 1270 0 0,0 0-1 0 0,1 0 0 0 0,-2 1 0 0 0,1-1 0 0 0,-6-5 0 0 0,12 43 2329 0 0,20 218-2191 0 0,-9-65-3317 0 0,7-64-4900 0 0,-15-97-840 0 0</inkml:trace>
</inkml:ink>
</file>

<file path=ppt/ink/ink17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13.691"/>
    </inkml:context>
    <inkml:brush xml:id="br0">
      <inkml:brushProperty name="width" value="0.1" units="cm"/>
      <inkml:brushProperty name="height" value="0.1" units="cm"/>
      <inkml:brushProperty name="color" value="#004F8B"/>
    </inkml:brush>
  </inkml:definitions>
  <inkml:trace contextRef="#ctx0" brushRef="#br0">0 167 4609 0 0,'4'-6'558'0'0,"-1"0"0"0"0,1 0 1 0 0,0 0-1 0 0,1 0 0 0 0,-1 1 0 0 0,1 0 0 0 0,0 0 1 0 0,0 0-1 0 0,10-7 0 0 0,1-1 229 0 0,-3 1-88 0 0,1 0 0 0 0,0 1 0 0 0,23-13-1 0 0,-29 20-808 0 0,0 0 0 0 0,0 0-1 0 0,1 1 1 0 0,-1 0-1 0 0,1 1 1 0 0,-1 0 0 0 0,1 0-1 0 0,17-1 1 0 0,36 0-27 0 0,-42 0 137 0 0</inkml:trace>
</inkml:ink>
</file>

<file path=ppt/ink/ink17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13.993"/>
    </inkml:context>
    <inkml:brush xml:id="br0">
      <inkml:brushProperty name="width" value="0.1" units="cm"/>
      <inkml:brushProperty name="height" value="0.1" units="cm"/>
      <inkml:brushProperty name="color" value="#004F8B"/>
    </inkml:brush>
  </inkml:definitions>
  <inkml:trace contextRef="#ctx0" brushRef="#br0">95 79 5065 0 0,'-4'0'266'0'0,"1"1"1"0"0,-1 0-1 0 0,0 0 1 0 0,1 0-1 0 0,-1 0 0 0 0,0 0 1 0 0,1 1-1 0 0,0-1 0 0 0,-1 1 1 0 0,1 0-1 0 0,0 0 0 0 0,0 1 1 0 0,0-1-1 0 0,0 1 1 0 0,0-1-1 0 0,1 1 0 0 0,-1 0 1 0 0,1 0-1 0 0,-1 0 0 0 0,1 0 1 0 0,0 0-1 0 0,0 1 0 0 0,1-1 1 0 0,-1 1-1 0 0,-1 5 1 0 0,-1 1 173 0 0,1 1 0 0 0,0-1 1 0 0,0 0-1 0 0,1 1 0 0 0,1 0 1 0 0,-1 0-1 0 0,2-1 1 0 0,0 12-1 0 0,0-18-382 0 0,0 0-1 0 0,1 0 1 0 0,-1 0 0 0 0,1 0-1 0 0,0 0 1 0 0,0 0-1 0 0,0 0 1 0 0,1 0 0 0 0,-1 0-1 0 0,1 0 1 0 0,0-1-1 0 0,0 1 1 0 0,0-1 0 0 0,1 0-1 0 0,-1 1 1 0 0,1-1 0 0 0,0 0-1 0 0,-1 0 1 0 0,1-1-1 0 0,1 1 1 0 0,-1-1 0 0 0,0 1-1 0 0,1-1 1 0 0,-1 0-1 0 0,1 0 1 0 0,0-1 0 0 0,-1 1-1 0 0,1-1 1 0 0,0 1-1 0 0,0-1 1 0 0,0-1 0 0 0,0 1-1 0 0,0 0 1 0 0,0-1 0 0 0,5 0-1 0 0,-1 0 45 0 0,0-1 0 0 0,0 1 0 0 0,0-2-1 0 0,0 1 1 0 0,0-1 0 0 0,-1 0 0 0 0,1-1-1 0 0,-1 1 1 0 0,1-2 0 0 0,-1 1 0 0 0,0-1 0 0 0,0 0-1 0 0,0 0 1 0 0,-1-1 0 0 0,0 0 0 0 0,0 0-1 0 0,8-8 1 0 0,-8 4-56 0 0,0 0-1 0 0,0 0 0 0 0,0 0 1 0 0,-1-1-1 0 0,-1 0 0 0 0,0 0 1 0 0,0 0-1 0 0,-1 0 0 0 0,0-1 1 0 0,0 0-1 0 0,-2 1 0 0 0,1-1 1 0 0,-1 0-1 0 0,-1 0 0 0 0,0 1 1 0 0,0-1-1 0 0,-1 0 0 0 0,0 0 1 0 0,-1 0-1 0 0,-1 1 0 0 0,1-1 1 0 0,-2 1-1 0 0,-4-12 0 0 0,7 20-144 0 0,0 1 0 0 0,1 0 0 0 0,-1-1 0 0 0,0 1 0 0 0,0-1-1 0 0,0 1 1 0 0,0 0 0 0 0,0 0 0 0 0,0-1 0 0 0,0 1-1 0 0,0 0 1 0 0,0 0 0 0 0,0 0 0 0 0,-1 0 0 0 0,1 0 0 0 0,0 1-1 0 0,-1-1 1 0 0,1 0 0 0 0,-1 1 0 0 0,1-1 0 0 0,-1 1-1 0 0,1-1 1 0 0,-1 1 0 0 0,1 0 0 0 0,-1-1 0 0 0,-3 1 0 0 0</inkml:trace>
</inkml:ink>
</file>

<file path=ppt/ink/ink17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14.247"/>
    </inkml:context>
    <inkml:brush xml:id="br0">
      <inkml:brushProperty name="width" value="0.1" units="cm"/>
      <inkml:brushProperty name="height" value="0.1" units="cm"/>
      <inkml:brushProperty name="color" value="#004F8B"/>
    </inkml:brush>
  </inkml:definitions>
  <inkml:trace contextRef="#ctx0" brushRef="#br0">0 1 11058 0 0,'7'11'8876'0'0,"18"43"-7303"0"0,-5 5-1128 0 0,-3 1 0 0 0,16 101 0 0 0,-19-86-2086 0 0,25 81-1 0 0,-31-131-5450 0 0</inkml:trace>
</inkml:ink>
</file>

<file path=ppt/ink/ink17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14.438"/>
    </inkml:context>
    <inkml:brush xml:id="br0">
      <inkml:brushProperty name="width" value="0.1" units="cm"/>
      <inkml:brushProperty name="height" value="0.1" units="cm"/>
      <inkml:brushProperty name="color" value="#004F8B"/>
    </inkml:brush>
  </inkml:definitions>
  <inkml:trace contextRef="#ctx0" brushRef="#br0">90 82 8290 0 0,'-2'0'15'0'0,"-8"-1"672"0"0,-1-1 0 0 0,0 0 1 0 0,-11-3-1 0 0,20 4-495 0 0,0 1 1 0 0,1 0 0 0 0,-1-1-1 0 0,1 1 1 0 0,-1-1 0 0 0,1 0 0 0 0,-1 1-1 0 0,1-1 1 0 0,-1 0 0 0 0,1 0-1 0 0,0 0 1 0 0,-1 0 0 0 0,1 0 0 0 0,0 0-1 0 0,0 0 1 0 0,0-1 0 0 0,0 1-1 0 0,0 0 1 0 0,0-1 0 0 0,0 1 0 0 0,0 0-1 0 0,0-1 1 0 0,1 1 0 0 0,-1-1-1 0 0,1 0 1 0 0,-1 1 0 0 0,1-1 0 0 0,-1 1-1 0 0,1-1 1 0 0,0-2 0 0 0,1 3-116 0 0,-1-1 1 0 0,1 1-1 0 0,0-1 1 0 0,0 0-1 0 0,-1 1 1 0 0,1 0-1 0 0,1-1 1 0 0,-1 1-1 0 0,0-1 1 0 0,0 1-1 0 0,0 0 1 0 0,1 0 0 0 0,-1 0-1 0 0,1 0 1 0 0,-1 0-1 0 0,1 0 1 0 0,-1 0-1 0 0,1 0 1 0 0,-1 1-1 0 0,1-1 1 0 0,0 0-1 0 0,-1 1 1 0 0,1 0-1 0 0,0-1 1 0 0,2 1-1 0 0,47-7-343 0 0,-49 7 178 0 0,25-1-4379 0 0,1 2-1633 0 0</inkml:trace>
</inkml:ink>
</file>

<file path=ppt/ink/ink17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15.121"/>
    </inkml:context>
    <inkml:brush xml:id="br0">
      <inkml:brushProperty name="width" value="0.1" units="cm"/>
      <inkml:brushProperty name="height" value="0.1" units="cm"/>
      <inkml:brushProperty name="color" value="#004F8B"/>
    </inkml:brush>
  </inkml:definitions>
  <inkml:trace contextRef="#ctx0" brushRef="#br0">66 34 5529 0 0,'7'-23'2733'0'0,"-7"22"-2531"0"0,0 1-1 0 0,1-1 0 0 0,-1 0 1 0 0,0 1-1 0 0,1-1 0 0 0,-1 1 1 0 0,1-1-1 0 0,-1 1 0 0 0,0-1 1 0 0,1 1-1 0 0,0-1 0 0 0,-1 1 1 0 0,1-1-1 0 0,-1 1 0 0 0,1 0 0 0 0,-1-1 1 0 0,1 1-1 0 0,0 0 0 0 0,-1-1 1 0 0,1 1-1 0 0,0 0 0 0 0,-1 0 1 0 0,1 0-1 0 0,0 0 0 0 0,0 0 1 0 0,-1 0-1 0 0,1-1 0 0 0,0 2 1 0 0,-1-1-1 0 0,1 0 0 0 0,1 0 0 0 0,-2 1-106 0 0,1-1 0 0 0,-1 1-1 0 0,0-1 1 0 0,0 1-1 0 0,0-1 1 0 0,1 1-1 0 0,-1-1 1 0 0,0 1 0 0 0,0 0-1 0 0,0-1 1 0 0,0 1-1 0 0,0-1 1 0 0,0 1-1 0 0,0 0 1 0 0,0-1-1 0 0,0 1 1 0 0,0-1 0 0 0,0 1-1 0 0,-1 0 1 0 0,1-1-1 0 0,0 1 1 0 0,0-1-1 0 0,-1 1 1 0 0,1-1-1 0 0,-1 2 1 0 0,-7 16 822 0 0,8-18-798 0 0,-28 48 1034 0 0,-12 23-373 0 0,37-66-730 0 0,1 0 0 0 0,0 1 1 0 0,0-1-1 0 0,1 1 0 0 0,-1-1 0 0 0,1 1 1 0 0,0-1-1 0 0,1 1 0 0 0,0 0 0 0 0,0 11 0 0 0,0-16-44 0 0,0 0 0 0 0,0 1-1 0 0,0-1 1 0 0,1 1 0 0 0,-1-1 0 0 0,0 0-1 0 0,0 1 1 0 0,1-1 0 0 0,-1 0-1 0 0,1 1 1 0 0,0-1 0 0 0,-1 0-1 0 0,1 0 1 0 0,0 1 0 0 0,0-1-1 0 0,-1 0 1 0 0,1 0 0 0 0,0 0-1 0 0,0 0 1 0 0,0 0 0 0 0,0 0-1 0 0,0-1 1 0 0,1 1 0 0 0,-1 0 0 0 0,0 0-1 0 0,0-1 1 0 0,1 1 0 0 0,-1-1-1 0 0,0 1 1 0 0,1-1 0 0 0,-1 1-1 0 0,0-1 1 0 0,1 0 0 0 0,-1 0-1 0 0,0 0 1 0 0,1 0 0 0 0,-1 0-1 0 0,1 0 1 0 0,-1 0 0 0 0,0 0-1 0 0,1 0 1 0 0,-1-1 0 0 0,1 1-1 0 0,-1 0 1 0 0,0-1 0 0 0,0 1 0 0 0,1-1-1 0 0,-1 0 1 0 0,0 1 0 0 0,0-1-1 0 0,0 0 1 0 0,1 0 0 0 0,-1 0-1 0 0,0 0 1 0 0,0 0 0 0 0,0 0-1 0 0,-1 0 1 0 0,1 0 0 0 0,0 0-1 0 0,0 0 1 0 0,0 0 0 0 0,-1-1-1 0 0,1 1 1 0 0,0-2 0 0 0,6-10 224 0 0,1 0-1 0 0,19-23 1 0 0,-10 15-2146 0 0,-17 21 1941 0 0,18-29-4128 0 0,-15 13 2867 0 0,-3 15 1335 0 0,0 1 1 0 0,0 0 0 0 0,0-1 0 0 0,0 1 0 0 0,-1 0 0 0 0,1-1 0 0 0,0 1-1 0 0,0 0 1 0 0,0-1 0 0 0,-1 1 0 0 0,1 0 0 0 0,0-1 0 0 0,-1 1 0 0 0,1 0-1 0 0,0 0 1 0 0,-1-1 0 0 0,1 1 0 0 0,0 0 0 0 0,-1 0 0 0 0,1 0 0 0 0,0-1-1 0 0,-1 1 1 0 0,1 0 0 0 0,-1 0 0 0 0,1 0 0 0 0,0 0 0 0 0,-1 0 0 0 0,1 0 0 0 0,-1 0-1 0 0,1 0 1 0 0,-1 0 0 0 0,1 0 0 0 0,-1 0 0 0 0,-6 18 1097 0 0,7-14-1081 0 0,1 0-1 0 0,0 0 0 0 0,0 0 0 0 0,0 0 0 0 0,1 0 1 0 0,-1 0-1 0 0,1 0 0 0 0,0-1 0 0 0,0 1 0 0 0,0-1 0 0 0,0 1 1 0 0,1-1-1 0 0,4 5 0 0 0,-5-5-66 0 0,8 9-19 0 0,1 0 0 0 0,23 20 0 0 0,8-1-2732 0 0,-24-20-3915 0 0</inkml:trace>
</inkml:ink>
</file>

<file path=ppt/ink/ink17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15.391"/>
    </inkml:context>
    <inkml:brush xml:id="br0">
      <inkml:brushProperty name="width" value="0.1" units="cm"/>
      <inkml:brushProperty name="height" value="0.1" units="cm"/>
      <inkml:brushProperty name="color" value="#004F8B"/>
    </inkml:brush>
  </inkml:definitions>
  <inkml:trace contextRef="#ctx0" brushRef="#br0">14 0 14283 0 0,'-2'1'97'0'0,"1"0"0"0"0,0 0-1 0 0,0 0 1 0 0,0 0 0 0 0,1 0 0 0 0,-1 0-1 0 0,0 1 1 0 0,0-1 0 0 0,1 0-1 0 0,-1 0 1 0 0,0 1 0 0 0,1-1 0 0 0,-1 0-1 0 0,1 1 1 0 0,0-1 0 0 0,-1 0 0 0 0,1 1-1 0 0,0-1 1 0 0,0 1 0 0 0,0-1 0 0 0,0 0-1 0 0,0 1 1 0 0,0 1 0 0 0,7 43 1065 0 0,-4-26-814 0 0,30 192 2815 0 0,-7-106-4533 0 0,-16-75-2254 0 0,17 36 0 0 0,-6-23-938 0 0</inkml:trace>
</inkml:ink>
</file>

<file path=ppt/ink/ink17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15.895"/>
    </inkml:context>
    <inkml:brush xml:id="br0">
      <inkml:brushProperty name="width" value="0.1" units="cm"/>
      <inkml:brushProperty name="height" value="0.1" units="cm"/>
      <inkml:brushProperty name="color" value="#004F8B"/>
    </inkml:brush>
  </inkml:definitions>
  <inkml:trace contextRef="#ctx0" brushRef="#br0">1 3 13827 0 0,'7'3'4377'0'0,"34"1"-2883"0"0,4-9-2044 0 0,2 1-3459 0 0,-33 3-1608 0 0</inkml:trace>
</inkml:ink>
</file>

<file path=ppt/ink/ink17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16.053"/>
    </inkml:context>
    <inkml:brush xml:id="br0">
      <inkml:brushProperty name="width" value="0.1" units="cm"/>
      <inkml:brushProperty name="height" value="0.1" units="cm"/>
      <inkml:brushProperty name="color" value="#004F8B"/>
    </inkml:brush>
  </inkml:definitions>
  <inkml:trace contextRef="#ctx0" brushRef="#br0">9 1 10138 0 0,'-4'1'896'0'0,"1"-1"-712"0"0,1 2-184 0 0,2-1 448 0 0,2-1 49 0 0,-1 1 15 0 0,1-1 0 0 0,2 2-216 0 0,1-2-40 0 0,2 1 0 0 0,1-1-8 0 0,0-1-1208 0 0,3-1-232 0 0,0 2-57 0 0,2-1 1 0 0,-1 0 1040 0 0,-3-1 208 0 0</inkml:trace>
</inkml:ink>
</file>

<file path=ppt/ink/ink17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16.591"/>
    </inkml:context>
    <inkml:brush xml:id="br0">
      <inkml:brushProperty name="width" value="0.1" units="cm"/>
      <inkml:brushProperty name="height" value="0.1" units="cm"/>
      <inkml:brushProperty name="color" value="#004F8B"/>
    </inkml:brush>
  </inkml:definitions>
  <inkml:trace contextRef="#ctx0" brushRef="#br0">3 1799 13827 0 0,'0'0'21'0'0,"0"0"-1"0"0,0 1 1 0 0,0-1 0 0 0,0 0-1 0 0,-1 0 1 0 0,1 0 0 0 0,0 0-1 0 0,0 0 1 0 0,0 0 0 0 0,0 0-1 0 0,0 1 1 0 0,-1-1 0 0 0,1 0-1 0 0,0 0 1 0 0,0 0 0 0 0,0 0-1 0 0,0 1 1 0 0,0-1 0 0 0,0 0-1 0 0,0 0 1 0 0,0 0 0 0 0,0 0-1 0 0,0 1 1 0 0,0-1 0 0 0,0 0-1 0 0,0 0 1 0 0,-1 0 0 0 0,1 1-1 0 0,1-1 1 0 0,-1 0 0 0 0,0 0-1 0 0,0 0 1 0 0,0 0 0 0 0,0 1-1 0 0,0-1 1 0 0,0 0 0 0 0,0 0-1 0 0,0 0 1 0 0,0 0 0 0 0,0 1-1 0 0,0-1 1 0 0,0 0 0 0 0,0 0-1 0 0,1 0 1 0 0,-1 0 0 0 0,0 1-1 0 0,0-1 1 0 0,0 0 0 0 0,0 0-1 0 0,0 0 1 0 0,1 0 0 0 0,-1 0-1 0 0,0 0 1 0 0,0 0 0 0 0,17 17 823 0 0,34 22 397 0 0,-38-30-806 0 0,143 114 2986 0 0,68 69-2505 0 0,-134-114-531 0 0,-86-75-375 0 0,-2 0-10 0 0,1 0 1 0 0,0-1-1 0 0,-1 1 1 0 0,1-1-1 0 0,0 0 1 0 0,0 0-1 0 0,0 0 0 0 0,1 0 1 0 0,-1-1-1 0 0,5 2 1 0 0,-8-6-1 0 0,0 0 1 0 0,0 0 0 0 0,-1 0-1 0 0,1 0 1 0 0,-1-1 0 0 0,1 1-1 0 0,-1 0 1 0 0,0 0 0 0 0,-2-4-1 0 0,2 4 10 0 0,-182-633 934 0 0,111 322-776 0 0,14-3 0 0 0,-18-348 0 0 0,73 619-388 0 0,-7-81-89 0 0,7 112 50 0 0,0 1-1 0 0,0 0 1 0 0,-1-1-1 0 0,-1 1 0 0 0,0 1 1 0 0,-10-19-1 0 0,13 29 1 0 0,0 0 0 0 0,0 0 0 0 0,0 0 0 0 0,0 1 0 0 0,0-1 0 0 0,-1 0-1 0 0,-4-3 1 0 0,5 5-36 0 0,1 0-1 0 0,0 0 0 0 0,-1 1 0 0 0,1-1 0 0 0,0 1 0 0 0,-1-1 0 0 0,1 1 1 0 0,-1-1-1 0 0,1 1 0 0 0,-1 0 0 0 0,1-1 0 0 0,-1 1 0 0 0,-1 0 1 0 0,-11 2-5444 0 0</inkml:trace>
</inkml:ink>
</file>

<file path=ppt/ink/ink17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16.973"/>
    </inkml:context>
    <inkml:brush xml:id="br0">
      <inkml:brushProperty name="width" value="0.1" units="cm"/>
      <inkml:brushProperty name="height" value="0.1" units="cm"/>
      <inkml:brushProperty name="color" value="#004F8B"/>
    </inkml:brush>
  </inkml:definitions>
  <inkml:trace contextRef="#ctx0" brushRef="#br0">0 641 3225 0 0,'2'-3'130'0'0,"0"0"0"0"0,0 0 0 0 0,0 0 1 0 0,0 0-1 0 0,0 1 0 0 0,1-1 0 0 0,-1 1 1 0 0,1-1-1 0 0,0 1 0 0 0,0 0 0 0 0,0 0 1 0 0,0 0-1 0 0,6-3 0 0 0,50-18 2081 0 0,-39 16-1562 0 0,121-41 2390 0 0,3 7 0 0 0,149-23 0 0 0,302-11-1140 0 0,235 33-1575 0 0,-231 16-176 0 0,406-46 264 0 0,-6-45-54 0 0,-876 99-642 0 0,356-47-2774 0 0,-435 60-3044 0 0</inkml:trace>
</inkml:ink>
</file>

<file path=ppt/ink/ink17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17.876"/>
    </inkml:context>
    <inkml:brush xml:id="br0">
      <inkml:brushProperty name="width" value="0.1" units="cm"/>
      <inkml:brushProperty name="height" value="0.1" units="cm"/>
      <inkml:brushProperty name="color" value="#004F8B"/>
    </inkml:brush>
  </inkml:definitions>
  <inkml:trace contextRef="#ctx0" brushRef="#br0">1 389 9218 0 0,'0'-1'65'0'0,"0"0"0"0"0,0 0 0 0 0,1 0 0 0 0,-1 1 0 0 0,0-1 0 0 0,1 0 0 0 0,-1 0-1 0 0,1 1 1 0 0,-1-1 0 0 0,1 0 0 0 0,-1 0 0 0 0,1 1 0 0 0,-1-1 0 0 0,1 0 0 0 0,0 1 0 0 0,-1-1 0 0 0,1 1 0 0 0,0-1 0 0 0,-1 1 0 0 0,1-1 0 0 0,0 1 0 0 0,0 0-1 0 0,0-1 1 0 0,-1 1 0 0 0,1 0 0 0 0,0-1 0 0 0,0 1 0 0 0,0 0 0 0 0,0 0 0 0 0,0 0 0 0 0,-1 0 0 0 0,1 0 0 0 0,0 0 0 0 0,0 0 0 0 0,0 0 0 0 0,1 1 0 0 0,0-1 74 0 0,1 0 0 0 0,-1 0 0 0 0,1 0 0 0 0,-1 1 1 0 0,0-1-1 0 0,1 1 0 0 0,-1 0 0 0 0,0-1 0 0 0,0 1 1 0 0,1 0-1 0 0,-1 1 0 0 0,0-1 0 0 0,3 2 1 0 0,3 7 200 0 0,-1 0 1 0 0,0 0-1 0 0,0 1 0 0 0,-1 0 1 0 0,7 16-1 0 0,8 13 11 0 0,4 4-156 0 0,56 71-1 0 0,-68-100-160 0 0,0 0-1 0 0,1-1 1 0 0,1 0 0 0 0,0-1 0 0 0,1-1 0 0 0,0 0-1 0 0,28 14 1 0 0,-42-24 38 0 0,0-1 0 0 0,0 0 0 0 0,0 0 0 0 0,0 0 0 0 0,1 0 0 0 0,-1 0 0 0 0,0-1 0 0 0,0 1 0 0 0,1-1 0 0 0,-1 1 0 0 0,1-1 0 0 0,-1 0 0 0 0,0 0 0 0 0,1 0 0 0 0,-1 0 0 0 0,1 0 0 0 0,-1-1 0 0 0,0 1 0 0 0,1-1 0 0 0,-1 0 0 0 0,0 1 0 0 0,1-1 0 0 0,-1 0 0 0 0,3-2 0 0 0,-2 0 114 0 0,0 0-1 0 0,0 0 1 0 0,-1 0-1 0 0,0 0 1 0 0,1-1-1 0 0,-1 1 1 0 0,-1-1-1 0 0,1 1 1 0 0,0-1-1 0 0,-1 0 1 0 0,0 1-1 0 0,0-1 1 0 0,0 0-1 0 0,1-6 1 0 0,20-133 1761 0 0,26-115-1382 0 0,-32 196-783 0 0,-2 6-588 0 0,3-1 1 0 0,32-74-1 0 0,-39 112-6777 0 0</inkml:trace>
</inkml:ink>
</file>

<file path=ppt/ink/ink17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18.414"/>
    </inkml:context>
    <inkml:brush xml:id="br0">
      <inkml:brushProperty name="width" value="0.1" units="cm"/>
      <inkml:brushProperty name="height" value="0.1" units="cm"/>
      <inkml:brushProperty name="color" value="#004F8B"/>
    </inkml:brush>
  </inkml:definitions>
  <inkml:trace contextRef="#ctx0" brushRef="#br0">12 13 1376 0 0,'-11'-13'17975'0'0,"17"25"-17573"0"0,-1 0 0 0 0,1 0 1 0 0,-2 0-1 0 0,0 0 0 0 0,0 1 1 0 0,2 18-1 0 0,5 78-90 0 0,-10-87-200 0 0,3 96 138 0 0,0-15-1391 0 0,2-35-4657 0 0,-2-34-1038 0 0</inkml:trace>
</inkml:ink>
</file>

<file path=ppt/ink/ink17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18.763"/>
    </inkml:context>
    <inkml:brush xml:id="br0">
      <inkml:brushProperty name="width" value="0.1" units="cm"/>
      <inkml:brushProperty name="height" value="0.1" units="cm"/>
      <inkml:brushProperty name="color" value="#004F8B"/>
    </inkml:brush>
  </inkml:definitions>
  <inkml:trace contextRef="#ctx0" brushRef="#br0">2 188 5065 0 0,'0'-1'133'0'0,"0"-1"1"0"0,-1 0-1 0 0,1 0 0 0 0,0 1 0 0 0,0-1 0 0 0,0 0 1 0 0,0 0-1 0 0,0 0 0 0 0,0 1 0 0 0,0-1 0 0 0,1 0 1 0 0,-1 0-1 0 0,1 1 0 0 0,-1-1 0 0 0,1 0 1 0 0,0 1-1 0 0,0-1 0 0 0,0 1 0 0 0,-1-1 0 0 0,3-1 1 0 0,22-32 2093 0 0,-16 27-1558 0 0,-1 0 0 0 0,1 1 0 0 0,1 0 0 0 0,-1 1 0 0 0,1 0 0 0 0,0 0-1 0 0,19-7 1 0 0,82-21 2491 0 0,-60 20-3264 0 0,-34 7 520 0 0,-27 8-433 0 0,-27 9-4421 0 0</inkml:trace>
</inkml:ink>
</file>

<file path=ppt/ink/ink17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19.128"/>
    </inkml:context>
    <inkml:brush xml:id="br0">
      <inkml:brushProperty name="width" value="0.1" units="cm"/>
      <inkml:brushProperty name="height" value="0.1" units="cm"/>
      <inkml:brushProperty name="color" value="#004F8B"/>
    </inkml:brush>
  </inkml:definitions>
  <inkml:trace contextRef="#ctx0" brushRef="#br0">5 37 3225 0 0,'-4'-17'828'0'0,"4"16"-556"0"0,0 1 0 0 0,-1-1 0 0 0,1 0-1 0 0,0 0 1 0 0,1 1 0 0 0,-1-1-1 0 0,0 0 1 0 0,0 1 0 0 0,0-1 0 0 0,0 0-1 0 0,3-4 2175 0 0,-1 3-2174 0 0,14-2 5619 0 0,-1 5-4732 0 0,13 6 1232 0 0,-4 0-4028 0 0,-20-6 292 0 0</inkml:trace>
</inkml:ink>
</file>

<file path=ppt/ink/ink17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19.489"/>
    </inkml:context>
    <inkml:brush xml:id="br0">
      <inkml:brushProperty name="width" value="0.1" units="cm"/>
      <inkml:brushProperty name="height" value="0.1" units="cm"/>
      <inkml:brushProperty name="color" value="#004F8B"/>
    </inkml:brush>
  </inkml:definitions>
  <inkml:trace contextRef="#ctx0" brushRef="#br0">1 107 1376 0 0,'16'-17'2073'0'0,"44"-39"3329"0"0,-55 52-4682 0 0,-1 0-1 0 0,1 0 0 0 0,0 1 0 0 0,1 0 0 0 0,-1 0 0 0 0,1 1 0 0 0,-1-1 0 0 0,1 1 0 0 0,0 0 0 0 0,8-1 0 0 0,-11 3-571 0 0,-1 0 1 0 0,0 1-1 0 0,1-1 0 0 0,-1 1 1 0 0,0-1-1 0 0,1 1 0 0 0,-1 0 1 0 0,0 0-1 0 0,0 0 0 0 0,0 1 1 0 0,0-1-1 0 0,0 0 0 0 0,0 1 1 0 0,0-1-1 0 0,0 1 0 0 0,-1 0 1 0 0,1-1-1 0 0,0 1 0 0 0,-1 0 1 0 0,0 0-1 0 0,1 0 0 0 0,-1 0 1 0 0,0 0-1 0 0,0 1 0 0 0,0-1 1 0 0,0 3-1 0 0,5 7 72 0 0,-1 1 0 0 0,-1 1 0 0 0,3 13 0 0 0,12 76 486 0 0,-3-14-1091 0 0,-1-30-2790 0 0</inkml:trace>
</inkml:ink>
</file>

<file path=ppt/ink/ink17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19.771"/>
    </inkml:context>
    <inkml:brush xml:id="br0">
      <inkml:brushProperty name="width" value="0.1" units="cm"/>
      <inkml:brushProperty name="height" value="0.1" units="cm"/>
      <inkml:brushProperty name="color" value="#004F8B"/>
    </inkml:brush>
  </inkml:definitions>
  <inkml:trace contextRef="#ctx0" brushRef="#br0">1 7 7834 0 0,'0'-1'129'0'0,"0"1"0"0"0,1-1 1 0 0,-1 1-1 0 0,0 0 0 0 0,1-1 0 0 0,-1 1 1 0 0,0 0-1 0 0,1-1 0 0 0,-1 1 1 0 0,1 0-1 0 0,-1-1 0 0 0,1 1 0 0 0,-1 0 1 0 0,1 0-1 0 0,-1-1 0 0 0,1 1 1 0 0,-1 0-1 0 0,1 0 0 0 0,-1 0 1 0 0,1 0-1 0 0,-1 0 0 0 0,1 0 0 0 0,-1 0 1 0 0,1 0-1 0 0,-1 0 0 0 0,1 0 1 0 0,-1 0-1 0 0,1 0 0 0 0,-1 0 0 0 0,1 0 1 0 0,-1 0-1 0 0,1 1 0 0 0,-1-1 1 0 0,1 0-1 0 0,-1 0 0 0 0,1 1 1 0 0,-1-1-1 0 0,1 0 0 0 0,-1 1 0 0 0,1-1 1 0 0,-1 0-1 0 0,0 1 0 0 0,1-1 1 0 0,-1 0-1 0 0,0 1 0 0 0,1-1 0 0 0,-1 1 1 0 0,0-1-1 0 0,0 1 0 0 0,1-1 1 0 0,-1 1-1 0 0,16 26 4038 0 0,-15-14-3750 0 0,0 1 1 0 0,-1-1-1 0 0,0 1 1 0 0,-1-1-1 0 0,-1 1 1 0 0,0-1-1 0 0,-1 0 0 0 0,-6 19 1 0 0,-7 47-1862 0 0,15-73 1033 0 0,1-1 1 0 0,-1 1-1 0 0,1 0 1 0 0,1 0-1 0 0,-1-1 1 0 0,1 1-1 0 0,0 0 1 0 0,1 0-1 0 0,3 10 1 0 0,0-6 282 0 0</inkml:trace>
</inkml:ink>
</file>

<file path=ppt/ink/ink17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20.183"/>
    </inkml:context>
    <inkml:brush xml:id="br0">
      <inkml:brushProperty name="width" value="0.1" units="cm"/>
      <inkml:brushProperty name="height" value="0.1" units="cm"/>
      <inkml:brushProperty name="color" value="#004F8B"/>
    </inkml:brush>
  </inkml:definitions>
  <inkml:trace contextRef="#ctx0" brushRef="#br0">1 55 8290 0 0,'2'-6'511'0'0,"0"-1"1"0"0,1 1-1 0 0,-1 0 1 0 0,1 0-1 0 0,6-9 1 0 0,-8 15-360 0 0,-1-1 0 0 0,1 0 0 0 0,-1 1 1 0 0,1-1-1 0 0,-1 1 0 0 0,1-1 0 0 0,-1 1 0 0 0,1-1 1 0 0,-1 1-1 0 0,1-1 0 0 0,0 1 0 0 0,-1-1 1 0 0,1 1-1 0 0,0 0 0 0 0,-1-1 0 0 0,1 1 1 0 0,0 0-1 0 0,-1 0 0 0 0,1 0 0 0 0,0-1 0 0 0,0 1 1 0 0,-1 0-1 0 0,2 0 0 0 0,-1 1 24 0 0,0-1 0 0 0,0 1 0 0 0,0 0 0 0 0,0 0 0 0 0,0-1 0 0 0,0 1 0 0 0,0 0 0 0 0,0 0 0 0 0,-1 0 0 0 0,1 0 0 0 0,0 0 0 0 0,-1 0 0 0 0,1 0 0 0 0,-1 0 0 0 0,1 0 0 0 0,-1 1 0 0 0,1-1 0 0 0,-1 0 0 0 0,0 0 0 0 0,1 2 0 0 0,7 31 417 0 0,-2 0 1 0 0,-1 1-1 0 0,-1-1 0 0 0,-2 42 1 0 0,2 11 32 0 0,-4-76-658 0 0,5 54-3570 0 0,19 96 1 0 0,-19-143-2103 0 0</inkml:trace>
</inkml:ink>
</file>

<file path=ppt/ink/ink17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20.724"/>
    </inkml:context>
    <inkml:brush xml:id="br0">
      <inkml:brushProperty name="width" value="0.1" units="cm"/>
      <inkml:brushProperty name="height" value="0.1" units="cm"/>
      <inkml:brushProperty name="color" value="#004F8B"/>
    </inkml:brush>
  </inkml:definitions>
  <inkml:trace contextRef="#ctx0" brushRef="#br0">7 207 6913 0 0,'-6'-4'109'0'0,"13"-1"-733"0"0,-2 3 1274 0 0,233-122 3184 0 0,-221 114-3772 0 0,62-31 1107 0 0,-70 37-1025 0 0,0 0 0 0 0,0 1 0 0 0,0 1 0 0 0,0-1 0 0 0,1 2 0 0 0,-1-1 0 0 0,12 0 1 0 0,-20 3-7 0 0,-1-1 0 0 0,1 0 0 0 0,0 0 1 0 0,0 1-1 0 0,-1-1 0 0 0,1 0 0 0 0,0 1 1 0 0,-1-1-1 0 0,1 1 0 0 0,0-1 1 0 0,-1 1-1 0 0,1-1 0 0 0,0 1 0 0 0,-1 0 1 0 0,1-1-1 0 0,-1 1 0 0 0,1 0 0 0 0,-1-1 1 0 0,0 1-1 0 0,1 0 0 0 0,-1 0 1 0 0,0-1-1 0 0,1 1 0 0 0,-1 0 0 0 0,0 0 1 0 0,0 0-1 0 0,0-1 0 0 0,1 1 0 0 0,-1 0 1 0 0,0 0-1 0 0,0 0 0 0 0,-1 1 1 0 0,1 35 1733 0 0,-1-25-1489 0 0,2 20-218 0 0,0-1 0 0 0,3 0 0 0 0,0-1-1 0 0,2 1 1 0 0,1-1 0 0 0,1 0 0 0 0,2 0 0 0 0,16 34-1 0 0,-24-60-160 0 0,0 0 1 0 0,1 0-1 0 0,-1 0 0 0 0,1 0 0 0 0,0 0 1 0 0,0-1-1 0 0,0 0 0 0 0,0 1 0 0 0,7 4 0 0 0,-9-8-13 0 0,0 1-1 0 0,1 0 0 0 0,-1-1 0 0 0,0 1 0 0 0,1-1 0 0 0,-1 0 0 0 0,0 0 0 0 0,1 1 0 0 0,-1-1 0 0 0,1 0 0 0 0,-1 0 0 0 0,0 0 0 0 0,1 0 0 0 0,-1 0 0 0 0,1-1 0 0 0,-1 1 0 0 0,0 0 0 0 0,1-1 0 0 0,-1 1 0 0 0,0-1 0 0 0,1 1 0 0 0,-1-1 0 0 0,0 1 0 0 0,0-1 0 0 0,0 0 0 0 0,1 0 0 0 0,-1 0 0 0 0,0 0 0 0 0,0 0 0 0 0,0 0 0 0 0,0 0 0 0 0,0 0 0 0 0,-1 0 0 0 0,2-2 1 0 0,5-7 68 0 0,-1 0 0 0 0,-1 0 0 0 0,0 0 0 0 0,0-1 1 0 0,-1 0-1 0 0,0 0 0 0 0,-1 0 0 0 0,3-18 1 0 0,-3 14 46 0 0,1 1 0 0 0,0-1 0 0 0,1 1 1 0 0,9-18-1 0 0,-14 31-97 0 0,0 1-1 0 0,1-1 1 0 0,-1 1 0 0 0,0-1 0 0 0,0 1-1 0 0,0-1 1 0 0,1 1 0 0 0,-1-1 0 0 0,0 1 0 0 0,1 0-1 0 0,-1-1 1 0 0,0 1 0 0 0,1 0 0 0 0,-1-1-1 0 0,0 1 1 0 0,1 0 0 0 0,-1-1 0 0 0,1 1 0 0 0,-1 0-1 0 0,1 0 1 0 0,-1-1 0 0 0,1 1 0 0 0,-1 0-1 0 0,0 0 1 0 0,1 0 0 0 0,-1 0 0 0 0,1 0 0 0 0,-1 0-1 0 0,1-1 1 0 0,0 1 0 0 0,0 1 0 0 0,10 12 168 0 0,2 31-33 0 0,-11-39-135 0 0,8 37-732 0 0,31 76 0 0 0,-35-105-83 0 0</inkml:trace>
</inkml:ink>
</file>

<file path=ppt/ink/ink17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21.801"/>
    </inkml:context>
    <inkml:brush xml:id="br0">
      <inkml:brushProperty name="width" value="0.1" units="cm"/>
      <inkml:brushProperty name="height" value="0.1" units="cm"/>
      <inkml:brushProperty name="color" value="#004F8B"/>
    </inkml:brush>
  </inkml:definitions>
  <inkml:trace contextRef="#ctx0" brushRef="#br0">75 30 4145 0 0,'-9'-13'2154'0'0,"-2"-3"1135"0"0,10 16-3219 0 0,1 0 0 0 0,-1 0-1 0 0,0 0 1 0 0,1 0 0 0 0,-1 0-1 0 0,0 0 1 0 0,1 0 0 0 0,-1 0 0 0 0,0 0-1 0 0,1 1 1 0 0,-1-1 0 0 0,0 0-1 0 0,1 0 1 0 0,-1 1 0 0 0,1-1-1 0 0,-1 0 1 0 0,1 1 0 0 0,-1-1-1 0 0,1 0 1 0 0,-1 1 0 0 0,1-1 0 0 0,-1 1-1 0 0,1-1 1 0 0,-1 1 0 0 0,1-1-1 0 0,0 1 1 0 0,-1-1 0 0 0,1 1-1 0 0,0 0 1 0 0,-1-1 0 0 0,1 2 0 0 0,-5 6 153 0 0,0 1 0 0 0,1 0 1 0 0,0 0-1 0 0,1 0 0 0 0,0 1 1 0 0,0-1-1 0 0,1 1 0 0 0,-2 16 1 0 0,-1 85 457 0 0,5-91-500 0 0,1 42-33 0 0,2 0-1 0 0,3-1 1 0 0,3 1-1 0 0,2-2 0 0 0,3 0 1 0 0,25 68-1 0 0,-22-83-52 0 0,2-1-1 0 0,1 0 0 0 0,3-2 0 0 0,1-1 1 0 0,3 0-1 0 0,1-2 0 0 0,1-1 0 0 0,52 50 1 0 0,131 93-506 0 0,-141-130-75 0 0</inkml:trace>
</inkml:ink>
</file>

<file path=ppt/ink/ink17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22.150"/>
    </inkml:context>
    <inkml:brush xml:id="br0">
      <inkml:brushProperty name="width" value="0.1" units="cm"/>
      <inkml:brushProperty name="height" value="0.1" units="cm"/>
      <inkml:brushProperty name="color" value="#004F8B"/>
    </inkml:brush>
  </inkml:definitions>
  <inkml:trace contextRef="#ctx0" brushRef="#br0">1 2 9674 0 0,'0'0'49'0'0,"1"0"0"0"0,0 0 0 0 0,0-1 0 0 0,0 1-1 0 0,0 0 1 0 0,-1 0 0 0 0,1 0 0 0 0,0 0 0 0 0,0 0 0 0 0,0 0 0 0 0,0 0-1 0 0,0 0 1 0 0,-1 0 0 0 0,1 0 0 0 0,0 0 0 0 0,0 1 0 0 0,0-1 0 0 0,0 0 0 0 0,-1 1-1 0 0,1-1 1 0 0,0 0 0 0 0,0 1 0 0 0,22 12-149 0 0,-21-12 236 0 0,22 16 464 0 0,-2 0 0 0 0,0 1-1 0 0,-1 1 1 0 0,-1 1-1 0 0,-1 1 1 0 0,-1 0 0 0 0,-1 1-1 0 0,-1 2 1 0 0,0-1 0 0 0,15 35-1 0 0,11 31 772 0 0,47 146 0 0 0,-72-183-1378 0 0,-1 1-1 0 0,9 66 0 0 0,-21-87-1291 0 0,-1 1 1 0 0,-3 56-1 0 0,-3-44-4728 0 0</inkml:trace>
</inkml:ink>
</file>

<file path=ppt/ink/ink17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22.546"/>
    </inkml:context>
    <inkml:brush xml:id="br0">
      <inkml:brushProperty name="width" value="0.1" units="cm"/>
      <inkml:brushProperty name="height" value="0.1" units="cm"/>
      <inkml:brushProperty name="color" value="#004F8B"/>
    </inkml:brush>
  </inkml:definitions>
  <inkml:trace contextRef="#ctx0" brushRef="#br0">0 88 5065 0 0,'8'0'594'0'0,"-1"-1"1"0"0,1 1-1 0 0,-1 0 0 0 0,1 1 0 0 0,-1-1 1 0 0,1 2-1 0 0,-1-1 0 0 0,12 5 1 0 0,-2-2 371 0 0,-3-1-255 0 0,-1 0 0 0 0,1 1-1 0 0,-1 1 1 0 0,0 0 0 0 0,-1 1 0 0 0,1 0 0 0 0,-1 1 0 0 0,-1 0 0 0 0,1 1 0 0 0,16 15-1 0 0,-18-13-420 0 0,-1 0-1 0 0,0 0 0 0 0,-1 1 0 0 0,0 1 1 0 0,-1-1-1 0 0,-1 1 0 0 0,1 0 0 0 0,-2 1 0 0 0,0-1 1 0 0,7 26-1 0 0,-12-37-270 0 0,0 0 1 0 0,0 0 0 0 0,0 0-1 0 0,1 0 1 0 0,-1 0-1 0 0,1 1 1 0 0,-1-1 0 0 0,1 0-1 0 0,-1 0 1 0 0,1 0-1 0 0,-1 0 1 0 0,1 0 0 0 0,0-1-1 0 0,-1 1 1 0 0,1 0-1 0 0,1 1 1 0 0,-1-2-6 0 0,-1 0-1 0 0,0 0 1 0 0,1 0 0 0 0,-1 0-1 0 0,1 0 1 0 0,-1 0 0 0 0,0-1-1 0 0,1 1 1 0 0,-1 0 0 0 0,0 0-1 0 0,1 0 1 0 0,-1 0 0 0 0,1-1-1 0 0,-1 1 1 0 0,0 0-1 0 0,1 0 1 0 0,-1-1 0 0 0,0 1-1 0 0,0 0 1 0 0,1-1 0 0 0,-1 1-1 0 0,0 0 1 0 0,0 0 0 0 0,1-1-1 0 0,-1 1 1 0 0,0-1 0 0 0,0 1-1 0 0,0 0 1 0 0,1-1 0 0 0,14-43 642 0 0,-12 33-591 0 0,5-10-217 0 0,1 0-1 0 0,1 0 1 0 0,1 1 0 0 0,0 0 0 0 0,2 1-1 0 0,0 0 1 0 0,1 1 0 0 0,1 1-1 0 0,0 0 1 0 0,2 1 0 0 0,0 1-1 0 0,0 1 1 0 0,24-15 0 0 0,-12 12-1149 0 0</inkml:trace>
</inkml:ink>
</file>

<file path=ppt/ink/ink17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23.086"/>
    </inkml:context>
    <inkml:brush xml:id="br0">
      <inkml:brushProperty name="width" value="0.1" units="cm"/>
      <inkml:brushProperty name="height" value="0.1" units="cm"/>
      <inkml:brushProperty name="color" value="#004F8B"/>
    </inkml:brush>
  </inkml:definitions>
  <inkml:trace contextRef="#ctx0" brushRef="#br0">25 132 12443 0 0,'-5'1'423'0'0,"-13"6"528"0"0,17-4-656 0 0,12-1 21 0 0,22-3 460 0 0,0-1-1 0 0,-1-1 1 0 0,1-1-1 0 0,48-14 0 0 0,-26 6 168 0 0,-34 7-789 0 0,198-43 1218 0 0,-77 5-6940 0 0,-122 35-100 0 0</inkml:trace>
</inkml:ink>
</file>

<file path=ppt/ink/ink17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23.323"/>
    </inkml:context>
    <inkml:brush xml:id="br0">
      <inkml:brushProperty name="width" value="0.1" units="cm"/>
      <inkml:brushProperty name="height" value="0.1" units="cm"/>
      <inkml:brushProperty name="color" value="#004F8B"/>
    </inkml:brush>
  </inkml:definitions>
  <inkml:trace contextRef="#ctx0" brushRef="#br0">36 0 11058 0 0,'-2'1'177'0'0,"0"0"-1"0"0,0-1 0 0 0,0 1 1 0 0,0 0-1 0 0,0 0 0 0 0,0 0 0 0 0,0 0 1 0 0,0 0-1 0 0,0 0 0 0 0,1 0 1 0 0,-1 1-1 0 0,1-1 0 0 0,-1 1 0 0 0,1-1 1 0 0,-1 1-1 0 0,1 0 0 0 0,-2 2 1 0 0,2-1 98 0 0,1 0 1 0 0,-1 0 0 0 0,1 0 0 0 0,-1-1 0 0 0,1 1 0 0 0,0 0-1 0 0,0 0 1 0 0,0 0 0 0 0,1 0 0 0 0,-1-1 0 0 0,1 1 0 0 0,-1 0-1 0 0,3 4 1 0 0,42 145 3948 0 0,38 72-3808 0 0,-73-202-1112 0 0,24 40 0 0 0,-18-37-561 0 0</inkml:trace>
</inkml:ink>
</file>

<file path=ppt/ink/ink17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23.831"/>
    </inkml:context>
    <inkml:brush xml:id="br0">
      <inkml:brushProperty name="width" value="0.1" units="cm"/>
      <inkml:brushProperty name="height" value="0.1" units="cm"/>
      <inkml:brushProperty name="color" value="#004F8B"/>
    </inkml:brush>
  </inkml:definitions>
  <inkml:trace contextRef="#ctx0" brushRef="#br0">97 0 9218 0 0,'-2'1'6347'0'0,"0"6"-3666"0"0,-3 12-2233 0 0,4-16-139 0 0,-25 108 72 0 0,4 1-1 0 0,5 1 1 0 0,5 0 0 0 0,5 1 0 0 0,5 1 0 0 0,14 133 0 0 0,-7-206-381 0 0,1-1 0 0 0,2-1 0 0 0,2 1 0 0 0,2-1 0 0 0,19 43 0 0 0,-22-63 0 0 0,1 0 0 0 0,1-1 0 0 0,1 0 0 0 0,0-1 0 0 0,1 0 0 0 0,2-1 0 0 0,-1 0 0 0 0,2-2 0 0 0,0 1 0 0 0,1-2 0 0 0,23 15 0 0 0,-22-17 4 0 0,1 0 0 0 0,1-2 0 0 0,0 0 0 0 0,0-1 0 0 0,1-1 0 0 0,0-1 0 0 0,36 6 0 0 0,-41-10-245 0 0,-1-2-1 0 0,1 0 1 0 0,-1-1-1 0 0,1 0 1 0 0,0-1-1 0 0,-1-1 0 0 0,1-1 1 0 0,-1 0-1 0 0,0-1 1 0 0,0 0-1 0 0,23-11 1 0 0,14-10-6583 0 0</inkml:trace>
</inkml:ink>
</file>

<file path=ppt/ink/ink17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24.580"/>
    </inkml:context>
    <inkml:brush xml:id="br0">
      <inkml:brushProperty name="width" value="0.1" units="cm"/>
      <inkml:brushProperty name="height" value="0.1" units="cm"/>
      <inkml:brushProperty name="color" value="#004F8B"/>
    </inkml:brush>
  </inkml:definitions>
  <inkml:trace contextRef="#ctx0" brushRef="#br0">1 123 8754 0 0,'4'-44'3606'0'0,"-4"41"-3320"0"0,0 1 0 0 0,1 0-1 0 0,0-1 1 0 0,-1 1 0 0 0,1 0 0 0 0,0 0-1 0 0,0-1 1 0 0,0 1 0 0 0,0 0-1 0 0,0 0 1 0 0,1 0 0 0 0,-1 0 0 0 0,1 0-1 0 0,-1 0 1 0 0,4-2 0 0 0,-4 4-223 0 0,-1 0 0 0 0,1 0 0 0 0,0-1 1 0 0,0 1-1 0 0,-1 0 0 0 0,1 0 1 0 0,0 0-1 0 0,0 0 0 0 0,0 0 0 0 0,-1 0 1 0 0,1 1-1 0 0,0-1 0 0 0,0 0 0 0 0,0 0 1 0 0,-1 1-1 0 0,1-1 0 0 0,0 0 1 0 0,-1 1-1 0 0,1-1 0 0 0,0 0 0 0 0,-1 1 1 0 0,1-1-1 0 0,0 1 0 0 0,-1-1 0 0 0,1 1 1 0 0,-1 0-1 0 0,1-1 0 0 0,-1 1 0 0 0,1 1 1 0 0,16 21 542 0 0,-16-21-510 0 0,30 54 571 0 0,-3 2-1 0 0,23 68 1 0 0,15 30-475 0 0,-52-126-160 0 0,2-1-1 0 0,0-1 1 0 0,24 29-1 0 0,-33-49 13 0 0,0 0-1 0 0,0 0 1 0 0,1-1-1 0 0,0 0 1 0 0,0 0-1 0 0,1-1 1 0 0,14 8 0 0 0,-21-12-19 0 0,0-1 1 0 0,0 0-1 0 0,1 1 1 0 0,-1-1 0 0 0,1-1-1 0 0,-1 1 1 0 0,1 0 0 0 0,0 0-1 0 0,-1-1 1 0 0,1 0-1 0 0,-1 1 1 0 0,1-1 0 0 0,0 0-1 0 0,-1 0 1 0 0,1-1 0 0 0,0 1-1 0 0,-1-1 1 0 0,1 1 0 0 0,-1-1-1 0 0,1 0 1 0 0,-1 0-1 0 0,1 0 1 0 0,-1 0 0 0 0,1 0-1 0 0,-1 0 1 0 0,0-1 0 0 0,0 1-1 0 0,1-1 1 0 0,-1 0-1 0 0,0 1 1 0 0,-1-1 0 0 0,1 0-1 0 0,0 0 1 0 0,2-4 0 0 0,4-7 84 0 0,-1 0 1 0 0,0-1 0 0 0,-1 0 0 0 0,0 0 0 0 0,-1 0 0 0 0,4-25 0 0 0,11-96 219 0 0,-14 79-291 0 0,-5 52-145 0 0,24-157 297 0 0,-5 81-1670 0 0,8 4-4931 0 0,-13 47-665 0 0</inkml:trace>
</inkml:ink>
</file>

<file path=ppt/ink/ink17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25.164"/>
    </inkml:context>
    <inkml:brush xml:id="br0">
      <inkml:brushProperty name="width" value="0.1" units="cm"/>
      <inkml:brushProperty name="height" value="0.1" units="cm"/>
      <inkml:brushProperty name="color" value="#004F8B"/>
    </inkml:brush>
  </inkml:definitions>
  <inkml:trace contextRef="#ctx0" brushRef="#br0">3 30 5985 0 0,'0'0'57'0'0,"-1"0"1"0"0,1 0-1 0 0,0 0 171 0 0,0-1-171 0 0,-1 1 0 0 0,1 0 0 0 0,0 0 1 0 0,0 0-1 0 0,0 0 0 0 0,0 0 0 0 0,0-1 0 0 0,0 1 0 0 0,0 0 0 0 0,0 0 0 0 0,0 0 1 0 0,0 0-1 0 0,0-1 0 0 0,0 1 0 0 0,0 0 0 0 0,0 0 0 0 0,0 0 0 0 0,0-1 0 0 0,0 1 1 0 0,0 0-1 0 0,0 0 0 0 0,0 0 0 0 0,0 0 0 0 0,0-1 0 0 0,0 1 0 0 0,0 0 0 0 0,0 0 1 0 0,0 0-1 0 0,0 0 0 0 0,0-1 0 0 0,1 1 0 0 0,-1 0 171 0 0,0 0-170 0 0,0 0-1 0 0,0-1 0 0 0,1 1 0 0 0,-1 0 0 0 0,0 0 0 0 0,0 0 0 0 0,0 0 0 0 0,0 0 1 0 0,1 0-1 0 0,-1 0 0 0 0,0 0 0 0 0,0 0 0 0 0,0 0 0 0 0,0 0 0 0 0,1 0 0 0 0,-1 0 1 0 0,0 0-1 0 0,0 0 0 0 0,1 0 0 0 0,-1 0 175 0 0,1 0 0 0 0,0 0 0 0 0,-1 0 0 0 0,1 0 1 0 0,0 0-1 0 0,0 0 0 0 0,-1 1 0 0 0,1-1 0 0 0,0 0 0 0 0,-1 0 0 0 0,1 1 1 0 0,0-1-1 0 0,-1 0 0 0 0,1 1 0 0 0,1 1 929 0 0,-1-1-929 0 0,-1-1 0 0 0,1 1 0 0 0,0 0 0 0 0,6 12 302 0 0,0 1 0 0 0,-1-1 0 0 0,-1 1-1 0 0,0 1 1 0 0,3 14 0 0 0,13 85 722 0 0,-7-32-1010 0 0,-5-49-337 0 0,-6-21-296 0 0,0-1 0 0 0,0 1 0 0 0,1 23 0 0 0,-9-92-842 0 0,3 40 923 0 0,1-1 1 0 0,0-19-1 0 0,2 9 518 0 0,2 0-1 0 0,1 0 0 0 0,1 0 0 0 0,1 0 0 0 0,2 1 1 0 0,1 0-1 0 0,16-36 0 0 0,-24 60-120 0 0,1 1 1 0 0,-1-1-1 0 0,0 1 0 0 0,1-1 0 0 0,0 1 1 0 0,-1 0-1 0 0,1-1 0 0 0,0 1 0 0 0,0 0 1 0 0,1 0-1 0 0,-1 1 0 0 0,0-1 1 0 0,0 0-1 0 0,1 1 0 0 0,-1-1 0 0 0,1 1 1 0 0,0 0-1 0 0,-1 0 0 0 0,1 0 0 0 0,0 0 1 0 0,-1 0-1 0 0,1 1 0 0 0,0-1 0 0 0,0 1 1 0 0,0 0-1 0 0,0 0 0 0 0,-1 0 0 0 0,1 0 1 0 0,5 1-1 0 0,-4 0-17 0 0,1 1 0 0 0,-1 0 0 0 0,0 0 0 0 0,0 0 0 0 0,0 0 0 0 0,0 1 0 0 0,0-1 0 0 0,-1 1 0 0 0,1 0 0 0 0,-1 0 0 0 0,0 1 0 0 0,1-1 0 0 0,-1 0 0 0 0,-1 1 0 0 0,1 0 0 0 0,-1 0 0 0 0,1 0 0 0 0,1 4 0 0 0,4 12 126 0 0,-2 0 0 0 0,0 0 0 0 0,0 1 0 0 0,-2 0 1 0 0,2 26-1 0 0,3 13-1711 0 0,6-1-4171 0 0,-7-35-1169 0 0</inkml:trace>
</inkml:ink>
</file>

<file path=ppt/ink/ink17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25.387"/>
    </inkml:context>
    <inkml:brush xml:id="br0">
      <inkml:brushProperty name="width" value="0.1" units="cm"/>
      <inkml:brushProperty name="height" value="0.1" units="cm"/>
      <inkml:brushProperty name="color" value="#004F8B"/>
    </inkml:brush>
  </inkml:definitions>
  <inkml:trace contextRef="#ctx0" brushRef="#br0">11 13 5529 0 0,'1'-1'186'0'0,"0"0"0"0"0,0 0 1 0 0,-1 0-1 0 0,1 0 0 0 0,0 0 0 0 0,0 1 0 0 0,0-1 0 0 0,0 0 0 0 0,0 1 1 0 0,0-1-1 0 0,0 1 0 0 0,0-1 0 0 0,0 1 0 0 0,0-1 0 0 0,0 1 1 0 0,0 0-1 0 0,0-1 0 0 0,0 1 0 0 0,0 0 0 0 0,1 0 0 0 0,-1 0 0 0 0,0 0 1 0 0,0 0-1 0 0,0 0 0 0 0,0 0 0 0 0,0 0 0 0 0,0 1 0 0 0,2-1 0 0 0,-2 1 153 0 0,1 1-1 0 0,0-1 1 0 0,-1 0-1 0 0,1 1 1 0 0,-1 0 0 0 0,1-1-1 0 0,-1 1 1 0 0,0-1-1 0 0,0 1 1 0 0,0 0-1 0 0,0 0 1 0 0,0 0-1 0 0,0 0 1 0 0,0 2-1 0 0,2 6 473 0 0,0 0-1 0 0,-1 0 0 0 0,0 0 0 0 0,0 0 1 0 0,-1 16-1 0 0,-3-3-544 0 0,0 0-1 0 0,-2 1 1 0 0,-1-1 0 0 0,-10 28-1 0 0,-18 41-3105 0 0,21-64-4192 0 0</inkml:trace>
</inkml:ink>
</file>

<file path=ppt/ink/ink17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26.359"/>
    </inkml:context>
    <inkml:brush xml:id="br0">
      <inkml:brushProperty name="width" value="0.1" units="cm"/>
      <inkml:brushProperty name="height" value="0.1" units="cm"/>
      <inkml:brushProperty name="color" value="#004F8B"/>
    </inkml:brush>
  </inkml:definitions>
  <inkml:trace contextRef="#ctx0" brushRef="#br0">165 1 6913 0 0,'-29'26'6589'0'0,"-9"7"-4868"0"0,35-30-1671 0 0,-10 11 352 0 0,0 0-1 0 0,1 1 1 0 0,0 0 0 0 0,1 1-1 0 0,-11 22 1 0 0,20-33-367 0 0,0-1 1 0 0,0 1-1 0 0,1-1 1 0 0,0 1-1 0 0,0 0 0 0 0,0-1 1 0 0,0 1-1 0 0,1 0 0 0 0,0 0 1 0 0,0 0-1 0 0,0-1 0 0 0,0 1 1 0 0,1 0-1 0 0,0 0 0 0 0,0-1 1 0 0,0 1-1 0 0,1 0 0 0 0,-1-1 1 0 0,1 1-1 0 0,0-1 0 0 0,1 0 1 0 0,-1 0-1 0 0,1 0 0 0 0,-1 0 1 0 0,1 0-1 0 0,6 6 0 0 0,1-1-324 0 0,0 0-1 0 0,1-1 0 0 0,0 0 1 0 0,0-1-1 0 0,1 0 0 0 0,0-1 1 0 0,15 6-1 0 0,-15-7 5 0 0,0 1 1 0 0,0 0-1 0 0,-1 0 1 0 0,0 1-1 0 0,0 1 0 0 0,-1-1 1 0 0,14 15-1 0 0,-22-21 336 0 0,0 1 0 0 0,-1 0 1 0 0,1 0-1 0 0,0 0 0 0 0,-1 0 0 0 0,0 1 0 0 0,1-1 0 0 0,-1 0 1 0 0,0 1-1 0 0,0-1 0 0 0,0 1 0 0 0,0-1 0 0 0,-1 1 0 0 0,1-1 1 0 0,-1 1-1 0 0,0-1 0 0 0,1 1 0 0 0,-1 0 0 0 0,0-1 0 0 0,0 1 1 0 0,-1-1-1 0 0,1 1 0 0 0,-1 0 0 0 0,1-1 0 0 0,-1 1 1 0 0,0-1-1 0 0,0 1 0 0 0,0-1 0 0 0,0 0 0 0 0,0 1 0 0 0,0-1 1 0 0,-1 0-1 0 0,1 0 0 0 0,-1 0 0 0 0,0 0 0 0 0,0 0 0 0 0,1 0 1 0 0,-5 2-1 0 0,1 0 0 0 0,0 0-1 0 0,0 0 1 0 0,-1-1 0 0 0,1 1 0 0 0,-1-2 0 0 0,0 1-1 0 0,0 0 1 0 0,0-1 0 0 0,0 0 0 0 0,-1-1 0 0 0,1 1-1 0 0,0-1 1 0 0,-1-1 0 0 0,-11 1 0 0 0,-8-5-3809 0 0</inkml:trace>
</inkml:ink>
</file>

<file path=ppt/ink/ink17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26.768"/>
    </inkml:context>
    <inkml:brush xml:id="br0">
      <inkml:brushProperty name="width" value="0.1" units="cm"/>
      <inkml:brushProperty name="height" value="0.1" units="cm"/>
      <inkml:brushProperty name="color" value="#004F8B"/>
    </inkml:brush>
  </inkml:definitions>
  <inkml:trace contextRef="#ctx0" brushRef="#br0">0 36 4609 0 0,'15'-16'2360'0'0,"-13"14"-1716"0"0,-1 0 0 0 0,1 0-1 0 0,-1 1 1 0 0,1-1 0 0 0,0 1 0 0 0,0-1 0 0 0,0 1 0 0 0,0 0 0 0 0,0 0 0 0 0,0 0 0 0 0,0 0-1 0 0,5-1 1 0 0,-6 4-314 0 0,0 0 0 0 0,0 0 0 0 0,0 1 0 0 0,0-1 0 0 0,0 1 0 0 0,0-1 0 0 0,-1 1 0 0 0,1 0 0 0 0,-1-1 0 0 0,0 1 0 0 0,0 3 0 0 0,2 2 109 0 0,24 100 1624 0 0,-13-59-1861 0 0,10 79 0 0 0,-22-113-439 0 0,4 28-525 0 0,4-22-3143 0 0,-8-51-1553 0 0,0 19 4663 0 0,-2-16 1274 0 0,2 0 1 0 0,2 0 0 0 0,9-51 0 0 0,-10 71-111 0 0,0-1 0 0 0,0 1 0 0 0,1 0 0 0 0,0 0 0 0 0,0 0 1 0 0,1 0-1 0 0,-1 0 0 0 0,2 1 0 0 0,-1-1 0 0 0,1 1 0 0 0,0 0 0 0 0,0 1 0 0 0,0-1 1 0 0,1 1-1 0 0,0 0 0 0 0,0 0 0 0 0,0 1 0 0 0,11-6 0 0 0,-15 9-285 0 0,-1 0 0 0 0,1 1 0 0 0,-1-1 0 0 0,1 1 0 0 0,-1 0 0 0 0,1-1 0 0 0,0 1 0 0 0,-1 0 0 0 0,1 0 0 0 0,-1 0 0 0 0,1 0 0 0 0,0 0 0 0 0,-1 0 0 0 0,1 1 0 0 0,-1-1 0 0 0,1 1 0 0 0,-1-1-1 0 0,1 1 1 0 0,-1-1 0 0 0,1 1 0 0 0,1 1 0 0 0,1 0 3 0 0,-1 1 0 0 0,0-1 0 0 0,0 1-1 0 0,0 0 1 0 0,0 0 0 0 0,0 1-1 0 0,0-1 1 0 0,2 4 0 0 0,2 6-2 0 0,0 0 0 0 0,0 0 1 0 0,7 25-1 0 0,8 38-383 0 0,-12-24-3961 0 0</inkml:trace>
</inkml:ink>
</file>

<file path=ppt/ink/ink17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27.091"/>
    </inkml:context>
    <inkml:brush xml:id="br0">
      <inkml:brushProperty name="width" value="0.1" units="cm"/>
      <inkml:brushProperty name="height" value="0.1" units="cm"/>
      <inkml:brushProperty name="color" value="#004F8B"/>
    </inkml:brush>
  </inkml:definitions>
  <inkml:trace contextRef="#ctx0" brushRef="#br0">0 85 5529 0 0,'1'-11'3940'0'0,"2"35"2842"0"0,-3-14-7539 0 0,3 4 1096 0 0,-1 0 1 0 0,2 0-1 0 0,0-1 0 0 0,0 1 1 0 0,2-1-1 0 0,-1 0 1 0 0,2-1-1 0 0,7 13 0 0 0,-9-17-224 0 0,1 0 0 0 0,-1-1-1 0 0,1 0 1 0 0,1 1 0 0 0,-1-2-1 0 0,1 1 1 0 0,0-1 0 0 0,1 0-1 0 0,0-1 1 0 0,0 0 0 0 0,0 0-1 0 0,14 6 1 0 0,-18-10-101 0 0,0 0 1 0 0,0 1-1 0 0,-1-1 1 0 0,1-1-1 0 0,0 1 1 0 0,0-1 0 0 0,1 1-1 0 0,-1-1 1 0 0,0-1-1 0 0,0 1 1 0 0,0 0-1 0 0,0-1 1 0 0,0 0-1 0 0,0 0 1 0 0,0 0-1 0 0,-1 0 1 0 0,1-1-1 0 0,0 1 1 0 0,-1-1-1 0 0,1 0 1 0 0,-1 0-1 0 0,1-1 1 0 0,-1 1-1 0 0,0-1 1 0 0,0 1-1 0 0,0-1 1 0 0,0 0-1 0 0,0 0 1 0 0,-1 0-1 0 0,1-1 1 0 0,-1 1-1 0 0,3-7 1 0 0,-1 4 1 0 0,-1-1 1 0 0,0 0 0 0 0,0-1-1 0 0,-1 1 1 0 0,0 0 0 0 0,0-1-1 0 0,0 0 1 0 0,-1 1-1 0 0,0-1 1 0 0,-1 0 0 0 0,0 1-1 0 0,0-1 1 0 0,-1 0 0 0 0,1 0-1 0 0,-2 1 1 0 0,-2-11-1 0 0,0 6-9 0 0,-1 0 0 0 0,0 0-1 0 0,-1 0 1 0 0,0 1 0 0 0,0 0-1 0 0,-17-20 1 0 0,20 27-273 0 0,-1 0 0 0 0,0 1-1 0 0,0-1 1 0 0,0 1 0 0 0,0 0 0 0 0,-1 0-1 0 0,1 0 1 0 0,-1 0 0 0 0,0 1 0 0 0,1 0-1 0 0,-1 0 1 0 0,0 0 0 0 0,0 0-1 0 0,-1 1 1 0 0,1 0 0 0 0,0 0 0 0 0,0 1-1 0 0,-1-1 1 0 0,-6 1 0 0 0</inkml:trace>
</inkml:ink>
</file>

<file path=ppt/ink/ink17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27.344"/>
    </inkml:context>
    <inkml:brush xml:id="br0">
      <inkml:brushProperty name="width" value="0.1" units="cm"/>
      <inkml:brushProperty name="height" value="0.1" units="cm"/>
      <inkml:brushProperty name="color" value="#004F8B"/>
    </inkml:brush>
  </inkml:definitions>
  <inkml:trace contextRef="#ctx0" brushRef="#br0">2 10 11979 0 0,'-2'-9'2083'0'0,"10"22"2875"0"0,29 123-2102 0 0,6 21-2106 0 0,1-20-1200 0 0,-26-79-3387 0 0</inkml:trace>
</inkml:ink>
</file>

<file path=ppt/ink/ink17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27.519"/>
    </inkml:context>
    <inkml:brush xml:id="br0">
      <inkml:brushProperty name="width" value="0.1" units="cm"/>
      <inkml:brushProperty name="height" value="0.1" units="cm"/>
      <inkml:brushProperty name="color" value="#004F8B"/>
    </inkml:brush>
  </inkml:definitions>
  <inkml:trace contextRef="#ctx0" brushRef="#br0">1 168 10594 0 0,'83'-35'7226'0'0,"-54"24"-5669"0"0,48-26 0 0 0,49-37-4327 0 0,-104 63 2490 0 0</inkml:trace>
</inkml:ink>
</file>

<file path=ppt/ink/ink17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28.119"/>
    </inkml:context>
    <inkml:brush xml:id="br0">
      <inkml:brushProperty name="width" value="0.1" units="cm"/>
      <inkml:brushProperty name="height" value="0.1" units="cm"/>
      <inkml:brushProperty name="color" value="#004F8B"/>
    </inkml:brush>
  </inkml:definitions>
  <inkml:trace contextRef="#ctx0" brushRef="#br0">6 19 9218 0 0,'0'0'112'0'0,"0"0"1"0"0,-1 0-1 0 0,1 0 0 0 0,0-1 1 0 0,-1 1-1 0 0,1 0 0 0 0,0 0 1 0 0,-1-1-1 0 0,1 1 0 0 0,0 0 1 0 0,0-1-1 0 0,-1 1 0 0 0,1 0 1 0 0,0-1-1 0 0,0 1 0 0 0,0 0 1 0 0,-1-1-1 0 0,1 1 0 0 0,0-1 1 0 0,0 1-1 0 0,0 0 0 0 0,0-1 1 0 0,0 1-1 0 0,0 0 0 0 0,0-1 1 0 0,0 1-1 0 0,0-1 0 0 0,0 1 1 0 0,0-1-1 0 0,0 1 0 0 0,0 0 1 0 0,0-1-1 0 0,0 1 0 0 0,0 0 1 0 0,1-1-1 0 0,-1 1 0 0 0,0-1 0 0 0,0 1 1 0 0,1-1-1 0 0,18-4 1997 0 0,26 9-600 0 0,-31 0-1395 0 0,0 0-1 0 0,0 1 1 0 0,-1 1 0 0 0,0 0-1 0 0,0 1 1 0 0,-1 0 0 0 0,0 1-1 0 0,16 14 1 0 0,-11-7 252 0 0,-1 1 0 0 0,0 0-1 0 0,-2 2 1 0 0,23 33 0 0 0,-11-8 140 0 0,-2 2-1 0 0,-3 1 1 0 0,-1 1-1 0 0,14 52 1 0 0,-3 5-1111 0 0,28 171 0 0 0,-50-209 237 0 0,-2 0 0 0 0,-4 1 1 0 0,-9 121-1 0 0,0-146-152 0 0,-1-2 0 0 0</inkml:trace>
</inkml:ink>
</file>

<file path=ppt/ink/ink17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28.801"/>
    </inkml:context>
    <inkml:brush xml:id="br0">
      <inkml:brushProperty name="width" value="0.1" units="cm"/>
      <inkml:brushProperty name="height" value="0.1" units="cm"/>
      <inkml:brushProperty name="color" value="#004F8B"/>
    </inkml:brush>
  </inkml:definitions>
  <inkml:trace contextRef="#ctx0" brushRef="#br0">1 80 8290 0 0,'4'-1'215'0'0,"-1"-1"0"0"0,1 1 0 0 0,0 0 0 0 0,0 0 0 0 0,0 0 0 0 0,0 1 0 0 0,0-1 0 0 0,0 1 0 0 0,0 0 0 0 0,5 1 0 0 0,6-2 696 0 0,3-1-270 0 0,-6 0 175 0 0,-1 1 0 0 0,1 0 0 0 0,-1 1 0 0 0,22 2 0 0 0,-30-1-691 0 0,-1-1 0 0 0,1 1 0 0 0,-1 0 0 0 0,1-1 0 0 0,-1 1 0 0 0,1 0-1 0 0,-1 1 1 0 0,1-1 0 0 0,-1 0 0 0 0,0 1 0 0 0,0-1 0 0 0,0 1 0 0 0,0 0 0 0 0,0 0-1 0 0,0 0 1 0 0,0 0 0 0 0,0 0 0 0 0,-1 0 0 0 0,1 0 0 0 0,-1 0 0 0 0,0 1 0 0 0,1-1-1 0 0,-1 1 1 0 0,0-1 0 0 0,0 1 0 0 0,0 2 0 0 0,18 81 294 0 0,11 38 309 0 0,-9-163 1146 0 0,-6 14-1903 0 0,1 1 1 0 0,1 1-1 0 0,1 0 1 0 0,1 1 0 0 0,0 1-1 0 0,2 1 1 0 0,1 0 0 0 0,0 2-1 0 0,2 1 1 0 0,0 0 0 0 0,51-25-1 0 0,-42 28-521 0 0</inkml:trace>
</inkml:ink>
</file>

<file path=ppt/ink/ink17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29.483"/>
    </inkml:context>
    <inkml:brush xml:id="br0">
      <inkml:brushProperty name="width" value="0.1" units="cm"/>
      <inkml:brushProperty name="height" value="0.1" units="cm"/>
      <inkml:brushProperty name="color" value="#004F8B"/>
    </inkml:brush>
  </inkml:definitions>
  <inkml:trace contextRef="#ctx0" brushRef="#br0">1 71 10138 0 0,'79'-6'6223'0'0,"41"-18"-3515"0"0,-36 7-1981 0 0,-74 15-961 0 0,84-14 541 0 0,-32 11-6976 0 0,-47 4 975 0 0</inkml:trace>
</inkml:ink>
</file>

<file path=ppt/ink/ink17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29.704"/>
    </inkml:context>
    <inkml:brush xml:id="br0">
      <inkml:brushProperty name="width" value="0.1" units="cm"/>
      <inkml:brushProperty name="height" value="0.1" units="cm"/>
      <inkml:brushProperty name="color" value="#004F8B"/>
    </inkml:brush>
  </inkml:definitions>
  <inkml:trace contextRef="#ctx0" brushRef="#br0">0 1 12443 0 0,'10'13'5891'0'0,"-2"-6"-5423"0"0,-1 1 1 0 0,0 0-1 0 0,-1 1 0 0 0,0 0 1 0 0,0 0-1 0 0,7 15 1 0 0,-6 7-335 0 0,-2 1 1 0 0,0 0 0 0 0,-2 0 0 0 0,-3 57 0 0 0,2 11-2123 0 0,2-55-5316 0 0</inkml:trace>
</inkml:ink>
</file>

<file path=ppt/ink/ink17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30.402"/>
    </inkml:context>
    <inkml:brush xml:id="br0">
      <inkml:brushProperty name="width" value="0.1" units="cm"/>
      <inkml:brushProperty name="height" value="0.1" units="cm"/>
      <inkml:brushProperty name="color" value="#004F8B"/>
    </inkml:brush>
  </inkml:definitions>
  <inkml:trace contextRef="#ctx0" brushRef="#br0">222 150 9218 0 0,'3'-15'403'0'0,"7"-49"3539"0"0,-10 58-3547 0 0,1 0 1 0 0,-1 0 0 0 0,0 1-1 0 0,-1-1 1 0 0,0 0 0 0 0,0 0-1 0 0,0 0 1 0 0,-3-7 0 0 0,4 12-348 0 0,0 1 0 0 0,0-1 1 0 0,-1 0-1 0 0,1 1 0 0 0,0-1 1 0 0,-1 1-1 0 0,1-1 0 0 0,-1 1 1 0 0,1-1-1 0 0,0 1 0 0 0,-1-1 1 0 0,1 1-1 0 0,-1 0 0 0 0,0-1 1 0 0,1 1-1 0 0,-1 0 0 0 0,1-1 1 0 0,-1 1-1 0 0,1 0 0 0 0,-1-1 1 0 0,0 1-1 0 0,1 0 0 0 0,-1 0 0 0 0,0 0 1 0 0,1 0-1 0 0,-1 0 0 0 0,0 0 1 0 0,1 0-1 0 0,-1 0 0 0 0,0 0 1 0 0,1 0-1 0 0,-1 0 0 0 0,0 0 1 0 0,1 0-1 0 0,-1 0 0 0 0,1 1 1 0 0,-1-1-1 0 0,0 0 0 0 0,1 1 1 0 0,-1-1-1 0 0,1 0 0 0 0,-1 1 1 0 0,1-1-1 0 0,-1 0 0 0 0,1 1 1 0 0,-1-1-1 0 0,1 1 0 0 0,-1-1 1 0 0,1 1-1 0 0,-1 0 0 0 0,-24 27 921 0 0,25-27-951 0 0,-15 21 180 0 0,1 1 0 0 0,1 1 0 0 0,1 0 0 0 0,1 1 0 0 0,1 0 0 0 0,-10 42 0 0 0,-23 161 163 0 0,7 139-123 0 0,34-309-161 0 0,3 1 0 0 0,2 0-1 0 0,3 0 1 0 0,17 71 0 0 0,-18-111-64 0 0,1 0 0 0 0,1 0 0 0 0,0 0 0 0 0,2-1 1 0 0,0 0-1 0 0,1 0 0 0 0,0-1 0 0 0,2 0 0 0 0,0-1 1 0 0,16 16-1 0 0,-11-15-15 0 0,0-2 0 0 0,1 0 0 0 0,1-1 0 0 0,1-1 0 0 0,-1-1 0 0 0,2 0 0 0 0,0-2 1 0 0,31 12-1 0 0,-37-16-169 0 0,2-1 1 0 0,-1 0 0 0 0,0-1-1 0 0,1-1 1 0 0,0 0 0 0 0,0-1-1 0 0,0-1 1 0 0,0-1 0 0 0,0 0-1 0 0,24-5 1 0 0,-6-3-1104 0 0</inkml:trace>
</inkml:ink>
</file>

<file path=ppt/ink/ink17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30.847"/>
    </inkml:context>
    <inkml:brush xml:id="br0">
      <inkml:brushProperty name="width" value="0.1" units="cm"/>
      <inkml:brushProperty name="height" value="0.1" units="cm"/>
      <inkml:brushProperty name="color" value="#004F8B"/>
    </inkml:brush>
  </inkml:definitions>
  <inkml:trace contextRef="#ctx0" brushRef="#br0">54 502 9218 0 0,'-10'-18'1338'0'0,"-14"-38"0"0"0,19 42 285 0 0,0-1-1 0 0,2 0 1 0 0,-3-20-1 0 0,6 35-1575 0 0,0 0 1 0 0,-1 0-1 0 0,1-1 0 0 0,0 1 0 0 0,0 0 1 0 0,0 0-1 0 0,0-1 0 0 0,0 1 1 0 0,0 0-1 0 0,0 0 0 0 0,0-1 0 0 0,0 1 1 0 0,0 0-1 0 0,0 0 0 0 0,0 0 1 0 0,1-1-1 0 0,-1 1 0 0 0,0 0 1 0 0,0 0-1 0 0,0-1 0 0 0,0 1 0 0 0,0 0 1 0 0,0 0-1 0 0,0 0 0 0 0,1-1 1 0 0,-1 1-1 0 0,0 0 0 0 0,0 0 0 0 0,0 0 1 0 0,0 0-1 0 0,1 0 0 0 0,-1-1 1 0 0,0 1-1 0 0,0 0 0 0 0,0 0 0 0 0,1 0 1 0 0,-1 0-1 0 0,0 0 0 0 0,0 0 1 0 0,1 0-1 0 0,-1 0 0 0 0,0 0 1 0 0,0 0-1 0 0,1 0 0 0 0,-1 0 0 0 0,15 5 883 0 0,16 17-382 0 0,-30-21-427 0 0,105 88 751 0 0,-72-57-678 0 0,2-2 1 0 0,1-2 0 0 0,68 41 0 0 0,-101-67-182 0 0,0 0-1 0 0,0 0 1 0 0,1 0 0 0 0,-1 0-1 0 0,1-1 1 0 0,0 1-1 0 0,-1-1 1 0 0,1-1 0 0 0,0 1-1 0 0,0-1 1 0 0,0 1-1 0 0,6-2 1 0 0,-9 1 5 0 0,1-1 0 0 0,-1 0-1 0 0,1 0 1 0 0,-1 0 0 0 0,1 0 0 0 0,-1 0 0 0 0,0-1-1 0 0,1 1 1 0 0,-1-1 0 0 0,0 1 0 0 0,0-1-1 0 0,0 0 1 0 0,0 0 0 0 0,-1 0 0 0 0,1 0 0 0 0,0 0-1 0 0,-1 0 1 0 0,1-1 0 0 0,-1 1 0 0 0,0 0 0 0 0,0-1-1 0 0,0 1 1 0 0,1-4 0 0 0,8-28 138 0 0,-1 0 0 0 0,-1-1 0 0 0,3-50 0 0 0,4-18-432 0 0,-9 70 56 0 0,21-88-429 0 0,-22 105 177 0 0,0-1 0 0 0,2 1 0 0 0,0 0 0 0 0,0 1 0 0 0,11-16 0 0 0,5 6-2469 0 0,-22 24 2824 0 0,0 0 1 0 0,0 0-1 0 0,0 1 0 0 0,0-1 1 0 0,0 0-1 0 0,0 1 1 0 0,0-1-1 0 0,0 1 0 0 0,1 0 1 0 0,-1-1-1 0 0,0 1 1 0 0,0 0-1 0 0,0 0 0 0 0,1-1 1 0 0,-1 1-1 0 0,0 0 1 0 0,0 0-1 0 0,1 1 0 0 0,-1-1 1 0 0,0 0-1 0 0,0 0 0 0 0,1 0 1 0 0,1 2-1 0 0,6 4-43 0 0</inkml:trace>
</inkml:ink>
</file>

<file path=ppt/ink/ink17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31.369"/>
    </inkml:context>
    <inkml:brush xml:id="br0">
      <inkml:brushProperty name="width" value="0.1" units="cm"/>
      <inkml:brushProperty name="height" value="0.1" units="cm"/>
      <inkml:brushProperty name="color" value="#004F8B"/>
    </inkml:brush>
  </inkml:definitions>
  <inkml:trace contextRef="#ctx0" brushRef="#br0">6 10 8754 0 0,'-6'-9'3734'0'0,"23"29"-979"0"0,5 14-1757 0 0,-2 1-1 0 0,-1 1 1 0 0,-2 0-1 0 0,-2 2 1 0 0,16 57 0 0 0,-26-129-1034 0 0,2 0 0 0 0,20-57 0 0 0,-27 90 41 0 0,25-56 288 0 0,-25 55-255 0 0,1 0 0 0 0,0 0 0 0 0,0 1 0 0 0,0-1 0 0 0,0 0 0 0 0,0 1 0 0 0,0-1 0 0 0,0 1 0 0 0,1-1 0 0 0,-1 1 0 0 0,0-1 0 0 0,1 1 0 0 0,-1 0 0 0 0,1 0 0 0 0,0 0 0 0 0,-1 0 0 0 0,1 0 0 0 0,0 0 0 0 0,0 0-1 0 0,-1 1 1 0 0,1-1 0 0 0,0 0 0 0 0,0 1 0 0 0,0 0 0 0 0,0-1 0 0 0,0 1 0 0 0,3 0 0 0 0,-3 1-18 0 0,0 0 0 0 0,1 0 1 0 0,-1 1-1 0 0,0-1 0 0 0,0 1 0 0 0,0-1 0 0 0,-1 1 0 0 0,1 0 1 0 0,0 0-1 0 0,-1-1 0 0 0,1 1 0 0 0,-1 0 0 0 0,1 0 0 0 0,-1 1 1 0 0,0-1-1 0 0,2 4 0 0 0,14 42 170 0 0,-13-36-135 0 0,10 32-74 0 0,-6-18-1036 0 0,0 0 0 0 0,17 32 0 0 0,-14-37-6172 0 0</inkml:trace>
</inkml:ink>
</file>

<file path=ppt/ink/ink17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31.849"/>
    </inkml:context>
    <inkml:brush xml:id="br0">
      <inkml:brushProperty name="width" value="0.1" units="cm"/>
      <inkml:brushProperty name="height" value="0.1" units="cm"/>
      <inkml:brushProperty name="color" value="#004F8B"/>
    </inkml:brush>
  </inkml:definitions>
  <inkml:trace contextRef="#ctx0" brushRef="#br0">102 1 17508 0 0,'-1'19'870'0'0,"0"0"1"0"0,-1 0 0 0 0,-2 0-1 0 0,-6 23 1 0 0,-29 71-579 0 0,5-14-2786 0 0,26-61 1455 0 0,6-25 1007 0 0</inkml:trace>
</inkml:ink>
</file>

<file path=ppt/ink/ink17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33.052"/>
    </inkml:context>
    <inkml:brush xml:id="br0">
      <inkml:brushProperty name="width" value="0.1" units="cm"/>
      <inkml:brushProperty name="height" value="0.1" units="cm"/>
      <inkml:brushProperty name="color" value="#004F8B"/>
    </inkml:brush>
  </inkml:definitions>
  <inkml:trace contextRef="#ctx0" brushRef="#br0">102 24 9218 0 0,'-1'-2'206'0'0,"0"0"1"0"0,0 0-1 0 0,-1 1 1 0 0,1-1-1 0 0,0 1 1 0 0,-1-1-1 0 0,0 1 1 0 0,1 0-1 0 0,-1 0 1 0 0,0 0-1 0 0,1 0 1 0 0,-1 0-1 0 0,0 0 1 0 0,0 0-1 0 0,0 0 1 0 0,0 1-1 0 0,0-1 1 0 0,0 1-1 0 0,0-1 1 0 0,0 1-1 0 0,0 0 1 0 0,0 0-1 0 0,0 0 0 0 0,0 0 1 0 0,0 0-1 0 0,0 0 1 0 0,0 1-1 0 0,0-1 1 0 0,0 1-1 0 0,0-1 1 0 0,0 1-1 0 0,0 0 1 0 0,0 0-1 0 0,0-1 1 0 0,0 1-1 0 0,1 1 1 0 0,-1-1-1 0 0,0 0 1 0 0,1 0-1 0 0,-1 1 1 0 0,1-1-1 0 0,-1 1 1 0 0,1-1-1 0 0,0 1 1 0 0,0 0-1 0 0,-1-1 1 0 0,1 1-1 0 0,0 0 0 0 0,1 0 1 0 0,-1 0-1 0 0,-1 3 1 0 0,-4 25 387 0 0,2 0 0 0 0,0 0 1 0 0,2 37-1 0 0,9 92-364 0 0,-6-137-155 0 0,24 172-1075 0 0,6-68-7313 0 0,-25-111 4051 0 0</inkml:trace>
</inkml:ink>
</file>

<file path=ppt/ink/ink17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33.241"/>
    </inkml:context>
    <inkml:brush xml:id="br0">
      <inkml:brushProperty name="width" value="0.1" units="cm"/>
      <inkml:brushProperty name="height" value="0.1" units="cm"/>
      <inkml:brushProperty name="color" value="#004F8B"/>
    </inkml:brush>
  </inkml:definitions>
  <inkml:trace contextRef="#ctx0" brushRef="#br0">1 152 10138 0 0,'0'-1'70'0'0,"0"1"0"0"0,0-1 0 0 0,-1 0 0 0 0,1 1 0 0 0,0-1-1 0 0,0 0 1 0 0,0 0 0 0 0,0 1 0 0 0,0-1 0 0 0,0 0 0 0 0,0 0 0 0 0,0 1 0 0 0,1-1 0 0 0,-1 0-1 0 0,0 1 1 0 0,0-1 0 0 0,1 0 0 0 0,-1 1 0 0 0,0-1 0 0 0,1 0 0 0 0,-1 1 0 0 0,0-1-1 0 0,1 0 1 0 0,-1 1 0 0 0,1-1 0 0 0,-1 1 0 0 0,1-1 0 0 0,0 1 0 0 0,-1-1 0 0 0,1 1-1 0 0,-1 0 1 0 0,2-1 0 0 0,27-18 2323 0 0,-19 13-2085 0 0,21-15 520 0 0,1 2 1 0 0,51-23 0 0 0,-70 37-1197 0 0,0 1 0 0 0,0 0 0 0 0,1 0 0 0 0,13-1 0 0 0,-17 4-512 0 0,0 1 0 0 0,-1 0 0 0 0,1 0 0 0 0,0 0 0 0 0,0 2 0 0 0,15 3 0 0 0,-7-1-1573 0 0,-3-1-12 0 0</inkml:trace>
</inkml:ink>
</file>

<file path=ppt/ink/ink17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33.451"/>
    </inkml:context>
    <inkml:brush xml:id="br0">
      <inkml:brushProperty name="width" value="0.1" units="cm"/>
      <inkml:brushProperty name="height" value="0.1" units="cm"/>
      <inkml:brushProperty name="color" value="#004F8B"/>
    </inkml:brush>
  </inkml:definitions>
  <inkml:trace contextRef="#ctx0" brushRef="#br0">0 1 10594 0 0,'11'10'5453'0'0,"6"21"-2073"0"0,-14-25-2661 0 0,5 15-183 0 0,0 1 0 0 0,0 0 0 0 0,-2 0 0 0 0,-1 1 0 0 0,-1-1-1 0 0,2 42 1 0 0,7 35-1561 0 0,-10-84-251 0 0,1 0-1 0 0,0 0 0 0 0,1 0 1 0 0,9 18-1 0 0</inkml:trace>
</inkml:ink>
</file>

<file path=ppt/ink/ink17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33.747"/>
    </inkml:context>
    <inkml:brush xml:id="br0">
      <inkml:brushProperty name="width" value="0.1" units="cm"/>
      <inkml:brushProperty name="height" value="0.1" units="cm"/>
      <inkml:brushProperty name="color" value="#004F8B"/>
    </inkml:brush>
  </inkml:definitions>
  <inkml:trace contextRef="#ctx0" brushRef="#br0">0 0 8754 0 0,'27'21'6894'0'0,"-23"-18"-6268"0"0,1 0 0 0 0,0 1 0 0 0,-1-1-1 0 0,0 1 1 0 0,7 8 0 0 0,-6-5-416 0 0,0 0 1 0 0,-1 0-1 0 0,0 0 0 0 0,-1 1 1 0 0,1 0-1 0 0,-1-1 1 0 0,-1 1-1 0 0,0 0 1 0 0,2 14-1 0 0,-2-8-2541 0 0,-1 0 1 0 0,-1 23-1 0 0</inkml:trace>
</inkml:ink>
</file>

<file path=ppt/ink/ink17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33.889"/>
    </inkml:context>
    <inkml:brush xml:id="br0">
      <inkml:brushProperty name="width" value="0.1" units="cm"/>
      <inkml:brushProperty name="height" value="0.1" units="cm"/>
      <inkml:brushProperty name="color" value="#004F8B"/>
    </inkml:brush>
  </inkml:definitions>
  <inkml:trace contextRef="#ctx0" brushRef="#br0">1 0 9218 0 0,'0'0'816'0'0,"1"0"-656"0"0,2 2-160 0 0,0-2 0 0 0,-1 0 0 0 0,1 1-80 0 0,4 0 8 0 0,1 1 0 0 0,3 2 72 0 0,3 1 0 0 0,-5 2 0 0 0</inkml:trace>
</inkml:ink>
</file>

<file path=ppt/ink/ink17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35.114"/>
    </inkml:context>
    <inkml:brush xml:id="br0">
      <inkml:brushProperty name="width" value="0.1" units="cm"/>
      <inkml:brushProperty name="height" value="0.1" units="cm"/>
      <inkml:brushProperty name="color" value="#004F8B"/>
    </inkml:brush>
  </inkml:definitions>
  <inkml:trace contextRef="#ctx0" brushRef="#br0">122 93 6449 0 0,'-29'-25'695'0'0,"14"11"1530"0"0,-1 1 0 0 0,0 1 0 0 0,-30-17-1 0 0,106 60 2360 0 0,-35-18-4221 0 0,-1 2 0 0 0,0 1 0 0 0,30 26 0 0 0,23 29-49 0 0,-3 4 0 0 0,82 106-1 0 0,-114-125-346 0 0,-3 1-1 0 0,-2 1 1 0 0,-4 3-1 0 0,40 94 1 0 0,-62-124-99 0 0,-1 1 0 0 0,-1 0 0 0 0,-2 0 0 0 0,-2 1 1 0 0,0-1-1 0 0,-3 1 0 0 0,-1 48 0 0 0,-2-58-16 0 0,-1-1 1 0 0,-1 1-1 0 0,-1-1 1 0 0,-1 0 0 0 0,-1-1-1 0 0,-1 1 1 0 0,0-1-1 0 0,-2 0 1 0 0,-1-1-1 0 0,0 0 1 0 0,-24 33-1 0 0,11-26-1539 0 0,-1-4-4955 0 0</inkml:trace>
</inkml:ink>
</file>

<file path=ppt/ink/ink17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35.596"/>
    </inkml:context>
    <inkml:brush xml:id="br0">
      <inkml:brushProperty name="width" value="0.1" units="cm"/>
      <inkml:brushProperty name="height" value="0.1" units="cm"/>
      <inkml:brushProperty name="color" value="#004F8B"/>
    </inkml:brush>
  </inkml:definitions>
  <inkml:trace contextRef="#ctx0" brushRef="#br0">4 38 7834 0 0,'0'0'146'0'0,"-1"-1"0"0"0,1 0 0 0 0,-1 0 0 0 0,1 0 1 0 0,0 1-1 0 0,-1-1 0 0 0,1 0 0 0 0,0 0 0 0 0,0 0 0 0 0,0 0 1 0 0,-1 0-1 0 0,1 0 0 0 0,0 0 0 0 0,0 1 0 0 0,0-1 1 0 0,0 0-1 0 0,1 0 0 0 0,-1 0 0 0 0,0 0 0 0 0,0 0 0 0 0,0 0 1 0 0,1 0-1 0 0,-1 1 0 0 0,1-1 0 0 0,-1 0 0 0 0,0 0 1 0 0,1 0-1 0 0,0 0 0 0 0,1 0 43 0 0,-1-1 1 0 0,1 1-1 0 0,0 0 1 0 0,0 0-1 0 0,-1 0 1 0 0,1 0-1 0 0,0 1 1 0 0,0-1-1 0 0,0 0 1 0 0,0 1-1 0 0,0-1 1 0 0,2 1-1 0 0,5-1 298 0 0,0 0-1 0 0,-1 1 0 0 0,1 0 0 0 0,-1 1 0 0 0,11 1 0 0 0,-12 0-327 0 0,-1 0 0 0 0,0 0 0 0 0,1 0 0 0 0,-1 1 0 0 0,0 0 0 0 0,0 0 0 0 0,-1 0 0 0 0,1 1 0 0 0,-1 0 0 0 0,0 0 0 0 0,0 0 0 0 0,0 1 1 0 0,0-1-1 0 0,-1 1 0 0 0,0 0 0 0 0,0 1 0 0 0,0-1 0 0 0,0 1 0 0 0,-1 0 0 0 0,0 0 0 0 0,0 0 0 0 0,-1 0 0 0 0,3 9 0 0 0,-3-6-123 0 0,1 1 0 0 0,-2-1 0 0 0,1 1 0 0 0,-2 0 0 0 0,1 0-1 0 0,-1-1 1 0 0,-1 1 0 0 0,1 0 0 0 0,-2-1 0 0 0,1 1 0 0 0,-1 0 0 0 0,-1-1 0 0 0,0 0 0 0 0,0 1 0 0 0,-6 9 0 0 0,-18 25 801 0 0,37-74 382 0 0,3 10-1230 0 0,1 0-1 0 0,25-26 0 0 0,-11 16-169 0 0</inkml:trace>
</inkml:ink>
</file>

<file path=ppt/ink/ink17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41.946"/>
    </inkml:context>
    <inkml:brush xml:id="br0">
      <inkml:brushProperty name="width" value="0.1" units="cm"/>
      <inkml:brushProperty name="height" value="0.1" units="cm"/>
      <inkml:brushProperty name="color" value="#004F8B"/>
    </inkml:brush>
  </inkml:definitions>
  <inkml:trace contextRef="#ctx0" brushRef="#br0">0 1 2761 0 0,'4'1'166'0'0,"-1"0"0"0"0,0 1 0 0 0,0-1 0 0 0,0 1 0 0 0,0 0 0 0 0,0 0 0 0 0,-1 0 0 0 0,1 1 0 0 0,2 2 0 0 0,-1 1 74 0 0,0 1 0 0 0,-1 0 0 0 0,1 0 0 0 0,-2 0 1 0 0,1 0-1 0 0,-1 1 0 0 0,0-1 0 0 0,0 1 0 0 0,0 10 0 0 0,1 12 729 0 0,-3 34-1 0 0,0-6-113 0 0,2-33-654 0 0,5 101 685 0 0,-16 218-1 0 0,-13-108 250 0 0,13 359 0 0 0,21-283-745 0 0,40 649 1735 0 0,16 178-748 0 0,-27-376-689 0 0,-38 288-749 0 0,-7-894 58 0 0,3 655-702 0 0,4-591 610 0 0,-2 79 95 0 0,35 963 0 0 0,-20-1056-227 0 0,77 734 479 0 0,4-222 2150 0 0,-92-679-3328 0 0,1 1-3735 0 0,-1-3-1533 0 0</inkml:trace>
</inkml:ink>
</file>

<file path=ppt/ink/ink17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42.711"/>
    </inkml:context>
    <inkml:brush xml:id="br0">
      <inkml:brushProperty name="width" value="0.1" units="cm"/>
      <inkml:brushProperty name="height" value="0.1" units="cm"/>
      <inkml:brushProperty name="color" value="#004F8B"/>
    </inkml:brush>
  </inkml:definitions>
  <inkml:trace contextRef="#ctx0" brushRef="#br0">0 691 1840 0 0,'199'-63'1287'0'0,"-74"21"-1313"0"0,112-34-33 0 0,109-33 502 0 0,135-21-10 0 0,10 39-22 0 0,789-15 1735 0 0,-550 55-2500 0 0,-123 29-303 0 0,-565 23 835 0 0,25 0-688 0 0,116 18-1 0 0,-180-19 509 0 0,1 0 0 0 0,-1 1 0 0 0,0 0 0 0 0,1 0 0 0 0,-1 0 0 0 0,0 0 0 0 0,1 1 0 0 0,-1-1 0 0 0,0 1 0 0 0,0 0 1 0 0,0 0-1 0 0,3 2 0 0 0,-3 2-65 0 0</inkml:trace>
</inkml:ink>
</file>

<file path=ppt/ink/ink17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28:43.832"/>
    </inkml:context>
    <inkml:brush xml:id="br0">
      <inkml:brushProperty name="width" value="0.1" units="cm"/>
      <inkml:brushProperty name="height" value="0.1" units="cm"/>
      <inkml:brushProperty name="color" value="#004F8B"/>
    </inkml:brush>
  </inkml:definitions>
  <inkml:trace contextRef="#ctx0" brushRef="#br0">4501 1 5985 0 0,'-1'0'134'0'0,"1"1"1"0"0,-1-1-1 0 0,1 1 0 0 0,-1-1 0 0 0,1 1 0 0 0,0-1 1 0 0,-1 1-1 0 0,1 0 0 0 0,0-1 0 0 0,-1 1 0 0 0,1-1 1 0 0,0 1-1 0 0,0 0 0 0 0,0-1 0 0 0,0 1 0 0 0,0 0 1 0 0,0-1-1 0 0,0 1 0 0 0,0 0 0 0 0,0-1 0 0 0,0 1 0 0 0,0 0 1 0 0,0-1-1 0 0,0 1 0 0 0,0 0 0 0 0,0-1 0 0 0,1 1 1 0 0,-1 0-1 0 0,1 0 0 0 0,3 28 1433 0 0,-4-29-1565 0 0,10 56 665 0 0,-3 1 0 0 0,-2 0 0 0 0,-4 97 0 0 0,-34 896-1061 0 0,34-882 355 0 0,-18 575-80 0 0,-1-513-111 0 0,-29 603-367 0 0,34-288 2047 0 0,1 172-808 0 0,36 541 59 0 0,-18-1024-776 0 0,71 780 1498 0 0,-75-1002-1420 0 0,94 903 84 0 0,17 74 385 0 0,13-448-1184 0 0,-96-426-26 0 0,-12-46 559 0 0,3 7-329 0 0,-4 0 0 0 0,16 156 0 0 0,-32-215 392 0 0,-1 51-1352 0 0,0-64 1405 0 0,0 0 0 0 0,-1 0 0 0 0,0 0 1 0 0,0 0-1 0 0,0 0 0 0 0,0 0 0 0 0,0 0 0 0 0,-1 0 0 0 0,0-1 0 0 0,0 1 0 0 0,0 0 0 0 0,0-1 0 0 0,-4 5 1 0 0,0-5 402 0 0,1 0 0 0 0,-1-1 0 0 0,0 1 0 0 0,0-1 0 0 0,0-1 0 0 0,0 1 0 0 0,0-1 1 0 0,-13 1-1 0 0,6 0-49 0 0,-392 43-137 0 0,-2-35 222 0 0,-115 8 224 0 0,-818 25 3553 0 0,1336-43-4150 0 0,-574-21 1017 0 0,48-5 209 0 0,-261 12-1634 0 0,566 8-1652 0 0,179 3 1089 0 0</inkml:trace>
</inkml:ink>
</file>

<file path=ppt/ink/ink17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0:31.641"/>
    </inkml:context>
    <inkml:brush xml:id="br0">
      <inkml:brushProperty name="width" value="0.1" units="cm"/>
      <inkml:brushProperty name="height" value="0.1" units="cm"/>
      <inkml:brushProperty name="color" value="#004F8B"/>
    </inkml:brush>
  </inkml:definitions>
  <inkml:trace contextRef="#ctx0" brushRef="#br0">459 90 5065 0 0,'45'-89'12735'0'0,"-63"111"-11267"0"0,-73 159 546 0 0,13-24-1709 0 0,-177 325-966 0 0,232-439 228 0 0,-15 30-4195 0 0</inkml:trace>
</inkml:ink>
</file>

<file path=ppt/ink/ink17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0:32.128"/>
    </inkml:context>
    <inkml:brush xml:id="br0">
      <inkml:brushProperty name="width" value="0.1" units="cm"/>
      <inkml:brushProperty name="height" value="0.1" units="cm"/>
      <inkml:brushProperty name="color" value="#004F8B"/>
    </inkml:brush>
  </inkml:definitions>
  <inkml:trace contextRef="#ctx0" brushRef="#br0">423 145 4145 0 0,'6'-18'389'0'0,"0"0"1"0"0,1 1-1 0 0,11-19 1 0 0,-13 28 516 0 0,0 1 0 0 0,0 0-1 0 0,1 0 1 0 0,0 0 0 0 0,8-7 0 0 0,-13 13-720 0 0,0 0 0 0 0,1 1 0 0 0,-1-1 0 0 0,1 0 0 0 0,-1 1 0 0 0,1-1 0 0 0,-1 1 0 0 0,1 0 0 0 0,0 0 0 0 0,-1-1 0 0 0,1 1 0 0 0,-1 0 0 0 0,1 0 0 0 0,0 0 0 0 0,-1 1 0 0 0,1-1 0 0 0,-1 0 0 0 0,1 1 0 0 0,-1-1 0 0 0,1 1 0 0 0,-1-1 0 0 0,1 1 0 0 0,-1 0 0 0 0,1-1 0 0 0,-1 1 0 0 0,0 0 0 0 0,1 0 0 0 0,-1 0 0 0 0,0 0 0 0 0,2 3 0 0 0,7 4 307 0 0,0 1 0 0 0,13 17-1 0 0,-19-21-262 0 0,30 40 453 0 0,-3 1-1 0 0,-1 2 1 0 0,42 95-1 0 0,-34-66-509 0 0,-8-17-91 0 0,77 141 48 0 0,-89-172-123 0 0,1-1 1 0 0,2 0-1 0 0,1-1 1 0 0,37 35 0 0 0,-47-51 46 0 0,0 0 0 0 0,1-1 0 0 0,0-1 0 0 0,1 0 0 0 0,0-1 1 0 0,0-1-1 0 0,1 0 0 0 0,0-1 0 0 0,0 0 0 0 0,0-1 0 0 0,1-1 1 0 0,26 4-1 0 0,-24-3-62 0 0,-11-2 2 0 0,-11-2 4 0 0,-117 5-102 0 0,1 5 1 0 0,1 5 0 0 0,-148 40-1 0 0,-48 2 583 0 0,133-27-650 0 0,117-21-172 0 0,-27 6-3589 0 0,67-9-2730 0 0</inkml:trace>
</inkml:ink>
</file>

<file path=ppt/ink/ink17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0:32.494"/>
    </inkml:context>
    <inkml:brush xml:id="br0">
      <inkml:brushProperty name="width" value="0.1" units="cm"/>
      <inkml:brushProperty name="height" value="0.1" units="cm"/>
      <inkml:brushProperty name="color" value="#004F8B"/>
    </inkml:brush>
  </inkml:definitions>
  <inkml:trace contextRef="#ctx0" brushRef="#br0">254 100 2304 0 0,'-100'14'2705'0'0,"60"-8"-237"0"0,-68 3 1 0 0,108-8-2437 0 0,0-1-1 0 0,0 0 1 0 0,0 0 0 0 0,0 0-1 0 0,0 0 1 0 0,0 0 0 0 0,-1 0-1 0 0,1 0 1 0 0,0 0 0 0 0,0 0-1 0 0,0 0 1 0 0,0 1 0 0 0,0-1-1 0 0,-1 0 1 0 0,1 0 0 0 0,0 0-1 0 0,0 0 1 0 0,0 0 0 0 0,0 0-1 0 0,0 0 1 0 0,-1 0 0 0 0,1 0-1 0 0,0 0 1 0 0,0 0 0 0 0,0 0-1 0 0,0 0 1 0 0,0-1 0 0 0,-1 1-1 0 0,1 0 1 0 0,0 0 0 0 0,0 0-1 0 0,0 0 1 0 0,0 0 0 0 0,0 0-1 0 0,0 0 1 0 0,-1 0 0 0 0,1 0-1 0 0,0 0 1 0 0,0-1 0 0 0,0 1-1 0 0,0 0 1 0 0,0 0 0 0 0,0 0-1 0 0,0 0 1 0 0,0 0 0 0 0,0 0-1 0 0,0-1 1 0 0,0 1 0 0 0,-1 0-1 0 0,1 0 1 0 0,0 0 0 0 0,0 0-1 0 0,0 0 1 0 0,0-1 0 0 0,0 1-1 0 0,0 0 1 0 0,0 0 0 0 0,0 0-1 0 0,0 0 1 0 0,0 0 0 0 0,0-1-1 0 0,1 1 1 0 0,-1 0 0 0 0,0 0-1 0 0,12-9 1062 0 0,21-5 93 0 0,34-4 243 0 0,0 3 0 0 0,127-11 0 0 0,-112 17-523 0 0,245-23 803 0 0,0 30-2192 0 0,-236 12-1087 0 0,-32 2-3591 0 0,-14 1-864 0 0</inkml:trace>
</inkml:ink>
</file>

<file path=ppt/ink/ink17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0:32.844"/>
    </inkml:context>
    <inkml:brush xml:id="br0">
      <inkml:brushProperty name="width" value="0.1" units="cm"/>
      <inkml:brushProperty name="height" value="0.1" units="cm"/>
      <inkml:brushProperty name="color" value="#004F8B"/>
    </inkml:brush>
  </inkml:definitions>
  <inkml:trace contextRef="#ctx0" brushRef="#br0">1 0 11058 0 0,'-1'5'369'0'0,"1"-1"-1"0"0,0 1 0 0 0,1-1 0 0 0,-1 0 0 0 0,1 1 0 0 0,0-1 0 0 0,0 0 1 0 0,1 0-1 0 0,-1 1 0 0 0,1-1 0 0 0,0 0 0 0 0,2 4 0 0 0,2 6 405 0 0,16 48 603 0 0,-3 1 1 0 0,-3 1-1 0 0,12 95 1 0 0,1 200-1051 0 0,2 19-3320 0 0,-24-337 1831 0 0</inkml:trace>
</inkml:ink>
</file>

<file path=ppt/ink/ink17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0:33.318"/>
    </inkml:context>
    <inkml:brush xml:id="br0">
      <inkml:brushProperty name="width" value="0.1" units="cm"/>
      <inkml:brushProperty name="height" value="0.1" units="cm"/>
      <inkml:brushProperty name="color" value="#004F8B"/>
    </inkml:brush>
  </inkml:definitions>
  <inkml:trace contextRef="#ctx0" brushRef="#br0">187 1319 4145 0 0,'1'2'221'0'0,"-1"-1"1"0"0,1 1-1 0 0,-1 0 1 0 0,1-1 0 0 0,0 1-1 0 0,-1 0 1 0 0,1-1-1 0 0,0 1 1 0 0,0-1-1 0 0,0 1 1 0 0,2 1-1 0 0,-3-3-28 0 0,1 1 0 0 0,-1 0 0 0 0,1-1 1 0 0,-1 1-1 0 0,0-1 0 0 0,1 1 0 0 0,-1-1 0 0 0,1 1 0 0 0,0-1 0 0 0,-1 1 0 0 0,1-1 0 0 0,-1 0 0 0 0,1 1 0 0 0,0-1 0 0 0,-1 0 0 0 0,1 0 0 0 0,0 1 0 0 0,-1-1 0 0 0,1 0 0 0 0,0 0 0 0 0,-1 0 0 0 0,1 0 0 0 0,0 0 0 0 0,-1 0 0 0 0,1 0 1 0 0,0 0-1 0 0,0 0 0 0 0,-1 0 0 0 0,2 0 0 0 0,-2-1 8 0 0,1 0-1 0 0,-1 0 1 0 0,0 1 0 0 0,0-1 0 0 0,0 0 0 0 0,0 0-1 0 0,0 0 1 0 0,0 1 0 0 0,0-1 0 0 0,0 0 0 0 0,0 0 0 0 0,0 1-1 0 0,-1-1 1 0 0,1 0 0 0 0,0 0 0 0 0,0 1 0 0 0,-1-1-1 0 0,1 0 1 0 0,0 1 0 0 0,-1-1 0 0 0,1 0 0 0 0,-1 0 0 0 0,-12-21 900 0 0,10 18-801 0 0,-6-14 78 0 0,0 0 0 0 0,2-1 0 0 0,0 0 1 0 0,-7-34-1 0 0,-10-82 525 0 0,23 126-877 0 0,-17-134 409 0 0,-21-128-98 0 0,27 214-513 0 0,-34-202 732 0 0,40 209-1347 0 0,2 0 0 0 0,2-1 0 0 0,6-60 0 0 0,0 70-6261 0 0</inkml:trace>
</inkml:ink>
</file>

<file path=ppt/ink/ink17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0:33.732"/>
    </inkml:context>
    <inkml:brush xml:id="br0">
      <inkml:brushProperty name="width" value="0.1" units="cm"/>
      <inkml:brushProperty name="height" value="0.1" units="cm"/>
      <inkml:brushProperty name="color" value="#004F8B"/>
    </inkml:brush>
  </inkml:definitions>
  <inkml:trace contextRef="#ctx0" brushRef="#br0">113 80 1840 0 0,'-39'-10'855'0'0,"25"7"751"0"0,1 0 0 0 0,-1-1 0 0 0,-15-8 0 0 0,29 12-1560 0 0,-1 0-1 0 0,1 0 0 0 0,0 0 0 0 0,0 0 1 0 0,0 0-1 0 0,0 0 0 0 0,-1 0 0 0 0,1 0 0 0 0,0 0 1 0 0,0 0-1 0 0,0-1 0 0 0,0 1 0 0 0,-1 0 1 0 0,1 0-1 0 0,0 0 0 0 0,0 0 0 0 0,0 0 1 0 0,0-1-1 0 0,0 1 0 0 0,0 0 0 0 0,0 0 1 0 0,0 0-1 0 0,0 0 0 0 0,-1-1 0 0 0,1 1 1 0 0,0 0-1 0 0,0 0 0 0 0,0 0 0 0 0,0 0 1 0 0,0-1-1 0 0,0 1 0 0 0,0 0 0 0 0,0 0 1 0 0,0 0-1 0 0,0-1 0 0 0,0 1 0 0 0,0 0 1 0 0,0 0-1 0 0,1 0 0 0 0,-1 0 0 0 0,0-1 1 0 0,0 1-1 0 0,0 0 0 0 0,0 0 0 0 0,0 0 1 0 0,0 0-1 0 0,0-1 0 0 0,0 1 0 0 0,1 0 1 0 0,-1 0-1 0 0,13-9 1116 0 0,15-2-39 0 0,-28 11-1114 0 0,16-4 376 0 0,0 0 0 0 0,0 1 0 0 0,0 0 0 0 0,31 0 1 0 0,69 8 496 0 0,-50-1-436 0 0,464 0 679 0 0,-314-5-673 0 0,267 29-33 0 0,-337-15-587 0 0,-117-11 150 0 0,35 4-334 0 0,0-2-1 0 0,1-3 1 0 0,124-14 0 0 0,55-24 4 0 0,-138 22-2548 0 0,-80 11-2300 0 0</inkml:trace>
</inkml:ink>
</file>

<file path=ppt/ink/ink17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0:34.242"/>
    </inkml:context>
    <inkml:brush xml:id="br0">
      <inkml:brushProperty name="width" value="0.1" units="cm"/>
      <inkml:brushProperty name="height" value="0.1" units="cm"/>
      <inkml:brushProperty name="color" value="#004F8B"/>
    </inkml:brush>
  </inkml:definitions>
  <inkml:trace contextRef="#ctx0" brushRef="#br0">157 75 5529 0 0,'-1'-4'222'0'0,"-1"-1"1"0"0,0 1-1 0 0,0 0 0 0 0,0 0 1 0 0,0 0-1 0 0,-1 0 0 0 0,0 0 0 0 0,1 1 1 0 0,-1-1-1 0 0,-1 1 0 0 0,1 0 0 0 0,0 0 1 0 0,-1 0-1 0 0,0 0 0 0 0,0 0 0 0 0,1 1 1 0 0,-2 0-1 0 0,1 0 0 0 0,0 0 1 0 0,0 0-1 0 0,-1 1 0 0 0,1-1 0 0 0,0 1 1 0 0,-1 0-1 0 0,0 1 0 0 0,1-1 0 0 0,-1 1 1 0 0,1 0-1 0 0,-9 0 0 0 0,11 1-88 0 0,-1 0 0 0 0,1 0 0 0 0,0 0 0 0 0,0 0-1 0 0,0 1 1 0 0,0-1 0 0 0,0 1 0 0 0,0-1 0 0 0,0 1 0 0 0,0-1-1 0 0,0 1 1 0 0,1 0 0 0 0,-1 0 0 0 0,1 0 0 0 0,-1 0 0 0 0,1 0-1 0 0,0 0 1 0 0,0 1 0 0 0,0-1 0 0 0,0 0 0 0 0,0 1 0 0 0,1-1-1 0 0,-1 0 1 0 0,1 1 0 0 0,-1 4 0 0 0,-1 9 193 0 0,0 0 0 0 0,1 29 0 0 0,2-30-113 0 0,25 433 1376 0 0,-13-284-1395 0 0,37 273-46 0 0,-32-335-144 0 0,5 0-1 0 0,45 120 1 0 0,-36-133-107 0 0,73 221 310 0 0,-93-263-693 0 0,-3 0 1 0 0,-1 1-1 0 0,-2 0 1 0 0,-1 88 0 0 0,-13-35-4871 0 0,5-58 535 0 0</inkml:trace>
</inkml:ink>
</file>

<file path=ppt/ink/ink17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0:34.940"/>
    </inkml:context>
    <inkml:brush xml:id="br0">
      <inkml:brushProperty name="width" value="0.1" units="cm"/>
      <inkml:brushProperty name="height" value="0.1" units="cm"/>
      <inkml:brushProperty name="color" value="#004F8B"/>
    </inkml:brush>
  </inkml:definitions>
  <inkml:trace contextRef="#ctx0" brushRef="#br0">78 37 3681 0 0,'-10'-6'283'0'0,"-1"0"0"0"0,1 0 1 0 0,-13-4-1 0 0,-1 2 4065 0 0,73 23-2479 0 0,0 2 0 0 0,62 33 1 0 0,-7-4-1203 0 0,315 108 484 0 0,-4-1 51 0 0,-200-57-2112 0 0,371 225-1 0 0,-366-199-1921 0 0,-74-44 2603 0 0,-6 9 3418 0 0,-136-84-3113 0 0,10 6-236 0 0,-14-9 152 0 0,0 0 0 0 0,0 0 0 0 0,-1 0 0 0 0,1 0 0 0 0,0 0 0 0 0,0 0 1 0 0,0 0-1 0 0,0 0 0 0 0,-1 0 0 0 0,1 0 0 0 0,0 0 0 0 0,0 0 0 0 0,0 0 0 0 0,0 0 0 0 0,0 0 1 0 0,-1 0-1 0 0,1 0 0 0 0,0 1 0 0 0,0-1 0 0 0,0 0 0 0 0,0 0 0 0 0,0 0 0 0 0,0 0 0 0 0,-1 0 0 0 0,1 0 1 0 0,0 0-1 0 0,0 0 0 0 0,0 0 0 0 0,0 1 0 0 0,0-1 0 0 0,0 0 0 0 0,0 0 0 0 0,0 0 0 0 0,0 0 1 0 0,-1 0-1 0 0,1 0 0 0 0,0 1 0 0 0,0-1 0 0 0,0 0 0 0 0,0 0 0 0 0,0 0 0 0 0,0 0 0 0 0,0 0 1 0 0,0 1-1 0 0,0-1 0 0 0,0 0 0 0 0,0 0 0 0 0,0 0 0 0 0,0 0 0 0 0,0 0 0 0 0,1 2 591 0 0,-6 0-227 0 0,-64 29 1033 0 0,1 3 1 0 0,-123 84-1 0 0,94-56-1047 0 0,22-12-257 0 0,-87 75 0 0 0,-58 73-102 0 0,92-80 26 0 0,-113 128 196 0 0,96-91 32 0 0,-40 3-110 0 0,19-18-144 0 0,125-102-1400 0 0,33-32 137 0 0</inkml:trace>
</inkml:ink>
</file>

<file path=ppt/ink/ink17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0:35.288"/>
    </inkml:context>
    <inkml:brush xml:id="br0">
      <inkml:brushProperty name="width" value="0.1" units="cm"/>
      <inkml:brushProperty name="height" value="0.1" units="cm"/>
      <inkml:brushProperty name="color" value="#004F8B"/>
    </inkml:brush>
  </inkml:definitions>
  <inkml:trace contextRef="#ctx0" brushRef="#br0">36 44 5985 0 0,'-29'14'863'0'0,"23"-5"361"0"0,6-9-1143 0 0,1 1 0 0 0,-1-1-1 0 0,1 1 1 0 0,0 0 0 0 0,-1-1-1 0 0,1 1 1 0 0,0-1 0 0 0,0 0-1 0 0,-1 1 1 0 0,1-1 0 0 0,0 0 0 0 0,0 1-1 0 0,0-1 1 0 0,-1 0 0 0 0,1 0-1 0 0,0 0 1 0 0,0 1 0 0 0,0-1-1 0 0,1 0 1 0 0,8 1 517 0 0,0-1-1 0 0,0 1 1 0 0,1-1-1 0 0,-1-1 1 0 0,0 0-1 0 0,15-4 1 0 0,65-21 1703 0 0,-28 8-1534 0 0,-62 18-762 0 0,23-7-540 0 0,1 2 1 0 0,-1 0-1 0 0,1 2 1 0 0,29-1 0 0 0,-27 6-4726 0 0</inkml:trace>
</inkml:ink>
</file>

<file path=ppt/ink/ink17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0:35.542"/>
    </inkml:context>
    <inkml:brush xml:id="br0">
      <inkml:brushProperty name="width" value="0.1" units="cm"/>
      <inkml:brushProperty name="height" value="0.1" units="cm"/>
      <inkml:brushProperty name="color" value="#004F8B"/>
    </inkml:brush>
  </inkml:definitions>
  <inkml:trace contextRef="#ctx0" brushRef="#br0">1 168 14315 0 0,'27'-9'355'0'0,"-1"-1"-1"0"0,0-2 1 0 0,0 0 0 0 0,24-16-1 0 0,13-6-1812 0 0,-30 19-2196 0 0,49-15 1 0 0,-75 28 3289 0 0,6-4 253 0 0,-3-3 96 0 0</inkml:trace>
</inkml:ink>
</file>

<file path=ppt/ink/ink17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0:35.728"/>
    </inkml:context>
    <inkml:brush xml:id="br0">
      <inkml:brushProperty name="width" value="0.1" units="cm"/>
      <inkml:brushProperty name="height" value="0.1" units="cm"/>
      <inkml:brushProperty name="color" value="#004F8B"/>
    </inkml:brush>
  </inkml:definitions>
  <inkml:trace contextRef="#ctx0" brushRef="#br0">30 0 9218 0 0,'-1'0'74'0'0,"0"0"0"0"0,0 0 0 0 0,-1 1 0 0 0,1-1 0 0 0,0 0 0 0 0,0 0 0 0 0,0 0 0 0 0,-1 1 0 0 0,1-1 0 0 0,0 1 0 0 0,0-1 0 0 0,0 1 0 0 0,0-1 0 0 0,0 1 0 0 0,0 0 1 0 0,0 0-1 0 0,0-1 0 0 0,0 1 0 0 0,0 0 0 0 0,0 0 0 0 0,0 0 0 0 0,0 0 0 0 0,1 0 0 0 0,-1 0 0 0 0,0 0 0 0 0,1 0 0 0 0,-1 0 0 0 0,1 0 0 0 0,-1 2 0 0 0,1 1 282 0 0,-1 1 1 0 0,1-1-1 0 0,1 0 0 0 0,-1 1 1 0 0,1-1-1 0 0,-1 1 0 0 0,3 5 1 0 0,41 138 6016 0 0,-1-2-5667 0 0,-26-52-4335 0 0,-14-61-2901 0 0</inkml:trace>
</inkml:ink>
</file>

<file path=ppt/ink/ink17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0:36.078"/>
    </inkml:context>
    <inkml:brush xml:id="br0">
      <inkml:brushProperty name="width" value="0.1" units="cm"/>
      <inkml:brushProperty name="height" value="0.1" units="cm"/>
      <inkml:brushProperty name="color" value="#004F8B"/>
    </inkml:brush>
  </inkml:definitions>
  <inkml:trace contextRef="#ctx0" brushRef="#br0">618 16 4609 0 0,'0'0'102'0'0,"1"0"0"0"0,-1 0-1 0 0,0 0 1 0 0,1 0 0 0 0,-1-1 0 0 0,0 1-1 0 0,0 0 1 0 0,1 0 0 0 0,-1 0 0 0 0,0-1-1 0 0,0 1 1 0 0,1 0 0 0 0,-1 0 0 0 0,0-1 0 0 0,0 1-1 0 0,0 0 1 0 0,1 0 0 0 0,-1-1 0 0 0,0 1-1 0 0,0 0 1 0 0,0-1 0 0 0,0 1 0 0 0,0 0-1 0 0,0-1 1 0 0,1 1 0 0 0,-1 0 0 0 0,0-1 0 0 0,0 1-1 0 0,0 0 1 0 0,0-1 0 0 0,0 1 0 0 0,0 0-1 0 0,0-1 1 0 0,-1 1 0 0 0,1 0 0 0 0,0 0 0 0 0,0-1-1 0 0,0 1 1 0 0,0 0 0 0 0,0-1 0 0 0,0 1-1 0 0,-1 0 1 0 0,1-1 0 0 0,0 1 0 0 0,0 0-1 0 0,0 0 1 0 0,-1-1 0 0 0,1 1 0 0 0,0 0 0 0 0,0 0-1 0 0,-1-1 1 0 0,-24-1 2762 0 0,-32 10-667 0 0,-25 11-1560 0 0,-217 54 2136 0 0,256-61-4371 0 0,-43 18 1 0 0,58-18-3978 0 0</inkml:trace>
</inkml:ink>
</file>

<file path=ppt/ink/ink17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0:36.343"/>
    </inkml:context>
    <inkml:brush xml:id="br0">
      <inkml:brushProperty name="width" value="0.1" units="cm"/>
      <inkml:brushProperty name="height" value="0.1" units="cm"/>
      <inkml:brushProperty name="color" value="#004F8B"/>
    </inkml:brush>
  </inkml:definitions>
  <inkml:trace contextRef="#ctx0" brushRef="#br0">1 0 4609 0 0,'6'5'601'0'0,"0"1"1"0"0,0-1-1 0 0,0 1 1 0 0,0 0-1 0 0,-1 1 1 0 0,0-1-1 0 0,7 14 1 0 0,27 56 2121 0 0,-30-57-2018 0 0,22 54 1749 0 0,40 132-1 0 0,0 83-386 0 0,4 14-982 0 0,-37-125-3853 0 0,-36-162 1256 0 0</inkml:trace>
</inkml:ink>
</file>

<file path=ppt/ink/ink17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0:36.550"/>
    </inkml:context>
    <inkml:brush xml:id="br0">
      <inkml:brushProperty name="width" value="0.1" units="cm"/>
      <inkml:brushProperty name="height" value="0.1" units="cm"/>
      <inkml:brushProperty name="color" value="#004F8B"/>
    </inkml:brush>
  </inkml:definitions>
  <inkml:trace contextRef="#ctx0" brushRef="#br0">2 103 1840 0 0,'-1'0'120'0'0,"1"-1"-1"0"0,0 1 0 0 0,0-1 0 0 0,0 0 1 0 0,0 1-1 0 0,0-1 0 0 0,0 1 0 0 0,0-1 1 0 0,0 1-1 0 0,0-1 0 0 0,0 0 0 0 0,0 1 1 0 0,0-1-1 0 0,0 1 0 0 0,0-1 0 0 0,1 1 1 0 0,-1-1-1 0 0,0 0 0 0 0,0 1 0 0 0,1-1 1 0 0,-1 1-1 0 0,0-1 0 0 0,1 1 0 0 0,-1 0 1 0 0,0-1-1 0 0,1 1 0 0 0,-1-1 0 0 0,1 1 1 0 0,-1 0-1 0 0,1-1 0 0 0,-1 1 1 0 0,1 0-1 0 0,-1-1 0 0 0,1 1 0 0 0,0 0 1 0 0,22-15 4003 0 0,-21 14-4309 0 0,19-10 1319 0 0,0 1 0 0 0,1 0 0 0 0,0 2-1 0 0,0 1 1 0 0,1 0 0 0 0,39-5-1 0 0,6 7-2595 0 0,1 10-4218 0 0,-54-4 3827 0 0,-3-3 1118 0 0</inkml:trace>
</inkml:ink>
</file>

<file path=ppt/ink/ink18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0:36.774"/>
    </inkml:context>
    <inkml:brush xml:id="br0">
      <inkml:brushProperty name="width" value="0.1" units="cm"/>
      <inkml:brushProperty name="height" value="0.1" units="cm"/>
      <inkml:brushProperty name="color" value="#004F8B"/>
    </inkml:brush>
  </inkml:definitions>
  <inkml:trace contextRef="#ctx0" brushRef="#br0">19 1 7370 0 0,'-1'1'57'0'0,"-1"0"0"0"0,1 0 0 0 0,-1 0 0 0 0,1 1-1 0 0,0-1 1 0 0,0 0 0 0 0,0 1 0 0 0,0-1 0 0 0,0 1 0 0 0,0 0 0 0 0,0-1 0 0 0,0 1 0 0 0,1-1 0 0 0,-1 1 0 0 0,0 0 0 0 0,1 0 0 0 0,0-1 0 0 0,-1 1 0 0 0,1 2 0 0 0,0 0 109 0 0,1 1 1 0 0,0-1-1 0 0,1 0 0 0 0,-1 0 0 0 0,0 0 0 0 0,1 0 0 0 0,2 4 0 0 0,-1-3-7 0 0,4 9 388 0 0,1-1 1 0 0,1 0 0 0 0,0 0-1 0 0,1-1 1 0 0,1 0-1 0 0,0 0 1 0 0,0-1 0 0 0,1-1-1 0 0,0 0 1 0 0,19 11 0 0 0,-3-3-482 0 0,33 14 1 0 0,27 6-4069 0 0,-49-28 2187 0 0,-21-9 1688 0 0</inkml:trace>
</inkml:ink>
</file>

<file path=ppt/ink/ink18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0:36.945"/>
    </inkml:context>
    <inkml:brush xml:id="br0">
      <inkml:brushProperty name="width" value="0.1" units="cm"/>
      <inkml:brushProperty name="height" value="0.1" units="cm"/>
      <inkml:brushProperty name="color" value="#004F8B"/>
    </inkml:brush>
  </inkml:definitions>
  <inkml:trace contextRef="#ctx0" brushRef="#br0">286 2 9674 0 0,'-2'0'115'0'0,"0"0"0"0"0,0-1-1 0 0,0 1 1 0 0,0 0 0 0 0,0 0 0 0 0,0 0-1 0 0,0 0 1 0 0,0 0 0 0 0,0 1 0 0 0,0-1 0 0 0,0 1-1 0 0,0-1 1 0 0,1 1 0 0 0,-1 0 0 0 0,0-1-1 0 0,0 1 1 0 0,1 0 0 0 0,-1 0 0 0 0,0 0-1 0 0,1 1 1 0 0,-1-1 0 0 0,1 0 0 0 0,-1 0-1 0 0,1 1 1 0 0,0-1 0 0 0,-2 4 0 0 0,-40 50 2607 0 0,33-39-2436 0 0,-28 35 1162 0 0,-5 7-966 0 0,-42 72 0 0 0,82-124-813 0 0,1 0 0 0 0,-1-1-1 0 0,1 1 1 0 0,0 0 0 0 0,0 0-1 0 0,1 1 1 0 0,-2 7 0 0 0,4 25-5925 0 0,-1-29 3738 0 0</inkml:trace>
</inkml:ink>
</file>

<file path=ppt/ink/ink18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0:37.390"/>
    </inkml:context>
    <inkml:brush xml:id="br0">
      <inkml:brushProperty name="width" value="0.1" units="cm"/>
      <inkml:brushProperty name="height" value="0.1" units="cm"/>
      <inkml:brushProperty name="color" value="#004F8B"/>
    </inkml:brush>
  </inkml:definitions>
  <inkml:trace contextRef="#ctx0" brushRef="#br0">2 0 7834 0 0,'-1'1'78'0'0,"1"0"1"0"0,0-1 0 0 0,0 1 0 0 0,0-1 0 0 0,0 1-1 0 0,-1 0 1 0 0,1-1 0 0 0,0 1 0 0 0,0-1-1 0 0,0 1 1 0 0,0 0 0 0 0,1-1 0 0 0,-1 1 0 0 0,0-1-1 0 0,0 1 1 0 0,0 0 0 0 0,0-1 0 0 0,1 1-1 0 0,-1-1 1 0 0,0 1 0 0 0,0-1 0 0 0,1 1 0 0 0,-1-1-1 0 0,0 1 1 0 0,1-1 0 0 0,-1 1 0 0 0,1-1 0 0 0,-1 1-1 0 0,1-1 1 0 0,-1 0 0 0 0,1 1 0 0 0,-1-1-1 0 0,1 0 1 0 0,-1 1 0 0 0,1-1 0 0 0,-1 0 0 0 0,1 0-1 0 0,-1 1 1 0 0,1-1 0 0 0,0 0 0 0 0,0 0-1 0 0,31 11 2224 0 0,-27-10-1950 0 0,26 7 1527 0 0,1-2 0 0 0,62 5-1 0 0,13-7-2655 0 0,-93-3 286 0 0,11-1-1013 0 0</inkml:trace>
</inkml:ink>
</file>

<file path=ppt/ink/ink18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0:37.658"/>
    </inkml:context>
    <inkml:brush xml:id="br0">
      <inkml:brushProperty name="width" value="0.1" units="cm"/>
      <inkml:brushProperty name="height" value="0.1" units="cm"/>
      <inkml:brushProperty name="color" value="#004F8B"/>
    </inkml:brush>
  </inkml:definitions>
  <inkml:trace contextRef="#ctx0" brushRef="#br0">16 0 6449 0 0,'-1'1'60'0'0,"0"-1"0"0"0,0 1 0 0 0,0 0 0 0 0,0-1 0 0 0,0 1 0 0 0,1 0 0 0 0,-1 0 0 0 0,0 0 0 0 0,0-1 0 0 0,0 1 0 0 0,1 0 0 0 0,-1 0 0 0 0,0 0 0 0 0,1 0 0 0 0,-1 0 0 0 0,1 0-1 0 0,-1 1 1 0 0,1-1 0 0 0,0 0 0 0 0,-1 0 0 0 0,1 0 0 0 0,0 0 0 0 0,0 0 0 0 0,0 1 0 0 0,0-1 0 0 0,0 2 0 0 0,1-1 43 0 0,0 1 0 0 0,-1-1-1 0 0,2 0 1 0 0,-1 0 0 0 0,0 0 0 0 0,0 0 0 0 0,1 0 0 0 0,-1 0 0 0 0,1 0-1 0 0,-1-1 1 0 0,1 1 0 0 0,3 2 0 0 0,7 5 462 0 0,1 0 1 0 0,0-1-1 0 0,18 8 0 0 0,-27-14-364 0 0,20 10-340 0 0,0-1 1 0 0,0-1-1 0 0,1-1 1 0 0,0-2-1 0 0,0 0 1 0 0,1-2-1 0 0,0 0 1 0 0,0-2-1 0 0,0-1 1 0 0,1-1-1 0 0,-1-1 1 0 0,45-7-1 0 0,-52 2 139 0 0,-3 0 0 0 0</inkml:trace>
</inkml:ink>
</file>

<file path=ppt/ink/ink18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0:37.801"/>
    </inkml:context>
    <inkml:brush xml:id="br0">
      <inkml:brushProperty name="width" value="0.1" units="cm"/>
      <inkml:brushProperty name="height" value="0.1" units="cm"/>
      <inkml:brushProperty name="color" value="#004F8B"/>
    </inkml:brush>
  </inkml:definitions>
  <inkml:trace contextRef="#ctx0" brushRef="#br0">258 1 6449 0 0,'-12'10'607'0'0,"1"1"0"0"0,-1 1 0 0 0,2 0 0 0 0,0 0-1 0 0,0 1 1 0 0,1 0 0 0 0,-13 26 0 0 0,-3 3-221 0 0,1-7-213 0 0,-46 77 626 0 0,33-34-5262 0 0,31-65 2817 0 0</inkml:trace>
</inkml:ink>
</file>

<file path=ppt/ink/ink18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0:38.766"/>
    </inkml:context>
    <inkml:brush xml:id="br0">
      <inkml:brushProperty name="width" value="0.1" units="cm"/>
      <inkml:brushProperty name="height" value="0.1" units="cm"/>
      <inkml:brushProperty name="color" value="#004F8B"/>
    </inkml:brush>
  </inkml:definitions>
  <inkml:trace contextRef="#ctx0" brushRef="#br0">111 1718 7370 0 0,'8'-28'2859'0'0,"-2"8"-1574"0"0,-6 6-867 0 0,0 1-1 0 0,-1 0 0 0 0,-1-1 0 0 0,0 1 0 0 0,-1 0 0 0 0,0 0 0 0 0,-1 0 0 0 0,0 1 1 0 0,-12-22-1 0 0,-7-26 192 0 0,7 0-246 0 0,2-1 0 0 0,2-1 0 0 0,-4-82 0 0 0,9-190 1443 0 0,7 214-1603 0 0,-1-21-1563 0 0,32-264 0 0 0,-13 296-2885 0 0,-13 87-544 0 0</inkml:trace>
</inkml:ink>
</file>

<file path=ppt/ink/ink18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0:39.116"/>
    </inkml:context>
    <inkml:brush xml:id="br0">
      <inkml:brushProperty name="width" value="0.1" units="cm"/>
      <inkml:brushProperty name="height" value="0.1" units="cm"/>
      <inkml:brushProperty name="color" value="#004F8B"/>
    </inkml:brush>
  </inkml:definitions>
  <inkml:trace contextRef="#ctx0" brushRef="#br0">18 222 3225 0 0,'-2'2'210'0'0,"0"0"1"0"0,0 0-1 0 0,1 0 0 0 0,-1 0 1 0 0,1 1-1 0 0,0-1 1 0 0,-1 0-1 0 0,1 1 1 0 0,0-1-1 0 0,-1 6 0 0 0,2-8-117 0 0,0 1 0 0 0,0-1-1 0 0,0 0 1 0 0,0 1-1 0 0,0-1 1 0 0,0 0 0 0 0,0 1-1 0 0,0-1 1 0 0,0 0-1 0 0,0 1 1 0 0,0-1 0 0 0,0 0-1 0 0,0 1 1 0 0,0-1 0 0 0,0 0-1 0 0,0 1 1 0 0,1-1-1 0 0,-1 0 1 0 0,0 1 0 0 0,0-1-1 0 0,0 0 1 0 0,1 1-1 0 0,-1-1 1 0 0,0 0 0 0 0,0 0-1 0 0,1 1 1 0 0,-1-1-1 0 0,0 0 1 0 0,1 0 0 0 0,0 1 25 0 0,0-1 1 0 0,0 0 0 0 0,1 0-1 0 0,-1 0 1 0 0,0 0 0 0 0,0 0 0 0 0,0 0-1 0 0,0 0 1 0 0,0-1 0 0 0,1 1-1 0 0,-1 0 1 0 0,0-1 0 0 0,0 1-1 0 0,2-1 1 0 0,67-25 964 0 0,1 3 1 0 0,1 3-1 0 0,1 4 0 0 0,1 3 0 0 0,0 2 1 0 0,1 5-1 0 0,146 5 0 0 0,-91 4-1419 0 0,1-6 1 0 0,-1-5-1 0 0,-1-6 1 0 0,231-55-1 0 0,-328 61 325 0 0,15-5-73 0 0,1 1 0 0 0,72-6-1 0 0,-101 20-407 0 0</inkml:trace>
</inkml:ink>
</file>

<file path=ppt/ink/ink18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0:39.797"/>
    </inkml:context>
    <inkml:brush xml:id="br0">
      <inkml:brushProperty name="width" value="0.1" units="cm"/>
      <inkml:brushProperty name="height" value="0.1" units="cm"/>
      <inkml:brushProperty name="color" value="#004F8B"/>
    </inkml:brush>
  </inkml:definitions>
  <inkml:trace contextRef="#ctx0" brushRef="#br0">17 525 5497 0 0,'2'-8'7260'0'0,"-13"1"-2813"0"0,5-3-5221 0 0,5 4 1114 0 0,1-1 0 0 0,0 1 1 0 0,0 0-1 0 0,0 0 0 0 0,1 0 0 0 0,0-1 0 0 0,0 1 0 0 0,1 0 0 0 0,2-6 0 0 0,3-24 191 0 0,0-183 789 0 0,-7 172-1080 0 0,5 48-146 0 0,5 10-182 0 0,9 12-166 0 0,153 239-1608 0 0,-171-259 1829 0 0,1-1-1 0 0,-1 0 1 0 0,0 0-1 0 0,1 0 1 0 0,-1 0 0 0 0,1 0-1 0 0,0 0 1 0 0,-1-1-1 0 0,1 1 1 0 0,0-1-1 0 0,0 1 1 0 0,0-1 0 0 0,0 1-1 0 0,0-1 1 0 0,1 0-1 0 0,-1 0 1 0 0,0 0-1 0 0,1 0 1 0 0,-1-1 0 0 0,0 1-1 0 0,5 0 1 0 0,-4-1 46 0 0,-1-1 1 0 0,1 0 0 0 0,-1 1-1 0 0,1-1 1 0 0,-1 0 0 0 0,1 0-1 0 0,-1-1 1 0 0,0 1 0 0 0,1 0 0 0 0,-1-1-1 0 0,0 1 1 0 0,0-1 0 0 0,0 0-1 0 0,0 0 1 0 0,0 0 0 0 0,-1 0-1 0 0,1 0 1 0 0,0 0 0 0 0,-1 0-1 0 0,2-3 1 0 0,9-15 146 0 0,-2-1 0 0 0,0 0-1 0 0,9-27 1 0 0,-10 24 11 0 0,0 0 0 0 0,20-33 0 0 0,-22 46-95 0 0,26-38 281 0 0,-32 47-330 0 0,1 0 0 0 0,0 0 1 0 0,0 0-1 0 0,0 0 0 0 0,0 0 0 0 0,0 0 0 0 0,0 1 0 0 0,0-1 0 0 0,1 1 0 0 0,-1-1 0 0 0,1 1 0 0 0,-1 0 0 0 0,1 0 0 0 0,-1 0 0 0 0,1 0 0 0 0,0 0 1 0 0,3 0-1 0 0,-3 2-19 0 0,-1-1 1 0 0,1 1 0 0 0,0 0-1 0 0,0-1 1 0 0,-1 1 0 0 0,1 1 0 0 0,-1-1-1 0 0,1 0 1 0 0,-1 1 0 0 0,1-1 0 0 0,-1 1-1 0 0,0 0 1 0 0,0-1 0 0 0,0 1 0 0 0,0 0-1 0 0,2 3 1 0 0,31 42-23 0 0,-25-32-22 0 0,23 32-16 0 0,-16-21 2 0 0,1-1 0 0 0,31 34 0 0 0,-49-59 52 0 0,1 1 0 0 0,-1 0 0 0 0,1-1 0 0 0,0 1-1 0 0,-1-1 1 0 0,1 1 0 0 0,0-1 0 0 0,0 1 0 0 0,-1-1 0 0 0,1 1 0 0 0,0-1 0 0 0,0 0 0 0 0,0 1 0 0 0,-1-1 0 0 0,1 0 0 0 0,0 0 0 0 0,0 0 0 0 0,0 1 0 0 0,0-1 0 0 0,0 0 0 0 0,0 0 0 0 0,-1 0 0 0 0,1 0 0 0 0,0-1 0 0 0,0 1 0 0 0,1 0 0 0 0,0-1 8 0 0,0 0 0 0 0,-1-1-1 0 0,1 1 1 0 0,-1 0 0 0 0,1 0 0 0 0,-1 0 0 0 0,0-1-1 0 0,1 1 1 0 0,-1-1 0 0 0,0 1 0 0 0,0-1-1 0 0,1-1 1 0 0,4-8 58 0 0,-1-1 0 0 0,-1 1 0 0 0,4-14 0 0 0,-5 18-38 0 0,22-81 193 0 0,-19 59-114 0 0,2 1-1 0 0,1 0 1 0 0,2 1-1 0 0,21-42 1 0 0,-31 67-106 0 0,0 1 0 0 0,0-1 0 0 0,0 0 0 0 0,1 0 0 0 0,-1 1 0 0 0,0-1-1 0 0,1 1 1 0 0,-1-1 0 0 0,1 1 0 0 0,0 0 0 0 0,2-2 0 0 0,-3 2 0 0 0,0 1 0 0 0,-1 0 0 0 0,1 0 0 0 0,-1 0 0 0 0,1 0 0 0 0,0-1 1 0 0,-1 1-1 0 0,1 0 0 0 0,0 0 0 0 0,-1 0 0 0 0,1 1 0 0 0,-1-1 0 0 0,1 0 0 0 0,0 0 0 0 0,-1 0 0 0 0,1 0 0 0 0,-1 0 0 0 0,1 1 0 0 0,0-1 0 0 0,-1 0 0 0 0,1 1 0 0 0,-1-1 0 0 0,1 0 0 0 0,-1 1 0 0 0,1 0 1 0 0,2 2 10 0 0,0 1 1 0 0,0 0-1 0 0,-1 0 1 0 0,0 0-1 0 0,0 0 1 0 0,0 0-1 0 0,0 0 1 0 0,2 8-1 0 0,16 56 19 0 0,-13-42-185 0 0,1-1 0 0 0,1 1 0 0 0,1-2 0 0 0,1 1 0 0 0,19 31 0 0 0,16 6-1480 0 0,-12-24-4417 0 0,-13-17-103 0 0</inkml:trace>
</inkml:ink>
</file>

<file path=ppt/ink/ink18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0:40.399"/>
    </inkml:context>
    <inkml:brush xml:id="br0">
      <inkml:brushProperty name="width" value="0.1" units="cm"/>
      <inkml:brushProperty name="height" value="0.1" units="cm"/>
      <inkml:brushProperty name="color" value="#004F8B"/>
    </inkml:brush>
  </inkml:definitions>
  <inkml:trace contextRef="#ctx0" brushRef="#br0">108 189 1840 0 0,'-7'-2'462'0'0,"0"0"-1"0"0,0 0 1 0 0,0 0-1 0 0,0 1 1 0 0,0 1-1 0 0,0-1 1 0 0,0 1-1 0 0,0 0 1 0 0,-1 1-1 0 0,-7 1 1 0 0,7-2 181 0 0,-5 4 3727 0 0,41-6-1377 0 0,151-36 1673 0 0,92 1-3577 0 0,-13 20-2469 0 0,-85 20-3207 0 0,-152-2 3655 0 0,92 1-3210 0 0,-102-2 3376 0 0,-1-1 0 0 0,0 0 0 0 0,0-1 1 0 0,0 0-1 0 0,-1-1 0 0 0,1 0 0 0 0,0 0 0 0 0,15-9 1 0 0,-24 11 733 0 0,1 0 1 0 0,-1 0 0 0 0,0 0-1 0 0,1-1 1 0 0,-1 1 0 0 0,0-1-1 0 0,0 1 1 0 0,0-1 0 0 0,0 1 0 0 0,0-1-1 0 0,0 0 1 0 0,0 1 0 0 0,-1-1-1 0 0,1 0 1 0 0,0 0 0 0 0,-1 1 0 0 0,0-1-1 0 0,1 0 1 0 0,-1 0 0 0 0,0 0-1 0 0,0-2 1 0 0,0 3 364 0 0,0-1-1 0 0,0 1 1 0 0,0-1 0 0 0,0 1 0 0 0,-1-1-1 0 0,1 1 1 0 0,0-1 0 0 0,-1 1 0 0 0,1 0-1 0 0,-1-1 1 0 0,0 1 0 0 0,1 0-1 0 0,-1-1 1 0 0,0 1 0 0 0,0 0 0 0 0,1 0-1 0 0,-1 0 1 0 0,0 0 0 0 0,0 0 0 0 0,-1 0-1 0 0,1 0 1 0 0,0 0 0 0 0,0 0 0 0 0,0 0-1 0 0,-1 0 1 0 0,-2-1 0 0 0,4 3-165 0 0,-1-1 0 0 0,1 0 0 0 0,-1 1 0 0 0,1-1 0 0 0,-1 0 0 0 0,1 1 0 0 0,-1-1 0 0 0,1 0 0 0 0,0 1 0 0 0,-1-1 0 0 0,1 1 1 0 0,-1-1-1 0 0,1 1 0 0 0,0-1 0 0 0,0 1 0 0 0,-1-1 0 0 0,1 1 0 0 0,0-1 0 0 0,0 1 0 0 0,0-1 0 0 0,-1 1 0 0 0,1 0 0 0 0,0-1 0 0 0,0 1 0 0 0,0 0 1 0 0,-4 20 600 0 0,4-19-490 0 0,-8 45 424 0 0,3 1 0 0 0,1 0 0 0 0,3 0 0 0 0,2 0 0 0 0,10 69 0 0 0,4-16-425 0 0,61 381 453 0 0,-49-351-331 0 0,74 211 0 0 0,-48-202-138 0 0,133 426 183 0 0,-91-234-300 0 0,-84-297-109 0 0,-7-21 113 0 0</inkml:trace>
</inkml:ink>
</file>

<file path=ppt/ink/ink18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0:40.881"/>
    </inkml:context>
    <inkml:brush xml:id="br0">
      <inkml:brushProperty name="width" value="0.1" units="cm"/>
      <inkml:brushProperty name="height" value="0.1" units="cm"/>
      <inkml:brushProperty name="color" value="#004F8B"/>
    </inkml:brush>
  </inkml:definitions>
  <inkml:trace contextRef="#ctx0" brushRef="#br0">24 192 4609 0 0,'-23'-2'2645'0'0,"35"-4"-1128"0"0,41-10 23 0 0,1 2-1 0 0,0 3 0 0 0,67-5 1 0 0,-59 8-738 0 0,590-53 3016 0 0,-521 52-3340 0 0,832-13 1098 0 0,-399 19-1326 0 0,-505 2-215 0 0,7 0-201 0 0,95-12 1 0 0,-160 13 129 0 0,-1 0 0 0 0,1 0 0 0 0,0 0 0 0 0,-1 0 0 0 0,1 0 0 0 0,0 0 0 0 0,-1 0 0 0 0,1-1 0 0 0,0 1 0 0 0,-1 0 0 0 0,1 0 0 0 0,-1-1 0 0 0,1 1 0 0 0,0 0 0 0 0,-1-1 0 0 0,1 1 0 0 0,-1 0 0 0 0,1-1 0 0 0,-1 1 0 0 0,1-1 0 0 0,-1 1 0 0 0,1-1 0 0 0,-1 1 1 0 0,1-1-1 0 0,-1 1 0 0 0,1-2 0 0 0</inkml:trace>
</inkml:ink>
</file>

<file path=ppt/ink/ink18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0:41.256"/>
    </inkml:context>
    <inkml:brush xml:id="br0">
      <inkml:brushProperty name="width" value="0.1" units="cm"/>
      <inkml:brushProperty name="height" value="0.1" units="cm"/>
      <inkml:brushProperty name="color" value="#004F8B"/>
    </inkml:brush>
  </inkml:definitions>
  <inkml:trace contextRef="#ctx0" brushRef="#br0">9 34 4609 0 0,'-7'-18'8582'0'0,"6"30"-5611"0"0,0-3-2800 0 0,1 1-1 0 0,1-1 0 0 0,0 1 1 0 0,0-1-1 0 0,1 1 0 0 0,0-1 1 0 0,1 0-1 0 0,0 0 1 0 0,5 11-1 0 0,-6-15-109 0 0,0 0 1 0 0,0 0-1 0 0,1 0 1 0 0,0 0-1 0 0,0 0 1 0 0,0-1-1 0 0,0 0 1 0 0,1 1-1 0 0,0-1 0 0 0,0 0 1 0 0,0-1-1 0 0,0 1 1 0 0,0-1-1 0 0,1 0 1 0 0,0 0-1 0 0,0 0 1 0 0,6 2-1 0 0,-9-4-43 0 0,-1-1 0 0 0,1 1 0 0 0,0-1 0 0 0,-1 0 0 0 0,1 0 0 0 0,0 0 0 0 0,-1 0 0 0 0,1 0 0 0 0,0 0 0 0 0,-1 0 0 0 0,1 0 0 0 0,0 0 0 0 0,-1-1 0 0 0,1 1 0 0 0,0-1 0 0 0,-1 0 0 0 0,1 1 1 0 0,-1-1-1 0 0,1 0 0 0 0,-1 0 0 0 0,3-1 0 0 0,-2 0 12 0 0,0-1 1 0 0,0 1 0 0 0,0-1 0 0 0,0 1-1 0 0,-1-1 1 0 0,1 1 0 0 0,-1-1-1 0 0,1 0 1 0 0,-1 0 0 0 0,0 0 0 0 0,1-3-1 0 0,0-1 24 0 0,-1-1-1 0 0,1 1 0 0 0,-1-1 0 0 0,-1 1 0 0 0,1 0 1 0 0,-1-1-1 0 0,-1 0 0 0 0,0 1 0 0 0,-1-8 1 0 0,0 8 9 0 0,0 1-1 0 0,-1 0 1 0 0,0 0 0 0 0,0 0 0 0 0,0 1 0 0 0,-1-1 0 0 0,1 1 0 0 0,-1-1-1 0 0,-1 1 1 0 0,1 0 0 0 0,-9-6 0 0 0,12 10-31 0 0,0 0 1 0 0,-1 0-1 0 0,1 0 0 0 0,-1 0 1 0 0,1 0-1 0 0,-1 0 1 0 0,1 1-1 0 0,-1-1 0 0 0,0 1 1 0 0,1-1-1 0 0,-1 1 0 0 0,0-1 1 0 0,1 1-1 0 0,-1 0 0 0 0,0 0 1 0 0,1 0-1 0 0,-1 0 1 0 0,0 0-1 0 0,-2 1 0 0 0,2 0 2 0 0,0 0 1 0 0,0 0-1 0 0,0 0 0 0 0,0 1 0 0 0,1-1 0 0 0,-1 1 1 0 0,0-1-1 0 0,0 1 0 0 0,1-1 0 0 0,-1 1 0 0 0,1 0 0 0 0,0 0 1 0 0,-1 0-1 0 0,1 0 0 0 0,0 0 0 0 0,0 0 0 0 0,0 0 1 0 0,0 4-1 0 0,-1-2-88 0 0,0 1-1 0 0,1 0 1 0 0,-1 0 0 0 0,1 0 0 0 0,1 0-1 0 0,-1 0 1 0 0,1 7 0 0 0,0-8-372 0 0,0-1 0 0 0,1 0 0 0 0,-1 0 0 0 0,1 1 1 0 0,0-1-1 0 0,0 0 0 0 0,2 5 0 0 0</inkml:trace>
</inkml:ink>
</file>

<file path=ppt/ink/ink18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0:41.763"/>
    </inkml:context>
    <inkml:brush xml:id="br0">
      <inkml:brushProperty name="width" value="0.1" units="cm"/>
      <inkml:brushProperty name="height" value="0.1" units="cm"/>
      <inkml:brushProperty name="color" value="#004F8B"/>
    </inkml:brush>
  </inkml:definitions>
  <inkml:trace contextRef="#ctx0" brushRef="#br0">39 461 9218 0 0,'-9'-14'1218'0'0,"-20"-25"6299"0"0,36 73-4994 0 0,-4-22-2453 0 0,1 0-1 0 0,1-1 0 0 0,0 0 0 0 0,1 0 0 0 0,0 0 0 0 0,1-1 1 0 0,0 0-1 0 0,0 0 0 0 0,1-1 0 0 0,0 0 0 0 0,18 15 0 0 0,-21-20-35 0 0,1 1 0 0 0,0-2 0 0 0,1 1 0 0 0,-1 0 0 0 0,1-1 0 0 0,-1 0 0 0 0,1-1 0 0 0,0 0 0 0 0,0 0 0 0 0,0 0 0 0 0,1-1-1 0 0,-1 0 1 0 0,0 0 0 0 0,0-1 0 0 0,1 0 0 0 0,-1 0 0 0 0,0-1 0 0 0,0 0 0 0 0,1 0 0 0 0,-1 0 0 0 0,8-4 0 0 0,-2 1 21 0 0,-1-2 0 0 0,1 0 0 0 0,-1 0 0 0 0,0-1 0 0 0,-1 0 1 0 0,1-1-1 0 0,-1-1 0 0 0,-1 0 0 0 0,0 0 0 0 0,0-1 0 0 0,-1 0 1 0 0,0-1-1 0 0,-1 0 0 0 0,0 0 0 0 0,-1-1 0 0 0,0 0 0 0 0,8-18 0 0 0,4-20-71 0 0,-1 0 0 0 0,-3-1 0 0 0,11-66 0 0 0,2-5-558 0 0,-17 80-1826 0 0</inkml:trace>
</inkml:ink>
</file>

<file path=ppt/ink/ink18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0:42.097"/>
    </inkml:context>
    <inkml:brush xml:id="br0">
      <inkml:brushProperty name="width" value="0.1" units="cm"/>
      <inkml:brushProperty name="height" value="0.1" units="cm"/>
      <inkml:brushProperty name="color" value="#004F8B"/>
    </inkml:brush>
  </inkml:definitions>
  <inkml:trace contextRef="#ctx0" brushRef="#br0">53 1 2304 0 0,'0'0'167'0'0,"-1"0"188"0"0,-1 1 0 0 0,1-1-1 0 0,0 1 1 0 0,0-1 0 0 0,0 1 0 0 0,0 0-1 0 0,0 0 1 0 0,0-1 0 0 0,0 1 0 0 0,0 0-1 0 0,0 0 1 0 0,0 0 0 0 0,0 0 0 0 0,1 0-1 0 0,-1 0 1 0 0,0 0 0 0 0,1 0-1 0 0,-1 0 1 0 0,0 3 0 0 0,-11 25 1601 0 0,10-26-1425 0 0,-2 11-41 0 0,0 0 1 0 0,0 1-1 0 0,1-1 0 0 0,1 1 0 0 0,1 0 0 0 0,0 0 1 0 0,0 0-1 0 0,4 28 0 0 0,-2-35-399 0 0,0 0 0 0 0,1 0-1 0 0,0 0 1 0 0,0 0 0 0 0,1 0 0 0 0,0 0 0 0 0,0-1 0 0 0,0 0-1 0 0,1 1 1 0 0,0-1 0 0 0,1-1 0 0 0,0 1 0 0 0,0 0 0 0 0,0-1-1 0 0,1 0 1 0 0,0-1 0 0 0,11 10 0 0 0,-16-14-73 0 0,1 0 1 0 0,-1-1 0 0 0,0 1-1 0 0,1 0 1 0 0,-1 0 0 0 0,1-1-1 0 0,-1 1 1 0 0,1-1-1 0 0,-1 1 1 0 0,1-1 0 0 0,-1 1-1 0 0,1-1 1 0 0,0 0 0 0 0,-1 0-1 0 0,1 0 1 0 0,-1 0-1 0 0,1 0 1 0 0,0 0 0 0 0,-1-1-1 0 0,1 1 1 0 0,-1 0-1 0 0,1-1 1 0 0,2 0 0 0 0,-2-1 27 0 0,0 1 0 0 0,0-1 1 0 0,0 0-1 0 0,0 0 1 0 0,0 0-1 0 0,0 0 0 0 0,0 0 1 0 0,-1 0-1 0 0,1 0 0 0 0,-1-1 1 0 0,1 1-1 0 0,1-5 0 0 0,1-4 124 0 0,-1 0-1 0 0,0 0 0 0 0,0 0 0 0 0,-1-1 0 0 0,1-15 0 0 0,-2 7 160 0 0,-1 0-1 0 0,-4-38 0 0 0,3 50-570 0 0,-1 0 1 0 0,0 1-1 0 0,0-1 0 0 0,-5-10 0 0 0,5 15-337 0 0,0 0-1 0 0,1 0 1 0 0,-1 0 0 0 0,0 0-1 0 0,-1 0 1 0 0,1 0-1 0 0,0 1 1 0 0,-1-1 0 0 0,0 1-1 0 0,-4-4 1 0 0</inkml:trace>
</inkml:ink>
</file>

<file path=ppt/ink/ink18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0:42.445"/>
    </inkml:context>
    <inkml:brush xml:id="br0">
      <inkml:brushProperty name="width" value="0.1" units="cm"/>
      <inkml:brushProperty name="height" value="0.1" units="cm"/>
      <inkml:brushProperty name="color" value="#004F8B"/>
    </inkml:brush>
  </inkml:definitions>
  <inkml:trace contextRef="#ctx0" brushRef="#br0">1 155 2304 0 0,'0'-1'55'0'0,"0"1"-1"0"0,1 0 1 0 0,-1-1-1 0 0,0 1 1 0 0,1 0-1 0 0,-1-1 1 0 0,1 1-1 0 0,-1 0 1 0 0,1 0-1 0 0,-1-1 1 0 0,1 1-1 0 0,-1 0 1 0 0,1 0-1 0 0,-1 0 1 0 0,1 0-1 0 0,-1 0 1 0 0,1 0-1 0 0,-1-1 1 0 0,1 1-1 0 0,-1 1 1 0 0,1-1-1 0 0,-1 0 0 0 0,1 0 1 0 0,-1 0-1 0 0,1 0 1 0 0,-1 0-1 0 0,1 0 1 0 0,-1 0-1 0 0,1 1 1 0 0,14 13 1928 0 0,7 26 1671 0 0,-20-35-3208 0 0,7 15 923 0 0,-4-9-984 0 0,0 0 0 0 0,0 0-1 0 0,1-1 1 0 0,0 0 0 0 0,13 15-1 0 0,-18-23-489 0 0,1-1-1 0 0,0 1 1 0 0,-1 0 0 0 0,1-1-1 0 0,0 0 1 0 0,0 1-1 0 0,0-1 1 0 0,0 0 0 0 0,0 0-1 0 0,0 0 1 0 0,1 0-1 0 0,-1-1 1 0 0,0 1 0 0 0,0 0-1 0 0,1-1 1 0 0,-1 0-1 0 0,0 1 1 0 0,1-1 0 0 0,-1 0-1 0 0,0 0 1 0 0,1 0-1 0 0,-1-1 1 0 0,0 1 0 0 0,1-1-1 0 0,-1 1 1 0 0,0-1-1 0 0,1 0 1 0 0,-1 0 0 0 0,0 0-1 0 0,0 0 1 0 0,0 0-1 0 0,0 0 1 0 0,0 0 0 0 0,2-3-1 0 0,4-2-181 0 0,0 0-1 0 0,0-1 1 0 0,0 0-1 0 0,-1 0 1 0 0,0-1-1 0 0,-1 0 1 0 0,0 0-1 0 0,10-18 1 0 0,-1-4-98 0 0,16-44 0 0 0,-21 45 896 0 0,26-47 0 0 0,-35 74-435 0 0,0 0-1 0 0,0 1 1 0 0,0-1-1 0 0,0 1 1 0 0,0 0-1 0 0,0-1 1 0 0,0 1 0 0 0,0 0-1 0 0,1 0 1 0 0,-1-1-1 0 0,0 1 1 0 0,1 0 0 0 0,-1 0-1 0 0,3-1 1 0 0,-3 2-32 0 0,-1 0 0 0 0,1 0 0 0 0,-1 0 0 0 0,1 0 0 0 0,-1 0 0 0 0,1 0 0 0 0,0 0-1 0 0,-1 0 1 0 0,1 0 0 0 0,-1 1 0 0 0,1-1 0 0 0,-1 0 0 0 0,1 0 0 0 0,-1 0 0 0 0,1 1 0 0 0,-1-1 0 0 0,0 0 0 0 0,1 1 0 0 0,-1-1 0 0 0,1 0 0 0 0,-1 1 0 0 0,0-1 0 0 0,1 1 0 0 0,-1-1 0 0 0,0 0 0 0 0,1 1 0 0 0,-1-1 0 0 0,0 1 0 0 0,1 0 0 0 0,1 3 140 0 0,-1 0-1 0 0,1 0 1 0 0,-1 1-1 0 0,0-1 1 0 0,0 1-1 0 0,-1-1 1 0 0,1 0 0 0 0,-1 1-1 0 0,0 7 1 0 0,-4 19 251 0 0,2-14 287 0 0,0 0 1 0 0,1 26-1 0 0,1-39-980 0 0,1 0-1 0 0,-1 0 1 0 0,1-1 0 0 0,-1 1-1 0 0,1 0 1 0 0,0-1-1 0 0,1 1 1 0 0,-1-1-1 0 0,1 1 1 0 0,-1-1-1 0 0,1 0 1 0 0,0 1-1 0 0,0-1 1 0 0,0 0 0 0 0,1 0-1 0 0,-1-1 1 0 0,4 4-1 0 0,5 1-4014 0 0</inkml:trace>
</inkml:ink>
</file>

<file path=ppt/ink/ink18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0:42.636"/>
    </inkml:context>
    <inkml:brush xml:id="br0">
      <inkml:brushProperty name="width" value="0.1" units="cm"/>
      <inkml:brushProperty name="height" value="0.1" units="cm"/>
      <inkml:brushProperty name="color" value="#004F8B"/>
    </inkml:brush>
  </inkml:definitions>
  <inkml:trace contextRef="#ctx0" brushRef="#br0">6 16 6913 0 0,'-5'-16'1317'0'0,"10"40"995"0"0,3 9-483 0 0,1 14-267 0 0,1-1 0 0 0,22 59 0 0 0,18 21-6314 0 0,-35-90-527 0 0</inkml:trace>
</inkml:ink>
</file>

<file path=ppt/ink/ink18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0:42.858"/>
    </inkml:context>
    <inkml:brush xml:id="br0">
      <inkml:brushProperty name="width" value="0.1" units="cm"/>
      <inkml:brushProperty name="height" value="0.1" units="cm"/>
      <inkml:brushProperty name="color" value="#004F8B"/>
    </inkml:brush>
  </inkml:definitions>
  <inkml:trace contextRef="#ctx0" brushRef="#br0">1 144 5985 0 0,'2'-3'324'0'0,"1"0"1"0"0,1 0-1 0 0,-1 0 0 0 0,0 1 0 0 0,1-1 0 0 0,-1 1 0 0 0,1 0 0 0 0,0 0 0 0 0,0 0 0 0 0,-1 1 1 0 0,1-1-1 0 0,5 0 0 0 0,4-4 42 0 0,133-53 1970 0 0,5 17-8434 0 0,-123 36 5496 0 0</inkml:trace>
</inkml:ink>
</file>

<file path=ppt/ink/ink18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0:47.893"/>
    </inkml:context>
    <inkml:brush xml:id="br0">
      <inkml:brushProperty name="width" value="0.1" units="cm"/>
      <inkml:brushProperty name="height" value="0.1" units="cm"/>
      <inkml:brushProperty name="color" value="#004F8B"/>
    </inkml:brush>
  </inkml:definitions>
  <inkml:trace contextRef="#ctx0" brushRef="#br0">24 20 7370 0 0,'-1'-2'376'0'0,"0"0"1"0"0,0 0-1 0 0,0 1 0 0 0,0-1 1 0 0,0 1-1 0 0,0-1 1 0 0,-1 1-1 0 0,1-1 1 0 0,0 1-1 0 0,-4-3 1 0 0,-1 6 1726 0 0,5 12-1318 0 0,7 76 461 0 0,30 148 0 0 0,-22-176-1097 0 0,3-1-1 0 0,2 0 0 0 0,34 69 0 0 0,-25-77-3162 0 0</inkml:trace>
</inkml:ink>
</file>

<file path=ppt/ink/ink18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0:48.316"/>
    </inkml:context>
    <inkml:brush xml:id="br0">
      <inkml:brushProperty name="width" value="0.1" units="cm"/>
      <inkml:brushProperty name="height" value="0.1" units="cm"/>
      <inkml:brushProperty name="color" value="#004F8B"/>
    </inkml:brush>
  </inkml:definitions>
  <inkml:trace contextRef="#ctx0" brushRef="#br0">19 104 3681 0 0,'-1'-1'88'0'0,"-1"0"1"0"0,1 0 0 0 0,0 0-1 0 0,-1 0 1 0 0,1 0 0 0 0,0-1-1 0 0,0 1 1 0 0,0-1 0 0 0,0 1-1 0 0,0-1 1 0 0,0 1 0 0 0,0-1-1 0 0,1 1 1 0 0,-1-1 0 0 0,0 0 0 0 0,1 1-1 0 0,-1-1 1 0 0,1 0 0 0 0,0 0-1 0 0,0 1 1 0 0,0-1 0 0 0,0 0-1 0 0,0 0 1 0 0,0 0 0 0 0,0 1-1 0 0,0-1 1 0 0,1 0 0 0 0,-1 0-1 0 0,0 1 1 0 0,1-1 0 0 0,0 0-1 0 0,-1 1 1 0 0,1-1 0 0 0,0 1-1 0 0,0-1 1 0 0,0 1 0 0 0,0-1-1 0 0,0 1 1 0 0,2-2 0 0 0,2-1 224 0 0,0 0 1 0 0,0 0 0 0 0,1 1 0 0 0,-1-1-1 0 0,1 1 1 0 0,0 1 0 0 0,0-1-1 0 0,0 1 1 0 0,10-3 0 0 0,-6 3 5 0 0,-1 0 0 0 0,1 1 0 0 0,0 0 0 0 0,-1 0 0 0 0,1 1 0 0 0,0 0 1 0 0,0 1-1 0 0,-1 0 0 0 0,20 5 0 0 0,-26-5-296 0 0,1 0 0 0 0,-1 0 0 0 0,0 1 0 0 0,1-1 0 0 0,-1 1 0 0 0,0 0 0 0 0,0 0 1 0 0,0 0-1 0 0,0 0 0 0 0,-1 0 0 0 0,1 0 0 0 0,0 1 0 0 0,-1 0 0 0 0,1-1 0 0 0,-1 1 0 0 0,0 0 0 0 0,0 0 0 0 0,0 0 0 0 0,-1 0 1 0 0,1 1-1 0 0,-1-1 0 0 0,0 0 0 0 0,1 1 0 0 0,-1-1 0 0 0,-1 1 0 0 0,1-1 0 0 0,-1 1 0 0 0,1-1 0 0 0,-1 6 0 0 0,-1 5-52 0 0,0 1 0 0 0,0-1 0 0 0,-2 0-1 0 0,0 0 1 0 0,0-1 0 0 0,-9 20 0 0 0,-1-1 413 0 0,-27 44 1 0 0,40-76-333 0 0,0 1 1 0 0,-1-1 0 0 0,1 0 0 0 0,0 1-1 0 0,0-1 1 0 0,0 0 0 0 0,0 1 0 0 0,-1-1-1 0 0,1 0 1 0 0,0 1 0 0 0,0-1 0 0 0,0 1-1 0 0,0-1 1 0 0,0 0 0 0 0,0 1 0 0 0,0-1-1 0 0,0 0 1 0 0,0 1 0 0 0,0-1 0 0 0,0 1-1 0 0,0-1 1 0 0,0 0 0 0 0,1 1 0 0 0,-1-1 0 0 0,0 0-1 0 0,0 1 1 0 0,0-1 0 0 0,1 0 0 0 0,-1 1-1 0 0,0-1 1 0 0,0 0 0 0 0,0 1 0 0 0,1-1-1 0 0,-1 0 1 0 0,0 0 0 0 0,1 1 0 0 0,-1-1-1 0 0,20 6 782 0 0,24-5 56 0 0,-42-1-730 0 0,40-2 916 0 0,66 7 0 0 0,-90-3-1642 0 0,1 1-1 0 0,-1 0 0 0 0,0 2 0 0 0,0 0 1 0 0,0 1-1 0 0,16 9 0 0 0,-23-8-1456 0 0</inkml:trace>
</inkml:ink>
</file>

<file path=ppt/ink/ink18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0:48.680"/>
    </inkml:context>
    <inkml:brush xml:id="br0">
      <inkml:brushProperty name="width" value="0.1" units="cm"/>
      <inkml:brushProperty name="height" value="0.1" units="cm"/>
      <inkml:brushProperty name="color" value="#004F8B"/>
    </inkml:brush>
  </inkml:definitions>
  <inkml:trace contextRef="#ctx0" brushRef="#br0">96 27 4609 0 0,'0'-1'117'0'0,"0"-1"0"0"0,0 1 0 0 0,-1-1 0 0 0,1 1 1 0 0,0 0-1 0 0,-1 0 0 0 0,1-1 0 0 0,-1 1 0 0 0,0 0 0 0 0,1 0 0 0 0,-1-1 0 0 0,0 1 0 0 0,0 0 0 0 0,1 0 1 0 0,-1 0-1 0 0,0 0 0 0 0,0 0 0 0 0,0 0 0 0 0,0 0 0 0 0,-2-1 0 0 0,2 2 36 0 0,-1 0 1 0 0,1 0-1 0 0,0 0 0 0 0,0-1 0 0 0,0 1 0 0 0,0 0 1 0 0,0 1-1 0 0,-1-1 0 0 0,1 0 0 0 0,0 0 0 0 0,0 0 0 0 0,0 0 1 0 0,0 1-1 0 0,0-1 0 0 0,0 1 0 0 0,0-1 0 0 0,0 1 1 0 0,0-1-1 0 0,-2 2 0 0 0,-1 1 109 0 0,1 0 1 0 0,-1 0 0 0 0,0 0-1 0 0,1 0 1 0 0,0 1-1 0 0,0 0 1 0 0,0 0-1 0 0,0-1 1 0 0,0 2 0 0 0,-3 6-1 0 0,2 0-165 0 0,1-1 0 0 0,0 1 0 0 0,1 0 0 0 0,0 1 0 0 0,0-1 0 0 0,1 0 1 0 0,1 0-1 0 0,-1 1 0 0 0,2-1 0 0 0,0 0 0 0 0,0 1 0 0 0,1-1 0 0 0,1 0 0 0 0,0 0 0 0 0,0 0 0 0 0,1-1 0 0 0,8 18 0 0 0,3-1 25 0 0,1-1 0 0 0,1 0 0 0 0,1-1 0 0 0,1-2 0 0 0,29 30 0 0 0,-38-43-196 0 0,-1 0-1 0 0,0 1 0 0 0,-1 0 0 0 0,0 1 1 0 0,-1 0-1 0 0,11 22 0 0 0,-13-20-1013 0 0,0 0 0 0 0,-1 0 0 0 0,3 24 0 0 0</inkml:trace>
</inkml:ink>
</file>

<file path=ppt/ink/ink18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0:48.885"/>
    </inkml:context>
    <inkml:brush xml:id="br0">
      <inkml:brushProperty name="width" value="0.1" units="cm"/>
      <inkml:brushProperty name="height" value="0.1" units="cm"/>
      <inkml:brushProperty name="color" value="#004F8B"/>
    </inkml:brush>
  </inkml:definitions>
  <inkml:trace contextRef="#ctx0" brushRef="#br0">10 153 6449 0 0,'0'0'71'0'0,"0"0"-1"0"0,-1 0 1 0 0,1 0-1 0 0,0 0 0 0 0,-1 0 1 0 0,1 0-1 0 0,-1 0 1 0 0,1 0-1 0 0,0 0 1 0 0,-1 0-1 0 0,1-1 0 0 0,0 1 1 0 0,-1 0-1 0 0,1 0 1 0 0,0 0-1 0 0,-1 0 0 0 0,1 0 1 0 0,0-1-1 0 0,0 1 1 0 0,-1 0-1 0 0,1 0 0 0 0,0 0 1 0 0,0-1-1 0 0,-1 1 1 0 0,1 0-1 0 0,0-1 1 0 0,0 1-1 0 0,-1 0 0 0 0,1 0 1 0 0,0-1-1 0 0,0 1 1 0 0,0 0-1 0 0,0-1 0 0 0,0 1 1 0 0,0 0-1 0 0,-1-1 1 0 0,1 1-1 0 0,0 0 1 0 0,0-1-1 0 0,0 1 0 0 0,0 0 1 0 0,0-1-1 0 0,0 1 1 0 0,0-1-1 0 0,1 1 0 0 0,14-16 2806 0 0,34-11 1165 0 0,-47 26-3842 0 0,142-56 4025 0 0,-65 28-10286 0 0,-47 17-358 0 0</inkml:trace>
</inkml:ink>
</file>

<file path=ppt/ink/ink18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1:34.797"/>
    </inkml:context>
    <inkml:brush xml:id="br0">
      <inkml:brushProperty name="width" value="0.1" units="cm"/>
      <inkml:brushProperty name="height" value="0.1" units="cm"/>
      <inkml:brushProperty name="color" value="#F6630D"/>
    </inkml:brush>
  </inkml:definitions>
  <inkml:trace contextRef="#ctx0" brushRef="#br0">175 0 2304 0 0,'-5'0'528'0'0,"0"0"-1"0"0,0 1 0 0 0,0-1 0 0 0,0 1 0 0 0,0 0 0 0 0,0 0 0 0 0,0 1 0 0 0,0 0 0 0 0,0 0 0 0 0,1 0 0 0 0,-1 0 0 0 0,1 1 0 0 0,-5 2 0 0 0,-59 47 1659 0 0,49-36-1324 0 0,17-15-823 0 0,1-1 0 0 0,0 1 0 0 0,0 0 1 0 0,0 0-1 0 0,0 0 0 0 0,0 0 0 0 0,0 1 0 0 0,0-1 1 0 0,0 0-1 0 0,0 0 0 0 0,0 0 0 0 0,0 1 0 0 0,1-1 1 0 0,-2 3-1 0 0,2-4-24 0 0,0 1-1 0 0,1-1 1 0 0,-1 0 0 0 0,0 1 0 0 0,0-1-1 0 0,0 0 1 0 0,1 1 0 0 0,-1-1 0 0 0,0 0 0 0 0,0 1-1 0 0,1-1 1 0 0,-1 0 0 0 0,0 1 0 0 0,1-1-1 0 0,-1 0 1 0 0,0 0 0 0 0,1 1 0 0 0,-1-1-1 0 0,0 0 1 0 0,1 0 0 0 0,-1 0 0 0 0,0 1 0 0 0,1-1-1 0 0,-1 0 1 0 0,1 0 0 0 0,-1 0 0 0 0,1 0-1 0 0,-1 0 1 0 0,0 0 0 0 0,1 0 0 0 0,0 0-1 0 0,51-4 707 0 0,-39 3-509 0 0,279-37 3468 0 0,-287 37-3637 0 0,37-1 8 0 0,-40 2-48 0 0,0 0 0 0 0,-1 0 0 0 0,1 0 0 0 0,0 0 1 0 0,-1 0-1 0 0,1 0 0 0 0,0 1 0 0 0,0-1 0 0 0,-1 1 0 0 0,1-1 0 0 0,-1 1 0 0 0,1 0 0 0 0,-1 0 0 0 0,1-1 1 0 0,-1 1-1 0 0,1 0 0 0 0,-1 0 0 0 0,0 1 0 0 0,2 0 0 0 0,-2 0 13 0 0,-1-1 0 0 0,0 0 1 0 0,0 1-1 0 0,1-1 0 0 0,-1 1 0 0 0,0-1 1 0 0,0 0-1 0 0,0 1 0 0 0,-1-1 0 0 0,1 1 1 0 0,0-1-1 0 0,0 0 0 0 0,-1 1 0 0 0,1-1 1 0 0,-1 0-1 0 0,1 0 0 0 0,-1 1 0 0 0,0-1 0 0 0,1 0 1 0 0,-2 2-1 0 0,-19 27 385 0 0,15-22-308 0 0,-99 112 483 0 0,10-12-551 0 0,94-107-30 0 0,0 0-1 0 0,0 0 1 0 0,0 0-1 0 0,0 0 1 0 0,0 0-1 0 0,0 0 1 0 0,1 1-1 0 0,-1-1 1 0 0,0 0-1 0 0,1 0 1 0 0,-1 0 0 0 0,1 1-1 0 0,-1-1 1 0 0,1 0-1 0 0,0 1 1 0 0,-1-1-1 0 0,1 0 1 0 0,0 1-1 0 0,0-1 1 0 0,0 0-1 0 0,0 1 1 0 0,0-1-1 0 0,0 1 1 0 0,1-1-1 0 0,-1 0 1 0 0,0 1-1 0 0,1-1 1 0 0,-1 0-1 0 0,1 0 1 0 0,-1 1-1 0 0,1-1 1 0 0,1 2-1 0 0,0-1-38 0 0,1 0 1 0 0,0 0-1 0 0,0 0 0 0 0,0-1 0 0 0,0 1 0 0 0,0-1 0 0 0,0 0 0 0 0,0 0 0 0 0,0 0 0 0 0,1 0 0 0 0,-1 0 0 0 0,6 0 0 0 0,15 0-68 0 0,-1 0-1 0 0,1-2 1 0 0,38-5 0 0 0,-33 2 268 0 0,52 1 1 0 0,-80 3-148 0 0,1-1 0 0 0,0 1 0 0 0,-1 1-1 0 0,1-1 1 0 0,0 0 0 0 0,-1 0 0 0 0,1 1 0 0 0,0-1 0 0 0,-1 0-1 0 0,1 1 1 0 0,-1 0 0 0 0,1-1 0 0 0,-1 1 0 0 0,1 0 0 0 0,-1 0-1 0 0,0 0 1 0 0,1 0 0 0 0,-1 0 0 0 0,0 0 0 0 0,2 2 0 0 0,-2-2-9 0 0,-1 1 1 0 0,1-1 0 0 0,-1 0-1 0 0,0 1 1 0 0,0-1 0 0 0,1 0 0 0 0,-1 1-1 0 0,0-1 1 0 0,0 1 0 0 0,0-1-1 0 0,0 0 1 0 0,-1 1 0 0 0,1-1 0 0 0,0 0-1 0 0,-1 1 1 0 0,1-1 0 0 0,-1 0 0 0 0,1 1-1 0 0,-2 0 1 0 0,-3 9 17 0 0,-2-1 0 0 0,1-1 0 0 0,-1 1 0 0 0,-12 11 0 0 0,17-18 7 0 0,-38 37 192 0 0,-18 21 28 0 0,53-55-195 0 0,0 1 0 0 0,0 0 1 0 0,0 0-1 0 0,1 1 0 0 0,0-1 0 0 0,0 1 1 0 0,-2 10-1 0 0,5-16-66 0 0,0-1-1 0 0,1 1 1 0 0,0-1 0 0 0,-1 1 0 0 0,1-1-1 0 0,0 1 1 0 0,0 0 0 0 0,-1-1-1 0 0,1 1 1 0 0,1 0 0 0 0,-1-1-1 0 0,0 1 1 0 0,0-1 0 0 0,0 1 0 0 0,1 0-1 0 0,-1-1 1 0 0,1 1 0 0 0,0-1-1 0 0,-1 1 1 0 0,1-1 0 0 0,0 1-1 0 0,0-1 1 0 0,0 0 0 0 0,0 1 0 0 0,0-1-1 0 0,0 0 1 0 0,0 0 0 0 0,0 0-1 0 0,0 0 1 0 0,1 0 0 0 0,-1 0 0 0 0,0 0-1 0 0,1 0 1 0 0,-1 0 0 0 0,1 0-1 0 0,-1-1 1 0 0,1 1 0 0 0,-1-1-1 0 0,1 1 1 0 0,-1-1 0 0 0,1 0 0 0 0,0 1-1 0 0,1-1 1 0 0,10 1-205 0 0,0 0 0 0 0,0-1 1 0 0,0 0-1 0 0,19-3 0 0 0,-14 2 136 0 0,-6 0-6 0 0,51-1-132 0 0,-60 2 221 0 0,-1 0 0 0 0,1 0 0 0 0,-1 1 0 0 0,1-1 0 0 0,-1 1 0 0 0,0-1 0 0 0,1 1 0 0 0,-1 0 0 0 0,0 0 0 0 0,1 0 0 0 0,-1 0 0 0 0,0 0 0 0 0,0 1 0 0 0,0-1 0 0 0,0 1 0 0 0,0-1 0 0 0,0 1 0 0 0,0 0 0 0 0,-1-1 0 0 0,4 5 0 0 0,-4-3 62 0 0,-1 0 0 0 0,1 0-1 0 0,-1 0 1 0 0,1 0 0 0 0,-1 0 0 0 0,0 0-1 0 0,0 0 1 0 0,0 1 0 0 0,-1-1 0 0 0,1 0-1 0 0,-1 0 1 0 0,1 0 0 0 0,-1 0 0 0 0,0 0-1 0 0,0 0 1 0 0,-1-1 0 0 0,-2 6 0 0 0,-29 46 919 0 0,-6-2-352 0 0,-15 21-1633 0 0,21-24-5460 0 0</inkml:trace>
</inkml:ink>
</file>

<file path=ppt/ink/ink18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1:35.098"/>
    </inkml:context>
    <inkml:brush xml:id="br0">
      <inkml:brushProperty name="width" value="0.1" units="cm"/>
      <inkml:brushProperty name="height" value="0.1" units="cm"/>
      <inkml:brushProperty name="color" value="#F6630D"/>
    </inkml:brush>
  </inkml:definitions>
  <inkml:trace contextRef="#ctx0" brushRef="#br0">15 14 920 0 0,'-14'17'18813'0'0,"20"-5"-20201"0"0,-5-10 1506 0 0,1 0 1 0 0,-1 0-1 0 0,1 0 0 0 0,0 0 0 0 0,0 0 1 0 0,0-1-1 0 0,0 1 0 0 0,0 0 0 0 0,1-1 0 0 0,-1 0 1 0 0,0 0-1 0 0,1 1 0 0 0,-1-1 0 0 0,1-1 0 0 0,-1 1 1 0 0,1 0-1 0 0,-1-1 0 0 0,1 1 0 0 0,-1-1 1 0 0,1 0-1 0 0,0 1 0 0 0,-1-1 0 0 0,4-1 0 0 0,8 0 182 0 0,1 0-1 0 0,-1-2 0 0 0,15-3 0 0 0,-8 1-137 0 0,0 1-39 0 0,39-8 51 0 0,88-6 1 0 0,-134 17-355 0 0,-1-1 0 0 0,0 0 0 0 0,15-6 0 0 0,-7 3-6552 0 0</inkml:trace>
</inkml:ink>
</file>

<file path=ppt/ink/ink18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1:35.558"/>
    </inkml:context>
    <inkml:brush xml:id="br0">
      <inkml:brushProperty name="width" value="0.1" units="cm"/>
      <inkml:brushProperty name="height" value="0.1" units="cm"/>
      <inkml:brushProperty name="color" value="#F6630D"/>
    </inkml:brush>
  </inkml:definitions>
  <inkml:trace contextRef="#ctx0" brushRef="#br0">1 1 5065 0 0,'10'8'11570'0'0,"1"11"-8641"0"0,7 18-1747 0 0,-7-8-977 0 0,-1 1-1 0 0,-1-1 1 0 0,6 43 0 0 0,5 96 856 0 0,-6-42-698 0 0,-7-72-419 0 0,13 73-630 0 0,-16-111 379 0 0,0-1 1 0 0,1 0 0 0 0,0-1-1 0 0,1 1 1 0 0,16 26-1 0 0</inkml:trace>
</inkml:ink>
</file>

<file path=ppt/ink/ink18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1:35.907"/>
    </inkml:context>
    <inkml:brush xml:id="br0">
      <inkml:brushProperty name="width" value="0.1" units="cm"/>
      <inkml:brushProperty name="height" value="0.1" units="cm"/>
      <inkml:brushProperty name="color" value="#F6630D"/>
    </inkml:brush>
  </inkml:definitions>
  <inkml:trace contextRef="#ctx0" brushRef="#br0">75 49 4609 0 0,'-42'14'4755'0'0,"39"-13"-4343"0"0,1 0 1 0 0,0 0-1 0 0,-1 0 1 0 0,1 0-1 0 0,0 1 1 0 0,0-1-1 0 0,0 1 1 0 0,0-1-1 0 0,0 1 1 0 0,0 0-1 0 0,0 0 1 0 0,1-1-1 0 0,-1 1 1 0 0,-2 4-1 0 0,4-5-319 0 0,0-1-1 0 0,1 1 1 0 0,-1 0 0 0 0,0-1-1 0 0,0 1 1 0 0,0-1-1 0 0,1 1 1 0 0,-1 0-1 0 0,0-1 1 0 0,0 1-1 0 0,1-1 1 0 0,-1 1-1 0 0,1-1 1 0 0,-1 1 0 0 0,0-1-1 0 0,1 0 1 0 0,-1 1-1 0 0,1-1 1 0 0,-1 1-1 0 0,1-1 1 0 0,-1 0-1 0 0,1 0 1 0 0,-1 1-1 0 0,1-1 1 0 0,0 0 0 0 0,-1 0-1 0 0,1 1 1 0 0,-1-1-1 0 0,1 0 1 0 0,0 0-1 0 0,-1 0 1 0 0,1 0-1 0 0,-1 0 1 0 0,2 0 0 0 0,24 3 960 0 0,-24-3-918 0 0,26 1 372 0 0,1-1-1 0 0,-1-1 1 0 0,0-2-1 0 0,35-8 1 0 0,108-35-79 0 0,-28 6-4136 0 0,-124 36-3321 0 0</inkml:trace>
</inkml:ink>
</file>

<file path=ppt/ink/ink18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1:36.159"/>
    </inkml:context>
    <inkml:brush xml:id="br0">
      <inkml:brushProperty name="width" value="0.1" units="cm"/>
      <inkml:brushProperty name="height" value="0.1" units="cm"/>
      <inkml:brushProperty name="color" value="#F6630D"/>
    </inkml:brush>
  </inkml:definitions>
  <inkml:trace contextRef="#ctx0" brushRef="#br0">10 1 7370 0 0,'0'0'79'0'0,"-1"0"0"0"0,1 0 0 0 0,0 0 0 0 0,-1 0 0 0 0,1 0 0 0 0,-1 0 0 0 0,1 0 0 0 0,-1 0 0 0 0,1 1 0 0 0,0-1 0 0 0,-1 0 0 0 0,1 0 0 0 0,0 0 0 0 0,-1 1 0 0 0,1-1 0 0 0,0 0 0 0 0,-1 1 0 0 0,1-1 0 0 0,0 0 0 0 0,-1 1 0 0 0,1-1 0 0 0,0 0 0 0 0,0 1 0 0 0,-1-1 0 0 0,1 0 0 0 0,0 1 0 0 0,0-1 0 0 0,0 1 0 0 0,0-1 0 0 0,0 0-1 0 0,-1 1 1 0 0,12 8 3644 0 0,-4-4-3321 0 0,58 38 4542 0 0,-30-21-4116 0 0,-1 1 0 0 0,-1 2 0 0 0,-1 1 0 0 0,29 31 0 0 0,-41-35-1203 0 0,31 25-1 0 0,-17-21-6682 0 0</inkml:trace>
</inkml:ink>
</file>

<file path=ppt/ink/ink18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1:36.389"/>
    </inkml:context>
    <inkml:brush xml:id="br0">
      <inkml:brushProperty name="width" value="0.1" units="cm"/>
      <inkml:brushProperty name="height" value="0.1" units="cm"/>
      <inkml:brushProperty name="color" value="#F6630D"/>
    </inkml:brush>
  </inkml:definitions>
  <inkml:trace contextRef="#ctx0" brushRef="#br0">323 1 9674 0 0,'-6'3'7803'0'0,"-17"21"-5592"0"0,-92 142 921 0 0,-35 99-2775 0 0,144-254-304 0 0,-7 15-231 0 0,3-3-85 0 0</inkml:trace>
</inkml:ink>
</file>

<file path=ppt/ink/ink18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1:49.089"/>
    </inkml:context>
    <inkml:brush xml:id="br0">
      <inkml:brushProperty name="width" value="0.1" units="cm"/>
      <inkml:brushProperty name="height" value="0.1" units="cm"/>
      <inkml:brushProperty name="color" value="#F6630D"/>
    </inkml:brush>
  </inkml:definitions>
  <inkml:trace contextRef="#ctx0" brushRef="#br0">984 9 9674 0 0,'0'-1'84'0'0,"0"1"0"0"0,0 0 0 0 0,0-1 1 0 0,0 1-1 0 0,0-1 0 0 0,0 1 0 0 0,0 0 0 0 0,-1-1 0 0 0,1 1 0 0 0,0 0 0 0 0,0-1 1 0 0,-1 1-1 0 0,1 0 0 0 0,0-1 0 0 0,0 1 0 0 0,-1 0 0 0 0,1 0 0 0 0,0-1 0 0 0,-1 1 0 0 0,1 0 1 0 0,0 0-1 0 0,-1-1 0 0 0,1 1 0 0 0,0 0 0 0 0,-1 0 0 0 0,1 0 0 0 0,-1 0 0 0 0,1 0 1 0 0,0 0-1 0 0,-1 0 0 0 0,1 0 0 0 0,-1 0 0 0 0,1-1 0 0 0,0 2 0 0 0,-1-1 0 0 0,1 0 1 0 0,-1 0-1 0 0,1 0 0 0 0,0 0 0 0 0,-1 0 0 0 0,1 0 0 0 0,-1 0 0 0 0,1 0 0 0 0,0 1 1 0 0,-1-1-1 0 0,1 0 0 0 0,0 0 0 0 0,-1 1 0 0 0,1-1 0 0 0,0 0 0 0 0,-1 0 0 0 0,1 1 1 0 0,0-1-1 0 0,0 0 0 0 0,-1 1 0 0 0,-9 27 1110 0 0,6-16-1031 0 0,-20 44 250 0 0,-51 84 0 0 0,34-68-417 0 0,-503 785 1783 0 0,374-583-992 0 0,84-129-4343 0 0,74-125 2145 0 0</inkml:trace>
</inkml:ink>
</file>

<file path=ppt/ink/ink18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1:49.550"/>
    </inkml:context>
    <inkml:brush xml:id="br0">
      <inkml:brushProperty name="width" value="0.1" units="cm"/>
      <inkml:brushProperty name="height" value="0.1" units="cm"/>
      <inkml:brushProperty name="color" value="#F6630D"/>
    </inkml:brush>
  </inkml:definitions>
  <inkml:trace contextRef="#ctx0" brushRef="#br0">42 40 6449 0 0,'-4'-3'297'0'0,"-23"-12"-134"0"0,26 15-115 0 0,0 0 0 0 0,1-1-1 0 0,-1 1 1 0 0,1 0 0 0 0,-1-1-1 0 0,1 1 1 0 0,-1 0 0 0 0,1-1-1 0 0,-1 1 1 0 0,1 0 0 0 0,0-1-1 0 0,-1 1 1 0 0,1-1 0 0 0,-1 1 0 0 0,1-1-1 0 0,0 1 1 0 0,0-1 0 0 0,-1 1-1 0 0,1-1 1 0 0,0 1 0 0 0,0-1-1 0 0,-1 1 1 0 0,1-1 0 0 0,0 1-1 0 0,0-1 1 0 0,0 0 0 0 0,0 1 0 0 0,0-1-1 0 0,0 1 1 0 0,0-1 0 0 0,0 1-1 0 0,0-1 1 0 0,0 0 0 0 0,0 1-1 0 0,0-1 1 0 0,1 1 0 0 0,-1-1-1 0 0,0 1 1 0 0,0-1 0 0 0,1 0 0 0 0,0 1-16 0 0,-1-1 1 0 0,1 1-1 0 0,0 0 1 0 0,-1 0-1 0 0,1 0 1 0 0,0-1 0 0 0,-1 1-1 0 0,1 0 1 0 0,0 0-1 0 0,-1 0 1 0 0,1 0-1 0 0,0 0 1 0 0,-1 0-1 0 0,1 1 1 0 0,0-1 0 0 0,-1 0-1 0 0,1 0 1 0 0,0 0-1 0 0,-1 1 1 0 0,1-1-1 0 0,0 0 1 0 0,-1 1 0 0 0,1-1-1 0 0,0 1 1 0 0,19 12 135 0 0,-16-10-118 0 0,66 42 598 0 0,1-2 0 0 0,2-3 0 0 0,2-4 0 0 0,2-3 0 0 0,123 36 1 0 0,-43-28 564 0 0,159 47 827 0 0,-7 27-840 0 0,-96-16-1066 0 0,209 132 1 0 0,-409-223-732 0 0,0 2 0 0 0,-1-1 0 0 0,19 20-1 0 0</inkml:trace>
</inkml:ink>
</file>

<file path=ppt/ink/ink18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1:53.620"/>
    </inkml:context>
    <inkml:brush xml:id="br0">
      <inkml:brushProperty name="width" value="0.1" units="cm"/>
      <inkml:brushProperty name="height" value="0.1" units="cm"/>
      <inkml:brushProperty name="color" value="#008C3A"/>
    </inkml:brush>
  </inkml:definitions>
  <inkml:trace contextRef="#ctx0" brushRef="#br0">1416 463 7370 0 0,'-24'-49'30'0'0,"-2"2"1"0"0,-2 1 0 0 0,-2 1-1 0 0,-2 2 1 0 0,-53-57 0 0 0,70 86 194 0 0,-1 1 0 0 0,-1 1 1 0 0,0 1-1 0 0,0 0 1 0 0,-1 1-1 0 0,0 1 0 0 0,-1 0 1 0 0,0 2-1 0 0,-1 0 1 0 0,1 1-1 0 0,-28-4 0 0 0,11 4 348 0 0,-1 2-1 0 0,1 1 0 0 0,-1 2 0 0 0,1 2 0 0 0,-57 8 0 0 0,81-7-431 0 0,0 0 0 0 0,1 1 0 0 0,-1 1-1 0 0,1 0 1 0 0,0 1 0 0 0,0 0 0 0 0,0 0 0 0 0,0 2 0 0 0,1-1 0 0 0,0 1 0 0 0,1 0 0 0 0,-18 18-1 0 0,1 3-115 0 0,2 2 0 0 0,-37 56-1 0 0,14-18-119 0 0,-21 31-871 0 0,4 3 1 0 0,-95 204-1 0 0,146-271 1154 0 0,1-1 0 0 0,1 2 0 0 0,2-1 0 0 0,1 1 0 0 0,2 1 1 0 0,-2 59-1 0 0,18 222 1491 0 0,-4-246-1525 0 0,2 25-40 0 0,4 0 1 0 0,5-1-1 0 0,41 132 1 0 0,-36-159-169 0 0,4-1 1 0 0,2-2 0 0 0,4 0-1 0 0,2-3 1 0 0,53 76-1 0 0,-51-92 222 0 0,1-1 0 0 0,2-3 0 0 0,2-1 0 0 0,2-2 0 0 0,2-1 0 0 0,1-3 0 0 0,2-2 0 0 0,90 49 0 0 0,-94-61-44 0 0,1-2 0 0 0,0-2 0 0 0,2-2 0 0 0,0-2 0 0 0,0-2 0 0 0,2-2 0 0 0,-1-2 0 0 0,1-3 0 0 0,0-1 0 0 0,89-6 0 0 0,-105-2-65 0 0,0-1 0 0 0,0-2 1 0 0,-1-1-1 0 0,0-2 1 0 0,-1-1-1 0 0,0-2 0 0 0,0-1 1 0 0,28-18-1 0 0,-23 11 35 0 0,-2-2-1 0 0,-1-1 1 0 0,-1-2 0 0 0,-2-1-1 0 0,0-1 1 0 0,29-37-1 0 0,-35 32 49 0 0,-1 0-1 0 0,-3-1 1 0 0,0-2 0 0 0,-2 0-1 0 0,-2 0 1 0 0,-1-2-1 0 0,18-75 1 0 0,-6-16 68 0 0,11-137 0 0 0,-26 138-188 0 0,-6 0 1 0 0,-6-1 0 0 0,-20-159-1 0 0,13 237 8 0 0,-2 0-1 0 0,-3 1 0 0 0,-1 0 1 0 0,-3 1-1 0 0,-2 1 0 0 0,-2 0 1 0 0,-2 2-1 0 0,-2 0 0 0 0,-39-55 1 0 0,17 34 145 0 0,-4 2 1 0 0,-109-112 0 0 0,123 143-200 0 0,-3 2 0 0 0,0 1 1 0 0,-2 2-1 0 0,-2 1 1 0 0,-89-42-1 0 0,118 63-397 0 0,0 1-1 0 0,0 0 1 0 0,-1 1-1 0 0,0 1 1 0 0,0 0 0 0 0,0 1-1 0 0,-1 1 1 0 0,1 0-1 0 0,-28 1 1 0 0,13 4-6193 0 0</inkml:trace>
</inkml:ink>
</file>

<file path=ppt/ink/ink18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1:57.131"/>
    </inkml:context>
    <inkml:brush xml:id="br0">
      <inkml:brushProperty name="width" value="0.1" units="cm"/>
      <inkml:brushProperty name="height" value="0.1" units="cm"/>
      <inkml:brushProperty name="color" value="#008C3A"/>
    </inkml:brush>
  </inkml:definitions>
  <inkml:trace contextRef="#ctx0" brushRef="#br0">8967 10 5985 0 0,'1'-1'-9'0'0,"-1"0"0"0"0,1 0-1 0 0,0 1 1 0 0,-1-1-1 0 0,1 1 1 0 0,0-1 0 0 0,-1 0-1 0 0,1 1 1 0 0,0 0-1 0 0,0-1 1 0 0,-1 1 0 0 0,1-1-1 0 0,0 1 1 0 0,0 0-1 0 0,0-1 1 0 0,-1 1 0 0 0,1 0-1 0 0,0 0 1 0 0,0 0 0 0 0,0 0-1 0 0,0 0 1 0 0,0 0-1 0 0,0 0 1 0 0,-1 0 0 0 0,1 0-1 0 0,0 0 1 0 0,0 0-1 0 0,0 0 1 0 0,0 1 0 0 0,0-1-1 0 0,-1 0 1 0 0,1 1-1 0 0,0-1 1 0 0,0 1 0 0 0,0-1-1 0 0,-1 1 1 0 0,1-1 0 0 0,1 2-1 0 0,1 0-118 0 0,1 0 0 0 0,-1 1-1 0 0,0-1 1 0 0,0 1 0 0 0,0 0 0 0 0,0 0-1 0 0,4 5 1 0 0,-3 0 423 0 0,-1 1-1 0 0,1-1 1 0 0,-1 1 0 0 0,-1 0-1 0 0,1 0 1 0 0,1 18-1 0 0,-3-18 882 0 0,1 1-1 0 0,0-1 0 0 0,0 0 0 0 0,1 1 0 0 0,0-1 1 0 0,6 10-1 0 0,-5-11-1045 0 0,-1-1 0 0 0,1 1 0 0 0,-1 0 0 0 0,-1 0 1 0 0,1 0-1 0 0,-1 0 0 0 0,-1 0 0 0 0,1 1 0 0 0,-2-1 0 0 0,1 0 1 0 0,-1 1-1 0 0,-1 8 0 0 0,0-4-375 0 0,-2 1 0 0 0,0-1 0 0 0,0 1 0 0 0,-1-1 0 0 0,-1 0-1 0 0,-10 21 1 0 0,-4-2-87 0 0,-1 0 0 0 0,-1-1-1 0 0,-2-1 1 0 0,-38 39-1 0 0,12-20 1006 0 0,-2-2 0 0 0,-77 54-1 0 0,-128 65 317 0 0,173-116-794 0 0,-288 163 819 0 0,325-191-911 0 0,-1-2 1 0 0,-54 16 0 0 0,-103 20 235 0 0,106-31-206 0 0,-340 54 457 0 0,273-55-371 0 0,-455 52-113 0 0,260-37-157 0 0,-157 34-370 0 0,91-11 790 0 0,249-37-217 0 0,-95 11-115 0 0,-304 41-621 0 0,380-53 600 0 0,-149 13 48 0 0,22 4 329 0 0,166-17-298 0 0,-492 60 165 0 0,46-44-192 0 0,522-38 79 0 0,0 4 0 0 0,0 4 0 0 0,-83 21 0 0 0,-402 103-1103 0 0,507-115 973 0 0,0 3 0 0 0,1 2 0 0 0,2 3 1 0 0,0 3-1 0 0,-56 39 0 0 0,97-60-63 0 0,0 2 0 0 0,1-1 1 0 0,0 2-1 0 0,1 0 0 0 0,0 0 1 0 0,1 2-1 0 0,0-1 0 0 0,1 1 1 0 0,0 1-1 0 0,1 0 0 0 0,1 1 1 0 0,1 0-1 0 0,0 0 0 0 0,1 0 0 0 0,1 1 1 0 0,0 0-1 0 0,1 1 0 0 0,1-1 1 0 0,1 1-1 0 0,1 0 0 0 0,0 0 1 0 0,1 20-1 0 0,4 16-532 0 0,3 0-1 0 0,21 92 1 0 0,-26-143 593 0 0,1 8 130 0 0,-1-4-94 0 0,1 0 1 0 0,-1-1-1 0 0,1 1 1 0 0,0 0-1 0 0,1-1 1 0 0,3 7-1 0 0,-6-13-46 0 0,1 0 0 0 0,-1 0 0 0 0,0 1 0 0 0,1-1 0 0 0,-1 0 0 0 0,0 0 0 0 0,1 0 1 0 0,-1 0-1 0 0,1 0 0 0 0,-1 0 0 0 0,0 0 0 0 0,1 1 0 0 0,-1-1 0 0 0,1 0 0 0 0,-1-1 0 0 0,1 1 0 0 0,-1 0 0 0 0,0 0 0 0 0,1 0 0 0 0,-1 0 1 0 0,1 0-1 0 0,-1 0 0 0 0,0 0 0 0 0,1-1 0 0 0,-1 1 0 0 0,0 0 0 0 0,1 0 0 0 0,-1 0 0 0 0,0-1 0 0 0,1 1 0 0 0,-1 0 0 0 0,0-1 0 0 0,1 1 1 0 0,-1 0-1 0 0,0-1 0 0 0,0 1 0 0 0,0 0 0 0 0,1-1 0 0 0,-1 1 0 0 0,0 0 0 0 0,0-1 0 0 0,0 1 0 0 0,0-1 0 0 0,1 1 0 0 0,-1 0 0 0 0,0-1 1 0 0,0 1-1 0 0,0-1 0 0 0,0 1 0 0 0,0 0 0 0 0,0-1 0 0 0,0 1 0 0 0,0-1 0 0 0,0 1 0 0 0,-1 0 0 0 0,1-1 0 0 0,0 1 0 0 0,0-1 0 0 0,0 1 1 0 0,0 0-1 0 0,-1-1 0 0 0,-2-45 253 0 0,3 34-356 0 0,-1-1 0 0 0,0 1 0 0 0,0 0 0 0 0,-1-1 0 0 0,-1 1 0 0 0,0 0 0 0 0,-10-22 0 0 0,4 8 242 0 0,8 22-116 0 0,0 0 0 0 0,0 0 0 0 0,0 1 1 0 0,-1-1-1 0 0,1 0 0 0 0,-1 1 0 0 0,0-1 0 0 0,0 1 1 0 0,0 0-1 0 0,-1 0 0 0 0,1-1 0 0 0,-1 2 1 0 0,1-1-1 0 0,-5-3 0 0 0,4 4 73 0 0,0 0 1 0 0,0 0-1 0 0,1-1 1 0 0,-1 1-1 0 0,0 0 1 0 0,1-1-1 0 0,0 0 0 0 0,-1 1 1 0 0,1-1-1 0 0,-2-4 1 0 0,3 5-102 0 0,0 0 1 0 0,0 0 0 0 0,0 1 0 0 0,0-1 0 0 0,0 0 0 0 0,0 1-1 0 0,-1-1 1 0 0,1 1 0 0 0,0-1 0 0 0,-1 1 0 0 0,1 0 0 0 0,-1-1-1 0 0,0 1 1 0 0,0 0 0 0 0,1 0 0 0 0,-1 0 0 0 0,0 0-1 0 0,0 1 1 0 0,0-1 0 0 0,0 0 0 0 0,0 1 0 0 0,0-1 0 0 0,0 1-1 0 0,0 0 1 0 0,0 0 0 0 0,0 0 0 0 0,0 0 0 0 0,0 0-1 0 0,-3 0 1 0 0,5 0 21 0 0,0 0 0 0 0,0 0-1 0 0,0 0 1 0 0,0 0 0 0 0,-1 0-1 0 0,1 0 1 0 0,0 0 0 0 0,0 0-1 0 0,0 0 1 0 0,0 0 0 0 0,0 0-1 0 0,-1 0 1 0 0,1 0 0 0 0,0 0-1 0 0,0 0 1 0 0,0 0 0 0 0,0 0-1 0 0,-1 0 1 0 0,1 0 0 0 0,0 0-1 0 0,0 0 1 0 0,0 0 0 0 0,0 0-1 0 0,-1 0 1 0 0,1 0 0 0 0,0 0-1 0 0,0 0 1 0 0,0 0 0 0 0,0 0-1 0 0,0 0 1 0 0,0 0 0 0 0,-1 0-1 0 0,1 0 1 0 0,0 1 0 0 0,0-1 0 0 0,0 0-1 0 0,0 0 1 0 0,0 0 0 0 0,0 0-1 0 0,0 0 1 0 0,0 0 0 0 0,-1 1-1 0 0,1-1 1 0 0,0 0 0 0 0,0 0-1 0 0,0 0 1 0 0,0 0 0 0 0,0 1-1 0 0,0-1 1 0 0,0 0 0 0 0,0 0-1 0 0,0 0 1 0 0,0 0 0 0 0,0 0-1 0 0,0 1 1 0 0,0-1 0 0 0,0 0-1 0 0,0 0 1 0 0,0 0 0 0 0,0 0-1 0 0,0 1 1 0 0,0-1 0 0 0,1 0-1 0 0,-1 0 1 0 0,0 0 0 0 0,0 0-1 0 0,0 1 1 0 0,16 7 306 0 0,16 11-296 0 0,-13 1-63 0 0,-6-6-7 0 0,0-1-1 0 0,1 0 1 0 0,1-1 0 0 0,25 16-1 0 0,-19-17-14 0 0,-1 1 0 0 0,0 1-1 0 0,0 1 1 0 0,-2 0 0 0 0,0 2-1 0 0,0 0 1 0 0,-2 1 0 0 0,23 29-1 0 0,-33-40 175 0 0,-3-7 268 0 0,-2-17 83 0 0,-1 14-534 0 0,-2-29 330 0 0,-6-37 0 0 0,4 37-24 0 0,-1-37 1 0 0,5-5 131 0 0,0 65-190 0 0,1 14-332 0 0,-4 20-86 0 0,-62 135-378 0 0,-6 18 374 0 0,62-149 248 0 0,6-14-119 0 0,-1 0 0 0 0,-1 0 0 0 0,0 0-1 0 0,-1-1 1 0 0,0 0 0 0 0,-11 16-1 0 0,21-35 100 0 0,0 0-1 0 0,0-1 1 0 0,-1 1 0 0 0,1-1-1 0 0,-2 0 1 0 0,1 0-1 0 0,-1 0 1 0 0,0-1 0 0 0,-1 1-1 0 0,1 0 1 0 0,-1-1-1 0 0,-1 1 1 0 0,0 0 0 0 0,0-1-1 0 0,0 1 1 0 0,-1-1-1 0 0,0 1 1 0 0,0-1 0 0 0,-3-7-1 0 0,1 4-1 0 0,-1 0 0 0 0,-1 0 0 0 0,0 0 0 0 0,0 0 0 0 0,-1 1 0 0 0,0 0 0 0 0,-1 0 0 0 0,0 0 0 0 0,-1 1 0 0 0,0 0 0 0 0,-14-12 0 0 0,13 14-1 0 0,1-1-1 0 0,0 1 0 0 0,0-1 1 0 0,1 0-1 0 0,0-1 0 0 0,0 0 1 0 0,-8-16-1 0 0,8 17-460 0 0,7 8 485 0 0,-1 0 1 0 0,1 0-1 0 0,0-1 0 0 0,-1 1 0 0 0,1 0 1 0 0,0 0-1 0 0,-1-1 0 0 0,1 1 1 0 0,0 0-1 0 0,-1-1 0 0 0,1 1 0 0 0,0 0 1 0 0,0-1-1 0 0,-1 1 0 0 0,1 0 0 0 0,0-1 1 0 0,0 1-1 0 0,0-1 0 0 0,0 1 1 0 0,0-1-1 0 0,-1 1 0 0 0,1 0 0 0 0,0-1 1 0 0,0 1-1 0 0,0-1 0 0 0,0 1 0 0 0,0-1 1 0 0,0 1-1 0 0,0 0 0 0 0,0-1 1 0 0,0 1-1 0 0,1-1 0 0 0,-1 1 0 0 0,0-1 1 0 0,0 1-1 0 0,0 0 0 0 0,0-1 0 0 0,1 1 1 0 0,-1-1-1 0 0,0 1 0 0 0,0 0 1 0 0,1-1-1 0 0,-1 1 0 0 0,0 0 0 0 0,1 0 1 0 0,0-1-1 0 0,-1 0 42 0 0,20 3 69 0 0,-16 0-149 0 0,-1-1 0 0 0,1 1 0 0 0,-1 0 0 0 0,0 1 1 0 0,0-1-1 0 0,0 0 0 0 0,0 1 0 0 0,0 0 0 0 0,0-1 0 0 0,-1 1 1 0 0,1 0-1 0 0,-1 1 0 0 0,0-1 0 0 0,3 4 0 0 0,4 7-80 0 0,-3-7 3 0 0,0 0 0 0 0,-1 0 0 0 0,0 0-1 0 0,-1 1 1 0 0,1 0 0 0 0,-1 0 0 0 0,-1 0 0 0 0,0 1 0 0 0,0-1-1 0 0,-1 1 1 0 0,0-1 0 0 0,2 17 0 0 0,-1-26 756 0 0,5-11-93 0 0,4-14-37 0 0,-11 19-510 0 0,0 0 0 0 0,0 0 0 0 0,-1 0 0 0 0,0-1 1 0 0,0 1-1 0 0,0 0 0 0 0,-3-8 0 0 0,2 10 31 0 0,0 0 0 0 0,0 0 0 0 0,1 0 0 0 0,-1 0 1 0 0,1 0-1 0 0,0 0 0 0 0,1 0 0 0 0,-1 0 0 0 0,1 0 0 0 0,0 0 0 0 0,0 0 1 0 0,0 1-1 0 0,1-1 0 0 0,0 0 0 0 0,0 1 0 0 0,0-1 0 0 0,3-4 0 0 0,-3 7-111 0 0,0-1 0 0 0,0 1 0 0 0,1 0 0 0 0,-1 0 0 0 0,1 0 0 0 0,-1 0 0 0 0,1 0 0 0 0,0 0 0 0 0,-1 1 0 0 0,1-1 0 0 0,0 1 0 0 0,0 0-1 0 0,4-1 1 0 0,0-1-922 0 0</inkml:trace>
</inkml:ink>
</file>

<file path=ppt/ink/ink18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1:59.454"/>
    </inkml:context>
    <inkml:brush xml:id="br0">
      <inkml:brushProperty name="width" value="0.1" units="cm"/>
      <inkml:brushProperty name="height" value="0.1" units="cm"/>
      <inkml:brushProperty name="color" value="#008C3A"/>
    </inkml:brush>
  </inkml:definitions>
  <inkml:trace contextRef="#ctx0" brushRef="#br0">93 1 1376 0 0,'-22'2'598'0'0,"-18"5"5894"0"0,38-6-6434 0 0,0-1 0 0 0,0 1 0 0 0,0 0 1 0 0,1 0-1 0 0,-1 0 0 0 0,0 0 0 0 0,0 0 1 0 0,1 0-1 0 0,-1 1 0 0 0,1-1 0 0 0,-1 0 0 0 0,1 1 1 0 0,-1-1-1 0 0,1 1 0 0 0,0 0 0 0 0,-2 3 0 0 0,3-5-55 0 0,-1 0-1 0 0,1 0 0 0 0,0 1 0 0 0,0-1 1 0 0,0 0-1 0 0,0 0 0 0 0,0 1 0 0 0,0-1 0 0 0,0 0 1 0 0,-1 1-1 0 0,1-1 0 0 0,0 0 0 0 0,0 0 1 0 0,0 1-1 0 0,0-1 0 0 0,0 0 0 0 0,0 1 1 0 0,1-1-1 0 0,-1 0 0 0 0,0 1 0 0 0,0-1 1 0 0,0 0-1 0 0,0 0 0 0 0,0 1 0 0 0,0-1 1 0 0,0 0-1 0 0,1 0 0 0 0,-1 1 0 0 0,0-1 0 0 0,0 0 1 0 0,0 0-1 0 0,0 1 0 0 0,1-1 0 0 0,-1 0 1 0 0,0 0-1 0 0,0 0 0 0 0,1 1 0 0 0,-1-1 1 0 0,0 0-1 0 0,0 0 0 0 0,1 0 0 0 0,-1 0 1 0 0,20 3 1282 0 0,22-8 909 0 0,-41 5-2198 0 0,85-12 874 0 0,1 4-1 0 0,0 4 1 0 0,153 13 0 0 0,-42 2-78 0 0,-42-3-507 0 0,161 30 0 0 0,-178-12 46 0 0,0-6-1 0 0,258 4 1 0 0,-27-10 432 0 0,-297-9-662 0 0,-46-3-559 0 0,0 1 0 0 0,43 11 1 0 0</inkml:trace>
</inkml:ink>
</file>

<file path=ppt/ink/ink18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2:00.735"/>
    </inkml:context>
    <inkml:brush xml:id="br0">
      <inkml:brushProperty name="width" value="0.1" units="cm"/>
      <inkml:brushProperty name="height" value="0.1" units="cm"/>
      <inkml:brushProperty name="color" value="#008C3A"/>
    </inkml:brush>
  </inkml:definitions>
  <inkml:trace contextRef="#ctx0" brushRef="#br0">40 92 8754 0 0,'0'-9'943'0'0,"-1"1"0"0"0,0-1 1 0 0,-4-15-1 0 0,4 21-473 0 0,0 0-1 0 0,0 0 1 0 0,0 0 0 0 0,0 0 0 0 0,0 0 0 0 0,-1 0-1 0 0,1 1 1 0 0,-1-1 0 0 0,1 1 0 0 0,-1-1 0 0 0,0 1-1 0 0,0 0 1 0 0,-5-5 0 0 0,6 7-405 0 0,1 0 0 0 0,0 1-1 0 0,-1-1 1 0 0,1 0 0 0 0,0 0-1 0 0,-1 0 1 0 0,1 0 0 0 0,0 0 0 0 0,-1 1-1 0 0,1-1 1 0 0,0 0 0 0 0,-1 0-1 0 0,1 1 1 0 0,0-1 0 0 0,0 0 0 0 0,-1 0-1 0 0,1 1 1 0 0,0-1 0 0 0,0 0-1 0 0,0 1 1 0 0,0-1 0 0 0,-1 0 0 0 0,1 1-1 0 0,0-1 1 0 0,0 0 0 0 0,0 1-1 0 0,0-1 1 0 0,0 0 0 0 0,0 1 0 0 0,0-1-1 0 0,0 1 1 0 0,0-1 0 0 0,0 0 0 0 0,0 1-1 0 0,0-1 1 0 0,0 0 0 0 0,0 1-1 0 0,0-1 1 0 0,0 0 0 0 0,0 1 0 0 0,0-1-1 0 0,1 0 1 0 0,-1 1 0 0 0,2 21 381 0 0,39 225 272 0 0,-7-55-632 0 0,-29-155-91 0 0,0 3-24 0 0,12 41-1 0 0,-14-70-97 0 0,0-1 1 0 0,0 0-1 0 0,1 0 1 0 0,1 0-1 0 0,-1-1 1 0 0,2 0-1 0 0,-1 0 1 0 0,1 0-1 0 0,9 9 1 0 0,-1-5-932 0 0,3-5-265 0 0</inkml:trace>
</inkml:ink>
</file>

<file path=ppt/ink/ink18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2:00.988"/>
    </inkml:context>
    <inkml:brush xml:id="br0">
      <inkml:brushProperty name="width" value="0.1" units="cm"/>
      <inkml:brushProperty name="height" value="0.1" units="cm"/>
      <inkml:brushProperty name="color" value="#008C3A"/>
    </inkml:brush>
  </inkml:definitions>
  <inkml:trace contextRef="#ctx0" brushRef="#br0">0 274 7370 0 0,'0'-1'97'0'0,"0"0"1"0"0,0 0-1 0 0,0 0 1 0 0,0 0 0 0 0,0 0-1 0 0,0 0 1 0 0,1 0 0 0 0,-1 0-1 0 0,0 0 1 0 0,1 0 0 0 0,-1 0-1 0 0,0 1 1 0 0,1-1 0 0 0,-1 0-1 0 0,1 0 1 0 0,-1 0-1 0 0,1 1 1 0 0,0-1 0 0 0,-1 0-1 0 0,1 0 1 0 0,0 1 0 0 0,-1-1-1 0 0,1 1 1 0 0,0-1 0 0 0,1 0-1 0 0,27-19 1775 0 0,-23 16-1375 0 0,94-67 3699 0 0,-52 36-4994 0 0,1 2-1 0 0,90-46 1 0 0,-119 69 731 0 0</inkml:trace>
</inkml:ink>
</file>

<file path=ppt/ink/ink18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2:01.404"/>
    </inkml:context>
    <inkml:brush xml:id="br0">
      <inkml:brushProperty name="width" value="0.1" units="cm"/>
      <inkml:brushProperty name="height" value="0.1" units="cm"/>
      <inkml:brushProperty name="color" value="#008C3A"/>
    </inkml:brush>
  </inkml:definitions>
  <inkml:trace contextRef="#ctx0" brushRef="#br0">18 1 6449 0 0,'-1'0'76'0'0,"0"0"0"0"0,1 0 0 0 0,-1 0 0 0 0,0 0 0 0 0,1 0 0 0 0,-1 0 0 0 0,0 0-1 0 0,1 0 1 0 0,-1 0 0 0 0,1 0 0 0 0,-1 0 0 0 0,0 1 0 0 0,1-1 0 0 0,-1 0 0 0 0,1 0-1 0 0,-1 1 1 0 0,0-1 0 0 0,1 0 0 0 0,-1 1 0 0 0,1-1 0 0 0,-1 0 0 0 0,1 1 0 0 0,-1-1-1 0 0,1 1 1 0 0,-1-1 0 0 0,1 1 0 0 0,0-1 0 0 0,-1 1 0 0 0,1-1 0 0 0,-1 2 0 0 0,3 20 3024 0 0,0-16-2878 0 0,36 132 7054 0 0,11-3-5792 0 0,6 22-7295 0 0,-54-154 5230 0 0,0 0 0 0 0,0 0 0 0 0,0 0 0 0 0,0-1 0 0 0,1 1 0 0 0,-1-1 0 0 0,1 1 0 0 0,0-1 0 0 0,3 5 0 0 0,-5-7 524 0 0,1 0 1 0 0,-1 0-1 0 0,0 1 1 0 0,0-1 0 0 0,1 0-1 0 0,-1 0 1 0 0,0 0-1 0 0,1 0 1 0 0,-1 0-1 0 0,0 1 1 0 0,1-1 0 0 0,-1 0-1 0 0,0 0 1 0 0,1 0-1 0 0,-1 0 1 0 0,0 0 0 0 0,1 0-1 0 0,-1 0 1 0 0,0 0-1 0 0,0 0 1 0 0,1 0-1 0 0,-1 0 1 0 0,0 0 0 0 0,1 0-1 0 0,-1 0 1 0 0,0-1-1 0 0,1 1 1 0 0,-1 0-1 0 0,0 0 1 0 0,1 0 0 0 0,-1-1-1 0 0,9-17 484 0 0,-7 4-496 0 0,0 0-1 0 0,-1 1 0 0 0,-2-27 0 0 0,0 25 285 0 0,1 0-1 0 0,1 1 1 0 0,3-24-1 0 0,-1 24 768 0 0,1 1 0 0 0,0 0 0 0 0,9-20 0 0 0,-11 29-551 0 0,0 0 0 0 0,1 0-1 0 0,-1 0 1 0 0,1 0 0 0 0,0 0-1 0 0,-1 0 1 0 0,2 1 0 0 0,-1-1 0 0 0,0 1-1 0 0,1 0 1 0 0,0 0 0 0 0,-1 0 0 0 0,1 0-1 0 0,5-2 1 0 0,-7 5-221 0 0,0-1 0 0 0,0 1 0 0 0,1 0 0 0 0,-1 0 1 0 0,0 0-1 0 0,0 0 0 0 0,1 0 0 0 0,-1 0 0 0 0,0 0 0 0 0,0 1 0 0 0,0-1 0 0 0,1 1 0 0 0,-1-1 0 0 0,0 1 1 0 0,0 0-1 0 0,0 0 0 0 0,0 0 0 0 0,0 0 0 0 0,0 0 0 0 0,0 1 0 0 0,-1-1 0 0 0,1 0 0 0 0,0 1 1 0 0,-1-1-1 0 0,2 3 0 0 0,7 6 59 0 0,-1 1-1 0 0,15 21 1 0 0,-15-19-217 0 0,3 5-202 0 0,0 1 1 0 0,-1 1-1 0 0,15 38 0 0 0,4 25-3520 0 0,-22-58-3951 0 0</inkml:trace>
</inkml:ink>
</file>

<file path=ppt/ink/ink18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2:01.768"/>
    </inkml:context>
    <inkml:brush xml:id="br0">
      <inkml:brushProperty name="width" value="0.1" units="cm"/>
      <inkml:brushProperty name="height" value="0.1" units="cm"/>
      <inkml:brushProperty name="color" value="#008C3A"/>
    </inkml:brush>
  </inkml:definitions>
  <inkml:trace contextRef="#ctx0" brushRef="#br0">38 326 11522 0 0,'6'-3'465'0'0,"-1"-1"0"0"0,1 0-1 0 0,-1 0 1 0 0,0 0 0 0 0,-1-1-1 0 0,1 0 1 0 0,-1 0-1 0 0,6-7 1 0 0,25-46 2515 0 0,-31 49-2735 0 0,0-1 1 0 0,0 0-1 0 0,-1 0 0 0 0,0 0 1 0 0,-1-1-1 0 0,0 1 0 0 0,0-1 1 0 0,-1-20-1 0 0,-1 26-223 0 0,0-1 1 0 0,0 1-1 0 0,-1-1 1 0 0,1 1-1 0 0,-2 0 1 0 0,1-1-1 0 0,0 1 0 0 0,-1 0 1 0 0,0 0-1 0 0,0 0 1 0 0,-1 0-1 0 0,1 0 1 0 0,-1 1-1 0 0,0-1 0 0 0,-1 1 1 0 0,1 0-1 0 0,-1 0 1 0 0,1 0-1 0 0,-7-5 1 0 0,9 8-24 0 0,0 1 0 0 0,0-1 1 0 0,0 0-1 0 0,0 0 1 0 0,0 1-1 0 0,-1-1 0 0 0,1 1 1 0 0,0-1-1 0 0,0 1 1 0 0,-1 0-1 0 0,1-1 1 0 0,0 1-1 0 0,-1 0 0 0 0,1 0 1 0 0,0 0-1 0 0,-1 0 1 0 0,1 0-1 0 0,0 0 0 0 0,-1 0 1 0 0,1 0-1 0 0,0 1 1 0 0,0-1-1 0 0,-2 1 0 0 0,1 0-24 0 0,-1 1-1 0 0,1-1 0 0 0,0 1 0 0 0,0 0 0 0 0,-1-1 0 0 0,1 1 1 0 0,1 0-1 0 0,-1 0 0 0 0,0 0 0 0 0,-2 5 0 0 0,-3 3-161 0 0,2 2 0 0 0,-1-1 0 0 0,-6 21 0 0 0,8-16 83 0 0,0 1 1 0 0,1 0 0 0 0,1 0 0 0 0,1 0-1 0 0,0 0 1 0 0,1 1 0 0 0,1-1 0 0 0,0 0-1 0 0,1 0 1 0 0,1 0 0 0 0,1 0 0 0 0,1-1-1 0 0,0 1 1 0 0,1-1 0 0 0,1 0 0 0 0,0-1-1 0 0,1 1 1 0 0,17 24 0 0 0,-22-36-70 0 0,1-1 0 0 0,-1 0 0 0 0,0 0 0 0 0,1 0-1 0 0,-1 0 1 0 0,1 0 0 0 0,0-1 0 0 0,0 1 0 0 0,0-1 0 0 0,0 0 0 0 0,1 0 0 0 0,-1-1 0 0 0,0 1 0 0 0,1-1 0 0 0,-1 0 0 0 0,1 0-1 0 0,-1-1 1 0 0,1 1 0 0 0,0-1 0 0 0,-1 0 0 0 0,1 0 0 0 0,0-1 0 0 0,-1 1 0 0 0,1-1 0 0 0,-1 0 0 0 0,1 0 0 0 0,6-4 0 0 0,6-2-1142 0 0</inkml:trace>
</inkml:ink>
</file>

<file path=ppt/ink/ink18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2:02.056"/>
    </inkml:context>
    <inkml:brush xml:id="br0">
      <inkml:brushProperty name="width" value="0.1" units="cm"/>
      <inkml:brushProperty name="height" value="0.1" units="cm"/>
      <inkml:brushProperty name="color" value="#008C3A"/>
    </inkml:brush>
  </inkml:definitions>
  <inkml:trace contextRef="#ctx0" brushRef="#br0">2 171 5065 0 0,'0'-1'118'0'0,"-1"0"1"0"0,1 0-1 0 0,0 1 1 0 0,0-1-1 0 0,0 0 1 0 0,0 0-1 0 0,0 0 0 0 0,0 0 1 0 0,0 0-1 0 0,0 0 1 0 0,0 0-1 0 0,0 1 0 0 0,0-1 1 0 0,1 0-1 0 0,-1 0 1 0 0,0 0-1 0 0,1 0 0 0 0,-1 1 1 0 0,1-1-1 0 0,-1 0 1 0 0,0 0-1 0 0,1 1 0 0 0,0-1 1 0 0,-1 0-1 0 0,1 1 1 0 0,1-2-1 0 0,-1 1 146 0 0,1 0 0 0 0,0 0 1 0 0,0 0-1 0 0,1 0 0 0 0,-1 0 0 0 0,0 1 0 0 0,0-1 1 0 0,0 0-1 0 0,0 1 0 0 0,4 0 0 0 0,3-1 361 0 0,-1 1 0 0 0,0 1-1 0 0,0 0 1 0 0,1 0 0 0 0,8 2 0 0 0,-8 0-340 0 0,0 1 0 0 0,0 0 0 0 0,0 0 0 0 0,-1 0 0 0 0,1 1 0 0 0,-1 1 0 0 0,0 0 0 0 0,-1 0 0 0 0,1 0 0 0 0,10 13 0 0 0,-15-17-233 0 0,-1 1 1 0 0,1 0-1 0 0,-1 0 0 0 0,0 0 1 0 0,0 0-1 0 0,0 1 0 0 0,0-1 1 0 0,-1 0-1 0 0,1 1 0 0 0,-1-1 0 0 0,0 1 1 0 0,0 0-1 0 0,0-1 0 0 0,0 1 1 0 0,-1 0-1 0 0,1-1 0 0 0,-1 1 1 0 0,0 0-1 0 0,0 0 0 0 0,-1 0 0 0 0,1-1 1 0 0,-1 1-1 0 0,0 0 0 0 0,0-1 1 0 0,0 1-1 0 0,0-1 0 0 0,0 1 1 0 0,-1-1-1 0 0,0 1 0 0 0,-2 2 1 0 0,3-4 2 0 0,1-1 1 0 0,-1 1-1 0 0,0-1 1 0 0,0 0-1 0 0,0 0 1 0 0,0 0 0 0 0,0 1-1 0 0,0-1 1 0 0,0 0-1 0 0,0 0 1 0 0,-1 0-1 0 0,1-1 1 0 0,0 1 0 0 0,-1 0-1 0 0,1 0 1 0 0,-1-1-1 0 0,1 1 1 0 0,0-1-1 0 0,-1 1 1 0 0,1-1 0 0 0,-1 0-1 0 0,1 1 1 0 0,-1-1-1 0 0,0 0 1 0 0,1 0-1 0 0,-1 0 1 0 0,1 0 0 0 0,-1 0-1 0 0,1-1 1 0 0,-1 1-1 0 0,1 0 1 0 0,-1-1-1 0 0,1 1 1 0 0,-1-1 0 0 0,1 1-1 0 0,0-1 1 0 0,-1 0-1 0 0,1 0 1 0 0,0 0 0 0 0,-1 1-1 0 0,1-1 1 0 0,-1-2-1 0 0,-2 0 38 0 0,0-1 0 0 0,0-1 0 0 0,0 1 0 0 0,1 0 0 0 0,0-1 0 0 0,0 0-1 0 0,0 0 1 0 0,0 0 0 0 0,1 0 0 0 0,-3-8 0 0 0,0-5-107 0 0,1 0 0 0 0,1-1-1 0 0,0 0 1 0 0,2 1 0 0 0,0-1 0 0 0,1 0-1 0 0,3-27 1 0 0,-1 33-1691 0 0,1 0 0 0 0,0-1-1 0 0,7-18 1 0 0,2 6-5243 0 0</inkml:trace>
</inkml:ink>
</file>

<file path=ppt/ink/ink18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2:02.735"/>
    </inkml:context>
    <inkml:brush xml:id="br0">
      <inkml:brushProperty name="width" value="0.1" units="cm"/>
      <inkml:brushProperty name="height" value="0.1" units="cm"/>
      <inkml:brushProperty name="color" value="#008C3A"/>
    </inkml:brush>
  </inkml:definitions>
  <inkml:trace contextRef="#ctx0" brushRef="#br0">7 163 11058 0 0,'-1'-1'195'0'0,"0"0"-1"0"0,1 0 1 0 0,-1 0-1 0 0,0 0 0 0 0,1 0 1 0 0,-1-1-1 0 0,1 1 1 0 0,-1 0-1 0 0,1 0 0 0 0,0-1 1 0 0,-1 1-1 0 0,1 0 0 0 0,0 0 1 0 0,0-1-1 0 0,0 1 1 0 0,0 0-1 0 0,0-1 0 0 0,0 1 1 0 0,1 0-1 0 0,-1 0 1 0 0,0-1-1 0 0,1 1 0 0 0,-1 0 1 0 0,1 0-1 0 0,-1-1 1 0 0,1 1-1 0 0,-1 0 0 0 0,1 0 1 0 0,0 0-1 0 0,1-2 1 0 0,-1 2-91 0 0,-1 0 1 0 0,1 1-1 0 0,0-1 1 0 0,-1 1 0 0 0,1-1-1 0 0,0 0 1 0 0,0 1-1 0 0,-1-1 1 0 0,1 1 0 0 0,0-1-1 0 0,0 1 1 0 0,0 0-1 0 0,0-1 1 0 0,-1 1 0 0 0,1 0-1 0 0,0 0 1 0 0,0-1-1 0 0,0 1 1 0 0,0 0 0 0 0,0 0-1 0 0,0 0 1 0 0,0 0-1 0 0,0 0 1 0 0,0 0 0 0 0,0 1-1 0 0,0-1 1 0 0,-1 0-1 0 0,1 0 1 0 0,0 1 0 0 0,0-1-1 0 0,0 0 1 0 0,0 1-1 0 0,0-1 1 0 0,-1 1 0 0 0,1-1-1 0 0,0 1 1 0 0,0 0-1 0 0,-1-1 1 0 0,1 1 0 0 0,0 0-1 0 0,-1-1 1 0 0,1 1-1 0 0,-1 0 1 0 0,1 0 0 0 0,-1-1-1 0 0,1 2 1 0 0,6 11-19 0 0,0 0 0 0 0,-1 1 0 0 0,-1-1-1 0 0,0 1 1 0 0,-1 0 0 0 0,0 0 0 0 0,2 20 0 0 0,3 11-427 0 0,-12-61 19 0 0,0-1-1 0 0,1 0 1 0 0,0 0-1 0 0,1 0 1 0 0,1 1-1 0 0,1-1 0 0 0,5-32 1 0 0,-3 37 315 0 0,1-3-5 0 0,0 0-1 0 0,8-19 0 0 0,-11 32 54 0 0,0-1 0 0 0,0 1 1 0 0,0-1-1 0 0,1 1 0 0 0,-1 0 0 0 0,0 0 1 0 0,1 0-1 0 0,-1 0 0 0 0,1 0 1 0 0,0 0-1 0 0,0 0 0 0 0,0 0 0 0 0,0 1 1 0 0,0-1-1 0 0,0 1 0 0 0,0-1 0 0 0,0 1 1 0 0,1 0-1 0 0,-1 0 0 0 0,1 0 0 0 0,3-1 1 0 0,-1 2 55 0 0,0 0 1 0 0,0 1-1 0 0,0 0 0 0 0,-1 0 1 0 0,1 0-1 0 0,0 0 1 0 0,0 1-1 0 0,0 0 1 0 0,-1 0-1 0 0,1 0 0 0 0,-1 0 1 0 0,7 5-1 0 0,46 38 68 0 0,-50-38-158 0 0,0-1-1 0 0,-1 1 1 0 0,0 1 0 0 0,-1-1 0 0 0,1 1 0 0 0,-1 0-1 0 0,-1 1 1 0 0,0-1 0 0 0,6 17 0 0 0,-8-20-5 0 0,-1 0 0 0 0,1 0 1 0 0,-1 1-1 0 0,-1-1 0 0 0,1 0 1 0 0,-1 0-1 0 0,1 1 0 0 0,-2-1 1 0 0,1 0-1 0 0,-1 1 0 0 0,1-1 1 0 0,-1 0-1 0 0,-1 0 0 0 0,1 0 0 0 0,-1 0 1 0 0,0 0-1 0 0,0 0 0 0 0,-5 8 1 0 0,4-13-3 0 0,2-9 0 0 0,1-9 0 0 0,0 15-1 0 0,31-117-244 0 0,-26 104 202 0 0,1 0 1 0 0,0 1 0 0 0,1 0 0 0 0,1 0 0 0 0,12-18 0 0 0,-19 31 47 0 0,0 1 0 0 0,0-1 0 0 0,0 0 0 0 0,0 1 0 0 0,0-1 0 0 0,1 1 0 0 0,-1-1 0 0 0,1 1 0 0 0,-1 0 0 0 0,1-1 0 0 0,0 1 0 0 0,-1 0 0 0 0,1 0 0 0 0,0 0 0 0 0,0 0 0 0 0,-1 1 0 0 0,1-1 0 0 0,0 0 0 0 0,0 1 0 0 0,0 0 0 0 0,0-1 0 0 0,0 1 0 0 0,0 0 0 0 0,0 0 0 0 0,0 0 0 0 0,0 0 0 0 0,2 0 0 0 0,-1 2 27 0 0,0-1-1 0 0,-1 0 0 0 0,1 1 1 0 0,0 0-1 0 0,-1 0 1 0 0,0-1-1 0 0,1 1 1 0 0,-1 1-1 0 0,0-1 1 0 0,0 0-1 0 0,0 0 1 0 0,0 1-1 0 0,0-1 0 0 0,-1 1 1 0 0,1 0-1 0 0,1 5 1 0 0,13 29 5 0 0,-13-27-341 0 0,1-1-1 0 0,0 1 0 0 0,0-1 1 0 0,1 0-1 0 0,0-1 1 0 0,1 1-1 0 0,0-1 1 0 0,0 0-1 0 0,0-1 1 0 0,14 13-1 0 0,-4-10-6640 0 0</inkml:trace>
</inkml:ink>
</file>

<file path=ppt/ink/ink18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2:03.338"/>
    </inkml:context>
    <inkml:brush xml:id="br0">
      <inkml:brushProperty name="width" value="0.1" units="cm"/>
      <inkml:brushProperty name="height" value="0.1" units="cm"/>
      <inkml:brushProperty name="color" value="#008C3A"/>
    </inkml:brush>
  </inkml:definitions>
  <inkml:trace contextRef="#ctx0" brushRef="#br0">118 478 4145 0 0,'2'-8'545'0'0,"-1"-1"1"0"0,-1 1-1 0 0,0 0 1 0 0,0-1-1 0 0,-1-11 1 0 0,0 16 35 0 0,1 0 1 0 0,-1 0 0 0 0,0 0-1 0 0,0 0 1 0 0,-1 0 0 0 0,1 0-1 0 0,-1 0 1 0 0,0 0 0 0 0,0 0-1 0 0,0 1 1 0 0,-1-1 0 0 0,-3-4-1 0 0,5 7-444 0 0,1 1-1 0 0,-1-1 0 0 0,1 0 1 0 0,-1 1-1 0 0,0-1 0 0 0,0 1 1 0 0,1-1-1 0 0,-1 1 0 0 0,0-1 1 0 0,0 1-1 0 0,0-1 0 0 0,0 1 1 0 0,1 0-1 0 0,-1 0 0 0 0,0-1 1 0 0,0 1-1 0 0,0 0 0 0 0,0 0 1 0 0,0 0-1 0 0,0 0 0 0 0,0 0 1 0 0,0 0-1 0 0,1 0 0 0 0,-1 0 1 0 0,0 0-1 0 0,0 1 1 0 0,0-1-1 0 0,-1 1 0 0 0,-1 0 14 0 0,1 1 0 0 0,0-1-1 0 0,0 1 1 0 0,0 0 0 0 0,0-1 0 0 0,1 1-1 0 0,-1 0 1 0 0,0 0 0 0 0,1 0-1 0 0,-2 3 1 0 0,-3 5 62 0 0,1 1 0 0 0,0-1 0 0 0,-5 18 1 0 0,4-8-153 0 0,1 0 0 0 0,1 1 1 0 0,1-1-1 0 0,-1 23 0 0 0,3-36-93 0 0,1-1 1 0 0,0 1-1 0 0,1 0 0 0 0,-1-1 0 0 0,1 1 0 0 0,1 0 0 0 0,-1-1 0 0 0,1 1 0 0 0,0-1 0 0 0,0 1 1 0 0,1-1-1 0 0,0 0 0 0 0,0 0 0 0 0,1 0 0 0 0,-1-1 0 0 0,8 8 0 0 0,-10-11-50 0 0,0 0-1 0 0,1 0 1 0 0,-1-1 0 0 0,1 1-1 0 0,0-1 1 0 0,-1 1-1 0 0,1-1 1 0 0,0 0 0 0 0,0 0-1 0 0,0 1 1 0 0,0-1-1 0 0,0-1 1 0 0,0 1-1 0 0,0 0 1 0 0,0 0 0 0 0,0-1-1 0 0,1 1 1 0 0,-1-1-1 0 0,0 0 1 0 0,0 0 0 0 0,1 0-1 0 0,-1 0 1 0 0,0 0-1 0 0,0 0 1 0 0,0-1 0 0 0,1 1-1 0 0,-1 0 1 0 0,0-1-1 0 0,0 0 1 0 0,0 0 0 0 0,0 0-1 0 0,0 0 1 0 0,0 0-1 0 0,0 0 1 0 0,0 0 0 0 0,2-2-1 0 0,0-1-149 0 0,1-1-1 0 0,-1 0 1 0 0,0 0-1 0 0,-1 0 1 0 0,1 0-1 0 0,-1-1 1 0 0,0 0-1 0 0,0 1 1 0 0,-1-1-1 0 0,1 0 1 0 0,1-10-1 0 0,3-26 1081 0 0,-6 33-294 0 0,0 1 1 0 0,0-1-1 0 0,1 1 0 0 0,0 0 1 0 0,0-1-1 0 0,1 1 0 0 0,7-13 0 0 0,-9 22-421 0 0,1 1-1 0 0,-1-1 0 0 0,0 0 1 0 0,0 1-1 0 0,0-1 0 0 0,0 1 0 0 0,0-1 1 0 0,0 1-1 0 0,0 0 0 0 0,0 0 0 0 0,0-1 1 0 0,-1 1-1 0 0,1 3 0 0 0,1 0 10 0 0,3 4-118 0 0,0 1 0 0 0,1-1 0 0 0,-1-1 0 0 0,2 1 0 0 0,-1-1 0 0 0,1 0-1 0 0,0 0 1 0 0,1-1 0 0 0,0 0 0 0 0,0-1 0 0 0,12 8 0 0 0,-17-12-207 0 0,1 0 0 0 0,0 0 1 0 0,0 0-1 0 0,0 0 0 0 0,0-1 1 0 0,0 1-1 0 0,0-1 0 0 0,1 0 0 0 0,-1 0 1 0 0,0-1-1 0 0,1 1 0 0 0,-1-1 1 0 0,0 0-1 0 0,1 0 0 0 0,-1-1 0 0 0,0 1 1 0 0,1-1-1 0 0,-1 0 0 0 0,0 0 1 0 0,0-1-1 0 0,0 1 0 0 0,0-1 0 0 0,0 0 1 0 0,0 0-1 0 0,0 0 0 0 0,0 0 1 0 0,-1-1-1 0 0,1 1 0 0 0,5-6 0 0 0,-4 1-335 0 0,1 0-1 0 0,-1 1 0 0 0,0-2 0 0 0,0 1 1 0 0,-1 0-1 0 0,0-1 0 0 0,-1 0 0 0 0,1 0 1 0 0,-2 0-1 0 0,1 0 0 0 0,-1-1 0 0 0,0 1 1 0 0,1-12-1 0 0,-1-1-85 0 0,-1 0 0 0 0,-1-1-1 0 0,0 1 1 0 0,-5-26 0 0 0,-16-75-59 0 0,10 64 4025 0 0,-7-91-1 0 0,14 121 1541 0 0,6 48-320 0 0,20 68-4206 0 0,4-1-1 0 0,46 106 1 0 0,-18-50-149 0 0,-32-88-1775 0 0,1-1-3509 0 0,-8-23-2370 0 0</inkml:trace>
</inkml:ink>
</file>

<file path=ppt/ink/ink18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2:45.034"/>
    </inkml:context>
    <inkml:brush xml:id="br0">
      <inkml:brushProperty name="width" value="0.1" units="cm"/>
      <inkml:brushProperty name="height" value="0.1" units="cm"/>
      <inkml:brushProperty name="color" value="#008C3A"/>
    </inkml:brush>
  </inkml:definitions>
  <inkml:trace contextRef="#ctx0" brushRef="#br0">33 63 5529 0 0,'-6'-19'482'0'0,"6"15"-89"0"0,-1 0 1 0 0,0 1-1 0 0,0-1 1 0 0,0 0-1 0 0,-1 1 0 0 0,1-1 1 0 0,-1 1-1 0 0,0 0 0 0 0,0-1 1 0 0,-3-3-1 0 0,4 7-278 0 0,1 0-1 0 0,-1 1 0 0 0,1-1 0 0 0,-1 0 1 0 0,1 1-1 0 0,-1-1 0 0 0,1 1 1 0 0,-1-1-1 0 0,1 0 0 0 0,0 1 1 0 0,-1-1-1 0 0,1 1 0 0 0,0-1 1 0 0,0 1-1 0 0,-1-1 0 0 0,1 1 1 0 0,0 0-1 0 0,0-1 0 0 0,0 1 1 0 0,-1-1-1 0 0,1 1 0 0 0,0-1 0 0 0,0 1 1 0 0,0 0-1 0 0,0-1 0 0 0,0 1 1 0 0,0-1-1 0 0,0 1 0 0 0,0-1 1 0 0,1 2-1 0 0,-3 20 927 0 0,6 32-160 0 0,2 1 0 0 0,3-2 0 0 0,23 83 0 0 0,-5-21-255 0 0,26 157 196 0 0,17 296-1 0 0,-69-562-847 0 0,-1 0 0 0 0,0-1 0 0 0,0 1 0 0 0,0 0 0 0 0,-2 8-1 0 0,2-14-31 0 0,0 0-1 0 0,0 1 0 0 0,-1-1 0 0 0,1 1 0 0 0,0-1 0 0 0,0 1 0 0 0,0-1 0 0 0,-1 0 0 0 0,1 1 1 0 0,0-1-1 0 0,0 0 0 0 0,-1 1 0 0 0,1-1 0 0 0,0 0 0 0 0,0 1 0 0 0,-1-1 0 0 0,1 0 0 0 0,-1 1 1 0 0,1-1-1 0 0,0 0 0 0 0,-1 0 0 0 0,1 0 0 0 0,0 1 0 0 0,-1-1 0 0 0,1 0 0 0 0,-1 0 0 0 0,1 0 1 0 0,-1 0-1 0 0,-1 0-228 0 0,1 0 1 0 0,-1-1-1 0 0,1 1 1 0 0,0-1-1 0 0,-1 0 1 0 0,1 1-1 0 0,0-1 0 0 0,0 0 1 0 0,-1 0-1 0 0,1 0 1 0 0,0 1-1 0 0,0-1 1 0 0,0-1-1 0 0,-1 0 1 0 0</inkml:trace>
</inkml:ink>
</file>

<file path=ppt/ink/ink18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2:45.542"/>
    </inkml:context>
    <inkml:brush xml:id="br0">
      <inkml:brushProperty name="width" value="0.1" units="cm"/>
      <inkml:brushProperty name="height" value="0.1" units="cm"/>
      <inkml:brushProperty name="color" value="#008C3A"/>
    </inkml:brush>
  </inkml:definitions>
  <inkml:trace contextRef="#ctx0" brushRef="#br0">202 258 3281 0 0,'-5'-5'125'0'0,"0"-1"1"0"0,-1 1 0 0 0,1 0-1 0 0,-11-6 1 0 0,-11-7 3215 0 0,26 18-3220 0 0,0 0 0 0 0,1-1 0 0 0,-1 1 0 0 0,0 0 0 0 0,1 0 1 0 0,-1 0-1 0 0,0 0 0 0 0,0 0 0 0 0,1 0 0 0 0,-1 0 0 0 0,0 0 1 0 0,1 1-1 0 0,-1-1 0 0 0,0 0 0 0 0,1 0 0 0 0,-1 1 1 0 0,1-1-1 0 0,-1 0 0 0 0,0 0 0 0 0,1 1 0 0 0,-1-1 0 0 0,1 1 1 0 0,-1-1-1 0 0,1 1 0 0 0,-1-1 0 0 0,1 1 0 0 0,-1-1 1 0 0,1 1-1 0 0,-1-1 0 0 0,1 1 0 0 0,0-1 0 0 0,-1 1 0 0 0,1 1 1 0 0,-15 26 526 0 0,12-21-417 0 0,-35 61 291 0 0,-23 47 102 0 0,60-112-27 0 0,3-3-202 0 0,7-11-26 0 0,10-19-10 0 0,39-86 587 0 0,-19 37 753 0 0,52-81 1 0 0,-89 156-1568 0 0,1 1 0 0 0,-1-1 0 0 0,1 1 0 0 0,-1 0-1 0 0,1 0 1 0 0,0 0 0 0 0,0 0 0 0 0,0 1 0 0 0,0-1 0 0 0,1 1 0 0 0,-1-1-1 0 0,1 1 1 0 0,4-2 0 0 0,-6 4-81 0 0,1 0 0 0 0,-1-1 0 0 0,0 1 0 0 0,0 0 1 0 0,0 0-1 0 0,1 1 0 0 0,-1-1 0 0 0,0 0 0 0 0,0 1 0 0 0,0-1 0 0 0,0 1 0 0 0,0 0 0 0 0,0-1 0 0 0,0 1 0 0 0,0 0 0 0 0,0 0 0 0 0,0 1 1 0 0,0-1-1 0 0,0 0 0 0 0,-1 1 0 0 0,1-1 0 0 0,0 1 0 0 0,-1-1 0 0 0,0 1 0 0 0,3 3 0 0 0,34 41 149 0 0,-22-26-175 0 0,1 0 0 0 0,0 0 1 0 0,2-2-1 0 0,27 22 0 0 0,-36-34-627 0 0,3 4-5192 0 0</inkml:trace>
</inkml:ink>
</file>

<file path=ppt/ink/ink18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2:47.465"/>
    </inkml:context>
    <inkml:brush xml:id="br0">
      <inkml:brushProperty name="width" value="0.1" units="cm"/>
      <inkml:brushProperty name="height" value="0.1" units="cm"/>
      <inkml:brushProperty name="color" value="#008C3A"/>
    </inkml:brush>
  </inkml:definitions>
  <inkml:trace contextRef="#ctx0" brushRef="#br0">122 165 3225 0 0,'-6'-14'-336'0'0,"-32"-73"-168"0"0,5 35 2961 0 0,32 51-2315 0 0,1 0-1 0 0,0 1 0 0 0,-1-1 1 0 0,1 0-1 0 0,-1 0 1 0 0,1 1-1 0 0,-1-1 0 0 0,0 1 1 0 0,1-1-1 0 0,-1 0 0 0 0,1 1 1 0 0,-1-1-1 0 0,0 1 0 0 0,0 0 1 0 0,1-1-1 0 0,-1 1 1 0 0,0 0-1 0 0,0-1 0 0 0,1 1 1 0 0,-1 0-1 0 0,0 0 0 0 0,0-1 1 0 0,0 1-1 0 0,0 0 0 0 0,1 0 1 0 0,-1 0-1 0 0,0 0 1 0 0,0 0-1 0 0,0 0 0 0 0,-1 1 1 0 0,1 0 26 0 0,0 0 0 0 0,0 0 0 0 0,0 0 0 0 0,0 0 0 0 0,0 1 0 0 0,0-1 0 0 0,0 0 0 0 0,0 0 0 0 0,0 1 0 0 0,1-1 0 0 0,-1 1 0 0 0,1-1 0 0 0,-1 1 0 0 0,0 2 0 0 0,-1 8 520 0 0,-1 1 0 0 0,0 23-1 0 0,2 25-220 0 0,2 0 0 0 0,3 0 0 0 0,3 0-1 0 0,2-1 1 0 0,18 63 0 0 0,-22-108-453 0 0,0 0 0 0 0,1 0 0 0 0,1 0 1 0 0,0-1-1 0 0,1 0 0 0 0,16 21 0 0 0,-21-31-57 0 0,-1 0 0 0 0,2-1-1 0 0,-1 1 1 0 0,0-1 0 0 0,1 0-1 0 0,0 1 1 0 0,-1-2 0 0 0,1 1-1 0 0,0 0 1 0 0,1-1 0 0 0,-1 0-1 0 0,0 0 1 0 0,1 0-1 0 0,-1 0 1 0 0,1-1 0 0 0,0 0-1 0 0,-1 0 1 0 0,1 0 0 0 0,0 0-1 0 0,0-1 1 0 0,-1 0 0 0 0,1 0-1 0 0,0 0 1 0 0,0 0 0 0 0,0-1-1 0 0,5-1 1 0 0,-6 1-292 0 0,-1-1 0 0 0,0 1 0 0 0,0-1 0 0 0,0 1 0 0 0,0-1 1 0 0,0 0-1 0 0,4-3 0 0 0,5-8-4450 0 0</inkml:trace>
</inkml:ink>
</file>

<file path=ppt/ink/ink18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2:47.672"/>
    </inkml:context>
    <inkml:brush xml:id="br0">
      <inkml:brushProperty name="width" value="0.1" units="cm"/>
      <inkml:brushProperty name="height" value="0.1" units="cm"/>
      <inkml:brushProperty name="color" value="#008C3A"/>
    </inkml:brush>
  </inkml:definitions>
  <inkml:trace contextRef="#ctx0" brushRef="#br0">66 43 10138 0 0,'-65'-42'3617'0'0,"65"42"-3625"0"0,0 0 1 0 0,0 0-1 0 0,0 0 0 0 0,0 0 1 0 0,0-1-1 0 0,0 1 0 0 0,12 10-1081 0 0,13 32 888 0 0,-15-23 201 0 0</inkml:trace>
</inkml:ink>
</file>

<file path=ppt/ink/ink18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2:48.096"/>
    </inkml:context>
    <inkml:brush xml:id="br0">
      <inkml:brushProperty name="width" value="0.1" units="cm"/>
      <inkml:brushProperty name="height" value="0.1" units="cm"/>
      <inkml:brushProperty name="color" value="#008C3A"/>
    </inkml:brush>
  </inkml:definitions>
  <inkml:trace contextRef="#ctx0" brushRef="#br0">1 109 8290 0 0,'0'0'26'0'0,"0"0"0"0"0,-1 0 1 0 0,1-1-1 0 0,0 1 0 0 0,0 0 0 0 0,0 0 1 0 0,0-1-1 0 0,0 1 0 0 0,0 0 1 0 0,0 0-1 0 0,0-1 0 0 0,0 1 0 0 0,0 0 1 0 0,0 0-1 0 0,0 0 0 0 0,0-1 1 0 0,0 1-1 0 0,1 0 0 0 0,-1 0 0 0 0,0-1 1 0 0,0 1-1 0 0,0 0 0 0 0,0 0 1 0 0,0 0-1 0 0,0-1 0 0 0,1 1 0 0 0,-1 0 1 0 0,0 0-1 0 0,0 0 0 0 0,0-1 1 0 0,0 1-1 0 0,1 0 0 0 0,-1 0 0 0 0,0 0 1 0 0,0 0-1 0 0,0 0 0 0 0,1 0 1 0 0,-1-1-1 0 0,0 1 0 0 0,0 0 0 0 0,1 0 1 0 0,-1 0-1 0 0,0 0 0 0 0,0 0 1 0 0,1 0-1 0 0,-1 0 0 0 0,0 0 0 0 0,0 0 1 0 0,1 0-1 0 0,-1 0 0 0 0,0 0 1 0 0,0 0-1 0 0,1 0 0 0 0,-1 1 0 0 0,0-1 1 0 0,0 0-1 0 0,1 0 0 0 0,8 19 958 0 0,4 28 454 0 0,-10-25-983 0 0,7 30 246 0 0,-10-49-660 0 0,1 0 1 0 0,0-1-1 0 0,0 1 0 0 0,0 0 0 0 0,0-1 1 0 0,1 1-1 0 0,-1-1 0 0 0,1 1 0 0 0,-1-1 1 0 0,1 0-1 0 0,0 1 0 0 0,0-1 0 0 0,0 0 1 0 0,3 2-1 0 0,-5-4-26 0 0,0 0 0 0 0,1 1 1 0 0,-1-1-1 0 0,1 0 0 0 0,-1 0 0 0 0,1 1 1 0 0,-1-1-1 0 0,1 0 0 0 0,-1 0 0 0 0,0 0 0 0 0,1 0 1 0 0,-1 0-1 0 0,1 0 0 0 0,-1 0 0 0 0,1 1 1 0 0,-1-2-1 0 0,1 1 0 0 0,-1 0 0 0 0,1 0 0 0 0,-1 0 1 0 0,1 0-1 0 0,-1 0 0 0 0,1 0 0 0 0,-1 0 1 0 0,1 0-1 0 0,-1-1 0 0 0,0 1 0 0 0,1 0 0 0 0,-1 0 1 0 0,1-1-1 0 0,7-15 578 0 0,-3-24 478 0 0,-5 37-981 0 0,2-23 643 0 0,10-52 1 0 0,-10 69-676 0 0,0 0 1 0 0,1 0 0 0 0,0 0 0 0 0,0 1 0 0 0,1-1 0 0 0,0 1-1 0 0,1 0 1 0 0,0 0 0 0 0,7-9 0 0 0,-10 15-5 0 0,0 0-1 0 0,0 0 1 0 0,0 0-1 0 0,0 0 1 0 0,0 1 0 0 0,1-1-1 0 0,-1 1 1 0 0,0-1 0 0 0,1 1-1 0 0,-1 0 1 0 0,1 0 0 0 0,-1 0-1 0 0,1 0 1 0 0,0 1 0 0 0,-1-1-1 0 0,1 0 1 0 0,0 1-1 0 0,0 0 1 0 0,-1 0 0 0 0,6 0-1 0 0,-3 1 15 0 0,0 0-1 0 0,0 1 0 0 0,-1-1 1 0 0,1 1-1 0 0,-1 0 0 0 0,1 0 0 0 0,-1 1 1 0 0,0-1-1 0 0,1 1 0 0 0,6 6 0 0 0,-2 0-113 0 0,1 1 0 0 0,-1-1 0 0 0,-1 1-1 0 0,1 1 1 0 0,-2 0 0 0 0,0 0 0 0 0,11 23-1 0 0,4 27-3679 0 0,-18-46-2190 0 0</inkml:trace>
</inkml:ink>
</file>

<file path=ppt/ink/ink18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2:48.428"/>
    </inkml:context>
    <inkml:brush xml:id="br0">
      <inkml:brushProperty name="width" value="0.1" units="cm"/>
      <inkml:brushProperty name="height" value="0.1" units="cm"/>
      <inkml:brushProperty name="color" value="#008C3A"/>
    </inkml:brush>
  </inkml:definitions>
  <inkml:trace contextRef="#ctx0" brushRef="#br0">14 148 6913 0 0,'-13'-12'4177'0'0,"13"12"-4124"0"0,-1 33 2348 0 0,2-20-2233 0 0,0-1 0 0 0,1 1 0 0 0,0-1 0 0 0,0 0 0 0 0,2 0 0 0 0,5 15-1 0 0,-8-25-115 0 0,0 1-1 0 0,0-1 0 0 0,0 1 1 0 0,0-1-1 0 0,1 1 0 0 0,-1-1 1 0 0,1 0-1 0 0,-1 0 0 0 0,1 0 1 0 0,0 0-1 0 0,0 0 0 0 0,0 0 1 0 0,0-1-1 0 0,0 1 0 0 0,0 0 1 0 0,1-1-1 0 0,-1 0 0 0 0,0 0 1 0 0,1 1-1 0 0,-1-1 0 0 0,1-1 1 0 0,0 1-1 0 0,-1 0 1 0 0,1-1-1 0 0,-1 1 0 0 0,1-1 1 0 0,0 0-1 0 0,-1 0 0 0 0,1 0 1 0 0,0 0-1 0 0,0 0 0 0 0,-1 0 1 0 0,1-1-1 0 0,-1 1 0 0 0,5-3 1 0 0,0 0 104 0 0,-1 0 1 0 0,-1 0 0 0 0,1-1 0 0 0,0 0 0 0 0,-1 0-1 0 0,0 0 1 0 0,0-1 0 0 0,0 1 0 0 0,-1-1 0 0 0,1 0-1 0 0,-1-1 1 0 0,0 1 0 0 0,4-10 0 0 0,-2 5 13 0 0,-1 0 0 0 0,0 0 0 0 0,-1 0 0 0 0,0-1 1 0 0,-1 1-1 0 0,0-1 0 0 0,2-16 0 0 0,-4 18-84 0 0,-1 1-1 0 0,-1-1 0 0 0,0 0 0 0 0,0 1 1 0 0,0-1-1 0 0,-1 1 0 0 0,-1-1 1 0 0,1 1-1 0 0,-5-9 0 0 0,6 14-150 0 0,0 1 1 0 0,0-1-1 0 0,0 0 0 0 0,-1 1 1 0 0,1 0-1 0 0,-1-1 0 0 0,1 1 1 0 0,-1 0-1 0 0,0 0 1 0 0,0 0-1 0 0,0 0 0 0 0,0 0 1 0 0,0 0-1 0 0,0 0 0 0 0,0 1 1 0 0,-1-1-1 0 0,1 1 0 0 0,-1-1 1 0 0,1 1-1 0 0,-1 0 0 0 0,0 0 1 0 0,1 0-1 0 0,-1 1 0 0 0,0-1 1 0 0,0 1-1 0 0,1-1 0 0 0,-1 1 1 0 0,0 0-1 0 0,0 0 0 0 0,0 0 1 0 0,-5 1-1 0 0,6 0-227 0 0,-1 0 0 0 0,0 0 0 0 0,1 1 0 0 0,-1-1 0 0 0,0 1 0 0 0,1-1 0 0 0,0 1 0 0 0,-1 0-1 0 0,1-1 1 0 0,0 1 0 0 0,0 1 0 0 0,0-1 0 0 0,0 0 0 0 0,1 0 0 0 0,-3 3 0 0 0,-1 7-1116 0 0</inkml:trace>
</inkml:ink>
</file>

<file path=ppt/ink/ink18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2:48.668"/>
    </inkml:context>
    <inkml:brush xml:id="br0">
      <inkml:brushProperty name="width" value="0.1" units="cm"/>
      <inkml:brushProperty name="height" value="0.1" units="cm"/>
      <inkml:brushProperty name="color" value="#008C3A"/>
    </inkml:brush>
  </inkml:definitions>
  <inkml:trace contextRef="#ctx0" brushRef="#br0">1 31 10594 0 0,'1'-3'329'0'0,"0"1"1"0"0,0-1-1 0 0,0 1 0 0 0,1 0 0 0 0,-1 0 1 0 0,1 0-1 0 0,-1 0 0 0 0,1 0 0 0 0,0 0 0 0 0,0 0 1 0 0,0 0-1 0 0,3-2 0 0 0,-4 4-221 0 0,-1 0-1 0 0,0 0 1 0 0,1 0-1 0 0,-1 0 1 0 0,0 0-1 0 0,1 0 1 0 0,-1 0-1 0 0,0 0 1 0 0,1 0-1 0 0,-1 0 1 0 0,1 0-1 0 0,-1 0 1 0 0,0 0-1 0 0,1 0 1 0 0,-1 0-1 0 0,0 0 1 0 0,1 1 0 0 0,-1-1-1 0 0,0 0 1 0 0,0 0-1 0 0,1 0 1 0 0,-1 1-1 0 0,0-1 1 0 0,1 0-1 0 0,-1 0 1 0 0,0 1-1 0 0,0-1 1 0 0,0 0-1 0 0,1 0 1 0 0,-1 1-1 0 0,0-1 1 0 0,6 23 1113 0 0,10 68 171 0 0,-14-82-1514 0 0,0-1 0 0 0,1 1 0 0 0,0-1-1 0 0,1 0 1 0 0,-1 0 0 0 0,2 0 0 0 0,-1-1-1 0 0,9 11 1 0 0,-13-17-33 0 0,1 0 0 0 0,-1-1-1 0 0,1 1 1 0 0,-1-1 0 0 0,1 1-1 0 0,-1-1 1 0 0,1 1 0 0 0,-1-1-1 0 0,1 1 1 0 0,-1-1 0 0 0,1 0-1 0 0,-1 1 1 0 0,1-1 0 0 0,0 0-1 0 0,-1 0 1 0 0,1 1 0 0 0,0-1-1 0 0,-1 0 1 0 0,1 0 0 0 0,0 0-1 0 0,-1 0 1 0 0,1 0 0 0 0,0 0-1 0 0,-1 0 1 0 0,1 0 0 0 0,0 0-1 0 0,0 0 1 0 0,-1 0 0 0 0,1 0-1 0 0,0 0 1 0 0,0-1 0 0 0</inkml:trace>
</inkml:ink>
</file>

<file path=ppt/ink/ink18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2:48.825"/>
    </inkml:context>
    <inkml:brush xml:id="br0">
      <inkml:brushProperty name="width" value="0.1" units="cm"/>
      <inkml:brushProperty name="height" value="0.1" units="cm"/>
      <inkml:brushProperty name="color" value="#008C3A"/>
    </inkml:brush>
  </inkml:definitions>
  <inkml:trace contextRef="#ctx0" brushRef="#br0">66 117 9218 0 0,'-9'-23'188'0'0,"5"13"527"0"0,1 1 0 0 0,-1 0 0 0 0,-1-1 0 0 0,0 1 0 0 0,0 1 0 0 0,-1-1 0 0 0,0 1 0 0 0,-12-13 0 0 0,21 31-378 0 0,12 15-4263 0 0,-9-20 2785 0 0,-1 0 1 0 0,1 0-1 0 0,0-1 0 0 0,1 0 1 0 0,-1 0-1 0 0,14 6 1 0 0,-2-3 945 0 0</inkml:trace>
</inkml:ink>
</file>

<file path=ppt/ink/ink18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2:49.156"/>
    </inkml:context>
    <inkml:brush xml:id="br0">
      <inkml:brushProperty name="width" value="0.1" units="cm"/>
      <inkml:brushProperty name="height" value="0.1" units="cm"/>
      <inkml:brushProperty name="color" value="#008C3A"/>
    </inkml:brush>
  </inkml:definitions>
  <inkml:trace contextRef="#ctx0" brushRef="#br0">79 1 920 0 0,'-2'1'261'0'0,"-1"1"1"0"0,1-1-1 0 0,0 1 0 0 0,-1 0 0 0 0,1 0 0 0 0,0 0 0 0 0,0 0 0 0 0,0 0 1 0 0,0 0-1 0 0,1 1 0 0 0,-1-1 0 0 0,1 1 0 0 0,-1-1 0 0 0,-1 5 0 0 0,-18 47 1646 0 0,15-37-1651 0 0,1-7-119 0 0,2 1-1 0 0,-1-1 1 0 0,1 1-1 0 0,1 0 1 0 0,-2 14-1 0 0,4-23-110 0 0,0 1 1 0 0,0 0-1 0 0,0-1 0 0 0,0 1 0 0 0,1 0 1 0 0,-1-1-1 0 0,1 1 0 0 0,-1-1 0 0 0,1 1 1 0 0,0 0-1 0 0,0-1 0 0 0,0 0 0 0 0,1 1 1 0 0,-1-1-1 0 0,0 0 0 0 0,1 1 0 0 0,0-1 0 0 0,-1 0 1 0 0,1 0-1 0 0,0 0 0 0 0,0 0 0 0 0,0-1 1 0 0,0 1-1 0 0,0-1 0 0 0,1 1 0 0 0,-1-1 1 0 0,3 2-1 0 0,4 0 97 0 0,0 0-1 0 0,0-1 1 0 0,0 0 0 0 0,14 2 0 0 0,-17-4-27 0 0,1 1 1 0 0,-1 0 0 0 0,0 0 0 0 0,1 0-1 0 0,-1 1 1 0 0,0 0 0 0 0,0 0 0 0 0,0 1 0 0 0,0 0-1 0 0,-1 0 1 0 0,7 4 0 0 0,-11-6-60 0 0,0 0 1 0 0,0 0-1 0 0,0 0 1 0 0,-1 0-1 0 0,1 0 1 0 0,0 0-1 0 0,0 1 1 0 0,-1-1-1 0 0,1 0 1 0 0,-1 1-1 0 0,1-1 1 0 0,-1 0-1 0 0,1 1 1 0 0,-1-1-1 0 0,0 0 1 0 0,0 1-1 0 0,0-1 1 0 0,0 0-1 0 0,0 1 1 0 0,0-1-1 0 0,0 3 1 0 0,-1 0 106 0 0,0 0 1 0 0,0 0 0 0 0,-1-1 0 0 0,1 1 0 0 0,-1 0-1 0 0,0-1 1 0 0,-3 6 0 0 0,-4 3 277 0 0,-1 0 0 0 0,0 0 0 0 0,-11 9 0 0 0,-51 35-1527 0 0,61-47-3564 0 0</inkml:trace>
</inkml:ink>
</file>

<file path=ppt/ink/ink18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2:49.521"/>
    </inkml:context>
    <inkml:brush xml:id="br0">
      <inkml:brushProperty name="width" value="0.1" units="cm"/>
      <inkml:brushProperty name="height" value="0.1" units="cm"/>
      <inkml:brushProperty name="color" value="#008C3A"/>
    </inkml:brush>
  </inkml:definitions>
  <inkml:trace contextRef="#ctx0" brushRef="#br0">1 317 1376 0 0,'21'-8'-88'0'0,"59"-25"3585"0"0,-72 30-2725 0 0,0-1 0 0 0,0-1 0 0 0,-1 1-1 0 0,0-1 1 0 0,0-1 0 0 0,0 1 0 0 0,8-10 0 0 0,-11 10-474 0 0,-1-1 1 0 0,0 1 0 0 0,0-1 0 0 0,0 0 0 0 0,-1 0 0 0 0,0 0-1 0 0,0 0 1 0 0,0-1 0 0 0,-1 1 0 0 0,0 0 0 0 0,0-1-1 0 0,0-7 1 0 0,-1-1-32 0 0,0 1 0 0 0,-1 0 0 0 0,0 0 0 0 0,-6-21 0 0 0,6 31-204 0 0,0 1 0 0 0,0 0 0 0 0,0 0 0 0 0,-1 1-1 0 0,1-1 1 0 0,-1 0 0 0 0,0 0 0 0 0,0 1 0 0 0,0-1 0 0 0,0 1-1 0 0,0-1 1 0 0,0 1 0 0 0,-1 0 0 0 0,1 0 0 0 0,-1 0-1 0 0,0 0 1 0 0,1 1 0 0 0,-5-3 0 0 0,6 4-4 0 0,0-1 0 0 0,0 1 0 0 0,0 0 0 0 0,0 0 0 0 0,0-1 0 0 0,0 1 0 0 0,0 0 0 0 0,0 0 0 0 0,0 0 0 0 0,0 0 0 0 0,0 0 0 0 0,0 0 0 0 0,0 0 0 0 0,0 1 1 0 0,0-1-1 0 0,0 0 0 0 0,0 0 0 0 0,0 1 0 0 0,1-1 0 0 0,-1 1 0 0 0,0-1 0 0 0,-1 2 0 0 0,0-1-18 0 0,1 0 1 0 0,0 1-1 0 0,0-1 1 0 0,0 1-1 0 0,0 0 1 0 0,0-1-1 0 0,0 1 1 0 0,1 0-1 0 0,-1-1 1 0 0,0 1-1 0 0,1 0 1 0 0,-1 0-1 0 0,1 0 1 0 0,0 0-1 0 0,0 0 1 0 0,0 3-1 0 0,-1 13 164 0 0,1-1 1 0 0,1 1-1 0 0,1 0 0 0 0,1-1 1 0 0,0 1-1 0 0,1-1 0 0 0,1 0 1 0 0,0 0-1 0 0,10 20 0 0 0,-12-32-267 0 0,0 1 0 0 0,-1 0 0 0 0,2-1 0 0 0,-1 0 0 0 0,1 0 1 0 0,-1 0-1 0 0,2 0 0 0 0,-1-1 0 0 0,0 1 0 0 0,1-1 0 0 0,0 0 0 0 0,0-1 0 0 0,0 1 0 0 0,0-1 0 0 0,0 0 0 0 0,1 0 0 0 0,0 0 0 0 0,-1-1 0 0 0,1 0 0 0 0,0 0 0 0 0,0-1 0 0 0,0 1 0 0 0,1-1 1 0 0,-1-1-1 0 0,0 1 0 0 0,0-1 0 0 0,0 0 0 0 0,1 0 0 0 0,7-2 0 0 0,6-3-2083 0 0,1-1-4315 0 0</inkml:trace>
</inkml:ink>
</file>

<file path=ppt/ink/ink18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2:53.628"/>
    </inkml:context>
    <inkml:brush xml:id="br0">
      <inkml:brushProperty name="width" value="0.1" units="cm"/>
      <inkml:brushProperty name="height" value="0.1" units="cm"/>
      <inkml:brushProperty name="color" value="#008C3A"/>
    </inkml:brush>
  </inkml:definitions>
  <inkml:trace contextRef="#ctx0" brushRef="#br0">251 2891 9218 0 0,'0'19'4807'0'0,"1"-25"-2453"0"0,2-3-1848 0 0,-2 3-187 0 0,0 0 1 0 0,-1 0-1 0 0,1 0 0 0 0,-1-1 1 0 0,0 1-1 0 0,-1 0 0 0 0,0 0 1 0 0,0 0-1 0 0,-3-12 1 0 0,-4-32 1342 0 0,4-74-1412 0 0,-23-143 0 0 0,-39-122 553 0 0,26 165-610 0 0,11 44-193 0 0,-10-341 0 0 0,40 421-8 0 0,1 19-21 0 0,-11-103-1 0 0,-3 133-38 0 0,8 41 54 0 0,2 0-1 0 0,-1-1 0 0 0,1 1 1 0 0,-1-16-1 0 0,1 7-6 0 0,1 16 17 0 0,0 0 0 0 0,1 0-1 0 0,-1 0 1 0 0,1 0 0 0 0,0 0-1 0 0,0 0 1 0 0,0 0 0 0 0,0 1-1 0 0,1-4 1 0 0,0 3 1 0 0,1 1-1 0 0,-1 0 1 0 0,1 0 0 0 0,-1 0-1 0 0,1 0 1 0 0,0 1 0 0 0,0-1 0 0 0,0 0-1 0 0,0 1 1 0 0,0-1 0 0 0,0 1-1 0 0,0 0 1 0 0,0-1 0 0 0,4 0 0 0 0,39-14-75 0 0,-25 9 61 0 0,78-25-59 0 0,2 4-1 0 0,0 4 1 0 0,129-12-1 0 0,69-23-255 0 0,-204 37 338 0 0,82-5 43 0 0,-65 11 112 0 0,-133 7-8798 0 0,16 7 7879 0 0,-1 1 0 0 0,1-1-1 0 0,0 0 1 0 0,-8-4 0 0 0,-8-13 2291 0 0,-34-35 0 0 0,37 34 100 0 0,0 2 0 0 0,-33-26 0 0 0,24 21-715 0 0,25 20-776 0 0,0-1 0 0 0,-1 1 1 0 0,0 0-1 0 0,0 0 1 0 0,0 0-1 0 0,0 0 1 0 0,0 1-1 0 0,0-1 0 0 0,-1 1 1 0 0,1 0-1 0 0,-1 0 1 0 0,0 1-1 0 0,1 0 1 0 0,-1-1-1 0 0,-6 1 1 0 0,8 2 12 0 0,10 5 14 0 0,123 67-43 0 0,-72-43-96 0 0,25 7 28 0 0,-57-27-15 0 0,-1 2 1 0 0,27 15-1 0 0,-51-26-26 0 0,0 0 1 0 0,0-1-1 0 0,0 1 1 0 0,0 0 0 0 0,0 0-1 0 0,0 0 1 0 0,-1 0-1 0 0,1 0 1 0 0,0 0 0 0 0,-1 0-1 0 0,1 0 1 0 0,0 0 0 0 0,-1 0-1 0 0,1 0 1 0 0,-1 0-1 0 0,0 0 1 0 0,1 0 0 0 0,-1 1-1 0 0,0-1 1 0 0,0 0-1 0 0,1 0 1 0 0,-1 2 0 0 0,-1 1 8 0 0,1-1 1 0 0,-1 0 0 0 0,1 1 0 0 0,-1-1 0 0 0,0 0 0 0 0,0 0 0 0 0,0 0 0 0 0,-3 5-1 0 0,-4 6 40 0 0,-1 0 0 0 0,-18 22 0 0 0,19-27-42 0 0,-24 32 47 0 0,-33 57 0 0 0,34-34-6619 0 0</inkml:trace>
</inkml:ink>
</file>

<file path=ppt/ink/ink18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2:55.385"/>
    </inkml:context>
    <inkml:brush xml:id="br0">
      <inkml:brushProperty name="width" value="0.1" units="cm"/>
      <inkml:brushProperty name="height" value="0.1" units="cm"/>
      <inkml:brushProperty name="color" value="#008C3A"/>
    </inkml:brush>
  </inkml:definitions>
  <inkml:trace contextRef="#ctx0" brushRef="#br0">1 131 6449 0 0,'0'0'499'0'0,"16"22"3099"0"0,15 31-2503 0 0,-25-39-703 0 0,1-1 0 0 0,1 0 1 0 0,0 0-1 0 0,0-1 0 0 0,2 0 0 0 0,-1 0 1 0 0,1-1-1 0 0,22 17 0 0 0,-32-28-389 0 0,0 1-1 0 0,1-1 1 0 0,-1 0-1 0 0,0 0 1 0 0,1 0 0 0 0,-1 1-1 0 0,0-1 1 0 0,1 0-1 0 0,-1 0 1 0 0,1 0-1 0 0,-1 0 1 0 0,0 0-1 0 0,1 0 1 0 0,-1 0 0 0 0,1 0-1 0 0,-1 0 1 0 0,0 0-1 0 0,1 0 1 0 0,-1 0-1 0 0,1 0 1 0 0,-1 0-1 0 0,0 0 1 0 0,1 0-1 0 0,-1 0 1 0 0,0 0 0 0 0,1-1-1 0 0,-1 1 1 0 0,1 0-1 0 0,-1 0 1 0 0,0-1-1 0 0,1 1 1 0 0,8-15 187 0 0,-2-23 186 0 0,-7 35-350 0 0,7-46 385 0 0,9-60 522 0 0,-13 96-726 0 0,1 1 0 0 0,0-1-1 0 0,0 1 1 0 0,1 0 0 0 0,1 0-1 0 0,8-13 1 0 0,-13 23-172 0 0,-1 1-1 0 0,0 0 1 0 0,1 0-1 0 0,0 0 1 0 0,-1 0-1 0 0,1 0 1 0 0,0 0 0 0 0,0 0-1 0 0,-1 0 1 0 0,1 0-1 0 0,0 0 1 0 0,0 0-1 0 0,0 0 1 0 0,0 1-1 0 0,0-1 1 0 0,0 0 0 0 0,1 1-1 0 0,-1-1 1 0 0,0 1-1 0 0,0-1 1 0 0,0 1-1 0 0,0-1 1 0 0,1 1 0 0 0,-1 0-1 0 0,0 0 1 0 0,0-1-1 0 0,1 1 1 0 0,-1 0-1 0 0,0 0 1 0 0,1 1 0 0 0,-1-1-1 0 0,0 0 1 0 0,0 0-1 0 0,1 0 1 0 0,-1 1-1 0 0,0-1 1 0 0,0 1 0 0 0,0-1-1 0 0,0 1 1 0 0,1-1-1 0 0,-1 1 1 0 0,0 0-1 0 0,0 0 1 0 0,0-1-1 0 0,0 1 1 0 0,0 0 0 0 0,-1 0-1 0 0,1 0 1 0 0,0 0-1 0 0,0 0 1 0 0,0 2-1 0 0,7 7 111 0 0,-1 1-1 0 0,-1 1 1 0 0,0-1-1 0 0,6 15 1 0 0,-5-9-166 0 0,0-2-138 0 0,2-1-1 0 0,0 1 0 0 0,1-1 1 0 0,0 0-1 0 0,13 12 0 0 0,-10-13-2060 0 0,1 0 0 0 0,19 14-1 0 0</inkml:trace>
</inkml:ink>
</file>

<file path=ppt/ink/ink18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2:55.724"/>
    </inkml:context>
    <inkml:brush xml:id="br0">
      <inkml:brushProperty name="width" value="0.1" units="cm"/>
      <inkml:brushProperty name="height" value="0.1" units="cm"/>
      <inkml:brushProperty name="color" value="#008C3A"/>
    </inkml:brush>
  </inkml:definitions>
  <inkml:trace contextRef="#ctx0" brushRef="#br0">45 30 3681 0 0,'-1'0'345'0'0,"-1"0"1"0"0,0 0-1 0 0,1 0 1 0 0,-1 0-1 0 0,1 0 0 0 0,-1 1 1 0 0,0-1-1 0 0,1 1 1 0 0,-1-1-1 0 0,1 1 1 0 0,-1-1-1 0 0,1 1 0 0 0,-1 0 1 0 0,1-1-1 0 0,-1 1 1 0 0,1 0-1 0 0,0 0 1 0 0,0 0-1 0 0,-1 0 0 0 0,1 1 1 0 0,0-1-1 0 0,0 0 1 0 0,-1 2-1 0 0,0 1 55 0 0,1 0 0 0 0,-1 0 0 0 0,1 0 0 0 0,0 0 0 0 0,0 0 0 0 0,0 0 0 0 0,1 0 0 0 0,-1 8 0 0 0,1-2-248 0 0,1 0-1 0 0,0 0 0 0 0,0 0 0 0 0,1 0 0 0 0,0 0 0 0 0,1-1 1 0 0,0 1-1 0 0,0 0 0 0 0,1-1 0 0 0,0 0 0 0 0,7 10 1 0 0,-9-16-159 0 0,0 1 1 0 0,0-1 0 0 0,0 0 0 0 0,0 0 0 0 0,1 0 0 0 0,0 0 0 0 0,-1-1 0 0 0,1 1-1 0 0,0-1 1 0 0,0 0 0 0 0,0 0 0 0 0,1 0 0 0 0,-1 0 0 0 0,0 0 0 0 0,1-1 0 0 0,0 1 0 0 0,-1-1-1 0 0,1 0 1 0 0,0 0 0 0 0,-1 0 0 0 0,1-1 0 0 0,0 1 0 0 0,0-1 0 0 0,-1 0 0 0 0,1 0-1 0 0,0 0 1 0 0,0-1 0 0 0,0 1 0 0 0,-1-1 0 0 0,1 0 0 0 0,0 0 0 0 0,5-2 0 0 0,-4 0 54 0 0,0 1 1 0 0,0-1-1 0 0,0 0 1 0 0,-1 0-1 0 0,1-1 1 0 0,-1 1 0 0 0,0-1-1 0 0,0 0 1 0 0,0 0-1 0 0,0-1 1 0 0,-1 1-1 0 0,1-1 1 0 0,-1 0-1 0 0,0 1 1 0 0,-1-1-1 0 0,1-1 1 0 0,-1 1 0 0 0,0 0-1 0 0,0-1 1 0 0,-1 1-1 0 0,0-1 1 0 0,0 1-1 0 0,0-1 1 0 0,0 1-1 0 0,-1-1 1 0 0,-1-10-1 0 0,1 11-69 0 0,0-1-1 0 0,-1 0 0 0 0,0 1 0 0 0,0-1 0 0 0,0 1 1 0 0,-1-1-1 0 0,0 1 0 0 0,0-1 0 0 0,0 1 0 0 0,-1 0 0 0 0,0 0 1 0 0,0 0-1 0 0,0 1 0 0 0,0-1 0 0 0,-1 1 0 0 0,0-1 0 0 0,1 1 1 0 0,-2 0-1 0 0,1 1 0 0 0,0-1 0 0 0,-1 1 0 0 0,0 0 0 0 0,0 0 1 0 0,0 0-1 0 0,0 1 0 0 0,-8-4 0 0 0,1 4-947 0 0,0 2-252 0 0</inkml:trace>
</inkml:ink>
</file>

<file path=ppt/ink/ink18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2:57.541"/>
    </inkml:context>
    <inkml:brush xml:id="br0">
      <inkml:brushProperty name="width" value="0.1" units="cm"/>
      <inkml:brushProperty name="height" value="0.1" units="cm"/>
      <inkml:brushProperty name="color" value="#008C3A"/>
    </inkml:brush>
  </inkml:definitions>
  <inkml:trace contextRef="#ctx0" brushRef="#br0">1 17 4609 0 0,'0'-1'129'0'0,"0"1"0"0"0,-1-1 1 0 0,1 1-1 0 0,0-1 0 0 0,0 1 0 0 0,0-1 1 0 0,0 1-1 0 0,0-1 0 0 0,0 1 0 0 0,0-1 0 0 0,0 1 1 0 0,0-1-1 0 0,0 1 0 0 0,0-1 0 0 0,1 1 0 0 0,-1-1 1 0 0,0 1-1 0 0,0-1 0 0 0,0 1 0 0 0,1-1 1 0 0,-1 1-1 0 0,0-1 0 0 0,0 1 0 0 0,1-1 0 0 0,-1 1 1 0 0,1 0-1 0 0,-1-1 0 0 0,0 1 0 0 0,1 0 1 0 0,-1-1-1 0 0,1 1 0 0 0,-1 0 0 0 0,0-1 0 0 0,1 1 1 0 0,-1 0-1 0 0,1 0 0 0 0,-1 0 0 0 0,1-1 0 0 0,-1 1 1 0 0,1 0-1 0 0,-1 0 0 0 0,1 0 0 0 0,-1 0 1 0 0,1 0-1 0 0,0 0 0 0 0,-1 0 0 0 0,1 0 0 0 0,-1 0 1 0 0,1 0-1 0 0,-1 0 0 0 0,1 1 0 0 0,-1-1 1 0 0,1 0-1 0 0,-1 0 0 0 0,1 0 0 0 0,-1 1 0 0 0,1-1 1 0 0,-1 0-1 0 0,0 0 0 0 0,1 1 0 0 0,-1-1 0 0 0,1 0 1 0 0,0 2-1 0 0,2 0 270 0 0,0 0 1 0 0,-1 0-1 0 0,1 1 0 0 0,0-1 1 0 0,-1 1-1 0 0,1 0 1 0 0,2 5-1 0 0,3 10-492 0 0,-2 1 0 0 0,0-1 0 0 0,-1 2 0 0 0,4 30 0 0 0,0-5-1993 0 0,-3-15-2899 0 0</inkml:trace>
</inkml:ink>
</file>

<file path=ppt/ink/ink18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2:57.745"/>
    </inkml:context>
    <inkml:brush xml:id="br0">
      <inkml:brushProperty name="width" value="0.1" units="cm"/>
      <inkml:brushProperty name="height" value="0.1" units="cm"/>
      <inkml:brushProperty name="color" value="#008C3A"/>
    </inkml:brush>
  </inkml:definitions>
  <inkml:trace contextRef="#ctx0" brushRef="#br0">17 26 456 0 0,'-2'-3'350'0'0,"-13"-19"7212"0"0,36 30-8288 0 0,6 0 739 0 0,-12-6 54 0 0</inkml:trace>
</inkml:ink>
</file>

<file path=ppt/ink/ink18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2:58.284"/>
    </inkml:context>
    <inkml:brush xml:id="br0">
      <inkml:brushProperty name="width" value="0.1" units="cm"/>
      <inkml:brushProperty name="height" value="0.1" units="cm"/>
      <inkml:brushProperty name="color" value="#008C3A"/>
    </inkml:brush>
  </inkml:definitions>
  <inkml:trace contextRef="#ctx0" brushRef="#br0">149 39 6105 0 0,'0'0'44'0'0,"0"0"0"0"0,1 0 0 0 0,-1 0 0 0 0,0 0 0 0 0,0-1 0 0 0,0 1 0 0 0,0 0 0 0 0,0 0 0 0 0,0 0 0 0 0,0 0 0 0 0,0-1 0 0 0,0 1 0 0 0,0 0 0 0 0,0 0 0 0 0,0 0 0 0 0,0-1 0 0 0,0 1 0 0 0,0 0 0 0 0,0 0 0 0 0,0 0 0 0 0,0 0 1 0 0,0-1-1 0 0,0 1 0 0 0,0 0 0 0 0,0 0 0 0 0,0 0 0 0 0,0 0 0 0 0,0-1 0 0 0,0 1 0 0 0,0 0 0 0 0,0 0 0 0 0,0 0 0 0 0,-1 0 0 0 0,1-1 0 0 0,0 1 0 0 0,0 0 0 0 0,0 0 0 0 0,0 0 0 0 0,0 0 0 0 0,-1 0 0 0 0,1 0 0 0 0,0 0 0 0 0,0-1 0 0 0,0 1 0 0 0,0 0 0 0 0,-1 0 0 0 0,1 0 0 0 0,0 0 0 0 0,0 0 0 0 0,0 0 0 0 0,0 0 0 0 0,-1 0 0 0 0,1 0 0 0 0,0 0 0 0 0,0 0 0 0 0,0 0 0 0 0,-1 0 0 0 0,1 0 0 0 0,0 0 0 0 0,0 0 0 0 0,-1 0 0 0 0,-17 9 1766 0 0,-19 17 221 0 0,28-17-1812 0 0,0 0 0 0 0,1 0 0 0 0,0 1 0 0 0,1 1 0 0 0,0-1 0 0 0,0 1 1 0 0,1 0-1 0 0,1 0 0 0 0,0 1 0 0 0,0 0 0 0 0,1 0 0 0 0,-3 18 0 0 0,6-28-219 0 0,1 0 1 0 0,0 1-1 0 0,0-1 0 0 0,0 1 0 0 0,0-1 0 0 0,0 0 0 0 0,0 1 1 0 0,0-1-1 0 0,1 0 0 0 0,0 1 0 0 0,-1-1 0 0 0,1 0 0 0 0,0 1 0 0 0,0-1 1 0 0,0 0-1 0 0,0 0 0 0 0,0 0 0 0 0,1 0 0 0 0,-1 0 0 0 0,1 0 1 0 0,-1 0-1 0 0,1-1 0 0 0,0 1 0 0 0,-1 0 0 0 0,1-1 0 0 0,0 0 1 0 0,0 1-1 0 0,0-1 0 0 0,0 0 0 0 0,3 1 0 0 0,7 3-32 0 0,0-1-1 0 0,1 0 1 0 0,-1-1 0 0 0,23 2-1 0 0,-24-3-12 0 0,-1-1-1 0 0,1 1 1 0 0,-1 1 0 0 0,12 4-1 0 0,-21-6 53 0 0,1-1 0 0 0,-1 1-1 0 0,1 0 1 0 0,-1 0-1 0 0,0-1 1 0 0,1 1 0 0 0,-1 0-1 0 0,0 0 1 0 0,0 0 0 0 0,0 0-1 0 0,0 0 1 0 0,1 1 0 0 0,-2-1-1 0 0,1 0 1 0 0,0 0-1 0 0,0 1 1 0 0,0-1 0 0 0,-1 1-1 0 0,1-1 1 0 0,0 1 0 0 0,-1-1-1 0 0,1 1 1 0 0,-1-1 0 0 0,0 1-1 0 0,1 1 1 0 0,-2 0 63 0 0,1 0 1 0 0,-1-1-1 0 0,0 1 0 0 0,1-1 1 0 0,-1 1-1 0 0,0-1 1 0 0,-1 1-1 0 0,1-1 1 0 0,0 0-1 0 0,-1 0 1 0 0,1 1-1 0 0,-1-1 0 0 0,-3 3 1 0 0,-3 3-58 0 0,0 0 1 0 0,-1-1 0 0 0,0 0-1 0 0,-1 0 1 0 0,-17 8 0 0 0,15-8-354 0 0,8-5 66 0 0,1 1-1 0 0,-1-1 0 0 0,0 0 0 0 0,0 0 1 0 0,0-1-1 0 0,0 1 0 0 0,0-1 1 0 0,0 0-1 0 0,0 0 0 0 0,0 0 1 0 0,0-1-1 0 0,-1 1 0 0 0,-6-1 1 0 0,11-1 193 0 0,-1 1 0 0 0,1-1 0 0 0,-1 0 0 0 0,1 1 0 0 0,0-1 0 0 0,-1 0 0 0 0,1 1 0 0 0,0-1 0 0 0,-1 0 0 0 0,1 0 0 0 0,0 0 0 0 0,0 1 0 0 0,0-1 0 0 0,0 0 0 0 0,0 0 0 0 0,-1 0 0 0 0,2 1 0 0 0,-1-1 0 0 0,0 0 1 0 0,0 0-1 0 0,0 0 0 0 0,0 1 0 0 0,0-1 0 0 0,1 0 0 0 0,-1 0 0 0 0,0 1 0 0 0,1-1 0 0 0,-1 0 0 0 0,0 0 0 0 0,1 1 0 0 0,-1-1 0 0 0,1 1 0 0 0,-1-1 0 0 0,2 0 0 0 0,17-26-485 0 0,20-20 473 0 0,7-5 1700 0 0,-2-2-1 0 0,-2-3 1 0 0,36-64 0 0 0,-75 114-1283 0 0,0 0 1 0 0,-1-1 0 0 0,1 1 0 0 0,-1 0 0 0 0,1-11-1 0 0,-3 16-230 0 0,1 1 0 0 0,-1-1 0 0 0,0 1 0 0 0,0-1 0 0 0,0 1 0 0 0,-1-1-1 0 0,1 1 1 0 0,0-1 0 0 0,0 1 0 0 0,-1-1 0 0 0,1 1 0 0 0,-1 0-1 0 0,1-1 1 0 0,-2-2 0 0 0,1 4-39 0 0,0-1 0 0 0,0 0-1 0 0,1 1 1 0 0,-1-1 0 0 0,0 1 0 0 0,0-1 0 0 0,0 1-1 0 0,0 0 1 0 0,0-1 0 0 0,0 1 0 0 0,1 0 0 0 0,-1 0-1 0 0,0-1 1 0 0,0 1 0 0 0,0 0 0 0 0,0 0-1 0 0,0 0 1 0 0,0 0 0 0 0,0 0 0 0 0,0 0 0 0 0,0 1-1 0 0,0-1 1 0 0,0 0 0 0 0,0 0 0 0 0,0 1-1 0 0,-1 0 1 0 0,-2 1-20 0 0,0 0 0 0 0,0 0-1 0 0,0 1 1 0 0,0-1 0 0 0,0 1-1 0 0,0 0 1 0 0,1 0 0 0 0,0 0-1 0 0,-1 1 1 0 0,1-1 0 0 0,0 1-1 0 0,1 0 1 0 0,-1 0 0 0 0,1 0-1 0 0,-1 0 1 0 0,1 0 0 0 0,-2 8-1 0 0,-1-1 42 0 0,1 2 0 0 0,1-1 0 0 0,0 0 0 0 0,0 0 0 0 0,0 18 0 0 0,3-23-122 0 0,-1 0 0 0 0,2-1-1 0 0,-1 1 1 0 0,1-1-1 0 0,0 1 1 0 0,0-1 0 0 0,1 0-1 0 0,-1 1 1 0 0,1-1-1 0 0,1 0 1 0 0,-1 0 0 0 0,1 0-1 0 0,1 0 1 0 0,-1-1-1 0 0,1 1 1 0 0,-1-1 0 0 0,2 0-1 0 0,-1 0 1 0 0,6 5-1 0 0,-5-6-128 0 0,1 1-1 0 0,0-1 1 0 0,1 0-1 0 0,-1-1 0 0 0,1 1 1 0 0,-1-1-1 0 0,1-1 1 0 0,0 1-1 0 0,0-1 1 0 0,1 0-1 0 0,-1-1 0 0 0,0 1 1 0 0,1-2-1 0 0,-1 1 1 0 0,0-1-1 0 0,13-1 1 0 0,5-1-6115 0 0</inkml:trace>
</inkml:ink>
</file>

<file path=ppt/ink/ink18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3:04.095"/>
    </inkml:context>
    <inkml:brush xml:id="br0">
      <inkml:brushProperty name="width" value="0.1" units="cm"/>
      <inkml:brushProperty name="height" value="0.1" units="cm"/>
      <inkml:brushProperty name="color" value="#008C3A"/>
    </inkml:brush>
  </inkml:definitions>
  <inkml:trace contextRef="#ctx0" brushRef="#br0">16 28 4609 0 0,'-16'-28'8041'0'0,"17"42"-6865"0"0,3 41-682 0 0,-4 84 0 0 0,-2-37-41 0 0,2-50-197 0 0,3 1 0 0 0,2-1 1 0 0,15 65-1 0 0,-14-94-74 0 0,0 0 1 0 0,2-1-1 0 0,1 0 0 0 0,0-1 1 0 0,2 0-1 0 0,0 0 1 0 0,1-1-1 0 0,2-1 0 0 0,26 31 1 0 0,-35-44-212 0 0,18 19 324 0 0,0-1 0 0 0,2-1-1 0 0,41 31 1 0 0,-57-49-473 0 0,-1 0 0 0 0,0 0 0 0 0,1-1 0 0 0,0 0-1 0 0,0-1 1 0 0,0 0 0 0 0,14 3 0 0 0,-18-6-218 0 0,1 1-1 0 0,0-1 1 0 0,-1 1-1 0 0,1-2 1 0 0,-1 1-1 0 0,1-1 1 0 0,-1 1-1 0 0,1-2 1 0 0,-1 1 0 0 0,1 0-1 0 0,-1-1 1 0 0,0 0-1 0 0,10-6 1 0 0,1-2-4229 0 0</inkml:trace>
</inkml:ink>
</file>

<file path=ppt/ink/ink18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3:04.353"/>
    </inkml:context>
    <inkml:brush xml:id="br0">
      <inkml:brushProperty name="width" value="0.1" units="cm"/>
      <inkml:brushProperty name="height" value="0.1" units="cm"/>
      <inkml:brushProperty name="color" value="#008C3A"/>
    </inkml:brush>
  </inkml:definitions>
  <inkml:trace contextRef="#ctx0" brushRef="#br0">68 0 6449 0 0,'-35'3'2853'0'0,"3"0"7977"0"0,36-1-11926 0 0</inkml:trace>
</inkml:ink>
</file>

<file path=ppt/ink/ink18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3:15.653"/>
    </inkml:context>
    <inkml:brush xml:id="br0">
      <inkml:brushProperty name="width" value="0.1" units="cm"/>
      <inkml:brushProperty name="height" value="0.1" units="cm"/>
      <inkml:brushProperty name="color" value="#008C3A"/>
    </inkml:brush>
  </inkml:definitions>
  <inkml:trace contextRef="#ctx0" brushRef="#br0">26 34 3225 0 0,'-26'-4'16387'0'0,"48"9"-16154"0"0,0-2-1 0 0,42 2 1 0 0,-39-4 92 0 0,0 1 0 0 0,40 8 0 0 0,294 56 268 0 0,-165-35-506 0 0,88 3 99 0 0,-113-17-100 0 0,358 10 351 0 0,-418-32-455 0 0,154-27 0 0 0,20-2 73 0 0,-44 7-55 0 0,-113 10 0 0 0,-2 6 16 0 0,73-11 351 0 0,-143 12-483 0 0,297-60 1034 0 0,-345 69-929 0 0,0 0-1 0 0,1 1 1 0 0,-1-1-1 0 0,1 1 0 0 0,-1 1 1 0 0,0-1-1 0 0,1 1 1 0 0,-1 0-1 0 0,0 1 0 0 0,1 0 1 0 0,-1 0-1 0 0,11 5 1 0 0,17 5-1868 0 0</inkml:trace>
</inkml:ink>
</file>

<file path=ppt/ink/ink18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3:22.653"/>
    </inkml:context>
    <inkml:brush xml:id="br0">
      <inkml:brushProperty name="width" value="0.1" units="cm"/>
      <inkml:brushProperty name="height" value="0.1" units="cm"/>
      <inkml:brushProperty name="color" value="#008C3A"/>
    </inkml:brush>
  </inkml:definitions>
  <inkml:trace contextRef="#ctx0" brushRef="#br0">7 47 1840 0 0,'-6'0'13161'0'0,"21"-30"-5754"0"0,-8 17-9571 0 0,-4 9 2053 0 0</inkml:trace>
</inkml:ink>
</file>

<file path=ppt/ink/ink18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3:22.854"/>
    </inkml:context>
    <inkml:brush xml:id="br0">
      <inkml:brushProperty name="width" value="0.1" units="cm"/>
      <inkml:brushProperty name="height" value="0.1" units="cm"/>
      <inkml:brushProperty name="color" value="#008C3A"/>
    </inkml:brush>
  </inkml:definitions>
  <inkml:trace contextRef="#ctx0" brushRef="#br0">1 176 3225 0 0,'2'2'7672'0'0,"8"-14"-5265"0"0,8-15-1369 0 0,10-20-833 0 0,9-26-5029 0 0,-31 55 4319 0 0</inkml:trace>
</inkml:ink>
</file>

<file path=ppt/ink/ink18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3:18.163"/>
    </inkml:context>
    <inkml:brush xml:id="br0">
      <inkml:brushProperty name="width" value="0.1" units="cm"/>
      <inkml:brushProperty name="height" value="0.1" units="cm"/>
      <inkml:brushProperty name="color" value="#008C3A"/>
    </inkml:brush>
  </inkml:definitions>
  <inkml:trace contextRef="#ctx0" brushRef="#br0">80 634 8754 0 0,'-11'-7'1924'0'0,"0"-1"0"0"0,-16-16 1 0 0,24 21-1564 0 0,0-1 0 0 0,0 1 0 0 0,0 0 0 0 0,1-1 0 0 0,-1 0 0 0 0,1 1 0 0 0,0-1 1 0 0,0 0-1 0 0,0 0 0 0 0,0 0 0 0 0,-1-8 0 0 0,3 12-324 0 0,-1-1 0 0 0,1 1 1 0 0,0-1-1 0 0,0 1 0 0 0,0 0 0 0 0,0-1 1 0 0,0 1-1 0 0,0-1 0 0 0,0 1 0 0 0,0 0 1 0 0,0-1-1 0 0,0 1 0 0 0,1-1 0 0 0,-1 1 0 0 0,0 0 1 0 0,0-1-1 0 0,0 1 0 0 0,0-1 0 0 0,1 1 1 0 0,-1 0-1 0 0,0-1 0 0 0,0 1 0 0 0,0 0 0 0 0,1-1 1 0 0,-1 1-1 0 0,0 0 0 0 0,1 0 0 0 0,-1-1 1 0 0,0 1-1 0 0,1 0 0 0 0,-1 0 0 0 0,0-1 0 0 0,1 1 1 0 0,-1 0-1 0 0,1 0 0 0 0,0 0 0 0 0,19 2 610 0 0,17 14-273 0 0,2 8-187 0 0,63 52 0 0 0,-72-51-218 0 0,1-1 1 0 0,1-2-1 0 0,42 22 1 0 0,-50-33-3 0 0,7 5-8 0 0,45 15 0 0 0,-69-28 40 0 0,1-1-1 0 0,0 0 1 0 0,0 0 0 0 0,0-1-1 0 0,0 0 1 0 0,0 0-1 0 0,0-1 1 0 0,1 0-1 0 0,-1 0 1 0 0,0-1-1 0 0,12-2 1 0 0,-18 2 32 0 0,0 0 0 0 0,0 0 0 0 0,-1 0 1 0 0,1 0-1 0 0,0 0 0 0 0,-1 0 0 0 0,1 0 0 0 0,-1-1 0 0 0,1 1 1 0 0,-1-1-1 0 0,1 1 0 0 0,-1-1 0 0 0,0 1 0 0 0,0-1 0 0 0,0 0 1 0 0,0 1-1 0 0,0-1 0 0 0,0 0 0 0 0,0 0 0 0 0,-1 0 0 0 0,1 0 1 0 0,0 0-1 0 0,-1 0 0 0 0,0 0 0 0 0,1 0 0 0 0,-1 0 0 0 0,0 0 1 0 0,0 0-1 0 0,0 0 0 0 0,-1 0 0 0 0,1-2 0 0 0,-2-9 150 0 0,0-1 0 0 0,-1 1 1 0 0,-7-20-1 0 0,7 20-68 0 0,-26-72 455 0 0,-45-92 0 0 0,-8-24-590 0 0,72 177-234 0 0,2-1 1 0 0,1 0-1 0 0,1 0 1 0 0,1-1-1 0 0,1 0 1 0 0,-1-30-1 0 0,7 36-605 0 0</inkml:trace>
</inkml:ink>
</file>

<file path=ppt/ink/ink18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3:18.734"/>
    </inkml:context>
    <inkml:brush xml:id="br0">
      <inkml:brushProperty name="width" value="0.1" units="cm"/>
      <inkml:brushProperty name="height" value="0.1" units="cm"/>
      <inkml:brushProperty name="color" value="#008C3A"/>
    </inkml:brush>
  </inkml:definitions>
  <inkml:trace contextRef="#ctx0" brushRef="#br0">0 181 10138 0 0,'14'8'7032'0'0,"51"34"-4790"0"0,-43-21-1956 0 0,22 28-1 0 0,-25-28-58 0 0,34 32-1 0 0,-52-58-343 0 0,-7-15-156 0 0,-11-27-265 0 0,15 41 497 0 0,-14-38-28 0 0,-10-47 0 0 0,23 77 244 0 0,0 1 1 0 0,1 0-1 0 0,1-1 0 0 0,0 1 1 0 0,0-1-1 0 0,2 0 0 0 0,0 1 1 0 0,3-19-1 0 0,-4 31-134 0 0,1 0-1 0 0,-1 0 0 0 0,0 0 1 0 0,0 0-1 0 0,1 0 1 0 0,-1 0-1 0 0,0 0 1 0 0,1 0-1 0 0,-1 0 0 0 0,1 0 1 0 0,-1 0-1 0 0,1 0 1 0 0,0 0-1 0 0,-1 0 1 0 0,1 1-1 0 0,0-1 0 0 0,-1 0 1 0 0,1 0-1 0 0,0 1 1 0 0,0-1-1 0 0,0 1 1 0 0,0-1-1 0 0,0 0 0 0 0,0 1 1 0 0,1-1-1 0 0,0 1-7 0 0,0 0 0 0 0,-1 0-1 0 0,1 0 1 0 0,-1 1 0 0 0,1-1-1 0 0,-1 0 1 0 0,1 1 0 0 0,-1-1-1 0 0,1 1 1 0 0,-1 0 0 0 0,1-1-1 0 0,-1 1 1 0 0,0 0 0 0 0,1 0-1 0 0,1 1 1 0 0,6 6 38 0 0,0 1 1 0 0,-1 0-1 0 0,12 14 0 0 0,-17-19-40 0 0,14 17-28 0 0,0-1 0 0 0,2-1 0 0 0,27 22 0 0 0,-33-31-758 0 0,0-1-1 0 0,0-1 1 0 0,29 13 0 0 0,-20-12-6422 0 0</inkml:trace>
</inkml:ink>
</file>

<file path=ppt/ink/ink18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3:19.052"/>
    </inkml:context>
    <inkml:brush xml:id="br0">
      <inkml:brushProperty name="width" value="0.1" units="cm"/>
      <inkml:brushProperty name="height" value="0.1" units="cm"/>
      <inkml:brushProperty name="color" value="#008C3A"/>
    </inkml:brush>
  </inkml:definitions>
  <inkml:trace contextRef="#ctx0" brushRef="#br0">52 110 10594 0 0,'-3'-5'313'0'0,"0"1"0"0"0,0-1 0 0 0,-1 1 0 0 0,1 0 0 0 0,-7-5 0 0 0,10 9-226 0 0,-1-1 0 0 0,1 1 0 0 0,-1 0 0 0 0,0-1 1 0 0,1 1-1 0 0,-1-1 0 0 0,1 1 0 0 0,-1 0 0 0 0,0 0 0 0 0,1-1 0 0 0,-1 1 0 0 0,0 0 1 0 0,1 0-1 0 0,-1 0 0 0 0,0 0 0 0 0,1 0 0 0 0,-1 0 0 0 0,0 0 0 0 0,1 0 0 0 0,-1 0 1 0 0,0 0-1 0 0,0 1 63 0 0,0-1 0 0 0,0 1 0 0 0,0 0 0 0 0,1-1 0 0 0,-1 1 0 0 0,0 0 0 0 0,1 0 1 0 0,-1-1-1 0 0,1 1 0 0 0,-1 0 0 0 0,1 0 0 0 0,-1 0 0 0 0,1 0 0 0 0,0 0 0 0 0,-1 0 1 0 0,1 0-1 0 0,0 0 0 0 0,0 0 0 0 0,0-1 0 0 0,-1 3 0 0 0,1 4 131 0 0,-1 1 0 0 0,1-1-1 0 0,1 1 1 0 0,-1-1 0 0 0,1 1 0 0 0,0-1-1 0 0,1 0 1 0 0,0 1 0 0 0,0-1 0 0 0,6 12-1 0 0,-2-4-174 0 0,1-1-1 0 0,1 0 1 0 0,1 0-1 0 0,10 12 1 0 0,-15-21-109 0 0,0 0 0 0 0,1 0 0 0 0,0-1 0 0 0,-1 1 1 0 0,2-1-1 0 0,-1 0 0 0 0,0-1 0 0 0,1 1 0 0 0,0-1 1 0 0,0-1-1 0 0,0 1 0 0 0,0-1 0 0 0,11 3 1 0 0,-15-4-28 0 0,1-1 0 0 0,0 0 0 0 0,-1 1 0 0 0,1-1 0 0 0,0-1 1 0 0,-1 1-1 0 0,1 0 0 0 0,0 0 0 0 0,-1-1 0 0 0,1 0 1 0 0,-1 1-1 0 0,1-1 0 0 0,-1 0 0 0 0,1 0 0 0 0,-1-1 1 0 0,0 1-1 0 0,1 0 0 0 0,-1-1 0 0 0,0 1 0 0 0,0-1 0 0 0,0 0 1 0 0,0 0-1 0 0,0 0 0 0 0,-1 0 0 0 0,1 0 0 0 0,0 0 1 0 0,-1 0-1 0 0,0 0 0 0 0,1-1 0 0 0,-1 1 0 0 0,0-1 1 0 0,0 1-1 0 0,0-1 0 0 0,-1 1 0 0 0,2-5 0 0 0,0-3 64 0 0,-1-1 0 0 0,1 1 1 0 0,-2 0-1 0 0,1-1 0 0 0,-2 1 0 0 0,1-1 0 0 0,-1 1 0 0 0,-1 0 0 0 0,0 0 0 0 0,0-1 0 0 0,-1 1 1 0 0,-4-10-1 0 0,3 9-32 0 0,-1 1-1 0 0,0-1 1 0 0,-1 1 0 0 0,1 0 0 0 0,-2 0 0 0 0,0 1 0 0 0,0 0 0 0 0,0 0 0 0 0,-1 1 0 0 0,-16-13-1 0 0,23 20-103 0 0,0 0-1 0 0,0 0 0 0 0,0 0 0 0 0,0 0 0 0 0,0 0 0 0 0,-1 1 0 0 0,1-1 0 0 0,0 0 1 0 0,0 1-1 0 0,-1-1 0 0 0,1 1 0 0 0,0 0 0 0 0,-1-1 0 0 0,1 1 0 0 0,0 0 1 0 0,-1 0-1 0 0,1 0 0 0 0,-1 0 0 0 0,1 0 0 0 0,0 0 0 0 0,-1 0 0 0 0,-1 1 1 0 0,-3 3-1325 0 0</inkml:trace>
</inkml:ink>
</file>

<file path=ppt/ink/ink18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3:19.321"/>
    </inkml:context>
    <inkml:brush xml:id="br0">
      <inkml:brushProperty name="width" value="0.1" units="cm"/>
      <inkml:brushProperty name="height" value="0.1" units="cm"/>
      <inkml:brushProperty name="color" value="#008C3A"/>
    </inkml:brush>
  </inkml:definitions>
  <inkml:trace contextRef="#ctx0" brushRef="#br0">4 10 11522 0 0,'-4'-9'3147'0'0,"13"12"-832"0"0,11 13-71 0 0,29 41 430 0 0,-29-32-3565 0 0,44 41 0 0 0</inkml:trace>
</inkml:ink>
</file>

<file path=ppt/ink/ink18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3:19.495"/>
    </inkml:context>
    <inkml:brush xml:id="br0">
      <inkml:brushProperty name="width" value="0.1" units="cm"/>
      <inkml:brushProperty name="height" value="0.1" units="cm"/>
      <inkml:brushProperty name="color" value="#008C3A"/>
    </inkml:brush>
  </inkml:definitions>
  <inkml:trace contextRef="#ctx0" brushRef="#br0">29 1 12443 0 0,'-2'0'178'0'0,"1"0"1"0"0,0 0 0 0 0,0 0-1 0 0,-1 0 1 0 0,1 0-1 0 0,0 0 1 0 0,-1 0 0 0 0,1 0-1 0 0,0 1 1 0 0,-1-1 0 0 0,1 1-1 0 0,0-1 1 0 0,0 1 0 0 0,0-1-1 0 0,-1 1 1 0 0,1 0 0 0 0,0-1-1 0 0,0 1 1 0 0,-2 2-1 0 0,3-2-208 0 0,0 0-1 0 0,-1 0 0 0 0,1 0 0 0 0,0 0 0 0 0,0 1 1 0 0,0-1-1 0 0,0 0 0 0 0,0 0 0 0 0,0 0 1 0 0,0 1-1 0 0,0-1 0 0 0,0 0 0 0 0,0 0 0 0 0,1 0 1 0 0,-1 0-1 0 0,0 1 0 0 0,1-1 0 0 0,-1 0 1 0 0,1 0-1 0 0,0 0 0 0 0,-1 0 0 0 0,1 0 0 0 0,1 1 1 0 0,1 3-853 0 0,1 0 1 0 0,0 0 0 0 0,0-1 0 0 0,0 1 0 0 0,6 4-1 0 0,1 0 294 0 0</inkml:trace>
</inkml:ink>
</file>

<file path=ppt/ink/ink18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3:19.780"/>
    </inkml:context>
    <inkml:brush xml:id="br0">
      <inkml:brushProperty name="width" value="0.1" units="cm"/>
      <inkml:brushProperty name="height" value="0.1" units="cm"/>
      <inkml:brushProperty name="color" value="#008C3A"/>
    </inkml:brush>
  </inkml:definitions>
  <inkml:trace contextRef="#ctx0" brushRef="#br0">107 1 5529 0 0,'-8'1'682'0'0,"0"1"-1"0"0,0 0 1 0 0,-1 1-1 0 0,1 0 1 0 0,1 0 0 0 0,-1 1-1 0 0,0 0 1 0 0,1 1-1 0 0,-8 5 1 0 0,14-9-544 0 0,-1 0 1 0 0,0 0 0 0 0,1 1-1 0 0,-1-1 1 0 0,1 1 0 0 0,0-1-1 0 0,-1 1 1 0 0,1 0 0 0 0,0-1-1 0 0,0 1 1 0 0,0 0 0 0 0,0 0-1 0 0,0 0 1 0 0,1 0-1 0 0,-1 0 1 0 0,0-1 0 0 0,1 1-1 0 0,0 1 1 0 0,-1-1 0 0 0,1 0-1 0 0,0 0 1 0 0,0 0 0 0 0,0 0-1 0 0,0 0 1 0 0,0 0 0 0 0,1 0-1 0 0,-1 0 1 0 0,1 0 0 0 0,-1 0-1 0 0,1 0 1 0 0,0 0-1 0 0,0-1 1 0 0,0 1 0 0 0,0 0-1 0 0,0 0 1 0 0,0-1 0 0 0,0 1-1 0 0,0 0 1 0 0,1-1 0 0 0,-1 1-1 0 0,1-1 1 0 0,2 3 0 0 0,2 0-120 0 0,-1 1 1 0 0,1-1-1 0 0,0 0 1 0 0,0-1-1 0 0,1 0 1 0 0,-1 0 0 0 0,1 0-1 0 0,-1 0 1 0 0,1-1-1 0 0,0 0 1 0 0,0-1 0 0 0,0 1-1 0 0,10-1 1 0 0,40 12-249 0 0,-54-12 216 0 0,0 1 0 0 0,0-1-1 0 0,0 1 1 0 0,0 0 0 0 0,0 0 0 0 0,0 0 0 0 0,-1 0-1 0 0,1 1 1 0 0,-1-1 0 0 0,1 1 0 0 0,-1-1 0 0 0,0 1-1 0 0,0 0 1 0 0,0 0 0 0 0,0 0 0 0 0,-1 0 0 0 0,1 0-1 0 0,-1 0 1 0 0,0 0 0 0 0,0 1 0 0 0,0-1 0 0 0,0 0-1 0 0,-1 1 1 0 0,1 3 0 0 0,1 10-111 0 0,-2-1-1 0 0,0 1 1 0 0,-3 29 0 0 0,1-29-207 0 0,0 7-355 0 0</inkml:trace>
</inkml:ink>
</file>

<file path=ppt/ink/ink18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3:20.081"/>
    </inkml:context>
    <inkml:brush xml:id="br0">
      <inkml:brushProperty name="width" value="0.1" units="cm"/>
      <inkml:brushProperty name="height" value="0.1" units="cm"/>
      <inkml:brushProperty name="color" value="#008C3A"/>
    </inkml:brush>
  </inkml:definitions>
  <inkml:trace contextRef="#ctx0" brushRef="#br0">66 361 2761 0 0,'4'-9'439'0'0,"10"-16"1643"0"0,-2-1 1 0 0,-1 0 0 0 0,12-44 0 0 0,-21 61-1864 0 0,0 0 1 0 0,-1 0-1 0 0,0 1 0 0 0,-1-1 1 0 0,0 0-1 0 0,0 0 1 0 0,-1 0-1 0 0,0 0 1 0 0,-1 0-1 0 0,0 0 1 0 0,0 0-1 0 0,0 1 1 0 0,-1-1-1 0 0,-1 1 0 0 0,-7-13 1 0 0,9 17-278 0 0,-1-1 1 0 0,0 1-1 0 0,0 0 1 0 0,0 0-1 0 0,-1 1 1 0 0,1-1-1 0 0,-1 1 1 0 0,0-1-1 0 0,0 1 1 0 0,0 1-1 0 0,-1-1 1 0 0,-5-3-1 0 0,8 6 76 0 0,1-1-1 0 0,-1 1 0 0 0,1-1 1 0 0,0 1-1 0 0,-1 0 0 0 0,1-1 1 0 0,-1 1-1 0 0,1 0 0 0 0,-1 0 0 0 0,1 0 1 0 0,-1 0-1 0 0,1 1 0 0 0,-1-1 1 0 0,1 0-1 0 0,-1 1 0 0 0,1-1 1 0 0,-1 0-1 0 0,-1 2 0 0 0,1-1 108 0 0,1 1-1 0 0,-1-1 1 0 0,0 1-1 0 0,1-1 1 0 0,-1 1 0 0 0,1 0-1 0 0,-1 0 1 0 0,1-1-1 0 0,0 1 1 0 0,0 0-1 0 0,0 0 1 0 0,0 0 0 0 0,0 0-1 0 0,0 1 1 0 0,1-1-1 0 0,-1 2 1 0 0,-1 2 39 0 0,1 1 1 0 0,1-1-1 0 0,-1 0 1 0 0,1 0-1 0 0,0 1 1 0 0,0-1-1 0 0,1 0 0 0 0,-1 0 1 0 0,1 0-1 0 0,1 1 1 0 0,-1-1-1 0 0,1 0 1 0 0,0 0-1 0 0,1-1 0 0 0,-1 1 1 0 0,1 0-1 0 0,1-1 1 0 0,-1 0-1 0 0,0 0 1 0 0,1 0-1 0 0,8 8 0 0 0,-6-6-358 0 0,1-1 1 0 0,0 0-1 0 0,0 0 0 0 0,0 0 0 0 0,1-1 0 0 0,0 0 0 0 0,0-1 0 0 0,1 0 0 0 0,-1 0 0 0 0,1-1 0 0 0,0 0 0 0 0,0 0 0 0 0,0-1 0 0 0,10 1 0 0 0,2-1-6149 0 0</inkml:trace>
</inkml:ink>
</file>

<file path=ppt/ink/ink18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3:20.254"/>
    </inkml:context>
    <inkml:brush xml:id="br0">
      <inkml:brushProperty name="width" value="0.1" units="cm"/>
      <inkml:brushProperty name="height" value="0.1" units="cm"/>
      <inkml:brushProperty name="color" value="#008C3A"/>
    </inkml:brush>
  </inkml:definitions>
  <inkml:trace contextRef="#ctx0" brushRef="#br0">0 0 6913 0 0,'6'6'4475'0'0,"5"15"-2176"0"0,-8-8-1383 0 0,0 0-1 0 0,0 0 1 0 0,-1 1 0 0 0,0 20-1 0 0,-6 56-1547 0 0,2-61-612 0 0,1 0 0 0 0,3 40 1 0 0,1-49 1208 0 0</inkml:trace>
</inkml:ink>
</file>

<file path=ppt/ink/ink18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3:20.682"/>
    </inkml:context>
    <inkml:brush xml:id="br0">
      <inkml:brushProperty name="width" value="0.1" units="cm"/>
      <inkml:brushProperty name="height" value="0.1" units="cm"/>
      <inkml:brushProperty name="color" value="#008C3A"/>
    </inkml:brush>
  </inkml:definitions>
  <inkml:trace contextRef="#ctx0" brushRef="#br0">88 3 5985 0 0,'-21'-1'2926'0'0,"18"0"-2003"0"0,0 1-1 0 0,-1 0 1 0 0,1 0-1 0 0,0 0 1 0 0,-1 0-1 0 0,1 1 1 0 0,0-1-1 0 0,-5 2 1 0 0,6-1-757 0 0,0 0 0 0 0,1 0 0 0 0,-1 0 0 0 0,1 0 0 0 0,-1 1 1 0 0,1-1-1 0 0,0 0 0 0 0,0 1 0 0 0,-1-1 0 0 0,1 1 0 0 0,0-1 0 0 0,0 1 0 0 0,0 0 1 0 0,1-1-1 0 0,-1 1 0 0 0,0 0 0 0 0,1 0 0 0 0,-1 0 0 0 0,0 2 0 0 0,-1 6-87 0 0,-1-1 0 0 0,2 1 0 0 0,-1 0 0 0 0,1 0 0 0 0,1 0 0 0 0,0 0-1 0 0,0 0 1 0 0,1 0 0 0 0,0-1 0 0 0,1 1 0 0 0,3 10 0 0 0,-4-15-100 0 0,1-1 1 0 0,0 0 0 0 0,0 1 0 0 0,0-1-1 0 0,0 0 1 0 0,1 0 0 0 0,-1 0-1 0 0,1 0 1 0 0,0-1 0 0 0,1 1 0 0 0,-1-1-1 0 0,0 0 1 0 0,1 0 0 0 0,0 0-1 0 0,0 0 1 0 0,-1-1 0 0 0,2 1-1 0 0,-1-1 1 0 0,0 0 0 0 0,0 0 0 0 0,1-1-1 0 0,-1 1 1 0 0,1-1 0 0 0,-1 0-1 0 0,6 1 1 0 0,49 0-653 0 0,-47-2 396 0 0,0 0 0 0 0,-1 0 1 0 0,1 1-1 0 0,0 1 0 0 0,19 5 1 0 0,-28-6 234 0 0,1 1 0 0 0,-1-1 0 0 0,0 1 1 0 0,1 0-1 0 0,-1 0 0 0 0,0 0 1 0 0,0 1-1 0 0,-1-1 0 0 0,1 1 1 0 0,0-1-1 0 0,-1 1 0 0 0,0 0 0 0 0,1 0 1 0 0,-1 0-1 0 0,0 0 0 0 0,-1 0 1 0 0,1 1-1 0 0,0-1 0 0 0,-1 1 1 0 0,0-1-1 0 0,0 1 0 0 0,1 5 0 0 0,-1-1-112 0 0,0-1-1 0 0,-1 1 1 0 0,0 0-1 0 0,0-1 1 0 0,-1 1-1 0 0,0-1 1 0 0,0 1-1 0 0,-1-1 1 0 0,1 0-1 0 0,-2 1 1 0 0,1-1-1 0 0,-1 0 1 0 0,-7 11-1 0 0</inkml:trace>
</inkml:ink>
</file>

<file path=ppt/ink/ink18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3:21.302"/>
    </inkml:context>
    <inkml:brush xml:id="br0">
      <inkml:brushProperty name="width" value="0.1" units="cm"/>
      <inkml:brushProperty name="height" value="0.1" units="cm"/>
      <inkml:brushProperty name="color" value="#008C3A"/>
    </inkml:brush>
  </inkml:definitions>
  <inkml:trace contextRef="#ctx0" brushRef="#br0">126 74 5529 0 0,'-5'-2'398'0'0,"-1"0"0"0"0,1 0-1 0 0,0-1 1 0 0,0 1 0 0 0,0-1 0 0 0,0-1-1 0 0,0 1 1 0 0,0-1 0 0 0,-7-7-1 0 0,7 6 388 0 0,1 1 0 0 0,-2 0-1 0 0,1 0 1 0 0,0 0-1 0 0,-1 0 1 0 0,0 1-1 0 0,0 0 1 0 0,-6-2 0 0 0,-1 4 3221 0 0,20 10-1679 0 0,3 4-2487 0 0,134 190 664 0 0,-142-201-507 0 0,6 10-32 0 0,0 0 0 0 0,2 0 0 0 0,-1-1 0 0 0,1 0 0 0 0,1 0 0 0 0,20 15 0 0 0,-30-26 28 0 0,-1 0-1 0 0,0 0 1 0 0,0 0-1 0 0,0 0 1 0 0,0 0 0 0 0,0 0-1 0 0,0 0 1 0 0,1 0 0 0 0,-1 0-1 0 0,0 0 1 0 0,0 0-1 0 0,0 1 1 0 0,0-1 0 0 0,1 0-1 0 0,-1 0 1 0 0,0 0 0 0 0,0 0-1 0 0,0 0 1 0 0,0-1-1 0 0,0 1 1 0 0,1 0 0 0 0,-1 0-1 0 0,0 0 1 0 0,0 0 0 0 0,0 0-1 0 0,0 0 1 0 0,0 0-1 0 0,0 0 1 0 0,1 0 0 0 0,-1 0-1 0 0,0 0 1 0 0,0 0 0 0 0,0 0-1 0 0,0-1 1 0 0,0 1-1 0 0,0 0 1 0 0,0 0 0 0 0,1 0-1 0 0,-1 0 1 0 0,0 0 0 0 0,0 0-1 0 0,0-1 1 0 0,0 1 0 0 0,0 0-1 0 0,0 0 1 0 0,0 0-1 0 0,0 0 1 0 0,0 0 0 0 0,0-1-1 0 0,0 1 1 0 0,0 0 0 0 0,0 0-1 0 0,0 0 1 0 0,0 0-1 0 0,0 0 1 0 0,0-1 0 0 0,-1-15-191 0 0,-6-15 29 0 0,-14-54 157 0 0,19 76 72 0 0,1-1 1 0 0,0 0-1 0 0,0 0 1 0 0,1 0-1 0 0,1 1 0 0 0,2-20 1 0 0,-3 28-56 0 0,1 0 0 0 0,-1 0 0 0 0,0-1 0 0 0,0 1 0 0 0,1 0 0 0 0,-1-1 1 0 0,1 1-1 0 0,-1 0 0 0 0,1 0 0 0 0,0 0 0 0 0,-1-1 0 0 0,1 1 0 0 0,0 0 0 0 0,0 0 0 0 0,0 0 1 0 0,0 0-1 0 0,0 0 0 0 0,0 1 0 0 0,0-1 0 0 0,0 0 0 0 0,0 0 0 0 0,0 1 0 0 0,0-1 0 0 0,0 0 0 0 0,3 0 1 0 0,-2 1 7 0 0,0 0 0 0 0,1 0 0 0 0,-1 0 0 0 0,0 0 1 0 0,0 1-1 0 0,1-1 0 0 0,-1 1 0 0 0,0 0 0 0 0,0-1 1 0 0,0 1-1 0 0,0 0 0 0 0,0 0 0 0 0,0 0 0 0 0,2 2 0 0 0,7 5 48 0 0,0 1-1 0 0,0 0 0 0 0,15 17 0 0 0,-25-25-60 0 0,45 41-844 0 0,-25-25-5119 0 0,-4-5-1076 0 0</inkml:trace>
</inkml:ink>
</file>

<file path=ppt/ink/ink18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3:21.636"/>
    </inkml:context>
    <inkml:brush xml:id="br0">
      <inkml:brushProperty name="width" value="0.1" units="cm"/>
      <inkml:brushProperty name="height" value="0.1" units="cm"/>
      <inkml:brushProperty name="color" value="#008C3A"/>
    </inkml:brush>
  </inkml:definitions>
  <inkml:trace contextRef="#ctx0" brushRef="#br0">86 170 3225 0 0,'-1'-10'238'0'0,"0"0"0"0"0,-1 1 0 0 0,-1-1 1 0 0,0 1-1 0 0,-4-12 0 0 0,5 19 211 0 0,1-1 1 0 0,0 1-1 0 0,-1 0 0 0 0,0-1 0 0 0,0 1 0 0 0,1 0 1 0 0,-1 0-1 0 0,-1 0 0 0 0,1 0 0 0 0,0 0 0 0 0,0 1 1 0 0,-1-1-1 0 0,1 1 0 0 0,-1-1 0 0 0,1 1 0 0 0,-1 0 1 0 0,0 0-1 0 0,1 0 0 0 0,-1 0 0 0 0,0 1 0 0 0,0-1 1 0 0,-4 0-1 0 0,6 1-420 0 0,1 0 0 0 0,0 0 0 0 0,-1 0 0 0 0,1 0 0 0 0,-1 0 0 0 0,1 0 0 0 0,-1 0 0 0 0,1 1 0 0 0,-1-1 0 0 0,1 0 0 0 0,-1 0 0 0 0,1 0 0 0 0,-1 0 0 0 0,1 1 0 0 0,0-1 0 0 0,-1 0 0 0 0,1 0 0 0 0,-1 1 0 0 0,1-1 0 0 0,0 0-1 0 0,-1 1 1 0 0,1-1 0 0 0,0 0 0 0 0,-1 1 0 0 0,1-1 0 0 0,0 1 0 0 0,-1-1 0 0 0,1 0 0 0 0,0 1 0 0 0,0-1 0 0 0,0 1 0 0 0,0-1 0 0 0,-1 1 0 0 0,1-1 0 0 0,0 1 0 0 0,0-1 0 0 0,0 1 0 0 0,2 27 1606 0 0,17 25 495 0 0,-12-38-2235 0 0,0 0 0 0 0,1-1-1 0 0,1 0 1 0 0,0-1-1 0 0,15 16 1 0 0,-22-26 76 0 0,1 0-1 0 0,0 0 0 0 0,0 0 1 0 0,1 0-1 0 0,-1-1 1 0 0,1 0-1 0 0,-1 1 1 0 0,1-1-1 0 0,-1-1 1 0 0,1 1-1 0 0,0 0 1 0 0,0-1-1 0 0,0 0 0 0 0,0 0 1 0 0,0 0-1 0 0,0-1 1 0 0,0 1-1 0 0,1-1 1 0 0,-1 0-1 0 0,0 0 1 0 0,0 0-1 0 0,0-1 1 0 0,0 1-1 0 0,0-1 1 0 0,8-2-1 0 0,-9 2-8 0 0,-1 0-1 0 0,1 0 1 0 0,-1 0-1 0 0,1-1 1 0 0,-1 1 0 0 0,1-1-1 0 0,-1 1 1 0 0,0-1-1 0 0,1 0 1 0 0,-1 0 0 0 0,0 0-1 0 0,0 0 1 0 0,-1 0-1 0 0,1 0 1 0 0,0 0 0 0 0,-1-1-1 0 0,1 1 1 0 0,-1-1-1 0 0,0 1 1 0 0,2-4 0 0 0,-2 1 85 0 0,0 0 0 0 0,-1 0 0 0 0,1 0 0 0 0,-1 0 0 0 0,0 0 1 0 0,0 0-1 0 0,0 0 0 0 0,-1 1 0 0 0,0-1 0 0 0,-3-9 0 0 0,-2-3 335 0 0,0 0 1 0 0,-2 0-1 0 0,0 0 0 0 0,-1 1 0 0 0,-14-19 1 0 0,22 34-367 0 0,-33-41 786 0 0,33 41-874 0 0,-1-1 0 0 0,0 1 0 0 0,1-1 0 0 0,-1 1 1 0 0,0-1-1 0 0,1 1 0 0 0,-1 0 0 0 0,0 0 0 0 0,0 0 0 0 0,0 0 0 0 0,0 0 0 0 0,0 1 0 0 0,0-1 0 0 0,0 0 0 0 0,-1 1 0 0 0,1 0 0 0 0,0-1 0 0 0,0 1 0 0 0,0 0 0 0 0,0 0 0 0 0,-3 1 1 0 0,-2 1-1163 0 0</inkml:trace>
</inkml:ink>
</file>

<file path=ppt/ink/ink18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3:21.921"/>
    </inkml:context>
    <inkml:brush xml:id="br0">
      <inkml:brushProperty name="width" value="0.1" units="cm"/>
      <inkml:brushProperty name="height" value="0.1" units="cm"/>
      <inkml:brushProperty name="color" value="#008C3A"/>
    </inkml:brush>
  </inkml:definitions>
  <inkml:trace contextRef="#ctx0" brushRef="#br0">70 60 14283 0 0,'-29'-27'1913'0'0,"24"22"-1061"0"0,0-1 0 0 0,0 1 0 0 0,-1 0-1 0 0,-9-6 112 0 0,15 10-927 0 0,-1 1 1 0 0,1 0 0 0 0,0 0 0 0 0,0 0 0 0 0,0 0 0 0 0,0 0-1 0 0,0 0 1 0 0,0 0 0 0 0,0 0 0 0 0,0 0 0 0 0,-1 0 0 0 0,1 0 0 0 0,0 0-1 0 0,0 0 1 0 0,0 0 0 0 0,-2 1 700 0 0,2-1-700 0 0,0 0 0 0 0,0 0-1 0 0,0 1 1 0 0,0-1 0 0 0,0 0 0 0 0,0 0 0 0 0,0 0 0 0 0,0 0-1 0 0,0 0 1 0 0,0 0 0 0 0,0 0 0 0 0,0 0 0 0 0,0 1 0 0 0,0-1 0 0 0,0 0-1 0 0,0 0 1 0 0,0 0 0 0 0,0 0 0 0 0,0 0 0 0 0,0 0 0 0 0,0 1-1 0 0,2 11 459 0 0,7 12-471 0 0,-1-8 38 0 0,1 0 0 0 0,1-1 0 0 0,1 0 0 0 0,0-1 0 0 0,1 0-1 0 0,0-1 1 0 0,1 0 0 0 0,1-1 0 0 0,0 0 0 0 0,26 16 0 0 0,-20-15-262 0 0,1-2 0 0 0,0 0 0 0 0,24 7 0 0 0,-27-11-902 0 0,1-2 1 0 0,-1 0-1 0 0,36 4 1 0 0</inkml:trace>
</inkml:ink>
</file>

<file path=ppt/ink/ink18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3:22.110"/>
    </inkml:context>
    <inkml:brush xml:id="br0">
      <inkml:brushProperty name="width" value="0.1" units="cm"/>
      <inkml:brushProperty name="height" value="0.1" units="cm"/>
      <inkml:brushProperty name="color" value="#008C3A"/>
    </inkml:brush>
  </inkml:definitions>
  <inkml:trace contextRef="#ctx0" brushRef="#br0">10 272 13827 0 0,'-1'0'34'0'0,"1"1"0"0"0,0-1 0 0 0,-1 0 0 0 0,1 0 0 0 0,0 0 0 0 0,-1 0 0 0 0,1 0 0 0 0,0-1 0 0 0,-1 1 0 0 0,1 0 0 0 0,0 0 0 0 0,-1 0 0 0 0,1 0 1 0 0,0 0-1 0 0,-1 0 0 0 0,1 0 0 0 0,0-1 0 0 0,0 1 0 0 0,-1 0 0 0 0,1 0 0 0 0,0 0 0 0 0,-1-1 0 0 0,1 1 0 0 0,0 0 0 0 0,0 0 0 0 0,0-1 0 0 0,-1 1 0 0 0,1 0 0 0 0,0-1 0 0 0,0 1 0 0 0,0 0 0 0 0,0-1 0 0 0,0 1 0 0 0,-1 0 0 0 0,1 0 0 0 0,0-1 0 0 0,0 1 1 0 0,0-1-1 0 0,6-16 267 0 0,19-22-232 0 0,-20 33 348 0 0,20-32 866 0 0,38-49-316 0 0,-54 76-1643 0 0,0 1 0 0 0,1 0 0 0 0,0 1 0 0 0,0 0 0 0 0,20-12 0 0 0,-17 14 639 0 0</inkml:trace>
</inkml:ink>
</file>

<file path=ppt/ink/ink18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3:23.349"/>
    </inkml:context>
    <inkml:brush xml:id="br0">
      <inkml:brushProperty name="width" value="0.1" units="cm"/>
      <inkml:brushProperty name="height" value="0.1" units="cm"/>
      <inkml:brushProperty name="color" value="#008C3A"/>
    </inkml:brush>
  </inkml:definitions>
  <inkml:trace contextRef="#ctx0" brushRef="#br0">22 4 10594 0 0,'-2'-2'1089'0'0,"1"2"-871"0"0,1 0 0 0 0,-1 0 0 0 0,0-1 0 0 0,1 1-1 0 0,-1 0 1 0 0,1 0 0 0 0,-1 0 0 0 0,1-1 0 0 0,-1 1-1 0 0,0 0 1 0 0,1 0 0 0 0,-1 0 0 0 0,1 0 0 0 0,-1 0 0 0 0,0 0-1 0 0,1 0 1 0 0,-1 0 0 0 0,1 1 0 0 0,-1-1 0 0 0,0 0-1 0 0,1 0 1 0 0,-1 0 0 0 0,1 1 0 0 0,-3 0 871 0 0,2 0-871 0 0,1 1-51 0 0,-1-1 0 0 0,1 1 1 0 0,0-1-1 0 0,0 1 1 0 0,-1-1-1 0 0,1 1 0 0 0,0-1 1 0 0,1 1-1 0 0,-1 0 1 0 0,0-1-1 0 0,0 1 0 0 0,1-1 1 0 0,0 2-1 0 0,20 53-199 0 0,-20-53 346 0 0,74 139-17 0 0,-63-122-302 0 0,2 0 1 0 0,0-1-1 0 0,2-1 0 0 0,29 29 1 0 0,-40-42 14 0 0,1-1 1 0 0,-1 0-1 0 0,1 0 1 0 0,-1-1-1 0 0,1 0 1 0 0,0 0-1 0 0,0 0 1 0 0,1-1-1 0 0,-1 0 1 0 0,0 0-1 0 0,1 0 1 0 0,-1-1-1 0 0,1 0 1 0 0,0 0-1 0 0,-1-1 1 0 0,1 0-1 0 0,11-1 1 0 0,-14 0-58 0 0,1 0 1 0 0,0 0 0 0 0,0 0-1 0 0,-1-1 1 0 0,1 0-1 0 0,-1 0 1 0 0,0 0 0 0 0,1-1-1 0 0,-1 1 1 0 0,0-1-1 0 0,-1 0 1 0 0,1 0 0 0 0,0-1-1 0 0,-1 1 1 0 0,1-1-1 0 0,-1 1 1 0 0,0-1 0 0 0,-1 0-1 0 0,1 0 1 0 0,-1-1-1 0 0,1 1 1 0 0,-1 0-1 0 0,0-1 1 0 0,2-7 0 0 0,1-7-911 0 0,-1 0 0 0 0,-1 0 0 0 0,0 0 1 0 0,-1-35-1 0 0,-3 23-4731 0 0</inkml:trace>
</inkml:ink>
</file>

<file path=ppt/ink/ink18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3:23.555"/>
    </inkml:context>
    <inkml:brush xml:id="br0">
      <inkml:brushProperty name="width" value="0.1" units="cm"/>
      <inkml:brushProperty name="height" value="0.1" units="cm"/>
      <inkml:brushProperty name="color" value="#008C3A"/>
    </inkml:brush>
  </inkml:definitions>
  <inkml:trace contextRef="#ctx0" brushRef="#br0">49 1 13827 0 0,'-11'7'608'0'0,"4"-5"128"0"0,0 1-584 0 0,3 0-152 0 0,1-1 0 0 0,2 0 0 0 0,0 1 680 0 0,-2 1 113 0 0,-1 1 15 0 0,0 2 8 0 0,1 1-736 0 0,3-1-144 0 0,1 0-32 0 0,3-2-8 0 0,2 1-2097 0 0,2-4-415 0 0,3 0-81 0 0,-1-2-23 0 0</inkml:trace>
</inkml:ink>
</file>

<file path=ppt/ink/ink18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3:24.442"/>
    </inkml:context>
    <inkml:brush xml:id="br0">
      <inkml:brushProperty name="width" value="0.1" units="cm"/>
      <inkml:brushProperty name="height" value="0.1" units="cm"/>
      <inkml:brushProperty name="color" value="#008C3A"/>
    </inkml:brush>
  </inkml:definitions>
  <inkml:trace contextRef="#ctx0" brushRef="#br0">71 155 4145 0 0,'-71'-47'11024'0'0,"85"55"-10085"0"0,-2 0 1 0 0,1 0 0 0 0,-1 1-1 0 0,16 15 1 0 0,41 48 210 0 0,-52-53-1370 0 0,1 0 1 0 0,0-1 0 0 0,1 0 0 0 0,1-2 0 0 0,27 18 0 0 0,-46-34 148 0 0,0 1 0 0 0,1 0 1 0 0,-1 0-1 0 0,1 0 0 0 0,-1-1 0 0 0,1 1 1 0 0,-1-1-1 0 0,1 1 0 0 0,-1-1 1 0 0,1 0-1 0 0,-1 0 0 0 0,1 1 1 0 0,1-1-1 0 0,-2 0 38 0 0,-1-1 0 0 0,0 1 0 0 0,1 0 0 0 0,-1 0-1 0 0,0 0 1 0 0,1-1 0 0 0,-1 1 0 0 0,0 0 0 0 0,1 0 0 0 0,-1-1 0 0 0,0 1 0 0 0,1 0-1 0 0,-1 0 1 0 0,0-1 0 0 0,0 1 0 0 0,1 0 0 0 0,-1-1 0 0 0,0 1 0 0 0,0-1 0 0 0,0 1-1 0 0,1 0 1 0 0,-1-1 0 0 0,0 1 0 0 0,0-1 0 0 0,0 1 0 0 0,0 0 0 0 0,0-1 0 0 0,0 1-1 0 0,0-1 1 0 0,0 0 0 0 0,-1-5-152 0 0,0 0 1 0 0,0 0-1 0 0,0-1 0 0 0,-1 1 0 0 0,-2-6 0 0 0,0 0 365 0 0,-11-40 406 0 0,2-1 1 0 0,2 0 0 0 0,-3-64 0 0 0,13 116-564 0 0,1 0 0 0 0,0 0 0 0 0,0 0 0 0 0,0 0 0 0 0,0 0 0 0 0,0 0 1 0 0,0 0-1 0 0,0 0 0 0 0,0 0 0 0 0,0 0 0 0 0,0 0 0 0 0,0 0 0 0 0,1 0 0 0 0,-1 0 1 0 0,0 0-1 0 0,1 0 0 0 0,-1 0 0 0 0,1 1 0 0 0,-1-1 0 0 0,1 0 0 0 0,-1 0 0 0 0,1 0 1 0 0,-1 1-1 0 0,1-1 0 0 0,0 0 0 0 0,0 1 0 0 0,1-2 0 0 0,-1 2 43 0 0,0 0 0 0 0,1 0 1 0 0,-1 0-1 0 0,1 0 0 0 0,-1 0 0 0 0,0 0 0 0 0,1 0 0 0 0,-1 1 0 0 0,0-1 1 0 0,1 1-1 0 0,-1-1 0 0 0,0 1 0 0 0,1-1 0 0 0,-1 1 0 0 0,0 0 0 0 0,2 1 0 0 0,9 6 514 0 0,-1 1 0 0 0,17 18 0 0 0,-25-24-557 0 0,21 21-214 0 0,1 2-1232 0 0,0-1 1 0 0,2-2-1 0 0,42 29 1 0 0,-45-37-4788 0 0</inkml:trace>
</inkml:ink>
</file>

<file path=ppt/ink/ink18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3:24.760"/>
    </inkml:context>
    <inkml:brush xml:id="br0">
      <inkml:brushProperty name="width" value="0.1" units="cm"/>
      <inkml:brushProperty name="height" value="0.1" units="cm"/>
      <inkml:brushProperty name="color" value="#008C3A"/>
    </inkml:brush>
  </inkml:definitions>
  <inkml:trace contextRef="#ctx0" brushRef="#br0">95 141 7834 0 0,'-2'0'141'0'0,"1"-1"0"0"0,0 1 1 0 0,-1 0-1 0 0,1 0 0 0 0,-1 1 1 0 0,1-1-1 0 0,0 0 0 0 0,-1 0 1 0 0,1 1-1 0 0,-1-1 0 0 0,1 0 1 0 0,0 1-1 0 0,0-1 0 0 0,-1 1 1 0 0,1 0-1 0 0,0 0 0 0 0,0-1 1 0 0,0 1-1 0 0,0 0 1 0 0,-1 0-1 0 0,1 0 0 0 0,1 0 1 0 0,-1 0-1 0 0,0 0 0 0 0,0 0 1 0 0,0 0-1 0 0,0 1 0 0 0,1-1 1 0 0,-1 0-1 0 0,1 0 0 0 0,-1 1 1 0 0,1-1-1 0 0,-1 0 0 0 0,1 1 1 0 0,0-1-1 0 0,-1 1 0 0 0,1-1 1 0 0,0 0-1 0 0,0 1 0 0 0,0-1 1 0 0,0 1-1 0 0,1-1 0 0 0,-1 0 1 0 0,1 3-1 0 0,0 2 69 0 0,0-1-1 0 0,1 0 0 0 0,0 0 1 0 0,0 1-1 0 0,0-1 1 0 0,0-1-1 0 0,1 1 1 0 0,0 0-1 0 0,0 0 1 0 0,5 5-1 0 0,-1-4-56 0 0,0 0 0 0 0,0-1-1 0 0,0 1 1 0 0,0-1 0 0 0,1-1-1 0 0,0 0 1 0 0,0 0 0 0 0,0 0-1 0 0,17 4 1 0 0,-23-7-102 0 0,1-1-1 0 0,-1 1 1 0 0,0 0 0 0 0,1-1 0 0 0,-1 1-1 0 0,0-1 1 0 0,1 0 0 0 0,-1 0 0 0 0,0 0-1 0 0,1 0 1 0 0,-1 0 0 0 0,1-1 0 0 0,-1 1-1 0 0,0-1 1 0 0,1 1 0 0 0,-1-1 0 0 0,0 0-1 0 0,0 0 1 0 0,0 0 0 0 0,0 0 0 0 0,0 0-1 0 0,0-1 1 0 0,0 1 0 0 0,0-1 0 0 0,0 1-1 0 0,0-1 1 0 0,-1 0 0 0 0,1 1 0 0 0,0-1-1 0 0,-1 0 1 0 0,0 0 0 0 0,1 0 0 0 0,-1 0-1 0 0,0 0 1 0 0,0-1 0 0 0,0 1 0 0 0,-1 0-1 0 0,1 0 1 0 0,0-1 0 0 0,-1 1 0 0 0,1-4-1 0 0,-1 0 38 0 0,0-1 0 0 0,0 0 0 0 0,-1 0 0 0 0,1 1 0 0 0,-1-1-1 0 0,-1 0 1 0 0,0 1 0 0 0,0-1 0 0 0,0 1 0 0 0,0-1 0 0 0,-1 1-1 0 0,0 0 1 0 0,-1 0 0 0 0,1 1 0 0 0,-1-1 0 0 0,0 1 0 0 0,0-1-1 0 0,-7-4 1 0 0,-6-8-121 0 0,-1 0 0 0 0,-1 2 0 0 0,-32-22 0 0 0,47 35-70 0 0,-39-23-670 0 0,41 25 567 0 0,0 0 0 0 0,-1 0 0 0 0,1 1 0 0 0,0-1 0 0 0,0 0 0 0 0,0 1 0 0 0,-1 0 1 0 0,1-1-1 0 0,0 1 0 0 0,0 0 0 0 0,-1 0 0 0 0,1 0 0 0 0,0 0 0 0 0,0 1 0 0 0,-1-1 0 0 0,1 1 0 0 0,0-1 0 0 0,0 1 0 0 0,-3 1 0 0 0,-4 5-1249 0 0</inkml:trace>
</inkml:ink>
</file>

<file path=ppt/ink/ink18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3:24.981"/>
    </inkml:context>
    <inkml:brush xml:id="br0">
      <inkml:brushProperty name="width" value="0.1" units="cm"/>
      <inkml:brushProperty name="height" value="0.1" units="cm"/>
      <inkml:brushProperty name="color" value="#008C3A"/>
    </inkml:brush>
  </inkml:definitions>
  <inkml:trace contextRef="#ctx0" brushRef="#br0">4 0 14747 0 0,'-1'2'3475'0'0,"-2"14"-1085"0"0,4-8-2292 0 0,-1 0-1 0 0,1-1 0 0 0,1 1 0 0 0,-1-1 0 0 0,1 1 0 0 0,1-1 0 0 0,0 1 0 0 0,0-1 1 0 0,0 0-1 0 0,0-1 0 0 0,1 1 0 0 0,9 11 0 0 0,-8-12-518 0 0,0-1 0 0 0,0 0 0 0 0,1 0 0 0 0,-1 0-1 0 0,1-1 1 0 0,0 0 0 0 0,1 0 0 0 0,-1 0 0 0 0,9 3 0 0 0</inkml:trace>
</inkml:ink>
</file>

<file path=ppt/ink/ink18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3:25.158"/>
    </inkml:context>
    <inkml:brush xml:id="br0">
      <inkml:brushProperty name="width" value="0.1" units="cm"/>
      <inkml:brushProperty name="height" value="0.1" units="cm"/>
      <inkml:brushProperty name="color" value="#008C3A"/>
    </inkml:brush>
  </inkml:definitions>
  <inkml:trace contextRef="#ctx0" brushRef="#br0">44 1 10594 0 0,'-5'1'944'0'0,"1"1"-751"0"0,1-1-193 0 0,2 0 416 0 0,-2 1 40 0 0,-1 2 16 0 0,-3 0 0 0 0,-1 3-472 0 0,2 1 0 0 0,4-1-136 0 0,3 1 32 0 0,6 0 104 0 0,1 0-88 0 0,6 1 88 0 0</inkml:trace>
</inkml:ink>
</file>

<file path=ppt/ink/ink18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3:25.504"/>
    </inkml:context>
    <inkml:brush xml:id="br0">
      <inkml:brushProperty name="width" value="0.1" units="cm"/>
      <inkml:brushProperty name="height" value="0.1" units="cm"/>
      <inkml:brushProperty name="color" value="#008C3A"/>
    </inkml:brush>
  </inkml:definitions>
  <inkml:trace contextRef="#ctx0" brushRef="#br0">51 0 5529 0 0,'-2'0'411'0'0,"-1"0"-1"0"0,1 0 0 0 0,0 1 1 0 0,0-1-1 0 0,0 0 1 0 0,0 1-1 0 0,0-1 1 0 0,0 1-1 0 0,0 0 0 0 0,0 0 1 0 0,0-1-1 0 0,0 1 1 0 0,0 1-1 0 0,0-1 0 0 0,0 0 1 0 0,1 0-1 0 0,-1 1 1 0 0,-1 1-1 0 0,1-1-139 0 0,1 0 1 0 0,0 0-1 0 0,0 0 0 0 0,-1 0 0 0 0,2 0 1 0 0,-1 0-1 0 0,0 0 0 0 0,0 0 0 0 0,1 0 1 0 0,-1 1-1 0 0,1-1 0 0 0,-1 0 0 0 0,1 0 1 0 0,0 5-1 0 0,0-4-189 0 0,1 1 1 0 0,-1 0 0 0 0,1-1-1 0 0,-1 1 1 0 0,1-1-1 0 0,0 1 1 0 0,1-1-1 0 0,-1 0 1 0 0,1 1-1 0 0,-1-1 1 0 0,1 0 0 0 0,0 0-1 0 0,0 0 1 0 0,0 0-1 0 0,0 0 1 0 0,1-1-1 0 0,-1 1 1 0 0,1-1-1 0 0,0 1 1 0 0,0-1 0 0 0,5 3-1 0 0,2-1-77 0 0,1 0-1 0 0,0-1 0 0 0,0 0 1 0 0,18 2-1 0 0,-19-4-39 0 0,0 1-1 0 0,0 0 0 0 0,0 0 0 0 0,-1 1 1 0 0,1 1-1 0 0,9 4 0 0 0,-16-7 35 0 0,-1 1 0 0 0,1 0 1 0 0,-1 0-1 0 0,0 0 0 0 0,1 0 0 0 0,-1 1 1 0 0,0-1-1 0 0,0 1 0 0 0,0-1 0 0 0,-1 1 0 0 0,1 0 1 0 0,0-1-1 0 0,-1 1 0 0 0,0 0 0 0 0,0 0 1 0 0,0 0-1 0 0,0 0 0 0 0,0 0 0 0 0,-1 0 0 0 0,1 1 1 0 0,-1-1-1 0 0,0 0 0 0 0,0 6 0 0 0,-1 4-114 0 0,0 0 0 0 0,-1 1-1 0 0,-1-1 1 0 0,0 0-1 0 0,-1 0 1 0 0,0-1-1 0 0,-1 1 1 0 0,-10 19-1 0 0,5-13-6336 0 0</inkml:trace>
</inkml:ink>
</file>

<file path=ppt/ink/ink18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3:25.868"/>
    </inkml:context>
    <inkml:brush xml:id="br0">
      <inkml:brushProperty name="width" value="0.1" units="cm"/>
      <inkml:brushProperty name="height" value="0.1" units="cm"/>
      <inkml:brushProperty name="color" value="#008C3A"/>
    </inkml:brush>
  </inkml:definitions>
  <inkml:trace contextRef="#ctx0" brushRef="#br0">94 241 10594 0 0,'3'-25'5149'0'0,"-3"12"-3833"0"0,0 1-1 0 0,-3-25 1 0 0,1 24-1179 0 0,0 0 0 0 0,-1 0 0 0 0,-1 0 0 0 0,0 0 0 0 0,-1 1 0 0 0,0 0 0 0 0,-1 0 0 0 0,-1 0 0 0 0,-9-13 0 0 0,16 24-130 0 0,-1 0 0 0 0,1 0 0 0 0,-1 0 0 0 0,0 0-1 0 0,1 0 1 0 0,-1 0 0 0 0,0 0 0 0 0,0 1-1 0 0,0-1 1 0 0,1 0 0 0 0,-1 1 0 0 0,0-1-1 0 0,0 0 1 0 0,0 1 0 0 0,0-1 0 0 0,0 1-1 0 0,0-1 1 0 0,-1 1 0 0 0,1 0 0 0 0,0-1-1 0 0,0 1 1 0 0,0 0 0 0 0,-1 0 0 0 0,1 0 7 0 0,0 1 0 0 0,0-1 0 0 0,0 1 0 0 0,0-1 0 0 0,1 1 0 0 0,-1 0 0 0 0,0-1 0 0 0,1 1 0 0 0,-1 0 0 0 0,0-1 0 0 0,1 1 0 0 0,-1 0 0 0 0,1 0 0 0 0,-1 0 0 0 0,1 0 0 0 0,-1-1 0 0 0,1 1 0 0 0,0 0 0 0 0,0 0 0 0 0,-1 2 0 0 0,0 2 37 0 0,-1 1 0 0 0,2 0 0 0 0,-1-1 0 0 0,1 1 0 0 0,-1 0 0 0 0,2 0 0 0 0,0 10 0 0 0,1-11-122 0 0,-1 0 0 0 0,1-1 0 0 0,0 1 1 0 0,0 0-1 0 0,0-1 0 0 0,0 0 0 0 0,1 1 1 0 0,0-1-1 0 0,0 0 0 0 0,0 0 1 0 0,0-1-1 0 0,1 1 0 0 0,-1-1 0 0 0,1 1 1 0 0,0-1-1 0 0,0 0 0 0 0,0 0 0 0 0,1-1 1 0 0,-1 0-1 0 0,1 1 0 0 0,-1-1 0 0 0,1-1 1 0 0,0 1-1 0 0,0-1 0 0 0,-1 0 0 0 0,10 2 1 0 0,4-2-277 0 0,1 0 0 0 0,-1-1 0 0 0,0-1 0 0 0,0 0 0 0 0,0-1 0 0 0,20-6 0 0 0,-19 4-691 0 0</inkml:trace>
</inkml:ink>
</file>

<file path=ppt/ink/ink18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3:26.191"/>
    </inkml:context>
    <inkml:brush xml:id="br0">
      <inkml:brushProperty name="width" value="0.1" units="cm"/>
      <inkml:brushProperty name="height" value="0.1" units="cm"/>
      <inkml:brushProperty name="color" value="#008C3A"/>
    </inkml:brush>
  </inkml:definitions>
  <inkml:trace contextRef="#ctx0" brushRef="#br0">28 0 4145 0 0,'-7'9'19724'0'0,"4"-6"-19685"0"0,1 1 0 0 0,0-1 0 0 0,0 1 0 0 0,0 0 0 0 0,0 0-1 0 0,0 0 1 0 0,1 0 0 0 0,0 0 0 0 0,0 0 0 0 0,0 0 0 0 0,0 1 0 0 0,1-1 0 0 0,0 0 0 0 0,0 5-1 0 0,2 30-1235 0 0,5-3-5076 0 0,-2-19-1027 0 0</inkml:trace>
</inkml:ink>
</file>

<file path=ppt/ink/ink18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3:26.757"/>
    </inkml:context>
    <inkml:brush xml:id="br0">
      <inkml:brushProperty name="width" value="0.1" units="cm"/>
      <inkml:brushProperty name="height" value="0.1" units="cm"/>
      <inkml:brushProperty name="color" value="#008C3A"/>
    </inkml:brush>
  </inkml:definitions>
  <inkml:trace contextRef="#ctx0" brushRef="#br0">0 1 5065 0 0,'0'0'390'0'0,"5"31"2347"0"0,-5 4-2283 0 0,-1-16 451 0 0,1 0 0 0 0,1 0 0 0 0,0 0 0 0 0,7 31 0 0 0,-6-44-744 0 0,0 0-1 0 0,0-1 0 0 0,0 1 1 0 0,1-1-1 0 0,0 0 1 0 0,0 1-1 0 0,0-1 0 0 0,1 0 1 0 0,0-1-1 0 0,0 1 1 0 0,0-1-1 0 0,0 0 1 0 0,1 0-1 0 0,-1 0 0 0 0,1 0 1 0 0,0-1-1 0 0,0 0 1 0 0,1 0-1 0 0,6 3 1 0 0,-5-3-241 0 0,0-1 0 0 0,0 0 0 0 0,0 0 0 0 0,1-1 0 0 0,-1 0 0 0 0,1 0 0 0 0,-1-1 0 0 0,13 0 0 0 0,22 1-234 0 0,-39-1 294 0 0,-1 1 1 0 0,1 0-1 0 0,-1-1 0 0 0,1 1 1 0 0,-1 0-1 0 0,1 0 0 0 0,-1 0 1 0 0,0 1-1 0 0,1-1 0 0 0,-1 1 0 0 0,0-1 1 0 0,0 1-1 0 0,0 0 0 0 0,0-1 1 0 0,0 1-1 0 0,0 0 0 0 0,-1 1 1 0 0,1-1-1 0 0,-1 0 0 0 0,1 0 1 0 0,-1 1-1 0 0,0-1 0 0 0,0 0 1 0 0,0 1-1 0 0,0-1 0 0 0,0 1 1 0 0,-1 0-1 0 0,1-1 0 0 0,-1 1 1 0 0,0-1-1 0 0,1 4 0 0 0,-1 4-371 0 0,1 0-1 0 0,-2 0 0 0 0,1 1 1 0 0,-1-1-1 0 0,-1 0 0 0 0,-5 19 1 0 0,2-14-534 0 0</inkml:trace>
</inkml:ink>
</file>

<file path=ppt/ink/ink18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3:27.312"/>
    </inkml:context>
    <inkml:brush xml:id="br0">
      <inkml:brushProperty name="width" value="0.1" units="cm"/>
      <inkml:brushProperty name="height" value="0.1" units="cm"/>
      <inkml:brushProperty name="color" value="#008C3A"/>
    </inkml:brush>
  </inkml:definitions>
  <inkml:trace contextRef="#ctx0" brushRef="#br0">33 106 7370 0 0,'-3'0'1035'0'0,"0"-1"0"0"0,0 1 0 0 0,0-1 1 0 0,-18-8 7798 0 0,35 22-7530 0 0,25 24-905 0 0,-22-19-802 0 0,2-1 0 0 0,0 0 0 0 0,1-1 0 0 0,42 25 1 0 0,-61-41 314 0 0,-1-1 0 0 0,1 1 0 0 0,-1 0 0 0 0,1-1 0 0 0,-1 1 1 0 0,1 0-1 0 0,-1-1 0 0 0,0 1 0 0 0,1-1 0 0 0,-1 1 0 0 0,0 0 0 0 0,1-1 1 0 0,-1 1-1 0 0,0-1 0 0 0,1 1 0 0 0,-1-1 0 0 0,0 0 0 0 0,0 1 1 0 0,0-1-1 0 0,1 1 0 0 0,-1-1 0 0 0,0 1 0 0 0,0-1 0 0 0,0 0 0 0 0,0 1 1 0 0,0-1-1 0 0,0 1 0 0 0,0-1 0 0 0,0 1 0 0 0,-1-2 0 0 0,2-22-570 0 0,-2 8 615 0 0,-1-12 623 0 0,0 0 0 0 0,2 1-1 0 0,1-1 1 0 0,9-52 0 0 0,-10 80-534 0 0,0 0-1 0 0,0 0 0 0 0,0-1 1 0 0,0 1-1 0 0,0 0 0 0 0,0 0 1 0 0,0-1-1 0 0,0 1 0 0 0,0 0 1 0 0,0 0-1 0 0,0-1 1 0 0,0 1-1 0 0,0 0 0 0 0,0 0 1 0 0,1 0-1 0 0,-1-1 0 0 0,0 1 1 0 0,0 0-1 0 0,0 0 0 0 0,0 0 1 0 0,0-1-1 0 0,1 1 0 0 0,-1 0 1 0 0,0 0-1 0 0,0 0 1 0 0,0 0-1 0 0,1 0 0 0 0,-1-1 1 0 0,0 1-1 0 0,0 0 0 0 0,0 0 1 0 0,1 0-1 0 0,-1 0 0 0 0,0 0 1 0 0,0 0-1 0 0,1 0 1 0 0,-1 0-1 0 0,0 0 0 0 0,0 0 1 0 0,0 0-1 0 0,1 0 0 0 0,-1 0 1 0 0,0 0-1 0 0,0 0 0 0 0,1 0 1 0 0,-1 0-1 0 0,0 0 1 0 0,0 0-1 0 0,1 0 0 0 0,-1 0 1 0 0,0 0-1 0 0,12 16 711 0 0,8 28-860 0 0,-19-41 185 0 0,0 0-260 0 0,16 31 211 0 0,-3-21-1910 0 0,5-7-4319 0 0</inkml:trace>
</inkml:ink>
</file>

<file path=ppt/ink/ink18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3:27.582"/>
    </inkml:context>
    <inkml:brush xml:id="br0">
      <inkml:brushProperty name="width" value="0.1" units="cm"/>
      <inkml:brushProperty name="height" value="0.1" units="cm"/>
      <inkml:brushProperty name="color" value="#008C3A"/>
    </inkml:brush>
  </inkml:definitions>
  <inkml:trace contextRef="#ctx0" brushRef="#br0">40 43 6449 0 0,'0'-1'120'0'0,"0"1"-1"0"0,0-1 0 0 0,0 1 1 0 0,-1-1-1 0 0,1 1 0 0 0,0-1 1 0 0,-1 1-1 0 0,1-1 0 0 0,0 1 1 0 0,-1-1-1 0 0,1 1 0 0 0,0-1 1 0 0,-1 1-1 0 0,1 0 0 0 0,-1-1 1 0 0,1 1-1 0 0,-1 0 0 0 0,1-1 1 0 0,-1 1-1 0 0,1 0 1 0 0,-1 0-1 0 0,1-1 0 0 0,-1 1 1 0 0,0 0-1 0 0,1 0 0 0 0,-1 0 1 0 0,1 0-1 0 0,-1 0 0 0 0,1 0 1 0 0,-1 0-1 0 0,0 0 0 0 0,1 0 1 0 0,-1 0-1 0 0,1 0 0 0 0,-1 0 1 0 0,1 0-1 0 0,-1 1 0 0 0,0-1 1 0 0,1 0-1 0 0,-1 0 0 0 0,1 0 1 0 0,-1 1-1 0 0,1-1 0 0 0,-1 0 1 0 0,1 1-1 0 0,0-1 0 0 0,-2 1 1 0 0,1 1 163 0 0,-1-1 1 0 0,1 1 0 0 0,0-1-1 0 0,-1 1 1 0 0,1 0-1 0 0,0-1 1 0 0,0 1 0 0 0,0 0-1 0 0,0 0 1 0 0,0 0-1 0 0,1 0 1 0 0,-2 2 0 0 0,2 0-137 0 0,-1 1 0 0 0,1-1 0 0 0,0 1 1 0 0,0-1-1 0 0,0 1 0 0 0,1-1 0 0 0,0 1 0 0 0,0-1 1 0 0,0 0-1 0 0,0 1 0 0 0,1-1 0 0 0,-1 0 1 0 0,1 0-1 0 0,0 0 0 0 0,0 0 0 0 0,1 0 0 0 0,-1-1 1 0 0,1 1-1 0 0,0-1 0 0 0,0 1 0 0 0,4 3 1 0 0,-5-6-159 0 0,0 1 0 0 0,1 0 0 0 0,-1-1 0 0 0,1 1 0 0 0,0-1 0 0 0,-1 0 1 0 0,1 1-1 0 0,0-1 0 0 0,0-1 0 0 0,0 1 0 0 0,-1 0 0 0 0,1-1 0 0 0,0 1 1 0 0,0-1-1 0 0,0 0 0 0 0,0 0 0 0 0,0 0 0 0 0,0-1 0 0 0,0 1 0 0 0,0-1 1 0 0,0 1-1 0 0,0-1 0 0 0,-1 0 0 0 0,1 0 0 0 0,0 0 0 0 0,0 0 0 0 0,-1-1 1 0 0,1 1-1 0 0,-1-1 0 0 0,1 0 0 0 0,-1 0 0 0 0,4-3 0 0 0,-5 3 15 0 0,0 1 0 0 0,0 0 0 0 0,0 0 0 0 0,0-1 0 0 0,0 1 0 0 0,0 0 0 0 0,0-1 0 0 0,0 1 0 0 0,-1-1 0 0 0,1 1 0 0 0,-1-1 0 0 0,1 0 0 0 0,-1 1 0 0 0,0-1 0 0 0,0 1 0 0 0,1-1 0 0 0,-1 0-1 0 0,0 1 1 0 0,0-1 0 0 0,-1 0 0 0 0,1 1 0 0 0,0-1 0 0 0,0 1 0 0 0,-1-1 0 0 0,1 1 0 0 0,-1-1 0 0 0,0 1 0 0 0,1-1 0 0 0,-1 1 0 0 0,0-1 0 0 0,0 1 0 0 0,0-1 0 0 0,-1 0 0 0 0,-5-9 196 0 0,-1 1 1 0 0,0 1 0 0 0,-13-13-1 0 0,5 5-10 0 0,2 0-655 0 0,7 4-4655 0 0</inkml:trace>
</inkml:ink>
</file>

<file path=ppt/ink/ink18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3:27.836"/>
    </inkml:context>
    <inkml:brush xml:id="br0">
      <inkml:brushProperty name="width" value="0.1" units="cm"/>
      <inkml:brushProperty name="height" value="0.1" units="cm"/>
      <inkml:brushProperty name="color" value="#008C3A"/>
    </inkml:brush>
  </inkml:definitions>
  <inkml:trace contextRef="#ctx0" brushRef="#br0">1 0 6409 0 0,'2'3'288'0'0,"0"-3"57"0"0,-1 0-281 0 0</inkml:trace>
</inkml:ink>
</file>

<file path=ppt/ink/ink18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3:28.566"/>
    </inkml:context>
    <inkml:brush xml:id="br0">
      <inkml:brushProperty name="width" value="0.1" units="cm"/>
      <inkml:brushProperty name="height" value="0.1" units="cm"/>
      <inkml:brushProperty name="color" value="#008C3A"/>
    </inkml:brush>
  </inkml:definitions>
  <inkml:trace contextRef="#ctx0" brushRef="#br0">87 10 10138 0 0,'-3'-1'475'0'0,"0"-1"0"0"0,0 1 0 0 0,-1 0 0 0 0,1-1-1 0 0,0 1 1 0 0,-1 1 0 0 0,1-1 0 0 0,0 1 0 0 0,-1-1 0 0 0,1 1 0 0 0,-1 0-1 0 0,1 0 1 0 0,-1 0 0 0 0,1 1 0 0 0,-1-1 0 0 0,-4 3 0 0 0,7-3-386 0 0,-1 0-1 0 0,1 0 1 0 0,0 1 0 0 0,0-1 0 0 0,-1 1 0 0 0,1 0 0 0 0,0-1 0 0 0,0 1-1 0 0,0 0 1 0 0,0-1 0 0 0,0 1 0 0 0,0 0 0 0 0,0 0 0 0 0,0 0 0 0 0,0 0-1 0 0,0 0 1 0 0,1 0 0 0 0,-1 0 0 0 0,0 0 0 0 0,1 0 0 0 0,-1 1 0 0 0,1-1-1 0 0,-1 0 1 0 0,1 0 0 0 0,-1 0 0 0 0,1 1 0 0 0,0-1 0 0 0,0 0 0 0 0,-1 1-1 0 0,1-1 1 0 0,0 0 0 0 0,0 0 0 0 0,1 1 0 0 0,-1-1 0 0 0,0 0 0 0 0,0 1-1 0 0,0-1 1 0 0,1 0 0 0 0,-1 0 0 0 0,1 1 0 0 0,-1-1 0 0 0,1 0 0 0 0,0 0-1 0 0,-1 0 1 0 0,2 1 0 0 0,11 18 31 0 0,0 0-1 0 0,2-1 1 0 0,0-1-1 0 0,27 25 1 0 0,16 19 13 0 0,-38-38-127 0 0,40 45 89 0 0,-53-62-83 0 0,0-1 1 0 0,0 0-1 0 0,0 0 1 0 0,1-1-1 0 0,-1 0 0 0 0,1 0 1 0 0,13 5-1 0 0,-19-9-15 0 0,0 0 0 0 0,1 0 1 0 0,-1 0-1 0 0,0-1 0 0 0,0 1 0 0 0,0-1 1 0 0,1 1-1 0 0,-1-1 0 0 0,0 0 0 0 0,1 0 1 0 0,-1 0-1 0 0,0 0 0 0 0,1 0 0 0 0,-1 0 0 0 0,0-1 1 0 0,1 1-1 0 0,-1-1 0 0 0,0 0 0 0 0,0 1 1 0 0,0-1-1 0 0,0 0 0 0 0,1 0 0 0 0,-1-1 1 0 0,-1 1-1 0 0,1 0 0 0 0,0-1 0 0 0,0 1 0 0 0,0-1 1 0 0,-1 1-1 0 0,1-1 0 0 0,-1 0 0 0 0,1 0 1 0 0,-1 0-1 0 0,0 0 0 0 0,0 0 0 0 0,1 0 1 0 0,-2 0-1 0 0,1 0 0 0 0,0 0 0 0 0,1-4 0 0 0,1-5-16 0 0,-1-1 0 0 0,0 0 0 0 0,0 1 0 0 0,-1-1 0 0 0,0 0 0 0 0,-2-18 0 0 0,-3-19-693 0 0,-1 18-2542 0 0</inkml:trace>
</inkml:ink>
</file>

<file path=ppt/ink/ink18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3:28.789"/>
    </inkml:context>
    <inkml:brush xml:id="br0">
      <inkml:brushProperty name="width" value="0.1" units="cm"/>
      <inkml:brushProperty name="height" value="0.1" units="cm"/>
      <inkml:brushProperty name="color" value="#008C3A"/>
    </inkml:brush>
  </inkml:definitions>
  <inkml:trace contextRef="#ctx0" brushRef="#br0">0 257 7370 0 0,'5'-30'5540'0'0,"11"-20"-2129"0"0,-6 22-1413 0 0,-7 21-1596 0 0,16-48 263 0 0,-16 46-1111 0 0,1 0-1 0 0,1 0 0 0 0,-1 1 1 0 0,2-1-1 0 0,-1 1 0 0 0,12-13 0 0 0,-5 7 415 0 0</inkml:trace>
</inkml:ink>
</file>

<file path=ppt/ink/ink18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3:29.297"/>
    </inkml:context>
    <inkml:brush xml:id="br0">
      <inkml:brushProperty name="width" value="0.1" units="cm"/>
      <inkml:brushProperty name="height" value="0.1" units="cm"/>
      <inkml:brushProperty name="color" value="#008C3A"/>
    </inkml:brush>
  </inkml:definitions>
  <inkml:trace contextRef="#ctx0" brushRef="#br0">0 1 8290 0 0,'6'2'1073'0'0,"0"-1"1"0"0,0 1-1 0 0,0-1 1 0 0,0 0 0 0 0,11 0-1 0 0,-15-1-855 0 0,32 4 2667 0 0,50 12 0 0 0,91 36-661 0 0,-12-2-2474 0 0,-149-47-462 0 0,1 2 0 0 0,-1 0-1 0 0,0 0 1 0 0,0 2 0 0 0,-1-1 0 0 0,22 16 0 0 0,-22-13-729 0 0</inkml:trace>
</inkml:ink>
</file>

<file path=ppt/ink/ink18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3:29.535"/>
    </inkml:context>
    <inkml:brush xml:id="br0">
      <inkml:brushProperty name="width" value="0.1" units="cm"/>
      <inkml:brushProperty name="height" value="0.1" units="cm"/>
      <inkml:brushProperty name="color" value="#008C3A"/>
    </inkml:brush>
  </inkml:definitions>
  <inkml:trace contextRef="#ctx0" brushRef="#br0">30 1 12899 0 0,'-1'0'288'0'0,"0"0"1"0"0,0 0-1 0 0,0 0 1 0 0,0 0-1 0 0,0 0 1 0 0,0 1-1 0 0,0-1 0 0 0,0 0 1 0 0,0 1-1 0 0,0-1 1 0 0,0 1-1 0 0,0-1 1 0 0,1 1-1 0 0,-1-1 1 0 0,0 1-1 0 0,0-1 1 0 0,0 1-1 0 0,1 0 1 0 0,-1 0-1 0 0,0-1 0 0 0,1 1 1 0 0,-2 2-1 0 0,1-1 16 0 0,0 1-1 0 0,-1 0 0 0 0,1 0 1 0 0,1-1-1 0 0,-1 1 0 0 0,0 0 1 0 0,1 0-1 0 0,-1 3 0 0 0,1 10-149 0 0,0-1 0 0 0,3 23 0 0 0,-2-25 162 0 0,4 46-174 0 0,3 43-447 0 0,41 198 0 0 0,-38-262-1502 0 0,4-2-5692 0 0</inkml:trace>
</inkml:ink>
</file>

<file path=ppt/ink/ink18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3:29.853"/>
    </inkml:context>
    <inkml:brush xml:id="br0">
      <inkml:brushProperty name="width" value="0.1" units="cm"/>
      <inkml:brushProperty name="height" value="0.1" units="cm"/>
      <inkml:brushProperty name="color" value="#008C3A"/>
    </inkml:brush>
  </inkml:definitions>
  <inkml:trace contextRef="#ctx0" brushRef="#br0">14 9 4145 0 0,'-14'-9'10852'0'0,"18"14"-9469"0"0,112 160 4354 0 0,-32-45-4916 0 0,-56-85-738 0 0,2-1 1 0 0,2-1-1 0 0,0-2 0 0 0,44 32 0 0 0,-40-32-547 0 0,60 67 0 0 0,-21-2-6820 0 0</inkml:trace>
</inkml:ink>
</file>

<file path=ppt/ink/ink18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3:30.249"/>
    </inkml:context>
    <inkml:brush xml:id="br0">
      <inkml:brushProperty name="width" value="0.1" units="cm"/>
      <inkml:brushProperty name="height" value="0.1" units="cm"/>
      <inkml:brushProperty name="color" value="#008C3A"/>
    </inkml:brush>
  </inkml:definitions>
  <inkml:trace contextRef="#ctx0" brushRef="#br0">73 442 7834 0 0,'-10'-14'504'0'0,"1"0"0"0"0,1-1 0 0 0,1 0 1 0 0,0 0-1 0 0,1-1 0 0 0,1 0 0 0 0,0 0 1 0 0,1 0-1 0 0,-3-23 0 0 0,5 24-62 0 0,1 0 0 0 0,0 0 0 0 0,1 0 0 0 0,1 0 0 0 0,0 0 0 0 0,1 1 0 0 0,0-1-1 0 0,1 0 1 0 0,1 1 0 0 0,10-25 0 0 0,-12 34-314 0 0,1 0 0 0 0,0-1 0 0 0,0 1 0 0 0,0 0 0 0 0,1 1 0 0 0,0-1 0 0 0,0 1 0 0 0,0 0 0 0 0,0-1 0 0 0,1 2 0 0 0,0-1 0 0 0,0 1 0 0 0,0-1 0 0 0,0 1 0 0 0,0 1 0 0 0,0-1 0 0 0,8-2 0 0 0,-8 4-117 0 0,-1 0-1 0 0,0 0 1 0 0,1 1-1 0 0,-1-1 1 0 0,1 1-1 0 0,-1 0 1 0 0,1 1-1 0 0,-1-1 1 0 0,1 1-1 0 0,-1-1 1 0 0,1 1-1 0 0,-1 1 1 0 0,0-1-1 0 0,0 1 1 0 0,1-1-1 0 0,-1 1 1 0 0,0 0 0 0 0,-1 1-1 0 0,1-1 1 0 0,0 1-1 0 0,-1-1 1 0 0,1 1-1 0 0,4 5 1 0 0,0 2-405 0 0,1 0 1 0 0,-1 0 0 0 0,-1 0-1 0 0,0 1 1 0 0,0 0 0 0 0,-1 1-1 0 0,-1-1 1 0 0,0 1-1 0 0,0 0 1 0 0,-1 1 0 0 0,-1-1-1 0 0,4 23 1 0 0,-3 6 477 0 0,-1 1-1 0 0,-5 64 1 0 0,1-77 1165 0 0,0-19-743 0 0,1-1 0 0 0,1 1 0 0 0,0-1 0 0 0,0 0 0 0 0,1 1 0 0 0,0-1 1 0 0,3 9-1 0 0,-4-16-459 0 0,-1 0 1 0 0,1-1 0 0 0,0 1-1 0 0,0 0 1 0 0,-1-1 0 0 0,1 1-1 0 0,0-1 1 0 0,0 1 0 0 0,1-1-1 0 0,-1 1 1 0 0,0-1 0 0 0,0 0-1 0 0,1 0 1 0 0,-1 0 0 0 0,1 0-1 0 0,-1 1 1 0 0,1-2 0 0 0,-1 1-1 0 0,1 0 1 0 0,-1 0 0 0 0,1 0-1 0 0,0-1 1 0 0,0 1 0 0 0,-1-1-1 0 0,1 0 1 0 0,0 1 0 0 0,0-1-1 0 0,-1 0 1 0 0,1 0 0 0 0,0 0-1 0 0,0 0 1 0 0,0 0 0 0 0,0 0-1 0 0,-1-1 1 0 0,1 1 0 0 0,0-1-1 0 0,0 1 1 0 0,-1-1 0 0 0,1 0-1 0 0,0 0 1 0 0,-1 1 0 0 0,3-3-1 0 0,24-13-311 0 0,0-2-1 0 0,-2-1 1 0 0,33-29-1 0 0,-2 2-3750 0 0,-41 32-2512 0 0</inkml:trace>
</inkml:ink>
</file>

<file path=ppt/ink/ink18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3:30.633"/>
    </inkml:context>
    <inkml:brush xml:id="br0">
      <inkml:brushProperty name="width" value="0.1" units="cm"/>
      <inkml:brushProperty name="height" value="0.1" units="cm"/>
      <inkml:brushProperty name="color" value="#008C3A"/>
    </inkml:brush>
  </inkml:definitions>
  <inkml:trace contextRef="#ctx0" brushRef="#br0">156 18 4145 0 0,'-1'-1'321'0'0,"-1"-1"0"0"0,1 1 0 0 0,0-1-1 0 0,0 1 1 0 0,-1 0 0 0 0,1 0 0 0 0,-1 0 0 0 0,1 0 0 0 0,-1 0 0 0 0,0 0 0 0 0,1 0 0 0 0,-1 0 0 0 0,0 1-1 0 0,0-1 1 0 0,1 1 0 0 0,-1-1 0 0 0,0 1 0 0 0,0 0 0 0 0,0-1 0 0 0,0 1 0 0 0,1 0 0 0 0,-1 0 0 0 0,0 0-1 0 0,-2 1 1 0 0,0-1 202 0 0,0 1 0 0 0,1-1 1 0 0,-1 1-1 0 0,0 0 0 0 0,0 0 0 0 0,1 0 0 0 0,-1 0 0 0 0,1 1 0 0 0,-1-1 0 0 0,-5 5 0 0 0,3 0-284 0 0,0 0 0 0 0,0 1 0 0 0,0 0 0 0 0,1 0 0 0 0,1 0 0 0 0,-1 0 0 0 0,1 1 0 0 0,0 0 0 0 0,1 0 0 0 0,0 0-1 0 0,0 1 1 0 0,0-1 0 0 0,1 0 0 0 0,-1 17 0 0 0,1-10-251 0 0,1 1-1 0 0,0 0 0 0 0,1 0 1 0 0,1 0-1 0 0,1 0 1 0 0,0 0-1 0 0,6 19 1 0 0,-4-22 8 0 0,1-1 1 0 0,0 1 0 0 0,1-1-1 0 0,0-1 1 0 0,1 1 0 0 0,1-1-1 0 0,-1 0 1 0 0,2-1-1 0 0,0 0 1 0 0,0 0 0 0 0,0-1-1 0 0,18 13 1 0 0,10 4-26 0 0,2-1-1 0 0,55 26 0 0 0,-30-17 75 0 0,-27-13-286 0 0,-7-6-24 0 0,-1 2 0 0 0,32 25 0 0 0,-53-36-272 0 0,0 1-1 0 0,0 0 1 0 0,-1 1 0 0 0,0 0 0 0 0,0 0-1 0 0,-1 0 1 0 0,0 1 0 0 0,-1 0-1 0 0,1 0 1 0 0,-2 1 0 0 0,6 13 0 0 0</inkml:trace>
</inkml:ink>
</file>

<file path=ppt/ink/ink18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3:30.838"/>
    </inkml:context>
    <inkml:brush xml:id="br0">
      <inkml:brushProperty name="width" value="0.1" units="cm"/>
      <inkml:brushProperty name="height" value="0.1" units="cm"/>
      <inkml:brushProperty name="color" value="#008C3A"/>
    </inkml:brush>
  </inkml:definitions>
  <inkml:trace contextRef="#ctx0" brushRef="#br0">22 283 5985 0 0,'-1'0'57'0'0,"1"0"-1"0"0,-1 0 0 0 0,0 0 0 0 0,0 0 1 0 0,0 0-1 0 0,1 0 0 0 0,-1 0 1 0 0,0 0-1 0 0,0 0 0 0 0,1 0 1 0 0,-1-1-1 0 0,0 1 0 0 0,0 0 0 0 0,1-1 1 0 0,-1 1-1 0 0,0 0 0 0 0,1-1 1 0 0,-1 1-1 0 0,0-1 0 0 0,1 1 1 0 0,-1-1-1 0 0,1 1 0 0 0,-1-1 0 0 0,1 1 1 0 0,-1-1-1 0 0,1 0 0 0 0,-1 1 1 0 0,1-1-1 0 0,0 0 0 0 0,-1 1 1 0 0,1-1-1 0 0,0 0 0 0 0,0 1 0 0 0,-1-1 1 0 0,1 0-1 0 0,0 0 0 0 0,0 0 1 0 0,0 1-1 0 0,0-1 0 0 0,0 0 1 0 0,0 0-1 0 0,0-1 0 0 0,2-2 468 0 0,-1 0 0 0 0,1 0 1 0 0,0 0-1 0 0,0 0 0 0 0,1 0 0 0 0,3-5 0 0 0,-3 4-212 0 0,16-20 3225 0 0,39-41 0 0 0,-11 14-2194 0 0,-14 17-1574 0 0,-8 10-5059 0 0,-7 4-1271 0 0</inkml:trace>
</inkml:ink>
</file>

<file path=ppt/ink/ink18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4:13.679"/>
    </inkml:context>
    <inkml:brush xml:id="br0">
      <inkml:brushProperty name="width" value="0.1" units="cm"/>
      <inkml:brushProperty name="height" value="0.1" units="cm"/>
      <inkml:brushProperty name="color" value="#E71224"/>
    </inkml:brush>
  </inkml:definitions>
  <inkml:trace contextRef="#ctx0" brushRef="#br0">0 0 11979 0 0,'5'20'9645'0'0,"33"104"-8880"0"0,41 204-792 0 0,-66-264-792 0 0,-6-32-272 0 0</inkml:trace>
</inkml:ink>
</file>

<file path=ppt/ink/ink18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4:13.869"/>
    </inkml:context>
    <inkml:brush xml:id="br0">
      <inkml:brushProperty name="width" value="0.1" units="cm"/>
      <inkml:brushProperty name="height" value="0.1" units="cm"/>
      <inkml:brushProperty name="color" value="#E71224"/>
    </inkml:brush>
  </inkml:definitions>
  <inkml:trace contextRef="#ctx0" brushRef="#br0">1 187 9674 0 0,'0'-1'83'0'0,"0"1"1"0"0,0-1-1 0 0,0 1 0 0 0,0-1 1 0 0,-1 1-1 0 0,1-1 1 0 0,0 1-1 0 0,0-1 0 0 0,0 1 1 0 0,0-1-1 0 0,0 1 0 0 0,0-1 1 0 0,0 1-1 0 0,1-1 0 0 0,-1 1 1 0 0,0-1-1 0 0,0 1 0 0 0,0-1 1 0 0,0 1-1 0 0,1-1 0 0 0,-1 1 1 0 0,0 0-1 0 0,0-1 0 0 0,1 1 1 0 0,-1-1-1 0 0,0 1 1 0 0,1 0-1 0 0,-1-1 0 0 0,1 1 1 0 0,-1 0-1 0 0,0-1 0 0 0,1 1 1 0 0,-1 0-1 0 0,1-1 0 0 0,20-17 1301 0 0,-18 15-1249 0 0,22-19 940 0 0,1 1-1 0 0,54-33 1 0 0,-65 45-1298 0 0,1 2-1 0 0,26-9 0 0 0,-26 11-1313 0 0,1 1 0 0 0,33-4 0 0 0,-22 5-3650 0 0</inkml:trace>
</inkml:ink>
</file>

<file path=ppt/ink/ink18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4:14.187"/>
    </inkml:context>
    <inkml:brush xml:id="br0">
      <inkml:brushProperty name="width" value="0.1" units="cm"/>
      <inkml:brushProperty name="height" value="0.1" units="cm"/>
      <inkml:brushProperty name="color" value="#E71224"/>
    </inkml:brush>
  </inkml:definitions>
  <inkml:trace contextRef="#ctx0" brushRef="#br0">40 99 3225 0 0,'-4'3'767'0'0,"1"0"0"0"0,0 0 0 0 0,0 0 0 0 0,0 0 0 0 0,1 1 0 0 0,-1 0 0 0 0,1-1 0 0 0,0 1 0 0 0,0 0 0 0 0,0 0 0 0 0,0 0-1 0 0,-1 7 1 0 0,1-3-47 0 0,0 0-1 0 0,1 0 0 0 0,1 0 0 0 0,-1-1 0 0 0,1 1 0 0 0,2 13 0 0 0,0-5-267 0 0,1 1 0 0 0,1-1 1 0 0,1 0-1 0 0,1 0 1 0 0,0-1-1 0 0,9 18 0 0 0,-10-23-401 0 0,1 0 1 0 0,0 0-1 0 0,1-1 0 0 0,0 0 0 0 0,1 0 0 0 0,0 0 0 0 0,0-1 1 0 0,11 8-1 0 0,-17-14-51 0 0,1 0 0 0 0,-1 0 0 0 0,1-1 0 0 0,0 1 0 0 0,0-1 0 0 0,0 1 0 0 0,0-1 0 0 0,0 0 0 0 0,0 0 0 0 0,0-1 1 0 0,0 1-1 0 0,0 0 0 0 0,1-1 0 0 0,-1 0 0 0 0,0 0 0 0 0,0 0 0 0 0,0 0 0 0 0,1 0 0 0 0,-1-1 0 0 0,0 0 0 0 0,0 1 0 0 0,0-1 0 0 0,0 0 0 0 0,0 0 0 0 0,0-1 1 0 0,0 1-1 0 0,0-1 0 0 0,0 1 0 0 0,-1-1 0 0 0,1 0 0 0 0,-1 0 0 0 0,1 0 0 0 0,3-5 0 0 0,2-1 14 0 0,-1-1 0 0 0,0-1-1 0 0,-1 1 1 0 0,0-1 0 0 0,0 0 0 0 0,-1-1-1 0 0,0 1 1 0 0,-1-1 0 0 0,0 0 0 0 0,-1 0-1 0 0,0 0 1 0 0,-1 0 0 0 0,0-1 0 0 0,-1 1-1 0 0,0-1 1 0 0,-1-22 0 0 0,-2 12-436 0 0,0 1 0 0 0,-1 0 0 0 0,-7-27 0 0 0,3 24-2010 0 0,-2 0 0 0 0,-13-28 0 0 0,14 35-3226 0 0</inkml:trace>
</inkml:ink>
</file>

<file path=ppt/ink/ink18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4:14.457"/>
    </inkml:context>
    <inkml:brush xml:id="br0">
      <inkml:brushProperty name="width" value="0.1" units="cm"/>
      <inkml:brushProperty name="height" value="0.1" units="cm"/>
      <inkml:brushProperty name="color" value="#E71224"/>
    </inkml:brush>
  </inkml:definitions>
  <inkml:trace contextRef="#ctx0" brushRef="#br0">1 25 10594 0 0,'0'-2'428'0'0,"6"-20"9191"0"0,-1 37-9376 0 0,30 218 1515 0 0,-2-3-3692 0 0,-26-198-5491 0 0</inkml:trace>
</inkml:ink>
</file>

<file path=ppt/ink/ink18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4:14.623"/>
    </inkml:context>
    <inkml:brush xml:id="br0">
      <inkml:brushProperty name="width" value="0.1" units="cm"/>
      <inkml:brushProperty name="height" value="0.1" units="cm"/>
      <inkml:brushProperty name="color" value="#E71224"/>
    </inkml:brush>
  </inkml:definitions>
  <inkml:trace contextRef="#ctx0" brushRef="#br0">1 47 8754 0 0,'0'-2'776'0'0,"0"1"-616"0"0,1 0-160 0 0,1-1 0 0 0,-1 1 584 0 0,2-2 88 0 0,2 0 24 0 0,3-3 1 0 0,3-1-585 0 0,6-1-112 0 0,0 1 0 0 0,4 3 0 0 0,1 2-64 0 0,2 4 64 0 0,5 2 0 0 0,0 1 0 0 0,-2 3-96 0 0</inkml:trace>
</inkml:ink>
</file>

<file path=ppt/ink/ink18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4:15.059"/>
    </inkml:context>
    <inkml:brush xml:id="br0">
      <inkml:brushProperty name="width" value="0.1" units="cm"/>
      <inkml:brushProperty name="height" value="0.1" units="cm"/>
      <inkml:brushProperty name="color" value="#E71224"/>
    </inkml:brush>
  </inkml:definitions>
  <inkml:trace contextRef="#ctx0" brushRef="#br0">141 1 5529 0 0,'-7'0'1032'0'0,"0"0"1"0"0,1 0-1 0 0,-1 0 0 0 0,1 1 0 0 0,-1 0 0 0 0,0 1 1 0 0,-11 4-1 0 0,14-4-603 0 0,1 0 0 0 0,-1 0 0 0 0,1 1 0 0 0,-1 0 1 0 0,1-1-1 0 0,0 1 0 0 0,0 1 0 0 0,0-1 0 0 0,1 0 0 0 0,-1 1 0 0 0,1-1 1 0 0,0 1-1 0 0,-3 6 0 0 0,-1 1-251 0 0,1 0 0 0 0,1 1 0 0 0,0 0 0 0 0,1 0 0 0 0,0 0 0 0 0,1 1 0 0 0,-2 19 0 0 0,4-26-116 0 0,-1 0 0 0 0,1 0 1 0 0,1 1-1 0 0,-1-1 0 0 0,1 0 0 0 0,0 0 0 0 0,0 0 1 0 0,1 0-1 0 0,0 0 0 0 0,0 0 0 0 0,0 0 1 0 0,1 0-1 0 0,0-1 0 0 0,0 1 0 0 0,0-1 1 0 0,9 9-1 0 0,-12-13-66 0 0,1 0 1 0 0,0 0-1 0 0,0 0 1 0 0,0 0 0 0 0,-1 0-1 0 0,1 0 1 0 0,0-1-1 0 0,0 1 1 0 0,0 0-1 0 0,0-1 1 0 0,0 1-1 0 0,1 0 1 0 0,-1-1 0 0 0,0 0-1 0 0,0 1 1 0 0,0-1-1 0 0,0 0 1 0 0,1 1-1 0 0,-1-1 1 0 0,0 0-1 0 0,0 0 1 0 0,0 0 0 0 0,1 0-1 0 0,-1 0 1 0 0,0 0-1 0 0,2-1 1 0 0,-1 0-10 0 0,-1 0 1 0 0,1 0-1 0 0,-1 0 0 0 0,0-1 1 0 0,1 1-1 0 0,-1 0 1 0 0,0-1-1 0 0,0 1 1 0 0,0-1-1 0 0,0 1 1 0 0,0-1-1 0 0,0 1 0 0 0,0-1 1 0 0,-1 0-1 0 0,2-2 1 0 0,1-7-40 0 0,0 0 0 0 0,-1-1 1 0 0,0 1-1 0 0,0-15 1 0 0,-2 24 55 0 0,6-47 262 0 0,-6 47-256 0 0,0 0-1 0 0,0 0 1 0 0,1 0 0 0 0,-1 0 0 0 0,1 1 0 0 0,-1-1 0 0 0,1 0 0 0 0,0 0 0 0 0,0 0 0 0 0,-1 1 0 0 0,1-1 0 0 0,1 0 0 0 0,-1 1-1 0 0,0-1 1 0 0,0 1 0 0 0,0-1 0 0 0,1 1 0 0 0,-1-1 0 0 0,1 1 0 0 0,-1 0 0 0 0,3-1 0 0 0,-2 2-1 0 0,-1 0 1 0 0,0 0-1 0 0,0 0 1 0 0,0 1-1 0 0,0-1 1 0 0,0 0-1 0 0,0 1 1 0 0,1-1-1 0 0,-1 1 1 0 0,0-1-1 0 0,0 1 1 0 0,0 0-1 0 0,0-1 1 0 0,-1 1-1 0 0,1 0 1 0 0,0 0 0 0 0,0 0-1 0 0,0-1 1 0 0,-1 1-1 0 0,2 2 1 0 0,17 24 258 0 0,-15-22-248 0 0,5 9-200 0 0,4 7-1011 0 0,1-1-1 0 0,20 20 1 0 0</inkml:trace>
</inkml:ink>
</file>

<file path=ppt/ink/ink18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4:15.314"/>
    </inkml:context>
    <inkml:brush xml:id="br0">
      <inkml:brushProperty name="width" value="0.1" units="cm"/>
      <inkml:brushProperty name="height" value="0.1" units="cm"/>
      <inkml:brushProperty name="color" value="#E71224"/>
    </inkml:brush>
  </inkml:definitions>
  <inkml:trace contextRef="#ctx0" brushRef="#br0">0 5 11522 0 0,'0'-4'7798'0'0,"10"20"-5625"0"0,12 32-1385 0 0,25 67 403 0 0,33 129 1 0 0,-24 4-3543 0 0,-49-210-5679 0 0</inkml:trace>
</inkml:ink>
</file>

<file path=ppt/ink/ink19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4:10.622"/>
    </inkml:context>
    <inkml:brush xml:id="br0">
      <inkml:brushProperty name="width" value="0.1" units="cm"/>
      <inkml:brushProperty name="height" value="0.1" units="cm"/>
      <inkml:brushProperty name="color" value="#E71224"/>
    </inkml:brush>
  </inkml:definitions>
  <inkml:trace contextRef="#ctx0" brushRef="#br0">143 716 6913 0 0,'-85'-141'3132'0'0,"74"117"-2168"0"0,0 0 1 0 0,1-1-1 0 0,2 0 1 0 0,-7-31-1 0 0,14 55-848 0 0,1 1-1 0 0,0-1 1 0 0,0 0 0 0 0,-1 1-1 0 0,1-1 1 0 0,0 1-1 0 0,0-1 1 0 0,0 1 0 0 0,0-1-1 0 0,0 0 1 0 0,0 1-1 0 0,0-1 1 0 0,0 1 0 0 0,0-1-1 0 0,0 0 1 0 0,0 1 0 0 0,0-1-1 0 0,0 1 1 0 0,0-1-1 0 0,0 0 1 0 0,1 1 0 0 0,-1-1-1 0 0,0 1 1 0 0,1-1-1 0 0,-1 1 1 0 0,0-1 0 0 0,1 0-1 0 0,12 10 1569 0 0,15 27-804 0 0,-27-34-852 0 0,25 37 61 0 0,-3 0 0 0 0,28 65 0 0 0,25 91-250 0 0,-50-122-293 0 0,2-1 1 0 0,71 125-1 0 0,-96-193 479 0 0,-1 0-1 0 0,0-1 0 0 0,1 0 0 0 0,0 1 0 0 0,0-1 0 0 0,0 0 0 0 0,4 2 0 0 0,-7-4 4 0 0,1-1 0 0 0,-1 0 0 0 0,1 0 0 0 0,-1 1-1 0 0,1-1 1 0 0,-1 0 0 0 0,1 0 0 0 0,-1 1 0 0 0,1-1 0 0 0,-1 0 0 0 0,1 0 0 0 0,-1 0 0 0 0,1 0 0 0 0,0 0 0 0 0,-1 0 0 0 0,1 0 0 0 0,-1 0 0 0 0,1 0 0 0 0,-1 0 0 0 0,1 0 0 0 0,-1 0 0 0 0,1-1 0 0 0,0 1 0 0 0,0-1 26 0 0,0 0 1 0 0,0 1-1 0 0,-1-1 0 0 0,1 0 1 0 0,0 0-1 0 0,-1 0 1 0 0,1 0-1 0 0,-1 0 1 0 0,1 0-1 0 0,-1 0 0 0 0,1 0 1 0 0,-1 0-1 0 0,1 0 1 0 0,-1 0-1 0 0,0 0 0 0 0,0-2 1 0 0,27-223 1934 0 0,-18 135-1788 0 0,7-203-6 0 0,-12 164-469 0 0,24-151 1 0 0,-25 261-216 0 0,2-1 0 0 0,0 1 0 0 0,1 0 0 0 0,14-33 0 0 0,-5 26-6955 0 0</inkml:trace>
</inkml:ink>
</file>

<file path=ppt/ink/ink19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4:11.352"/>
    </inkml:context>
    <inkml:brush xml:id="br0">
      <inkml:brushProperty name="width" value="0.1" units="cm"/>
      <inkml:brushProperty name="height" value="0.1" units="cm"/>
      <inkml:brushProperty name="color" value="#E71224"/>
    </inkml:brush>
  </inkml:definitions>
  <inkml:trace contextRef="#ctx0" brushRef="#br0">0 27 10594 0 0,'0'0'95'0'0,"1"0"0"0"0,-1-1 0 0 0,0 1-1 0 0,0 0 1 0 0,0-1 0 0 0,0 1 0 0 0,0 0 0 0 0,1-1 379 0 0,0 1-380 0 0,-1 0 1 0 0,0-1 0 0 0,0 1 0 0 0,1 0 0 0 0,-1 0-1 0 0,0 0 1 0 0,0 0 0 0 0,1 0 0 0 0,-1-1-1 0 0,0 1 1 0 0,1 0 0 0 0,-1 0 0 0 0,0 0 0 0 0,0 0-1 0 0,1 0 1 0 0,-1 0 0 0 0,0 0 0 0 0,1 0 0 0 0,-1 0-1 0 0,0 0 1 0 0,0 0 0 0 0,1 0 0 0 0,-1 1 0 0 0,0-1-1 0 0,1 0 1 0 0,-1 0 0 0 0,0 0 0 0 0,0 0-1 0 0,1 0 1 0 0,-1 0 0 0 0,1 1 379 0 0,-1 0-379 0 0,0-1 0 0 0,1 0-1 0 0,-1 0 1 0 0,0 1 0 0 0,0-1 0 0 0,15 12 758 0 0,-4 2-506 0 0,0 2 0 0 0,-1-1 0 0 0,-1 1-1 0 0,0 1 1 0 0,-2 0 0 0 0,7 19 0 0 0,29 110 353 0 0,-40-134-622 0 0,6 23-19 0 0,1-1 35 0 0,-2 0-1 0 0,-2 1 1 0 0,5 60-1 0 0,-23-169-638 0 0,9 21 561 0 0,3-1 0 0 0,7-53 0 0 0,-4 82 139 0 0,1 0-1 0 0,2 0 0 0 0,0 0 1 0 0,1 0-1 0 0,2 1 1 0 0,14-30-1 0 0,-19 46-58 0 0,0 1-1 0 0,1 0 0 0 0,0 0 1 0 0,0 0-1 0 0,0 0 0 0 0,9-7 1 0 0,-13 13-73 0 0,0 0 0 0 0,0 0 0 0 0,1 0 0 0 0,-1 0 0 0 0,0 0 0 0 0,1 0 0 0 0,-1 0 0 0 0,1 1 0 0 0,-1-1 0 0 0,1 0 0 0 0,0 1-1 0 0,-1-1 1 0 0,1 1 0 0 0,0 0 0 0 0,-1 0 0 0 0,1-1 0 0 0,0 1 0 0 0,-1 0 0 0 0,1 0 0 0 0,0 1 0 0 0,-1-1 0 0 0,1 0 0 0 0,0 0 0 0 0,-1 1 0 0 0,1-1 0 0 0,-1 1 0 0 0,1 0 0 0 0,0-1 0 0 0,-1 1 0 0 0,1 0 0 0 0,-1 0 0 0 0,0 0 0 0 0,1 0 0 0 0,-1 0 0 0 0,0 0 0 0 0,0 0 0 0 0,2 3 0 0 0,5 5-27 0 0,-1 0 0 0 0,0 1 1 0 0,0 0-1 0 0,-2 0 1 0 0,1 0-1 0 0,4 14 0 0 0,23 72-329 0 0,-23-63 193 0 0,41 129-1010 0 0,-42-132 378 0 0</inkml:trace>
</inkml:ink>
</file>

<file path=ppt/ink/ink19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4:11.706"/>
    </inkml:context>
    <inkml:brush xml:id="br0">
      <inkml:brushProperty name="width" value="0.1" units="cm"/>
      <inkml:brushProperty name="height" value="0.1" units="cm"/>
      <inkml:brushProperty name="color" value="#E71224"/>
    </inkml:brush>
  </inkml:definitions>
  <inkml:trace contextRef="#ctx0" brushRef="#br0">19 52 6913 0 0,'0'0'211'0'0,"-1"0"-1"0"0,0 0 1 0 0,1 0-1 0 0,-1 0 1 0 0,0 1-1 0 0,1-1 1 0 0,-1 0-1 0 0,1 0 1 0 0,-1 0-1 0 0,0 1 1 0 0,1-1-1 0 0,-1 0 1 0 0,1 1-1 0 0,-1-1 1 0 0,1 0-1 0 0,-2 2 421 0 0,2-2-420 0 0,-1 1-1 0 0,1-1 1 0 0,0 1-1 0 0,-1-1 1 0 0,0 2-1 0 0,-3 19 1638 0 0,7 21-966 0 0,-2-42-777 0 0,1 17 202 0 0,2 0 0 0 0,1 0 0 0 0,0-1 1 0 0,1 1-1 0 0,0-1 0 0 0,13 21 0 0 0,-17-33-252 0 0,0 0-1 0 0,0 0 1 0 0,1 0-1 0 0,0 0 1 0 0,0-1-1 0 0,0 1 1 0 0,0-1-1 0 0,0 0 0 0 0,1 0 1 0 0,-1 0-1 0 0,1 0 1 0 0,0-1-1 0 0,0 1 1 0 0,0-1-1 0 0,0 0 1 0 0,0 0-1 0 0,1 0 1 0 0,-1-1-1 0 0,1 0 1 0 0,-1 0-1 0 0,1 0 1 0 0,-1 0-1 0 0,1-1 1 0 0,0 1-1 0 0,-1-1 1 0 0,1 0-1 0 0,-1-1 1 0 0,9-1-1 0 0,-10 2-20 0 0,-1-1 0 0 0,1 0 0 0 0,-1 0-1 0 0,0 0 1 0 0,1 0 0 0 0,-1 0 0 0 0,0 0 0 0 0,0-1 0 0 0,0 1 0 0 0,0-1 0 0 0,0 1-1 0 0,0-1 1 0 0,0 0 0 0 0,-1 0 0 0 0,1 0 0 0 0,-1 0 0 0 0,1 0 0 0 0,1-4 0 0 0,-1 1 25 0 0,0 0 0 0 0,0 0 1 0 0,0-1-1 0 0,-1 1 1 0 0,0 0-1 0 0,0-1 1 0 0,-1 1-1 0 0,1-8 0 0 0,-2-7 175 0 0,-1-1-1 0 0,-1 1 0 0 0,-8-30 0 0 0,11 50-233 0 0,-20-68 380 0 0,18 64-433 0 0,1 0 0 0 0,-1 1 1 0 0,0-1-1 0 0,0 1 0 0 0,0-1 0 0 0,0 1 0 0 0,-1 0 0 0 0,1 0 1 0 0,-1 0-1 0 0,0 0 0 0 0,0 0 0 0 0,0 0 0 0 0,0 1 0 0 0,0 0 1 0 0,-5-3-1 0 0,7 5-85 0 0,0-1 0 0 0,1 1 0 0 0,-1 0 0 0 0,0 0 1 0 0,-1-1-1 0 0,1 1 0 0 0,0 0 0 0 0,0 0 0 0 0,0 0 1 0 0,0 0-1 0 0,0 0 0 0 0,0 0 0 0 0,0 1 0 0 0,0-1 1 0 0,0 0-1 0 0,0 0 0 0 0,-1 1 0 0 0</inkml:trace>
</inkml:ink>
</file>

<file path=ppt/ink/ink19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4:11.922"/>
    </inkml:context>
    <inkml:brush xml:id="br0">
      <inkml:brushProperty name="width" value="0.1" units="cm"/>
      <inkml:brushProperty name="height" value="0.1" units="cm"/>
      <inkml:brushProperty name="color" value="#E71224"/>
    </inkml:brush>
  </inkml:definitions>
  <inkml:trace contextRef="#ctx0" brushRef="#br0">1 1 11979 0 0,'0'3'605'0'0,"1"0"1"0"0,0 1-1 0 0,0-1 1 0 0,0 0 0 0 0,0 0-1 0 0,0 0 1 0 0,3 4 0 0 0,2 6 88 0 0,26 95 1928 0 0,-25-76-3124 0 0,3-1 0 0 0,0 0 0 0 0,27 55 0 0 0,-28-72-874 0 0</inkml:trace>
</inkml:ink>
</file>

<file path=ppt/ink/ink19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4:12.095"/>
    </inkml:context>
    <inkml:brush xml:id="br0">
      <inkml:brushProperty name="width" value="0.1" units="cm"/>
      <inkml:brushProperty name="height" value="0.1" units="cm"/>
      <inkml:brushProperty name="color" value="#E71224"/>
    </inkml:brush>
  </inkml:definitions>
  <inkml:trace contextRef="#ctx0" brushRef="#br0">12 16 6913 0 0,'-11'-15'5058'0'0,"11"18"-4650"0"0,1 3-152 0 0,2 4 200 0 0,4 19-1640 0 0,-2-11-281 0 0,2 1-55 0 0,1 1-16 0 0,3 3 1208 0 0,-1 1 231 0 0</inkml:trace>
</inkml:ink>
</file>

<file path=ppt/ink/ink19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4:12.460"/>
    </inkml:context>
    <inkml:brush xml:id="br0">
      <inkml:brushProperty name="width" value="0.1" units="cm"/>
      <inkml:brushProperty name="height" value="0.1" units="cm"/>
      <inkml:brushProperty name="color" value="#E71224"/>
    </inkml:brush>
  </inkml:definitions>
  <inkml:trace contextRef="#ctx0" brushRef="#br0">161 1 1376 0 0,'-4'0'976'0'0,"0"0"0"0"0,0 1 0 0 0,0-1 0 0 0,1 1 0 0 0,-1 0 0 0 0,0 0 0 0 0,0 0 0 0 0,1 1 0 0 0,-1-1 0 0 0,1 1 0 0 0,-7 4 0 0 0,5-2-279 0 0,0 0-1 0 0,0 0 1 0 0,0 1-1 0 0,1-1 1 0 0,-1 1-1 0 0,-5 9 1 0 0,-1 5-256 0 0,1 0-1 0 0,1 1 1 0 0,-9 26 0 0 0,14-37-125 0 0,0 2-273 0 0,1-1 0 0 0,0 1 1 0 0,0 0-1 0 0,1 0 0 0 0,0 1 0 0 0,1-1 1 0 0,0 0-1 0 0,1 1 0 0 0,1 13 0 0 0,1-17-14 0 0,-1 1-1 0 0,1-1 1 0 0,1 0-1 0 0,0 0 0 0 0,0 0 1 0 0,0 0-1 0 0,1 0 1 0 0,0-1-1 0 0,0 0 0 0 0,1 1 1 0 0,0-1-1 0 0,11 11 0 0 0,-3-5-8 0 0,0 1-1 0 0,-1 0 1 0 0,-1 1-1 0 0,15 26 1 0 0,-24-37-59 0 0,0 0 1 0 0,0 1 0 0 0,-1-1 0 0 0,1 0 0 0 0,-1 0 0 0 0,0 1 0 0 0,-1-1 0 0 0,1 1 0 0 0,-1-1 0 0 0,1 0 0 0 0,-2 6-1 0 0,1-7-26 0 0,-1 0-1 0 0,0 0 1 0 0,0 0-1 0 0,0 0 1 0 0,0 0-1 0 0,0 0 1 0 0,-1-1-1 0 0,1 1 1 0 0,-1 0 0 0 0,1-1-1 0 0,-1 1 1 0 0,0-1-1 0 0,0 0 1 0 0,-1 0-1 0 0,1 1 1 0 0,0-1-1 0 0,-1-1 1 0 0,-2 3-1 0 0</inkml:trace>
</inkml:ink>
</file>

<file path=ppt/ink/ink19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4:12.798"/>
    </inkml:context>
    <inkml:brush xml:id="br0">
      <inkml:brushProperty name="width" value="0.1" units="cm"/>
      <inkml:brushProperty name="height" value="0.1" units="cm"/>
      <inkml:brushProperty name="color" value="#E71224"/>
    </inkml:brush>
  </inkml:definitions>
  <inkml:trace contextRef="#ctx0" brushRef="#br0">1 344 2761 0 0,'1'0'177'0'0,"1"0"0"0"0,-1 0 0 0 0,1-1 0 0 0,0 1 1 0 0,-1-1-1 0 0,1 1 0 0 0,-1-1 0 0 0,1 1 0 0 0,-1-1 1 0 0,1 0-1 0 0,-1 0 0 0 0,0 1 0 0 0,1-1 0 0 0,-1 0 1 0 0,0 0-1 0 0,0-1 0 0 0,0 1 0 0 0,1 0 0 0 0,-1 0 1 0 0,0-1-1 0 0,-1 1 0 0 0,1 0 0 0 0,0-1 0 0 0,0 1 1 0 0,-1-1-1 0 0,1 1 0 0 0,0-3 0 0 0,20-51 2307 0 0,-17 42-2008 0 0,7-22 427 0 0,0-2 0 0 0,-3 1 0 0 0,9-75 0 0 0,-17 109-897 0 0,0 0 1 0 0,0 0 0 0 0,0 0-1 0 0,0 0 1 0 0,0 0-1 0 0,0 0 1 0 0,-1 0 0 0 0,1 0-1 0 0,0 0 1 0 0,-1 0 0 0 0,0 0-1 0 0,-1-2 1 0 0,-5 3 260 0 0,-4 15 491 0 0,4 0-280 0 0,1 0 1 0 0,0 0-1 0 0,1 0 1 0 0,1 1-1 0 0,0-1 1 0 0,-3 30-1 0 0,5-32-222 0 0,1 0-1 0 0,1 1 0 0 0,0-1 1 0 0,1 0-1 0 0,0 0 1 0 0,1 0-1 0 0,1 0 1 0 0,-1 0-1 0 0,6 13 1 0 0,-4-18-179 0 0,-1-1 1 0 0,1 1 0 0 0,0 0 0 0 0,1-1 0 0 0,-1 0 0 0 0,1 0 0 0 0,0-1 0 0 0,1 1 0 0 0,-1-1 0 0 0,10 7 0 0 0,-9-8-599 0 0,1 0-1 0 0,-1-1 1 0 0,1 1 0 0 0,-1-1 0 0 0,1 0 0 0 0,11 2-1 0 0,5 0-6288 0 0</inkml:trace>
</inkml:ink>
</file>

<file path=ppt/ink/ink19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4:13.221"/>
    </inkml:context>
    <inkml:brush xml:id="br0">
      <inkml:brushProperty name="width" value="0.1" units="cm"/>
      <inkml:brushProperty name="height" value="0.1" units="cm"/>
      <inkml:brushProperty name="color" value="#E71224"/>
    </inkml:brush>
  </inkml:definitions>
  <inkml:trace contextRef="#ctx0" brushRef="#br0">131 0 9674 0 0,'-12'16'7194'0'0,"-6"18"-5238"0"0,1 0 1 0 0,-21 69-1 0 0,23-54-3553 0 0,-12 84 0 0 0,23-104-5503 0 0</inkml:trace>
</inkml:ink>
</file>

<file path=ppt/ink/ink19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4:15.866"/>
    </inkml:context>
    <inkml:brush xml:id="br0">
      <inkml:brushProperty name="width" value="0.1" units="cm"/>
      <inkml:brushProperty name="height" value="0.1" units="cm"/>
      <inkml:brushProperty name="color" value="#E71224"/>
    </inkml:brush>
  </inkml:definitions>
  <inkml:trace contextRef="#ctx0" brushRef="#br0">0 32 14747 0 0,'0'0'1526'0'0,"2"1"-1341"0"0,-1-1 0 0 0,1 0-1 0 0,0 1 1 0 0,-1-1 0 0 0,1 0 0 0 0,0 0 0 0 0,-1 0 0 0 0,1 0 0 0 0,0 0-1 0 0,-1 0 1 0 0,1-1 0 0 0,0 1 0 0 0,-1-1 0 0 0,3 0 0 0 0,-2 1 5 0 0,120-29-6881 0 0,-109 28 6677 0 0</inkml:trace>
</inkml:ink>
</file>

<file path=ppt/ink/ink19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4:16.047"/>
    </inkml:context>
    <inkml:brush xml:id="br0">
      <inkml:brushProperty name="width" value="0.1" units="cm"/>
      <inkml:brushProperty name="height" value="0.1" units="cm"/>
      <inkml:brushProperty name="color" value="#E71224"/>
    </inkml:brush>
  </inkml:definitions>
  <inkml:trace contextRef="#ctx0" brushRef="#br0">3 122 10594 0 0,'-1'1'944'0'0,"-1"1"-751"0"0,4-2-193 0 0,2 0 1648 0 0,-2-2-744 0 0,3 1 8 0 0,3-2-184 0 0,3-2-39 0 0,2-3-9 0 0,2-2 0 0 0,3-2-776 0 0,1 0-160 0 0,2-2-32 0 0,13-5-2841 0 0,-1 1-560 0 0,-6-3-120 0 0</inkml:trace>
</inkml:ink>
</file>

<file path=ppt/ink/ink19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4:16.643"/>
    </inkml:context>
    <inkml:brush xml:id="br0">
      <inkml:brushProperty name="width" value="0.1" units="cm"/>
      <inkml:brushProperty name="height" value="0.1" units="cm"/>
      <inkml:brushProperty name="color" value="#E71224"/>
    </inkml:brush>
  </inkml:definitions>
  <inkml:trace contextRef="#ctx0" brushRef="#br0">0 1707 13363 0 0,'45'7'3797'0'0,"-23"0"-2742"0"0,0 1 0 0 0,36 20-1 0 0,-42-20-942 0 0,-1 2-1 0 0,-1 0 0 0 0,0 1 0 0 0,-1 0 0 0 0,0 1 0 0 0,20 23 1 0 0,59 91 835 0 0,-68-89-751 0 0,3 0-1 0 0,32 35 1 0 0,-52-65-192 0 0,6 7 62 0 0,1 0 1 0 0,21 14 0 0 0,-32-25-56 0 0,0-1 0 0 0,1 1 1 0 0,-1-1-1 0 0,1 0 0 0 0,0 0 1 0 0,-1-1-1 0 0,1 1 0 0 0,0-1 1 0 0,0 0-1 0 0,0 0 0 0 0,0 0 1 0 0,0 0-1 0 0,1-1 0 0 0,-1 1 1 0 0,0-1-1 0 0,0 0 1 0 0,5-1-1 0 0,-8 0 4 0 0,0 1 1 0 0,0-1-1 0 0,1 1 1 0 0,-1-1-1 0 0,0 0 1 0 0,0 0-1 0 0,0 0 1 0 0,0 0-1 0 0,0 0 1 0 0,0 0-1 0 0,0 0 1 0 0,0 0-1 0 0,0 0 0 0 0,0 0 1 0 0,-1-1-1 0 0,1 1 1 0 0,0 0-1 0 0,-1 0 1 0 0,1-1-1 0 0,-1 1 1 0 0,0 0-1 0 0,1-1 1 0 0,-1 1-1 0 0,0-1 1 0 0,0 1-1 0 0,0 0 1 0 0,0-1-1 0 0,0 1 0 0 0,0-1 1 0 0,0 1-1 0 0,0-1 1 0 0,-1-2-1 0 0,-13-53 257 0 0,11 48-221 0 0,-56-176 466 0 0,-19-70-269 0 0,-25-349-84 0 0,28 127-126 0 0,44 322-990 0 0,-75-221 0 0 0,97 349-823 0 0,0 3-5852 0 0</inkml:trace>
</inkml:ink>
</file>

<file path=ppt/ink/ink19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4:17.243"/>
    </inkml:context>
    <inkml:brush xml:id="br0">
      <inkml:brushProperty name="width" value="0.1" units="cm"/>
      <inkml:brushProperty name="height" value="0.1" units="cm"/>
      <inkml:brushProperty name="color" value="#E71224"/>
    </inkml:brush>
  </inkml:definitions>
  <inkml:trace contextRef="#ctx0" brushRef="#br0">117 479 920 0 0,'-17'2'1625'0'0,"0"0"-1"0"0,0 2 0 0 0,0 0 1 0 0,-32 11-1 0 0,55-16-966 0 0,-1 0 1 0 0,0 0 0 0 0,1 0-1 0 0,-1 1 1 0 0,0 0-1 0 0,10 0 1 0 0,1 0 76 0 0,302-40 1808 0 0,-78 5-2760 0 0,9 3-139 0 0,13-1-638 0 0,533-8 185 0 0,224-23 2490 0 0,-184-34-105 0 0,4 40-1111 0 0,-640 52-393 0 0,737-46 1120 0 0,-786 39-1140 0 0,81-12-977 0 0,-208 21 606 0 0</inkml:trace>
</inkml:ink>
</file>

<file path=ppt/ink/ink19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4:18.198"/>
    </inkml:context>
    <inkml:brush xml:id="br0">
      <inkml:brushProperty name="width" value="0.1" units="cm"/>
      <inkml:brushProperty name="height" value="0.1" units="cm"/>
      <inkml:brushProperty name="color" value="#E71224"/>
    </inkml:brush>
  </inkml:definitions>
  <inkml:trace contextRef="#ctx0" brushRef="#br0">0 112 10594 0 0,'6'-14'8673'0'0,"16"42"-7022"0"0,12 39-1107 0 0,44 123 1 0 0,21 43-688 0 0,-86-209-28 0 0,1-1-1 0 0,0 0 1 0 0,2 0-1 0 0,1-2 1 0 0,1 0-1 0 0,1-1 1 0 0,23 20-1 0 0,-40-39 182 0 0,-1 1-1 0 0,1-1 1 0 0,0 1-1 0 0,0-1 1 0 0,-1 1 0 0 0,1-1-1 0 0,0 0 1 0 0,0 0-1 0 0,1 0 1 0 0,-1 0-1 0 0,0-1 1 0 0,0 1-1 0 0,0 0 1 0 0,0-1-1 0 0,1 0 1 0 0,-1 1-1 0 0,0-1 1 0 0,1 0-1 0 0,3-1 1 0 0,-4 1 43 0 0,0-2 1 0 0,0 1-1 0 0,0 0 0 0 0,-1 0 1 0 0,1-1-1 0 0,0 1 1 0 0,0-1-1 0 0,-1 1 1 0 0,1-1-1 0 0,-1 0 0 0 0,0 1 1 0 0,1-1-1 0 0,-1 0 1 0 0,0 0-1 0 0,0 0 1 0 0,0 0-1 0 0,0 0 0 0 0,-1 0 1 0 0,1 0-1 0 0,0-3 1 0 0,12-43 539 0 0,13-96 0 0 0,-11 55-307 0 0,-2 10-175 0 0,26-122 129 0 0,-28 159-437 0 0,1 1 0 0 0,30-67 0 0 0,-20 71-2004 0 0</inkml:trace>
</inkml:ink>
</file>

<file path=ppt/ink/ink19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4:19.212"/>
    </inkml:context>
    <inkml:brush xml:id="br0">
      <inkml:brushProperty name="width" value="0.1" units="cm"/>
      <inkml:brushProperty name="height" value="0.1" units="cm"/>
      <inkml:brushProperty name="color" value="#E71224"/>
    </inkml:brush>
  </inkml:definitions>
  <inkml:trace contextRef="#ctx0" brushRef="#br0">2 50 6913 0 0,'-1'-2'435'0'0,"1"0"0"0"0,0 0-1 0 0,-1 0 1 0 0,1 0-1 0 0,0 0 1 0 0,0 0-1 0 0,0 0 1 0 0,1 0-1 0 0,-1 0 1 0 0,0 0-1 0 0,1 0 1 0 0,-1 0-1 0 0,1 0 1 0 0,0 1-1 0 0,-1-1 1 0 0,1 0-1 0 0,0 0 1 0 0,2-2-1 0 0,-2 3-293 0 0,-1 0-1 0 0,1 0 0 0 0,0 1 0 0 0,-1-1 1 0 0,1 0-1 0 0,0 1 0 0 0,-1-1 1 0 0,1 0-1 0 0,0 1 0 0 0,0-1 0 0 0,0 1 1 0 0,0 0-1 0 0,0-1 0 0 0,-1 1 0 0 0,1-1 1 0 0,0 1-1 0 0,0 0 0 0 0,0 0 1 0 0,0 0-1 0 0,0 0 0 0 0,0 0 0 0 0,0 0 1 0 0,0 0-1 0 0,0 0 0 0 0,0 0 1 0 0,0 0-1 0 0,0 0 0 0 0,0 0 0 0 0,0 1 1 0 0,0-1-1 0 0,0 0 0 0 0,0 1 0 0 0,0-1 1 0 0,-1 1-1 0 0,1-1 0 0 0,0 1 1 0 0,0-1-1 0 0,0 1 0 0 0,0 1 0 0 0,8 6-12 0 0,0 1-1 0 0,-1 0 0 0 0,0 1 0 0 0,-1 0 1 0 0,0 0-1 0 0,0 0 0 0 0,-1 1 0 0 0,7 18 1 0 0,31 99-227 0 0,-38-106 103 0 0,1 4-46 0 0,-5-17 25 0 0,0-1-1 0 0,0 0 1 0 0,1 0-1 0 0,0 0 1 0 0,7 13 0 0 0,-11-29-31 0 0,1 1 0 0 0,0-1 0 0 0,0 0 0 0 0,1 1 0 0 0,3-15 0 0 0,-2 9 16 0 0,3-17 184 0 0,1-1 0 0 0,11-34 0 0 0,-14 53-95 0 0,2 1 1 0 0,-1-1 0 0 0,2 1 0 0 0,-1 0 0 0 0,1 1-1 0 0,1-1 1 0 0,0 1 0 0 0,12-13 0 0 0,-17 21-34 0 0,-1 0 1 0 0,1 0-1 0 0,0 1 1 0 0,0-1-1 0 0,0 1 1 0 0,0-1-1 0 0,0 1 1 0 0,0-1-1 0 0,0 1 1 0 0,1 0-1 0 0,-1 0 1 0 0,0 0 0 0 0,1 0-1 0 0,-1 1 1 0 0,1-1-1 0 0,-1 1 1 0 0,1-1-1 0 0,4 1 1 0 0,-5 0-4 0 0,0 1 0 0 0,1 0 1 0 0,-1-1-1 0 0,0 1 1 0 0,0 0-1 0 0,0 0 1 0 0,-1 0-1 0 0,1 0 0 0 0,0 1 1 0 0,0-1-1 0 0,0 1 1 0 0,-1-1-1 0 0,1 1 0 0 0,-1-1 1 0 0,1 1-1 0 0,-1 0 1 0 0,2 2-1 0 0,4 9 40 0 0,-1 1-1 0 0,0 0 1 0 0,0 0-1 0 0,-1 0 1 0 0,2 15-1 0 0,-4-19-66 0 0,34 144-2865 0 0,-30-129-4604 0 0</inkml:trace>
</inkml:ink>
</file>

<file path=ppt/ink/ink19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4:19.497"/>
    </inkml:context>
    <inkml:brush xml:id="br0">
      <inkml:brushProperty name="width" value="0.1" units="cm"/>
      <inkml:brushProperty name="height" value="0.1" units="cm"/>
      <inkml:brushProperty name="color" value="#E71224"/>
    </inkml:brush>
  </inkml:definitions>
  <inkml:trace contextRef="#ctx0" brushRef="#br0">74 0 5065 0 0,'-2'7'9050'0'0,"-1"16"-6239"0"0,2-12-1509 0 0,-30 151 2804 0 0,14-83-5171 0 0,3 0-4673 0 0,9-37-935 0 0</inkml:trace>
</inkml:ink>
</file>

<file path=ppt/ink/ink19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4:19.847"/>
    </inkml:context>
    <inkml:brush xml:id="br0">
      <inkml:brushProperty name="width" value="0.1" units="cm"/>
      <inkml:brushProperty name="height" value="0.1" units="cm"/>
      <inkml:brushProperty name="color" value="#E71224"/>
    </inkml:brush>
  </inkml:definitions>
  <inkml:trace contextRef="#ctx0" brushRef="#br0">1 25 13827 0 0,'0'-1'146'0'0,"0"0"0"0"0,0 0 0 0 0,-1 1 0 0 0,1-1 0 0 0,0 0 0 0 0,0 0 0 0 0,0 0 0 0 0,0 0 0 0 0,0 0 0 0 0,0 1 0 0 0,0-1 0 0 0,0 0 0 0 0,1 0 0 0 0,-1 0 0 0 0,0 0 0 0 0,0 1 0 0 0,1-1 0 0 0,-1 0 0 0 0,0 0 0 0 0,1 1 0 0 0,-1-1 0 0 0,1 0 0 0 0,-1 0 0 0 0,1 1 0 0 0,-1-1 0 0 0,1 0 0 0 0,0 1 1 0 0,-1-1-1 0 0,1 1 0 0 0,0-1 0 0 0,0 0 0 0 0,0 1-44 0 0,0 0 1 0 0,-1 0 0 0 0,1 0 0 0 0,0 0 0 0 0,0 0 0 0 0,-1 0 0 0 0,1 0 0 0 0,0 0-1 0 0,-1 1 1 0 0,1-1 0 0 0,0 0 0 0 0,-1 0 0 0 0,1 0 0 0 0,0 1 0 0 0,-1-1 0 0 0,1 0-1 0 0,0 1 1 0 0,-1-1 0 0 0,1 1 0 0 0,-1-1 0 0 0,1 1 0 0 0,-1-1 0 0 0,1 1 0 0 0,-1-1-1 0 0,1 1 1 0 0,-1-1 0 0 0,1 1 0 0 0,-1 0 0 0 0,0-1 0 0 0,1 1 0 0 0,-1 0 0 0 0,0-1-1 0 0,0 1 1 0 0,1 0 0 0 0,-1 0 0 0 0,0-1 0 0 0,0 2 0 0 0,7 30 287 0 0,-1 1 0 0 0,-1-1 1 0 0,0 57-1 0 0,4 34-176 0 0,14-4-542 0 0,-3-41-3606 0 0</inkml:trace>
</inkml:ink>
</file>

<file path=ppt/ink/ink19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4:20.022"/>
    </inkml:context>
    <inkml:brush xml:id="br0">
      <inkml:brushProperty name="width" value="0.1" units="cm"/>
      <inkml:brushProperty name="height" value="0.1" units="cm"/>
      <inkml:brushProperty name="color" value="#E71224"/>
    </inkml:brush>
  </inkml:definitions>
  <inkml:trace contextRef="#ctx0" brushRef="#br0">10 130 7370 0 0,'-5'-3'656'0'0,"1"1"-528"0"0,5-7 2528 0 0,0 5-1183 0 0,-1-4 15 0 0,3-1-496 0 0,1-2-104 0 0,4-2-23 0 0,3 1-1 0 0,3 1-648 0 0,2 2-136 0 0,2-1-80 0 0,14-1-3105 0 0,-1 1-672 0 0,3 2-128 0 0</inkml:trace>
</inkml:ink>
</file>

<file path=ppt/ink/ink19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4:20.577"/>
    </inkml:context>
    <inkml:brush xml:id="br0">
      <inkml:brushProperty name="width" value="0.1" units="cm"/>
      <inkml:brushProperty name="height" value="0.1" units="cm"/>
      <inkml:brushProperty name="color" value="#E71224"/>
    </inkml:brush>
  </inkml:definitions>
  <inkml:trace contextRef="#ctx0" brushRef="#br0">30 81 7370 0 0,'2'-21'3193'0'0,"-1"17"-2780"0"0,0 1 0 0 0,-1 0-1 0 0,1 0 1 0 0,-1-1 0 0 0,0 1-1 0 0,1 0 1 0 0,-1-1 0 0 0,-1 1-1 0 0,1 0 1 0 0,-1-1 0 0 0,1 1-1 0 0,-1 0 1 0 0,0 0-1 0 0,0-1 1 0 0,0 1 0 0 0,-2-3-1 0 0,-8 34 2701 0 0,4 18-2559 0 0,2 0 1 0 0,1 73-1 0 0,17 94-353 0 0,-4-115-77 0 0,5-1 0 0 0,4-1 0 0 0,38 117-1 0 0,-37-156-153 0 0,3-1 0 0 0,2-1 0 0 0,3 0 1 0 0,2-2-1 0 0,2-2 0 0 0,57 72 0 0 0,-30-55-294 0 0</inkml:trace>
</inkml:ink>
</file>

<file path=ppt/ink/ink19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4:20.942"/>
    </inkml:context>
    <inkml:brush xml:id="br0">
      <inkml:brushProperty name="width" value="0.1" units="cm"/>
      <inkml:brushProperty name="height" value="0.1" units="cm"/>
      <inkml:brushProperty name="color" value="#E71224"/>
    </inkml:brush>
  </inkml:definitions>
  <inkml:trace contextRef="#ctx0" brushRef="#br0">0 11 9674 0 0,'2'-1'391'0'0,"0"-1"1"0"0,0 1-1 0 0,1 0 1 0 0,-1 0-1 0 0,0 0 0 0 0,0 1 1 0 0,1-1-1 0 0,-1 0 0 0 0,0 1 1 0 0,1-1-1 0 0,-1 1 0 0 0,1 0 1 0 0,-1 0-1 0 0,0 0 1 0 0,1 0-1 0 0,-1 0 0 0 0,1 1 1 0 0,3 0-1 0 0,0 0 27 0 0,0 1-1 0 0,0 0 0 0 0,0-1 1 0 0,0 2-1 0 0,0-1 1 0 0,6 4-1 0 0,-3 1-230 0 0,-1 0-1 0 0,0 1 1 0 0,0 0 0 0 0,0 0-1 0 0,-1 0 1 0 0,-1 1-1 0 0,1 0 1 0 0,-1 0-1 0 0,-1 1 1 0 0,0 0 0 0 0,0 0-1 0 0,5 16 1 0 0,4 16 1 0 0,13 74 1 0 0,-27-116-188 0 0,10 57 10 0 0,-3 0 0 0 0,-2 1 0 0 0,-3-1 0 0 0,-2 1 0 0 0,-16 111 0 0 0,1-87-883 0 0,-3 0 0 0 0,-4-2 1 0 0,-48 116-1 0 0,44-133-6156 0 0</inkml:trace>
</inkml:ink>
</file>

<file path=ppt/ink/ink19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4:21.368"/>
    </inkml:context>
    <inkml:brush xml:id="br0">
      <inkml:brushProperty name="width" value="0.1" units="cm"/>
      <inkml:brushProperty name="height" value="0.1" units="cm"/>
      <inkml:brushProperty name="color" value="#E71224"/>
    </inkml:brush>
  </inkml:definitions>
  <inkml:trace contextRef="#ctx0" brushRef="#br0">0 103 1840 0 0,'2'-2'468'0'0,"-1"0"-1"0"0,1 1 1 0 0,0-1-1 0 0,-1 1 1 0 0,1-1-1 0 0,0 1 1 0 0,0 0-1 0 0,0-1 1 0 0,0 1-1 0 0,0 0 0 0 0,0 0 1 0 0,0 1-1 0 0,1-1 1 0 0,-1 0-1 0 0,0 1 1 0 0,0-1-1 0 0,1 1 1 0 0,-1 0-1 0 0,0-1 1 0 0,1 1-1 0 0,-1 0 1 0 0,0 1-1 0 0,0-1 0 0 0,1 0 1 0 0,-1 1-1 0 0,0-1 1 0 0,4 2-1 0 0,-1 1 51 0 0,-1 0 0 0 0,1 0 1 0 0,-1 0-1 0 0,1 1 0 0 0,-1-1 0 0 0,0 1 0 0 0,0 0 0 0 0,-1 1 0 0 0,1-1 0 0 0,4 9 0 0 0,5 10-152 0 0,-1 1 0 0 0,-2-1 0 0 0,0 2-1 0 0,-2 0 1 0 0,9 39 0 0 0,12 35 32 0 0,-29-98-381 0 0,0-1 1 0 0,0 0-1 0 0,0 1 0 0 0,0-1 1 0 0,0 1-1 0 0,0-1 0 0 0,0 0 1 0 0,0 1-1 0 0,1-1 1 0 0,-1 1-1 0 0,0-1 0 0 0,0 0 1 0 0,0 1-1 0 0,1-1 0 0 0,-1 0 1 0 0,0 1-1 0 0,1-1 0 0 0,-1 0 1 0 0,0 1-1 0 0,1-1 0 0 0,-1 0 1 0 0,0 0-1 0 0,1 0 1 0 0,-1 1-1 0 0,0-1 0 0 0,1 0 1 0 0,-1 0-1 0 0,1 0 0 0 0,-1 0 1 0 0,0 0-1 0 0,1 1 0 0 0,-1-1 1 0 0,1 0-1 0 0,-1 0 0 0 0,0 0 1 0 0,1 0-1 0 0,-1 0 1 0 0,1-1-1 0 0,15-14 474 0 0,15-44 118 0 0,-21 39-418 0 0,18-29-550 0 0,3 2 0 0 0,2 1 0 0 0,2 2-1 0 0,58-59 1 0 0,-49 59-8047 0 0</inkml:trace>
</inkml:ink>
</file>

<file path=ppt/ink/ink19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4:22.272"/>
    </inkml:context>
    <inkml:brush xml:id="br0">
      <inkml:brushProperty name="width" value="0.1" units="cm"/>
      <inkml:brushProperty name="height" value="0.1" units="cm"/>
      <inkml:brushProperty name="color" value="#E71224"/>
    </inkml:brush>
  </inkml:definitions>
  <inkml:trace contextRef="#ctx0" brushRef="#br0">12 32 7834 0 0,'-12'4'9307'0'0,"62"-9"-5001"0"0,-40 4-4166 0 0,96-18 701 0 0,-79 12-2266 0 0,-8 3-6103 0 0</inkml:trace>
</inkml:ink>
</file>

<file path=ppt/ink/ink19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4:22.509"/>
    </inkml:context>
    <inkml:brush xml:id="br0">
      <inkml:brushProperty name="width" value="0.1" units="cm"/>
      <inkml:brushProperty name="height" value="0.1" units="cm"/>
      <inkml:brushProperty name="color" value="#E71224"/>
    </inkml:brush>
  </inkml:definitions>
  <inkml:trace contextRef="#ctx0" brushRef="#br0">1 0 13363 0 0,'1'1'355'0'0,"-1"0"1"0"0,1 0 0 0 0,0 0-1 0 0,0-1 1 0 0,0 1-1 0 0,-1 1 1 0 0,1-1 0 0 0,0 0-1 0 0,-1 0 1 0 0,1 0-1 0 0,-1 0 1 0 0,0 0 0 0 0,1 0-1 0 0,-1 2 1 0 0,12 40 2037 0 0,-12-43-2286 0 0,7 40 189 0 0,-1 1 1 0 0,-3-1 0 0 0,-2 62-1 0 0,-1-70-1264 0 0,0 12-6708 0 0</inkml:trace>
</inkml:ink>
</file>

<file path=ppt/ink/ink19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4:23.555"/>
    </inkml:context>
    <inkml:brush xml:id="br0">
      <inkml:brushProperty name="width" value="0.1" units="cm"/>
      <inkml:brushProperty name="height" value="0.1" units="cm"/>
      <inkml:brushProperty name="color" value="#E71224"/>
    </inkml:brush>
  </inkml:definitions>
  <inkml:trace contextRef="#ctx0" brushRef="#br0">97 89 6913 0 0,'1'-18'1336'0'0,"0"13"-664"0"0,-1 1 0 0 0,1-1-1 0 0,-1 0 1 0 0,0 1 0 0 0,0-1-1 0 0,-1 0 1 0 0,1 1 0 0 0,-1-1-1 0 0,0 0 1 0 0,-1 1 0 0 0,1-1-1 0 0,-4-8 1 0 0,4 13-578 0 0,1 0 0 0 0,-1 0 0 0 0,1-1 1 0 0,0 1-1 0 0,-1 0 0 0 0,1 0 0 0 0,-1 0 0 0 0,1 0 0 0 0,0-1 0 0 0,-1 1 1 0 0,1 0-1 0 0,-1 0 0 0 0,1 0 0 0 0,-1 0 0 0 0,1 0 0 0 0,-1 0 0 0 0,1 0 1 0 0,-1 0-1 0 0,1 0 0 0 0,0 1 0 0 0,-1-1 0 0 0,1 0 0 0 0,-1 0 0 0 0,1 0 1 0 0,-1 0-1 0 0,1 1 0 0 0,0-1 0 0 0,-1 0 0 0 0,1 0 0 0 0,0 1 0 0 0,-1-1 1 0 0,1 0-1 0 0,0 1 0 0 0,-1-1 0 0 0,1 0 0 0 0,0 1 0 0 0,-1-1 0 0 0,1 0 1 0 0,0 1-1 0 0,0-1 0 0 0,0 1 0 0 0,-1-1 0 0 0,1 0 0 0 0,0 2 0 0 0,-12 20 629 0 0,12-21-652 0 0,-11 28 131 0 0,1 0-1 0 0,1 1 0 0 0,2 0 0 0 0,-7 60 0 0 0,6 127-85 0 0,8-146-100 0 0,4 1 0 0 0,3-1-1 0 0,19 81 1 0 0,-20-124 35 0 0,2 1-1 0 0,1-1 0 0 0,2 0 0 0 0,1-1 1 0 0,0 0-1 0 0,2-1 0 0 0,1-1 0 0 0,2 0 1 0 0,0-1-1 0 0,28 31 0 0 0,-27-37 36 0 0,0-1 1 0 0,1 0-1 0 0,1-2 1 0 0,1 0-1 0 0,40 22 0 0 0,-50-32-201 0 0,0 0 0 0 0,0 0 0 0 0,0-1 0 0 0,1-1 0 0 0,0 0 0 0 0,0-1 0 0 0,0 0 0 0 0,0 0 0 0 0,0-2 0 0 0,0 1 0 0 0,1-2 0 0 0,-1 1 0 0 0,0-2 0 0 0,12-2 0 0 0,3-3-5386 0 0,-3-1-1826 0 0</inkml:trace>
</inkml:ink>
</file>

<file path=ppt/ink/ink19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4:23.999"/>
    </inkml:context>
    <inkml:brush xml:id="br0">
      <inkml:brushProperty name="width" value="0.1" units="cm"/>
      <inkml:brushProperty name="height" value="0.1" units="cm"/>
      <inkml:brushProperty name="color" value="#E71224"/>
    </inkml:brush>
  </inkml:definitions>
  <inkml:trace contextRef="#ctx0" brushRef="#br0">20 195 9218 0 0,'-2'-1'588'0'0,"0"0"0"0"0,1-1 0 0 0,-1 1 0 0 0,1-1 0 0 0,-1 0 1 0 0,1 0-1 0 0,0 1 0 0 0,0-1 0 0 0,-1 0 0 0 0,1 0 0 0 0,1 0 0 0 0,-1 0 0 0 0,-1-2 0 0 0,2 3-463 0 0,0 1-1 0 0,0 0 0 0 0,0-1 0 0 0,0 1 1 0 0,0 0-1 0 0,0-1 0 0 0,0 1 0 0 0,0-1 1 0 0,0 1-1 0 0,0 0 0 0 0,0-1 1 0 0,3-3 1987 0 0,-2 3-1987 0 0,17 3 1304 0 0,-10 1-1299 0 0,0 1 1 0 0,0 0-1 0 0,0 1 0 0 0,0-1 1 0 0,-1 2-1 0 0,1-1 0 0 0,-1 1 1 0 0,-1 0-1 0 0,8 9 0 0 0,53 70 423 0 0,-45-55-705 0 0,12 19-50 0 0,-21-30 191 0 0,0 0 1 0 0,1-1-1 0 0,0 0 1 0 0,2-1-1 0 0,0-1 1 0 0,33 26-1 0 0,-48-40 21 0 0,1-1 0 0 0,0 0 1 0 0,-1 0-1 0 0,1 0 0 0 0,0 0 0 0 0,0-1 0 0 0,-1 1 0 0 0,1 0 1 0 0,0-1-1 0 0,0 1 0 0 0,0-1 0 0 0,0 0 0 0 0,0 0 0 0 0,0 0 0 0 0,0 0 1 0 0,0 0-1 0 0,0 0 0 0 0,0 0 0 0 0,0 0 0 0 0,0-1 0 0 0,2 0 1 0 0,-1-1 7 0 0,-1 1 1 0 0,0-1 0 0 0,0 1 0 0 0,0-1 0 0 0,0 0 0 0 0,0 0 0 0 0,0 0 0 0 0,0 0 0 0 0,0 0 0 0 0,-1 0 0 0 0,1-1-1 0 0,-1 1 1 0 0,2-5 0 0 0,3-8 37 0 0,-1 0-1 0 0,0-1 1 0 0,-2 1-1 0 0,3-21 1 0 0,-4 26-78 0 0,13-87-36 0 0,-10 49-883 0 0,3-1 0 0 0,2 1-1 0 0,29-82 1 0 0,-27 101-6654 0 0</inkml:trace>
</inkml:ink>
</file>

<file path=ppt/ink/ink19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4:24.555"/>
    </inkml:context>
    <inkml:brush xml:id="br0">
      <inkml:brushProperty name="width" value="0.1" units="cm"/>
      <inkml:brushProperty name="height" value="0.1" units="cm"/>
      <inkml:brushProperty name="color" value="#E71224"/>
    </inkml:brush>
  </inkml:definitions>
  <inkml:trace contextRef="#ctx0" brushRef="#br0">7 91 9674 0 0,'-5'-28'1797'0'0,"5"27"-1683"0"0,0 0 1 0 0,-1 1 0 0 0,1-1 0 0 0,0 0-1 0 0,0 1 1 0 0,0-1 0 0 0,0 0-1 0 0,0 0 1 0 0,0 1 0 0 0,0-1-1 0 0,0 0 1 0 0,0 0 0 0 0,1 1-1 0 0,-1-1 1 0 0,0 0 0 0 0,0 1-1 0 0,1-1 1 0 0,-1 0 0 0 0,0 1-1 0 0,1-1 1 0 0,-1 0 0 0 0,0 1-1 0 0,1-1 1 0 0,-1 1 0 0 0,1-1 0 0 0,-1 0-1 0 0,1 1 1 0 0,0 0 0 0 0,-1-1-1 0 0,1 1 1 0 0,-1-1 0 0 0,1 1-1 0 0,0 0 1 0 0,-1-1 0 0 0,2 1-1 0 0,-1 0 52 0 0,1 1 0 0 0,-1-1 0 0 0,0 1 0 0 0,0 0 0 0 0,0-1 0 0 0,0 1 0 0 0,0 0 0 0 0,0 0 0 0 0,0 0-1 0 0,0 0 1 0 0,0 0 0 0 0,0 0 0 0 0,0 0 0 0 0,0 0 0 0 0,-1 0 0 0 0,1 0 0 0 0,0 0 0 0 0,0 3 0 0 0,11 23 1038 0 0,-12-27-1188 0 0,9 27 648 0 0,8 36 0 0 0,2 10-487 0 0,-19-72-188 0 0,0-1 0 0 0,0 0 0 0 0,0 0 1 0 0,0 0-1 0 0,0 1 0 0 0,0-1 1 0 0,0 0-1 0 0,0 0 0 0 0,0 1 0 0 0,0-1 1 0 0,0 0-1 0 0,0 0 0 0 0,0 0 1 0 0,1 1-1 0 0,-1-1 0 0 0,0 0 0 0 0,0 0 1 0 0,0 0-1 0 0,0 0 0 0 0,0 1 1 0 0,0-1-1 0 0,0 0 0 0 0,1 0 0 0 0,-1 0 1 0 0,0 0-1 0 0,0 1 0 0 0,0-1 1 0 0,0 0-1 0 0,1 0 0 0 0,-1 0 0 0 0,0 0 1 0 0,0 0-1 0 0,0 0 0 0 0,0 0 1 0 0,1 0-1 0 0,-1 0 0 0 0,0 0 0 0 0,0 1 1 0 0,0-1-1 0 0,1 0 0 0 0,-1 0 0 0 0,0 0 1 0 0,0 0-1 0 0,1 0 0 0 0,-1-1 1 0 0,0 1-1 0 0,0 0 0 0 0,0 0 0 0 0,1 0 1 0 0,-1 0-1 0 0,0 0 0 0 0,0 0 1 0 0,0 0-1 0 0,0 0 0 0 0,1 0 0 0 0,-1 0 1 0 0,0-1-1 0 0,0 1 0 0 0,0 0 1 0 0,1 0-1 0 0,8-20-774 0 0,7-33-591 0 0,-15 49 1265 0 0,10-47-292 0 0,-5 21 736 0 0,2 1 1 0 0,14-38-1 0 0,-21 68-55 0 0,1 1 1 0 0,-1 0-1 0 0,1 0 0 0 0,-1 0 0 0 0,0 0 1 0 0,0 0-1 0 0,0 0 0 0 0,0 0 0 0 0,0 0 1 0 0,0 0-1 0 0,0 0 0 0 0,0 3 0 0 0,16 42 37 0 0,-15-39-11 0 0,21 57-537 0 0,-16-46-1223 0 0,1 0-1 0 0,1 0 1 0 0,0-1-1 0 0,1 0 1 0 0,22 28-1 0 0,-25-37 1440 0 0</inkml:trace>
</inkml:ink>
</file>

<file path=ppt/ink/ink19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4:24.841"/>
    </inkml:context>
    <inkml:brush xml:id="br0">
      <inkml:brushProperty name="width" value="0.1" units="cm"/>
      <inkml:brushProperty name="height" value="0.1" units="cm"/>
      <inkml:brushProperty name="color" value="#E71224"/>
    </inkml:brush>
  </inkml:definitions>
  <inkml:trace contextRef="#ctx0" brushRef="#br0">49 1 5985 0 0,'11'1'13746'0'0,"-19"39"-11838"0"0,-4 45 0 0 0,8-45-1867 0 0,-20 76 1 0 0,12-78-1982 0 0</inkml:trace>
</inkml:ink>
</file>

<file path=ppt/ink/ink19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4:25.619"/>
    </inkml:context>
    <inkml:brush xml:id="br0">
      <inkml:brushProperty name="width" value="0.1" units="cm"/>
      <inkml:brushProperty name="height" value="0.1" units="cm"/>
      <inkml:brushProperty name="color" value="#E71224"/>
    </inkml:brush>
  </inkml:definitions>
  <inkml:trace contextRef="#ctx0" brushRef="#br0">139 4 8290 0 0,'0'0'102'0'0,"-1"0"0"0"0,1-1 0 0 0,-1 1 0 0 0,1 0 0 0 0,-1-1 0 0 0,1 1 0 0 0,-1 0-1 0 0,1 0 1 0 0,-1 0 0 0 0,1-1 0 0 0,-1 1 0 0 0,1 0 0 0 0,-1 0 0 0 0,1 0 0 0 0,-1 0 0 0 0,0 0 0 0 0,1 0 0 0 0,-1 0 0 0 0,1 0 0 0 0,-1 0 0 0 0,1 0 0 0 0,-1 0 0 0 0,1 0 0 0 0,-1 1 0 0 0,1-1 0 0 0,-1 0 0 0 0,1 0 0 0 0,-1 1 0 0 0,1-1 0 0 0,-1 0 0 0 0,1 1 0 0 0,-1-1 0 0 0,0 1 0 0 0,-21 9 1160 0 0,13-4-845 0 0,1-1 0 0 0,0 1 0 0 0,0 1-1 0 0,0-1 1 0 0,1 1 0 0 0,0 1 0 0 0,0-1 0 0 0,1 1 0 0 0,-11 16 0 0 0,16-21-379 0 0,-1-1 1 0 0,0 1-1 0 0,1 0 0 0 0,0 0 1 0 0,-1 0-1 0 0,1-1 1 0 0,1 1-1 0 0,-1 0 1 0 0,0 0-1 0 0,1 1 0 0 0,-1-1 1 0 0,1 0-1 0 0,0 0 1 0 0,0 0-1 0 0,0 0 0 0 0,0 0 1 0 0,1 0-1 0 0,-1 0 1 0 0,1 0-1 0 0,0 0 0 0 0,0 0 1 0 0,0 0-1 0 0,0 0 1 0 0,0 0-1 0 0,1 0 1 0 0,-1-1-1 0 0,1 1 0 0 0,0-1 1 0 0,0 1-1 0 0,0-1 1 0 0,0 0-1 0 0,0 1 0 0 0,0-1 1 0 0,1 0-1 0 0,3 2 1 0 0,9 6 39 0 0,-5-3-68 0 0,0-1-1 0 0,-1 1 1 0 0,1 1-1 0 0,-1 0 1 0 0,13 15-1 0 0,-20-21-20 0 0,-1 0 0 0 0,0 0 0 0 0,1 1 0 0 0,-1-1 0 0 0,0 0 0 0 0,0 1 0 0 0,0-1 0 0 0,-1 1 0 0 0,1-1 0 0 0,0 0 0 0 0,-1 1-1 0 0,0 0 1 0 0,1-1 0 0 0,-1 1 0 0 0,0-1 0 0 0,0 1 0 0 0,-1-1 0 0 0,1 1 0 0 0,0-1 0 0 0,-1 1 0 0 0,0-1 0 0 0,1 1 0 0 0,-1-1 0 0 0,0 1 0 0 0,0-1 0 0 0,-1 0 0 0 0,1 0 0 0 0,0 1-1 0 0,-1-1 1 0 0,1 0 0 0 0,-1 0 0 0 0,-2 2 0 0 0,-1 1-151 0 0,0 0-1 0 0,0 0 1 0 0,-1-1-1 0 0,1 0 0 0 0,-1 0 1 0 0,0 0-1 0 0,0-1 1 0 0,-1 0-1 0 0,-11 5 1 0 0,11-6-791 0 0</inkml:trace>
</inkml:ink>
</file>

<file path=ppt/ink/ink19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4:26.033"/>
    </inkml:context>
    <inkml:brush xml:id="br0">
      <inkml:brushProperty name="width" value="0.1" units="cm"/>
      <inkml:brushProperty name="height" value="0.1" units="cm"/>
      <inkml:brushProperty name="color" value="#E71224"/>
    </inkml:brush>
  </inkml:definitions>
  <inkml:trace contextRef="#ctx0" brushRef="#br0">1 0 10594 0 0,'4'19'7639'0'0,"5"24"-5256"0"0,-1 114 0 0 0,-8-106-2340 0 0,10 66 0 0 0,-10-115-106 0 0,0 0 1 0 0,0 0-1 0 0,1 0 0 0 0,-1 0 0 0 0,0 0 1 0 0,1 0-1 0 0,0-1 0 0 0,-1 1 1 0 0,1 0-1 0 0,0 0 0 0 0,0-1 1 0 0,0 1-1 0 0,0-1 0 0 0,0 1 0 0 0,3 2 1 0 0,6-6-1468 0 0,3-14-395 0 0,20-54-1970 0 0,-22 45 3577 0 0,17-31 1 0 0,-24 49 624 0 0,1 1 1 0 0,0-1 0 0 0,0 1 0 0 0,0 0 0 0 0,1 0 0 0 0,-1 0 0 0 0,1 1 0 0 0,13-9 0 0 0,-18 14-188 0 0,0-1 1 0 0,0 0-1 0 0,0 1 1 0 0,0-1 0 0 0,0 1-1 0 0,1-1 1 0 0,-1 1 0 0 0,0-1-1 0 0,0 1 1 0 0,1 0-1 0 0,-1 0 1 0 0,0-1 0 0 0,0 1-1 0 0,1 0 1 0 0,-1 0 0 0 0,0 1-1 0 0,0-1 1 0 0,1 0-1 0 0,-1 0 1 0 0,0 0 0 0 0,0 1-1 0 0,1-1 1 0 0,-1 1 0 0 0,2 0-1 0 0,-1 1 26 0 0,0-1 0 0 0,0 1 0 0 0,0 0 0 0 0,0 0 0 0 0,0 0 0 0 0,-1 0 0 0 0,1 0 0 0 0,0 1 0 0 0,-1-1 0 0 0,0 0 0 0 0,2 3 0 0 0,2 9 139 0 0,0-1 1 0 0,-1 1-1 0 0,4 20 0 0 0,-7-29-259 0 0,15 68-370 0 0,-2-26-3058 0 0</inkml:trace>
</inkml:ink>
</file>

<file path=ppt/ink/ink19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4:26.365"/>
    </inkml:context>
    <inkml:brush xml:id="br0">
      <inkml:brushProperty name="width" value="0.1" units="cm"/>
      <inkml:brushProperty name="height" value="0.1" units="cm"/>
      <inkml:brushProperty name="color" value="#E71224"/>
    </inkml:brush>
  </inkml:definitions>
  <inkml:trace contextRef="#ctx0" brushRef="#br0">13 33 8290 0 0,'-6'58'7355'0'0,"3"-39"-6116"0"0,1 0-1 0 0,1 32 1 0 0,1-46-1120 0 0,0 0 0 0 0,1-1 0 0 0,-1 1 1 0 0,1 0-1 0 0,1 0 0 0 0,-1 0 0 0 0,1 0 0 0 0,0-1 0 0 0,0 1 0 0 0,0-1 1 0 0,0 1-1 0 0,1-1 0 0 0,0 0 0 0 0,0 0 0 0 0,3 4 0 0 0,-5-7-118 0 0,0 0 0 0 0,0 0 0 0 0,0 0 0 0 0,0 0 0 0 0,0-1 0 0 0,1 1 0 0 0,-1 0 0 0 0,0 0 0 0 0,0-1 0 0 0,1 1 0 0 0,-1-1 0 0 0,0 1 0 0 0,0-1 0 0 0,1 0 0 0 0,-1 1 0 0 0,1-1 0 0 0,-1 0 0 0 0,0 0 0 0 0,1 0 0 0 0,-1 0 0 0 0,1 0 0 0 0,-1 0 0 0 0,0 0 0 0 0,3-1 0 0 0,-2 0-1 0 0,1 0-1 0 0,0-1 1 0 0,0 1-1 0 0,-1-1 1 0 0,1 0-1 0 0,-1 1 1 0 0,0-1-1 0 0,1 0 1 0 0,-1-1-1 0 0,3-3 1 0 0,3-4-5 0 0,-1 0-1 0 0,-1-1 1 0 0,0 0 0 0 0,7-16 0 0 0,-10 19-253 0 0,0 1 1 0 0,-1-1 0 0 0,0 0 0 0 0,0 0 0 0 0,0 0-1 0 0,-1 0 1 0 0,-1-1 0 0 0,1 1 0 0 0,-1 0 0 0 0,-1 0 0 0 0,1 0-1 0 0,-3-9 1 0 0,2 14 137 0 0,0 0 0 0 0,0-1-1 0 0,0 1 1 0 0,-1 0 0 0 0,1 0 0 0 0,-1 0-1 0 0,0 0 1 0 0,0 0 0 0 0,0 0 0 0 0,0 0 0 0 0,0 1-1 0 0,-1-1 1 0 0,1 1 0 0 0,-1 0 0 0 0,0-1-1 0 0,0 1 1 0 0,0 1 0 0 0,0-1 0 0 0,0 0-1 0 0,0 1 1 0 0,0-1 0 0 0,0 1 0 0 0,-1 0-1 0 0,1 0 1 0 0,0 0 0 0 0,-1 0 0 0 0,1 1-1 0 0,-1 0 1 0 0,1-1 0 0 0,-5 2 0 0 0,-31 0-2082 0 0,21 0-2224 0 0</inkml:trace>
</inkml:ink>
</file>

<file path=ppt/ink/ink19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4:26.809"/>
    </inkml:context>
    <inkml:brush xml:id="br0">
      <inkml:brushProperty name="width" value="0.1" units="cm"/>
      <inkml:brushProperty name="height" value="0.1" units="cm"/>
      <inkml:brushProperty name="color" value="#E71224"/>
    </inkml:brush>
  </inkml:definitions>
  <inkml:trace contextRef="#ctx0" brushRef="#br0">10 12 11979 0 0,'-1'0'57'0'0,"1"-1"0"0"0,-1 1 0 0 0,1 0 0 0 0,-1 0 0 0 0,1-1 0 0 0,-1 1 0 0 0,1 0 0 0 0,-1-1 0 0 0,1 1 0 0 0,-1 0 0 0 0,1-1 0 0 0,-1 1 0 0 0,1-1 0 0 0,0 1 0 0 0,-1-1 0 0 0,1 1 0 0 0,0-1 0 0 0,0 1 0 0 0,-1-1 0 0 0,1 1 0 0 0,0-1 0 0 0,0 0 0 0 0,0 1 0 0 0,0-1 0 0 0,-1 0 0 0 0,2 1 43 0 0,-1 0 0 0 0,0 0 1 0 0,1 0-1 0 0,-1 0 0 0 0,1 0 0 0 0,-1 1 1 0 0,0-1-1 0 0,1 0 0 0 0,-1 0 1 0 0,0 0-1 0 0,0 0 0 0 0,1 1 1 0 0,-1-1-1 0 0,0 0 0 0 0,1 0 0 0 0,-1 1 1 0 0,0-1-1 0 0,0 0 0 0 0,1 0 1 0 0,-1 1-1 0 0,0-1 0 0 0,0 0 1 0 0,0 1-1 0 0,1-1 0 0 0,-1 0 0 0 0,0 1 1 0 0,0-1-1 0 0,0 0 0 0 0,0 1 1 0 0,0-1-1 0 0,0 0 0 0 0,0 1 0 0 0,0-1 1 0 0,0 1-1 0 0,0-1 0 0 0,0 1 1 0 0,7 26 1139 0 0,-2 0 0 0 0,0 1 0 0 0,1 48 0 0 0,-4-39-868 0 0,13 71 0 0 0,-13-98-431 0 0,1 0 0 0 0,0 0 0 0 0,1 0 0 0 0,0 0 0 0 0,1-1 0 0 0,0 1 0 0 0,0-1 0 0 0,1 0 0 0 0,0-1 0 0 0,0 1-1 0 0,11 9 1 0 0,-1-4-473 0 0,2-3-18 0 0</inkml:trace>
</inkml:ink>
</file>

<file path=ppt/ink/ink19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4:27.014"/>
    </inkml:context>
    <inkml:brush xml:id="br0">
      <inkml:brushProperty name="width" value="0.1" units="cm"/>
      <inkml:brushProperty name="height" value="0.1" units="cm"/>
      <inkml:brushProperty name="color" value="#E71224"/>
    </inkml:brush>
  </inkml:definitions>
  <inkml:trace contextRef="#ctx0" brushRef="#br0">0 75 10594 0 0,'0'-2'472'0'0,"2"1"96"0"0,-1-2-455 0 0,2 2-113 0 0,1-1 0 0 0,0 1 0 0 0,0-2 736 0 0,3 1 128 0 0,4-4 32 0 0,3-1 0 0 0,5-1-504 0 0,0-1-96 0 0,-1 0-16 0 0,-3 3-8 0 0,0-1-1256 0 0,-2 0-248 0 0</inkml:trace>
</inkml:ink>
</file>

<file path=ppt/ink/ink19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4:27.540"/>
    </inkml:context>
    <inkml:brush xml:id="br0">
      <inkml:brushProperty name="width" value="0.1" units="cm"/>
      <inkml:brushProperty name="height" value="0.1" units="cm"/>
      <inkml:brushProperty name="color" value="#E71224"/>
    </inkml:brush>
  </inkml:definitions>
  <inkml:trace contextRef="#ctx0" brushRef="#br0">67 88 10594 0 0,'-32'-42'1333'0'0,"-3"-3"4680"0"0,48 68-2546 0 0,7 20-2447 0 0,4 9-803 0 0,210 406 613 0 0,-217-421-813 0 0,-1 1-1 0 0,-1 1 1 0 0,-2 1-1 0 0,-2 0 0 0 0,-2 0 1 0 0,5 51-1 0 0,-12-60-53 0 0,-1 0 0 0 0,-1 0 0 0 0,-2-1-1 0 0,-1 1 1 0 0,-1 0 0 0 0,-2-1 0 0 0,-1 0 0 0 0,-21 58-1 0 0,-10 1-458 0 0,-59 105-1 0 0,87-177 217 0 0</inkml:trace>
</inkml:ink>
</file>

<file path=ppt/ink/ink19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4:28.157"/>
    </inkml:context>
    <inkml:brush xml:id="br0">
      <inkml:brushProperty name="width" value="0.1" units="cm"/>
      <inkml:brushProperty name="height" value="0.1" units="cm"/>
      <inkml:brushProperty name="color" value="#E71224"/>
    </inkml:brush>
  </inkml:definitions>
  <inkml:trace contextRef="#ctx0" brushRef="#br0">5 66 6449 0 0,'0'0'132'0'0,"-1"-1"-1"0"0,1 1 1 0 0,-1-1-1 0 0,1 0 1 0 0,-1 1 0 0 0,1-1-1 0 0,0 0 1 0 0,-1 1-1 0 0,1-1 1 0 0,0 0-1 0 0,0 1 1 0 0,0-1-1 0 0,-1 0 1 0 0,1 0-1 0 0,0 1 1 0 0,0-1-1 0 0,0 0 1 0 0,0 0-1 0 0,0 1 1 0 0,0-1-1 0 0,1 0 1 0 0,-1 0-1 0 0,0 1 1 0 0,0-1-1 0 0,0 0 1 0 0,1 1-1 0 0,-1-1 1 0 0,0 0 0 0 0,1 0-1 0 0,1-2 297 0 0,0 0 1 0 0,0 1-1 0 0,0-1 1 0 0,0 1-1 0 0,0-1 1 0 0,1 1-1 0 0,4-4 1 0 0,-4 4-156 0 0,0 0-1 0 0,0 0 1 0 0,0 0 0 0 0,1 0 0 0 0,-1 0 0 0 0,0 1-1 0 0,1-1 1 0 0,-1 1 0 0 0,1 0 0 0 0,-1 0 0 0 0,1 0 0 0 0,0 1-1 0 0,-1-1 1 0 0,1 1 0 0 0,7 0 0 0 0,-8 2-163 0 0,0-1 0 0 0,0 1 1 0 0,0-1-1 0 0,-1 1 0 0 0,1 0 0 0 0,-1 0 0 0 0,1 1 1 0 0,-1-1-1 0 0,0 0 0 0 0,1 1 0 0 0,-1 0 1 0 0,0-1-1 0 0,-1 1 0 0 0,1 0 0 0 0,0 0 0 0 0,-1 0 1 0 0,0 0-1 0 0,0 0 0 0 0,0 0 0 0 0,1 5 1 0 0,3 11 165 0 0,-1-1 1 0 0,1 27 0 0 0,-3-25-69 0 0,0-5-53 0 0,-2-10-59 0 0,0 0 1 0 0,0 0 0 0 0,1 0 0 0 0,0-1-1 0 0,0 1 1 0 0,0 0 0 0 0,0 0-1 0 0,1-1 1 0 0,0 1 0 0 0,3 6 0 0 0,-4-11-68 0 0,-1 0 1 0 0,1 0 0 0 0,-1 0-1 0 0,1 0 1 0 0,-1 0-1 0 0,1 0 1 0 0,-1 0 0 0 0,1 0-1 0 0,-1 0 1 0 0,1 0 0 0 0,-1 0-1 0 0,0 0 1 0 0,1-1 0 0 0,-1 1-1 0 0,1 0 1 0 0,-1 0 0 0 0,1-1-1 0 0,-1 1 1 0 0,0 0 0 0 0,1 0-1 0 0,-1-1 1 0 0,0 1 0 0 0,1 0-1 0 0,-1-1 1 0 0,0 1 0 0 0,1-1-1 0 0,-1 1 1 0 0,0 0 0 0 0,0-1-1 0 0,1 1 1 0 0,-1-1 0 0 0,0 1-1 0 0,0-1 1 0 0,0 0 0 0 0,13-21 156 0 0,-10 16-69 0 0,9-10-109 0 0,0 1 1 0 0,1 0-1 0 0,0 1 0 0 0,1 1 0 0 0,31-23 0 0 0,-42 33-35 0 0,34-25-211 0 0</inkml:trace>
</inkml:ink>
</file>

<file path=ppt/ink/ink19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5:12.707"/>
    </inkml:context>
    <inkml:brush xml:id="br0">
      <inkml:brushProperty name="width" value="0.1" units="cm"/>
      <inkml:brushProperty name="height" value="0.1" units="cm"/>
      <inkml:brushProperty name="color" value="#F6630D"/>
    </inkml:brush>
  </inkml:definitions>
  <inkml:trace contextRef="#ctx0" brushRef="#br0">138 46 2705 0 0,'-1'-1'37'0'0,"0"0"0"0"0,0 0 0 0 0,0 0 0 0 0,0 0 0 0 0,0 1 0 0 0,0-1 0 0 0,0 0 0 0 0,0 0 0 0 0,-1 1 0 0 0,1-1 0 0 0,0 1 0 0 0,-1-1 0 0 0,1 1 0 0 0,0 0 0 0 0,-1-1 0 0 0,1 1 0 0 0,0 0 0 0 0,-1 0 0 0 0,-1 0 0 0 0,-35 0 1463 0 0,20 0-618 0 0,9 0-199 0 0,4 0-165 0 0,1 0 1 0 0,0 0-1 0 0,0 0 1 0 0,-1 0-1 0 0,1-1 1 0 0,0 0-1 0 0,0 0 1 0 0,0 0-1 0 0,-5-2 1 0 0,19-4 2635 0 0,16-4-2521 0 0,-16 9-569 0 0,-1 0 1 0 0,1 0-1 0 0,0 0 0 0 0,0 1 0 0 0,-1 1 1 0 0,1 0-1 0 0,0 0 0 0 0,0 1 0 0 0,0 0 1 0 0,11 3-1 0 0,-18-3-90 0 0,0 0 0 0 0,0 0-1 0 0,0 0 1 0 0,0 0 0 0 0,0 1 0 0 0,0-1 0 0 0,0 1 0 0 0,-1 0 0 0 0,1 0-1 0 0,0-1 1 0 0,-1 2 0 0 0,0-1 0 0 0,1 0 0 0 0,-1 0 0 0 0,0 1 0 0 0,0 0-1 0 0,0-1 1 0 0,-1 1 0 0 0,1 0 0 0 0,-1 0 0 0 0,1 0 0 0 0,-1 0 0 0 0,0 0-1 0 0,0 0 1 0 0,0 0 0 0 0,-1 0 0 0 0,1 0 0 0 0,-1 0 0 0 0,1 1 0 0 0,-1-1-1 0 0,0 0 1 0 0,0 0 0 0 0,-1 0 0 0 0,0 6 0 0 0,-2 3-62 0 0,0-1-1 0 0,0 1 1 0 0,-6 12 0 0 0,5-16 108 0 0,0 1 1 0 0,1 0-1 0 0,1 0 1 0 0,0 0-1 0 0,0 0 1 0 0,-1 12 0 0 0,3-19-35 0 0,1-1 0 0 0,-1 1 0 0 0,0-1 1 0 0,1 1-1 0 0,-1-1 0 0 0,1 0 0 0 0,0 1 1 0 0,-1-1-1 0 0,1 0 0 0 0,0 1 0 0 0,0-1 1 0 0,0 0-1 0 0,0 0 0 0 0,0 0 0 0 0,0 0 1 0 0,0 0-1 0 0,0 0 0 0 0,1 0 0 0 0,-1 0 1 0 0,0 0-1 0 0,0 0 0 0 0,1-1 0 0 0,2 2 1 0 0,43 14-837 0 0,-19-7 915 0 0,-22-7-11 0 0,-1 1 1 0 0,0-1-1 0 0,0 1 0 0 0,-1 0 1 0 0,1 1-1 0 0,0-1 1 0 0,-1 1-1 0 0,0 0 1 0 0,0 0-1 0 0,0 0 1 0 0,0 1-1 0 0,-1-1 0 0 0,0 1 1 0 0,0 0-1 0 0,0 0 1 0 0,0 0-1 0 0,-1 0 1 0 0,0 0-1 0 0,0 1 1 0 0,0-1-1 0 0,-1 1 1 0 0,0-1-1 0 0,0 1 0 0 0,0-1 1 0 0,0 1-1 0 0,-1 0 1 0 0,0 0-1 0 0,-1-1 1 0 0,1 1-1 0 0,-1 0 1 0 0,0-1-1 0 0,0 1 0 0 0,-1-1 1 0 0,-4 11-1 0 0,1-2 238 0 0,0-1-1 0 0,-1 1 1 0 0,-1-1-1 0 0,0-1 0 0 0,-1 1 1 0 0,0-1-1 0 0,-1-1 0 0 0,-10 12 1 0 0,10-14-1072 0 0,0-1 1 0 0,-1 0 0 0 0,-10 7 0 0 0</inkml:trace>
</inkml:ink>
</file>

<file path=ppt/ink/ink19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5:12.913"/>
    </inkml:context>
    <inkml:brush xml:id="br0">
      <inkml:brushProperty name="width" value="0.1" units="cm"/>
      <inkml:brushProperty name="height" value="0.1" units="cm"/>
      <inkml:brushProperty name="color" value="#F6630D"/>
    </inkml:brush>
  </inkml:definitions>
  <inkml:trace contextRef="#ctx0" brushRef="#br0">4 0 15203 0 0,'1'1'417'0'0,"1"1"0"0"0,-1-1-1 0 0,0 0 1 0 0,0 1-1 0 0,0-1 1 0 0,0 1 0 0 0,-1-1-1 0 0,1 1 1 0 0,0-1 0 0 0,0 1-1 0 0,-1 0 1 0 0,1-1 0 0 0,-1 1-1 0 0,1 3 1 0 0,-1-3-451 0 0,0 0 0 0 0,-1 0 0 0 0,1 1 0 0 0,0-1 0 0 0,-1 0 1 0 0,1 0-1 0 0,-1 0 0 0 0,0 0 0 0 0,0 0 0 0 0,0 0 0 0 0,0 0 0 0 0,0 0 0 0 0,0-1 1 0 0,0 1-1 0 0,-1 0 0 0 0,1-1 0 0 0,-3 3 0 0 0,4-1-406 0 0,5-6 257 0 0,1-5 183 0 0</inkml:trace>
</inkml:ink>
</file>

<file path=ppt/ink/ink19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5:15.007"/>
    </inkml:context>
    <inkml:brush xml:id="br0">
      <inkml:brushProperty name="width" value="0.1" units="cm"/>
      <inkml:brushProperty name="height" value="0.1" units="cm"/>
      <inkml:brushProperty name="color" value="#F6630D"/>
    </inkml:brush>
  </inkml:definitions>
  <inkml:trace contextRef="#ctx0" brushRef="#br0">22 21 6913 0 0,'-21'-21'8236'0'0,"23"37"-7330"0"0,46 287 2329 0 0,-36-204-3982 0 0,-6-59-232 0 0</inkml:trace>
</inkml:ink>
</file>

<file path=ppt/ink/ink19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5:15.194"/>
    </inkml:context>
    <inkml:brush xml:id="br0">
      <inkml:brushProperty name="width" value="0.1" units="cm"/>
      <inkml:brushProperty name="height" value="0.1" units="cm"/>
      <inkml:brushProperty name="color" value="#F6630D"/>
    </inkml:brush>
  </inkml:definitions>
  <inkml:trace contextRef="#ctx0" brushRef="#br0">10 195 4609 0 0,'-2'-2'97'0'0,"1"1"-1"0"0,0-1 1 0 0,0 0 0 0 0,1 0-1 0 0,-1 1 1 0 0,0-1 0 0 0,0 0-1 0 0,1 0 1 0 0,-1 0-1 0 0,1 0 1 0 0,0 0 0 0 0,0 0-1 0 0,-1 0 1 0 0,1 0 0 0 0,0 0-1 0 0,1 0 1 0 0,-1 0 0 0 0,0 0-1 0 0,1-3 1 0 0,2 0 234 0 0,-1 0 0 0 0,1 1 0 0 0,0-1 0 0 0,0 1 0 0 0,0 0 0 0 0,6-6 0 0 0,3-3 50 0 0,1 0-1 0 0,0 1 0 0 0,1 1 1 0 0,1 0-1 0 0,-1 1 0 0 0,2 1 1 0 0,-1 0-1 0 0,1 1 0 0 0,19-6 1 0 0,-17 8-4882 0 0</inkml:trace>
</inkml:ink>
</file>

<file path=ppt/ink/ink19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5:15.371"/>
    </inkml:context>
    <inkml:brush xml:id="br0">
      <inkml:brushProperty name="width" value="0.1" units="cm"/>
      <inkml:brushProperty name="height" value="0.1" units="cm"/>
      <inkml:brushProperty name="color" value="#F6630D"/>
    </inkml:brush>
  </inkml:definitions>
  <inkml:trace contextRef="#ctx0" brushRef="#br0">1 67 6913 0 0,'5'-4'305'0'0,"1"0"63"0"0,0 1-296 0 0,0 0-72 0 0,1 1 0 0 0,-3-1 0 0 0,3 0-256 0 0,4-2-72 0 0,5-2-17 0 0,6-1 1 0 0,4 0 272 0 0,-3-1 72 0 0,-4 1 0 0 0</inkml:trace>
</inkml:ink>
</file>

<file path=ppt/ink/ink19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5:15.558"/>
    </inkml:context>
    <inkml:brush xml:id="br0">
      <inkml:brushProperty name="width" value="0.1" units="cm"/>
      <inkml:brushProperty name="height" value="0.1" units="cm"/>
      <inkml:brushProperty name="color" value="#F6630D"/>
    </inkml:brush>
  </inkml:definitions>
  <inkml:trace contextRef="#ctx0" brushRef="#br0">44 0 10138 0 0,'-1'3'588'0'0,"-1"1"0"0"0,1-1 0 0 0,0 0 0 0 0,0 1-1 0 0,1-1 1 0 0,-1 1 0 0 0,1-1 0 0 0,0 8 0 0 0,-2 3 214 0 0,-7 38 992 0 0,-1 2-504 0 0,-5 100 0 0 0,14-140-1648 0 0,1 0 0 0 0,1 0 0 0 0,0 0 0 0 0,1 0 0 0 0,1 0-1 0 0,0 0 1 0 0,1 0 0 0 0,0-1 0 0 0,1 0 0 0 0,0 0 0 0 0,1 0 0 0 0,11 15 0 0 0,-5-11 323 0 0</inkml:trace>
</inkml:ink>
</file>

<file path=ppt/ink/ink19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5:15.748"/>
    </inkml:context>
    <inkml:brush xml:id="br0">
      <inkml:brushProperty name="width" value="0.1" units="cm"/>
      <inkml:brushProperty name="height" value="0.1" units="cm"/>
      <inkml:brushProperty name="color" value="#F6630D"/>
    </inkml:brush>
  </inkml:definitions>
  <inkml:trace contextRef="#ctx0" brushRef="#br0">8 1 14283 0 0,'-1'4'710'0'0,"-1"0"-1"0"0,1 1 1 0 0,0 0-1 0 0,0-1 0 0 0,0 1 1 0 0,1-1-1 0 0,-1 7 1 0 0,1-9-812 0 0,0 0 1 0 0,1 0-1 0 0,-1 1 0 0 0,1-1 1 0 0,-1 0-1 0 0,1 0 1 0 0,-1 0-1 0 0,1 0 0 0 0,0 0 1 0 0,2 2-1 0 0,-2-2-158 0 0,0-1 0 0 0,-1 0 0 0 0,1 1 1 0 0,0-1-1 0 0,1 0 0 0 0,-1 0 0 0 0,0 0 0 0 0,0 0 0 0 0,0 0 0 0 0,1 0 0 0 0,-1 0 1 0 0,0 0-1 0 0,1 0 0 0 0,-1-1 0 0 0,1 1 0 0 0,-1 0 0 0 0,1-1 0 0 0,-1 0 0 0 0,1 1 1 0 0,-1-1-1 0 0,1 0 0 0 0,0 0 0 0 0,1 0 0 0 0,5-2-373 0 0</inkml:trace>
</inkml:ink>
</file>

<file path=ppt/ink/ink19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5:15.906"/>
    </inkml:context>
    <inkml:brush xml:id="br0">
      <inkml:brushProperty name="width" value="0.1" units="cm"/>
      <inkml:brushProperty name="height" value="0.1" units="cm"/>
      <inkml:brushProperty name="color" value="#F6630D"/>
    </inkml:brush>
  </inkml:definitions>
  <inkml:trace contextRef="#ctx0" brushRef="#br0">10 7 10594 0 0,'-4'-3'472'0'0,"1"1"96"0"0,2 0-455 0 0,0 2-113 0 0,1 2 0 0 0,0 0 0 0 0,0 4-65 0 0,0 4 65 0 0,0 3-104 0 0,4 9 104 0 0,-1 3 64 0 0,-1 1 1 0 0</inkml:trace>
</inkml:ink>
</file>

<file path=ppt/ink/ink19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5:16.199"/>
    </inkml:context>
    <inkml:brush xml:id="br0">
      <inkml:brushProperty name="width" value="0.1" units="cm"/>
      <inkml:brushProperty name="height" value="0.1" units="cm"/>
      <inkml:brushProperty name="color" value="#F6630D"/>
    </inkml:brush>
  </inkml:definitions>
  <inkml:trace contextRef="#ctx0" brushRef="#br0">168 1 7834 0 0,'-3'-1'361'0'0,"0"1"0"0"0,-1 0 1 0 0,1 0-1 0 0,0 1 0 0 0,0-1 0 0 0,-1 1 1 0 0,1 0-1 0 0,0 0 0 0 0,0 0 1 0 0,0 0-1 0 0,0 0 0 0 0,0 1 0 0 0,0-1 1 0 0,0 1-1 0 0,0 0 0 0 0,1 0 1 0 0,-1 0-1 0 0,1 0 0 0 0,-1 0 0 0 0,-1 3 1 0 0,-7 6 104 0 0,2-1 0 0 0,0 2 0 0 0,-10 13 0 0 0,11-12-316 0 0,0 1-1 0 0,1 0 1 0 0,1 0-1 0 0,0 0 1 0 0,0 1 0 0 0,-3 19-1 0 0,7-28-178 0 0,1-1 0 0 0,0 1 0 0 0,0-1 0 0 0,1 1 0 0 0,0 0 0 0 0,0-1 0 0 0,0 1-1 0 0,0 0 1 0 0,1-1 0 0 0,0 1 0 0 0,0 0 0 0 0,1-1 0 0 0,0 1 0 0 0,0-1 0 0 0,0 0 0 0 0,0 0 0 0 0,1 0-1 0 0,0 0 1 0 0,0 0 0 0 0,4 5 0 0 0,16 7-2171 0 0,-9-14-3463 0 0</inkml:trace>
</inkml:ink>
</file>

<file path=ppt/ink/ink19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5:16.397"/>
    </inkml:context>
    <inkml:brush xml:id="br0">
      <inkml:brushProperty name="width" value="0.1" units="cm"/>
      <inkml:brushProperty name="height" value="0.1" units="cm"/>
      <inkml:brushProperty name="color" value="#F6630D"/>
    </inkml:brush>
  </inkml:definitions>
  <inkml:trace contextRef="#ctx0" brushRef="#br0">92 47 8754 0 0,'-1'-2'-57'0'0,"-32"-30"2185"0"0,32 31-1791 0 0,-1-1 1 0 0,0 1-1 0 0,0 0 1 0 0,0 0-1 0 0,0 0 0 0 0,0 0 1 0 0,0 0-1 0 0,0 0 1 0 0,0 0-1 0 0,0 1 0 0 0,-1-1 1 0 0,1 1-1 0 0,0 0 1 0 0,0-1-1 0 0,-1 1 0 0 0,1 0 1 0 0,-4 1-1 0 0,5-1-215 0 0,0 1-1 0 0,0-1 1 0 0,0 1-1 0 0,0 0 0 0 0,0 0 1 0 0,0-1-1 0 0,0 1 1 0 0,0 0-1 0 0,0 0 0 0 0,0 0 1 0 0,1 0-1 0 0,-1 0 1 0 0,0 0-1 0 0,1 0 0 0 0,-1 0 1 0 0,1 0-1 0 0,-1 1 1 0 0,1-1-1 0 0,-1 0 0 0 0,1 0 1 0 0,0 0-1 0 0,0 1 1 0 0,-1-1-1 0 0,1 0 1 0 0,0 0-1 0 0,0 1 0 0 0,0 1 1 0 0,2 35 757 0 0,3-11-693 0 0,1 0 1 0 0,1-1-1 0 0,1 1 1 0 0,12 24 0 0 0,26 50-2741 0 0,-41-90 1890 0 0,6 12-6217 0 0</inkml:trace>
</inkml:ink>
</file>

<file path=ppt/ink/ink19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5:16.620"/>
    </inkml:context>
    <inkml:brush xml:id="br0">
      <inkml:brushProperty name="width" value="0.1" units="cm"/>
      <inkml:brushProperty name="height" value="0.1" units="cm"/>
      <inkml:brushProperty name="color" value="#F6630D"/>
    </inkml:brush>
  </inkml:definitions>
  <inkml:trace contextRef="#ctx0" brushRef="#br0">176 19 9218 0 0,'-2'-2'330'0'0,"0"0"0"0"0,0 0 0 0 0,0 1 0 0 0,0-1 0 0 0,0 1 1 0 0,0 0-1 0 0,0-1 0 0 0,-1 1 0 0 0,1 0 0 0 0,0 0 0 0 0,-1 1 0 0 0,1-1 0 0 0,-1 0 0 0 0,1 1 0 0 0,0 0 1 0 0,-1-1-1 0 0,0 1 0 0 0,-3 0 0 0 0,2 1-35 0 0,-1 0 1 0 0,1 0-1 0 0,0 0 1 0 0,-1 0 0 0 0,1 1-1 0 0,0 0 1 0 0,0 0-1 0 0,0 0 1 0 0,-7 4-1 0 0,3 0-79 0 0,1 1-1 0 0,-1-1 0 0 0,1 1 1 0 0,0 0-1 0 0,1 0 0 0 0,-1 1 0 0 0,2 0 1 0 0,-11 17-1 0 0,15-23-209 0 0,0 1-1 0 0,0-1 1 0 0,0 0-1 0 0,0 1 1 0 0,0-1-1 0 0,0 1 1 0 0,1-1 0 0 0,-1 1-1 0 0,1-1 1 0 0,0 1-1 0 0,-1 0 1 0 0,1-1 0 0 0,0 1-1 0 0,1-1 1 0 0,-1 1-1 0 0,0 0 1 0 0,2 4-1 0 0,-1-6-111 0 0,0 1 0 0 0,1-1-1 0 0,-1 0 1 0 0,0 0 0 0 0,0 1-1 0 0,1-1 1 0 0,-1 0-1 0 0,1 0 1 0 0,-1-1 0 0 0,1 1-1 0 0,-1 0 1 0 0,1 0 0 0 0,0-1-1 0 0,-1 1 1 0 0,1-1-1 0 0,0 1 1 0 0,-1-1 0 0 0,1 0-1 0 0,0 1 1 0 0,0-1 0 0 0,-1 0-1 0 0,1 0 1 0 0,0 0 0 0 0,0-1-1 0 0,-1 1 1 0 0,1 0-1 0 0,2-2 1 0 0,12 0-6269 0 0</inkml:trace>
</inkml:ink>
</file>

<file path=ppt/ink/ink19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5:16.925"/>
    </inkml:context>
    <inkml:brush xml:id="br0">
      <inkml:brushProperty name="width" value="0.1" units="cm"/>
      <inkml:brushProperty name="height" value="0.1" units="cm"/>
      <inkml:brushProperty name="color" value="#F6630D"/>
    </inkml:brush>
  </inkml:definitions>
  <inkml:trace contextRef="#ctx0" brushRef="#br0">1 125 4145 0 0,'0'1'69'0'0,"0"-1"1"0"0,0 1-1 0 0,0 0 0 0 0,-1 0 0 0 0,1 0 1 0 0,0-1-1 0 0,0 1 0 0 0,0 0 1 0 0,0 0-1 0 0,1-1 0 0 0,-1 1 1 0 0,0 0-1 0 0,0 0 0 0 0,0-1 1 0 0,1 1-1 0 0,-1 0 0 0 0,0 0 1 0 0,1-1-1 0 0,-1 1 0 0 0,0 0 1 0 0,1-1-1 0 0,-1 1 0 0 0,1-1 1 0 0,-1 1-1 0 0,1-1 0 0 0,0 1 0 0 0,-1-1 1 0 0,1 1-1 0 0,-1-1 0 0 0,1 1 1 0 0,0-1-1 0 0,-1 1 0 0 0,1-1 1 0 0,0 0-1 0 0,0 0 0 0 0,-1 1 1 0 0,1-1-1 0 0,0 0 0 0 0,0 0 1 0 0,-1 0-1 0 0,1 0 0 0 0,0 0 1 0 0,0 0-1 0 0,0 0 0 0 0,0 0 1 0 0,2 0 138 0 0,0 0 0 0 0,0 0 1 0 0,0 0-1 0 0,0 0 0 0 0,0 0 1 0 0,0-1-1 0 0,0 1 1 0 0,0-1-1 0 0,0 0 0 0 0,-1 0 1 0 0,5-2-1 0 0,0-2 46 0 0,0-1 0 0 0,0-1 0 0 0,-1 1 0 0 0,0-1 0 0 0,11-14 0 0 0,-15 18-245 0 0,1-1-1 0 0,-1 1 0 0 0,0-1 0 0 0,0 0 0 0 0,0 0 0 0 0,-1 1 0 0 0,1-1 0 0 0,-1 0 0 0 0,0-1 0 0 0,0 1 0 0 0,0 0 1 0 0,-1 0-1 0 0,1 0 0 0 0,-1-8 0 0 0,0 11 72 0 0,-1 0 1 0 0,1 0-1 0 0,0 0 1 0 0,0 0-1 0 0,0 0 1 0 0,-1 0-1 0 0,1 0 0 0 0,0 0 1 0 0,-1 0-1 0 0,1 0 1 0 0,-1 0-1 0 0,1 1 1 0 0,-1-1-1 0 0,1 0 1 0 0,-1 0-1 0 0,0 0 1 0 0,1 1-1 0 0,-1-1 1 0 0,0 0-1 0 0,0 1 0 0 0,1-1 1 0 0,-1 1-1 0 0,0-1 1 0 0,0 1-1 0 0,0-1 1 0 0,0 1-1 0 0,0-1 1 0 0,0 1-1 0 0,0 0 1 0 0,0 0-1 0 0,0-1 1 0 0,0 1-1 0 0,-1 0 1 0 0,1 0 124 0 0,-1 1 0 0 0,1-1 1 0 0,0 0-1 0 0,0 1 1 0 0,-1-1-1 0 0,1 1 1 0 0,0-1-1 0 0,0 1 1 0 0,0 0-1 0 0,0 0 1 0 0,0-1-1 0 0,0 1 1 0 0,0 0-1 0 0,0 0 0 0 0,0 0 1 0 0,0 0-1 0 0,0 0 1 0 0,1 0-1 0 0,-1 0 1 0 0,0 0-1 0 0,1 0 1 0 0,-1 0-1 0 0,0 1 1 0 0,1-1-1 0 0,-1 2 1 0 0,0 0-70 0 0,0 1 0 0 0,1 0 1 0 0,-1 0-1 0 0,1-1 1 0 0,-1 1-1 0 0,1 0 0 0 0,0 0 1 0 0,1 0-1 0 0,-1 0 1 0 0,1-1-1 0 0,-1 1 0 0 0,1 0 1 0 0,0-1-1 0 0,1 1 1 0 0,-1 0-1 0 0,1-1 0 0 0,-1 1 1 0 0,1-1-1 0 0,0 0 1 0 0,0 0-1 0 0,4 4 0 0 0,-3-3-373 0 0,1 0 0 0 0,0 0 0 0 0,0 0 0 0 0,1-1 0 0 0,-1 0 0 0 0,1 1 0 0 0,0-2 0 0 0,-1 1 0 0 0,1 0 0 0 0,1-1 0 0 0,-1 0 0 0 0,0 0 0 0 0,0-1 0 0 0,6 2 0 0 0,6-1-938 0 0</inkml:trace>
</inkml:ink>
</file>

<file path=ppt/ink/ink19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5:17.158"/>
    </inkml:context>
    <inkml:brush xml:id="br0">
      <inkml:brushProperty name="width" value="0.1" units="cm"/>
      <inkml:brushProperty name="height" value="0.1" units="cm"/>
      <inkml:brushProperty name="color" value="#F6630D"/>
    </inkml:brush>
  </inkml:definitions>
  <inkml:trace contextRef="#ctx0" brushRef="#br0">95 36 9218 0 0,'-5'-4'478'0'0,"0"0"0"0"0,0 1 1 0 0,0-1-1 0 0,-1 1 0 0 0,0 0 0 0 0,-6-2 1 0 0,6 3 732 0 0,0 0 0 0 0,0 1 0 0 0,0-1 0 0 0,0 1 0 0 0,0 0 0 0 0,-8 1 327 0 0,16 4-568 0 0</inkml:trace>
</inkml:ink>
</file>

<file path=ppt/ink/ink19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5:17.572"/>
    </inkml:context>
    <inkml:brush xml:id="br0">
      <inkml:brushProperty name="width" value="0.1" units="cm"/>
      <inkml:brushProperty name="height" value="0.1" units="cm"/>
      <inkml:brushProperty name="color" value="#F6630D"/>
    </inkml:brush>
  </inkml:definitions>
  <inkml:trace contextRef="#ctx0" brushRef="#br0">8 75 4145 0 0,'0'-1'256'0'0,"-1"0"0"0"0,0 1 0 0 0,1-1 0 0 0,-1 1 0 0 0,1-1 0 0 0,-1 0 0 0 0,1 1 0 0 0,-1-1 0 0 0,1 0 0 0 0,-1 0 0 0 0,1 1 0 0 0,0-1 0 0 0,-1 0 0 0 0,1 0 0 0 0,0 0 0 0 0,0 0 0 0 0,-1 1 0 0 0,1-1 0 0 0,0 0 0 0 0,0 0 0 0 0,0 0 0 0 0,0 0 0 0 0,0 0 0 0 0,1 0 0 0 0,-1 1 0 0 0,0-1 0 0 0,0 0 0 0 0,0 0 0 0 0,1 0 0 0 0,-1 0 0 0 0,0 1 0 0 0,1-1 0 0 0,-1 0 0 0 0,1 0 0 0 0,-1 1 0 0 0,1-1 0 0 0,-1 0 0 0 0,1 1 0 0 0,-1-1 0 0 0,1 1 0 0 0,1-2 0 0 0,-1 1-41 0 0,0 1 1 0 0,1-1-1 0 0,-1 0 1 0 0,0 1-1 0 0,1-1 1 0 0,-1 1-1 0 0,1-1 1 0 0,-1 1-1 0 0,0-1 1 0 0,1 1-1 0 0,-1 0 1 0 0,1 0-1 0 0,-1 0 1 0 0,1 0-1 0 0,-1 0 1 0 0,1 0-1 0 0,-1 0 1 0 0,1 1-1 0 0,-1-1 1 0 0,1 0-1 0 0,-1 1 1 0 0,0-1-1 0 0,1 1 1 0 0,-1 0-1 0 0,0-1 1 0 0,2 2-1 0 0,9 8-94 0 0,-1 0-1 0 0,0 1 1 0 0,-1 1-1 0 0,-1 0 1 0 0,1 0 0 0 0,-2 1-1 0 0,0 0 1 0 0,0 0-1 0 0,-1 1 1 0 0,-1 0 0 0 0,0 0-1 0 0,-1 0 1 0 0,5 26-1 0 0,-10-36-134 0 0,1 0 0 0 0,-1 0 0 0 0,-1 0 0 0 0,1 0 0 0 0,-1 0 0 0 0,1 0 0 0 0,-1 0-1 0 0,0 0 1 0 0,-1 0 0 0 0,1 0 0 0 0,-4 6 0 0 0,5-9 32 0 0,0 0-1 0 0,-1 0 1 0 0,1 0 0 0 0,-1 0-1 0 0,1 0 1 0 0,-1 0 0 0 0,0 0-1 0 0,1 0 1 0 0,-1 0 0 0 0,0-1 0 0 0,0 1-1 0 0,0 0 1 0 0,0 0 0 0 0,1-1-1 0 0,-1 1 1 0 0,0 0 0 0 0,0-1-1 0 0,0 1 1 0 0,0-1 0 0 0,0 1-1 0 0,-1-1 1 0 0,1 0 0 0 0,0 1 0 0 0,0-1-1 0 0,0 0 1 0 0,0 0 0 0 0,0 0-1 0 0,0 1 1 0 0,-1-1 0 0 0,1-1-1 0 0,0 1 1 0 0,0 0 0 0 0,0 0 0 0 0,0 0-1 0 0,0-1 1 0 0,0 1 0 0 0,0 0-1 0 0,-1-1 1 0 0,1 1 0 0 0,0-1-1 0 0,0 1 1 0 0,0-1 0 0 0,1 0 0 0 0,-3-1-1 0 0,-1-2 2 0 0,1 1 0 0 0,0-1-1 0 0,0 0 1 0 0,0-1 0 0 0,0 1-1 0 0,1 0 1 0 0,0-1 0 0 0,-1 0-1 0 0,2 1 1 0 0,-1-1 0 0 0,1 0 0 0 0,-1 0-1 0 0,1 0 1 0 0,1 0 0 0 0,-1 0-1 0 0,1 0 1 0 0,0-10 0 0 0,0-3 46 0 0,2 1 1 0 0,0-1-1 0 0,7-30 1 0 0,-5 34-635 0 0,0 0-1 0 0,10-20 1 0 0,-10 26-284 0 0,1 0 0 0 0,0 0 0 0 0,0 1 0 0 0,0-1-1 0 0,8-7 1 0 0</inkml:trace>
</inkml:ink>
</file>

<file path=ppt/ink/ink19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5:18.190"/>
    </inkml:context>
    <inkml:brush xml:id="br0">
      <inkml:brushProperty name="width" value="0.1" units="cm"/>
      <inkml:brushProperty name="height" value="0.1" units="cm"/>
      <inkml:brushProperty name="color" value="#F6630D"/>
    </inkml:brush>
  </inkml:definitions>
  <inkml:trace contextRef="#ctx0" brushRef="#br0">1 1 10138 0 0,'5'30'4600'0'0,"2"13"-1846"0"0,-4-27-2140 0 0,-1 0-1 0 0,0 1 1 0 0,-1 25 0 0 0,-1-41-609 0 0,-1 0 0 0 0,1 0 1 0 0,0 0-1 0 0,0 1 0 0 0,0-1 0 0 0,0 0 0 0 0,0 0 1 0 0,0 0-1 0 0,0 1 0 0 0,0-1 0 0 0,1 0 1 0 0,-1 0-1 0 0,0 0 0 0 0,1 1 0 0 0,-1-1 0 0 0,0 0 1 0 0,1 0-1 0 0,0 0 0 0 0,-1 0 0 0 0,1 0 1 0 0,1 1-1 0 0,-2-2-19 0 0,1 0 1 0 0,0 0-1 0 0,0 0 1 0 0,-1 0-1 0 0,1 0 1 0 0,0 0-1 0 0,0 0 1 0 0,0-1 0 0 0,-1 1-1 0 0,1 0 1 0 0,0 0-1 0 0,0-1 1 0 0,-1 1-1 0 0,1 0 1 0 0,0-1-1 0 0,-1 1 1 0 0,1-1-1 0 0,-1 1 1 0 0,1-1-1 0 0,0 1 1 0 0,-1-1-1 0 0,2-1 1 0 0,4-5 23 0 0,1-1-1 0 0,-1 0 1 0 0,9-14 0 0 0,-4-1 232 0 0,24-36-28 0 0,-33 56-179 0 0,0 0 0 0 0,1 0 0 0 0,-1 0 0 0 0,1 0 0 0 0,-1 1 0 0 0,1-1 0 0 0,0 1 0 0 0,0-1 0 0 0,0 1 0 0 0,1 0-1 0 0,-1 1 1 0 0,0-1 0 0 0,1 0 0 0 0,5-1 0 0 0,-7 3-1 0 0,-1 0 0 0 0,1 0-1 0 0,-1 0 1 0 0,1 1 0 0 0,-1-1 0 0 0,1 0-1 0 0,-1 1 1 0 0,1-1 0 0 0,-1 1 0 0 0,0-1 0 0 0,1 1-1 0 0,-1 0 1 0 0,0 0 0 0 0,1-1 0 0 0,-1 1-1 0 0,0 0 1 0 0,0 0 0 0 0,0 0 0 0 0,0 0-1 0 0,0 1 1 0 0,0-1 0 0 0,0 0 0 0 0,0 0 0 0 0,0 1-1 0 0,0-1 1 0 0,-1 0 0 0 0,1 1 0 0 0,-1-1-1 0 0,1 2 1 0 0,16 48 454 0 0,-16-46-595 0 0,7 36-42 0 0,2 3-597 0 0,-2-16-4994 0 0</inkml:trace>
</inkml:ink>
</file>

<file path=ppt/ink/ink19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5:18.505"/>
    </inkml:context>
    <inkml:brush xml:id="br0">
      <inkml:brushProperty name="width" value="0.1" units="cm"/>
      <inkml:brushProperty name="height" value="0.1" units="cm"/>
      <inkml:brushProperty name="color" value="#F6630D"/>
    </inkml:brush>
  </inkml:definitions>
  <inkml:trace contextRef="#ctx0" brushRef="#br0">47 11 2761 0 0,'-2'1'129'0'0,"-1"0"1"0"0,0 0-1 0 0,1 0 1 0 0,-1 0-1 0 0,1 1 1 0 0,0-1 0 0 0,-1 1-1 0 0,1 0 1 0 0,0-1-1 0 0,0 1 1 0 0,0 0 0 0 0,0 1-1 0 0,0-1 1 0 0,0 0-1 0 0,1 0 1 0 0,-1 1-1 0 0,1-1 1 0 0,-1 1 0 0 0,1-1-1 0 0,0 1 1 0 0,0 0-1 0 0,0-1 1 0 0,1 1-1 0 0,-1 0 1 0 0,1 0 0 0 0,-1-1-1 0 0,1 1 1 0 0,0 0-1 0 0,0 5 1 0 0,0-4 79 0 0,0-1 0 0 0,0 1 0 0 0,0-1 0 0 0,0 0 0 0 0,1 1 0 0 0,0-1 0 0 0,-1 1 1 0 0,1-1-1 0 0,0 0 0 0 0,0 0 0 0 0,1 0 0 0 0,-1 1 0 0 0,1-1 0 0 0,0 0 0 0 0,-1-1 0 0 0,1 1 0 0 0,1 0 0 0 0,-1 0 0 0 0,0-1 0 0 0,1 0 1 0 0,-1 1-1 0 0,1-1 0 0 0,0 0 0 0 0,-1 0 0 0 0,6 2 0 0 0,-4-2-93 0 0,1-1 1 0 0,-1 0 0 0 0,1 0-1 0 0,0-1 1 0 0,-1 1-1 0 0,1-1 1 0 0,0 0-1 0 0,0 0 1 0 0,-1 0 0 0 0,1-1-1 0 0,0 0 1 0 0,-1 0-1 0 0,1 0 1 0 0,0 0-1 0 0,-1-1 1 0 0,0 0-1 0 0,1 0 1 0 0,-1 0 0 0 0,0 0-1 0 0,0-1 1 0 0,0 0-1 0 0,5-4 1 0 0,-6 5-40 0 0,0-1-1 0 0,-1 1 1 0 0,1-1 0 0 0,-1 0 0 0 0,0 0-1 0 0,0 0 1 0 0,0 0 0 0 0,0 0 0 0 0,0 0-1 0 0,-1-1 1 0 0,0 1 0 0 0,1-1 0 0 0,-1 1-1 0 0,0-1 1 0 0,-1 1 0 0 0,1-1 0 0 0,-1 1 0 0 0,1-1-1 0 0,-1 0 1 0 0,0 1 0 0 0,-1-1 0 0 0,1 0-1 0 0,0 1 1 0 0,-1-1 0 0 0,0 1 0 0 0,0-1-1 0 0,0 1 1 0 0,0-1 0 0 0,-3-3 0 0 0,4 5-184 0 0,-1 0 1 0 0,0 0-1 0 0,0 0 1 0 0,0 0-1 0 0,0 1 1 0 0,0-1-1 0 0,0 0 1 0 0,0 1-1 0 0,-1-1 0 0 0,1 1 1 0 0,-1-1-1 0 0,1 1 1 0 0,-1 0-1 0 0,1-1 1 0 0,-1 1-1 0 0,0 0 1 0 0,1 0-1 0 0,-1 0 1 0 0,0 0-1 0 0,0 1 1 0 0,0-1-1 0 0,-3 0 1 0 0,-4 3-813 0 0</inkml:trace>
</inkml:ink>
</file>

<file path=ppt/ink/ink19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5:18.759"/>
    </inkml:context>
    <inkml:brush xml:id="br0">
      <inkml:brushProperty name="width" value="0.1" units="cm"/>
      <inkml:brushProperty name="height" value="0.1" units="cm"/>
      <inkml:brushProperty name="color" value="#F6630D"/>
    </inkml:brush>
  </inkml:definitions>
  <inkml:trace contextRef="#ctx0" brushRef="#br0">0 12 12443 0 0,'0'-1'94'0'0,"0"1"1"0"0,0-1-1 0 0,0 1 1 0 0,0 0 0 0 0,0-1-1 0 0,0 1 1 0 0,0-1-1 0 0,1 1 1 0 0,-1 0 0 0 0,0-1-1 0 0,0 1 1 0 0,0-1-1 0 0,0 1 1 0 0,0 0 0 0 0,0-1-1 0 0,1 1 1 0 0,-1 0-1 0 0,0-1 1 0 0,0 1 0 0 0,1 0-1 0 0,-1-1 1 0 0,0 1-1 0 0,1 0 1 0 0,-1 0 0 0 0,0-1-1 0 0,1 1 1 0 0,-1 0-1 0 0,0 0 1 0 0,1-1-1 0 0,-1 1 1 0 0,0 0 0 0 0,1 0-1 0 0,-1 0 1 0 0,1 0-1 0 0,-1 0 1 0 0,0 0 0 0 0,1 0-1 0 0,-1-1 1 0 0,1 1-1 0 0,-1 0 1 0 0,13 15 2318 0 0,4 27-9 0 0,23 122-2896 0 0,-33-144-6911 0 0</inkml:trace>
</inkml:ink>
</file>

<file path=ppt/ink/ink19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5:18.933"/>
    </inkml:context>
    <inkml:brush xml:id="br0">
      <inkml:brushProperty name="width" value="0.1" units="cm"/>
      <inkml:brushProperty name="height" value="0.1" units="cm"/>
      <inkml:brushProperty name="color" value="#F6630D"/>
    </inkml:brush>
  </inkml:definitions>
  <inkml:trace contextRef="#ctx0" brushRef="#br0">25 4 9218 0 0,'-9'-3'5673'0'0,"6"10"-5265"0"0,-1 2-168 0 0,1 6-32 0 0,-1 3-8 0 0,2 1-1672 0 0,4 0-344 0 0,5 2-65 0 0,1-6-7 0 0</inkml:trace>
</inkml:ink>
</file>

<file path=ppt/ink/ink19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5:19.218"/>
    </inkml:context>
    <inkml:brush xml:id="br0">
      <inkml:brushProperty name="width" value="0.1" units="cm"/>
      <inkml:brushProperty name="height" value="0.1" units="cm"/>
      <inkml:brushProperty name="color" value="#F6630D"/>
    </inkml:brush>
  </inkml:definitions>
  <inkml:trace contextRef="#ctx0" brushRef="#br0">202 5 2761 0 0,'-2'0'414'0'0,"1"-1"1"0"0,-1 0 0 0 0,1 1 0 0 0,-1-1 0 0 0,0 1 0 0 0,1-1-1 0 0,-1 1 1 0 0,0 0 0 0 0,1 0 0 0 0,-1-1 0 0 0,0 1 0 0 0,1 0 0 0 0,-1 1-1 0 0,0-1 1 0 0,1 0 0 0 0,-1 0 0 0 0,0 1 0 0 0,1-1 0 0 0,-1 1-1 0 0,1 0 1 0 0,-1-1 0 0 0,1 1 0 0 0,-1 0 0 0 0,1 0 0 0 0,-3 1-1 0 0,-39 27 2843 0 0,42-28-3202 0 0,-15 11 574 0 0,1 1-1 0 0,0 1 1 0 0,-20 25-1 0 0,31-36-625 0 0,1 1 0 0 0,0 0 0 0 0,0 0 0 0 0,0 0 0 0 0,1 1 0 0 0,0-1 0 0 0,0 0 0 0 0,0 1-1 0 0,0 0 1 0 0,0 0 0 0 0,1-1 0 0 0,0 1 0 0 0,0 0 0 0 0,0 0 0 0 0,1 0 0 0 0,0 0 0 0 0,0 0 0 0 0,0 0 0 0 0,0 0 0 0 0,2 5-1 0 0,0-5-79 0 0,0-1-1 0 0,0 0 0 0 0,1 0 0 0 0,-1 0 0 0 0,1 0 0 0 0,0 0 0 0 0,0-1 0 0 0,1 1 0 0 0,-1-1 0 0 0,1 0 0 0 0,-1 0 0 0 0,1 0 0 0 0,0-1 0 0 0,5 3 1 0 0,12 7-479 0 0,35 12 0 0 0,-29-12-17 0 0,-12-6 225 0 0,-10-5-21 0 0,0 1-1 0 0,-1 0 0 0 0,1 0 1 0 0,-1 0-1 0 0,1 1 1 0 0,-1-1-1 0 0,0 1 0 0 0,0 0 1 0 0,0 1-1 0 0,6 6 1 0 0</inkml:trace>
</inkml:ink>
</file>

<file path=ppt/ink/ink19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5:19.552"/>
    </inkml:context>
    <inkml:brush xml:id="br0">
      <inkml:brushProperty name="width" value="0.1" units="cm"/>
      <inkml:brushProperty name="height" value="0.1" units="cm"/>
      <inkml:brushProperty name="color" value="#F6630D"/>
    </inkml:brush>
  </inkml:definitions>
  <inkml:trace contextRef="#ctx0" brushRef="#br0">0 217 10594 0 0,'6'-1'333'0'0,"-1"0"0"0"0,1 0 0 0 0,-1-1-1 0 0,0 1 1 0 0,1-1 0 0 0,-1 0 0 0 0,0 0 0 0 0,0-1 0 0 0,0 0-1 0 0,-1 0 1 0 0,1 0 0 0 0,-1 0 0 0 0,1-1 0 0 0,-1 1-1 0 0,0-1 1 0 0,0 0 0 0 0,-1-1 0 0 0,1 1 0 0 0,-1-1-1 0 0,5-9 1 0 0,-4 9-216 0 0,-1-1 0 0 0,0 1 0 0 0,0-1 0 0 0,-1 0 0 0 0,0 0 0 0 0,0 0-1 0 0,0 0 1 0 0,-1 0 0 0 0,0-1 0 0 0,0 1 0 0 0,0 0 0 0 0,-1-1 0 0 0,0 1 0 0 0,0-1 0 0 0,-1 1 0 0 0,1 0-1 0 0,-1-1 1 0 0,-3-6 0 0 0,4 12-108 0 0,0 0 0 0 0,0 0-1 0 0,-1-1 1 0 0,1 1 0 0 0,-1 0-1 0 0,1 0 1 0 0,-1 0 0 0 0,1 0-1 0 0,-1 0 1 0 0,0 0 0 0 0,1 0-1 0 0,-1 0 1 0 0,0 0 0 0 0,0 0-1 0 0,0 0 1 0 0,1 1 0 0 0,-1-1 0 0 0,0 0-1 0 0,0 1 1 0 0,0-1 0 0 0,-1 0-1 0 0,1 1 1 0 0,0-1 0 0 0,0 1-1 0 0,0 0 1 0 0,0-1 0 0 0,0 1-1 0 0,-1 0 1 0 0,1 0 0 0 0,0-1-1 0 0,0 1 1 0 0,0 0 0 0 0,-1 0-1 0 0,1 0 1 0 0,0 1 0 0 0,0-1-1 0 0,0 0 1 0 0,-1 0 0 0 0,1 1-1 0 0,0-1 1 0 0,0 1 0 0 0,0-1 0 0 0,-2 2-1 0 0,0 0 63 0 0,0 0-1 0 0,0 0 0 0 0,0 1 1 0 0,0 0-1 0 0,0-1 0 0 0,1 1 1 0 0,-1 0-1 0 0,1 0 0 0 0,0 0 1 0 0,0 0-1 0 0,0 1 0 0 0,-3 6 1 0 0,3-5-4 0 0,1 1 1 0 0,-1 0-1 0 0,1-1 1 0 0,0 1-1 0 0,0 0 1 0 0,1 0-1 0 0,0 0 1 0 0,0 0-1 0 0,0 0 1 0 0,0 0-1 0 0,1 0 1 0 0,0 0 0 0 0,1-1-1 0 0,-1 1 1 0 0,1 0-1 0 0,0-1 1 0 0,0 1-1 0 0,1-1 1 0 0,0 1-1 0 0,0-1 1 0 0,4 5-1 0 0,-3-4-116 0 0,1-1-1 0 0,0 0 0 0 0,0 0 0 0 0,1 0 0 0 0,-1-1 0 0 0,1 1 0 0 0,0-1 0 0 0,0-1 1 0 0,0 1-1 0 0,1-1 0 0 0,-1 0 0 0 0,1-1 0 0 0,0 1 0 0 0,0-1 0 0 0,-1-1 0 0 0,2 1 1 0 0,10 0-1 0 0,1-1-1857 0 0,1-1-5280 0 0</inkml:trace>
</inkml:ink>
</file>

<file path=ppt/ink/ink19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5:21.567"/>
    </inkml:context>
    <inkml:brush xml:id="br0">
      <inkml:brushProperty name="width" value="0.1" units="cm"/>
      <inkml:brushProperty name="height" value="0.1" units="cm"/>
      <inkml:brushProperty name="color" value="#F6630D"/>
    </inkml:brush>
  </inkml:definitions>
  <inkml:trace contextRef="#ctx0" brushRef="#br0">1 42 2761 0 0,'7'-4'14913'0'0,"-4"3"-14894"0"0,-2 1 35 0 0,0 0-1 0 0,-1 0 1 0 0,1 0-1 0 0,0 0 1 0 0,0 0-1 0 0,0-1 1 0 0,-1 1 0 0 0,1 0-1 0 0,0 0 1 0 0,0-1-1 0 0,-1 1 1 0 0,1-1 0 0 0,0 1-1 0 0,0-1 1 0 0,-1 1-1 0 0,1-1 1 0 0,-1 1-1 0 0,1-1 1 0 0,0 0 0 0 0,-1 1-1 0 0,1-1 1 0 0,-1 0-1 0 0,1 1 1 0 0,-1-1 0 0 0,0 0-1 0 0,1 0 1 0 0,-1 1-1 0 0,0-1 1 0 0,0 0-1 0 0,1 0 1 0 0,-1 0 0 0 0,0 0-1 0 0,0 1 1 0 0,0-1-1 0 0,0 0 1 0 0,0 0 0 0 0,0 0-1 0 0,0 0 1 0 0,-1-1-1 0 0,0-10 3312 0 0,8 28-2789 0 0,9 37-801 0 0,33 311 37 0 0,-46-275-2716 0 0</inkml:trace>
</inkml:ink>
</file>

<file path=ppt/ink/ink19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5:22.816"/>
    </inkml:context>
    <inkml:brush xml:id="br0">
      <inkml:brushProperty name="width" value="0.1" units="cm"/>
      <inkml:brushProperty name="height" value="0.1" units="cm"/>
      <inkml:brushProperty name="color" value="#F6630D"/>
    </inkml:brush>
  </inkml:definitions>
  <inkml:trace contextRef="#ctx0" brushRef="#br0">0 13 5985 0 0,'2'-12'6405'0'0,"-2"11"-6280"0"0,0 1 1 0 0,1 0-1 0 0,-1 0 1 0 0,0 0-1 0 0,1 0 1 0 0,-1 0 0 0 0,0 0-1 0 0,0 0 1 0 0,1 0-1 0 0,-1 0 1 0 0,0 0 0 0 0,1 0-1 0 0,-1 0 1 0 0,0 0-1 0 0,1 1 1 0 0,15 0 4283 0 0,-7 3-5469 0 0,-6-1 1232 0 0,-1 1 0 0 0,1-1 0 0 0,-1 0 0 0 0,0 1 0 0 0,1 0 0 0 0,-1-1 0 0 0,-1 1 0 0 0,1 0 0 0 0,-1 0 0 0 0,1 0 0 0 0,-1 0 1 0 0,0 5-1 0 0,7 56 687 0 0,-6-35-473 0 0,2 11-424 0 0,-4-28-229 0 0,1-1 0 0 0,0 0 0 0 0,1 1 0 0 0,0-1-1 0 0,1 0 1 0 0,1 0 0 0 0,-1 0 0 0 0,9 15 0 0 0,-12-27 220 0 0,0 1-1 0 0,0-1 1 0 0,0 1-1 0 0,1-1 1 0 0,-1 1-1 0 0,0-1 1 0 0,1 1-1 0 0,-1-1 1 0 0,0 1 0 0 0,1-1-1 0 0,-1 0 1 0 0,1 1-1 0 0,-1-1 1 0 0,0 1-1 0 0,1-1 1 0 0,-1 0-1 0 0,1 0 1 0 0,-1 1 0 0 0,1-1-1 0 0,-1 0 1 0 0,1 0-1 0 0,0 0 1 0 0,-1 1-1 0 0,1-1 1 0 0,-1 0-1 0 0,1 0 1 0 0,-1 0 0 0 0,1 0-1 0 0,-1 0 1 0 0,1 0-1 0 0,0 0 1 0 0,0-1-1 0 0,0 1-53 0 0,0-1 0 0 0,1 0 0 0 0,-1 0 0 0 0,0 0 0 0 0,0 0 0 0 0,0 0 0 0 0,0 0 0 0 0,0 0 0 0 0,-1 0 0 0 0,1 0 0 0 0,0 0 0 0 0,1-3 0 0 0,12-37-1461 0 0,-6-4 856 0 0,8-36 843 0 0,-14 74 228 0 0,1-1 0 0 0,0 1 0 0 0,0 0 0 0 0,0 0 0 0 0,0 0-1 0 0,1 0 1 0 0,1 1 0 0 0,4-7 0 0 0,-8 12-284 0 0,0 0-1 0 0,-1 0 0 0 0,1 1 0 0 0,0-1 0 0 0,0 0 1 0 0,0 0-1 0 0,0 1 0 0 0,0-1 0 0 0,0 1 1 0 0,1-1-1 0 0,-1 1 0 0 0,0-1 0 0 0,0 1 1 0 0,0-1-1 0 0,0 1 0 0 0,1 0 0 0 0,-1 0 1 0 0,0 0-1 0 0,0 0 0 0 0,0 0 0 0 0,1 0 1 0 0,1 0-1 0 0,0 1 27 0 0,0 0 0 0 0,0 0 1 0 0,0 0-1 0 0,0 0 0 0 0,-1 1 0 0 0,1-1 1 0 0,0 1-1 0 0,-1-1 0 0 0,3 3 0 0 0,2 2 57 0 0,-1 0 0 0 0,0 0 0 0 0,0 0 0 0 0,-1 1 0 0 0,10 13 0 0 0,-12-12-197 0 0,1 1-1 0 0,-1-1 0 0 0,0 1 0 0 0,-1 0 0 0 0,2 15 0 0 0,-2-14-221 0 0,0-1-1 0 0,0 0 1 0 0,0 0 0 0 0,7 14-1 0 0,-9-28 265 0 0,1 1 0 0 0,0-1 0 0 0,1 1 0 0 0,-1 0 0 0 0,1-1 0 0 0,0 1 0 0 0,0 0 0 0 0,0 0 0 0 0,5-6-1 0 0,-2 1 65 0 0,-3 4 45 0 0,7-11 86 0 0,-1 1 0 0 0,12-15 0 0 0,-18 28-122 0 0,-1-1-1 0 0,1 1 1 0 0,0 0 0 0 0,0-1-1 0 0,0 1 1 0 0,0 0-1 0 0,0 0 1 0 0,0 1-1 0 0,1-1 1 0 0,-1 0-1 0 0,1 1 1 0 0,-1-1-1 0 0,1 1 1 0 0,-1 0-1 0 0,1 0 1 0 0,0 0 0 0 0,0 0-1 0 0,0 1 1 0 0,-1-1-1 0 0,5 0 1 0 0,-5 2-63 0 0,1-1 0 0 0,-1 1 0 0 0,0 0 0 0 0,0 0 0 0 0,0 0 0 0 0,0 0 0 0 0,0 0 0 0 0,0 0 0 0 0,-1 0 0 0 0,1 1 0 0 0,0-1 0 0 0,-1 1 0 0 0,1-1 1 0 0,-1 1-1 0 0,1 0 0 0 0,-1 0 0 0 0,0-1 0 0 0,2 4 0 0 0,19 41 382 0 0,-17-33-360 0 0,32 69-6991 0 0,-27-66 89 0 0</inkml:trace>
</inkml:ink>
</file>

<file path=ppt/ink/ink19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5:23.165"/>
    </inkml:context>
    <inkml:brush xml:id="br0">
      <inkml:brushProperty name="width" value="0.1" units="cm"/>
      <inkml:brushProperty name="height" value="0.1" units="cm"/>
      <inkml:brushProperty name="color" value="#F6630D"/>
    </inkml:brush>
  </inkml:definitions>
  <inkml:trace contextRef="#ctx0" brushRef="#br0">1 160 9674 0 0,'28'36'9482'0'0,"9"17"-6372"0"0,-8-8-2930 0 0,43 47 0 0 0,-65-85-146 0 0,-1 0 0 0 0,1-1-1 0 0,0 0 1 0 0,1 0 0 0 0,0-1 0 0 0,0 0-1 0 0,14 7 1 0 0,-20-11 1 0 0,0 0 0 0 0,0-1 0 0 0,0 1-1 0 0,-1-1 1 0 0,1 1 0 0 0,0-1 0 0 0,0 0 0 0 0,0 0 0 0 0,0 0-1 0 0,0 0 1 0 0,0 0 0 0 0,0 0 0 0 0,0 0 0 0 0,0-1 0 0 0,-1 1-1 0 0,1-1 1 0 0,3-1 0 0 0,-3 1 17 0 0,0 0-1 0 0,-1-1 1 0 0,1 0-1 0 0,0 1 0 0 0,-1-1 1 0 0,1 0-1 0 0,-1 0 1 0 0,0 0-1 0 0,1 0 1 0 0,-1 0-1 0 0,0 0 1 0 0,0 0-1 0 0,0 0 1 0 0,-1 0-1 0 0,1-1 1 0 0,0 1-1 0 0,-1 0 1 0 0,1-4-1 0 0,14-101 706 0 0,6-33 214 0 0,1 74-3263 0 0,-17 53 848 0 0,2 1 1 0 0,0-1 0 0 0,8-11 0 0 0,5-1-6367 0 0</inkml:trace>
</inkml:ink>
</file>

<file path=ppt/ink/ink19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5:26.570"/>
    </inkml:context>
    <inkml:brush xml:id="br0">
      <inkml:brushProperty name="width" value="0.1" units="cm"/>
      <inkml:brushProperty name="height" value="0.1" units="cm"/>
      <inkml:brushProperty name="color" value="#F6630D"/>
    </inkml:brush>
  </inkml:definitions>
  <inkml:trace contextRef="#ctx0" brushRef="#br0">1317 368 13363 0 0,'-229'-111'2926'0'0,"187"94"-2834"0"0,-1 2 1 0 0,0 2-1 0 0,-83-15 1 0 0,101 25-315 0 0,0 1 1 0 0,0 1 0 0 0,0 1-1 0 0,0 1 1 0 0,0 1 0 0 0,0 1 0 0 0,0 2-1 0 0,-40 12 1 0 0,25-4-1 0 0,0 3 1 0 0,1 1-1 0 0,1 2 0 0 0,1 2 0 0 0,1 1 1 0 0,0 2-1 0 0,-41 37 0 0 0,57-43 274 0 0,1 2 0 0 0,0 0 1 0 0,2 1-1 0 0,0 1 0 0 0,1 0 0 0 0,2 1 0 0 0,0 1 0 0 0,1 0 0 0 0,2 1 1 0 0,0 1-1 0 0,2-1 0 0 0,-9 41 0 0 0,6-2 166 0 0,4 0-1 0 0,2 0 1 0 0,4 111 0 0 0,10-62 106 0 0,27 141 0 0 0,107 287-1293 0 0,-71-304-465 0 0,40 122-1245 0 0,-86-294 2356 0 0,3-1 0 0 0,2-1-1 0 0,54 81 1 0 0,-43-86 760 0 0,3-1 0 0 0,2-3 0 0 0,98 91 0 0 0,-69-82 954 0 0,3-3 0 0 0,107 63-1 0 0,-94-69-883 0 0,2-5 0 0 0,2-3-1 0 0,1-4 1 0 0,3-5 0 0 0,104 25 0 0 0,-20-21-690 0 0,3-8 0 0 0,0-8 0 0 0,2-8 0 0 0,0-9 0 0 0,1-7 0 0 0,-1-9 0 0 0,192-33-1 0 0,-140-3 560 0 0,351-113-1 0 0,-487 118-39 0 0,-2-5 0 0 0,-2-4 1 0 0,-2-4-1 0 0,111-80 0 0 0,-122 74 280 0 0,-4-5 0 0 0,-2-3 0 0 0,133-141 0 0 0,-173 160-517 0 0,-2-2 1 0 0,-3-2-1 0 0,-1-1 0 0 0,-3-2 0 0 0,-2 0 0 0 0,-3-3 1 0 0,36-102-1 0 0,-36 65-68 0 0,-3-1 0 0 0,-5-1 1 0 0,-4 0-1 0 0,-4-1 0 0 0,-5-1 1 0 0,-3 1-1 0 0,-5-1 0 0 0,-4 1 1 0 0,-20-102-1 0 0,25 197-29 0 0,-52-260 307 0 0,39 209-146 0 0,-3 0-1 0 0,-42-92 1 0 0,27 79-121 0 0,-4 1-1 0 0,-3 2 1 0 0,-2 1-1 0 0,-86-98 1 0 0,71 100 88 0 0,-2 2 1 0 0,-3 3-1 0 0,-104-73 0 0 0,138 110-156 0 0,-1 1 0 0 0,-1 1 0 0 0,-1 1 0 0 0,0 2 0 0 0,-1 1 0 0 0,0 2 0 0 0,0 1-1 0 0,-1 1 1 0 0,-1 2 0 0 0,1 1 0 0 0,-60-1 0 0 0,52 8-211 0 0,-1 2 1 0 0,0 1-1 0 0,1 3 0 0 0,0 1 1 0 0,1 2-1 0 0,-43 17 0 0 0,33-7-1209 0 0,1 1-1 0 0,-51 33 1 0 0,50-23-440 0 0</inkml:trace>
</inkml:ink>
</file>

<file path=ppt/ink/ink19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5:27.841"/>
    </inkml:context>
    <inkml:brush xml:id="br0">
      <inkml:brushProperty name="width" value="0.1" units="cm"/>
      <inkml:brushProperty name="height" value="0.1" units="cm"/>
      <inkml:brushProperty name="color" value="#F6630D"/>
    </inkml:brush>
  </inkml:definitions>
  <inkml:trace contextRef="#ctx0" brushRef="#br0">0 1 13827 0 0,'6'2'338'0'0,"-1"0"1"0"0,0 1 0 0 0,0 0-1 0 0,0 0 1 0 0,7 6-1 0 0,13 8-373 0 0,104 55 1038 0 0,165 120-1 0 0,113 74-617 0 0,23-34 142 0 0,-141-78-375 0 0,845 445-77 0 0,-638-364 72 0 0,0 1-49 0 0,297 123 486 0 0,182 55-1105 0 0,-273-110 183 0 0,-347-153 245 0 0,183 64 332 0 0,-124-51-38 0 0,-265-103-199 0 0,1426 610-524 0 0,-957-429 945 0 0,-351-144-269 0 0,627 191 1536 0 0,-653-223-1671 0 0,386 115 464 0 0,-565-162-257 0 0,75 24-75 0 0,145 67 0 0 0,-135-44-299 0 0,287 84 0 0 0,-427-148 172 0 0,562 180 1015 0 0,-427-123-765 0 0,214 80 87 0 0,-296-120-576 0 0,2-2 1 0 0,0-4-1 0 0,126 12 1 0 0,-45-14-1856 0 0,-130-11 1043 0 0</inkml:trace>
</inkml:ink>
</file>

<file path=ppt/ink/ink19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5:28.363"/>
    </inkml:context>
    <inkml:brush xml:id="br0">
      <inkml:brushProperty name="width" value="0.1" units="cm"/>
      <inkml:brushProperty name="height" value="0.1" units="cm"/>
      <inkml:brushProperty name="color" value="#F6630D"/>
    </inkml:brush>
  </inkml:definitions>
  <inkml:trace contextRef="#ctx0" brushRef="#br0">141 228 9674 0 0,'-2'-2'212'0'0,"1"0"1"0"0,-1 1-1 0 0,1-1 0 0 0,0 0 0 0 0,0 0 1 0 0,-1 0-1 0 0,1 1 0 0 0,1-1 1 0 0,-1 0-1 0 0,0 0 0 0 0,0-1 0 0 0,1 1 1 0 0,-1 0-1 0 0,1 0 0 0 0,0 0 1 0 0,0 0-1 0 0,-1 0 0 0 0,1-1 0 0 0,1 1 1 0 0,-1 0-1 0 0,0 0 0 0 0,0 0 0 0 0,1 0 1 0 0,-1 0-1 0 0,1 0 0 0 0,0 0 1 0 0,0 0-1 0 0,0 0 0 0 0,0 0 0 0 0,0 0 1 0 0,0 0-1 0 0,2-2 0 0 0,-2 1-43 0 0,1 1-1 0 0,-1-1 0 0 0,1 1 1 0 0,0 0-1 0 0,0-1 1 0 0,0 1-1 0 0,0 0 1 0 0,0 0-1 0 0,0 0 0 0 0,1 0 1 0 0,-1 1-1 0 0,1-1 1 0 0,-1 1-1 0 0,1-1 1 0 0,0 1-1 0 0,-1 0 0 0 0,1 0 1 0 0,0 0-1 0 0,0 0 1 0 0,0 1-1 0 0,0-1 1 0 0,0 1-1 0 0,-1-1 0 0 0,5 1 1 0 0,23 8 707 0 0,-29-8-852 0 0,-1 0 1 0 0,1 1 0 0 0,0-1 0 0 0,0 0 0 0 0,0 0-1 0 0,0 1 1 0 0,0-1 0 0 0,-1 1 0 0 0,1-1 0 0 0,0 1-1 0 0,0-1 1 0 0,0 1 0 0 0,-1-1 0 0 0,1 1 0 0 0,0-1-1 0 0,-1 1 1 0 0,1 0 0 0 0,-1 0 0 0 0,1-1 0 0 0,-1 1-1 0 0,1 0 1 0 0,-1 0 0 0 0,1 0 0 0 0,-1-1 0 0 0,0 1-1 0 0,1 0 1 0 0,-1 0 0 0 0,0 1 0 0 0,0-1-41 0 0,-1 1 0 0 0,0-1-1 0 0,0 0 1 0 0,1 0 0 0 0,-1 0 0 0 0,0 0 0 0 0,0-1 0 0 0,0 1-1 0 0,0 0 1 0 0,0 0 0 0 0,0 0 0 0 0,0-1 0 0 0,-1 1 0 0 0,1-1 0 0 0,0 1-1 0 0,0-1 1 0 0,0 1 0 0 0,-1-1 0 0 0,1 0 0 0 0,0 1 0 0 0,-1-1 0 0 0,1 0-1 0 0,0 0 1 0 0,0 0 0 0 0,-1 0 0 0 0,1 0 0 0 0,-2-1 0 0 0,-2 1-49 0 0,1 0 1 0 0,0 0-1 0 0,-1-1 0 0 0,1 0 1 0 0,-1 0-1 0 0,-7-3 1 0 0,3-2 86 0 0,1 0 1 0 0,-1 0 0 0 0,1-1-1 0 0,0 0 1 0 0,0-1 0 0 0,-6-8-1 0 0,-22-20 65 0 0,-41-27 740 0 0,78 63-789 0 0,0-1 0 0 0,0 1 0 0 0,0 0 0 0 0,0 0 0 0 0,0 0 0 0 0,0 0 0 0 0,0 1 0 0 0,0-1 0 0 0,0 0 0 0 0,0 0 0 0 0,0 1 0 0 0,0-1 0 0 0,0 0 0 0 0,0 1 0 0 0,0-1 0 0 0,0 1 0 0 0,0-1 0 0 0,0 1 0 0 0,0 0 1 0 0,-1-1-1 0 0,1 1 0 0 0,0 0 0 0 0,0-1 0 0 0,0 2 0 0 0,23 29 19 0 0,-2 0 1 0 0,30 57 0 0 0,14 21 66 0 0,-47-82-108 0 0,60 93 122 0 0,-69-102-119 0 0,-1 0 0 0 0,0 0 0 0 0,-1 1-1 0 0,10 38 1 0 0,-18-54-23 0 0,1 0 0 0 0,0 0 1 0 0,-1 0-1 0 0,1 0 0 0 0,-1 1 0 0 0,0-1 0 0 0,0 0 0 0 0,-1 0 0 0 0,1 0 1 0 0,0 0-1 0 0,-1 0 0 0 0,0 0 0 0 0,0 0 0 0 0,0 0 0 0 0,0 0 1 0 0,0 0-1 0 0,-4 5 0 0 0,-6 6-343 0 0</inkml:trace>
</inkml:ink>
</file>

<file path=ppt/ink/ink19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5:29.447"/>
    </inkml:context>
    <inkml:brush xml:id="br0">
      <inkml:brushProperty name="width" value="0.1" units="cm"/>
      <inkml:brushProperty name="height" value="0.1" units="cm"/>
      <inkml:brushProperty name="color" value="#F6630D"/>
    </inkml:brush>
  </inkml:definitions>
  <inkml:trace contextRef="#ctx0" brushRef="#br0">204 25 4145 0 0,'-54'-11'3818'0'0,"39"8"-2650"0"0,1-1 1 0 0,-1 2 0 0 0,0 0 0 0 0,0 0 0 0 0,0 2-1 0 0,1 0 1 0 0,-22 2 0 0 0,26 5 2624 0 0,26-1-2806 0 0,29 0-938 0 0,422-12 338 0 0,-400 4-703 0 0,-45 1 124 0 0,16 0-1754 0 0,45-7 0 0 0</inkml:trace>
</inkml:ink>
</file>

<file path=ppt/ink/ink19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5:29.777"/>
    </inkml:context>
    <inkml:brush xml:id="br0">
      <inkml:brushProperty name="width" value="0.1" units="cm"/>
      <inkml:brushProperty name="height" value="0.1" units="cm"/>
      <inkml:brushProperty name="color" value="#F6630D"/>
    </inkml:brush>
  </inkml:definitions>
  <inkml:trace contextRef="#ctx0" brushRef="#br0">9 29 2761 0 0,'-8'-28'19461'0'0,"18"68"-19007"0"0,-2 1 0 0 0,4 53 0 0 0,0 3-193 0 0,4 5-87 0 0,43 217-28 0 0,-39-257-121 0 0,-19-58-82 0 0,1 0 1 0 0,0 0-1 0 0,0 0 1 0 0,0 0-1 0 0,1 0 0 0 0,-1-1 1 0 0,1 1-1 0 0,0-1 1 0 0,0 0-1 0 0,0 1 0 0 0,0-2 1 0 0,6 5-1 0 0,5-6-2106 0 0</inkml:trace>
</inkml:ink>
</file>

<file path=ppt/ink/ink19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5:30.665"/>
    </inkml:context>
    <inkml:brush xml:id="br0">
      <inkml:brushProperty name="width" value="0.1" units="cm"/>
      <inkml:brushProperty name="height" value="0.1" units="cm"/>
      <inkml:brushProperty name="color" value="#F6630D"/>
    </inkml:brush>
  </inkml:definitions>
  <inkml:trace contextRef="#ctx0" brushRef="#br0">1 1 6913 0 0,'5'2'13323'0'0,"0"3"-13097"0"0,-1 0 0 0 0,1 1-1 0 0,-1-1 1 0 0,-1 1 0 0 0,1 0-1 0 0,-1 0 1 0 0,0 0 0 0 0,0 0-1 0 0,-1 1 1 0 0,0-1 0 0 0,2 11-1 0 0,14 85 285 0 0,-15-77-304 0 0,10 57-128 0 0,4-2 0 0 0,3 0 1 0 0,48 124-1 0 0,-57-174-101 0 0,-7-18-91 0 0,0-1 0 0 0,1 0 0 0 0,0 0 0 0 0,13 20 0 0 0,-18-31 36 0 0,0 1 1 0 0,0-1-1 0 0,1 0 1 0 0,-1 0-155 0 0,0 1 154 0 0,1-1 1 0 0,-1 0-1 0 0,0 0 1 0 0,0 0 0 0 0,0 0-1 0 0,1 0 1 0 0,-1 0-1 0 0,0 0 1 0 0,0 1-1 0 0,1-1 1 0 0,-1 0 0 0 0,0 0-1 0 0,0 0 1 0 0,1 0-1 0 0,-1 0 1 0 0,0 0 0 0 0,0 0-1 0 0,1 0 1 0 0,-1 0-1 0 0,0 0 1 0 0,0-1-1 0 0,1 1 1 0 0,-1 0 0 0 0,0 0-1 0 0,0 0 1 0 0,0 0-1 0 0,1 0 1 0 0,-1 0-1 0 0</inkml:trace>
</inkml:ink>
</file>

<file path=ppt/ink/ink19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5:31.726"/>
    </inkml:context>
    <inkml:brush xml:id="br0">
      <inkml:brushProperty name="width" value="0.1" units="cm"/>
      <inkml:brushProperty name="height" value="0.1" units="cm"/>
      <inkml:brushProperty name="color" value="#F6630D"/>
    </inkml:brush>
  </inkml:definitions>
  <inkml:trace contextRef="#ctx0" brushRef="#br0">1 58 456 0 0,'34'-33'14207'0'0,"-16"26"-12688"0"0,-15 7-1457 0 0,0-1 1 0 0,0 1-1 0 0,0 0 0 0 0,0 0 0 0 0,0 0 1 0 0,0 0-1 0 0,0 0 0 0 0,1 1 0 0 0,-1-1 0 0 0,0 1 1 0 0,0 0-1 0 0,0 0 0 0 0,-1 0 0 0 0,1 0 1 0 0,0 1-1 0 0,5 2 0 0 0,-2 1 183 0 0,-1-1 0 0 0,0 1 0 0 0,0 0 0 0 0,0 0 1 0 0,0 0-1 0 0,-1 1 0 0 0,5 7 0 0 0,4 10 467 0 0,-1 0 0 0 0,-1 1 0 0 0,8 26 0 0 0,-18-47-708 0 0,2 4-7 0 0,19 60-125 0 0,-20-60 116 0 0,-1-1 0 0 0,0 0 0 0 0,0 0-1 0 0,-1 1 1 0 0,1-1 0 0 0,-1 1 0 0 0,-1-1 0 0 0,-1 11 0 0 0,6-72-541 0 0,-4 43 369 0 0,0-1 0 0 0,1 1 0 0 0,4-21 0 0 0,-3 26 131 0 0,7-29-216 0 0,15-36 0 0 0,-20 63 261 0 0,0-1 1 0 0,0 1-1 0 0,1 1 1 0 0,0-1-1 0 0,1 1 1 0 0,0-1-1 0 0,0 2 1 0 0,1-1-1 0 0,8-7 1 0 0,-15 15 37 0 0,1-1 1 0 0,0 0 0 0 0,0 0 0 0 0,0 0 0 0 0,0 1-1 0 0,0-1 1 0 0,1 0 0 0 0,-1 1 0 0 0,0-1 0 0 0,0 1-1 0 0,0-1 1 0 0,0 1 0 0 0,1 0 0 0 0,-1-1 0 0 0,0 1-1 0 0,0 0 1 0 0,1 0 0 0 0,-1 0 0 0 0,0 0-1 0 0,1 0 1 0 0,-1 0 0 0 0,0 0 0 0 0,0 0 0 0 0,1 1-1 0 0,-1-1 1 0 0,0 0 0 0 0,0 1 0 0 0,0-1 0 0 0,1 1-1 0 0,-1 0 1 0 0,0-1 0 0 0,0 1 0 0 0,0 0 0 0 0,0-1-1 0 0,0 1 1 0 0,0 0 0 0 0,0 0 0 0 0,0 0 0 0 0,-1 0-1 0 0,1 0 1 0 0,1 1 0 0 0,3 6 139 0 0,-1 0 0 0 0,1 0 1 0 0,-1 1-1 0 0,5 14 0 0 0,-5-13-237 0 0,20 61 155 0 0,-11-34-37 0 0,19 42 0 0 0,-31-76-57 0 0,0-1 1 0 0,0 0 0 0 0,0 0-1 0 0,0 0 1 0 0,1 0 0 0 0,-1 0-1 0 0,1 0 1 0 0,-1 0 0 0 0,1-1-1 0 0,-1 1 1 0 0,1 0-1 0 0,0-1 1 0 0,0 1 0 0 0,0-1-1 0 0,0 0 1 0 0,0 1 0 0 0,0-1-1 0 0,0 0 1 0 0,1 0 0 0 0,-1-1-1 0 0,0 1 1 0 0,0 0 0 0 0,3 0-1 0 0,-2-2-34 0 0,-1 1 0 0 0,1-1-1 0 0,-1 1 1 0 0,1-1-1 0 0,-1 0 1 0 0,1 0 0 0 0,-1 0-1 0 0,0 0 1 0 0,1 0 0 0 0,-1-1-1 0 0,0 1 1 0 0,0-1 0 0 0,0 1-1 0 0,0-1 1 0 0,0 0 0 0 0,0 0-1 0 0,-1 0 1 0 0,1 0 0 0 0,0 0-1 0 0,-1 0 1 0 0,2-3 0 0 0,4-7-174 0 0,-1-1 1 0 0,0 0 0 0 0,-1 0 0 0 0,0-1 0 0 0,5-24 0 0 0,-7 24 168 0 0,1-1 0 0 0,1 2 0 0 0,0-1 0 0 0,0 1 0 0 0,10-18 0 0 0,-14 29 104 0 0,1 0-1 0 0,-1 0 1 0 0,0 1-1 0 0,0-1 1 0 0,1 0-1 0 0,-1 0 1 0 0,1 1-1 0 0,0-1 0 0 0,-1 1 1 0 0,1-1-1 0 0,0 1 1 0 0,0 0-1 0 0,0 0 1 0 0,0 0-1 0 0,0 0 1 0 0,0 0-1 0 0,0 0 1 0 0,0 0-1 0 0,3 0 1 0 0,-3 1-5 0 0,0 0 1 0 0,0 1-1 0 0,0-1 1 0 0,0 0-1 0 0,0 1 1 0 0,0-1-1 0 0,-1 1 1 0 0,1 0-1 0 0,0-1 1 0 0,0 1-1 0 0,0 0 1 0 0,-1 0-1 0 0,1 0 1 0 0,0 0 0 0 0,-1 1-1 0 0,1-1 1 0 0,1 2-1 0 0,3 4 48 0 0,1 1 0 0 0,-1 0-1 0 0,-1 0 1 0 0,0 1 0 0 0,0-1-1 0 0,0 1 1 0 0,3 10 0 0 0,6 20-237 0 0,10 24 60 0 0,-2-23-6626 0 0</inkml:trace>
</inkml:ink>
</file>

<file path=ppt/ink/ink19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5:32.170"/>
    </inkml:context>
    <inkml:brush xml:id="br0">
      <inkml:brushProperty name="width" value="0.1" units="cm"/>
      <inkml:brushProperty name="height" value="0.1" units="cm"/>
      <inkml:brushProperty name="color" value="#F6630D"/>
    </inkml:brush>
  </inkml:definitions>
  <inkml:trace contextRef="#ctx0" brushRef="#br0">40 311 9154 0 0,'-4'-4'145'0'0,"1"1"1"0"0,0-1-1 0 0,0 0 0 0 0,0 0 0 0 0,1 0 1 0 0,-1 0-1 0 0,-2-6 0 0 0,-4-16 4336 0 0,4 10 361 0 0,33 83-1263 0 0,-3-8-3451 0 0,18 91-14 0 0,-36-116-88 0 0,2 0 0 0 0,1 0 0 0 0,2-1-1 0 0,28 56 1 0 0,-38-84-29 0 0,1-1 0 0 0,0 0-1 0 0,0 1 1 0 0,1-1 0 0 0,-1-1 0 0 0,1 1-1 0 0,0 0 1 0 0,0-1 0 0 0,0 0 0 0 0,6 3-1 0 0,-9-5 3 0 0,0-1 1 0 0,0 1-1 0 0,0-1 0 0 0,0 1 0 0 0,0-1 0 0 0,0 0 0 0 0,1 0 0 0 0,-1 1 0 0 0,0-1 0 0 0,0 0 0 0 0,0 0 0 0 0,1 0 0 0 0,-1 0 1 0 0,0 0-1 0 0,0-1 0 0 0,0 1 0 0 0,0 0 0 0 0,0-1 0 0 0,2 0 0 0 0,-1 0 1 0 0,-1 0 1 0 0,1 0-1 0 0,-1 0 0 0 0,1-1 0 0 0,-1 1 1 0 0,0 0-1 0 0,0-1 0 0 0,0 0 1 0 0,0 1-1 0 0,0-1 0 0 0,0 1 0 0 0,0-1 1 0 0,0 0-1 0 0,-1 0 0 0 0,1 1 0 0 0,0-4 1 0 0,25-117 407 0 0,-7 22-227 0 0,70-193-958 0 0,-53 199-2090 0 0,3 4-3719 0 0,-14 40 1569 0 0</inkml:trace>
</inkml:ink>
</file>

<file path=ppt/ink/ink19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5:32.757"/>
    </inkml:context>
    <inkml:brush xml:id="br0">
      <inkml:brushProperty name="width" value="0.1" units="cm"/>
      <inkml:brushProperty name="height" value="0.1" units="cm"/>
      <inkml:brushProperty name="color" value="#F6630D"/>
    </inkml:brush>
  </inkml:definitions>
  <inkml:trace contextRef="#ctx0" brushRef="#br0">153 26 7370 0 0,'-3'-25'12573'0'0,"-2"39"-10815"0"0,4-14-1769 0 0,-29 75 385 0 0,2 1 1 0 0,4 1-1 0 0,3 1 1 0 0,-15 115-1 0 0,34-165-336 0 0,0-1 0 0 0,2 1 0 0 0,0 0 0 0 0,2 0 0 0 0,2 0 0 0 0,12 53 0 0 0,-9-61-2 0 0,0-1 0 0 0,1 1 0 0 0,1-1 0 0 0,1 0 1 0 0,0-1-1 0 0,2 0 0 0 0,0-1 0 0 0,0 0 0 0 0,29 27 0 0 0,-18-23 76 0 0,0-2-1 0 0,1-1 0 0 0,1-1 1 0 0,1 0-1 0 0,0-3 1 0 0,31 14-1 0 0,59 16-1176 0 0,2-15-5281 0 0,-46-16-1202 0 0</inkml:trace>
</inkml:ink>
</file>

<file path=ppt/ink/ink19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5:33.242"/>
    </inkml:context>
    <inkml:brush xml:id="br0">
      <inkml:brushProperty name="width" value="0.1" units="cm"/>
      <inkml:brushProperty name="height" value="0.1" units="cm"/>
      <inkml:brushProperty name="color" value="#F6630D"/>
    </inkml:brush>
  </inkml:definitions>
  <inkml:trace contextRef="#ctx0" brushRef="#br0">26 63 6449 0 0,'-10'-16'1703'0'0,"7"10"-199"0"0,0 1-1 0 0,0 0 0 0 0,1-1 1 0 0,0 1-1 0 0,0-1 1 0 0,5-7 3204 0 0,25 31-3827 0 0,-16-6-763 0 0,-2 0-1 0 0,1 0 0 0 0,-2 1 1 0 0,0 0-1 0 0,0 1 1 0 0,-1 0-1 0 0,-1 0 1 0 0,0 1-1 0 0,-1 0 0 0 0,8 31 1 0 0,-5-8-106 0 0,-1 0-1 0 0,-2 1 1 0 0,1 54 0 0 0,-7-51-41 0 0,-2 1-1 0 0,-2-1 1 0 0,-2 0 0 0 0,-14 57 0 0 0,-61 159-2411 0 0,60-197 751 0 0,11-35-5518 0 0</inkml:trace>
</inkml:ink>
</file>

<file path=ppt/ink/ink19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5:33.767"/>
    </inkml:context>
    <inkml:brush xml:id="br0">
      <inkml:brushProperty name="width" value="0.1" units="cm"/>
      <inkml:brushProperty name="height" value="0.1" units="cm"/>
      <inkml:brushProperty name="color" value="#F6630D"/>
    </inkml:brush>
  </inkml:definitions>
  <inkml:trace contextRef="#ctx0" brushRef="#br0">43 92 2761 0 0,'-4'-4'865'0'0,"1"1"0"0"0,-1-1 0 0 0,0 0 1 0 0,1 0-1 0 0,0 0 0 0 0,0-1 1 0 0,1 1-1 0 0,-1-1 0 0 0,1 0 0 0 0,0 1 1 0 0,0-1-1 0 0,0 0 0 0 0,1 0 1 0 0,-1-1-1 0 0,1 1 0 0 0,0-8 0 0 0,2 13-718 0 0,-1-1 0 0 0,1 1 0 0 0,0-1 0 0 0,0 0 0 0 0,-1 1 0 0 0,1-1 0 0 0,0 1 0 0 0,0 0 0 0 0,0-1 0 0 0,0 1 1 0 0,-1 0-1 0 0,1-1 0 0 0,0 1 0 0 0,0 0 0 0 0,0 0 0 0 0,0 0 0 0 0,0 0 0 0 0,0 0 0 0 0,0 0 0 0 0,0 0 0 0 0,0 0 0 0 0,0 0 0 0 0,0 0 0 0 0,1 1 0 0 0,27 3 608 0 0,-21-2-695 0 0,1 0 0 0 0,-1 1 0 0 0,0 0 1 0 0,-1 0-1 0 0,1 1 0 0 0,0 0 0 0 0,-1 0 1 0 0,0 1-1 0 0,0-1 0 0 0,0 2 0 0 0,-1-1 0 0 0,1 1 1 0 0,-1 0-1 0 0,-1 0 0 0 0,1 1 0 0 0,-1 0 1 0 0,0 0-1 0 0,-1 0 0 0 0,0 0 0 0 0,0 1 1 0 0,0-1-1 0 0,-1 1 0 0 0,0 0 0 0 0,0 0 1 0 0,-1 1-1 0 0,0-1 0 0 0,-1 0 0 0 0,0 1 0 0 0,0-1 1 0 0,-1 1-1 0 0,0-1 0 0 0,0 1 0 0 0,-1-1 1 0 0,0 1-1 0 0,-4 12 0 0 0,49-68 1937 0 0,-26 26-2056 0 0,6-4-6 0 0</inkml:trace>
</inkml:ink>
</file>

<file path=ppt/ink/ink19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6:28.625"/>
    </inkml:context>
    <inkml:brush xml:id="br0">
      <inkml:brushProperty name="width" value="0.1" units="cm"/>
      <inkml:brushProperty name="height" value="0.1" units="cm"/>
      <inkml:brushProperty name="color" value="#F6630D"/>
    </inkml:brush>
  </inkml:definitions>
  <inkml:trace contextRef="#ctx0" brushRef="#br0">419 110 8290 0 0,'-33'-41'4443'0'0,"27"33"-3764"0"0,0 0 0 0 0,0 0 0 0 0,-1 1 0 0 0,1 0 0 0 0,-10-7-1 0 0,13 12-521 0 0,0 0-1 0 0,0 0 0 0 0,0 0 1 0 0,-1 1-1 0 0,1-1 0 0 0,0 1 1 0 0,-1 0-1 0 0,0 0 0 0 0,1 0 1 0 0,-1 1-1 0 0,1-1 0 0 0,-1 1 1 0 0,0 0-1 0 0,0 0 0 0 0,1 0 1 0 0,-1 0-1 0 0,-7 2 0 0 0,0 1-16 0 0,0 1 1 0 0,0 0-1 0 0,1 0 0 0 0,-1 1 1 0 0,1 0-1 0 0,0 1 0 0 0,0 0 0 0 0,1 1 1 0 0,0 0-1 0 0,0 1 0 0 0,1 0 0 0 0,0 0 1 0 0,0 0-1 0 0,0 1 0 0 0,1 0 0 0 0,-8 15 1 0 0,1 0-58 0 0,0 1 1 0 0,2 1-1 0 0,1 0 1 0 0,1 0 0 0 0,-11 46-1 0 0,13-35-82 0 0,2 0 0 0 0,2 0 0 0 0,1 0 0 0 0,2 1 0 0 0,2-1-1 0 0,1 1 1 0 0,2-1 0 0 0,2 0 0 0 0,1 0 0 0 0,2-1 0 0 0,18 51 0 0 0,-21-74-3 0 0,0 0-1 0 0,1-1 1 0 0,0 1 0 0 0,1-1-1 0 0,0 0 1 0 0,1-1 0 0 0,1 0 0 0 0,0-1-1 0 0,0 0 1 0 0,1 0 0 0 0,0-1-1 0 0,0 0 1 0 0,25 13 0 0 0,-25-16 0 0 0,0-1 0 0 0,0-1 0 0 0,1 0 0 0 0,0 0 0 0 0,-1-1 1 0 0,1-1-1 0 0,1 0 0 0 0,-1 0 0 0 0,0-1 0 0 0,0-1 0 0 0,0 0 0 0 0,1-1 0 0 0,-1 0 0 0 0,0 0 1 0 0,0-2-1 0 0,21-6 0 0 0,-19 3-114 0 0,1 0-1 0 0,-1-1 1 0 0,0-1 0 0 0,0-1 0 0 0,-1 0 0 0 0,0 0-1 0 0,-1-1 1 0 0,16-17 0 0 0,-13 11-137 0 0,0 0 1 0 0,-1-2-1 0 0,-1 0 0 0 0,0 0 1 0 0,14-30-1 0 0,-16 18-1687 0 0,-5 10-3147 0 0,-3 5-479 0 0</inkml:trace>
</inkml:ink>
</file>

<file path=ppt/ink/ink19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6:29.182"/>
    </inkml:context>
    <inkml:brush xml:id="br0">
      <inkml:brushProperty name="width" value="0.1" units="cm"/>
      <inkml:brushProperty name="height" value="0.1" units="cm"/>
      <inkml:brushProperty name="color" value="#F6630D"/>
    </inkml:brush>
  </inkml:definitions>
  <inkml:trace contextRef="#ctx0" brushRef="#br0">40 126 5985 0 0,'-15'-5'7433'0'0,"14"5"-7208"0"0,-6 18 2912 0 0,5 29-1623 0 0,2-45-1277 0 0,2 20 93 0 0,0-1 1 0 0,1 0-1 0 0,11 39 1 0 0,-11-47-209 0 0,2 0 0 0 0,0-1 0 0 0,0 0 0 0 0,1 0-1 0 0,1 0 1 0 0,0-1 0 0 0,12 16 0 0 0,-18-26-131 0 0,0 1 0 0 0,1-1 0 0 0,-1 1-1 0 0,0-1 1 0 0,1 1 0 0 0,-1-1-1 0 0,1 0 1 0 0,-1 0 0 0 0,1 0 0 0 0,0 0-1 0 0,-1 0 1 0 0,1 0 0 0 0,0 0-1 0 0,0-1 1 0 0,-1 1 0 0 0,1-1 0 0 0,0 1-1 0 0,0-1 1 0 0,0 0 0 0 0,3 1-1 0 0,-3-2-15 0 0,0 1 0 0 0,0-1 0 0 0,-1 0-1 0 0,1 1 1 0 0,0-1 0 0 0,0 0 0 0 0,-1 0-1 0 0,1 0 1 0 0,0 0 0 0 0,-1-1 0 0 0,1 1 0 0 0,-1 0-1 0 0,1-1 1 0 0,-1 1 0 0 0,0-1 0 0 0,2-2-1 0 0,3-6-78 0 0,0-1 0 0 0,0 0 0 0 0,-1 0 0 0 0,0-1 0 0 0,2-12 0 0 0,-3 10 109 0 0,0 0 0 0 0,-1 0 0 0 0,-1 0-1 0 0,0-1 1 0 0,-1 1 0 0 0,-1-1 0 0 0,0 1-1 0 0,-1-1 1 0 0,-1 1 0 0 0,-5-26 0 0 0,4 30-8 0 0,0 0 1 0 0,-1 0-1 0 0,0 0 1 0 0,0 1 0 0 0,-1 0-1 0 0,-1 0 1 0 0,1 0-1 0 0,-2 0 1 0 0,1 1-1 0 0,-1 0 1 0 0,0 0-1 0 0,-1 1 1 0 0,1 0-1 0 0,-1 0 1 0 0,-16-9 0 0 0,21 14-144 0 0,0 0 0 0 0,0 1 1 0 0,1-1-1 0 0,-1 1 1 0 0,0 0-1 0 0,0 0 0 0 0,0 0 1 0 0,-1 0-1 0 0,1 0 1 0 0,0 0-1 0 0,0 1 0 0 0,0 0 1 0 0,0 0-1 0 0,-1 0 1 0 0,1 0-1 0 0,0 0 0 0 0,0 1 1 0 0,0-1-1 0 0,-1 1 1 0 0,1 0-1 0 0,0 0 0 0 0,0 0 1 0 0,0 0-1 0 0,0 0 1 0 0,0 1-1 0 0,1-1 0 0 0,-1 1 1 0 0,-4 3-1 0 0</inkml:trace>
</inkml:ink>
</file>

<file path=ppt/ink/ink19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6:29.439"/>
    </inkml:context>
    <inkml:brush xml:id="br0">
      <inkml:brushProperty name="width" value="0.1" units="cm"/>
      <inkml:brushProperty name="height" value="0.1" units="cm"/>
      <inkml:brushProperty name="color" value="#F6630D"/>
    </inkml:brush>
  </inkml:definitions>
  <inkml:trace contextRef="#ctx0" brushRef="#br0">21 0 8754 0 0,'-8'35'4081'0'0,"-5"124"1637"0"0,13-120-5427 0 0,2 1 0 0 0,8 39-1 0 0,1-38-1301 0 0,-11-40 663 0 0,1 1-1 0 0,0 0 0 0 0,0-1 1 0 0,0 1-1 0 0,0 0 1 0 0,0-1-1 0 0,1 1 0 0 0,-1-1 1 0 0,0 0-1 0 0,1 1 1 0 0,2 1-1 0 0</inkml:trace>
</inkml:ink>
</file>

<file path=ppt/ink/ink19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6:29.788"/>
    </inkml:context>
    <inkml:brush xml:id="br0">
      <inkml:brushProperty name="width" value="0.1" units="cm"/>
      <inkml:brushProperty name="height" value="0.1" units="cm"/>
      <inkml:brushProperty name="color" value="#F6630D"/>
    </inkml:brush>
  </inkml:definitions>
  <inkml:trace contextRef="#ctx0" brushRef="#br0">31 363 3425 0 0,'0'-28'790'0'0,"-2"0"0"0"0,-1 0 0 0 0,-8-34 0 0 0,-2-19 6291 0 0,12 79-6807 0 0,1 1 0 0 0,0-1 0 0 0,0 0 0 0 0,0 1 0 0 0,0-1 0 0 0,0 0 0 0 0,0 1 0 0 0,0-1 0 0 0,0 1 0 0 0,1-1 0 0 0,-1 0 0 0 0,1 1 0 0 0,-1-1 0 0 0,1 1 0 0 0,1-3 0 0 0,-2 3-180 0 0,1 1-1 0 0,-1-1 1 0 0,1 1-1 0 0,0 0 0 0 0,-1-1 1 0 0,1 1-1 0 0,-1-1 1 0 0,1 1-1 0 0,0 0 0 0 0,-1 0 1 0 0,1-1-1 0 0,0 1 1 0 0,-1 0-1 0 0,1 0 0 0 0,0 0 1 0 0,-1 0-1 0 0,1 0 1 0 0,0 0-1 0 0,0 0 0 0 0,-1 0 1 0 0,1 0-1 0 0,0 0 1 0 0,-1 0-1 0 0,2 1 0 0 0,2 0-7 0 0,-1 0 0 0 0,1 1-1 0 0,-1 0 1 0 0,0 0-1 0 0,0 0 1 0 0,0 0 0 0 0,0 0-1 0 0,0 0 1 0 0,0 1-1 0 0,0 0 1 0 0,3 4 0 0 0,25 40 551 0 0,-21-29-537 0 0,1-1 0 0 0,14 17 0 0 0,-22-31-109 0 0,0 1 1 0 0,1-1-1 0 0,-1 1 0 0 0,1-1 1 0 0,-1 0-1 0 0,1-1 0 0 0,0 1 1 0 0,0-1-1 0 0,1 1 0 0 0,-1-1 1 0 0,0 0-1 0 0,1-1 0 0 0,8 3 1 0 0,-11-4-17 0 0,0 0 0 0 0,-1 0 0 0 0,1 0 0 0 0,0 0 1 0 0,-1 0-1 0 0,1-1 0 0 0,0 1 0 0 0,-1 0 0 0 0,1-1 1 0 0,0 0-1 0 0,-1 1 0 0 0,1-1 0 0 0,-1 0 0 0 0,1 0 0 0 0,-1 0 1 0 0,1 0-1 0 0,-1 0 0 0 0,0 0 0 0 0,0 0 0 0 0,1 0 0 0 0,-1 0 1 0 0,0-1-1 0 0,0 1 0 0 0,0 0 0 0 0,0-1 0 0 0,0 1 1 0 0,-1-1-1 0 0,1 1 0 0 0,0-1 0 0 0,-1 0 0 0 0,1 1 0 0 0,0-3 1 0 0,3-9-105 0 0,-1 0 1 0 0,-1 0-1 0 0,2-17 1 0 0,-1 8 359 0 0,1-1 158 0 0,-2 8-295 0 0,1 1 1 0 0,0-1 0 0 0,1 1-1 0 0,0-1 1 0 0,1 1-1 0 0,1 1 1 0 0,8-18 0 0 0,-13 31-81 0 0,-1-1 1 0 0,1 0-1 0 0,-1 1 0 0 0,1-1 1 0 0,-1 0-1 0 0,1 1 0 0 0,-1-1 1 0 0,1 0-1 0 0,0 1 1 0 0,-1-1-1 0 0,1 1 0 0 0,0-1 1 0 0,0 1-1 0 0,-1 0 1 0 0,1-1-1 0 0,0 1 0 0 0,0 0 1 0 0,0-1-1 0 0,-1 1 0 0 0,1 0 1 0 0,0 0-1 0 0,0 0 1 0 0,0 0-1 0 0,0 0 0 0 0,-1 0 1 0 0,1 0-1 0 0,0 0 1 0 0,1 0-1 0 0,0 1 11 0 0,1 0 0 0 0,-1 0 1 0 0,0 0-1 0 0,0 0 0 0 0,0 1 1 0 0,-1-1-1 0 0,1 1 0 0 0,0-1 0 0 0,0 1 1 0 0,2 2-1 0 0,3 6 28 0 0,0-1 0 0 0,0 1 1 0 0,5 12-1 0 0,26 64 53 0 0,-30-64-713 0 0,1 0 1 0 0,1-1-1 0 0,1 0 0 0 0,24 33 1 0 0</inkml:trace>
</inkml:ink>
</file>

<file path=ppt/ink/ink19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6:30.089"/>
    </inkml:context>
    <inkml:brush xml:id="br0">
      <inkml:brushProperty name="width" value="0.1" units="cm"/>
      <inkml:brushProperty name="height" value="0.1" units="cm"/>
      <inkml:brushProperty name="color" value="#F6630D"/>
    </inkml:brush>
  </inkml:definitions>
  <inkml:trace contextRef="#ctx0" brushRef="#br0">1 8 5065 0 0,'5'-8'5539'0'0,"-5"8"-5404"0"0,12 6 3480 0 0,11 14 147 0 0,-14-8-3333 0 0,-1-1 1 0 0,0 2-1 0 0,-1-1 1 0 0,0 1-1 0 0,-1 0 1 0 0,-1 1-1 0 0,0-1 1 0 0,0 1-1 0 0,3 21 1 0 0,-2 0-597 0 0,-1 0-1 0 0,0 62 1 0 0,-11-42-4977 0 0</inkml:trace>
</inkml:ink>
</file>

<file path=ppt/ink/ink19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6:30.503"/>
    </inkml:context>
    <inkml:brush xml:id="br0">
      <inkml:brushProperty name="width" value="0.1" units="cm"/>
      <inkml:brushProperty name="height" value="0.1" units="cm"/>
      <inkml:brushProperty name="color" value="#F6630D"/>
    </inkml:brush>
  </inkml:definitions>
  <inkml:trace contextRef="#ctx0" brushRef="#br0">24 192 2761 0 0,'-2'-3'527'0'0,"0"1"0"0"0,0-1 1 0 0,0 0-1 0 0,0 1 0 0 0,0-1 1 0 0,0 0-1 0 0,1 0 0 0 0,0-1 1 0 0,-1 1-1 0 0,1 0 0 0 0,1 0 0 0 0,-1-1 1 0 0,0 1-1 0 0,1 0 0 0 0,-1-7 1 0 0,1 8-263 0 0,-1 0-1 0 0,1-1 1 0 0,0 1 0 0 0,0 0 0 0 0,0-1 0 0 0,0 1-1 0 0,0-1 1 0 0,1 1 0 0 0,-1 0 0 0 0,1-1 0 0 0,0 1-1 0 0,-1 0 1 0 0,1 0 0 0 0,0-1 0 0 0,0 1 0 0 0,0 0-1 0 0,1 0 1 0 0,-1 0 0 0 0,0 0 0 0 0,1 0 0 0 0,0 0-1 0 0,-1 1 1 0 0,3-3 0 0 0,-1 3-167 0 0,-1 1-1 0 0,0-1 1 0 0,0 1 0 0 0,0 0-1 0 0,0 0 1 0 0,1 0 0 0 0,-1 0-1 0 0,0 0 1 0 0,0 0 0 0 0,0 1-1 0 0,0-1 1 0 0,1 1-1 0 0,-1-1 1 0 0,0 1 0 0 0,0 0-1 0 0,0 0 1 0 0,0 0 0 0 0,0 0-1 0 0,-1 0 1 0 0,4 2 0 0 0,36 29 437 0 0,-37-28-491 0 0,35 33-12 0 0,-25-23-45 0 0,1 0 0 0 0,0-1 0 0 0,33 22 0 0 0,-46-34-50 0 0,-1 0-1 0 0,1-1 1 0 0,-1 1-1 0 0,1 0 1 0 0,-1-1-1 0 0,1 1 1 0 0,0-1 0 0 0,-1 1-1 0 0,1-1 1 0 0,0 0-1 0 0,-1 0 1 0 0,1 0-1 0 0,0 0 1 0 0,0 0 0 0 0,-1 0-1 0 0,1 0 1 0 0,0 0-1 0 0,-1-1 1 0 0,1 1-1 0 0,0-1 1 0 0,-1 1 0 0 0,1-1-1 0 0,1-1 1 0 0,0 0-29 0 0,0 0 0 0 0,0 0 0 0 0,0-1 1 0 0,-1 1-1 0 0,1-1 0 0 0,-1 0 0 0 0,0 0 1 0 0,0 0-1 0 0,0 0 0 0 0,3-5 0 0 0,2-8 117 0 0,-1-1 0 0 0,0 0 1 0 0,5-26-1 0 0,-10 39 81 0 0,3-17 142 0 0,8-28 192 0 0,-11 45-322 0 0,0 1 1 0 0,0 0-1 0 0,1-1 0 0 0,-1 1 0 0 0,1 0 1 0 0,0 0-1 0 0,0 0 0 0 0,0 0 0 0 0,0 0 1 0 0,5-4-1 0 0,-6 7-55 0 0,0-1 0 0 0,-1 1 1 0 0,1 0-1 0 0,0 0 0 0 0,0 0 0 0 0,-1-1 1 0 0,1 1-1 0 0,0 0 0 0 0,0 0 0 0 0,-1 0 1 0 0,1 0-1 0 0,0 0 0 0 0,0 1 1 0 0,0-1-1 0 0,-1 0 0 0 0,1 0 0 0 0,0 0 1 0 0,-1 1-1 0 0,1-1 0 0 0,0 0 0 0 0,0 1 1 0 0,-1-1-1 0 0,1 1 0 0 0,-1-1 0 0 0,1 1 1 0 0,0-1-1 0 0,-1 1 0 0 0,1-1 0 0 0,-1 1 1 0 0,1-1-1 0 0,-1 1 0 0 0,1 0 0 0 0,-1-1 1 0 0,0 1-1 0 0,1 0 0 0 0,-1-1 0 0 0,0 1 1 0 0,1 1-1 0 0,16 35 298 0 0,-14-31-198 0 0,5 12-155 0 0,8 19 399 0 0,32 53 0 0 0,-41-79-673 0 0,0-1 0 0 0,1 0 0 0 0,0 0 0 0 0,0-1 0 0 0,1 0 0 0 0,1 0-1 0 0,-1-1 1 0 0,1 0 0 0 0,13 7 0 0 0,-5-5-7294 0 0</inkml:trace>
</inkml:ink>
</file>

<file path=ppt/ink/ink19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6:31.152"/>
    </inkml:context>
    <inkml:brush xml:id="br0">
      <inkml:brushProperty name="width" value="0.1" units="cm"/>
      <inkml:brushProperty name="height" value="0.1" units="cm"/>
      <inkml:brushProperty name="color" value="#F6630D"/>
    </inkml:brush>
  </inkml:definitions>
  <inkml:trace contextRef="#ctx0" brushRef="#br0">345 199 6449 0 0,'2'-13'884'0'0,"0"1"0"0"0,-1-1-1 0 0,-1 0 1 0 0,0 0 0 0 0,-1 1 0 0 0,-2-14-1 0 0,2 20-519 0 0,0 1-1 0 0,0-1 1 0 0,-1 1-1 0 0,1-1 1 0 0,-1 1-1 0 0,0 0 0 0 0,-1 0 1 0 0,1 0-1 0 0,-1 0 1 0 0,0 0-1 0 0,0 0 1 0 0,-1 1-1 0 0,1-1 1 0 0,-1 1-1 0 0,-7-6 1 0 0,8 8-241 0 0,0 1 1 0 0,0-1 0 0 0,0 1-1 0 0,0 0 1 0 0,-1 0 0 0 0,1 0 0 0 0,-1 0-1 0 0,1 1 1 0 0,0 0 0 0 0,-1-1 0 0 0,1 1-1 0 0,-1 0 1 0 0,1 1 0 0 0,-1-1-1 0 0,1 1 1 0 0,0-1 0 0 0,-1 1 0 0 0,1 0-1 0 0,0 0 1 0 0,-1 0 0 0 0,1 1-1 0 0,0-1 1 0 0,-4 3 0 0 0,-5 4 13 0 0,0-1 1 0 0,1 1-1 0 0,-1 1 1 0 0,-12 13-1 0 0,8-7-140 0 0,1 0-1 0 0,1 1 1 0 0,0 1-1 0 0,1 0 1 0 0,1 1-1 0 0,0 1 1 0 0,2 0-1 0 0,0 0 1 0 0,1 1-1 0 0,-7 23 1 0 0,15-39-7 0 0,0 0-1 0 0,0 0 1 0 0,0 0 0 0 0,1 1 0 0 0,0-1 0 0 0,-1 0 0 0 0,2 0 0 0 0,-1 0 0 0 0,0 0-1 0 0,1 0 1 0 0,0 0 0 0 0,0 0 0 0 0,0 0 0 0 0,0 0 0 0 0,1 0 0 0 0,0 0-1 0 0,-1 0 1 0 0,2-1 0 0 0,-1 1 0 0 0,0-1 0 0 0,0 1 0 0 0,1-1 0 0 0,0 0 0 0 0,0 0-1 0 0,0 0 1 0 0,0 0 0 0 0,5 3 0 0 0,8 4-99 0 0,1-1 0 0 0,0 0-1 0 0,0-1 1 0 0,33 11 0 0 0,-7-3-102 0 0,-36-13 186 0 0,15 5-92 0 0,-1 2 0 0 0,0 0 0 0 0,-1 1 0 0 0,38 28 0 0 0,-54-36 134 0 0,-1 0-1 0 0,1 0 1 0 0,-1 0 0 0 0,0 0-1 0 0,0 1 1 0 0,0-1 0 0 0,0 1-1 0 0,0 0 1 0 0,-1 0 0 0 0,0 0-1 0 0,0 0 1 0 0,0 1-1 0 0,0-1 1 0 0,-1 0 0 0 0,0 1-1 0 0,0-1 1 0 0,0 1 0 0 0,0-1-1 0 0,-1 1 1 0 0,1-1 0 0 0,-1 1-1 0 0,0 0 1 0 0,-1-1-1 0 0,1 1 1 0 0,-1-1 0 0 0,0 1-1 0 0,0-1 1 0 0,0 1 0 0 0,-1-1-1 0 0,0 1 1 0 0,0-1 0 0 0,-2 4-1 0 0,-1 1 156 0 0,0 0-1 0 0,-1-1 0 0 0,0 0 1 0 0,0 0-1 0 0,0-1 0 0 0,-1 0 1 0 0,-1 0-1 0 0,1 0 0 0 0,-1-1 1 0 0,-16 10-1 0 0,-1-2-208 0 0,0-2-1 0 0,-40 13 1 0 0,-32 15-2609 0 0,80-30 1172 0 0</inkml:trace>
</inkml:ink>
</file>

<file path=ppt/ink/ink19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6:31.549"/>
    </inkml:context>
    <inkml:brush xml:id="br0">
      <inkml:brushProperty name="width" value="0.1" units="cm"/>
      <inkml:brushProperty name="height" value="0.1" units="cm"/>
      <inkml:brushProperty name="color" value="#F6630D"/>
    </inkml:brush>
  </inkml:definitions>
  <inkml:trace contextRef="#ctx0" brushRef="#br0">7 241 7370 0 0,'-7'-6'9864'0'0,"43"46"-7546"0"0,-25-26-1931 0 0,0-1-1 0 0,1 0 0 0 0,0-1 0 0 0,1 0 1 0 0,22 14-1 0 0,-31-24-355 0 0,-1 0-1 0 0,1 0 1 0 0,0 0-1 0 0,-1-1 1 0 0,1 0-1 0 0,0 1 1 0 0,0-1-1 0 0,0-1 1 0 0,0 1-1 0 0,0-1 1 0 0,0 1 0 0 0,0-1-1 0 0,0 0 1 0 0,0-1-1 0 0,1 1 1 0 0,-1-1-1 0 0,0 1 1 0 0,0-1-1 0 0,-1-1 1 0 0,1 1-1 0 0,0 0 1 0 0,0-1-1 0 0,-1 0 1 0 0,1 0-1 0 0,-1 0 1 0 0,1 0-1 0 0,-1-1 1 0 0,6-4 0 0 0,-3 1 27 0 0,0 0 1 0 0,0-1 0 0 0,-1 0-1 0 0,0 0 1 0 0,0 0 0 0 0,-1 0 0 0 0,0 0-1 0 0,0-1 1 0 0,-1 0 0 0 0,0 0 0 0 0,3-11-1 0 0,3-15 24 0 0,5-52 0 0 0,-6 34-117 0 0,4-7-765 0 0,-6 34-5428 0 0</inkml:trace>
</inkml:ink>
</file>

<file path=ppt/ink/ink19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6:31.724"/>
    </inkml:context>
    <inkml:brush xml:id="br0">
      <inkml:brushProperty name="width" value="0.1" units="cm"/>
      <inkml:brushProperty name="height" value="0.1" units="cm"/>
      <inkml:brushProperty name="color" value="#F6630D"/>
    </inkml:brush>
  </inkml:definitions>
  <inkml:trace contextRef="#ctx0" brushRef="#br0">7 0 6913 0 0,'2'105'8107'0'0,"0"0"-3128"0"0,-6 1-3373 0 0,2-82-1713 0 0,-1-3-298 0 0,2 1 1 0 0,1-1 0 0 0,2 27-1 0 0</inkml:trace>
</inkml:ink>
</file>

<file path=ppt/ink/ink19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6:32.153"/>
    </inkml:context>
    <inkml:brush xml:id="br0">
      <inkml:brushProperty name="width" value="0.1" units="cm"/>
      <inkml:brushProperty name="height" value="0.1" units="cm"/>
      <inkml:brushProperty name="color" value="#F6630D"/>
    </inkml:brush>
  </inkml:definitions>
  <inkml:trace contextRef="#ctx0" brushRef="#br0">162 1 9218 0 0,'-11'6'7790'0'0,"-10"6"-5733"0"0,9-2-1225 0 0,0 0 0 0 0,1 1 0 0 0,-12 15 0 0 0,12-13-753 0 0,2-1-1 0 0,0 2 0 0 0,0 0 1 0 0,1 0-1 0 0,-10 25 1 0 0,17-36-75 0 0,0 0 1 0 0,-1 0 0 0 0,1 1-1 0 0,1-1 1 0 0,-1 0 0 0 0,0 0 0 0 0,1 0-1 0 0,0 1 1 0 0,0-1 0 0 0,0 0-1 0 0,0 0 1 0 0,0 1 0 0 0,0-1 0 0 0,1 0-1 0 0,0 0 1 0 0,0 1 0 0 0,0-1 0 0 0,0 0-1 0 0,0 0 1 0 0,0 0 0 0 0,1 0-1 0 0,0-1 1 0 0,-1 1 0 0 0,1 0 0 0 0,3 3-1 0 0,3 1-48 0 0,1 0 0 0 0,-1-1 0 0 0,1 0 0 0 0,1-1 1 0 0,-1 1-1 0 0,14 4 0 0 0,34 21-489 0 0,-53-29 463 0 0,-1 1 0 0 0,1 0 0 0 0,-1-1-1 0 0,0 1 1 0 0,0 0 0 0 0,0 1-1 0 0,0-1 1 0 0,0 1 0 0 0,-1-1 0 0 0,0 1-1 0 0,3 6 1 0 0,-4-7 98 0 0,0 1 0 0 0,0-1 0 0 0,-1 1 0 0 0,0-1 0 0 0,1 1 0 0 0,-2 0 0 0 0,1-1 0 0 0,0 1 0 0 0,-1-1 0 0 0,1 1 0 0 0,-1-1 0 0 0,0 1 0 0 0,0-1-1 0 0,0 0 1 0 0,-1 1 0 0 0,1-1 0 0 0,-1 0 0 0 0,0 0 0 0 0,0 0 0 0 0,0 0 0 0 0,0 0 0 0 0,0 0 0 0 0,-1-1 0 0 0,1 1 0 0 0,-1-1 0 0 0,-3 3 0 0 0,-4 4 46 0 0,0-1 0 0 0,-1 0 0 0 0,0-1 0 0 0,-1 0 0 0 0,-19 9 0 0 0,10-9-567 0 0,7-4-5534 0 0</inkml:trace>
</inkml:ink>
</file>

<file path=ppt/ink/ink19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6:32.438"/>
    </inkml:context>
    <inkml:brush xml:id="br0">
      <inkml:brushProperty name="width" value="0.1" units="cm"/>
      <inkml:brushProperty name="height" value="0.1" units="cm"/>
      <inkml:brushProperty name="color" value="#F6630D"/>
    </inkml:brush>
  </inkml:definitions>
  <inkml:trace contextRef="#ctx0" brushRef="#br0">0 128 10594 0 0,'104'-43'9488'0'0,"73"-12"-7176"0"0,-99 36-3535 0 0,-44 12-4437 0 0,-11 4-1009 0 0</inkml:trace>
</inkml:ink>
</file>

<file path=ppt/ink/ink19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6:32.660"/>
    </inkml:context>
    <inkml:brush xml:id="br0">
      <inkml:brushProperty name="width" value="0.1" units="cm"/>
      <inkml:brushProperty name="height" value="0.1" units="cm"/>
      <inkml:brushProperty name="color" value="#F6630D"/>
    </inkml:brush>
  </inkml:definitions>
  <inkml:trace contextRef="#ctx0" brushRef="#br0">47 0 14283 0 0,'-2'1'223'0'0,"1"-1"0"0"0,-1 0 0 0 0,1 0 0 0 0,0 0 0 0 0,0 1 0 0 0,-1-1 0 0 0,1 1 0 0 0,0-1 0 0 0,0 1-1 0 0,-1 0 1 0 0,1-1 0 0 0,0 1 0 0 0,0 0 0 0 0,0 0 0 0 0,0 0 0 0 0,0-1 0 0 0,0 1 0 0 0,0 0 0 0 0,0 1 0 0 0,1-1 0 0 0,-2 1 0 0 0,-4 31 3512 0 0,6-31-3837 0 0,-7 77 895 0 0,3-47-1154 0 0,2 0 0 0 0,0 0 0 0 0,2 0 0 0 0,7 50 0 0 0,-3-61-7477 0 0</inkml:trace>
</inkml:ink>
</file>

<file path=ppt/ink/ink19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6:33.656"/>
    </inkml:context>
    <inkml:brush xml:id="br0">
      <inkml:brushProperty name="width" value="0.1" units="cm"/>
      <inkml:brushProperty name="height" value="0.1" units="cm"/>
      <inkml:brushProperty name="color" value="#F6630D"/>
    </inkml:brush>
  </inkml:definitions>
  <inkml:trace contextRef="#ctx0" brushRef="#br0">1 0 7834 0 0,'2'6'5704'0'0,"3"11"-3805"0"0,5 26 5 0 0,-1 1 0 0 0,4 64 0 0 0,-6 91-1916 0 0,-6-105-1001 0 0,0-69-203 0 0</inkml:trace>
</inkml:ink>
</file>

<file path=ppt/ink/ink19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6:33.877"/>
    </inkml:context>
    <inkml:brush xml:id="br0">
      <inkml:brushProperty name="width" value="0.1" units="cm"/>
      <inkml:brushProperty name="height" value="0.1" units="cm"/>
      <inkml:brushProperty name="color" value="#F6630D"/>
    </inkml:brush>
  </inkml:definitions>
  <inkml:trace contextRef="#ctx0" brushRef="#br0">3 178 7834 0 0,'-1'-5'321'0'0,"1"-1"0"0"0,-1 0 0 0 0,1 1 1 0 0,0-1-1 0 0,0 0 0 0 0,0 0 0 0 0,1 1 1 0 0,0-1-1 0 0,0 0 0 0 0,1 1 0 0 0,0-1 1 0 0,-1 1-1 0 0,2 0 0 0 0,-1-1 0 0 0,1 1 0 0 0,0 0 1 0 0,0 0-1 0 0,0 1 0 0 0,6-8 0 0 0,-2 6 167 0 0,-1 0 0 0 0,0 1 0 0 0,1 0 0 0 0,0 0 0 0 0,1 1 0 0 0,-1 0 0 0 0,1 0 0 0 0,-1 1 0 0 0,1 0 0 0 0,0 0 0 0 0,0 0 0 0 0,16-1 0 0 0,-16 2-412 0 0,2 0-22 0 0,1 1 0 0 0,-1-1 0 0 0,16 2 0 0 0,-23 0-342 0 0,0 0 0 0 0,0 0 0 0 0,0 1 1 0 0,0 0-1 0 0,0-1 0 0 0,0 1 0 0 0,0 0 0 0 0,0 1 0 0 0,0-1 1 0 0,0 0-1 0 0,-1 1 0 0 0,1 0 0 0 0,0-1 0 0 0,-1 1 0 0 0,1 0 1 0 0,1 3-1 0 0,5 6-1326 0 0</inkml:trace>
</inkml:ink>
</file>

<file path=ppt/ink/ink19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6:34.024"/>
    </inkml:context>
    <inkml:brush xml:id="br0">
      <inkml:brushProperty name="width" value="0.1" units="cm"/>
      <inkml:brushProperty name="height" value="0.1" units="cm"/>
      <inkml:brushProperty name="color" value="#F6630D"/>
    </inkml:brush>
  </inkml:definitions>
  <inkml:trace contextRef="#ctx0" brushRef="#br0">1 94 4609 0 0,'12'-8'5832'0'0,"15"-7"-2872"0"0,9-6-1950 0 0,-16 6-904 0 0,-16 10-517 0 0,2 1 0 0 0,-1 0-1 0 0,0 0 1 0 0,1 1 0 0 0,-1-1 0 0 0,1 1-1 0 0,0 0 1 0 0,7-1 0 0 0,-7 3-947 0 0</inkml:trace>
</inkml:ink>
</file>

<file path=ppt/ink/ink19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6:34.189"/>
    </inkml:context>
    <inkml:brush xml:id="br0">
      <inkml:brushProperty name="width" value="0.1" units="cm"/>
      <inkml:brushProperty name="height" value="0.1" units="cm"/>
      <inkml:brushProperty name="color" value="#F6630D"/>
    </inkml:brush>
  </inkml:definitions>
  <inkml:trace contextRef="#ctx0" brushRef="#br0">15 0 6913 0 0,'-2'3'263'0'0,"0"0"0"0"0,0 0-1 0 0,1 0 1 0 0,-1 0-1 0 0,1 0 1 0 0,0 1 0 0 0,0-1-1 0 0,0 0 1 0 0,1 1 0 0 0,-1-1-1 0 0,1 1 1 0 0,-1-1-1 0 0,2 7 1 0 0,-1-9 7 0 0,0 1 0 0 0,1-1 0 0 0,-1 1-1 0 0,1 0 1 0 0,0-1 0 0 0,0 1 0 0 0,-1-1 0 0 0,1 1 0 0 0,0-1 0 0 0,0 0 0 0 0,0 1-1 0 0,0-1 1 0 0,1 0 0 0 0,-1 0 0 0 0,0 0 0 0 0,0 0 0 0 0,1 0 0 0 0,-1 0 0 0 0,1 0-1 0 0,-1 0 1 0 0,1 0 0 0 0,-1-1 0 0 0,1 1 0 0 0,-1-1 0 0 0,1 1 0 0 0,0-1 0 0 0,-1 1-1 0 0,1-1 1 0 0,0 0 0 0 0,2 0 0 0 0,3 0 69 0 0,-1 0-1 0 0,0 0 1 0 0,1-1-1 0 0,-1 0 1 0 0,0 0-1 0 0,1-1 1 0 0,-1 1-1 0 0,0-1 1 0 0,8-5-1 0 0,56-30-1339 0 0,-42 21-1471 0 0,-15 8 1256 0 0</inkml:trace>
</inkml:ink>
</file>

<file path=ppt/ink/ink19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6:34.432"/>
    </inkml:context>
    <inkml:brush xml:id="br0">
      <inkml:brushProperty name="width" value="0.1" units="cm"/>
      <inkml:brushProperty name="height" value="0.1" units="cm"/>
      <inkml:brushProperty name="color" value="#F6630D"/>
    </inkml:brush>
  </inkml:definitions>
  <inkml:trace contextRef="#ctx0" brushRef="#br0">60 4 25349 0 0,'-16'-4'2001'0'0,"-3"5"-4497"0"0,18 0 2300 0 0,0-1 1 0 0,0 1 0 0 0,0-1-1 0 0,0 1 1 0 0,0 0-1 0 0,0-1 1 0 0,0 1 0 0 0,0 0-1 0 0,0 0 1 0 0,1 0-1 0 0,-1 0 1 0 0,0-1 0 0 0,1 1-1 0 0,-2 2 1 0 0,-4 14 1424 0 0,4 5-1136 0 0,0 0 0 0 0,1 0 0 0 0,1 0 0 0 0,2 0 1 0 0,5 32-1 0 0,-1 0-79 0 0,16 120 535 0 0,-10-100-3359 0 0,-4-29-2116 0 0,-5-24-2186 0 0</inkml:trace>
</inkml:ink>
</file>

<file path=ppt/ink/ink19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6:34.861"/>
    </inkml:context>
    <inkml:brush xml:id="br0">
      <inkml:brushProperty name="width" value="0.1" units="cm"/>
      <inkml:brushProperty name="height" value="0.1" units="cm"/>
      <inkml:brushProperty name="color" value="#F6630D"/>
    </inkml:brush>
  </inkml:definitions>
  <inkml:trace contextRef="#ctx0" brushRef="#br0">4 223 10138 0 0,'-2'-5'300'0'0,"2"-1"0"0"0,-1 1 0 0 0,1-1 1 0 0,-1 1-1 0 0,1-1 0 0 0,1 1 0 0 0,1-9 0 0 0,-2 13-164 0 0,0 0 0 0 0,0 0 0 0 0,1 0 0 0 0,-1 0 0 0 0,1 0 0 0 0,-1 0 0 0 0,1 0 0 0 0,0 0 0 0 0,-1 1 0 0 0,1-1 0 0 0,0 0 0 0 0,-1 0 0 0 0,1 0 0 0 0,0 1 0 0 0,0-1-1 0 0,0 0 1 0 0,0 1 0 0 0,1-1 0 0 0,0 0 90 0 0,0 1-1 0 0,-1-1 0 0 0,1 1 0 0 0,0 0 1 0 0,0-1-1 0 0,0 1 0 0 0,0 0 0 0 0,0 0 1 0 0,0 1-1 0 0,0-1 0 0 0,0 0 1 0 0,0 1-1 0 0,-1-1 0 0 0,3 1 0 0 0,12 6 198 0 0,-1 0 0 0 0,0 1 0 0 0,0 1 0 0 0,-1 0 0 0 0,0 1 0 0 0,0 0 1 0 0,14 16-1 0 0,28 20-238 0 0,-40-35-136 0 0,42 29 229 0 0,-52-36-268 0 0,0-1 0 0 0,0 0 0 0 0,0 0 0 0 0,1 0-1 0 0,-1-1 1 0 0,1 0 0 0 0,10 2 0 0 0,-15-4-9 0 0,-1-1 0 0 0,0 1 0 0 0,1 0 1 0 0,-1-1-1 0 0,1 1 0 0 0,-1-1 0 0 0,0 1 1 0 0,1-1-1 0 0,-1 1 0 0 0,0-1 0 0 0,0 0 0 0 0,0 0 1 0 0,1 0-1 0 0,-1 1 0 0 0,0-1 0 0 0,0 0 0 0 0,0 0 1 0 0,0-1-1 0 0,0 1 0 0 0,-1 0 0 0 0,1 0 0 0 0,0 0 1 0 0,0-1-1 0 0,-1 1 0 0 0,2-3 0 0 0,12-39 182 0 0,-11 34-101 0 0,5-24 31 0 0,4-35 1 0 0,-9 46-117 0 0,0 1 0 0 0,2-1-1 0 0,0 1 1 0 0,2 0 0 0 0,9-21 0 0 0,-15 40 6 0 0,0-1-1 0 0,0 1 1 0 0,1-1 0 0 0,-1 1 0 0 0,1 0 0 0 0,0 0-1 0 0,-1 0 1 0 0,1 0 0 0 0,0 0 0 0 0,0 0-1 0 0,0 0 1 0 0,1 1 0 0 0,-1-1 0 0 0,0 1-1 0 0,1-1 1 0 0,-1 1 0 0 0,5-1 0 0 0,-6 1 10 0 0,1 1 1 0 0,-1 0-1 0 0,1 0 0 0 0,0 0 1 0 0,-1 1-1 0 0,1-1 1 0 0,-1 0-1 0 0,1 1 1 0 0,-1-1-1 0 0,1 1 1 0 0,-1-1-1 0 0,1 1 1 0 0,-1-1-1 0 0,0 1 0 0 0,1 0 1 0 0,-1 0-1 0 0,0 0 1 0 0,1 0-1 0 0,-1 0 1 0 0,0 0-1 0 0,0 0 1 0 0,0 0-1 0 0,0 1 0 0 0,0-1 1 0 0,0 0-1 0 0,0 0 1 0 0,-1 1-1 0 0,1-1 1 0 0,0 1-1 0 0,-1-1 1 0 0,1 3-1 0 0,9 22 84 0 0,-1 0 0 0 0,-2 0-1 0 0,5 31 1 0 0,-9-38-78 0 0,1 0 0 0 0,1 1 0 0 0,0-1 0 0 0,2-1 0 0 0,0 1 0 0 0,1-1 0 0 0,19 33 0 0 0,-16-36-251 0 0,-4-4-78 0 0,1 0-1 0 0,0-1 1 0 0,1 0 0 0 0,-1 0-1 0 0,16 12 1 0 0</inkml:trace>
</inkml:ink>
</file>

<file path=ppt/ink/ink19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6:35.432"/>
    </inkml:context>
    <inkml:brush xml:id="br0">
      <inkml:brushProperty name="width" value="0.1" units="cm"/>
      <inkml:brushProperty name="height" value="0.1" units="cm"/>
      <inkml:brushProperty name="color" value="#F6630D"/>
    </inkml:brush>
  </inkml:definitions>
  <inkml:trace contextRef="#ctx0" brushRef="#br0">170 161 1376 0 0,'-51'-23'9055'0'0,"-67"-22"0"0"0,155 34-7248 0 0,91-11-1235 0 0,217-8 1 0 0,132 33-549 0 0,-439-2-309 0 0,-1-1 0 0 0,1-3 0 0 0,39-7-1 0 0,-55 6-2052 0 0,35-13-1 0 0</inkml:trace>
</inkml:ink>
</file>

<file path=ppt/ink/ink19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6:35.768"/>
    </inkml:context>
    <inkml:brush xml:id="br0">
      <inkml:brushProperty name="width" value="0.1" units="cm"/>
      <inkml:brushProperty name="height" value="0.1" units="cm"/>
      <inkml:brushProperty name="color" value="#F6630D"/>
    </inkml:brush>
  </inkml:definitions>
  <inkml:trace contextRef="#ctx0" brushRef="#br0">69 22 10138 0 0,'-51'-16'3879'0'0,"33"10"331"0"0,94 38-188 0 0,36 31-3757 0 0,-68-37 34 0 0,-20-12-274 0 0,0 2 0 0 0,-1 1 0 0 0,25 23 0 0 0,-36-29-16 0 0,-1 0 1 0 0,0 1-1 0 0,-1 0 1 0 0,-1 1-1 0 0,1 0 1 0 0,-2 1-1 0 0,9 17 1 0 0,-15-26-6 0 0,-1 0 0 0 0,1 0 1 0 0,-1 0-1 0 0,0 0 0 0 0,-1 0 0 0 0,1 1 1 0 0,-1-1-1 0 0,0 0 0 0 0,0 0 0 0 0,0 0 0 0 0,-1 1 1 0 0,0-1-1 0 0,0 0 0 0 0,0 0 0 0 0,-1 0 1 0 0,1 0-1 0 0,-1 0 0 0 0,0-1 0 0 0,-1 1 1 0 0,-5 8-1 0 0,-5 5 27 0 0,-1 0 1 0 0,0-1 0 0 0,-27 24-1 0 0,25-25-19 0 0,-57 52 275 0 0,-1-1-3296 0 0</inkml:trace>
</inkml:ink>
</file>

<file path=ppt/ink/ink19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6:36.241"/>
    </inkml:context>
    <inkml:brush xml:id="br0">
      <inkml:brushProperty name="width" value="0.1" units="cm"/>
      <inkml:brushProperty name="height" value="0.1" units="cm"/>
      <inkml:brushProperty name="color" value="#F6630D"/>
    </inkml:brush>
  </inkml:definitions>
  <inkml:trace contextRef="#ctx0" brushRef="#br0">1 0 13363 0 0,'5'3'774'0'0,"0"0"-1"0"0,0 1 1 0 0,-1-1-1 0 0,1 1 1 0 0,-1 0 0 0 0,1 0-1 0 0,-1 1 1 0 0,-1-1 0 0 0,1 1-1 0 0,3 5 1 0 0,1 4-316 0 0,-1-1 0 0 0,-1 1 0 0 0,9 22 0 0 0,-3 5-503 0 0,-2 0 0 0 0,5 43 0 0 0,6 155 672 0 0,-7-56-1922 0 0,4-62-4937 0 0,-11-88-940 0 0</inkml:trace>
</inkml:ink>
</file>

<file path=ppt/ink/ink19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6:36.652"/>
    </inkml:context>
    <inkml:brush xml:id="br0">
      <inkml:brushProperty name="width" value="0.1" units="cm"/>
      <inkml:brushProperty name="height" value="0.1" units="cm"/>
      <inkml:brushProperty name="color" value="#F6630D"/>
    </inkml:brush>
  </inkml:definitions>
  <inkml:trace contextRef="#ctx0" brushRef="#br0">81 5 11058 0 0,'-2'-1'180'0'0,"1"0"-1"0"0,0 1 1 0 0,-1-1-1 0 0,1 1 1 0 0,0-1-1 0 0,-1 1 0 0 0,1 0 1 0 0,-1-1-1 0 0,1 1 1 0 0,-1 0-1 0 0,1 0 1 0 0,0 0-1 0 0,-1 0 1 0 0,1 0-1 0 0,-1 1 0 0 0,1-1 1 0 0,-1 0-1 0 0,1 1 1 0 0,-3 0-1 0 0,2 1-6 0 0,0-1 0 0 0,1 1 0 0 0,-1 0-1 0 0,1-1 1 0 0,-1 1 0 0 0,1 0 0 0 0,0 0 0 0 0,0 0-1 0 0,0 0 1 0 0,0 0 0 0 0,0 1 0 0 0,0-1 0 0 0,0 3-1 0 0,-8 27 44 0 0,1 1-1 0 0,2 0 0 0 0,2 1 1 0 0,1-1-1 0 0,1 1 1 0 0,2-1-1 0 0,1 1 0 0 0,2 0 1 0 0,7 34-1 0 0,-6-54-218 0 0,0 1 1 0 0,1-1-1 0 0,1 1 0 0 0,0-1 1 0 0,1-1-1 0 0,0 1 0 0 0,1-1 1 0 0,1-1-1 0 0,0 1 0 0 0,1-2 1 0 0,19 20-1 0 0,-19-22 1 0 0,0 0 0 0 0,0-1-1 0 0,1 0 1 0 0,1 0 0 0 0,-1-1-1 0 0,1-1 1 0 0,0 0 0 0 0,1 0 0 0 0,-1-2-1 0 0,1 1 1 0 0,0-2 0 0 0,0 1-1 0 0,21 1 1 0 0,-28-5 31 0 0,0 0 1 0 0,0 0-1 0 0,0 0 1 0 0,0-1-1 0 0,0 0 0 0 0,0 0 1 0 0,0 0-1 0 0,0-1 0 0 0,-1 0 1 0 0,1 0-1 0 0,-1 0 1 0 0,1-1-1 0 0,-1 0 0 0 0,5-4 1 0 0,-2 2 79 0 0,-1-2 0 0 0,0 1 0 0 0,-1 0 0 0 0,0-1 0 0 0,0 0 0 0 0,0-1 0 0 0,-1 1 0 0 0,6-13 0 0 0,-1-1 112 0 0,0-1 0 0 0,-2 0 0 0 0,-1-1 0 0 0,-1 1 0 0 0,0-2 0 0 0,2-29 0 0 0,-6 36-130 0 0,-1 0 1 0 0,0 0 0 0 0,-1 1-1 0 0,-1-1 1 0 0,-1 0 0 0 0,0 1 0 0 0,-1-1-1 0 0,-6-18 1 0 0,5 24-78 0 0,-1-1 1 0 0,0 1-1 0 0,-1 1 1 0 0,0-1-1 0 0,0 1 1 0 0,-1 0-1 0 0,0 0 1 0 0,-1 1-1 0 0,0 0 1 0 0,-1 0-1 0 0,0 1 1 0 0,-10-7-1 0 0,8 6-293 0 0,0 0 0 0 0,-1 2 0 0 0,0-1-1 0 0,0 1 1 0 0,-1 1 0 0 0,0 1-1 0 0,0-1 1 0 0,0 2 0 0 0,-27-6 0 0 0,22 9-7072 0 0</inkml:trace>
</inkml:ink>
</file>

<file path=ppt/ink/ink19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6:36.986"/>
    </inkml:context>
    <inkml:brush xml:id="br0">
      <inkml:brushProperty name="width" value="0.1" units="cm"/>
      <inkml:brushProperty name="height" value="0.1" units="cm"/>
      <inkml:brushProperty name="color" value="#F6630D"/>
    </inkml:brush>
  </inkml:definitions>
  <inkml:trace contextRef="#ctx0" brushRef="#br0">148 48 10138 0 0,'-5'-3'370'0'0,"0"0"1"0"0,0 1-1 0 0,0 0 0 0 0,0-1 1 0 0,0 1-1 0 0,-1 1 0 0 0,1-1 1 0 0,-1 1-1 0 0,-5-1 0 0 0,8 3-224 0 0,1-1 1 0 0,-1 0-1 0 0,0 1 0 0 0,1-1 1 0 0,-1 1-1 0 0,0-1 0 0 0,1 1 1 0 0,-1 0-1 0 0,1 0 0 0 0,0 1 0 0 0,-1-1 1 0 0,1 0-1 0 0,0 1 0 0 0,0 0 1 0 0,-1-1-1 0 0,1 1 0 0 0,1 0 0 0 0,-1 0 1 0 0,0 0-1 0 0,0 0 0 0 0,-1 3 1 0 0,-2 3-65 0 0,0 1 0 0 0,0 0 0 0 0,1 0 1 0 0,0 0-1 0 0,1 0 0 0 0,0 0 1 0 0,0 1-1 0 0,1-1 0 0 0,1 1 0 0 0,-1 0 1 0 0,2 0-1 0 0,-1-1 0 0 0,1 1 0 0 0,1 0 1 0 0,0 0-1 0 0,0 0 0 0 0,1-1 0 0 0,0 1 1 0 0,0-1-1 0 0,1 1 0 0 0,1-1 1 0 0,-1 0-1 0 0,2 0 0 0 0,-1 0 0 0 0,1-1 1 0 0,0 0-1 0 0,1 0 0 0 0,0 0 0 0 0,0 0 1 0 0,1-1-1 0 0,10 9 0 0 0,-6-7-11 0 0,1 0-1 0 0,0-1 0 0 0,1 0 1 0 0,0-1-1 0 0,0 0 1 0 0,0-2-1 0 0,1 1 1 0 0,0-1-1 0 0,27 5 0 0 0,-34-9-35 0 0,0 0-1 0 0,0 0 1 0 0,0-1-1 0 0,0 0 1 0 0,0-1-1 0 0,0 0 0 0 0,0 0 1 0 0,0 0-1 0 0,0-1 1 0 0,0 1-1 0 0,-1-2 1 0 0,1 1-1 0 0,-1-1 1 0 0,0 0-1 0 0,1 0 0 0 0,-1-1 1 0 0,-1 0-1 0 0,1 0 1 0 0,0 0-1 0 0,-1-1 1 0 0,0 0-1 0 0,8-9 1 0 0,-7 5 35 0 0,0 0 0 0 0,0 0 0 0 0,-1 0 0 0 0,0-1 0 0 0,0 0 0 0 0,-1 0 0 0 0,-1-1 0 0 0,0 1 0 0 0,0-1 0 0 0,-1 1 0 0 0,0-1 0 0 0,-1 0 0 0 0,0 0 0 0 0,-2-21 0 0 0,1 20-121 0 0,-2 1 1 0 0,1-1 0 0 0,-2 1 0 0 0,1 0-1 0 0,-1-1 1 0 0,-1 1 0 0 0,0 1 0 0 0,-1-1-1 0 0,0 1 1 0 0,-1-1 0 0 0,0 1 0 0 0,0 1 0 0 0,-16-18-1 0 0,4 11-852 0 0,-2 3-253 0 0</inkml:trace>
</inkml:ink>
</file>

<file path=ppt/ink/ink19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6:37.343"/>
    </inkml:context>
    <inkml:brush xml:id="br0">
      <inkml:brushProperty name="width" value="0.1" units="cm"/>
      <inkml:brushProperty name="height" value="0.1" units="cm"/>
      <inkml:brushProperty name="color" value="#F6630D"/>
    </inkml:brush>
  </inkml:definitions>
  <inkml:trace contextRef="#ctx0" brushRef="#br0">11 33 11522 0 0,'-3'-12'-388'0'0,"-5"-8"7268"0"0,8 33-5259 0 0,5 28-627 0 0,1-1-1 0 0,18 63 1 0 0,-1-11-701 0 0,17 133 41 0 0,21 94-321 0 0,-50-280-1243 0 0,18 45 0 0 0,-16-50-6275 0 0</inkml:trace>
</inkml:ink>
</file>

<file path=ppt/ink/ink19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6:37.659"/>
    </inkml:context>
    <inkml:brush xml:id="br0">
      <inkml:brushProperty name="width" value="0.1" units="cm"/>
      <inkml:brushProperty name="height" value="0.1" units="cm"/>
      <inkml:brushProperty name="color" value="#F6630D"/>
    </inkml:brush>
  </inkml:definitions>
  <inkml:trace contextRef="#ctx0" brushRef="#br0">70 36 2304 0 0,'-17'-36'9037'0'0,"18"57"-3572"0"0,1 0-3409 0 0,-1 41-1267 0 0,-7-12-261 0 0,-16 63 1 0 0,13-80-339 0 0,2 0-1 0 0,2 0 1 0 0,0 1 0 0 0,3-1-1 0 0,1 41 1 0 0,1-69-86 0 0,1 0 0 0 0,-1 0 1 0 0,1 0-1 0 0,0 0 0 0 0,0-1 0 0 0,1 1 1 0 0,-1 0-1 0 0,1-1 0 0 0,3 6 0 0 0,-4-9-98 0 0,0 1-1 0 0,0-1 1 0 0,1 0-1 0 0,-1 0 0 0 0,0 0 1 0 0,1 0-1 0 0,-1 0 0 0 0,1 0 1 0 0,-1 0-1 0 0,1-1 0 0 0,0 1 1 0 0,-1 0-1 0 0,1-1 0 0 0,0 1 1 0 0,-1-1-1 0 0,1 0 0 0 0,0 0 1 0 0,0 1-1 0 0,-1-1 0 0 0,1 0 1 0 0,0-1-1 0 0,0 1 0 0 0,-1 0 1 0 0,1 0-1 0 0,0-1 1 0 0,0 1-1 0 0,-1-1 0 0 0,3 0 1 0 0,55-14-3359 0 0</inkml:trace>
</inkml:ink>
</file>

<file path=ppt/ink/ink19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6:38.294"/>
    </inkml:context>
    <inkml:brush xml:id="br0">
      <inkml:brushProperty name="width" value="0.1" units="cm"/>
      <inkml:brushProperty name="height" value="0.1" units="cm"/>
      <inkml:brushProperty name="color" value="#F6630D"/>
    </inkml:brush>
  </inkml:definitions>
  <inkml:trace contextRef="#ctx0" brushRef="#br0">18 29 5985 0 0,'-17'-1'517'0'0,"25"-2"-1738"0"0,30 2 417 0 0,-23 2 1029 0 0,-1 0 0 0 0,1-1 1 0 0,0 0-1 0 0,-1-1 0 0 0,1-1 0 0 0,0 0 1 0 0,-1-1-1 0 0,0 0 0 0 0,17-7 0 0 0,-17 5-225 0 0</inkml:trace>
</inkml:ink>
</file>

<file path=ppt/ink/ink19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6:38.897"/>
    </inkml:context>
    <inkml:brush xml:id="br0">
      <inkml:brushProperty name="width" value="0.1" units="cm"/>
      <inkml:brushProperty name="height" value="0.1" units="cm"/>
      <inkml:brushProperty name="color" value="#F6630D"/>
    </inkml:brush>
  </inkml:definitions>
  <inkml:trace contextRef="#ctx0" brushRef="#br0">26 24 11522 0 0,'0'-1'306'0'0,"0"-1"-1"0"0,-1 1 0 0 0,1 0 0 0 0,0 0 1 0 0,0 0-1 0 0,0 0 0 0 0,-1 0 0 0 0,1 0 0 0 0,-1 0 1 0 0,1 0-1 0 0,-1 0 0 0 0,1 0 0 0 0,-1 1 0 0 0,1-1 1 0 0,-1 0-1 0 0,0 0 0 0 0,1 0 0 0 0,-1 1 0 0 0,0-1 1 0 0,0 0-1 0 0,0 1 0 0 0,0-1 0 0 0,0 0 0 0 0,-1 0 1 0 0,1 1-199 0 0,0 1 1 0 0,0 0 0 0 0,1-1 0 0 0,-1 1 0 0 0,0-1 0 0 0,1 1-1 0 0,-1 0 1 0 0,1-1 0 0 0,-1 1 0 0 0,1 0 0 0 0,-1 0-1 0 0,1-1 1 0 0,-1 1 0 0 0,1 0 0 0 0,0 0 0 0 0,0 0 0 0 0,-1 0-1 0 0,1 0 1 0 0,0-1 0 0 0,0 1 0 0 0,0 0 0 0 0,0 0-1 0 0,0 0 1 0 0,0 0 0 0 0,0 0 0 0 0,0 0 0 0 0,0 0 0 0 0,1 1-1 0 0,2 64 587 0 0,14 81-1 0 0,-3-39-450 0 0,-6-10-231 0 0,9 68-390 0 0,-12-141-924 0 0,0 1 0 0 0,11 27-1 0 0,-9-38-1377 0 0</inkml:trace>
</inkml:ink>
</file>

<file path=ppt/ink/ink19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6:39.102"/>
    </inkml:context>
    <inkml:brush xml:id="br0">
      <inkml:brushProperty name="width" value="0.1" units="cm"/>
      <inkml:brushProperty name="height" value="0.1" units="cm"/>
      <inkml:brushProperty name="color" value="#F6630D"/>
    </inkml:brush>
  </inkml:definitions>
  <inkml:trace contextRef="#ctx0" brushRef="#br0">1 15 14283 0 0,'3'-15'5167'0'0,"6"34"-3151"0"0,6 34-1152 0 0,10 78-464 0 0,14 52 818 0 0,-10-96-3352 0 0,-20-66-756 0 0,23 39 1 0 0</inkml:trace>
</inkml:ink>
</file>

<file path=ppt/ink/ink19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6:39.280"/>
    </inkml:context>
    <inkml:brush xml:id="br0">
      <inkml:brushProperty name="width" value="0.1" units="cm"/>
      <inkml:brushProperty name="height" value="0.1" units="cm"/>
      <inkml:brushProperty name="color" value="#F6630D"/>
    </inkml:brush>
  </inkml:definitions>
  <inkml:trace contextRef="#ctx0" brushRef="#br0">157 107 7226 0 0,'-16'-5'668'0'0,"-1"1"0"0"0,0 0 0 0 0,1 1 0 0 0,-24-1 0 0 0,-11-7 9204 0 0,67 4-9213 0 0,18-6-865 0 0,13-3-2064 0 0,1 3 0 0 0,50-8 1 0 0,-62 16 550 0 0</inkml:trace>
</inkml:ink>
</file>

<file path=ppt/ink/ink19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6:39.530"/>
    </inkml:context>
    <inkml:brush xml:id="br0">
      <inkml:brushProperty name="width" value="0.1" units="cm"/>
      <inkml:brushProperty name="height" value="0.1" units="cm"/>
      <inkml:brushProperty name="color" value="#F6630D"/>
    </inkml:brush>
  </inkml:definitions>
  <inkml:trace contextRef="#ctx0" brushRef="#br0">10 1 8754 0 0,'-2'2'346'0'0,"1"1"0"0"0,0-1 0 0 0,0 1-1 0 0,0 0 1 0 0,0 0 0 0 0,0-1 0 0 0,1 1 0 0 0,-1 0 0 0 0,1 0 0 0 0,0 0 0 0 0,0-1-1 0 0,0 1 1 0 0,0 0 0 0 0,2 5 0 0 0,12 46 2043 0 0,-1-6-1871 0 0,-12-20-538 0 0,0 1 1 0 0,-6 41-1 0 0,1-14 43 0 0,4-53 35 0 0,0 0 1 0 0,0 0-1 0 0,0 0 0 0 0,0 0 1 0 0,0-1-1 0 0,0 1 1 0 0,1 0-1 0 0,-1 0 0 0 0,1 0 1 0 0,0-1-1 0 0,0 1 1 0 0,0 0-1 0 0,0-1 0 0 0,1 1 1 0 0,-1-1-1 0 0,1 1 1 0 0,-1-1-1 0 0,5 4 0 0 0,-4-4 26 0 0,0 0 0 0 0,1-1 0 0 0,-1 0 1 0 0,0 0-1 0 0,1 0 0 0 0,-1 0 0 0 0,1 0 0 0 0,0 0 0 0 0,-1 0 0 0 0,1-1 0 0 0,0 1 0 0 0,-1-1 0 0 0,1 0 0 0 0,0 0 0 0 0,-1 0 0 0 0,4-1 0 0 0,3 0-109 0 0,-1 0 0 0 0,1-1 0 0 0,-1 0 0 0 0,16-7 0 0 0,25-16-3526 0 0,-31 12 2047 0 0</inkml:trace>
</inkml:ink>
</file>

<file path=ppt/ink/ink19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6:39.704"/>
    </inkml:context>
    <inkml:brush xml:id="br0">
      <inkml:brushProperty name="width" value="0.1" units="cm"/>
      <inkml:brushProperty name="height" value="0.1" units="cm"/>
      <inkml:brushProperty name="color" value="#F6630D"/>
    </inkml:brush>
  </inkml:definitions>
  <inkml:trace contextRef="#ctx0" brushRef="#br0">3 86 10138 0 0,'0'0'20'0'0,"0"0"0"0"0,0 1 0 0 0,0-1 0 0 0,0 0 0 0 0,0 0 0 0 0,1 0 0 0 0,-1 0 0 0 0,0 0 0 0 0,0 0 0 0 0,0 0 0 0 0,0 0 0 0 0,0 0 0 0 0,0 1 0 0 0,0-1-1 0 0,0 0 1 0 0,0 0 0 0 0,0 0 0 0 0,0 0 0 0 0,1 0 0 0 0,-1 0 0 0 0,0 0 0 0 0,0 1 0 0 0,0-1 0 0 0,0 0 0 0 0,0 0 0 0 0,0 0 0 0 0,0 0 0 0 0,0 0 0 0 0,0 1 0 0 0,0-1 0 0 0,0 0 0 0 0,0 0 0 0 0,0 0 0 0 0,0 0 0 0 0,-1 0-1 0 0,1 0 1 0 0,0 1 0 0 0,0-1 0 0 0,0 0 0 0 0,0 0 0 0 0,0 0 0 0 0,0 0 0 0 0,0 0 0 0 0,0 0 0 0 0,0 0 0 0 0,0 0 0 0 0,0 1 0 0 0,-1-1 0 0 0,1 0 0 0 0,0 0 0 0 0,0 0 0 0 0,0 0 0 0 0,0 0 0 0 0,0 0 0 0 0,0 0 0 0 0,-1 0 0 0 0,1 0-1 0 0,0 0 1 0 0,0 0 0 0 0,0 0 0 0 0,0 0 0 0 0,0 0 0 0 0,0 0 0 0 0,-1 0 0 0 0,1 0 0 0 0,0 0 0 0 0,0 0 0 0 0,0 0 0 0 0,16 3 1929 0 0,23-3 589 0 0,15-5-980 0 0,0-2 0 0 0,66-18 0 0 0,30-15-6101 0 0,-122 32 2516 0 0,9-2-244 0 0</inkml:trace>
</inkml:ink>
</file>

<file path=ppt/ink/ink19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6:40.532"/>
    </inkml:context>
    <inkml:brush xml:id="br0">
      <inkml:brushProperty name="width" value="0.1" units="cm"/>
      <inkml:brushProperty name="height" value="0.1" units="cm"/>
      <inkml:brushProperty name="color" value="#F6630D"/>
    </inkml:brush>
  </inkml:definitions>
  <inkml:trace contextRef="#ctx0" brushRef="#br0">0 5 9218 0 0,'3'-5'5191'0'0,"3"11"-2881"0"0,3 9-481 0 0,18 59 288 0 0,18 81 1 0 0,-27-75-2189 0 0,-4 1 1 0 0,5 117-1 0 0,-18-124-1995 0 0,-2-38-3871 0 0,1-15-349 0 0</inkml:trace>
</inkml:ink>
</file>

<file path=ppt/ink/ink19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6:41.081"/>
    </inkml:context>
    <inkml:brush xml:id="br0">
      <inkml:brushProperty name="width" value="0.1" units="cm"/>
      <inkml:brushProperty name="height" value="0.1" units="cm"/>
      <inkml:brushProperty name="color" value="#F6630D"/>
    </inkml:brush>
  </inkml:definitions>
  <inkml:trace contextRef="#ctx0" brushRef="#br0">67 91 6913 0 0,'-5'-1'272'0'0,"-32"-10"431"0"0,35 11-472 0 0,1-1 1 0 0,-1 0-1 0 0,1 0 1 0 0,-1 1-1 0 0,0-1 0 0 0,1-1 1 0 0,0 1-1 0 0,-1 0 0 0 0,1 0 1 0 0,0 0-1 0 0,-1-1 0 0 0,1 1 1 0 0,0-1-1 0 0,0 1 1 0 0,0-1-1 0 0,0 1 0 0 0,1-1 1 0 0,-2-1-1 0 0,2 2-126 0 0,0 0-1 0 0,0 0 1 0 0,1 0-1 0 0,-1 0 1 0 0,0 1-1 0 0,0-1 1 0 0,1 0-1 0 0,-1 0 1 0 0,0 1-1 0 0,1-1 1 0 0,-1 0 0 0 0,1 0-1 0 0,-1 1 1 0 0,1-1-1 0 0,-1 1 1 0 0,1-1-1 0 0,-1 0 1 0 0,1 1-1 0 0,0-1 1 0 0,-1 1 0 0 0,1-1-1 0 0,0 1 1 0 0,-1 0-1 0 0,1-1 1 0 0,0 1-1 0 0,0 0 1 0 0,0-1-1 0 0,-1 1 1 0 0,2 0 0 0 0,30-10 529 0 0,-26 8-399 0 0,21-5 484 0 0,0 1 0 0 0,55-4-1 0 0,-69 9-496 0 0,0 1 0 0 0,1 0 0 0 0,-1 1 0 0 0,0 1 0 0 0,0 0 0 0 0,0 0 0 0 0,0 1 0 0 0,18 8 0 0 0,-27-10-235 0 0,0 1 0 0 0,0 1 0 0 0,0-1 0 0 0,0 0 0 0 0,-1 1-1 0 0,1 0 1 0 0,-1-1 0 0 0,0 1 0 0 0,1 1 0 0 0,-1-1 0 0 0,-1 0-1 0 0,1 1 1 0 0,0 0 0 0 0,-1-1 0 0 0,0 1 0 0 0,0 0-1 0 0,2 6 1 0 0,-2-3-39 0 0,0 0-1 0 0,-1 0 0 0 0,0 0 1 0 0,0 1-1 0 0,0-1 1 0 0,-1 0-1 0 0,0 0 0 0 0,-1 1 1 0 0,-2 12-1 0 0,-2-1-62 0 0,0 0-1 0 0,-1 0 0 0 0,-2-1 1 0 0,1 1-1 0 0,-2-2 1 0 0,-21 33-1 0 0,11-23 91 0 0,-1-2-1 0 0,-25 26 1 0 0,79-49 857 0 0,-27-3-810 0 0,1 1-1 0 0,0 0 0 0 0,-1 1 1 0 0,1 0-1 0 0,0 0 1 0 0,-1 0-1 0 0,1 1 0 0 0,-1 0 1 0 0,1 0-1 0 0,-1 1 0 0 0,0 0 1 0 0,10 6-1 0 0,-13-6-9 0 0,0 0 0 0 0,0 0 1 0 0,0 1-1 0 0,0-1 0 0 0,-1 1 0 0 0,1 0 0 0 0,-1 0 0 0 0,0 0 0 0 0,0 1 0 0 0,0-1 0 0 0,-1 1 0 0 0,1 0 1 0 0,-1-1-1 0 0,0 1 0 0 0,-1 0 0 0 0,1 0 0 0 0,-1 0 0 0 0,0 0 0 0 0,0 9 0 0 0,-1-3 67 0 0,0 0 0 0 0,-1 1 0 0 0,0-1 0 0 0,-1 0 1 0 0,-1 0-1 0 0,0 0 0 0 0,0 0 0 0 0,-1-1 0 0 0,0 1 0 0 0,-1-1 0 0 0,0 0 0 0 0,-1 0 0 0 0,0-1 0 0 0,-14 18 0 0 0,-2-1 239 0 0,-1-1 1 0 0,0-1-1 0 0,-49 37 1 0 0,59-51-217 0 0,3-1-31 0 0,0-1 1 0 0,-1 1-1 0 0,-1-2 1 0 0,1 1-1 0 0,-1-2 1 0 0,0 0-1 0 0,-1 0 1 0 0,-20 6-1 0 0,31-12-179 0 0,1 1 0 0 0,0-1 0 0 0,-1 0 1 0 0,1 0-1 0 0,-1 0 0 0 0,1 0 0 0 0,0 0 0 0 0,-1 0 0 0 0,1 0 0 0 0,-1-1 1 0 0,1 1-1 0 0,0 0 0 0 0,-1-1 0 0 0,1 1 0 0 0,0-1 0 0 0,-1 1 0 0 0,1-1 1 0 0,0 0-1 0 0,0 0 0 0 0,0 1 0 0 0,0-1 0 0 0,-1 0 0 0 0,0-2 0 0 0</inkml:trace>
</inkml:ink>
</file>

<file path=ppt/ink/ink20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6:41.624"/>
    </inkml:context>
    <inkml:brush xml:id="br0">
      <inkml:brushProperty name="width" value="0.1" units="cm"/>
      <inkml:brushProperty name="height" value="0.1" units="cm"/>
      <inkml:brushProperty name="color" value="#F6630D"/>
    </inkml:brush>
  </inkml:definitions>
  <inkml:trace contextRef="#ctx0" brushRef="#br0">400 148 10594 0 0,'5'-23'1232'0'0,"14"-37"0"0"0,1 8 3735 0 0,-15 40-3152 0 0,-6 15-908 0 0,-12 31 1738 0 0,-28 77-2395 0 0,-244 1048-7 0 0,283-1152-244 0 0,-7 41-241 0 0,-2 0 1 0 0,-3-1 0 0 0,-32 79-1 0 0,26-99-1953 0 0,14-22 1388 0 0</inkml:trace>
</inkml:ink>
</file>

<file path=ppt/ink/ink20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6:42.174"/>
    </inkml:context>
    <inkml:brush xml:id="br0">
      <inkml:brushProperty name="width" value="0.1" units="cm"/>
      <inkml:brushProperty name="height" value="0.1" units="cm"/>
      <inkml:brushProperty name="color" value="#F6630D"/>
    </inkml:brush>
  </inkml:definitions>
  <inkml:trace contextRef="#ctx0" brushRef="#br0">232 7 10138 0 0,'0'0'122'0'0,"0"0"-1"0"0,-3-4 1581 0 0,3 3-1581 0 0,0 1 1 0 0,0 0-1 0 0,-1 0 1 0 0,1 0-1 0 0,0 0 1 0 0,-1-1-1 0 0,1 1 1 0 0,0 0-1 0 0,-1 0 1 0 0,1 0 0 0 0,0 0-1 0 0,-1 0 1 0 0,1 0-1 0 0,0 0 1 0 0,-1 0-1 0 0,1 0 1 0 0,0 0-1 0 0,-1 0 1 0 0,1 0-1 0 0,-1 0 1 0 0,1 0-1 0 0,-4 3 1581 0 0,4-3-1581 0 0,0 1 1 0 0,0-1-1 0 0,-1 0 1 0 0,1 1 0 0 0,0-1-1 0 0,0 0 1 0 0,0 1-1 0 0,0-1 1 0 0,0 0-1 0 0,0 1 1 0 0,0-1-1 0 0,0 1 1 0 0,-9 21 1642 0 0,-34 152-588 0 0,27-100-579 0 0,-28 76 1 0 0,6-57-2203 0 0,22-57-171 0 0,2 0 1 0 0,1 1-1 0 0,-11 52 1 0 0</inkml:trace>
</inkml:ink>
</file>

<file path=ppt/ink/ink20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6:42.556"/>
    </inkml:context>
    <inkml:brush xml:id="br0">
      <inkml:brushProperty name="width" value="0.1" units="cm"/>
      <inkml:brushProperty name="height" value="0.1" units="cm"/>
      <inkml:brushProperty name="color" value="#F6630D"/>
    </inkml:brush>
  </inkml:definitions>
  <inkml:trace contextRef="#ctx0" brushRef="#br0">0 184 3225 0 0,'0'-18'1435'0'0,"1"1"0"0"0,1-1 1 0 0,0 1-1 0 0,1-1 0 0 0,1 1 1 0 0,1 0-1 0 0,12-29 0 0 0,-17 45-1327 0 0,1 0 0 0 0,-1 0 1 0 0,0 0-1 0 0,1 0 0 0 0,-1 1 0 0 0,1-1 0 0 0,-1 0 0 0 0,1 0 0 0 0,0 1 0 0 0,-1-1 1 0 0,1 0-1 0 0,-1 1 0 0 0,1-1 0 0 0,0 0 0 0 0,0 1 0 0 0,-1-1 0 0 0,1 1 0 0 0,0 0 1 0 0,0-1-1 0 0,0 1 0 0 0,0 0 0 0 0,-1-1 0 0 0,1 1 0 0 0,0 0 0 0 0,0 0 0 0 0,0 0 1 0 0,1-1-1 0 0,0 2-12 0 0,-1-1 1 0 0,0 1 0 0 0,1 0 0 0 0,-1-1 0 0 0,1 1-1 0 0,-1 0 1 0 0,0 0 0 0 0,1 0 0 0 0,-1 0-1 0 0,0 0 1 0 0,0 0 0 0 0,0 0 0 0 0,0 0-1 0 0,2 2 1 0 0,4 8 116 0 0,0 1-1 0 0,0-1 0 0 0,4 14 0 0 0,-7-17 5 0 0,47 86 87 0 0,5-2 0 0 0,69 87 1 0 0,-118-168-310 0 0,-3-5-3 0 0,0 0 1 0 0,0-1-1 0 0,1 1 1 0 0,0-1 0 0 0,-1 0-1 0 0,2 0 1 0 0,10 8 0 0 0,-32-36 320 0 0,11 19-264 0 0,0 0-1 0 0,-1 0 1 0 0,0 1-1 0 0,1 0 1 0 0,-1 0 0 0 0,0 0-1 0 0,0 1 1 0 0,-1 0 0 0 0,1 0-1 0 0,0 1 1 0 0,-1-1-1 0 0,1 1 1 0 0,-1 1 0 0 0,1-1-1 0 0,-1 1 1 0 0,-10 1 0 0 0,-10 3 98 0 0,0 1 1 0 0,-48 15 0 0 0,44-11-673 0 0,-35 6 1 0 0</inkml:trace>
</inkml:ink>
</file>

<file path=ppt/ink/ink20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6:42.887"/>
    </inkml:context>
    <inkml:brush xml:id="br0">
      <inkml:brushProperty name="width" value="0.1" units="cm"/>
      <inkml:brushProperty name="height" value="0.1" units="cm"/>
      <inkml:brushProperty name="color" value="#F6630D"/>
    </inkml:brush>
  </inkml:definitions>
  <inkml:trace contextRef="#ctx0" brushRef="#br0">173 240 6449 0 0,'3'-13'622'0'0,"0"0"1"0"0,-2 0-1 0 0,1-1 0 0 0,-2 1 0 0 0,0-1 0 0 0,0 1 0 0 0,-3-14 0 0 0,2 20-80 0 0,0 0 0 0 0,0 0 0 0 0,-1 0 0 0 0,0 0 0 0 0,0 0 1 0 0,-1 1-1 0 0,0-1 0 0 0,0 1 0 0 0,-1-1 0 0 0,1 1 0 0 0,-1 0 0 0 0,-1 1 0 0 0,1-1 0 0 0,-11-9 1 0 0,14 14-472 0 0,-1-1 1 0 0,0 1 0 0 0,1 0 0 0 0,-1 0-1 0 0,0 0 1 0 0,0 0 0 0 0,0 0 0 0 0,0 0 0 0 0,0 0-1 0 0,0 1 1 0 0,0-1 0 0 0,0 1 0 0 0,0-1 0 0 0,-1 1-1 0 0,1 0 1 0 0,0 0 0 0 0,0 0 0 0 0,0 0 0 0 0,0 0-1 0 0,0 0 1 0 0,-1 1 0 0 0,1-1 0 0 0,0 1 0 0 0,0 0-1 0 0,0-1 1 0 0,0 1 0 0 0,0 0 0 0 0,0 0 0 0 0,1 0-1 0 0,-1 0 1 0 0,0 1 0 0 0,0-1 0 0 0,1 0 0 0 0,-1 1-1 0 0,1-1 1 0 0,-1 1 0 0 0,1 0 0 0 0,-1-1 0 0 0,1 1-1 0 0,0 0 1 0 0,-1 2 0 0 0,-4 6-16 0 0,0-1 1 0 0,1 1-1 0 0,1 1 0 0 0,-1-1 1 0 0,2 1-1 0 0,-5 17 1 0 0,4-3 4 0 0,0-1 1 0 0,2 0-1 0 0,1 1 1 0 0,1-1-1 0 0,1 1 1 0 0,1 0 0 0 0,1-1-1 0 0,11 39 1 0 0,8 11 30 0 0,44 100 1 0 0,-40-114 20 0 0,-3 1-1 0 0,24 104 1 0 0,-40-124-159 0 0,-1-1-1 0 0,-1 79 0 0 0,-6-94-509 0 0,-1 0 0 0 0,-1-1-1 0 0,-1 0 1 0 0,-1 1 0 0 0,-1-1-1 0 0,-11 25 1 0 0,9-35-1771 0 0,4-11 838 0 0</inkml:trace>
</inkml:ink>
</file>

<file path=ppt/ink/ink20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6:43.061"/>
    </inkml:context>
    <inkml:brush xml:id="br0">
      <inkml:brushProperty name="width" value="0.1" units="cm"/>
      <inkml:brushProperty name="height" value="0.1" units="cm"/>
      <inkml:brushProperty name="color" value="#F6630D"/>
    </inkml:brush>
  </inkml:definitions>
  <inkml:trace contextRef="#ctx0" brushRef="#br0">2 267 4145 0 0,'-1'-3'275'0'0,"1"0"0"0"0,-1 1 0 0 0,1-1 0 0 0,0 0 1 0 0,0 0-1 0 0,0 1 0 0 0,0-1 0 0 0,1 0 0 0 0,-1 0 0 0 0,1 0 0 0 0,-1 1 1 0 0,1-1-1 0 0,0 0 0 0 0,0 1 0 0 0,0-1 0 0 0,1 1 0 0 0,1-5 1 0 0,2 1 698 0 0,1 1 1 0 0,-1-1 0 0 0,1 1 0 0 0,0 0 0 0 0,8-6 0 0 0,78-48 3901 0 0,54-19-3545 0 0,-107 57-1474 0 0,-4 3-24 0 0</inkml:trace>
</inkml:ink>
</file>

<file path=ppt/ink/ink20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6:43.853"/>
    </inkml:context>
    <inkml:brush xml:id="br0">
      <inkml:brushProperty name="width" value="0.1" units="cm"/>
      <inkml:brushProperty name="height" value="0.1" units="cm"/>
      <inkml:brushProperty name="color" value="#F6630D"/>
    </inkml:brush>
  </inkml:definitions>
  <inkml:trace contextRef="#ctx0" brushRef="#br0">581 47 7834 0 0,'-7'-6'718'0'0,"-1"0"0"0"0,0 1 0 0 0,0 0 1 0 0,0 0-1 0 0,-1 1 0 0 0,1 0 0 0 0,-19-5 1 0 0,22 8-433 0 0,0 0 1 0 0,0 1-1 0 0,0 0 1 0 0,0 0 0 0 0,0 0-1 0 0,0 1 1 0 0,0 0-1 0 0,0 0 1 0 0,0 0 0 0 0,0 0-1 0 0,1 1 1 0 0,-1 0 0 0 0,0 0-1 0 0,1 0 1 0 0,-1 0-1 0 0,-7 6 1 0 0,-8 8 23 0 0,-1 0-1 0 0,2 1 1 0 0,0 1-1 0 0,2 1 1 0 0,0 1 0 0 0,1 0-1 0 0,0 1 1 0 0,2 1-1 0 0,-19 39 1 0 0,2 4-25 0 0,4 2 0 0 0,-24 84 0 0 0,23-53-164 0 0,3 2-1 0 0,5 0 0 0 0,5 2 0 0 0,4-1 1 0 0,3 181-1 0 0,11-239-48 0 0,1 0 1 0 0,2-1-1 0 0,2 0 1 0 0,2 0-1 0 0,27 71 0 0 0,-25-85-13 0 0,1-2 0 0 0,1 1 0 0 0,1-2 0 0 0,1 0 0 0 0,1 0 0 0 0,2-2 0 0 0,0 0 0 0 0,1-2 0 0 0,27 23 0 0 0,-6-11-92 0 0,3-1 0 0 0,0-3 0 0 0,2-1 0 0 0,1-2 0 0 0,0-3 0 0 0,2-1 0 0 0,1-3 0 0 0,1-2-1 0 0,91 19 1 0 0,-54-23-436 0 0</inkml:trace>
</inkml:ink>
</file>

<file path=ppt/ink/ink20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6:44.250"/>
    </inkml:context>
    <inkml:brush xml:id="br0">
      <inkml:brushProperty name="width" value="0.1" units="cm"/>
      <inkml:brushProperty name="height" value="0.1" units="cm"/>
      <inkml:brushProperty name="color" value="#F6630D"/>
    </inkml:brush>
  </inkml:definitions>
  <inkml:trace contextRef="#ctx0" brushRef="#br0">0 0 11979 0 0,'28'20'5376'0'0,"-17"-14"-4455"0"0,26 22-136 0 0,-2 1 1 0 0,0 1 0 0 0,-2 2-1 0 0,-1 2 1 0 0,-2 0-1 0 0,27 42 1 0 0,-12-8-632 0 0,-2 1 0 0 0,51 118 0 0 0,-73-138-94 0 0,-2 0 0 0 0,-2 2 0 0 0,-3 0 0 0 0,-1 1 0 0 0,10 102-1 0 0,-21-114-88 0 0,-1 0 1 0 0,-3 0-1 0 0,-1 0 0 0 0,-1 0 0 0 0,-3-1 0 0 0,-1 0 0 0 0,-1 0 0 0 0,-24 58 0 0 0,12-50-590 0 0,-2 0 0 0 0,-2-1-1 0 0,-33 45 1 0 0,6-16-7261 0 0</inkml:trace>
</inkml:ink>
</file>

<file path=ppt/ink/ink20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6:48.085"/>
    </inkml:context>
    <inkml:brush xml:id="br0">
      <inkml:brushProperty name="width" value="0.1" units="cm"/>
      <inkml:brushProperty name="height" value="0.1" units="cm"/>
      <inkml:brushProperty name="color" value="#F6630D"/>
    </inkml:brush>
  </inkml:definitions>
  <inkml:trace contextRef="#ctx0" brushRef="#br0">298 36 12443 0 0,'0'-2'118'0'0,"-1"0"-1"0"0,1 1 1 0 0,0-1 0 0 0,-1 0 0 0 0,1 1 0 0 0,-1-1 0 0 0,1 1 0 0 0,-1-1 0 0 0,0 1 0 0 0,0-1-1 0 0,0 1 1 0 0,0 0 0 0 0,0-1 0 0 0,0 1 0 0 0,0 0 0 0 0,0 0 0 0 0,0 0 0 0 0,0-1 0 0 0,-1 1-1 0 0,1 0 1 0 0,-1 1 0 0 0,1-1 0 0 0,0 0 0 0 0,-1 0 0 0 0,1 1 0 0 0,-1-1 0 0 0,0 1 0 0 0,1-1-1 0 0,-4 0 1 0 0,2 1-11 0 0,0 0 0 0 0,0 0 1 0 0,1 0-1 0 0,-1 1 0 0 0,0-1 0 0 0,0 1 0 0 0,0-1 0 0 0,1 1 0 0 0,-1 0 0 0 0,0 0 0 0 0,1 0 0 0 0,-1 1 0 0 0,1-1 0 0 0,-1 1 0 0 0,1-1 0 0 0,0 1 0 0 0,-4 3 0 0 0,-2 4 88 0 0,0 0 0 0 0,0 0-1 0 0,1 1 1 0 0,1 0-1 0 0,0 1 1 0 0,-6 12-1 0 0,-25 70 480 0 0,28-66-556 0 0,-17 45 55 0 0,4 1-1 0 0,4 2 0 0 0,2-1 0 0 0,4 2 0 0 0,3 0 1 0 0,1 87-1 0 0,8-132-92 0 0,2 0 0 0 0,1-1 1 0 0,1 1-1 0 0,2-1 0 0 0,1 0 1 0 0,1-1-1 0 0,22 51 0 0 0,-23-65-90 0 0,1 0 0 0 0,1 0 0 0 0,0-1 0 0 0,1 0 0 0 0,0-1 0 0 0,1 0 0 0 0,0 0 0 0 0,1-1 0 0 0,1-1 0 0 0,0 0 0 0 0,0-1 0 0 0,1 0-1 0 0,0-1 1 0 0,1-1 0 0 0,26 11 0 0 0,-23-12-383 0 0,1-1 0 0 0,34 6 0 0 0,-4-6-595 0 0</inkml:trace>
</inkml:ink>
</file>

<file path=ppt/ink/ink20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6:48.384"/>
    </inkml:context>
    <inkml:brush xml:id="br0">
      <inkml:brushProperty name="width" value="0.1" units="cm"/>
      <inkml:brushProperty name="height" value="0.1" units="cm"/>
      <inkml:brushProperty name="color" value="#F6630D"/>
    </inkml:brush>
  </inkml:definitions>
  <inkml:trace contextRef="#ctx0" brushRef="#br0">117 0 10594 0 0,'-1'0'74'0'0,"1"0"0"0"0,-1 0 0 0 0,1 0 0 0 0,-1 0 0 0 0,1 0 0 0 0,-1 0 0 0 0,1 0 0 0 0,-1 0 0 0 0,0 0 0 0 0,1 1 0 0 0,-1-1 0 0 0,1 0 0 0 0,-1 0 0 0 0,1 0 0 0 0,-1 1 0 0 0,1-1 0 0 0,-1 0 0 0 0,1 1 0 0 0,0-1 0 0 0,-1 0 0 0 0,1 1 0 0 0,-1-1 0 0 0,1 0 0 0 0,0 1 0 0 0,-1-1 0 0 0,1 1 0 0 0,0-1 0 0 0,-1 1 0 0 0,1-1 0 0 0,0 1 0 0 0,0-1 0 0 0,-1 1 0 0 0,1 0-1 0 0,-8 19 1413 0 0,8-19-1329 0 0,-8 31 1042 0 0,2-1-1 0 0,1 1 1 0 0,-1 59-1 0 0,-1 1-518 0 0,-20 73-42 0 0,-2 6-1063 0 0,26-135-1471 0 0,1 42 1 0 0,2-54-4255 0 0</inkml:trace>
</inkml:ink>
</file>

<file path=ppt/ink/ink20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6:48.734"/>
    </inkml:context>
    <inkml:brush xml:id="br0">
      <inkml:brushProperty name="width" value="0.1" units="cm"/>
      <inkml:brushProperty name="height" value="0.1" units="cm"/>
      <inkml:brushProperty name="color" value="#F6630D"/>
    </inkml:brush>
  </inkml:definitions>
  <inkml:trace contextRef="#ctx0" brushRef="#br0">95 128 7370 0 0,'2'-18'399'0'0,"6"-27"-97"0"0,-8 42-252 0 0,1 0 1 0 0,0 0 0 0 0,0 0 0 0 0,0 1-1 0 0,0-1 1 0 0,0 0 0 0 0,0 1-1 0 0,1-1 1 0 0,0 1 0 0 0,-1-1-1 0 0,4-2 1 0 0,-2 2 336 0 0,1 0 1 0 0,-1 0-1 0 0,1 0 0 0 0,0 1 0 0 0,0-1 0 0 0,0 1 1 0 0,0 0-1 0 0,1 1 0 0 0,-1-1 0 0 0,0 1 0 0 0,1-1 1 0 0,-1 1-1 0 0,6 0 0 0 0,-7 1-177 0 0,0 0 0 0 0,1 1 0 0 0,-1-1 0 0 0,0 1 0 0 0,0 0 1 0 0,0 0-1 0 0,0 0 0 0 0,0 0 0 0 0,0 1 0 0 0,0-1 0 0 0,0 1 0 0 0,0 0 0 0 0,0-1 0 0 0,-1 1 0 0 0,1 1 1 0 0,-1-1-1 0 0,0 0 0 0 0,4 5 0 0 0,36 45 1159 0 0,40 64 1 0 0,-4-5-1143 0 0,-51-77-285 0 0,-2 2 1 0 0,-1 0 0 0 0,21 46-1 0 0,-44-82 47 0 0,-1 0 0 0 0,0 0-1 0 0,0 1 1 0 0,0-1-1 0 0,0 0 1 0 0,0 0-1 0 0,0 1 1 0 0,0-1-1 0 0,0 0 1 0 0,0 0 0 0 0,0 0-1 0 0,0 1 1 0 0,0-1-1 0 0,0 0 1 0 0,0 0-1 0 0,0 1 1 0 0,0-1 0 0 0,0 0-1 0 0,-1 0 1 0 0,1 0-1 0 0,0 1 1 0 0,0-1-1 0 0,0 0 1 0 0,0 0-1 0 0,0 0 1 0 0,0 1 0 0 0,-1-1-1 0 0,1 0 1 0 0,0 0-1 0 0,0 0 1 0 0,0 0-1 0 0,-1 1 1 0 0,1-1-1 0 0,0 0 1 0 0,0 0 0 0 0,0 0-1 0 0,-1 0 1 0 0,1 0-1 0 0,0 0 1 0 0,0 0-1 0 0,-1 0 1 0 0,1 0-1 0 0,-17 3-123 0 0,-22-6 188 0 0,37 3-79 0 0,-41-6 311 0 0,0 3 0 0 0,0 1-1 0 0,0 2 1 0 0,0 2-1 0 0,0 2 1 0 0,-76 17 0 0 0,31 2-703 0 0,51-13-2369 0 0</inkml:trace>
</inkml:ink>
</file>

<file path=ppt/ink/ink20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6:49.055"/>
    </inkml:context>
    <inkml:brush xml:id="br0">
      <inkml:brushProperty name="width" value="0.1" units="cm"/>
      <inkml:brushProperty name="height" value="0.1" units="cm"/>
      <inkml:brushProperty name="color" value="#F6630D"/>
    </inkml:brush>
  </inkml:definitions>
  <inkml:trace contextRef="#ctx0" brushRef="#br0">213 132 10594 0 0,'-4'-28'140'0'0,"3"17"404"0"0,0 1 0 0 0,-1-1 0 0 0,-1 1 0 0 0,1 0 0 0 0,-1-1 0 0 0,-6-9 0 0 0,9 18-393 0 0,-1 1 0 0 0,0-1 0 0 0,0 1 0 0 0,0 0 0 0 0,0-1 1 0 0,0 1-1 0 0,0 0 0 0 0,-1 0 0 0 0,1 0 0 0 0,0 0 0 0 0,-1 0 0 0 0,1 0 1 0 0,0 0-1 0 0,-1 0 0 0 0,1 1 0 0 0,-1-1 0 0 0,1 1 0 0 0,-3-2 0 0 0,1 2 41 0 0,0 0 0 0 0,1 0 0 0 0,-1 1 0 0 0,0-1 0 0 0,1 0-1 0 0,-1 1 1 0 0,0 0 0 0 0,1-1 0 0 0,-1 1 0 0 0,1 0 0 0 0,-1 0-1 0 0,1 1 1 0 0,-1-1 0 0 0,-3 3 0 0 0,-3 3-53 0 0,0 0-1 0 0,1 0 1 0 0,0 1 0 0 0,1 0-1 0 0,0 0 1 0 0,0 1 0 0 0,1 0-1 0 0,0 0 1 0 0,0 1 0 0 0,1-1 0 0 0,0 1-1 0 0,1 0 1 0 0,0 1 0 0 0,-5 18-1 0 0,3-2-127 0 0,1 0-1 0 0,1 1 1 0 0,1-1-1 0 0,2 50 0 0 0,2-53 4 0 0,2 0 0 0 0,0 0-1 0 0,1-1 1 0 0,2 1 0 0 0,0-1-1 0 0,14 31 1 0 0,-5-21-238 0 0,2-1-1 0 0,1-1 1 0 0,34 46 0 0 0,3-1-2441 0 0,-22-24-2825 0 0,-25-38 321 0 0</inkml:trace>
</inkml:ink>
</file>

<file path=ppt/ink/ink20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6:49.225"/>
    </inkml:context>
    <inkml:brush xml:id="br0">
      <inkml:brushProperty name="width" value="0.1" units="cm"/>
      <inkml:brushProperty name="height" value="0.1" units="cm"/>
      <inkml:brushProperty name="color" value="#F6630D"/>
    </inkml:brush>
  </inkml:definitions>
  <inkml:trace contextRef="#ctx0" brushRef="#br0">1 253 10594 0 0,'0'-4'114'0'0,"0"0"0"0"0,0 0 0 0 0,0 0 0 0 0,1 0 0 0 0,-1 0 0 0 0,1 0 0 0 0,0 0 0 0 0,0 0-1 0 0,0 0 1 0 0,1 1 0 0 0,-1-1 0 0 0,1 0 0 0 0,4-5 0 0 0,-2 2 82 0 0,1 1-1 0 0,1 0 1 0 0,-1 0-1 0 0,1 0 1 0 0,0 1-1 0 0,10-7 1 0 0,4-1 259 0 0,0 1 1 0 0,1 1-1 0 0,40-14 0 0 0,45-16-1805 0 0,-29 11-3040 0 0,-45 18 2409 0 0</inkml:trace>
</inkml:ink>
</file>

<file path=ppt/ink/ink20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6:49.446"/>
    </inkml:context>
    <inkml:brush xml:id="br0">
      <inkml:brushProperty name="width" value="0.1" units="cm"/>
      <inkml:brushProperty name="height" value="0.1" units="cm"/>
      <inkml:brushProperty name="color" value="#F6630D"/>
    </inkml:brush>
  </inkml:definitions>
  <inkml:trace contextRef="#ctx0" brushRef="#br0">1 0 9218 0 0,'1'1'105'0'0,"0"-1"0"0"0,0 0 0 0 0,0 1 0 0 0,0-1-1 0 0,0 1 1 0 0,0 0 0 0 0,0-1 0 0 0,0 1 0 0 0,0 0 0 0 0,0-1 0 0 0,0 1 0 0 0,0 0 0 0 0,0 0-1 0 0,-1 0 1 0 0,1 0 0 0 0,0-1 0 0 0,-1 1 0 0 0,2 2 0 0 0,12 24 679 0 0,-9-18-436 0 0,135 300 5991 0 0,-113-242-5554 0 0,-2-3-341 0 0,-4 1 1 0 0,-2 1 0 0 0,-3 1-1 0 0,12 116 1 0 0,-21-106-714 0 0</inkml:trace>
</inkml:ink>
</file>

<file path=ppt/ink/ink20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7:28.676"/>
    </inkml:context>
    <inkml:brush xml:id="br0">
      <inkml:brushProperty name="width" value="0.1" units="cm"/>
      <inkml:brushProperty name="height" value="0.1" units="cm"/>
      <inkml:brushProperty name="color" value="#F6630D"/>
    </inkml:brush>
  </inkml:definitions>
  <inkml:trace contextRef="#ctx0" brushRef="#br0">273 3 3681 0 0,'4'-2'15300'0'0,"-18"20"-12742"0"0,-11 13-5090 0 0,11-16 3823 0 0,-30 36-1219 0 0,-52 77 1 0 0,84-111 73 0 0,1 2 0 0 0,1-1 0 0 0,0 2 0 0 0,2-1 0 0 0,0 1 1 0 0,1 0-1 0 0,1 1 0 0 0,-5 33 0 0 0,11-48-59 0 0,-1-1-1 0 0,1 1 1 0 0,1 0-1 0 0,-1-1 1 0 0,1 1-1 0 0,0-1 1 0 0,0 1 0 0 0,0 0-1 0 0,1-1 1 0 0,0 0-1 0 0,0 1 1 0 0,1-1-1 0 0,2 5 1 0 0,1-2 6 0 0,-1 0 0 0 0,1-1 0 0 0,0 0 0 0 0,0 0 0 0 0,1-1 0 0 0,0 0 1 0 0,11 8-1 0 0,2-1 29 0 0,1-1 1 0 0,1-1 0 0 0,0-1-1 0 0,0-1 1 0 0,31 8 0 0 0,16-1-311 0 0,1-2-1 0 0,1-4 1 0 0,123 2 0 0 0,-176-11-1709 0 0</inkml:trace>
</inkml:ink>
</file>

<file path=ppt/ink/ink20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7:29.739"/>
    </inkml:context>
    <inkml:brush xml:id="br0">
      <inkml:brushProperty name="width" value="0.1" units="cm"/>
      <inkml:brushProperty name="height" value="0.1" units="cm"/>
      <inkml:brushProperty name="color" value="#F6630D"/>
    </inkml:brush>
  </inkml:definitions>
  <inkml:trace contextRef="#ctx0" brushRef="#br0">0 204 2761 0 0,'2'-8'354'0'0,"25"-93"4356"0"0,-23 91-3996 0 0,0 0-1 0 0,0 1 1 0 0,1 0 0 0 0,0 0 0 0 0,0 0 0 0 0,1 0 0 0 0,0 1 0 0 0,8-8 0 0 0,-14 16-570 0 0,1-1 0 0 0,-1 1 0 0 0,1-1 0 0 0,-1 1 0 0 0,1 0 0 0 0,-1-1 0 0 0,1 1 0 0 0,0 0 0 0 0,-1-1 0 0 0,1 1 0 0 0,-1 0 0 0 0,1-1 0 0 0,0 1 0 0 0,-1 0 0 0 0,1 0 0 0 0,0 0 0 0 0,-1 0 0 0 0,1 0 0 0 0,0 0 0 0 0,-1 0 0 0 0,1 0 0 0 0,0 0 0 0 0,-1 0 0 0 0,1 0 0 0 0,0 0 0 0 0,-1 0 0 0 0,2 1 0 0 0,14 14 1709 0 0,7 29-741 0 0,-21-41-916 0 0,20 54 115 0 0,-2 0-1 0 0,-2 0 1 0 0,17 109-1 0 0,1 183-637 0 0,-34-316-489 0 0,1 0 0 0 0,2-1 0 0 0,1 1 0 0 0,15 46 1 0 0,-11-56-5862 0 0</inkml:trace>
</inkml:ink>
</file>

<file path=ppt/ink/ink20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7:30.103"/>
    </inkml:context>
    <inkml:brush xml:id="br0">
      <inkml:brushProperty name="width" value="0.1" units="cm"/>
      <inkml:brushProperty name="height" value="0.1" units="cm"/>
      <inkml:brushProperty name="color" value="#F6630D"/>
    </inkml:brush>
  </inkml:definitions>
  <inkml:trace contextRef="#ctx0" brushRef="#br0">10 0 13827 0 0,'0'0'1247'0'0,"3"19"-428"0"0,-11 144 195 0 0,3-92-214 0 0,6 102 1 0 0,1-154-716 0 0,0 0 0 0 0,2 0 0 0 0,0 0 0 0 0,1-1 0 0 0,1 1 0 0 0,1-1 0 0 0,13 24 0 0 0,-16-34-44 0 0,1 0 0 0 0,0 0 0 0 0,0 0 0 0 0,1-1 0 0 0,0 0-1 0 0,0 0 1 0 0,0-1 0 0 0,1 1 0 0 0,0-1 0 0 0,1-1 0 0 0,-1 1 0 0 0,1-1 0 0 0,0-1 0 0 0,0 0 0 0 0,1 0-1 0 0,-1 0 1 0 0,14 3 0 0 0,-17-6-21 0 0,0 0-1 0 0,0-1 1 0 0,1 1 0 0 0,-1-1-1 0 0,0 0 1 0 0,0-1 0 0 0,0 1-1 0 0,0-1 1 0 0,0 0-1 0 0,0 0 1 0 0,0 0 0 0 0,0-1-1 0 0,0 0 1 0 0,-1 0-1 0 0,1 0 1 0 0,-1-1 0 0 0,1 1-1 0 0,-1-1 1 0 0,0 0-1 0 0,0 0 1 0 0,0-1 0 0 0,0 1-1 0 0,-1-1 1 0 0,1 0-1 0 0,-1 0 1 0 0,0 0 0 0 0,0 0-1 0 0,3-7 1 0 0,0 1 61 0 0,-2 1 0 0 0,1-1 0 0 0,-1 0-1 0 0,-1 0 1 0 0,0 0 0 0 0,0 0 0 0 0,-1-1 0 0 0,0 1 0 0 0,-1-1 0 0 0,0 1 0 0 0,-1-1 0 0 0,-1-19 0 0 0,-2 12 33 0 0,-2-1 1 0 0,1 0-1 0 0,-2 1 1 0 0,-1 0-1 0 0,-15-31 1 0 0,15 38-429 0 0,0-1 0 0 0,0 1 0 0 0,-16-17 0 0 0,17 22-636 0 0,0 0-1 0 0,0 1 1 0 0,0 0 0 0 0,0 0 0 0 0,-1 0 0 0 0,-14-6-1 0 0,5 5-5219 0 0</inkml:trace>
</inkml:ink>
</file>

<file path=ppt/ink/ink20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7:30.787"/>
    </inkml:context>
    <inkml:brush xml:id="br0">
      <inkml:brushProperty name="width" value="0.1" units="cm"/>
      <inkml:brushProperty name="height" value="0.1" units="cm"/>
      <inkml:brushProperty name="color" value="#F6630D"/>
    </inkml:brush>
  </inkml:definitions>
  <inkml:trace contextRef="#ctx0" brushRef="#br0">3 107 10594 0 0,'-1'2'341'0'0,"1"0"-1"0"0,-1-1 1 0 0,1 1-1 0 0,0 0 0 0 0,-1 0 1 0 0,1 0-1 0 0,0 0 1 0 0,0 0-1 0 0,0-1 1 0 0,0 1-1 0 0,1 0 0 0 0,-1 0 1 0 0,0 0-1 0 0,2 2 1 0 0,6 31 2009 0 0,-7-34-2212 0 0,0-1 0 0 0,0 0 1 0 0,-1 0-1 0 0,1 0 0 0 0,0 0 1 0 0,-1 0-1 0 0,1 0 0 0 0,0-1 1 0 0,0 1-1 0 0,-1 0 0 0 0,1 0 1 0 0,0 0-1 0 0,-1-1 0 0 0,1 1 1 0 0,0 0-1 0 0,-1-1 0 0 0,1 1 1 0 0,0-1-1 0 0,-1 1 0 0 0,1 0 1 0 0,-1-1-1 0 0,1 0 0 0 0,-1 1 1 0 0,1-1-1 0 0,0 0 0 0 0,17-20-582 0 0,-17 19 108 0 0,0 0-1 0 0,0 0 1 0 0,1 0 0 0 0,-1 0-1 0 0,1 0 1 0 0,-1 0-1 0 0,1 1 1 0 0,-1-1 0 0 0,1 1-1 0 0,0-1 1 0 0,3-1-1 0 0,4-4 671 0 0,-9 6-324 0 0,-18 45 1613 0 0,12-14-1264 0 0,2 0-1 0 0,1 0 1 0 0,1 0-1 0 0,4 60 0 0 0,0-68-316 0 0,1-1 1 0 0,1 1-1 0 0,1-1 0 0 0,1 0 0 0 0,1 0 1 0 0,0-1-1 0 0,18 33 0 0 0,-20-44-34 0 0,0-1 0 0 0,1 0-1 0 0,0 0 1 0 0,0-1 0 0 0,1 0-1 0 0,0 0 1 0 0,0-1 0 0 0,1 1 0 0 0,0-2-1 0 0,0 1 1 0 0,11 5 0 0 0,-14-9-3 0 0,-1 1-1 0 0,1-2 1 0 0,0 1 0 0 0,-1-1 0 0 0,1 1 0 0 0,0-1 0 0 0,0 0 0 0 0,0-1 0 0 0,0 1 0 0 0,0-1 0 0 0,0 0 0 0 0,0-1 0 0 0,0 1 0 0 0,0-1 0 0 0,-1 0-1 0 0,1 0 1 0 0,0 0 0 0 0,0-1 0 0 0,0 1 0 0 0,-1-1 0 0 0,1 0 0 0 0,-1-1 0 0 0,7-4 0 0 0,-1 0 42 0 0,-1-1 1 0 0,-1 0-1 0 0,1 0 1 0 0,-1-1 0 0 0,0 0-1 0 0,-1 0 1 0 0,0-1-1 0 0,-1 0 1 0 0,11-21-1 0 0,-11 16 21 0 0,0-2 0 0 0,0 1 0 0 0,-2-1 0 0 0,0 1-1 0 0,-1-1 1 0 0,1-24 0 0 0,-3 17-98 0 0,-1-1 0 0 0,-1 1 0 0 0,-1 0 0 0 0,-2 0 0 0 0,0 0 0 0 0,-1 1 0 0 0,-2-1 0 0 0,0 1-1 0 0,-20-40 1 0 0,21 51-37 0 0,0 0-1 0 0,-2 1 1 0 0,1 0 0 0 0,-1 0-1 0 0,-1 1 1 0 0,-18-17-1 0 0,23 24-127 0 0,0-1-1 0 0,-1 1 1 0 0,1 0 0 0 0,-1 1-1 0 0,0-1 1 0 0,0 1-1 0 0,0 0 1 0 0,-7-2 0 0 0,8 3-296 0 0,0 0 0 0 0,0 1 1 0 0,1-1-1 0 0,-1 1 0 0 0,0 0 0 0 0,0 0 1 0 0,0 1-1 0 0,1-1 0 0 0,-1 1 1 0 0,0 0-1 0 0,1 0 0 0 0,-1 0 0 0 0,-4 2 1 0 0,-9 6-5139 0 0</inkml:trace>
</inkml:ink>
</file>

<file path=ppt/ink/ink20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7:31.073"/>
    </inkml:context>
    <inkml:brush xml:id="br0">
      <inkml:brushProperty name="width" value="0.1" units="cm"/>
      <inkml:brushProperty name="height" value="0.1" units="cm"/>
      <inkml:brushProperty name="color" value="#F6630D"/>
    </inkml:brush>
  </inkml:definitions>
  <inkml:trace contextRef="#ctx0" brushRef="#br0">1 46 11522 0 0,'0'-3'518'0'0,"0"0"-1"0"0,1 0 0 0 0,0-1 0 0 0,0 1 0 0 0,0 0 0 0 0,0 0 1 0 0,0 0-1 0 0,1 0 0 0 0,-1 1 0 0 0,1-1 0 0 0,-1 0 0 0 0,1 1 1 0 0,4-5-1 0 0,-5 9-327 0 0,0 0 0 0 0,-1 0 0 0 0,1 1 0 0 0,-1-1 0 0 0,0 0 1 0 0,0 1-1 0 0,0-1 0 0 0,0 0 0 0 0,0 4 0 0 0,0-4-99 0 0,0 84 291 0 0,3 0-1 0 0,19 105 0 0 0,-17-161-511 0 0,2-1-1 0 0,1 0 0 0 0,1-1 0 0 0,1 0 0 0 0,2 0 0 0 0,0-1 1 0 0,2 0-1 0 0,1-2 0 0 0,2 1 0 0 0,21 26 0 0 0,-20-34-1244 0 0,-2-3-354 0 0</inkml:trace>
</inkml:ink>
</file>

<file path=ppt/ink/ink20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7:31.360"/>
    </inkml:context>
    <inkml:brush xml:id="br0">
      <inkml:brushProperty name="width" value="0.1" units="cm"/>
      <inkml:brushProperty name="height" value="0.1" units="cm"/>
      <inkml:brushProperty name="color" value="#F6630D"/>
    </inkml:brush>
  </inkml:definitions>
  <inkml:trace contextRef="#ctx0" brushRef="#br0">326 28 6449 0 0,'-6'-9'535'0'0,"5"8"-179"0"0,1-1 0 0 0,-1 1 1 0 0,0 0-1 0 0,1 0 0 0 0,-1 0 1 0 0,0 0-1 0 0,0 0 0 0 0,0 0 0 0 0,0 0 1 0 0,0 0-1 0 0,1 0 0 0 0,-2 1 0 0 0,1-1 1 0 0,0 0-1 0 0,0 0 0 0 0,0 1 0 0 0,0-1 1 0 0,0 1-1 0 0,-1-1 0 0 0,1 1 1 0 0,-2-1-1 0 0,-14 7 465 0 0,6 1-516 0 0,0 1-1 0 0,1 0 1 0 0,0 1-1 0 0,0 0 1 0 0,-13 16-1 0 0,-41 59-115 0 0,49-64 101 0 0,-3 5-10 0 0,-4 4 21 0 0,1 1 0 0 0,-16 33 0 0 0,33-55-62 0 0,0 0 1 0 0,0 0-1 0 0,1 0 0 0 0,0 1 0 0 0,1-1 0 0 0,0 1 0 0 0,0-1 0 0 0,0 1 0 0 0,1 0 0 0 0,1 0 0 0 0,0 0 0 0 0,0 0 0 0 0,3 15 0 0 0,-3-21-195 0 0,1 0-1 0 0,0-1 0 0 0,0 1 0 0 0,0 0 0 0 0,0-1 0 0 0,0 1 0 0 0,1-1 0 0 0,-1 1 0 0 0,1-1 0 0 0,-1 0 1 0 0,1 1-1 0 0,0-1 0 0 0,0 0 0 0 0,0 0 0 0 0,0 0 0 0 0,1-1 0 0 0,3 4 0 0 0,-2-3-10 0 0,1 0 0 0 0,-1-1 0 0 0,1 1 0 0 0,-1-1-1 0 0,1 0 1 0 0,-1 0 0 0 0,1 0 0 0 0,0 0 0 0 0,8-1 0 0 0,7-1-69 0 0,0-2 0 0 0,0 0 1 0 0,39-11-1 0 0,-49 11-11 0 0,101-24-894 0 0,-35 18-2843 0 0,-50 8-3090 0 0</inkml:trace>
</inkml:ink>
</file>

<file path=ppt/ink/ink20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7:31.841"/>
    </inkml:context>
    <inkml:brush xml:id="br0">
      <inkml:brushProperty name="width" value="0.1" units="cm"/>
      <inkml:brushProperty name="height" value="0.1" units="cm"/>
      <inkml:brushProperty name="color" value="#F6630D"/>
    </inkml:brush>
  </inkml:definitions>
  <inkml:trace contextRef="#ctx0" brushRef="#br0">20 5 8754 0 0,'-20'-5'5838'0'0,"21"29"2931"0"0,1-6-10069 0 0,5 131 2007 0 0,3 53-774 0 0,8-69-3193 0 0,-13-104-3818 0 0</inkml:trace>
</inkml:ink>
</file>

<file path=ppt/ink/ink20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7:32.128"/>
    </inkml:context>
    <inkml:brush xml:id="br0">
      <inkml:brushProperty name="width" value="0.1" units="cm"/>
      <inkml:brushProperty name="height" value="0.1" units="cm"/>
      <inkml:brushProperty name="color" value="#F6630D"/>
    </inkml:brush>
  </inkml:definitions>
  <inkml:trace contextRef="#ctx0" brushRef="#br0">1 74 12443 0 0,'0'-4'283'0'0,"1"0"1"0"0,0 0 0 0 0,0 0-1 0 0,1 0 1 0 0,-1 0 0 0 0,1 1 0 0 0,0-1-1 0 0,0 0 1 0 0,0 1 0 0 0,0 0-1 0 0,1-1 1 0 0,-1 1 0 0 0,1 0-1 0 0,0 0 1 0 0,0 0 0 0 0,0 1 0 0 0,0-1-1 0 0,1 1 1 0 0,-1-1 0 0 0,1 1-1 0 0,5-2 1 0 0,-9 4-247 0 0,0 0 0 0 0,0-1 0 0 0,1 1 1 0 0,-1 0-1 0 0,0 0 0 0 0,0 0 0 0 0,1 0 0 0 0,-1 0 0 0 0,0 0 1 0 0,0 0-1 0 0,1 0 0 0 0,-1 0 0 0 0,0 0 0 0 0,1 0 0 0 0,-1 0 0 0 0,0 0 1 0 0,0 0-1 0 0,1 0 0 0 0,-1 0 0 0 0,0 1 0 0 0,0-1 0 0 0,1 0 1 0 0,-1 0-1 0 0,0 0 0 0 0,0 0 0 0 0,1 0 0 0 0,-1 1 0 0 0,0-1 0 0 0,0 0 1 0 0,0 0-1 0 0,0 0 0 0 0,1 1 0 0 0,-1-1 0 0 0,0 0 0 0 0,0 0 1 0 0,0 1-1 0 0,0-1 0 0 0,4 16 356 0 0,-5 21-584 0 0,1-32 300 0 0,-5 60-236 0 0,4 1 0 0 0,8 86 0 0 0,-4-132 288 0 0,1 1 1 0 0,0-1-1 0 0,1 1 1 0 0,1-1 0 0 0,1-1-1 0 0,1 1 1 0 0,1-1-1 0 0,0-1 1 0 0,2 1 0 0 0,0-2-1 0 0,20 26 1 0 0,38 27-2051 0 0</inkml:trace>
</inkml:ink>
</file>

<file path=ppt/ink/ink20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7:32.455"/>
    </inkml:context>
    <inkml:brush xml:id="br0">
      <inkml:brushProperty name="width" value="0.1" units="cm"/>
      <inkml:brushProperty name="height" value="0.1" units="cm"/>
      <inkml:brushProperty name="color" value="#F6630D"/>
    </inkml:brush>
  </inkml:definitions>
  <inkml:trace contextRef="#ctx0" brushRef="#br0">0 81 16996 0 0,'33'2'2403'0'0,"22"-6"-1534"0"0,59-17 75 0 0,53-26-4566 0 0,-136 37 3596 0 0</inkml:trace>
</inkml:ink>
</file>

<file path=ppt/ink/ink20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7:32.770"/>
    </inkml:context>
    <inkml:brush xml:id="br0">
      <inkml:brushProperty name="width" value="0.1" units="cm"/>
      <inkml:brushProperty name="height" value="0.1" units="cm"/>
      <inkml:brushProperty name="color" value="#F6630D"/>
    </inkml:brush>
  </inkml:definitions>
  <inkml:trace contextRef="#ctx0" brushRef="#br0">1 0 11979 0 0,'30'1'1084'0'0,"0"0"0"0"0,39 7 0 0 0,-60-6-845 0 0,1 0 0 0 0,-1 0 0 0 0,-1 1 0 0 0,1 0-1 0 0,0 0 1 0 0,-1 1 0 0 0,1 0 0 0 0,-1 1 0 0 0,0 0 0 0 0,0 0-1 0 0,12 11 1 0 0,-17-12-304 0 0,0 0 0 0 0,-1 0 0 0 0,1 0 0 0 0,-1 0 0 0 0,0 1 0 0 0,0-1 0 0 0,0 1 0 0 0,0 0 0 0 0,-1-1 0 0 0,0 1 0 0 0,0 0 0 0 0,0 0 0 0 0,-1 0 0 0 0,1 0 0 0 0,-1 0 0 0 0,-1 0 0 0 0,1 0-1 0 0,0-1 1 0 0,-1 1 0 0 0,0 0 0 0 0,0 0 0 0 0,-1 0 0 0 0,-2 5 0 0 0,-4 13-657 0 0,-2 0 1 0 0,-1-1-1 0 0,-17 27 0 0 0,23-40 564 0 0,-27 40-565 0 0,-17 28 1526 0 0,46-71-412 0 0,-1 0 0 0 0,2 1 0 0 0,-1-1 0 0 0,1 1 1 0 0,0-1-1 0 0,0 1 0 0 0,1 0 0 0 0,0 0 0 0 0,0 14 0 0 0,1-19-283 0 0,0-1-1 0 0,1 1 0 0 0,-1 0 1 0 0,1 0-1 0 0,-1 0 0 0 0,1 0 1 0 0,0 0-1 0 0,-1 0 0 0 0,1 0 1 0 0,0-1-1 0 0,0 1 0 0 0,1 0 1 0 0,-1-1-1 0 0,0 1 0 0 0,0-1 0 0 0,1 1 1 0 0,-1-1-1 0 0,1 0 0 0 0,-1 0 1 0 0,1 1-1 0 0,0-1 0 0 0,-1 0 1 0 0,1 0-1 0 0,0-1 0 0 0,0 1 1 0 0,0 0-1 0 0,0-1 0 0 0,0 1 1 0 0,0-1-1 0 0,-1 1 0 0 0,1-1 1 0 0,0 0-1 0 0,0 0 0 0 0,0 0 0 0 0,2 0 1 0 0,37-3-643 0 0,-7-6-5113 0 0,-16 2-873 0 0</inkml:trace>
</inkml:ink>
</file>

<file path=ppt/ink/ink20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7:32.992"/>
    </inkml:context>
    <inkml:brush xml:id="br0">
      <inkml:brushProperty name="width" value="0.1" units="cm"/>
      <inkml:brushProperty name="height" value="0.1" units="cm"/>
      <inkml:brushProperty name="color" value="#F6630D"/>
    </inkml:brush>
  </inkml:definitions>
  <inkml:trace contextRef="#ctx0" brushRef="#br0">1 89 16588 0 0,'3'1'142'0'0,"0"0"1"0"0,0 0-1 0 0,0-1 1 0 0,1 1-1 0 0,-1-1 1 0 0,0 0-1 0 0,1 1 0 0 0,-1-2 1 0 0,0 1-1 0 0,1 0 1 0 0,-1-1-1 0 0,6-1 1 0 0,2 1 477 0 0,272-35 3018 0 0,1-10-5190 0 0,-228 40-2217 0 0,-35 5 1819 0 0</inkml:trace>
</inkml:ink>
</file>

<file path=ppt/ink/ink20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7:33.659"/>
    </inkml:context>
    <inkml:brush xml:id="br0">
      <inkml:brushProperty name="width" value="0.1" units="cm"/>
      <inkml:brushProperty name="height" value="0.1" units="cm"/>
      <inkml:brushProperty name="color" value="#F6630D"/>
    </inkml:brush>
  </inkml:definitions>
  <inkml:trace contextRef="#ctx0" brushRef="#br0">25 1505 13363 0 0,'-10'3'576'0'0,"-4"2"944"0"0,14-5-1472 0 0,0 1-1 0 0,0-1 1 0 0,0 1 0 0 0,0-1-1 0 0,1 1 1 0 0,-1-1 0 0 0,0 0-1 0 0,0 1 1 0 0,0-1 0 0 0,1 1-1 0 0,-1-1 1 0 0,0 0 0 0 0,1 1-1 0 0,-1-1 1 0 0,0 0 0 0 0,1 1-1 0 0,-1-1 1 0 0,0 0 0 0 0,1 0-1 0 0,-1 1 1 0 0,1-1-1 0 0,-1 0 1 0 0,0 0 0 0 0,1 0-1 0 0,-1 1 1 0 0,1-1 0 0 0,-1 0-1 0 0,1 0 1 0 0,-1 0 0 0 0,1 0-1 0 0,-1 0 1 0 0,1 0 0 0 0,316 157 1540 0 0,-250-119-1617 0 0,64 34-428 0 0,-109-61-230 0 0,1-2 1 0 0,0 0-1 0 0,46 10 0 0 0,-66-18 733 0 0,-1-1-1 0 0,0 1 0 0 0,1-1 1 0 0,-1 1-1 0 0,1-1 1 0 0,-1 0-1 0 0,1 0 0 0 0,-1 0 1 0 0,1 0-1 0 0,-1-1 1 0 0,1 1-1 0 0,-1-1 0 0 0,0 1 1 0 0,1-1-1 0 0,-1 0 1 0 0,0 0-1 0 0,1 0 0 0 0,-1 0 1 0 0,0 0-1 0 0,0-1 1 0 0,0 1-1 0 0,0-1 1 0 0,0 1-1 0 0,0-1 0 0 0,2-3 1 0 0,-1 0 380 0 0,0-1 1 0 0,0 1 0 0 0,-1-1-1 0 0,0 0 1 0 0,0 0-1 0 0,0 0 1 0 0,-1 0 0 0 0,0 0-1 0 0,1-8 1 0 0,49-314 2313 0 0,-12 152-2618 0 0,6 2-1 0 0,89-216 0 0 0,-128 375-164 0 0,134-312 231 0 0,-109 263-944 0 0,4 2 0 0 0,83-115 0 0 0,-99 154-200 0 0,-3 7-11 0 0</inkml:trace>
</inkml:ink>
</file>

<file path=ppt/ink/ink20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7:35.087"/>
    </inkml:context>
    <inkml:brush xml:id="br0">
      <inkml:brushProperty name="width" value="0.1" units="cm"/>
      <inkml:brushProperty name="height" value="0.1" units="cm"/>
      <inkml:brushProperty name="color" value="#F6630D"/>
    </inkml:brush>
  </inkml:definitions>
  <inkml:trace contextRef="#ctx0" brushRef="#br0">88 50 9218 0 0,'-5'0'513'0'0,"0"-1"1"0"0,0 0-1 0 0,0 0 1 0 0,0 0-1 0 0,0 0 1 0 0,0-1-1 0 0,1 0 1 0 0,-1 0-1 0 0,1 0 0 0 0,-1-1 1 0 0,1 1-1 0 0,0-1 1 0 0,0 0-1 0 0,0 0 1 0 0,0 0-1 0 0,1-1 1 0 0,-1 0-1 0 0,-4-6 0 0 0,11 10-339 0 0,-1-1 0 0 0,1 1 0 0 0,0 0-1 0 0,-1 0 1 0 0,1 0 0 0 0,-1 0 0 0 0,1 0-1 0 0,-1 1 1 0 0,1-1 0 0 0,3 2-1 0 0,47 16-79 0 0,0 2 0 0 0,-2 2-1 0 0,-1 3 1 0 0,53 34-1 0 0,-44-25 5 0 0,1-2-1 0 0,78 30 1 0 0,-83-42-114 0 0,-10-3-22 0 0,1-1 0 0 0,0-2 0 0 0,1-2 0 0 0,67 7 0 0 0,-92-13 239 0 0,-22-6-188 0 0,0 0 0 0 0,0 1 0 0 0,1-1 1 0 0,-1 0-1 0 0,0 1 0 0 0,0-1 1 0 0,0 0-1 0 0,1 1 0 0 0,-1-1 0 0 0,0 0 1 0 0,0 1-1 0 0,0-1 0 0 0,0 0 0 0 0,0 1 1 0 0,0-1-1 0 0,0 0 0 0 0,0 1 0 0 0,0-1 1 0 0,0 0-1 0 0,0 1 0 0 0,0-1 0 0 0,0 1 1 0 0,0-1-1 0 0,0 0 0 0 0,0 1 0 0 0,0-1 1 0 0,0 0-1 0 0,0 1 0 0 0,0-1 0 0 0,-1 0 1 0 0,1 1-1 0 0,-3 3 89 0 0,0 0 1 0 0,-1 0-1 0 0,1 0 0 0 0,-1-1 0 0 0,-7 6 0 0 0,3-2-173 0 0,-191 191 335 0 0,87-80-153 0 0,-58 59-101 0 0,129-130 111 0 0,-67 100-1 0 0,107-146-236 0 0,1 0 0 0 0,-1 0 1 0 0,0 0-1 0 0,0 0 0 0 0,1 0 1 0 0,-1 0-1 0 0,0 0 0 0 0,1 1 1 0 0,-1-1-1 0 0,1 0 0 0 0,-1 0 1 0 0,1 1-1 0 0,0-1 0 0 0,0 0 1 0 0,-1 1-1 0 0,1-1 0 0 0,0 0 1 0 0,0 0-1 0 0,0 1 0 0 0,1-1 1 0 0,-1 0-1 0 0,0 1 0 0 0,0-1 1 0 0,1 0-1 0 0,0 2 0 0 0</inkml:trace>
</inkml:ink>
</file>

<file path=ppt/ink/ink20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7:35.406"/>
    </inkml:context>
    <inkml:brush xml:id="br0">
      <inkml:brushProperty name="width" value="0.1" units="cm"/>
      <inkml:brushProperty name="height" value="0.1" units="cm"/>
      <inkml:brushProperty name="color" value="#F6630D"/>
    </inkml:brush>
  </inkml:definitions>
  <inkml:trace contextRef="#ctx0" brushRef="#br0">1 80 10594 0 0,'0'-7'254'0'0,"0"1"0"0"0,0 0 1 0 0,1-1-1 0 0,0 1 0 0 0,0 0 0 0 0,2-7 0 0 0,-2 10 105 0 0,0 1-1 0 0,1-1 1 0 0,-1 1 0 0 0,0-1-1 0 0,1 1 1 0 0,0 0 0 0 0,-1 0-1 0 0,1-1 1 0 0,0 1 0 0 0,3-2-1 0 0,-5 4-247 0 0,1 0-1 0 0,-1 0 1 0 0,1-1 0 0 0,-1 1-1 0 0,1 0 1 0 0,-1 0 0 0 0,1 0-1 0 0,-1 0 1 0 0,1 0 0 0 0,-1 0-1 0 0,1 0 1 0 0,0 0-1 0 0,-1 0 1 0 0,1 0 0 0 0,-1 0-1 0 0,1 1 1 0 0,-1-1 0 0 0,1 0-1 0 0,-1 0 1 0 0,1 0 0 0 0,-1 1-1 0 0,1-1 1 0 0,-1 0 0 0 0,0 1-1 0 0,1-1 1 0 0,-1 0-1 0 0,1 1 1 0 0,-1-1 0 0 0,0 0-1 0 0,1 1 1 0 0,-1-1 0 0 0,0 1-1 0 0,1-1 1 0 0,-1 1 0 0 0,0-1-1 0 0,0 1 1 0 0,0-1-1 0 0,1 1 1 0 0,-1-1 0 0 0,0 1-1 0 0,11 25 651 0 0,-9-23-533 0 0,11 41-69 0 0,-2 0-1 0 0,-1 1 0 0 0,-2 0 1 0 0,1 53-1 0 0,1-7-108 0 0,14 93-2601 0 0,-16-139-4732 0 0</inkml:trace>
</inkml:ink>
</file>

<file path=ppt/ink/ink20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7:35.772"/>
    </inkml:context>
    <inkml:brush xml:id="br0">
      <inkml:brushProperty name="width" value="0.1" units="cm"/>
      <inkml:brushProperty name="height" value="0.1" units="cm"/>
      <inkml:brushProperty name="color" value="#F6630D"/>
    </inkml:brush>
  </inkml:definitions>
  <inkml:trace contextRef="#ctx0" brushRef="#br0">1 1 10594 0 0,'3'16'5524'0'0,"-3"27"-5034"0"0,0-25-25 0 0,6 172 407 0 0,-3-163-1009 0 0,0-1 0 0 0,2 1-1 0 0,1-1 1 0 0,2-1 0 0 0,10 28 0 0 0,-15-46 74 0 0,1 0 0 0 0,0-1-1 0 0,0 1 1 0 0,0-1-1 0 0,0 0 1 0 0,1 0 0 0 0,0 0-1 0 0,1-1 1 0 0,-1 0 0 0 0,1 0-1 0 0,7 5 1 0 0,-11-9 106 0 0,1 1 0 0 0,-1-1 0 0 0,1 0 1 0 0,-1 1-1 0 0,1-1 0 0 0,-1 0 0 0 0,1-1 0 0 0,0 1 0 0 0,0 0 1 0 0,-1-1-1 0 0,1 1 0 0 0,0-1 0 0 0,0 0 0 0 0,-1 0 0 0 0,1 0 1 0 0,0 0-1 0 0,0-1 0 0 0,0 1 0 0 0,-1-1 0 0 0,1 0 0 0 0,0 1 1 0 0,-1-1-1 0 0,1 0 0 0 0,-1-1 0 0 0,1 1 0 0 0,-1 0 0 0 0,1-1 1 0 0,-1 1-1 0 0,0-1 0 0 0,0 0 0 0 0,0 0 0 0 0,3-3 0 0 0,1-3 15 0 0,0 1-1 0 0,0-1 0 0 0,-1-1 0 0 0,-1 1 0 0 0,1-1 1 0 0,-1 0-1 0 0,-1 0 0 0 0,0 0 0 0 0,0 0 0 0 0,0-1 1 0 0,-1 1-1 0 0,-1-1 0 0 0,0 0 0 0 0,0 1 0 0 0,-1-1 0 0 0,0 0 1 0 0,0 0-1 0 0,-1 1 0 0 0,-4-16 0 0 0,1 5-77 0 0,-1 0-1 0 0,-1 1 0 0 0,-1 0 0 0 0,0 0 1 0 0,-2 1-1 0 0,0 0 0 0 0,-1 0 1 0 0,-18-24-1 0 0,20 33-191 0 0,1 1-1 0 0,-1 0 1 0 0,0 0-1 0 0,-1 1 1 0 0,0 0-1 0 0,0 1 1 0 0,0-1-1 0 0,-16-6 1 0 0,8 5-769 0 0</inkml:trace>
</inkml:ink>
</file>

<file path=ppt/ink/ink20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7:36.198"/>
    </inkml:context>
    <inkml:brush xml:id="br0">
      <inkml:brushProperty name="width" value="0.1" units="cm"/>
      <inkml:brushProperty name="height" value="0.1" units="cm"/>
      <inkml:brushProperty name="color" value="#F6630D"/>
    </inkml:brush>
  </inkml:definitions>
  <inkml:trace contextRef="#ctx0" brushRef="#br0">37 117 10138 0 0,'-2'1'301'0'0,"0"0"-1"0"0,0 1 0 0 0,0-1 1 0 0,0 1-1 0 0,0 0 0 0 0,0 0 1 0 0,1 0-1 0 0,-1-1 1 0 0,1 1-1 0 0,0 1 0 0 0,-1-1 1 0 0,1 0-1 0 0,0 0 0 0 0,0 0 1 0 0,0 1-1 0 0,0-1 1 0 0,1 0-1 0 0,-1 1 0 0 0,1-1 1 0 0,-1 1-1 0 0,1 2 0 0 0,-7 59 532 0 0,7-62-722 0 0,-1 15-107 0 0,1 0 0 0 0,1 0 1 0 0,0 0-1 0 0,1-1 0 0 0,1 1 0 0 0,1-1 1 0 0,0 1-1 0 0,13 28 0 0 0,-15-39 53 0 0,1 0 0 0 0,-1-1 0 0 0,1 1 0 0 0,1-1 0 0 0,-1 0 0 0 0,1 0 0 0 0,0 0 0 0 0,0-1 0 0 0,1 1 0 0 0,-1-1 0 0 0,1 0 0 0 0,0 0 0 0 0,0 0 0 0 0,0-1 0 0 0,1 0 0 0 0,-1 0 0 0 0,1 0 0 0 0,0-1 0 0 0,0 1 0 0 0,0-2 0 0 0,0 1 0 0 0,0 0 0 0 0,0-1 0 0 0,0 0 0 0 0,0-1 0 0 0,11 0 0 0 0,-12 0 1 0 0,0-1-1 0 0,1 0 0 0 0,-1-1 1 0 0,0 1-1 0 0,-1-1 0 0 0,1 0 0 0 0,0 0 1 0 0,0-1-1 0 0,-1 0 0 0 0,0 1 1 0 0,1-1-1 0 0,-1-1 0 0 0,0 1 0 0 0,0 0 1 0 0,-1-1-1 0 0,1 0 0 0 0,-1 0 1 0 0,0 0-1 0 0,0-1 0 0 0,0 1 0 0 0,0 0 1 0 0,-1-1-1 0 0,0 0 0 0 0,3-8 0 0 0,0 0-242 0 0,-1 1 1 0 0,0-1-1 0 0,-1-1 0 0 0,-1 1 0 0 0,0 0 0 0 0,0-1 0 0 0,-2 1 0 0 0,0-20 0 0 0,-3 11-386 0 0,-1 1 0 0 0,-1-1 1 0 0,-1 1-1 0 0,-1 0 0 0 0,0 0 1 0 0,-21-37-1 0 0,-15-14-4398 0 0,29 52 660 0 0</inkml:trace>
</inkml:ink>
</file>

<file path=ppt/ink/ink20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7:36.483"/>
    </inkml:context>
    <inkml:brush xml:id="br0">
      <inkml:brushProperty name="width" value="0.1" units="cm"/>
      <inkml:brushProperty name="height" value="0.1" units="cm"/>
      <inkml:brushProperty name="color" value="#F6630D"/>
    </inkml:brush>
  </inkml:definitions>
  <inkml:trace contextRef="#ctx0" brushRef="#br0">1 51 6913 0 0,'10'-8'15'0'0,"-4"1"762"0"0,1 1 0 0 0,0 1 0 0 0,0 0-1 0 0,0 0 1 0 0,12-6 0 0 0,-18 10-657 0 0,1 1-1 0 0,-1-1 1 0 0,0 1 0 0 0,1-1-1 0 0,-1 1 1 0 0,0 0 0 0 0,1 0-1 0 0,-1-1 1 0 0,1 1 0 0 0,-1 0-1 0 0,1 0 1 0 0,-1 1 0 0 0,0-1-1 0 0,1 0 1 0 0,-1 0 0 0 0,1 1-1 0 0,-1-1 1 0 0,0 0 0 0 0,1 1-1 0 0,-1 0 1 0 0,0-1 0 0 0,0 1-1 0 0,1 0 1 0 0,-1 0 0 0 0,0-1-1 0 0,0 1 1 0 0,0 0 0 0 0,0 0 0 0 0,0 0-1 0 0,0 0 1 0 0,0 0 0 0 0,0 1-1 0 0,0-1 1 0 0,-1 0 0 0 0,1 0-1 0 0,0 1 1 0 0,-1-1 0 0 0,1 0-1 0 0,-1 1 1 0 0,1 1 0 0 0,9 29 516 0 0,-2 0 0 0 0,-2 0 0 0 0,0 1 1 0 0,1 58-1 0 0,1 2-190 0 0,35 145-188 0 0,-17-138-2552 0 0,-18-75-4247 0 0</inkml:trace>
</inkml:ink>
</file>

<file path=ppt/ink/ink20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7:36.799"/>
    </inkml:context>
    <inkml:brush xml:id="br0">
      <inkml:brushProperty name="width" value="0.1" units="cm"/>
      <inkml:brushProperty name="height" value="0.1" units="cm"/>
      <inkml:brushProperty name="color" value="#F6630D"/>
    </inkml:brush>
  </inkml:definitions>
  <inkml:trace contextRef="#ctx0" brushRef="#br0">199 8 13827 0 0,'-1'-1'26'0'0,"1"1"1"0"0,0-1-1 0 0,0 1 1 0 0,0 0-1 0 0,0-1 1 0 0,0 1-1 0 0,-1 0 1 0 0,1-1-1 0 0,0 1 1 0 0,0 0-1 0 0,0-1 1 0 0,-1 1-1 0 0,1 0 1 0 0,0-1-1 0 0,-1 1 1 0 0,1 0-1 0 0,0 0 1 0 0,-1-1-1 0 0,1 1 1 0 0,0 0-1 0 0,-1 0 1 0 0,1 0-1 0 0,0 0 1 0 0,-1-1-1 0 0,1 1 1 0 0,0 0-1 0 0,-1 0 1 0 0,1 0-1 0 0,-1 0 1 0 0,1 0-1 0 0,0 0 1 0 0,-1 0-1 0 0,1 0 1 0 0,-1 0-1 0 0,-15 11 117 0 0,-13 29-220 0 0,23-31 463 0 0,-6 8-56 0 0,-60 88 704 0 0,64-90-740 0 0,0 0 0 0 0,0 1 0 0 0,1 0-1 0 0,1 0 1 0 0,-5 21 0 0 0,10-31-139 0 0,0 1 0 0 0,0-1 0 0 0,0 1 0 0 0,1-1 0 0 0,0 1 0 0 0,0-1 0 0 0,1 0 0 0 0,0 1 0 0 0,0-1 0 0 0,0 1 0 0 0,1-1-1 0 0,0 0 1 0 0,0 0 0 0 0,1 0 0 0 0,-1 0 0 0 0,1 0 0 0 0,1-1 0 0 0,-1 1 0 0 0,1-1 0 0 0,8 9 0 0 0,-7-9-124 0 0,0 0 0 0 0,1-1 0 0 0,-1 1 0 0 0,1-1 0 0 0,1-1 1 0 0,-1 1-1 0 0,0-1 0 0 0,1 0 0 0 0,0 0 0 0 0,-1-1 0 0 0,1 0 0 0 0,0 0 0 0 0,0-1 1 0 0,0 0-1 0 0,0 0 0 0 0,1-1 0 0 0,-1 0 0 0 0,11-1 0 0 0,37-6-2051 0 0,56-15-1 0 0,-50 8-2224 0 0,-39 10-1013 0 0</inkml:trace>
</inkml:ink>
</file>

<file path=ppt/ink/ink20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7:37.052"/>
    </inkml:context>
    <inkml:brush xml:id="br0">
      <inkml:brushProperty name="width" value="0.1" units="cm"/>
      <inkml:brushProperty name="height" value="0.1" units="cm"/>
      <inkml:brushProperty name="color" value="#F6630D"/>
    </inkml:brush>
  </inkml:definitions>
  <inkml:trace contextRef="#ctx0" brushRef="#br0">12 0 14747 0 0,'4'0'4250'0'0,"5"12"-2648"0"0,-6 6-1376 0 0,-1 0 0 0 0,-1 0 0 0 0,-1 0 0 0 0,0 0 0 0 0,-1 0 0 0 0,-1 0 0 0 0,-5 18 0 0 0,-2 35-362 0 0,5-16-152 0 0,-4 91-422 0 0,9-128 196 0 0,0 0 0 0 0,1 0 0 0 0,0-1-1 0 0,2 1 1 0 0,10 33 0 0 0,-3-26-446 0 0</inkml:trace>
</inkml:ink>
</file>

<file path=ppt/ink/ink20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7:37.297"/>
    </inkml:context>
    <inkml:brush xml:id="br0">
      <inkml:brushProperty name="width" value="0.1" units="cm"/>
      <inkml:brushProperty name="height" value="0.1" units="cm"/>
      <inkml:brushProperty name="color" value="#F6630D"/>
    </inkml:brush>
  </inkml:definitions>
  <inkml:trace contextRef="#ctx0" brushRef="#br0">0 15 14283 0 0,'0'0'56'0'0,"0"-1"1"0"0,0 1-1 0 0,0-1 1 0 0,0 0-1 0 0,0 1 0 0 0,1-1 1 0 0,-1 1-1 0 0,0-1 1 0 0,0 0-1 0 0,0 1 0 0 0,0-1 1 0 0,1 1-1 0 0,-1-1 1 0 0,0 0-1 0 0,1 1 0 0 0,-1-1 1 0 0,0 1-1 0 0,1-1 0 0 0,-1 1 1 0 0,0 0-1 0 0,1-1 1 0 0,-1 1-1 0 0,1-1 0 0 0,-1 1 1 0 0,1 0-1 0 0,-1-1 1 0 0,1 1-1 0 0,0-1 0 0 0,20 2 1436 0 0,-17 0-1290 0 0,-1 1 0 0 0,1-1 0 0 0,-1 1-1 0 0,0-1 1 0 0,1 1 0 0 0,-1 0 0 0 0,0 0 0 0 0,0 1-1 0 0,4 3 1 0 0,-2 1-10 0 0,-1 0 0 0 0,0 1 0 0 0,-1-1 0 0 0,0 1 0 0 0,0 0 0 0 0,0 0 0 0 0,-1 0 0 0 0,2 16 0 0 0,3 72 39 0 0,-6-73-87 0 0,20 247-825 0 0,-14-192-2387 0 0</inkml:trace>
</inkml:ink>
</file>

<file path=ppt/ink/ink20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7:37.480"/>
    </inkml:context>
    <inkml:brush xml:id="br0">
      <inkml:brushProperty name="width" value="0.1" units="cm"/>
      <inkml:brushProperty name="height" value="0.1" units="cm"/>
      <inkml:brushProperty name="color" value="#F6630D"/>
    </inkml:brush>
  </inkml:definitions>
  <inkml:trace contextRef="#ctx0" brushRef="#br0">15 87 5697 0 0,'-14'-6'50'0'0,"14"0"1419"0"0,26-4 2716 0 0,-8 5-2984 0 0,83-23 2615 0 0,1 2-5163 0 0,-79 21-4090 0 0</inkml:trace>
</inkml:ink>
</file>

<file path=ppt/ink/ink20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7:37.785"/>
    </inkml:context>
    <inkml:brush xml:id="br0">
      <inkml:brushProperty name="width" value="0.1" units="cm"/>
      <inkml:brushProperty name="height" value="0.1" units="cm"/>
      <inkml:brushProperty name="color" value="#F6630D"/>
    </inkml:brush>
  </inkml:definitions>
  <inkml:trace contextRef="#ctx0" brushRef="#br0">1 1 10594 0 0,'8'-1'521'0'0,"0"1"-1"0"0,0 1 1 0 0,0-1-1 0 0,0 2 1 0 0,0-1 0 0 0,0 1-1 0 0,0 0 1 0 0,9 4-1 0 0,-13-4-309 0 0,-1 0 0 0 0,0 0-1 0 0,0 0 1 0 0,1 1-1 0 0,-2-1 1 0 0,1 1 0 0 0,0 0-1 0 0,0 0 1 0 0,-1 0 0 0 0,0 0-1 0 0,0 0 1 0 0,0 1 0 0 0,0-1-1 0 0,0 1 1 0 0,0-1 0 0 0,-1 1-1 0 0,0 0 1 0 0,0 0 0 0 0,1 4-1 0 0,1 5-215 0 0,-1-1-1 0 0,-1 1 1 0 0,0-1-1 0 0,-1 1 1 0 0,0 0-1 0 0,-1-1 1 0 0,-2 14 0 0 0,-25 87-73 0 0,21-92 81 0 0,0 1-1 0 0,2 0 0 0 0,1 1 1 0 0,0-1-1 0 0,2 1 1 0 0,0 34-1 0 0,2-54-52 0 0,1 0-1 0 0,-1 0 1 0 0,1 0 0 0 0,-1-1-1 0 0,1 1 1 0 0,0 0 0 0 0,0-1-1 0 0,0 1 1 0 0,1 0 0 0 0,-1-1-1 0 0,2 3 1 0 0,-2-4-164 0 0,0 0 0 0 0,0 0 0 0 0,0 0 0 0 0,0 0 0 0 0,0-1 0 0 0,0 1 0 0 0,0 0 0 0 0,0-1 0 0 0,0 1 0 0 0,0 0 0 0 0,0-1 0 0 0,0 0 0 0 0,1 1 0 0 0,-1-1 0 0 0,0 0 0 0 0,0 1 1 0 0,1-1-1 0 0,-1 0 0 0 0,0 0 0 0 0,0 0 0 0 0,1 0 0 0 0,-1 0 0 0 0,0 0 0 0 0,0-1 0 0 0,1 1 0 0 0,1-1 0 0 0</inkml:trace>
</inkml:ink>
</file>

<file path=ppt/ink/ink20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7:37.990"/>
    </inkml:context>
    <inkml:brush xml:id="br0">
      <inkml:brushProperty name="width" value="0.1" units="cm"/>
      <inkml:brushProperty name="height" value="0.1" units="cm"/>
      <inkml:brushProperty name="color" value="#F6630D"/>
    </inkml:brush>
  </inkml:definitions>
  <inkml:trace contextRef="#ctx0" brushRef="#br0">40 29 17508 0 0,'-8'3'401'0'0,"-21"13"1102"0"0,29-15-1438 0 0,0-1-1 0 0,0 0 1 0 0,-1 0 0 0 0,1 1-1 0 0,0-1 1 0 0,0 1 0 0 0,-1-1-1 0 0,1 0 1 0 0,0 1 0 0 0,0-1-1 0 0,0 0 1 0 0,0 1 0 0 0,0-1-1 0 0,0 1 1 0 0,-1-1 0 0 0,1 1-1 0 0,0-1 1 0 0,0 0 0 0 0,0 1-1 0 0,0-1 1 0 0,0 1 0 0 0,1-1-1 0 0,-1 0 1 0 0,0 1 0 0 0,0-1-1 0 0,0 1 1 0 0,0-1 0 0 0,0 0-1 0 0,1 1 1 0 0,-1-1 0 0 0,0 1-1 0 0,0-1 1 0 0,0 0 0 0 0,1 1-1 0 0,-1-1 1 0 0,0 0 0 0 0,1 0-1 0 0,-1 1 1 0 0,0-1-1 0 0,1 1 1 0 0,13 6 355 0 0,-3-7-390 0 0,0-1-1 0 0,0-1 0 0 0,1 1 0 0 0,-1-2 0 0 0,0 1 0 0 0,0-2 0 0 0,-1 1 0 0 0,1-2 0 0 0,14-7 1 0 0,13-4-579 0 0,-10 5 118 0 0,1 0-7 0 0</inkml:trace>
</inkml:ink>
</file>

<file path=ppt/ink/ink20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7:39.065"/>
    </inkml:context>
    <inkml:brush xml:id="br0">
      <inkml:brushProperty name="width" value="0.1" units="cm"/>
      <inkml:brushProperty name="height" value="0.1" units="cm"/>
      <inkml:brushProperty name="color" value="#F6630D"/>
    </inkml:brush>
  </inkml:definitions>
  <inkml:trace contextRef="#ctx0" brushRef="#br0">292 456 7834 0 0,'-3'0'302'0'0,"0"0"1"0"0,0 1-1 0 0,1 0 1 0 0,-1-1-1 0 0,0 1 0 0 0,0 0 1 0 0,0 0-1 0 0,1 0 1 0 0,-5 3-1 0 0,-21 10-40 0 0,0 1-1 0 0,1 1 1 0 0,-34 27 0 0 0,50-34-27 0 0,-1 1 0 0 0,1 1 1 0 0,1 0-1 0 0,0 0 1 0 0,0 1-1 0 0,1 0 1 0 0,1 0-1 0 0,0 1 1 0 0,-8 16-1 0 0,14-24-145 0 0,1-1-1 0 0,-1 1 1 0 0,0-1 0 0 0,1 1 0 0 0,0 0-1 0 0,0-1 1 0 0,1 1 0 0 0,-1 0-1 0 0,1 0 1 0 0,0-1 0 0 0,0 1-1 0 0,1 0 1 0 0,-1 0 0 0 0,1 0 0 0 0,0-1-1 0 0,0 1 1 0 0,1-1 0 0 0,-1 1-1 0 0,1-1 1 0 0,0 1 0 0 0,1-1-1 0 0,-1 0 1 0 0,1 0 0 0 0,-1 0-1 0 0,1 0 1 0 0,0 0 0 0 0,1-1 0 0 0,-1 1-1 0 0,0-1 1 0 0,1 0 0 0 0,0 0-1 0 0,0 0 1 0 0,6 3 0 0 0,-2-2-98 0 0,-1 0 0 0 0,1-1 0 0 0,1 1 0 0 0,-1-1 1 0 0,0-1-1 0 0,1 0 0 0 0,-1 0 0 0 0,1-1 0 0 0,-1 1 0 0 0,1-2 1 0 0,0 0-1 0 0,0 0 0 0 0,-1 0 0 0 0,1-1 0 0 0,0 0 0 0 0,-1-1 0 0 0,16-5 1 0 0,-14 3-318 0 0,-1 0 0 0 0,0-1 0 0 0,0-1 1 0 0,0 0-1 0 0,-1 0 0 0 0,0 0 0 0 0,0-1 1 0 0,0 0-1 0 0,-1-1 0 0 0,0 0 0 0 0,-1 0 0 0 0,0 0 1 0 0,0-1-1 0 0,-1 0 0 0 0,0 0 0 0 0,0 0 1 0 0,-1-1-1 0 0,0 1 0 0 0,-1-1 0 0 0,3-11 0 0 0,-1-3 19 0 0,0-1-1 0 0,-2 1 0 0 0,-1-1 1 0 0,-1 1-1 0 0,-1-1 0 0 0,-1 1 0 0 0,-5-35 1 0 0,-21-67 2573 0 0,17 93 534 0 0,-24-54 0 0 0,31 79-2324 0 0,0 0-1 0 0,1-1 1 0 0,0 1-1 0 0,0 0 1 0 0,1-1-1 0 0,0 1 0 0 0,0-1 1 0 0,1 1-1 0 0,1-17 1 0 0,2 6-22 0 0,0 0 0 0 0,1 1 1 0 0,8-24-1 0 0,-12 42-448 0 0,0 0 0 0 0,0 0 0 0 0,0 0 0 0 0,0 0 1 0 0,0-1-1 0 0,0 1 0 0 0,0 0 0 0 0,0 0 0 0 0,0 0 0 0 0,0 0 1 0 0,0 0-1 0 0,0 0 0 0 0,0 0 0 0 0,0-1 0 0 0,0 1 0 0 0,0 0 1 0 0,0 0-1 0 0,0 0 0 0 0,0 0 0 0 0,0 0 0 0 0,0 0 0 0 0,1 0 1 0 0,-1 0-1 0 0,0-1 0 0 0,0 1 0 0 0,0 0 0 0 0,0 0 0 0 0,0 0 0 0 0,0 0 1 0 0,0 0-1 0 0,0 0 0 0 0,0 0 0 0 0,1 0 0 0 0,-1 0 0 0 0,0 0 1 0 0,0 0-1 0 0,0 0 0 0 0,0 0 0 0 0,0 0 0 0 0,0 0 0 0 0,0 0 1 0 0,1 0-1 0 0,-1 0 0 0 0,0 0 0 0 0,0 0 0 0 0,0 0 0 0 0,0 0 1 0 0,0 0-1 0 0,0 0 0 0 0,0 0 0 0 0,1 0 0 0 0,-1 0 0 0 0,0 0 1 0 0,0 0-1 0 0,0 0 0 0 0,0 0 0 0 0,4 9 367 0 0,1 8-205 0 0,51 279 361 0 0,-44-210-661 0 0,4-1 0 0 0,51 160 0 0 0,-56-217-1581 0 0,-1-2-6082 0 0</inkml:trace>
</inkml:ink>
</file>

<file path=ppt/ink/ink20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7:39.492"/>
    </inkml:context>
    <inkml:brush xml:id="br0">
      <inkml:brushProperty name="width" value="0.1" units="cm"/>
      <inkml:brushProperty name="height" value="0.1" units="cm"/>
      <inkml:brushProperty name="color" value="#F6630D"/>
    </inkml:brush>
  </inkml:definitions>
  <inkml:trace contextRef="#ctx0" brushRef="#br0">352 50 9674 0 0,'-5'-5'469'0'0,"0"1"1"0"0,0-1-1 0 0,0 1 1 0 0,-1 0-1 0 0,1 0 0 0 0,-1 1 1 0 0,0 0-1 0 0,0 0 0 0 0,0 0 1 0 0,0 0-1 0 0,-1 1 1 0 0,1 0-1 0 0,-1 1 0 0 0,1-1 1 0 0,-1 1-1 0 0,0 1 0 0 0,-13-1 1 0 0,14 2-272 0 0,-1 0 1 0 0,1 0 0 0 0,-1 1-1 0 0,1 0 1 0 0,0 0-1 0 0,0 0 1 0 0,0 1-1 0 0,0 0 1 0 0,0 0 0 0 0,1 1-1 0 0,-1-1 1 0 0,-5 6-1 0 0,-3 3-160 0 0,1 1-1 0 0,0 0 0 0 0,0 1 1 0 0,2 0-1 0 0,0 1 0 0 0,0 1 1 0 0,2 0-1 0 0,0 0 0 0 0,1 0 1 0 0,0 1-1 0 0,1 1 1 0 0,1-1-1 0 0,-7 36 0 0 0,13-50-97 0 0,-1-1-1 0 0,1 1 1 0 0,0 0-1 0 0,0-1 1 0 0,0 1-1 0 0,1-1 1 0 0,-1 1 0 0 0,1-1-1 0 0,-1 1 1 0 0,1 0-1 0 0,0-1 1 0 0,2 5-1 0 0,-3-6-3 0 0,1 0 0 0 0,0 0 0 0 0,0 0 0 0 0,0 0 0 0 0,-1 0-1 0 0,1 0 1 0 0,0 0 0 0 0,0 0 0 0 0,1-1 0 0 0,-1 1 0 0 0,0 0 0 0 0,0-1-1 0 0,0 1 1 0 0,0 0 0 0 0,1-1 0 0 0,-1 0 0 0 0,0 1 0 0 0,3-1 0 0 0,-1 1-70 0 0,0-1 1 0 0,1-1 0 0 0,-1 1 0 0 0,0 0 0 0 0,1-1 0 0 0,-1 0 0 0 0,0 1 0 0 0,0-1 0 0 0,0-1 0 0 0,1 1 0 0 0,-1 0 0 0 0,0-1 0 0 0,-1 0 0 0 0,1 1 0 0 0,0-1 0 0 0,0 0 0 0 0,4-5 0 0 0,6-7-304 0 0,-1-1 1 0 0,0 0 0 0 0,-1-1 0 0 0,0 0 0 0 0,13-30 0 0 0,-12 22 1516 0 0,30-42 0 0 0,-42 65-933 0 0,1 0 0 0 0,0 0 0 0 0,-1 0-1 0 0,1 0 1 0 0,0 0 0 0 0,-1 1-1 0 0,1-1 1 0 0,0 0 0 0 0,0 0 0 0 0,0 1-1 0 0,0-1 1 0 0,0 1 0 0 0,0-1-1 0 0,0 1 1 0 0,0-1 0 0 0,0 1 0 0 0,0-1-1 0 0,0 1 1 0 0,0 0 0 0 0,0 0-1 0 0,0-1 1 0 0,0 1 0 0 0,0 0 0 0 0,2 0-1 0 0,-1 1-50 0 0,-1-1 0 0 0,0 1-1 0 0,1 0 1 0 0,-1 0 0 0 0,0-1-1 0 0,0 1 1 0 0,1 0-1 0 0,-1 0 1 0 0,0 0 0 0 0,0 0-1 0 0,0 1 1 0 0,0-1 0 0 0,0 0-1 0 0,0 0 1 0 0,1 3 0 0 0,3 6 33 0 0,-1 0 1 0 0,1 1 0 0 0,4 18 0 0 0,-8-24 2 0 0,1 2-148 0 0,3 10 12 0 0,0 0 0 0 0,1-1 0 0 0,14 27 0 0 0,-17-38-247 0 0,-1-1 0 0 0,1 0 0 0 0,0 0 0 0 0,0-1 0 0 0,0 1 0 0 0,0 0 0 0 0,1-1 1 0 0,0 0-1 0 0,-1 0 0 0 0,1 0 0 0 0,0 0 0 0 0,1-1 0 0 0,-1 0 0 0 0,0 0 0 0 0,1 0 0 0 0,-1 0 0 0 0,1 0 0 0 0,6 0 0 0 0,12 1-6200 0 0</inkml:trace>
</inkml:ink>
</file>

<file path=ppt/ink/ink20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7:39.720"/>
    </inkml:context>
    <inkml:brush xml:id="br0">
      <inkml:brushProperty name="width" value="0.1" units="cm"/>
      <inkml:brushProperty name="height" value="0.1" units="cm"/>
      <inkml:brushProperty name="color" value="#F6630D"/>
    </inkml:brush>
  </inkml:definitions>
  <inkml:trace contextRef="#ctx0" brushRef="#br0">23 60 7370 0 0,'0'-13'928'0'0,"-7"-33"11153"0"0,7 46-12012 0 0,-5 11 1417 0 0,-1 12-998 0 0,3 6-361 0 0,2 1 0 0 0,0 0-1 0 0,2 0 1 0 0,1-1 0 0 0,11 48 0 0 0,-3-30 64 0 0,3 0 1 0 0,31 76-1 0 0,-29-92-864 0 0,2 0-1 0 0,0-1 1 0 0,38 49-1 0 0,-32-50-6930 0 0</inkml:trace>
</inkml:ink>
</file>

<file path=ppt/ink/ink20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7:40.001"/>
    </inkml:context>
    <inkml:brush xml:id="br0">
      <inkml:brushProperty name="width" value="0.1" units="cm"/>
      <inkml:brushProperty name="height" value="0.1" units="cm"/>
      <inkml:brushProperty name="color" value="#F6630D"/>
    </inkml:brush>
  </inkml:definitions>
  <inkml:trace contextRef="#ctx0" brushRef="#br0">60 44 2761 0 0,'-21'2'1236'0'0,"-17"3"13263"0"0,132-29-12994 0 0,1 4-5110 0 0,-62 14-2421 0 0</inkml:trace>
</inkml:ink>
</file>

<file path=ppt/ink/ink20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7:40.334"/>
    </inkml:context>
    <inkml:brush xml:id="br0">
      <inkml:brushProperty name="width" value="0.1" units="cm"/>
      <inkml:brushProperty name="height" value="0.1" units="cm"/>
      <inkml:brushProperty name="color" value="#F6630D"/>
    </inkml:brush>
  </inkml:definitions>
  <inkml:trace contextRef="#ctx0" brushRef="#br0">242 21 1840 0 0,'-12'-4'2059'0'0,"0"0"0"0"0,0 0 0 0 0,0 1 0 0 0,-23-3 0 0 0,31 6-1655 0 0,-1 0 1 0 0,1 0-1 0 0,-1 0 0 0 0,1 1 0 0 0,-1 0 0 0 0,1 0 1 0 0,0 0-1 0 0,-1 0 0 0 0,1 0 0 0 0,0 1 0 0 0,0 0 1 0 0,0 0-1 0 0,0 0 0 0 0,0 0 0 0 0,0 1 1 0 0,-6 5-1 0 0,1 1-243 0 0,1 0-1 0 0,1 0 1 0 0,0 1 0 0 0,0 0 0 0 0,1 1 0 0 0,0-1-1 0 0,1 1 1 0 0,0 0 0 0 0,1 0 0 0 0,0 1 0 0 0,1-1 0 0 0,0 1-1 0 0,1 0 1 0 0,0 0 0 0 0,1 0 0 0 0,0 16 0 0 0,1-26-194 0 0,0 0 1 0 0,0 0-1 0 0,0 0 0 0 0,0 0 1 0 0,1 0-1 0 0,-1 0 1 0 0,0-1-1 0 0,1 1 1 0 0,0 0-1 0 0,-1 0 0 0 0,1-1 1 0 0,0 1-1 0 0,0 0 1 0 0,0-1-1 0 0,0 1 1 0 0,0 0-1 0 0,0-1 1 0 0,1 0-1 0 0,-1 1 0 0 0,0-1 1 0 0,1 0-1 0 0,-1 0 1 0 0,1 1-1 0 0,-1-1 1 0 0,1 0-1 0 0,0-1 0 0 0,-1 1 1 0 0,1 0-1 0 0,0 0 1 0 0,0-1-1 0 0,0 1 1 0 0,-1-1-1 0 0,1 1 1 0 0,0-1-1 0 0,0 0 0 0 0,0 0 1 0 0,0 0-1 0 0,0 0 1 0 0,0 0-1 0 0,-1 0 1 0 0,1-1-1 0 0,0 1 1 0 0,0-1-1 0 0,3 0 0 0 0,6-3-196 0 0,-1 1 0 0 0,0-1 0 0 0,0-1 0 0 0,-1 0 0 0 0,1 0 0 0 0,12-10 0 0 0,-1-2 123 0 0,-2-1 0 0 0,24-26 0 0 0,5-6 857 0 0,-47 49-646 0 0,0 0-1 0 0,0 0 0 0 0,0 0 0 0 0,1 0 0 0 0,-1 0 0 0 0,0 0 1 0 0,0 0-1 0 0,1 1 0 0 0,-1-1 0 0 0,0 0 0 0 0,1 1 1 0 0,-1-1-1 0 0,0 1 0 0 0,1 0 0 0 0,-1-1 0 0 0,1 1 0 0 0,-1 0 1 0 0,4 0-1 0 0,-4 0-37 0 0,0 0 0 0 0,0 1-1 0 0,0-1 1 0 0,0 1 0 0 0,0-1 0 0 0,0 1 0 0 0,0 0 0 0 0,0-1 0 0 0,0 1 0 0 0,0 0 0 0 0,0 0 0 0 0,0 0 0 0 0,0 0-1 0 0,0 0 1 0 0,-1-1 0 0 0,1 1 0 0 0,0 1 0 0 0,0 0 0 0 0,3 7 144 0 0,0 0-1 0 0,-1 0 1 0 0,0 0 0 0 0,2 17 0 0 0,-1-9-128 0 0,-1-7-117 0 0,0-1 1 0 0,0 0-1 0 0,1-1 0 0 0,0 1 0 0 0,0-1 1 0 0,1 1-1 0 0,0-1 0 0 0,1 0 0 0 0,-1-1 1 0 0,2 0-1 0 0,-1 0 0 0 0,15 12 0 0 0,1-2-575 0 0</inkml:trace>
</inkml:ink>
</file>

<file path=ppt/ink/ink20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7:41.195"/>
    </inkml:context>
    <inkml:brush xml:id="br0">
      <inkml:brushProperty name="width" value="0.1" units="cm"/>
      <inkml:brushProperty name="height" value="0.1" units="cm"/>
      <inkml:brushProperty name="color" value="#F6630D"/>
    </inkml:brush>
  </inkml:definitions>
  <inkml:trace contextRef="#ctx0" brushRef="#br0">58 703 3225 0 0,'-4'3'-144'0'0,"5"-6"-1063"0"0,4-4 1160 0 0,-2 6-1391 0 0,19-11 1610 0 0,0 0-1 0 0,-1-1 1 0 0,-1-1-1 0 0,0 0 0 0 0,-1-2 1 0 0,0-1-1 0 0,16-18 0 0 0,-34 34 90 0 0,1-1 0 0 0,-1 0 0 0 0,1 1 0 0 0,-1-1 0 0 0,1 0 0 0 0,-1 1-1 0 0,0-1 1 0 0,0 0 0 0 0,0 0 0 0 0,0 0 0 0 0,0 0 0 0 0,-1 0 0 0 0,1 0-1 0 0,0-1 1 0 0,-1 1 0 0 0,0 0 0 0 0,1 0 0 0 0,-1 0 0 0 0,0-1-1 0 0,0 1 1 0 0,0 0 0 0 0,0 0 0 0 0,-1 0 0 0 0,0-4 0 0 0,-1 3 194 0 0,1 0 1 0 0,-1 1 0 0 0,0-1-1 0 0,0 0 1 0 0,0 1-1 0 0,0-1 1 0 0,-1 1 0 0 0,1 0-1 0 0,0-1 1 0 0,-1 1-1 0 0,0 0 1 0 0,0 1 0 0 0,1-1-1 0 0,-1 0 1 0 0,-7-2-1 0 0,6 2-61 0 0,-1 0-1 0 0,0 0 1 0 0,-1 1-1 0 0,1 0 1 0 0,0-1 0 0 0,0 2-1 0 0,-1-1 1 0 0,1 0-1 0 0,-1 1 1 0 0,1 0-1 0 0,0 1 1 0 0,-1-1-1 0 0,-7 3 1 0 0,7-2-239 0 0,0 1 1 0 0,1 1 0 0 0,-1-1-1 0 0,1 1 1 0 0,0 0-1 0 0,-1 0 1 0 0,1 0 0 0 0,1 1-1 0 0,-1-1 1 0 0,-7 9-1 0 0,5-3-132 0 0,0-1-1 0 0,0 1 0 0 0,1 0 1 0 0,0 1-1 0 0,1-1 0 0 0,0 1 0 0 0,1 0 1 0 0,0 1-1 0 0,1-1 0 0 0,0 1 1 0 0,0 0-1 0 0,-2 19 0 0 0,5-27-10 0 0,-2 18-1 0 0,2 39 1 0 0,0-56-15 0 0,0 1 0 0 0,1-1 0 0 0,0 1 0 0 0,-1-1 0 0 0,2 1 0 0 0,-1-1 0 0 0,0 0 0 0 0,1 0 0 0 0,0 1 0 0 0,0-1 0 0 0,0 0 0 0 0,0-1 0 0 0,1 1 0 0 0,-1 0 0 0 0,5 4 0 0 0,-5-7-45 0 0,0 1 0 0 0,-1-1 0 0 0,1 0 0 0 0,0 0 0 0 0,0-1 0 0 0,0 1 0 0 0,0 0 0 0 0,-1-1 0 0 0,1 1 0 0 0,0-1 0 0 0,0 1 0 0 0,0-1 0 0 0,0 0 0 0 0,0 0 0 0 0,0 0 0 0 0,1 0 0 0 0,-1 0 0 0 0,0 0 0 0 0,0-1 0 0 0,-1 1 0 0 0,1-1 0 0 0,0 1 0 0 0,0-1 0 0 0,0 0 0 0 0,0 0 0 0 0,0 0 0 0 0,0 0 0 0 0,-1 0 0 0 0,1 0 0 0 0,-1 0 0 0 0,1-1 0 0 0,-1 1 0 0 0,1 0 0 0 0,1-4 0 0 0,4-2-282 0 0,0-1 0 0 0,0 1 1 0 0,-1-2-1 0 0,-1 1 0 0 0,8-15 1 0 0,-3 1-97 0 0,-1-2 0 0 0,-1 1 0 0 0,-2-1 0 0 0,0 0 0 0 0,-1-1 0 0 0,-1 1-1 0 0,-2-1 1 0 0,0 0 0 0 0,-2 0 0 0 0,0 0 0 0 0,-5-27 0 0 0,-2-3 851 0 0,-15-53 0 0 0,-21-49 3716 0 0,37 133-3421 0 0,2 8 195 0 0,-1 1 0 0 0,-10-23 0 0 0,20 53-585 0 0,0 1 0 0 0,-2-1 0 0 0,4 27 0 0 0,-1 0-117 0 0,7 21-200 0 0,2-1 0 0 0,3 0 0 0 0,3-2 0 0 0,2 0 0 0 0,55 100 0 0 0,-68-144-544 0 0,1-1-1 0 0,0-1 0 0 0,0 1 1 0 0,2-2-1 0 0,21 20 0 0 0,-8-14-1319 0 0</inkml:trace>
</inkml:ink>
</file>

<file path=ppt/ink/ink20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7:41.557"/>
    </inkml:context>
    <inkml:brush xml:id="br0">
      <inkml:brushProperty name="width" value="0.1" units="cm"/>
      <inkml:brushProperty name="height" value="0.1" units="cm"/>
      <inkml:brushProperty name="color" value="#F6630D"/>
    </inkml:brush>
  </inkml:definitions>
  <inkml:trace contextRef="#ctx0" brushRef="#br0">164 51 7834 0 0,'4'-15'-40'0'0,"-7"-19"10322"0"0,2 33-10063 0 0,-1 1 7 0 0,1 0-1 0 0,0 0 1 0 0,-1 0 0 0 0,1 0 0 0 0,0 0 0 0 0,-1 0-1 0 0,1 0 1 0 0,-1 0 0 0 0,1 1 0 0 0,0-1 0 0 0,-1 1 0 0 0,1-1-1 0 0,0 1 1 0 0,-2 0 0 0 0,-3 3-100 0 0,0-1 1 0 0,0 1-1 0 0,1 0 1 0 0,0 0-1 0 0,0 1 1 0 0,0 0-1 0 0,0 0 1 0 0,1 0-1 0 0,0 0 1 0 0,0 1-1 0 0,-4 7 1 0 0,-5 10-125 0 0,-15 36 1 0 0,20-39-3 0 0,1 0 0 0 0,0 0 0 0 0,-4 24 1 0 0,10-38-19 0 0,0 0 0 0 0,0-1 0 0 0,0 1 0 0 0,1 0 0 0 0,0 0 0 0 0,0 0 0 0 0,0 0 0 0 0,1 0 0 0 0,0-1 0 0 0,0 1 0 0 0,0 0 0 0 0,1-1 0 0 0,0 1 0 0 0,0-1 0 0 0,0 1 0 0 0,5 6 0 0 0,-6-11-28 0 0,0 1 0 0 0,0-1 1 0 0,0 0-1 0 0,0 0 0 0 0,0 0 1 0 0,0 0-1 0 0,0 0 0 0 0,0 0 1 0 0,1 0-1 0 0,-1 0 1 0 0,0 0-1 0 0,1-1 0 0 0,-1 1 1 0 0,0 0-1 0 0,1-1 0 0 0,-1 1 1 0 0,1-1-1 0 0,-1 0 1 0 0,1 1-1 0 0,-1-1 0 0 0,1 0 1 0 0,0 0-1 0 0,1 0 0 0 0,0-1-36 0 0,0 0 0 0 0,0 0-1 0 0,0 0 1 0 0,0 0 0 0 0,0 0-1 0 0,-1 0 1 0 0,1-1-1 0 0,0 0 1 0 0,-1 1 0 0 0,1-1-1 0 0,2-3 1 0 0,5-5-104 0 0,-1 0-1 0 0,0 0 1 0 0,-1-1 0 0 0,9-14-1 0 0,17-43 465 0 0,-27 50 288 0 0,1 1 1 0 0,21-31 0 0 0,-28 45-499 0 0,1 1 0 0 0,0-1 0 0 0,0 1 0 0 0,0 0 0 0 0,0 0 0 0 0,0 0 0 0 0,1 0 0 0 0,-1 0 0 0 0,0 0 0 0 0,1 0 0 0 0,0 1 0 0 0,-1 0 0 0 0,1-1 0 0 0,0 1 0 0 0,0 0 0 0 0,0 0 0 0 0,0 1 0 0 0,-1-1 0 0 0,5 0 0 0 0,-3 1-31 0 0,0 0 0 0 0,0 1-1 0 0,0 0 1 0 0,-1-1-1 0 0,1 1 1 0 0,0 1 0 0 0,0-1-1 0 0,-1 0 1 0 0,1 1-1 0 0,-1 0 1 0 0,1 0 0 0 0,-1 0-1 0 0,3 2 1 0 0,7 7-89 0 0,-1 0 1 0 0,0 1-1 0 0,-1 0 0 0 0,0 1 1 0 0,15 23-1 0 0,-11-14-624 0 0,0-1-212 0 0</inkml:trace>
</inkml:ink>
</file>

<file path=ppt/ink/ink20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7:41.946"/>
    </inkml:context>
    <inkml:brush xml:id="br0">
      <inkml:brushProperty name="width" value="0.1" units="cm"/>
      <inkml:brushProperty name="height" value="0.1" units="cm"/>
      <inkml:brushProperty name="color" value="#F6630D"/>
    </inkml:brush>
  </inkml:definitions>
  <inkml:trace contextRef="#ctx0" brushRef="#br0">64 67 14747 0 0,'-14'-23'1058'0'0,"10"16"-146"0"0,0 1-1 0 0,0 0 1 0 0,0 0-1 0 0,-10-10 1 0 0,14 16-879 0 0,0 0 1 0 0,0-1-1 0 0,0 1 1 0 0,-1 0-1 0 0,1 0 1 0 0,0 0-1 0 0,0 0 1 0 0,0 0-1 0 0,-1-1 1 0 0,1 1-1 0 0,0 0 0 0 0,0 0 1 0 0,0 0-1 0 0,-1 0 1 0 0,1 0-1 0 0,0 0 1 0 0,0 0-1 0 0,-1 0 1 0 0,1 0-1 0 0,0 0 1 0 0,0 0-1 0 0,-1 0 1 0 0,1 0-1 0 0,0 0 0 0 0,0 0 1 0 0,0 0-1 0 0,-1 0 1 0 0,1 0-1 0 0,0 0 1 0 0,0 1-1 0 0,-1-1 1 0 0,1 0-1 0 0,0 0 1 0 0,0 0-1 0 0,0 0 0 0 0,0 0 1 0 0,-1 0-1 0 0,1 1 1 0 0,0-1-1 0 0,0 0 1 0 0,0 0-1 0 0,-1 1 1 0 0,-4 13 642 0 0,1 16-238 0 0,2 47-253 0 0,3 0 1 0 0,4 0-1 0 0,3-1 1 0 0,3 0 0 0 0,33 114-1 0 0,-37-164-859 0 0,2-1 0 0 0,0 0 0 0 0,21 38 0 0 0,-19-44-7024 0 0</inkml:trace>
</inkml:ink>
</file>

<file path=ppt/ink/ink20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7:42.391"/>
    </inkml:context>
    <inkml:brush xml:id="br0">
      <inkml:brushProperty name="width" value="0.1" units="cm"/>
      <inkml:brushProperty name="height" value="0.1" units="cm"/>
      <inkml:brushProperty name="color" value="#F6630D"/>
    </inkml:brush>
  </inkml:definitions>
  <inkml:trace contextRef="#ctx0" brushRef="#br0">137 272 7890 0 0,'-46'-10'568'0'0,"25"6"1313"0"0,1-1-1 0 0,-24-9 1 0 0,43 14-1833 0 0,1 0 1 0 0,0 0-1 0 0,0 0 0 0 0,0 0 0 0 0,-1 0 0 0 0,1 0 0 0 0,0 0 0 0 0,0 0 1 0 0,0 0-1 0 0,0 0 0 0 0,-1 0 0 0 0,1 0 0 0 0,0 0 0 0 0,0 0 0 0 0,0 0 0 0 0,0 0 1 0 0,-1-1-1 0 0,1 1 0 0 0,0 0 0 0 0,0 0 0 0 0,0 0 0 0 0,0 0 0 0 0,0 0 0 0 0,-1 0 1 0 0,1-1-1 0 0,0 1 0 0 0,0 0 0 0 0,0 0 0 0 0,0 0 0 0 0,0 0 0 0 0,0-1 0 0 0,0 1 1 0 0,0 0-1 0 0,0 0 0 0 0,0 0 0 0 0,0-1 0 0 0,0 1 0 0 0,0 0 0 0 0,0 0 1 0 0,0 0-1 0 0,0-1 0 0 0,0 1 0 0 0,0 0 0 0 0,0 0 0 0 0,0 0 0 0 0,0 0 0 0 0,0-1 1 0 0,11-4 659 0 0,19-1-715 0 0,-28 5 97 0 0,90-14-705 0 0,-1-4-1 0 0,0-4 1 0 0,-2-4-1 0 0,0-4 1 0 0,131-66 0 0 0,-207 89 1803 0 0,-24 11 244 0 0,-23 11 546 0 0,23-6-1795 0 0,1 1 0 0 0,1 0 0 0 0,-1 0 0 0 0,1 1 0 0 0,1 0 0 0 0,0 0 0 0 0,1 1 0 0 0,-1 0 0 0 0,2 1 0 0 0,0-1 0 0 0,0 1 0 0 0,1 1 0 0 0,1-1-1 0 0,-5 20 1 0 0,8-31-192 0 0,1 1-1 0 0,-1-1 1 0 0,1 1-1 0 0,0 0 0 0 0,-1-1 1 0 0,1 1-1 0 0,0 0 1 0 0,0-1-1 0 0,0 1 0 0 0,0 0 1 0 0,0-1-1 0 0,1 1 1 0 0,-1 0-1 0 0,0-1 0 0 0,1 1 1 0 0,-1 0-1 0 0,1-1 1 0 0,0 1-1 0 0,-1-1 0 0 0,1 1 1 0 0,0-1-1 0 0,0 1 0 0 0,0-1 1 0 0,0 0-1 0 0,0 1 1 0 0,1 0-1 0 0,0-1-73 0 0,0-1-1 0 0,0 0 1 0 0,-1 1-1 0 0,1-1 1 0 0,0 0-1 0 0,0 0 1 0 0,-1 0-1 0 0,1-1 1 0 0,0 1-1 0 0,0 0 1 0 0,-1 0 0 0 0,1-1-1 0 0,0 1 1 0 0,-1-1-1 0 0,1 0 1 0 0,0 1-1 0 0,-1-1 1 0 0,1 0-1 0 0,-1 0 1 0 0,1 0-1 0 0,-1 0 1 0 0,0 0 0 0 0,1-1-1 0 0,1-1 1 0 0,30-33-1516 0 0,-29 30 1826 0 0,1 0-1 0 0,0 0 1 0 0,0 0 0 0 0,1 1 0 0 0,-1 0 0 0 0,1 0 0 0 0,0 0 0 0 0,13-6-1 0 0,-16 10-58 0 0,0 0 0 0 0,0 1 0 0 0,0-1 0 0 0,1 1 0 0 0,-1 0 0 0 0,0 0 0 0 0,0 0-1 0 0,0 1 1 0 0,1-1 0 0 0,-1 1 0 0 0,0-1 0 0 0,0 1 0 0 0,0 0 0 0 0,0 0 0 0 0,0 1 0 0 0,0-1 0 0 0,0 1-1 0 0,0-1 1 0 0,-1 1 0 0 0,1 0 0 0 0,4 4 0 0 0,6 5-74 0 0,0 1 1 0 0,19 24-1 0 0,-21-24 6 0 0,42 43-571 0 0,-33-40-111 0 0</inkml:trace>
</inkml:ink>
</file>

<file path=ppt/ink/ink20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7:43.071"/>
    </inkml:context>
    <inkml:brush xml:id="br0">
      <inkml:brushProperty name="width" value="0.1" units="cm"/>
      <inkml:brushProperty name="height" value="0.1" units="cm"/>
      <inkml:brushProperty name="color" value="#F6630D"/>
    </inkml:brush>
  </inkml:definitions>
  <inkml:trace contextRef="#ctx0" brushRef="#br0">5 20 7834 0 0,'-4'-3'2826'0'0,"9"-3"-416"0"0,15-4 235 0 0,-14 10-2335 0 0,0 0 0 0 0,0 1 0 0 0,0 0 0 0 0,0 1 0 0 0,0-1 0 0 0,0 1 0 0 0,0 0 0 0 0,0 1 0 0 0,-1-1 0 0 0,11 8 0 0 0,53 39 869 0 0,-61-43-1023 0 0,133 109 1105 0 0,120 90-326 0 0,372 193-331 0 0,-345-257-7746 0 0,-251-125 210 0 0</inkml:trace>
</inkml:ink>
</file>

<file path=ppt/ink/ink20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7:43.404"/>
    </inkml:context>
    <inkml:brush xml:id="br0">
      <inkml:brushProperty name="width" value="0.1" units="cm"/>
      <inkml:brushProperty name="height" value="0.1" units="cm"/>
      <inkml:brushProperty name="color" value="#F6630D"/>
    </inkml:brush>
  </inkml:definitions>
  <inkml:trace contextRef="#ctx0" brushRef="#br0">1002 80 6449 0 0,'2'-12'555'0'0,"1"2"1478"0"0,-1-1 0 0 0,-1 1-1 0 0,1-19 1 0 0,-2 29-1949 0 0,0-1 0 0 0,0 1-1 0 0,0 0 1 0 0,0 0 0 0 0,0-1-1 0 0,0 1 1 0 0,0 0-1 0 0,0 0 1 0 0,0-1 0 0 0,0 1-1 0 0,0 0 1 0 0,0 0 0 0 0,0-1-1 0 0,0 1 1 0 0,-1 0 0 0 0,1 0-1 0 0,0 0 1 0 0,-1-2 418 0 0,1 2-418 0 0,0 0-1 0 0,0 0 1 0 0,-1 0 0 0 0,1 0-1 0 0,0-1 1 0 0,0 1 0 0 0,-1 0-1 0 0,1 0 1 0 0,0 0-1 0 0,0 0 1 0 0,-1 0 0 0 0,1 0-1 0 0,0 0 1 0 0,0 0 0 0 0,-1 0-1 0 0,1 0 1 0 0,0 0 0 0 0,0 0-1 0 0,-1 0 1 0 0,1 0 0 0 0,-1 0-1 0 0,-14 9 1364 0 0,-11 17-426 0 0,-12 28-729 0 0,3 2 0 0 0,3 1 0 0 0,-39 90 0 0 0,8-14-114 0 0,-199 409-190 0 0,3-5 80 0 0,179-392 524 0 0,-34 72-2590 0 0,105-196-5734 0 0</inkml:trace>
</inkml:ink>
</file>

<file path=ppt/ink/ink20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8:31.639"/>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78 0 2304 0 0,'-3'1'101'0'0,"0"0"0"0"0,-1 0-1 0 0,1 0 1 0 0,0 1-1 0 0,0-1 1 0 0,0 1-1 0 0,0 0 1 0 0,0 0 0 0 0,0 0-1 0 0,0 0 1 0 0,0 0-1 0 0,1 1 1 0 0,0-1-1 0 0,-1 1 1 0 0,1 0 0 0 0,-2 3-1 0 0,0-2 164 0 0,1 0 1 0 0,1 0-1 0 0,-1 0 0 0 0,0 0 1 0 0,1 1-1 0 0,0-1 0 0 0,0 1 0 0 0,0 0 1 0 0,1-1-1 0 0,0 1 0 0 0,-2 7 1 0 0,4-11-158 0 0,-1 0 0 0 0,1 0 0 0 0,-1 1 0 0 0,1-1 0 0 0,-1 0 0 0 0,1 0 0 0 0,0 0 0 0 0,-1 1 0 0 0,1-1 0 0 0,0 0 0 0 0,0 0 0 0 0,0 0 0 0 0,0 0 0 0 0,0-1 0 0 0,0 1 0 0 0,0 0 0 0 0,0 0 0 0 0,0-1 0 0 0,1 1 0 0 0,-1 0 0 0 0,0-1 0 0 0,2 1 1 0 0,33 12 732 0 0,-29-11-719 0 0,66 19 453 0 0,1-3 0 0 0,85 9 0 0 0,-84-18-515 0 0,255 29 1074 0 0,-229-31-676 0 0,131-8 1 0 0,52-30-292 0 0,-22 1 537 0 0,-118 19-554 0 0,158-9 342 0 0,399-2 430 0 0,-227-16-925 0 0,-279 16 38 0 0,251 6 0 0 0,-339 21-47 0 0,152-1 1421 0 0,-238-3-1336 0 0,-16-1-69 0 0,0 0-1 0 0,0 0 0 0 0,1 0 1 0 0,-1 0-1 0 0,0-1 0 0 0,0 0 0 0 0,0 0 1 0 0,5-2-1 0 0,-9 3-2 0 0,-21 2-448 0 0,-72 11-565 0 0,-121 1-1 0 0,-12 1-359 0 0,-625 67 487 0 0,558-57 782 0 0,-310 67 1 0 0,470-64-508 0 0,-211 51-3600 0 0,266-59 899 0 0</inkml:trace>
</inkml:ink>
</file>

<file path=ppt/ink/ink20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8:35.219"/>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351 110 1840 0 0,'-81'-29'11891'0'0,"99"29"-12015"0"0,-7-1 391 0 0,267 15 998 0 0,85 30-1146 0 0,188 11 412 0 0,-39-75 554 0 0,-184 1-526 0 0,103-10-279 0 0,-108 5 602 0 0,248-19-201 0 0,-329 20-365 0 0,-28 1 798 0 0,-148 17-848 0 0,-31 1-261 0 0,-1 1 0 0 0,1 2 0 0 0,0 2 0 0 0,35 4-1 0 0,-23 6-1 0 0,-1 1 0 0 0,74 31-1 0 0,-119-43-2 0 0,-1 1 0 0 0,0-1 0 0 0,1 0 0 0 0,-1 1-1 0 0,1-1 1 0 0,-1 1 0 0 0,0-1 0 0 0,1 0 0 0 0,-1 1-1 0 0,0-1 1 0 0,1 1 0 0 0,-1-1 0 0 0,0 1 0 0 0,0-1 0 0 0,0 1-1 0 0,1-1 1 0 0,-1 1 0 0 0,0 0 0 0 0,0-1 0 0 0,0 1-1 0 0,0-1 1 0 0,0 1 0 0 0,0-1 0 0 0,0 1 0 0 0,0-1-1 0 0,0 1 1 0 0,0 0 0 0 0,0-1 0 0 0,-1 1 0 0 0,1-1-1 0 0,0 1 1 0 0,0-1 0 0 0,0 1 0 0 0,-1-1 0 0 0,1 1-1 0 0,0-1 1 0 0,-1 1 0 0 0,1-1 0 0 0,-14 22-9 0 0,14-22 9 0 0,-5 6-10 0 0,-1 1-1 0 0,0-1 0 0 0,0-1 0 0 0,0 1 1 0 0,-1-1-1 0 0,1 0 0 0 0,-1-1 0 0 0,0 1 1 0 0,-1-1-1 0 0,1-1 0 0 0,-1 0 0 0 0,-12 4 1 0 0,-7 0-56 0 0,-1-1 0 0 0,-38 3 1 0 0,13-2 9 0 0,-614 46-2579 0 0,639-53 2634 0 0,-350-2 165 0 0,31-3 171 0 0,106 6-155 0 0,-280-1-783 0 0,-134-5 363 0 0,512-5 276 0 0,-163-31 0 0 0,45 5 456 0 0,-269-3 0 0 0,315 44 916 0 0,192-5-3111 0 0</inkml:trace>
</inkml:ink>
</file>

<file path=ppt/ink/ink20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8:57.405"/>
    </inkml:context>
    <inkml:brush xml:id="br0">
      <inkml:brushProperty name="width" value="0.1" units="cm"/>
      <inkml:brushProperty name="height" value="0.1" units="cm"/>
      <inkml:brushProperty name="color" value="#F6630D"/>
    </inkml:brush>
  </inkml:definitions>
  <inkml:trace contextRef="#ctx0" brushRef="#br0">101 0 13363 0 0,'-11'25'269'0'0,"2"-1"0"0"0,0 1 0 0 0,2 0-1 0 0,0 1 1 0 0,-4 38 0 0 0,5-32-114 0 0,-9 55-25 0 0,3 1 1 0 0,-1 174-1 0 0,14-223 84 0 0,3 1-1 0 0,0 0 1 0 0,3-1 0 0 0,1 0 0 0 0,2-1 0 0 0,2 0-1 0 0,1-1 1 0 0,2 0 0 0 0,24 43 0 0 0,-14-39 64 0 0,2 0 0 0 0,2-2 1 0 0,1-1-1 0 0,2-1 0 0 0,1-2 0 0 0,2-2 1 0 0,1-1-1 0 0,59 41 0 0 0,130 64-875 0 0,-67-60-2632 0 0,-114-58 2062 0 0</inkml:trace>
</inkml:ink>
</file>

<file path=ppt/ink/ink20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8:57.785"/>
    </inkml:context>
    <inkml:brush xml:id="br0">
      <inkml:brushProperty name="width" value="0.1" units="cm"/>
      <inkml:brushProperty name="height" value="0.1" units="cm"/>
      <inkml:brushProperty name="color" value="#F6630D"/>
    </inkml:brush>
  </inkml:definitions>
  <inkml:trace contextRef="#ctx0" brushRef="#br0">2 1 17972 0 0,'0'0'84'0'0,"0"1"0"0"0,-1-1-1 0 0,1 1 1 0 0,0-1 0 0 0,0 1 0 0 0,0-1 0 0 0,-1 1 0 0 0,1-1 0 0 0,0 1 0 0 0,0 0 0 0 0,0-1-1 0 0,0 1 1 0 0,0-1 0 0 0,0 1 0 0 0,0 0 0 0 0,0-1 0 0 0,0 1 0 0 0,0-1 0 0 0,1 1-1 0 0,-1 0 1 0 0,0-1 0 0 0,0 1 0 0 0,0-1 0 0 0,1 2 0 0 0,7 23-760 0 0,-6-19 699 0 0,14 52-275 0 0,-2 0-1 0 0,-4 0 1 0 0,5 70-1 0 0,-6 179-1021 0 0,-6-93 420 0 0,3-134 411 0 0,2-29-3778 0 0,-2-18-768 0 0</inkml:trace>
</inkml:ink>
</file>

<file path=ppt/ink/ink20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8:58.039"/>
    </inkml:context>
    <inkml:brush xml:id="br0">
      <inkml:brushProperty name="width" value="0.1" units="cm"/>
      <inkml:brushProperty name="height" value="0.1" units="cm"/>
      <inkml:brushProperty name="color" value="#F6630D"/>
    </inkml:brush>
  </inkml:definitions>
  <inkml:trace contextRef="#ctx0" brushRef="#br0">0 0 17972 0 0,'0'2'94'0'0,"0"0"0"0"0,0 0 1 0 0,1 0-1 0 0,-1 0 0 0 0,0-1 1 0 0,1 1-1 0 0,-1 0 0 0 0,1 0 0 0 0,0-1 1 0 0,0 1-1 0 0,-1 0 0 0 0,1-1 1 0 0,0 1-1 0 0,2 1 0 0 0,1 6-172 0 0,20 48-6 0 0,-2 1-1 0 0,-4 1 1 0 0,19 96 0 0 0,-25-78-25 0 0,5 24-1639 0 0,4 119 0 0 0,-22-169-1110 0 0,0-29-1824 0 0</inkml:trace>
</inkml:ink>
</file>

<file path=ppt/ink/ink20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8:58.232"/>
    </inkml:context>
    <inkml:brush xml:id="br0">
      <inkml:brushProperty name="width" value="0.1" units="cm"/>
      <inkml:brushProperty name="height" value="0.1" units="cm"/>
      <inkml:brushProperty name="color" value="#F6630D"/>
    </inkml:brush>
  </inkml:definitions>
  <inkml:trace contextRef="#ctx0" brushRef="#br0">0 116 13395 0 0,'6'-3'288'0'0,"5"-3"64"0"0,3-1 16 0 0,-2 1 16 0 0,-3 2-312 0 0,1 2-72 0 0,4-3 0 0 0,12-3 0 0 0,15-5-624 0 0,10-7-144 0 0,6 0-24 0 0,-7-2-8 0 0</inkml:trace>
</inkml:ink>
</file>

<file path=ppt/ink/ink20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8:58.708"/>
    </inkml:context>
    <inkml:brush xml:id="br0">
      <inkml:brushProperty name="width" value="0.1" units="cm"/>
      <inkml:brushProperty name="height" value="0.1" units="cm"/>
      <inkml:brushProperty name="color" value="#F6630D"/>
    </inkml:brush>
  </inkml:definitions>
  <inkml:trace contextRef="#ctx0" brushRef="#br0">1 57 13827 0 0,'1'5'132'0'0,"1"1"-1"0"0,0-1 1 0 0,0 0-1 0 0,0 1 1 0 0,0-1-1 0 0,1 0 1 0 0,0 0 0 0 0,0-1-1 0 0,0 1 1 0 0,6 5-1 0 0,7 13-82 0 0,137 258 303 0 0,-141-261-9 0 0,0 0 0 0 0,2-1 1 0 0,0-1-1 0 0,1 0 0 0 0,1-1 0 0 0,1-1 0 0 0,35 27 0 0 0,-51-42-294 0 0,0-1 1 0 0,1 1-1 0 0,-1 0 1 0 0,0 0-1 0 0,1-1 1 0 0,-1 1-1 0 0,1-1 0 0 0,-1 1 1 0 0,1-1-1 0 0,-1 1 1 0 0,1-1-1 0 0,-1 0 1 0 0,1 0-1 0 0,0 0 0 0 0,-1 0 1 0 0,1 0-1 0 0,-1 0 1 0 0,1 0-1 0 0,-1-1 1 0 0,1 1-1 0 0,-1 0 0 0 0,3-2 1 0 0,-2 1 11 0 0,1-1 1 0 0,-1 1-1 0 0,0-1 0 0 0,0 0 0 0 0,0 0 1 0 0,0 1-1 0 0,0-1 0 0 0,-1-1 1 0 0,1 1-1 0 0,-1 0 0 0 0,1 0 1 0 0,0-3-1 0 0,3-5 22 0 0,-1 0 0 0 0,-1 0 0 0 0,1 0 0 0 0,-2 0 0 0 0,3-18 0 0 0,-1-85-394 0 0,-4 83 39 0 0,0 0 0 0 0,2 1-1 0 0,7-37 1 0 0,-9 66 268 0 0,0-1-1 0 0,0 1 1 0 0,0 0-1 0 0,0-1 1 0 0,1 1-1 0 0,-1 0 1 0 0,0-1 0 0 0,0 1-1 0 0,0 0 1 0 0,0-1-1 0 0,0 1 1 0 0,0 0-1 0 0,1-1 1 0 0,-1 1-1 0 0,0 0 1 0 0,0-1 0 0 0,0 1-1 0 0,1 0 1 0 0,-1-1-1 0 0,0 1 1 0 0,0 0-1 0 0,1 0 1 0 0,-1 0-1 0 0,0-1 1 0 0,1 1-1 0 0,-1 0 1 0 0,0 0 0 0 0,1 0-1 0 0,-1 0 1 0 0,0-1-1 0 0,1 1 1 0 0,-1 0-1 0 0,0 0 1 0 0,1 0-1 0 0,-1 0 1 0 0,0 0 0 0 0,1 0-1 0 0,-1 0 1 0 0,1 0-1 0 0,14 11 142 0 0,13 27 370 0 0,-26-35-467 0 0,0 0-3 0 0,9 16 63 0 0,2-2 0 0 0,0 1 0 0 0,1-2 1 0 0,25 25-1 0 0,-35-38-50 0 0,-1 0 0 0 0,1 0 0 0 0,0-1 0 0 0,0 1 0 0 0,0-1 0 0 0,0 1 0 0 0,0-1 1 0 0,0 0-1 0 0,1-1 0 0 0,-1 1 0 0 0,1-1 0 0 0,-1 0 0 0 0,1 0 0 0 0,0 0 0 0 0,-1-1 0 0 0,1 0 0 0 0,0 0 1 0 0,-1 0-1 0 0,1 0 0 0 0,0-1 0 0 0,-1 1 0 0 0,1-1 0 0 0,-1 0 0 0 0,1-1 0 0 0,-1 1 0 0 0,1-1 0 0 0,-1 0 1 0 0,4-2-1 0 0,-3 0 3 0 0,-1 1 1 0 0,0 0-1 0 0,0-1 1 0 0,0 0-1 0 0,0 0 1 0 0,0 0-1 0 0,-1 0 1 0 0,0-1-1 0 0,0 1 1 0 0,0-1 0 0 0,-1 0-1 0 0,1 0 1 0 0,-1 0-1 0 0,0 0 1 0 0,-1 0-1 0 0,1 0 1 0 0,1-10-1 0 0,0-10 46 0 0,0 0 0 0 0,-2-41-1 0 0,-1 34 147 0 0,1-66-1793 0 0,-2 57-4936 0 0,1 21-167 0 0</inkml:trace>
</inkml:ink>
</file>

<file path=ppt/ink/ink20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38:58.962"/>
    </inkml:context>
    <inkml:brush xml:id="br0">
      <inkml:brushProperty name="width" value="0.1" units="cm"/>
      <inkml:brushProperty name="height" value="0.1" units="cm"/>
      <inkml:brushProperty name="color" value="#F6630D"/>
    </inkml:brush>
  </inkml:definitions>
  <inkml:trace contextRef="#ctx0" brushRef="#br0">117 11 17972 0 0,'0'-1'14'0'0,"0"1"0"0"0,0 0 0 0 0,0 0 0 0 0,0-1-1 0 0,0 1 1 0 0,0 0 0 0 0,-1-1 0 0 0,1 1 0 0 0,0 0 0 0 0,0-1 0 0 0,1 1 0 0 0,-1 0 0 0 0,0-1 0 0 0,0 1 0 0 0,0 0 0 0 0,0-1 0 0 0,0 1 0 0 0,0 0 0 0 0,0-1-1 0 0,0 1 1 0 0,1 0 0 0 0,-1 0 0 0 0,0-1 0 0 0,0 1 0 0 0,0 0 0 0 0,1 0 0 0 0,-1-1 0 0 0,0 1 0 0 0,0 0 0 0 0,1 0 0 0 0,-1-1 0 0 0,0 1 0 0 0,0 0 0 0 0,1 0-1 0 0,-1 0 1 0 0,0 0 0 0 0,1 0 0 0 0,-1 0 0 0 0,0-1 0 0 0,1 1 0 0 0,-1 0 0 0 0,0 0 0 0 0,1 0 0 0 0,-1 0 0 0 0,0 0 0 0 0,1 0 0 0 0,-1 0 0 0 0,1 0-1 0 0,25 6 969 0 0,25 18 282 0 0,-40-16-1265 0 0,-1 0-1 0 0,-1 1 0 0 0,0 0 1 0 0,0 1-1 0 0,0 0 0 0 0,-1 0 1 0 0,-1 1-1 0 0,0 0 0 0 0,0 0 1 0 0,-1 1-1 0 0,-1 0 0 0 0,0 0 1 0 0,6 22-1 0 0,-2-2-7 0 0,-2 2 1 0 0,-1-1-1 0 0,-2 1 0 0 0,1 38 1 0 0,-6-17-31 0 0,-2-1 0 0 0,-2 0 0 0 0,-3-1 0 0 0,-2 0 0 0 0,-29 92 0 0 0,-120 249-12 0 0,60-161-484 0 0,77-180-6580 0 0</inkml:trace>
</inkml:ink>
</file>

<file path=ppt/ink/ink20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0:01.834"/>
    </inkml:context>
    <inkml:brush xml:id="br0">
      <inkml:brushProperty name="width" value="0.1" units="cm"/>
      <inkml:brushProperty name="height" value="0.1" units="cm"/>
      <inkml:brushProperty name="color" value="#F6630D"/>
    </inkml:brush>
  </inkml:definitions>
  <inkml:trace contextRef="#ctx0" brushRef="#br0">168 106 5065 0 0,'-1'-4'478'0'0,"0"-1"0"0"0,0 0-1 0 0,0 0 1 0 0,0 0 0 0 0,1 0 0 0 0,0 0-1 0 0,0 0 1 0 0,0 0 0 0 0,1 0 0 0 0,0 0-1 0 0,2-10 1 0 0,-1-21 7850 0 0,-19 61-7119 0 0,-16 48-970 0 0,3 1 0 0 0,-39 153 0 0 0,63-205-155 0 0,1 0-1 0 0,1 0 0 0 0,1 1 0 0 0,1-1 0 0 0,2 1 0 0 0,1 27 1 0 0,0-43-58 0 0,0 0 0 0 0,0 0 1 0 0,1 0-1 0 0,0 0 1 0 0,0-1-1 0 0,0 1 1 0 0,1-1-1 0 0,0 1 0 0 0,1-1 1 0 0,-1 0-1 0 0,1 0 1 0 0,0 0-1 0 0,0-1 1 0 0,1 1-1 0 0,0-1 0 0 0,0 0 1 0 0,0-1-1 0 0,1 1 1 0 0,-1-1-1 0 0,1 0 0 0 0,0 0 1 0 0,0-1-1 0 0,13 5 1 0 0,-2-2 5 0 0,1-1 0 0 0,0 0 0 0 0,0-2 1 0 0,0 0-1 0 0,0-1 0 0 0,1-1 0 0 0,-1 0 0 0 0,0-2 1 0 0,28-3-1 0 0,-9-2 35 0 0,0-2 1 0 0,0-1-1 0 0,55-21 1 0 0,-31 5-997 0 0,-29 11-1302 0 0,0 1-1 0 0,38-8 1 0 0,-54 17-4333 0 0</inkml:trace>
</inkml:ink>
</file>

<file path=ppt/ink/ink20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0:02.116"/>
    </inkml:context>
    <inkml:brush xml:id="br0">
      <inkml:brushProperty name="width" value="0.1" units="cm"/>
      <inkml:brushProperty name="height" value="0.1" units="cm"/>
      <inkml:brushProperty name="color" value="#F6630D"/>
    </inkml:brush>
  </inkml:definitions>
  <inkml:trace contextRef="#ctx0" brushRef="#br0">24 36 10138 0 0,'-4'-4'1313'0'0,"1"-1"0"0"0,0 1-1 0 0,0-1 1 0 0,-7-12 5805 0 0,17 39-6865 0 0,-1 1-1 0 0,-2 0 1 0 0,0 0-1 0 0,2 43 1 0 0,-1-3-101 0 0,14 349 26 0 0,-6-41-185 0 0,2-281-759 0 0,-4-53-5957 0 0,-6-20-415 0 0</inkml:trace>
</inkml:ink>
</file>

<file path=ppt/ink/ink20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0:02.608"/>
    </inkml:context>
    <inkml:brush xml:id="br0">
      <inkml:brushProperty name="width" value="0.1" units="cm"/>
      <inkml:brushProperty name="height" value="0.1" units="cm"/>
      <inkml:brushProperty name="color" value="#F6630D"/>
    </inkml:brush>
  </inkml:definitions>
  <inkml:trace contextRef="#ctx0" brushRef="#br0">1 1 5065 0 0,'4'-1'13933'0'0,"-1"15"-11236"0"0,-1-6-3469 0 0,6 91 1960 0 0,-9 180 1 0 0,-3-140-1020 0 0,2-84-786 0 0,3 89 1640 0 0,8-74-3345 0 0,-5-53-84 0 0,1 0 0 0 0,7 18 0 0 0</inkml:trace>
</inkml:ink>
</file>

<file path=ppt/ink/ink20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0:03.225"/>
    </inkml:context>
    <inkml:brush xml:id="br0">
      <inkml:brushProperty name="width" value="0.1" units="cm"/>
      <inkml:brushProperty name="height" value="0.1" units="cm"/>
      <inkml:brushProperty name="color" value="#F6630D"/>
    </inkml:brush>
  </inkml:definitions>
  <inkml:trace contextRef="#ctx0" brushRef="#br0">115 133 2304 0 0,'-59'5'270'0'0,"56"-5"-78"0"0,0 0-1 0 0,0 0 0 0 0,0 0 1 0 0,0 0-1 0 0,0-1 1 0 0,0 1-1 0 0,0-1 1 0 0,0 0-1 0 0,0 0 0 0 0,0 0 1 0 0,1 0-1 0 0,-1-1 1 0 0,0 1-1 0 0,1-1 1 0 0,-1 1-1 0 0,1-1 1 0 0,-4-3-1 0 0,6 4-45 0 0,-1 0 0 0 0,1 0 0 0 0,0 0 0 0 0,0 0 1 0 0,0 0-1 0 0,0 0 0 0 0,-1 0 0 0 0,1 0 0 0 0,0 0 0 0 0,1 0 0 0 0,-1 0 1 0 0,0 0-1 0 0,0 0 0 0 0,0 0 0 0 0,1 0 0 0 0,-1 0 0 0 0,0 0 0 0 0,1 0 1 0 0,-1 0-1 0 0,1 0 0 0 0,-1 0 0 0 0,1 0 0 0 0,0 0 0 0 0,-1 1 0 0 0,1-1 0 0 0,0 0 1 0 0,-1 0-1 0 0,1 1 0 0 0,0-1 0 0 0,0 0 0 0 0,0 1 0 0 0,1-2 0 0 0,32-19 2382 0 0,-8 9-1914 0 0,1 1 0 0 0,1 1 1 0 0,0 1-1 0 0,0 2 1 0 0,0 1-1 0 0,1 1 1 0 0,0 2-1 0 0,0 0 0 0 0,0 2 1 0 0,47 5-1 0 0,-67-3-582 0 0,0 0-1 0 0,1 1 1 0 0,-1 0-1 0 0,0 1 1 0 0,0 0 0 0 0,0 0-1 0 0,0 1 1 0 0,-1 0-1 0 0,0 1 1 0 0,1 0-1 0 0,-2 0 1 0 0,1 0-1 0 0,0 1 1 0 0,11 13 0 0 0,-14-13-69 0 0,0 0 0 0 0,-1 1 1 0 0,0-1-1 0 0,0 1 1 0 0,0 0-1 0 0,-1 1 1 0 0,0-1-1 0 0,0 0 1 0 0,-1 1-1 0 0,0 0 1 0 0,0 0-1 0 0,-1-1 1 0 0,0 1-1 0 0,0 0 1 0 0,-1 0-1 0 0,0 0 1 0 0,-3 16-1 0 0,-2 1-224 0 0,-1-1-1 0 0,-2 1 1 0 0,0-1-1 0 0,-2-1 1 0 0,0 0-1 0 0,-2 0 1 0 0,-15 22-1 0 0,-21 47 138 0 0,47-92 125 0 0,1 1 1 0 0,0-1-1 0 0,-1 1 1 0 0,1 0 0 0 0,0-1-1 0 0,-1 1 1 0 0,1-1-1 0 0,0 1 1 0 0,0-1-1 0 0,0 1 1 0 0,0 0 0 0 0,0-1-1 0 0,0 1 1 0 0,0-1-1 0 0,0 1 1 0 0,0 0-1 0 0,0-1 1 0 0,0 1-1 0 0,0-1 1 0 0,0 1 0 0 0,0 0-1 0 0,0-1 1 0 0,1 1-1 0 0,-1-1 1 0 0,0 1-1 0 0,0-1 1 0 0,1 1-1 0 0,0 0 1 0 0,0 0-2 0 0,0 0-1 0 0,0-1 1 0 0,0 1 0 0 0,0-1-1 0 0,0 0 1 0 0,0 1-1 0 0,0-1 1 0 0,1 0 0 0 0,-1 0-1 0 0,0 1 1 0 0,0-1 0 0 0,0 0-1 0 0,1 0 1 0 0,0-1-1 0 0,56-11 47 0 0,-37 7 113 0 0,-10 4-123 0 0,1 0 0 0 0,-1 1 0 0 0,1 0 0 0 0,-1 1-1 0 0,1 0 1 0 0,-1 1 0 0 0,0 1 0 0 0,0-1 0 0 0,0 2 0 0 0,0-1 0 0 0,0 2 0 0 0,0-1 0 0 0,-1 1 0 0 0,0 1 0 0 0,0 0 0 0 0,-1 0 0 0 0,1 1 0 0 0,-1 1-1 0 0,-1-1 1 0 0,1 1 0 0 0,11 15 0 0 0,-13-15 74 0 0,0 1-1 0 0,-1 0 0 0 0,0 0 0 0 0,-1 0 1 0 0,1 1-1 0 0,-2 0 0 0 0,1 0 0 0 0,-2 0 1 0 0,1 1-1 0 0,-1-1 0 0 0,-1 1 0 0 0,0 0 1 0 0,0 0-1 0 0,-1 0 0 0 0,-1 0 0 0 0,0 0 1 0 0,0 0-1 0 0,-1 0 0 0 0,0-1 0 0 0,-1 1 1 0 0,0 0-1 0 0,-7 18 0 0 0,-1-6 22 0 0,-1 0 0 0 0,-2 0 0 0 0,0-1 0 0 0,-1-1 0 0 0,-1 0 0 0 0,-1-1 0 0 0,-1-1 0 0 0,-24 23 0 0 0,20-24-2378 0 0,0-1 0 0 0,-27 16 0 0 0</inkml:trace>
</inkml:ink>
</file>

<file path=ppt/ink/ink20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0:03.431"/>
    </inkml:context>
    <inkml:brush xml:id="br0">
      <inkml:brushProperty name="width" value="0.1" units="cm"/>
      <inkml:brushProperty name="height" value="0.1" units="cm"/>
      <inkml:brushProperty name="color" value="#F6630D"/>
    </inkml:brush>
  </inkml:definitions>
  <inkml:trace contextRef="#ctx0" brushRef="#br0">0 0 3681 0 0,'5'4'709'0'0,"0"1"1"0"0,0-1-1 0 0,-1 1 1 0 0,0 0-1 0 0,0 0 1 0 0,0 0 0 0 0,0 0-1 0 0,-1 1 1 0 0,0 0-1 0 0,0-1 1 0 0,-1 1-1 0 0,1 0 1 0 0,0 7-1 0 0,4 11 1633 0 0,6 48 1 0 0,-10-46-1701 0 0,-2-1 1 0 0,0 1 0 0 0,-2-1 0 0 0,-1 0-1 0 0,-6 31 1 0 0,-11 33-360 0 0,-6 0-4446 0 0,17-63 1782 0 0</inkml:trace>
</inkml:ink>
</file>

<file path=ppt/ink/ink20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0:03.639"/>
    </inkml:context>
    <inkml:brush xml:id="br0">
      <inkml:brushProperty name="width" value="0.1" units="cm"/>
      <inkml:brushProperty name="height" value="0.1" units="cm"/>
      <inkml:brushProperty name="color" value="#F6630D"/>
    </inkml:brush>
  </inkml:definitions>
  <inkml:trace contextRef="#ctx0" brushRef="#br0">28 1 14283 0 0,'-1'0'263'0'0,"0"0"1"0"0,0 0-1 0 0,0 0 1 0 0,1 1-1 0 0,-1-1 1 0 0,0 0-1 0 0,0 0 0 0 0,1 1 1 0 0,-6 3 2107 0 0,6-3-2108 0 0,-1 0 0 0 0,1-1 1 0 0,-1 2-1 0 0,-8 23 1681 0 0,8-19-2007 0 0,0 0 0 0 0,0-1-1 0 0,1 1 1 0 0,-1 0 0 0 0,1 0 0 0 0,2 9-1 0 0,7 17-6244 0 0,-7-23 3920 0 0</inkml:trace>
</inkml:ink>
</file>

<file path=ppt/ink/ink20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0:03.972"/>
    </inkml:context>
    <inkml:brush xml:id="br0">
      <inkml:brushProperty name="width" value="0.1" units="cm"/>
      <inkml:brushProperty name="height" value="0.1" units="cm"/>
      <inkml:brushProperty name="color" value="#F6630D"/>
    </inkml:brush>
  </inkml:definitions>
  <inkml:trace contextRef="#ctx0" brushRef="#br0">91 67 7370 0 0,'-2'-7'929'0'0,"0"1"0"0"0,0 0 1 0 0,0 0-1 0 0,-1 0 0 0 0,1 0 1 0 0,-2 1-1 0 0,-4-8 0 0 0,8 12-778 0 0,-1 0-1 0 0,0 0 1 0 0,1 0 0 0 0,-1 1-1 0 0,0-1 1 0 0,0 0-1 0 0,0 0 1 0 0,1 1 0 0 0,-1-1-1 0 0,0 1 1 0 0,0-1-1 0 0,0 1 1 0 0,0-1 0 0 0,0 1-1 0 0,0-1 1 0 0,0 1-1 0 0,0 0 1 0 0,0 0 0 0 0,0 0-1 0 0,-2-1 1 0 0,2 2-67 0 0,-1-1 0 0 0,1 1 0 0 0,0-1 0 0 0,0 1 0 0 0,0 0 0 0 0,-1 0 0 0 0,1-1 0 0 0,0 1 0 0 0,0 0 0 0 0,0 0 1 0 0,0 0-1 0 0,0 0 0 0 0,0 0 0 0 0,0 0 0 0 0,1 1 0 0 0,-1-1 0 0 0,0 0 0 0 0,1 0 0 0 0,-1 1 0 0 0,0 1 0 0 0,-4 8 102 0 0,1 1-1 0 0,1-1 0 0 0,-1 1 1 0 0,2 0-1 0 0,0 0 1 0 0,-1 12-1 0 0,1 76 52 0 0,2-68-221 0 0,2 54 8 0 0,15 111 0 0 0,-9-147-18 0 0,2 0 1 0 0,2-1-1 0 0,30 76 1 0 0,-34-106 8 0 0,1 0 0 0 0,0-1 1 0 0,15 21-1 0 0,-20-33-10 0 0,0-1 1 0 0,0 0-1 0 0,1 1 1 0 0,0-2 0 0 0,0 1-1 0 0,0 0 1 0 0,0-1-1 0 0,0 0 1 0 0,1 0-1 0 0,0-1 1 0 0,0 1-1 0 0,0-1 1 0 0,10 3-1 0 0,-13-5-71 0 0,-1-1-1 0 0,1 0 1 0 0,0 1-1 0 0,0-1 1 0 0,-1-1-1 0 0,1 1 1 0 0,0 0-1 0 0,0 0 1 0 0,-1-1 0 0 0,1 0-1 0 0,0 0 1 0 0,-1 1-1 0 0,1-1 1 0 0,0-1-1 0 0,-1 1 1 0 0,0 0-1 0 0,1-1 1 0 0,-1 1-1 0 0,0-1 1 0 0,0 0-1 0 0,1 0 1 0 0,-1 1-1 0 0,-1-1 1 0 0,1-1-1 0 0,3-3 1 0 0,3-7-921 0 0</inkml:trace>
</inkml:ink>
</file>

<file path=ppt/ink/ink20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0:04.175"/>
    </inkml:context>
    <inkml:brush xml:id="br0">
      <inkml:brushProperty name="width" value="0.1" units="cm"/>
      <inkml:brushProperty name="height" value="0.1" units="cm"/>
      <inkml:brushProperty name="color" value="#F6630D"/>
    </inkml:brush>
  </inkml:definitions>
  <inkml:trace contextRef="#ctx0" brushRef="#br0">10 214 4609 0 0,'-10'1'8272'0'0,"36"-8"-3533"0"0,-10 3-4569 0 0,13-6 933 0 0,-1-1-1 0 0,0-1 1 0 0,0-1-1 0 0,29-21 1 0 0,22-19-1873 0 0,-4-2-5281 0 0,-54 39-1037 0 0</inkml:trace>
</inkml:ink>
</file>

<file path=ppt/ink/ink20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0:22.837"/>
    </inkml:context>
    <inkml:brush xml:id="br0">
      <inkml:brushProperty name="width" value="0.1" units="cm"/>
      <inkml:brushProperty name="height" value="0.1" units="cm"/>
      <inkml:brushProperty name="color" value="#F6630D"/>
    </inkml:brush>
  </inkml:definitions>
  <inkml:trace contextRef="#ctx0" brushRef="#br0">295 51 2761 0 0,'-2'-2'259'0'0,"0"0"-1"0"0,0 1 1 0 0,-1-1 0 0 0,1 1 0 0 0,0 0 0 0 0,-1 0 0 0 0,1 0 0 0 0,-1 0 0 0 0,1 0 0 0 0,-1 0 0 0 0,0 1 0 0 0,1-1-1 0 0,-4 1 1 0 0,3 0-98 0 0,0-1 0 0 0,0 1-1 0 0,-1 0 1 0 0,1 1 0 0 0,0-1-1 0 0,0 1 1 0 0,0-1 0 0 0,-1 1-1 0 0,1 0 1 0 0,0 0-1 0 0,0 0 1 0 0,0 1 0 0 0,0-1-1 0 0,1 1 1 0 0,-1-1 0 0 0,0 1-1 0 0,-3 3 1 0 0,2-1 15 0 0,1 0 0 0 0,-1 0 1 0 0,1 1-1 0 0,0-1 0 0 0,1 1 0 0 0,-1-1 1 0 0,1 1-1 0 0,0 0 0 0 0,-3 9 0 0 0,0 8 64 0 0,1-1 0 0 0,1 0-1 0 0,1 1 1 0 0,0 24 0 0 0,2-36-229 0 0,0 19 57 0 0,0 1 0 0 0,9 51 0 0 0,-7-71-53 0 0,0 1 0 0 0,1 0 0 0 0,0-1 0 0 0,1 0 0 0 0,0 0 0 0 0,0 0 0 0 0,1 0 1 0 0,1-1-1 0 0,-1 0 0 0 0,14 16 0 0 0,-17-23 33 0 0,0 1 1 0 0,0-1 0 0 0,1 0 0 0 0,-1 0 0 0 0,1 0-1 0 0,-1 0 1 0 0,1 0 0 0 0,0 0 0 0 0,0-1 0 0 0,0 0-1 0 0,0 1 1 0 0,0-1 0 0 0,0 0 0 0 0,0 0-1 0 0,0-1 1 0 0,0 1 0 0 0,1-1 0 0 0,-1 1 0 0 0,0-1-1 0 0,0 0 1 0 0,1 0 0 0 0,-1-1 0 0 0,0 1-1 0 0,0-1 1 0 0,0 1 0 0 0,1-1 0 0 0,-1 0 0 0 0,0 0-1 0 0,0 0 1 0 0,0-1 0 0 0,0 1 0 0 0,-1-1-1 0 0,1 0 1 0 0,3-2 0 0 0,-2 1 37 0 0,0 0-1 0 0,-1-1 1 0 0,0 1 0 0 0,1-1-1 0 0,-1 1 1 0 0,-1-1-1 0 0,1 0 1 0 0,0 0 0 0 0,-1-1-1 0 0,0 1 1 0 0,0 0 0 0 0,0-1-1 0 0,-1 1 1 0 0,1-1-1 0 0,-1 0 1 0 0,0 1 0 0 0,-1-1-1 0 0,1 0 1 0 0,-1 0 0 0 0,0 0-1 0 0,0 1 1 0 0,-1-10-1 0 0,-7-11 647 0 0,0 1-1 0 0,-2 0 0 0 0,0 1 0 0 0,-1 0 0 0 0,-20-27 1 0 0,16 23-405 0 0,0 2-51 0 0,-1 0 1 0 0,-2 1-1 0 0,-39-43 1 0 0,49 59-338 0 0,0 0 0 0 0,-1 0 1 0 0,0 0-1 0 0,-1 1 0 0 0,0 1 0 0 0,0 0 0 0 0,0 0 1 0 0,-1 1-1 0 0,0 0 0 0 0,0 1 0 0 0,0 0 1 0 0,-20-4-1 0 0,13 8-2720 0 0</inkml:trace>
</inkml:ink>
</file>

<file path=ppt/ink/ink20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0:24.931"/>
    </inkml:context>
    <inkml:brush xml:id="br0">
      <inkml:brushProperty name="width" value="0.1" units="cm"/>
      <inkml:brushProperty name="height" value="0.1" units="cm"/>
      <inkml:brushProperty name="color" value="#F6630D"/>
    </inkml:brush>
  </inkml:definitions>
  <inkml:trace contextRef="#ctx0" brushRef="#br0">62 107 2304 0 0,'-6'-8'671'0'0,"1"-1"-1"0"0,0 0 1 0 0,0 0-1 0 0,-6-14 1 0 0,8 13 481 0 0,-2 1 0 0 0,1-1 1 0 0,-1 1-1 0 0,-7-2 3381 0 0,18 50-3265 0 0,17 33-839 0 0,58 121-1 0 0,-33-86-1030 0 0,-14-36-3091 0 0,-21-50-1038 0 0</inkml:trace>
</inkml:ink>
</file>

<file path=ppt/ink/ink20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0:25.138"/>
    </inkml:context>
    <inkml:brush xml:id="br0">
      <inkml:brushProperty name="width" value="0.1" units="cm"/>
      <inkml:brushProperty name="height" value="0.1" units="cm"/>
      <inkml:brushProperty name="color" value="#F6630D"/>
    </inkml:brush>
  </inkml:definitions>
  <inkml:trace contextRef="#ctx0" brushRef="#br0">1 1 7370 0 0,'2'0'4786'0'0,"1"5"-6887"0"0,1 13 2080 0 0</inkml:trace>
</inkml:ink>
</file>

<file path=ppt/ink/ink20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0:25.583"/>
    </inkml:context>
    <inkml:brush xml:id="br0">
      <inkml:brushProperty name="width" value="0.1" units="cm"/>
      <inkml:brushProperty name="height" value="0.1" units="cm"/>
      <inkml:brushProperty name="color" value="#F6630D"/>
    </inkml:brush>
  </inkml:definitions>
  <inkml:trace contextRef="#ctx0" brushRef="#br0">43 47 5065 0 0,'-5'-36'2440'0'0,"4"36"-2304"0"0,1-1 0 0 0,0 0 1 0 0,0 1-1 0 0,0-1 1 0 0,-1 1-1 0 0,1-1 1 0 0,0 0-1 0 0,-1 1 0 0 0,1-1 1 0 0,0 1-1 0 0,-1-1 1 0 0,1 1-1 0 0,-1-1 0 0 0,1 1 1 0 0,-1-1-1 0 0,1 1 1 0 0,-1-1-1 0 0,1 1 0 0 0,-2-1 1 0 0,2 1-66 0 0,-1 0 1 0 0,0 1-1 0 0,1-1 0 0 0,-1 0 1 0 0,0 0-1 0 0,1 0 0 0 0,-1 1 1 0 0,0-1-1 0 0,1 0 1 0 0,-1 1-1 0 0,1-1 0 0 0,-1 0 1 0 0,0 1-1 0 0,1-1 0 0 0,-1 1 1 0 0,1-1-1 0 0,0 1 1 0 0,-1-1-1 0 0,1 1 0 0 0,-1-1 1 0 0,1 1-1 0 0,0-1 0 0 0,-1 1 1 0 0,1 1-1 0 0,-3 2-5 0 0,1 1 0 0 0,0 0 0 0 0,0 0 0 0 0,0 1 0 0 0,1-1 0 0 0,0 0 0 0 0,0 0 0 0 0,0 1 0 0 0,1-1 0 0 0,0 1 0 0 0,0-1 0 0 0,0 0 0 0 0,1 6 0 0 0,2 10 309 0 0,10 39 0 0 0,-9-46-423 0 0,1 0 1 0 0,0 0-1 0 0,1-1 1 0 0,0 1-1 0 0,1-1 1 0 0,0-1-1 0 0,18 24 1 0 0,-22-33 33 0 0,0 1 0 0 0,0-1 0 0 0,0 0 1 0 0,0 0-1 0 0,0 0 0 0 0,1-1 0 0 0,-1 1 0 0 0,1-1 1 0 0,0 0-1 0 0,0 0 0 0 0,-1 0 0 0 0,1-1 0 0 0,1 1 1 0 0,-1-1-1 0 0,0 0 0 0 0,0 0 0 0 0,0 0 0 0 0,1-1 0 0 0,-1 1 1 0 0,0-1-1 0 0,1 0 0 0 0,-1 0 0 0 0,0-1 0 0 0,0 1 1 0 0,1-1-1 0 0,-1 0 0 0 0,0 0 0 0 0,0-1 0 0 0,0 1 1 0 0,8-5-1 0 0,-4 2 48 0 0,0-1 0 0 0,-1 0 1 0 0,1 0-1 0 0,-1-1 0 0 0,0 0 1 0 0,10-11-1 0 0,-15 15-25 0 0,-1 0 0 0 0,1 1 1 0 0,-1-1-1 0 0,1 0 0 0 0,-1 0 1 0 0,1 0-1 0 0,-1 0 0 0 0,0 0 0 0 0,0 0 1 0 0,0 0-1 0 0,0-1 0 0 0,-1 1 1 0 0,1 0-1 0 0,0 0 0 0 0,-1-1 0 0 0,0 1 1 0 0,0 0-1 0 0,1-1 0 0 0,-1 1 1 0 0,0 0-1 0 0,-1-1 0 0 0,1 1 1 0 0,0 0-1 0 0,-1-1 0 0 0,1 1 0 0 0,-1 0 1 0 0,0-1-1 0 0,0 1 0 0 0,0 0 1 0 0,-2-3-1 0 0,2 4 41 0 0,0-1 1 0 0,-1 1-1 0 0,1 0 1 0 0,0 0 0 0 0,-1 0-1 0 0,0 0 1 0 0,1 0-1 0 0,-1 0 1 0 0,1 0-1 0 0,-1 1 1 0 0,0-1-1 0 0,0 1 1 0 0,1-1-1 0 0,-1 1 1 0 0,0-1 0 0 0,0 1-1 0 0,0 0 1 0 0,1 0-1 0 0,-1 0 1 0 0,0 0-1 0 0,0 0 1 0 0,0 1-1 0 0,0-1 1 0 0,1 0-1 0 0,-1 1 1 0 0,0-1 0 0 0,0 1-1 0 0,1 0 1 0 0,-1 0-1 0 0,0-1 1 0 0,1 1-1 0 0,-1 0 1 0 0,1 0-1 0 0,-3 2 1 0 0,-3 2 252 0 0,0 0 1 0 0,0 1-1 0 0,1-1 1 0 0,-1 1-1 0 0,-9 13 1 0 0,9-11-531 0 0,1 1 0 0 0,0 0 0 0 0,0 0 1 0 0,1 0-1 0 0,0 0 0 0 0,0 1 0 0 0,1 0 0 0 0,1 0 0 0 0,0 0 1 0 0,-3 15-1 0 0,9-13-4408 0 0</inkml:trace>
</inkml:ink>
</file>

<file path=ppt/ink/ink20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0:25.868"/>
    </inkml:context>
    <inkml:brush xml:id="br0">
      <inkml:brushProperty name="width" value="0.1" units="cm"/>
      <inkml:brushProperty name="height" value="0.1" units="cm"/>
      <inkml:brushProperty name="color" value="#F6630D"/>
    </inkml:brush>
  </inkml:definitions>
  <inkml:trace contextRef="#ctx0" brushRef="#br0">0 67 1376 0 0,'5'-7'265'0'0,"1"1"-1"0"0,-1 0 0 0 0,1 0 0 0 0,0 1 1 0 0,1 0-1 0 0,-1 0 0 0 0,1 0 1 0 0,13-6-1 0 0,-16 8-43 0 0,-2 2-164 0 0,-1 0 1 0 0,0 1 0 0 0,1-1-1 0 0,-1 0 1 0 0,1 0 0 0 0,-1 1-1 0 0,1-1 1 0 0,-1 1 0 0 0,1-1-1 0 0,0 1 1 0 0,-1 0 0 0 0,1 0-1 0 0,-1 0 1 0 0,1 0 0 0 0,0 0-1 0 0,-1 0 1 0 0,1 0 0 0 0,-1 0-1 0 0,1 0 1 0 0,-1 1 0 0 0,1-1-1 0 0,0 1 1 0 0,-1-1 0 0 0,2 2-1 0 0,0 0-10 0 0,-1 0 0 0 0,0 0-1 0 0,1 0 1 0 0,-1 0 0 0 0,0 0-1 0 0,-1 1 1 0 0,1-1 0 0 0,0 1-1 0 0,-1-1 1 0 0,1 1 0 0 0,-1 0-1 0 0,2 3 1 0 0,2 10 84 0 0,0 1 0 0 0,-2 0 1 0 0,4 27-1 0 0,-6-39-55 0 0,4 40 153 0 0,18 102 501 0 0,-18-123-1013 0 0,1-1-1 0 0,1 0 1 0 0,2-1-1 0 0,12 27 1 0 0,-12-34-1971 0 0</inkml:trace>
</inkml:ink>
</file>

<file path=ppt/ink/ink20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0:26.105"/>
    </inkml:context>
    <inkml:brush xml:id="br0">
      <inkml:brushProperty name="width" value="0.1" units="cm"/>
      <inkml:brushProperty name="height" value="0.1" units="cm"/>
      <inkml:brushProperty name="color" value="#F6630D"/>
    </inkml:brush>
  </inkml:definitions>
  <inkml:trace contextRef="#ctx0" brushRef="#br0">0 370 5985 0 0,'1'-1'63'0'0,"0"-1"1"0"0,-1 1-1 0 0,1-1 0 0 0,0 1 0 0 0,0-1 0 0 0,-1 1 0 0 0,1-1 1 0 0,0 1-1 0 0,1 0 0 0 0,-1-1 0 0 0,0 1 0 0 0,0 0 0 0 0,0 0 0 0 0,1 0 1 0 0,-1 0-1 0 0,3-1 0 0 0,2-3 280 0 0,104-105 2942 0 0,14-12-1222 0 0,-37 47-4900 0 0,-65 57 298 0 0,-5 1-114 0 0</inkml:trace>
</inkml:ink>
</file>

<file path=ppt/ink/ink20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0:27.358"/>
    </inkml:context>
    <inkml:brush xml:id="br0">
      <inkml:brushProperty name="width" value="0.1" units="cm"/>
      <inkml:brushProperty name="height" value="0.1" units="cm"/>
      <inkml:brushProperty name="color" value="#F6630D"/>
    </inkml:brush>
  </inkml:definitions>
  <inkml:trace contextRef="#ctx0" brushRef="#br0">48 85 2761 0 0,'-15'-26'782'0'0,"8"15"1519"0"0,0 1 0 0 0,1-1 0 0 0,-6-16 0 0 0,22 55 1661 0 0,17 31 1 0 0,46 73-2907 0 0,4 6-1534 0 0,-52-84 199 0 0,-12-22-521 0 0,2-1-1 0 0,1-1 1 0 0,2 0-1 0 0,36 46 1 0 0,-32-57-1864 0 0,-22-18 2436 0 0,1-1 0 0 0,0 1 0 0 0,0-1 0 0 0,0 1-1 0 0,0-1 1 0 0,0 0 0 0 0,0 1 0 0 0,0-1 0 0 0,0 0 0 0 0,0 0 0 0 0,0 0 0 0 0,0 0-1 0 0,0 0 1 0 0,0 0 0 0 0,0 0 0 0 0,0 0 0 0 0,0 0 0 0 0,0 0 0 0 0,0 0 0 0 0,0-1-1 0 0,0 1 1 0 0,0 0 0 0 0,-1-1 0 0 0,1 1 0 0 0,0-1 0 0 0,2 0 0 0 0,5-8-2013 0 0</inkml:trace>
</inkml:ink>
</file>

<file path=ppt/ink/ink20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0:28.294"/>
    </inkml:context>
    <inkml:brush xml:id="br0">
      <inkml:brushProperty name="width" value="0.1" units="cm"/>
      <inkml:brushProperty name="height" value="0.1" units="cm"/>
      <inkml:brushProperty name="color" value="#F6630D"/>
    </inkml:brush>
  </inkml:definitions>
  <inkml:trace contextRef="#ctx0" brushRef="#br0">9 42 2304 0 0,'0'0'167'0'0,"0"-1"-59"0"0,0 0 116 0 0,0 0-1 0 0,0 0 1 0 0,0-1-1 0 0,0 1 1 0 0,1 0 0 0 0,-1 0-1 0 0,0 0 1 0 0,1 0-1 0 0,-1 0 1 0 0,1 0-1 0 0,-1 0 1 0 0,1 0 0 0 0,-1 1-1 0 0,1-1 1 0 0,0 0-1 0 0,-1 0 1 0 0,1 0-1 0 0,1-1 1 0 0,-1 2-526 0 0,0-1 0 0 0,0 0 0 0 0,-1 0 0 0 0,1 0-1 0 0,0 1 1 0 0,-1-1 0 0 0,1 0 0 0 0,0 0 0 0 0,-1 0 0 0 0,1 0 0 0 0,-1 0 0 0 0,0 0 0 0 0,1-1-1 0 0,-1 1 1 0 0,0 0 0 0 0,1 0 0 0 0,-1-3 1724 0 0,-2 7-1000 0 0,-24 59 11144 0 0,31-72-8351 0 0,-4 10-3168 0 0,-1 0 0 0 0,0 0 0 0 0,0-1 0 0 0,1 1 1 0 0,-1 0-1 0 0,0 0 0 0 0,0-1 0 0 0,0 1 0 0 0,1 0 0 0 0,-1-1 0 0 0,0 1 0 0 0,0 0 1 0 0,0-1-1 0 0,0 1 0 0 0,0 0 0 0 0,1-1 0 0 0,-1 1 0 0 0,0 0 0 0 0,0-1 0 0 0,0 1 1 0 0,0 0-1 0 0,0-1 0 0 0,0 1 0 0 0,0 0 0 0 0,0-1 0 0 0,0 1 0 0 0,-1-1 0 0 0,1 1 0 0 0,0 0 1 0 0,0-1-1 0 0,0 1 0 0 0,0 0 0 0 0,0-1 0 0 0,-1 1 0 0 0,1 0 0 0 0,0 0 0 0 0,0-1 1 0 0,0 1-1 0 0,-1 0 0 0 0,1 0 0 0 0,0-1 0 0 0,-1 1 0 0 0,1 0 0 0 0,0 0 0 0 0,0-1 1 0 0,-1 1-1 0 0,0 0 0 0 0,1-1 401 0 0</inkml:trace>
</inkml:ink>
</file>

<file path=ppt/ink/ink20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0:28.772"/>
    </inkml:context>
    <inkml:brush xml:id="br0">
      <inkml:brushProperty name="width" value="0.1" units="cm"/>
      <inkml:brushProperty name="height" value="0.1" units="cm"/>
      <inkml:brushProperty name="color" value="#F6630D"/>
    </inkml:brush>
  </inkml:definitions>
  <inkml:trace contextRef="#ctx0" brushRef="#br0">45 81 6913 0 0,'-1'-18'374'0'0,"1"9"372"0"0,-1 0 0 0 0,0 0 0 0 0,-1 1 0 0 0,-3-13 0 0 0,5 20-651 0 0,0 1-1 0 0,0 0 1 0 0,0 0-1 0 0,0-1 1 0 0,0 1 0 0 0,0 0-1 0 0,-2-3 1231 0 0,2 3-1231 0 0,-1-1 1 0 0,1 1-1 0 0,0 0 1 0 0,0 0 0 0 0,-1 0-1 0 0,1 0 1 0 0,0 0-1 0 0,0 0 1 0 0,-1 0 0 0 0,1 0-1 0 0,0 0 1 0 0,0 0-1 0 0,-1 0 1 0 0,1 0 0 0 0,0 0-1 0 0,-1 0 1 0 0,1 0-1 0 0,0 0 1 0 0,-9 9 1645 0 0,-3 16-459 0 0,10-13-1308 0 0,0 0 0 0 0,0-1-1 0 0,1 1 1 0 0,1 0 0 0 0,0 0-1 0 0,1-1 1 0 0,0 1-1 0 0,1 0 1 0 0,0-1 0 0 0,1 1-1 0 0,0-1 1 0 0,9 21-1 0 0,6 9-332 0 0,45 75 0 0 0,-55-104 236 0 0,62 95-1132 0 0,-63-96 838 0 0,2-1-1 0 0,0 0 1 0 0,0 0 0 0 0,0-1 0 0 0,1-1-1 0 0,1 0 1 0 0,15 10 0 0 0,-23-16 359 0 0,-1-1 0 0 0,0 1 0 0 0,1-1 0 0 0,-1 0-1 0 0,0 0 1 0 0,1 0 0 0 0,0-1 0 0 0,-1 1 0 0 0,1-1 0 0 0,-1 1 0 0 0,1-1 0 0 0,0 0 0 0 0,-1 0 0 0 0,1 0-1 0 0,0 0 1 0 0,-1 0 0 0 0,1-1 0 0 0,-1 1 0 0 0,1-1 0 0 0,-1 0 0 0 0,1 0 0 0 0,-1 1 0 0 0,1-2 0 0 0,-1 1 0 0 0,1 0-1 0 0,-1 0 1 0 0,0-1 0 0 0,0 1 0 0 0,0-1 0 0 0,0 0 0 0 0,0 0 0 0 0,0 0 0 0 0,0 0 0 0 0,-1 0 0 0 0,1 0 0 0 0,-1 0-1 0 0,3-4 1 0 0,-1-1 258 0 0,1 0-1 0 0,-1 0 1 0 0,-1 0-1 0 0,0-1 1 0 0,1 1-1 0 0,-2 0 1 0 0,1-1-1 0 0,-1 1 1 0 0,-1-1-1 0 0,1 0 1 0 0,-1 1-1 0 0,-1-10 1 0 0,-2 3 155 0 0,1 0 1 0 0,-2 0 0 0 0,-8-24-1 0 0,10 33-151 0 0,0 0-1 0 0,-1 0 1 0 0,1 0 0 0 0,-1 0-1 0 0,0 0 1 0 0,0 1 0 0 0,-1-1-1 0 0,1 1 1 0 0,-1 0 0 0 0,0 0-1 0 0,0 1 1 0 0,-9-7 0 0 0,12 9-165 0 0,1 1 1 0 0,-1-1 0 0 0,0 1 0 0 0,0-1 0 0 0,0 1 0 0 0,0 0 0 0 0,0-1 0 0 0,0 1 0 0 0,0 0 0 0 0,0 0 0 0 0,0 0 0 0 0,0 0 0 0 0,0 0 0 0 0,0 0 0 0 0,0 0 0 0 0,0 0 0 0 0,0 0 0 0 0,0 0 0 0 0,1 0 0 0 0,-1 1 0 0 0,0-1 0 0 0,0 0 0 0 0,0 1 0 0 0,0-1 0 0 0,0 1 0 0 0,-1 0 0 0 0,0 1-89 0 0,0 0-1 0 0,0 0 1 0 0,1 0 0 0 0,-1 0-1 0 0,1 0 1 0 0,0 0-1 0 0,-1 0 1 0 0,1 0-1 0 0,0 1 1 0 0,-1 2-1 0 0,-1 7-751 0 0,0 0 0 0 0,0 0 0 0 0,-1 14-1 0 0,4-25 711 0 0,-1 16-1165 0 0</inkml:trace>
</inkml:ink>
</file>

<file path=ppt/ink/ink20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0:29.183"/>
    </inkml:context>
    <inkml:brush xml:id="br0">
      <inkml:brushProperty name="width" value="0.1" units="cm"/>
      <inkml:brushProperty name="height" value="0.1" units="cm"/>
      <inkml:brushProperty name="color" value="#F6630D"/>
    </inkml:brush>
  </inkml:definitions>
  <inkml:trace contextRef="#ctx0" brushRef="#br0">84 66 3681 0 0,'-9'-3'124'0'0,"4"1"600"0"0,1 0 0 0 0,0 0 0 0 0,-1 1 0 0 0,1-1 0 0 0,-1 1 0 0 0,1 0 0 0 0,-1 1 0 0 0,1-1 0 0 0,-1 1 0 0 0,0 0 0 0 0,1 0 0 0 0,-1 0 0 0 0,0 1 0 0 0,-5 1-1 0 0,41-2 1321 0 0,-21-4-1812 0 0,-1 0 1 0 0,0-1 0 0 0,13-7-1 0 0,-16 7-153 0 0,0 2 0 0 0,0-1 0 0 0,1 1 0 0 0,0 0 0 0 0,0 0 1 0 0,0 0-1 0 0,10-1 0 0 0,-15 4-77 0 0,0 0 0 0 0,0 0 1 0 0,-1 0-1 0 0,1 1 1 0 0,0-1-1 0 0,-1 1 0 0 0,1-1 1 0 0,-1 1-1 0 0,1 0 1 0 0,-1-1-1 0 0,1 1 0 0 0,-1 0 1 0 0,1 0-1 0 0,-1 0 1 0 0,0 0-1 0 0,1 0 1 0 0,-1 1-1 0 0,0-1 0 0 0,0 0 1 0 0,0 0-1 0 0,0 1 1 0 0,0-1-1 0 0,0 1 0 0 0,1 2 1 0 0,19 45-180 0 0,-16-34 11 0 0,3 4-127 0 0,178 406-1961 0 0,-178-410 599 0 0,1-1-3433 0 0</inkml:trace>
</inkml:ink>
</file>

<file path=ppt/ink/ink20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0:29.342"/>
    </inkml:context>
    <inkml:brush xml:id="br0">
      <inkml:brushProperty name="width" value="0.1" units="cm"/>
      <inkml:brushProperty name="height" value="0.1" units="cm"/>
      <inkml:brushProperty name="color" value="#F6630D"/>
    </inkml:brush>
  </inkml:definitions>
  <inkml:trace contextRef="#ctx0" brushRef="#br0">90 357 6913 0 0,'-6'-2'147'0'0,"0"0"0"0"0,0-1 0 0 0,0 0-1 0 0,0 0 1 0 0,1 0 0 0 0,-1-1-1 0 0,1 0 1 0 0,0 0 0 0 0,0 0-1 0 0,-5-6 1 0 0,7 7 15 0 0,1-1 1 0 0,-1 1-1 0 0,1-1 0 0 0,0 0 0 0 0,0 0 1 0 0,0 0-1 0 0,1 0 0 0 0,-1 0 0 0 0,1 0 0 0 0,0-1 1 0 0,0 1-1 0 0,1 0 0 0 0,-1-1 0 0 0,1 1 1 0 0,0 0-1 0 0,0-6 0 0 0,2-1 103 0 0,0 0 0 0 0,0 0 0 0 0,1 1 0 0 0,0-1 0 0 0,1 1 0 0 0,1 0 0 0 0,-1 0 0 0 0,1 0 0 0 0,10-13 0 0 0,5-5-759 0 0,40-44 0 0 0,-38 48-4147 0 0</inkml:trace>
</inkml:ink>
</file>

<file path=ppt/ink/ink20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0:29.944"/>
    </inkml:context>
    <inkml:brush xml:id="br0">
      <inkml:brushProperty name="width" value="0.1" units="cm"/>
      <inkml:brushProperty name="height" value="0.1" units="cm"/>
      <inkml:brushProperty name="color" value="#F6630D"/>
    </inkml:brush>
  </inkml:definitions>
  <inkml:trace contextRef="#ctx0" brushRef="#br0">473 11 8754 0 0,'-1'-10'848'0'0,"-3"11"735"0"0,-10 4 570 0 0,2-3-1499 0 0,0 1 1 0 0,0 1 0 0 0,0 0 0 0 0,0 0 0 0 0,1 1 0 0 0,0 1-1 0 0,0 0 1 0 0,-17 12 0 0 0,-79 68 379 0 0,90-71-776 0 0,-149 130-459 0 0,124-106-541 0 0</inkml:trace>
</inkml:ink>
</file>

<file path=ppt/ink/ink20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0:05.701"/>
    </inkml:context>
    <inkml:brush xml:id="br0">
      <inkml:brushProperty name="width" value="0.1" units="cm"/>
      <inkml:brushProperty name="height" value="0.1" units="cm"/>
      <inkml:brushProperty name="color" value="#F6630D"/>
    </inkml:brush>
  </inkml:definitions>
  <inkml:trace contextRef="#ctx0" brushRef="#br0">44 132 2304 0 0,'-17'-13'1443'0'0,"14"11"-1098"0"0,0 0 0 0 0,0 0 0 0 0,1 0 1 0 0,-1 0-1 0 0,1-1 0 0 0,-1 1 0 0 0,-3-5 0 0 0,6 6-219 0 0,-1 0-1 0 0,1 0 0 0 0,0 0 0 0 0,0-1 0 0 0,-1 1 0 0 0,1 0 1 0 0,0 0-1 0 0,0 0 0 0 0,0 0 0 0 0,0 0 0 0 0,0 0 0 0 0,0 0 1 0 0,1 0-1 0 0,-1 0 0 0 0,0 0 0 0 0,0 0 0 0 0,1 0 1 0 0,-1 0-1 0 0,1 0 0 0 0,-1 0 0 0 0,1 0 0 0 0,-1 0 0 0 0,1 0 1 0 0,-1 0-1 0 0,1 1 0 0 0,0-1 0 0 0,-1 0 0 0 0,1 0 1 0 0,0 1-1 0 0,1-2 0 0 0,6-5 630 0 0,-1 1 1 0 0,1 0 0 0 0,0 0-1 0 0,1 1 1 0 0,-1 0-1 0 0,1 0 1 0 0,0 1 0 0 0,0 0-1 0 0,1 1 1 0 0,9-3-1 0 0,-7 3-466 0 0,0 1 0 0 0,0 0 0 0 0,0 1 0 0 0,0 0 1 0 0,0 1-1 0 0,0 0 0 0 0,0 1 0 0 0,14 3 0 0 0,-18-2-309 0 0,0-1 1 0 0,0 2 0 0 0,0-1 0 0 0,0 1-1 0 0,0 1 1 0 0,-1-1 0 0 0,0 1 0 0 0,0 1-1 0 0,0-1 1 0 0,0 1 0 0 0,11 11 0 0 0,-13-11 8 0 0,-1 0 0 0 0,0 1 0 0 0,0 0 0 0 0,0-1 0 0 0,-1 1 0 0 0,0 0 0 0 0,0 1 0 0 0,0-1 0 0 0,-1 0 0 0 0,0 1 0 0 0,0 0 0 0 0,-1-1 0 0 0,0 1 0 0 0,0 0 0 0 0,0 0 0 0 0,-1 6 0 0 0,-1 5-38 0 0,-1-1 0 0 0,0 0 0 0 0,-1 0 0 0 0,-1 0-1 0 0,-1 0 1 0 0,0 0 0 0 0,-15 30 0 0 0,-69 108-471 0 0,40-75 409 0 0,24-40 286 0 0,17-28-44 0 0,0 0 0 0 0,0 1 0 0 0,1-1 0 0 0,1 1-1 0 0,0 0 1 0 0,0 1 0 0 0,2 0 0 0 0,-5 21 0 0 0,9-33-93 0 0,0-1 0 0 0,0 1 1 0 0,0-1-1 0 0,0 0 0 0 0,0 1 0 0 0,0-1 1 0 0,1 1-1 0 0,-1-1 0 0 0,0 0 1 0 0,1 1-1 0 0,0-1 0 0 0,-1 0 1 0 0,1 1-1 0 0,0-1 0 0 0,-1 0 1 0 0,1 0-1 0 0,0 0 0 0 0,0 0 1 0 0,0 0-1 0 0,0 0 0 0 0,0 0 1 0 0,0 0-1 0 0,0 0 0 0 0,1 0 1 0 0,-1 0-1 0 0,0-1 0 0 0,0 1 1 0 0,1-1-1 0 0,-1 1 0 0 0,0-1 1 0 0,1 1-1 0 0,-1-1 0 0 0,0 0 1 0 0,1 1-1 0 0,-1-1 0 0 0,3 0 0 0 0,7 1 16 0 0,-1-1 0 0 0,1 0 0 0 0,21-2-1 0 0,-15 0 51 0 0,18 0-28 0 0,432-41-136 0 0,-456 41-603 0 0,0 1 1 0 0,-1-1-1 0 0,1 2 1 0 0,16 0-1 0 0</inkml:trace>
</inkml:ink>
</file>

<file path=ppt/ink/ink20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0:06.189"/>
    </inkml:context>
    <inkml:brush xml:id="br0">
      <inkml:brushProperty name="width" value="0.1" units="cm"/>
      <inkml:brushProperty name="height" value="0.1" units="cm"/>
      <inkml:brushProperty name="color" value="#F6630D"/>
    </inkml:brush>
  </inkml:definitions>
  <inkml:trace contextRef="#ctx0" brushRef="#br0">70 19 4609 0 0,'-13'-19'11647'0'0,"16"28"-9087"0"0,-2-5-2533 0 0,3 10 305 0 0,-1 0-1 0 0,-1 0 1 0 0,0 1 0 0 0,0-1 0 0 0,-2 1 0 0 0,0-1 0 0 0,0 1 0 0 0,-3 15 0 0 0,-5 12-306 0 0,-18 57 1 0 0,14-59-298 0 0,-11 67 0 0 0,23-103 277 0 0,-1 0 1 0 0,1 0 0 0 0,-1-1 0 0 0,1 1-1 0 0,0 0 1 0 0,1 0 0 0 0,-1 0 0 0 0,1-1 0 0 0,-1 1-1 0 0,1 0 1 0 0,0-1 0 0 0,1 1 0 0 0,1 3-1 0 0,-2-5 20 0 0,0-1 0 0 0,1 0-1 0 0,-1 1 1 0 0,0-1 0 0 0,1 0-1 0 0,-1 0 1 0 0,1 0 0 0 0,0 0-1 0 0,-1 0 1 0 0,1-1 0 0 0,0 1-1 0 0,-1 0 1 0 0,1-1 0 0 0,0 1-1 0 0,0-1 1 0 0,0 0 0 0 0,-1 1-1 0 0,1-1 1 0 0,0 0 0 0 0,0 0-1 0 0,0 0 1 0 0,0 0-1 0 0,-1-1 1 0 0,1 1 0 0 0,0 0-1 0 0,0-1 1 0 0,0 1 0 0 0,2-2-1 0 0,161-53 412 0 0,-4 1-1298 0 0,-117 41-3061 0 0</inkml:trace>
</inkml:ink>
</file>

<file path=ppt/ink/ink20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0:06.468"/>
    </inkml:context>
    <inkml:brush xml:id="br0">
      <inkml:brushProperty name="width" value="0.1" units="cm"/>
      <inkml:brushProperty name="height" value="0.1" units="cm"/>
      <inkml:brushProperty name="color" value="#F6630D"/>
    </inkml:brush>
  </inkml:definitions>
  <inkml:trace contextRef="#ctx0" brushRef="#br0">48 6 920 0 0,'-46'-5'19860'0'0,"44"22"-19317"0"0,4 30 507 0 0,10 52 0 0 0,0 8-767 0 0,-6 97-139 0 0,-5-116-7058 0 0,-1-67-364 0 0</inkml:trace>
</inkml:ink>
</file>

<file path=ppt/ink/ink20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0:07.022"/>
    </inkml:context>
    <inkml:brush xml:id="br0">
      <inkml:brushProperty name="width" value="0.1" units="cm"/>
      <inkml:brushProperty name="height" value="0.1" units="cm"/>
      <inkml:brushProperty name="color" value="#F6630D"/>
    </inkml:brush>
  </inkml:definitions>
  <inkml:trace contextRef="#ctx0" brushRef="#br0">16 12 8754 0 0,'-15'-11'6153'0'0,"14"36"2254"0"0,3-8-9632 0 0,4 143 1677 0 0,2 246 892 0 0,-11-331-1402 0 0,0-26-102 0 0,2-1-1 0 0,2 0 1 0 0,8 54-1 0 0,-3-77-339 0 0</inkml:trace>
</inkml:ink>
</file>

<file path=ppt/ink/ink20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0:07.423"/>
    </inkml:context>
    <inkml:brush xml:id="br0">
      <inkml:brushProperty name="width" value="0.1" units="cm"/>
      <inkml:brushProperty name="height" value="0.1" units="cm"/>
      <inkml:brushProperty name="color" value="#F6630D"/>
    </inkml:brush>
  </inkml:definitions>
  <inkml:trace contextRef="#ctx0" brushRef="#br0">0 431 3681 0 0,'4'1'657'0'0,"-1"-1"-1"0"0,0-1 1 0 0,0 1 0 0 0,0 0-1 0 0,0-1 1 0 0,0 1 0 0 0,0-1 0 0 0,3-1-1 0 0,15-6-158 0 0,0 0 0 0 0,0-1 0 0 0,-1-1-1 0 0,-1-1 1 0 0,1-1 0 0 0,-2 0 0 0 0,0-2-1 0 0,0 0 1 0 0,-2-1 0 0 0,0-1 0 0 0,0 0-1 0 0,-1-1 1 0 0,-2-1 0 0 0,1 0 0 0 0,-2 0-1 0 0,-1-2 1 0 0,0 0 0 0 0,-1 0 0 0 0,-1 0 0 0 0,10-37-1 0 0,-18 54-498 0 0,0 0-1 0 0,0 1 0 0 0,-1-1 1 0 0,1 0-1 0 0,-1 0 1 0 0,0 0-1 0 0,0 1 0 0 0,0-1 1 0 0,0 0-1 0 0,0 0 0 0 0,-1 1 1 0 0,1-1-1 0 0,-1 0 1 0 0,0 0-1 0 0,0 1 0 0 0,0-1 1 0 0,0 1-1 0 0,0-1 1 0 0,0 1-1 0 0,-3-3 0 0 0,3 3-2 0 0,-1 1-1 0 0,0-1 1 0 0,0 1-1 0 0,0 0 1 0 0,0 0-1 0 0,0 0 1 0 0,0 0-1 0 0,0 0 0 0 0,0 0 1 0 0,0 0-1 0 0,0 1 1 0 0,-1-1-1 0 0,1 1 1 0 0,0 0-1 0 0,0 0 1 0 0,-1 0-1 0 0,1 0 1 0 0,0 0-1 0 0,-1 0 1 0 0,1 0-1 0 0,0 1 0 0 0,0-1 1 0 0,0 1-1 0 0,-1 0 1 0 0,-1 0-1 0 0,-5 2-32 0 0,1 1-1 0 0,-1-1 0 0 0,1 1 0 0 0,0 1 1 0 0,0-1-1 0 0,0 2 0 0 0,1-1 0 0 0,0 1 1 0 0,0 0-1 0 0,0 0 0 0 0,0 1 1 0 0,1 0-1 0 0,1 0 0 0 0,-1 0 0 0 0,1 1 1 0 0,0 0-1 0 0,1 0 0 0 0,0 0 1 0 0,0 1-1 0 0,0-1 0 0 0,1 1 0 0 0,1 0 1 0 0,0 0-1 0 0,0 0 0 0 0,0 0 0 0 0,1 0 1 0 0,1 0-1 0 0,-1 1 0 0 0,2-1 1 0 0,-1 0-1 0 0,1 0 0 0 0,0 0 0 0 0,1 0 1 0 0,5 16-1 0 0,-3-11 269 0 0,1-1 0 0 0,0 0 0 0 0,1 0-1 0 0,1 0 1 0 0,0 0 0 0 0,1-1 0 0 0,0 0 0 0 0,0-1 0 0 0,1 0 0 0 0,16 15-1 0 0,-17-19-235 0 0,0-1 0 0 0,0-1-1 0 0,1 0 1 0 0,-1 0-1 0 0,1 0 1 0 0,0-1-1 0 0,0 0 1 0 0,1-1 0 0 0,-1 0-1 0 0,1-1 1 0 0,0 1-1 0 0,-1-2 1 0 0,1 0-1 0 0,0 0 1 0 0,0 0 0 0 0,11-2-1 0 0,7-2-962 0 0,1-2-295 0 0</inkml:trace>
</inkml:ink>
</file>

<file path=ppt/ink/ink20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0:07.705"/>
    </inkml:context>
    <inkml:brush xml:id="br0">
      <inkml:brushProperty name="width" value="0.1" units="cm"/>
      <inkml:brushProperty name="height" value="0.1" units="cm"/>
      <inkml:brushProperty name="color" value="#F6630D"/>
    </inkml:brush>
  </inkml:definitions>
  <inkml:trace contextRef="#ctx0" brushRef="#br0">54 119 920 0 0,'-10'-1'-1091'0'0,"7"0"1957"0"0,-1 1 2 0 0,0 0-1 0 0,1-1 1 0 0,-1 1-1 0 0,0 0 1 0 0,0 1-1 0 0,-13 9 5170 0 0,17-9-5813 0 0,5 20 3024 0 0,2-8-2277 0 0,1 1 0 0 0,0-1 0 0 0,1 0 1 0 0,18 20-1 0 0,-13-18-762 0 0,1-1-1 0 0,0-1 1 0 0,0 0 0 0 0,1-1-1 0 0,1-1 1 0 0,19 11 0 0 0,-32-20-156 0 0,-1 0 0 0 0,1-1 0 0 0,-1 1 0 0 0,1-1 0 0 0,-1 0 0 0 0,1 0 0 0 0,-1 0 1 0 0,1 0-1 0 0,0-1 0 0 0,0 1 0 0 0,0-1 0 0 0,-1 0 0 0 0,1 0 0 0 0,0 0 0 0 0,0-1 0 0 0,7-1 0 0 0,-9 0-10 0 0,0 1 0 0 0,1 0 0 0 0,-1-1 0 0 0,0 0 0 0 0,0 0 0 0 0,0 1 0 0 0,0-1 0 0 0,0-1-1 0 0,0 1 1 0 0,-1 0 0 0 0,1 0 0 0 0,-1-1 0 0 0,1 1 0 0 0,-1 0 0 0 0,0-1 0 0 0,0 1 0 0 0,0-1 0 0 0,0 0 0 0 0,0 1 0 0 0,-1-1 0 0 0,1 0 0 0 0,-1 0-1 0 0,0-4 1 0 0,7-82 321 0 0,-6 54-514 0 0,2 0-1 0 0,13-59 0 0 0,-7 60-310 0 0</inkml:trace>
</inkml:ink>
</file>

<file path=ppt/ink/ink20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0:08.258"/>
    </inkml:context>
    <inkml:brush xml:id="br0">
      <inkml:brushProperty name="width" value="0.1" units="cm"/>
      <inkml:brushProperty name="height" value="0.1" units="cm"/>
      <inkml:brushProperty name="color" value="#F6630D"/>
    </inkml:brush>
  </inkml:definitions>
  <inkml:trace contextRef="#ctx0" brushRef="#br0">135 325 1952 0 0,'-6'3'247'0'0,"-1"-1"0"0"0,0 1 0 0 0,1-1-1 0 0,-1 0 1 0 0,0-1 0 0 0,0 1-1 0 0,0-1 1 0 0,0-1 0 0 0,0 1 0 0 0,0-1-1 0 0,0-1 1 0 0,0 1 0 0 0,0-1-1 0 0,0 0 1 0 0,0-1 0 0 0,0 0 0 0 0,-10-8 4602 0 0,27 5-2636 0 0,18-2-822 0 0,-24 6-837 0 0,38-9 975 0 0,0-1-1 0 0,57-25 1 0 0,-82 28-1479 0 0,0 0 1 0 0,-1-1-1 0 0,0 0 0 0 0,0-1 0 0 0,-2-1 1 0 0,1 0-1 0 0,-1-1 0 0 0,17-19 0 0 0,-27 26-138 0 0,-1 0 1 0 0,0 1-1 0 0,0-1 0 0 0,0 0 0 0 0,0 0 0 0 0,-1-1 1 0 0,1 1-1 0 0,-2 0 0 0 0,1-1 0 0 0,0 0 0 0 0,0-8 0 0 0,-2 11-44 0 0,1 0-1 0 0,-1-1 1 0 0,0 1-1 0 0,-1-1 1 0 0,1 1-1 0 0,-1 0 1 0 0,1-1-1 0 0,-1 1 1 0 0,0 0-1 0 0,0 0 1 0 0,-1-1-1 0 0,1 1 1 0 0,-1 0-1 0 0,1 0 1 0 0,-1 1-1 0 0,0-1 1 0 0,0 0-1 0 0,0 0 1 0 0,0 1-1 0 0,-5-4 1 0 0,7 5 85 0 0,0 1 0 0 0,-1-1 0 0 0,1 1 0 0 0,0-1 0 0 0,-1 1 0 0 0,1 0 0 0 0,-1-1 0 0 0,1 1 0 0 0,-1 0 0 0 0,1-1 0 0 0,-1 1 0 0 0,1 0 0 0 0,-1-1 0 0 0,1 1 0 0 0,-1 0 0 0 0,1 0 0 0 0,-1 0 0 0 0,1-1 0 0 0,-1 1 0 0 0,0 0 0 0 0,1 0 0 0 0,-1 0 0 0 0,1 0 0 0 0,-1 0 0 0 0,0 0 0 0 0,1 0 0 0 0,-1 0 0 0 0,1 0 0 0 0,-1 0 0 0 0,1 1 0 0 0,-1-1 0 0 0,0 0 0 0 0,1 0 0 0 0,-1 1 0 0 0,1-1 0 0 0,-1 0 0 0 0,1 0 0 0 0,-1 1 0 0 0,1-1 0 0 0,-1 1 0 0 0,1-1 0 0 0,0 0 0 0 0,-1 1 0 0 0,1-1 0 0 0,-1 1 0 0 0,1-1 0 0 0,0 1 0 0 0,0-1 0 0 0,-1 1 0 0 0,1-1 0 0 0,0 1 0 0 0,0-1 0 0 0,-1 1 0 0 0,1 0 0 0 0,0-1 0 0 0,0 2 0 0 0,-1 1-18 0 0,0 0 0 0 0,1 1 0 0 0,-1-1 1 0 0,1 1-1 0 0,0-1 0 0 0,0 1 0 0 0,0-1 0 0 0,1 4 0 0 0,0-3 495 0 0,0-1 0 0 0,-1 1 0 0 0,1-1 0 0 0,-1 1 0 0 0,0-1-1 0 0,0 1 1 0 0,0-1 0 0 0,0 1 0 0 0,0-1 0 0 0,-1 1-1 0 0,0-1 1 0 0,0 0 0 0 0,0 1 0 0 0,-2 4 0 0 0,2-3 137 0 0,-1-1-452 0 0,1-1-1 0 0,0 1 0 0 0,0 0 0 0 0,1 1 1 0 0,-1-1-1 0 0,1 0 0 0 0,0 0 0 0 0,0 0 1 0 0,1 0-1 0 0,-1 0 0 0 0,1 0 0 0 0,-1 0 1 0 0,1 0-1 0 0,1 0 0 0 0,-1 0 0 0 0,0 0 1 0 0,1-1-1 0 0,0 1 0 0 0,0 0 0 0 0,0-1 1 0 0,0 0-1 0 0,4 4 0 0 0,-2-3-153 0 0,-1 0-1 0 0,1 0 0 0 0,0-1 0 0 0,1 1 1 0 0,-1-1-1 0 0,1 0 0 0 0,-1-1 0 0 0,1 1 1 0 0,0-1-1 0 0,0 0 0 0 0,0 0 0 0 0,0 0 1 0 0,0-1-1 0 0,0 0 0 0 0,1 0 0 0 0,5 1 1 0 0,38-4-1120 0 0,-21-2 125 0 0</inkml:trace>
</inkml:ink>
</file>

<file path=ppt/ink/ink20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0:08.559"/>
    </inkml:context>
    <inkml:brush xml:id="br0">
      <inkml:brushProperty name="width" value="0.1" units="cm"/>
      <inkml:brushProperty name="height" value="0.1" units="cm"/>
      <inkml:brushProperty name="color" value="#F6630D"/>
    </inkml:brush>
  </inkml:definitions>
  <inkml:trace contextRef="#ctx0" brushRef="#br0">37 0 8754 0 0,'-1'0'181'0'0,"-1"0"0"0"0,1 0 0 0 0,-1 0-1 0 0,1 0 1 0 0,0 0 0 0 0,-1 0 0 0 0,1 1 0 0 0,0-1 0 0 0,-1 0 0 0 0,1 1 0 0 0,0-1-1 0 0,-1 1 1 0 0,1-1 0 0 0,0 1 0 0 0,0 0 0 0 0,0 0 0 0 0,-1-1 0 0 0,1 1 0 0 0,0 0 0 0 0,0 0-1 0 0,0 0 1 0 0,0 0 0 0 0,0 0 0 0 0,-1 2 0 0 0,1 0 225 0 0,0 0 1 0 0,1 0 0 0 0,-1 0-1 0 0,0 0 1 0 0,1 0-1 0 0,0 0 1 0 0,0 0-1 0 0,0 0 1 0 0,0 0-1 0 0,1 6 1 0 0,7 38 1788 0 0,21 73 0 0 0,2 0-1520 0 0,16 184 111 0 0,-21-121-1649 0 0,-21-148 36 0 0</inkml:trace>
</inkml:ink>
</file>

<file path=ppt/ink/ink20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0:09.351"/>
    </inkml:context>
    <inkml:brush xml:id="br0">
      <inkml:brushProperty name="width" value="0.1" units="cm"/>
      <inkml:brushProperty name="height" value="0.1" units="cm"/>
      <inkml:brushProperty name="color" value="#F6630D"/>
    </inkml:brush>
  </inkml:definitions>
  <inkml:trace contextRef="#ctx0" brushRef="#br0">148 1 9674 0 0,'0'0'748'0'0,"-1"-1"-408"0"0,-4 3 638 0 0,1 0 0 0 0,-1 0 0 0 0,1 1 0 0 0,0 0 0 0 0,-6 4-1 0 0,10-7-869 0 0,-10 7 73 0 0,0 1 1 0 0,1 0-1 0 0,0 0 0 0 0,0 1 1 0 0,1 1-1 0 0,1-1 1 0 0,-1 1-1 0 0,1 0 0 0 0,-10 22 1 0 0,15-28-127 0 0,0 1 0 0 0,0 0 0 0 0,0 0 0 0 0,1 0 0 0 0,0 1 0 0 0,0-1 0 0 0,0 0 0 0 0,0 0 0 0 0,1 1-1 0 0,0-1 1 0 0,0 0 0 0 0,1 0 0 0 0,-1 1 0 0 0,1-1 0 0 0,0 0 0 0 0,1 0 0 0 0,-1 0 0 0 0,1 0 0 0 0,0 0 0 0 0,0 0 0 0 0,1 0 0 0 0,-1-1 0 0 0,1 1 0 0 0,0-1 0 0 0,4 5 0 0 0,9 7-109 0 0,1 0 0 0 0,0-1 0 0 0,27 18 0 0 0,-28-22 9 0 0,0 0 1 0 0,-1 2 0 0 0,0 0-1 0 0,-1 0 1 0 0,15 19 0 0 0,-28-30 61 0 0,1 0 1 0 0,-1 0-1 0 0,0 0 1 0 0,0 0 0 0 0,0 0-1 0 0,0 0 1 0 0,0 0 0 0 0,0 0-1 0 0,0 0 1 0 0,0 1-1 0 0,-1-1 1 0 0,0 0 0 0 0,1 0-1 0 0,-1 1 1 0 0,0-1 0 0 0,0 0-1 0 0,0 1 1 0 0,0-1 0 0 0,0 0-1 0 0,-1 1 1 0 0,0 2-1 0 0,-1-2 47 0 0,1 0 0 0 0,-1 0 0 0 0,0 0-1 0 0,0 0 1 0 0,0 0 0 0 0,0 0-1 0 0,-1-1 1 0 0,1 1 0 0 0,-1-1 0 0 0,1 0-1 0 0,-1 0 1 0 0,-6 4 0 0 0,-5 1 181 0 0,-1 1 1 0 0,-1-2-1 0 0,1 0 0 0 0,-30 7 1 0 0,-25 0-133 0 0,33-9-322 0 0</inkml:trace>
</inkml:ink>
</file>

<file path=ppt/ink/ink20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1:07.341"/>
    </inkml:context>
    <inkml:brush xml:id="br0">
      <inkml:brushProperty name="width" value="0.1" units="cm"/>
      <inkml:brushProperty name="height" value="0.1" units="cm"/>
      <inkml:brushProperty name="color" value="#F6630D"/>
    </inkml:brush>
  </inkml:definitions>
  <inkml:trace contextRef="#ctx0" brushRef="#br0">229 96 1840 0 0,'-26'-4'656'0'0,"-1"1"-1"0"0,0 1 1 0 0,-47 3-1 0 0,10 6 4532 0 0,53-7-788 0 0,33-7-3631 0 0,42-7-1013 0 0,-24 10 268 0 0,0 2-1 0 0,1 2 1 0 0,-1 2-1 0 0,60 9 1 0 0,31 2-96 0 0,307 8 329 0 0,-285-25 1111 0 0,201-30 0 0 0,-320 30-1124 0 0,137-30 987 0 0,-128 23-992 0 0,1 1-1 0 0,1 3 0 0 0,-1 1 0 0 0,53 1 0 0 0,-73 7-568 0 0,-9 0-4996 0 0</inkml:trace>
</inkml:ink>
</file>

<file path=ppt/ink/ink20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1:08.056"/>
    </inkml:context>
    <inkml:brush xml:id="br0">
      <inkml:brushProperty name="width" value="0.1" units="cm"/>
      <inkml:brushProperty name="height" value="0.1" units="cm"/>
      <inkml:brushProperty name="color" value="#F6630D"/>
    </inkml:brush>
  </inkml:definitions>
  <inkml:trace contextRef="#ctx0" brushRef="#br0">37 14 8290 0 0,'-14'-8'1956'0'0,"-8"2"5168"0"0,25 21-6894 0 0,57 181-133 0 0,-9 3 0 0 0,29 239-1 0 0,-9 404-1799 0 0,-52-656 2716 0 0,-11-128-335 0 0,-2 0 1 0 0,-2 0-1 0 0,-7 85 1 0 0,-1-120-898 0 0,1-3-710 0 0,2-6-2746 0 0</inkml:trace>
</inkml:ink>
</file>

<file path=ppt/ink/ink20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1:08.898"/>
    </inkml:context>
    <inkml:brush xml:id="br0">
      <inkml:brushProperty name="width" value="0.1" units="cm"/>
      <inkml:brushProperty name="height" value="0.1" units="cm"/>
      <inkml:brushProperty name="color" value="#F6630D"/>
    </inkml:brush>
  </inkml:definitions>
  <inkml:trace contextRef="#ctx0" brushRef="#br0">159 290 920 0 0,'-25'0'1156'0'0,"-3"0"1277"0"0,-1 0 0 0 0,-47 8 0 0 0,112 3-166 0 0,33-7-2369 0 0,1-3-1 0 0,-1-4 1 0 0,83-12-1 0 0,-74 6 57 0 0,118-13-41 0 0,166-13-162 0 0,-52 8 78 0 0,-122 10 166 0 0,426-77-155 0 0,-536 75-1192 0 0,84-32-1 0 0,-108 32-1815 0 0,-102 16-876 0 0,1 5 4067 0 0,-14 1 2779 0 0,57-3-2260 0 0,1 1 0 0 0,-1 0 0 0 0,0 0 0 0 0,0 0 0 0 0,1 0 0 0 0,-1 0 0 0 0,1 1 0 0 0,0 0 1 0 0,-1-1-1 0 0,1 1 0 0 0,0 1 0 0 0,-5 2 0 0 0,7-3-324 0 0,0 0 1 0 0,0 0 0 0 0,0-1-1 0 0,0 1 1 0 0,0 0-1 0 0,1 0 1 0 0,-1 0 0 0 0,1 0-1 0 0,-1 0 1 0 0,1 0-1 0 0,-1 0 1 0 0,1 0-1 0 0,0 0 1 0 0,0 3 0 0 0,3 35 568 0 0,-1-21-351 0 0,5 105 710 0 0,32 177-1 0 0,23 117-1134 0 0,-13-70-704 0 0,10-99 18 0 0,-36-167 1007 0 0,-4 0-1 0 0,10 98 1 0 0,-26-146 306 0 0,0-6 360 0 0,-1 0 0 0 0,-1 0 0 0 0,-1 0 1 0 0,-7 45-1 0 0,6-69-942 0 0,0 0 1 0 0,-1 0 0 0 0,0 0-1 0 0,1 0 1 0 0,-1 0-1 0 0,-1-1 1 0 0,-3 6-1 0 0,-5 7-1635 0 0,4 2-4500 0 0</inkml:trace>
</inkml:ink>
</file>

<file path=ppt/ink/ink20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1:15.929"/>
    </inkml:context>
    <inkml:brush xml:id="br0">
      <inkml:brushProperty name="width" value="0.1" units="cm"/>
      <inkml:brushProperty name="height" value="0.1" units="cm"/>
      <inkml:brushProperty name="color" value="#F6630D"/>
    </inkml:brush>
  </inkml:definitions>
  <inkml:trace contextRef="#ctx0" brushRef="#br0">1672 1 4609 0 0,'13'10'2221'0'0,"-1"0"2356"0"0,-12-10-4489 0 0,-1 1 0 0 0,1-1 0 0 0,0 1 0 0 0,0-1 1 0 0,-1 0-1 0 0,1 1 0 0 0,0-1 0 0 0,0 0 0 0 0,-1 1 0 0 0,1-1 0 0 0,0 0 0 0 0,-1 0 0 0 0,1 1 1 0 0,0-1-1 0 0,-1 0 0 0 0,1 0 0 0 0,0 1 0 0 0,-1-1 0 0 0,1 0 0 0 0,-1 0 0 0 0,1 0 0 0 0,-1 0 1 0 0,1 0-1 0 0,0 0 0 0 0,-1 0 0 0 0,1 0 0 0 0,-1 0 0 0 0,1 0 0 0 0,-1 0 0 0 0,1 0 0 0 0,0 0 1 0 0,-1 0-1 0 0,1 0 0 0 0,-1 0 0 0 0,1 0 0 0 0,-1-1 0 0 0,-49 5 1918 0 0,-118 2 93 0 0,-474 3 1598 0 0,416 0-3689 0 0,-111-19-9 0 0,218 4-13 0 0,9-8-1577 0 0,79 9-4381 0 0</inkml:trace>
</inkml:ink>
</file>

<file path=ppt/ink/ink20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1:17.260"/>
    </inkml:context>
    <inkml:brush xml:id="br0">
      <inkml:brushProperty name="width" value="0.1" units="cm"/>
      <inkml:brushProperty name="height" value="0.1" units="cm"/>
      <inkml:brushProperty name="color" value="#F6630D"/>
    </inkml:brush>
  </inkml:definitions>
  <inkml:trace contextRef="#ctx0" brushRef="#br0">56 411 6993 0 0,'-3'-2'99'0'0,"0"1"0"0"0,1-1 0 0 0,-1 0 0 0 0,1 0 0 0 0,-1 0 0 0 0,1-1 0 0 0,0 1 0 0 0,-1 0 0 0 0,1-1 0 0 0,0 0-1 0 0,1 1 1 0 0,-1-1 0 0 0,-2-5 0 0 0,-15-41 2123 0 0,18 41-2107 0 0,0 1 1 0 0,1-1 0 0 0,0 0 0 0 0,0 0 0 0 0,1 0 0 0 0,0 1 0 0 0,0-1 0 0 0,0 0 0 0 0,1 1 0 0 0,1-1-1 0 0,-1 1 1 0 0,1 0 0 0 0,1-1 0 0 0,-1 1 0 0 0,1 1 0 0 0,0-1 0 0 0,1 1 0 0 0,-1-1 0 0 0,12-10-1 0 0,0 0 222 0 0,2 0 0 0 0,0 1 0 0 0,1 0 0 0 0,0 2 0 0 0,26-15 0 0 0,-29 20-352 0 0,1 0 0 0 0,0 1 1 0 0,0 1-1 0 0,1 1 0 0 0,-1 1 0 0 0,30-6 0 0 0,-36 10 7 0 0,0-1 0 0 0,1 2 0 0 0,-1-1 0 0 0,0 1 0 0 0,0 1 0 0 0,1 0 0 0 0,-1 1 0 0 0,0 0 0 0 0,0 1 0 0 0,0 0 0 0 0,-1 0 0 0 0,13 7 0 0 0,-20-9-16 0 0,0 1 0 0 0,1 0 1 0 0,-1 0-1 0 0,0 1 0 0 0,0-1 0 0 0,0 1 0 0 0,0 0 0 0 0,-1-1 0 0 0,1 1 1 0 0,-1 0-1 0 0,0 0 0 0 0,0 1 0 0 0,0-1 0 0 0,0 0 0 0 0,0 1 0 0 0,1 4 1 0 0,-1-1-15 0 0,0 0 0 0 0,-1 0 0 0 0,0 0 0 0 0,0 0 1 0 0,-1 0-1 0 0,0 0 0 0 0,0 0 0 0 0,-2 10 1 0 0,-1 2 8 0 0,-1-1-1 0 0,-1 0 1 0 0,-1 0 0 0 0,0 0 0 0 0,-17 31 0 0 0,-10 6 701 0 0,-77 97 1 0 0,29-43 414 0 0,76-103-936 0 0,0 1 0 0 0,1 1 0 0 0,0-1 0 0 0,0 1 0 0 0,0-1 0 0 0,-2 10 0 0 0,6-15-77 0 0,-1 0 1 0 0,1-1 0 0 0,0 1-1 0 0,-1 0 1 0 0,1 0 0 0 0,0 0-1 0 0,0-1 1 0 0,0 1 0 0 0,1 0-1 0 0,-1 0 1 0 0,0 0 0 0 0,1-1 0 0 0,-1 1-1 0 0,1 0 1 0 0,0-1 0 0 0,-1 1-1 0 0,1 0 1 0 0,0-1 0 0 0,0 1-1 0 0,0-1 1 0 0,0 1 0 0 0,0-1-1 0 0,0 1 1 0 0,1-1 0 0 0,-1 0-1 0 0,0 0 1 0 0,1 0 0 0 0,-1 1-1 0 0,1-1 1 0 0,-1-1 0 0 0,1 1 0 0 0,0 0-1 0 0,-1 0 1 0 0,3 0 0 0 0,10 5 204 0 0,1-2 0 0 0,0 0 1 0 0,0 0-1 0 0,0-1 1 0 0,0-1-1 0 0,22 0 1 0 0,94-5 118 0 0,-124 3-409 0 0,45-6 288 0 0,56-12 0 0 0,-46 6-2062 0 0,-1 3-4199 0 0,-38 6-496 0 0</inkml:trace>
</inkml:ink>
</file>

<file path=ppt/ink/ink20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1:18.007"/>
    </inkml:context>
    <inkml:brush xml:id="br0">
      <inkml:brushProperty name="width" value="0.1" units="cm"/>
      <inkml:brushProperty name="height" value="0.1" units="cm"/>
      <inkml:brushProperty name="color" value="#F6630D"/>
    </inkml:brush>
  </inkml:definitions>
  <inkml:trace contextRef="#ctx0" brushRef="#br0">161 581 6913 0 0,'-19'-19'1574'0'0,"2"-1"0"0"0,0-1 0 0 0,1-1 0 0 0,1 0 0 0 0,1-1 0 0 0,-12-28 0 0 0,19 37-1255 0 0,1 0 1 0 0,1-1 0 0 0,0 0 0 0 0,1 0-1 0 0,1 0 1 0 0,0-1 0 0 0,1 1-1 0 0,1-1 1 0 0,0 1 0 0 0,1-1 0 0 0,4-29-1 0 0,-1 34-294 0 0,0 1-1 0 0,0 0 1 0 0,1 0-1 0 0,0 1 0 0 0,1-1 1 0 0,0 1-1 0 0,1 0 1 0 0,0 0-1 0 0,0 1 0 0 0,0 0 1 0 0,1 0-1 0 0,1 0 1 0 0,15-12-1 0 0,-16 14-11 0 0,1 0 1 0 0,0 1-1 0 0,0 0 0 0 0,0 0 1 0 0,1 1-1 0 0,0 0 0 0 0,0 0 1 0 0,0 1-1 0 0,0 0 0 0 0,1 1 1 0 0,-1 0-1 0 0,0 1 0 0 0,1-1 0 0 0,0 2 1 0 0,13 0-1 0 0,-20 0-46 0 0,1 0-1 0 0,-1 1 1 0 0,0-1 0 0 0,1 1-1 0 0,-1 0 1 0 0,0 0-1 0 0,0 0 1 0 0,0 1 0 0 0,0-1-1 0 0,0 1 1 0 0,0-1-1 0 0,0 1 1 0 0,0 0 0 0 0,-1 0-1 0 0,1 0 1 0 0,-1 0-1 0 0,1 1 1 0 0,-1-1 0 0 0,3 4-1 0 0,-3-1-72 0 0,0-1-1 0 0,1 1 0 0 0,-1 0 0 0 0,-1 0 1 0 0,1 0-1 0 0,-1 0 0 0 0,0 0 0 0 0,0 0 0 0 0,0 0 1 0 0,-1 1-1 0 0,0 5 0 0 0,-2 12-280 0 0,0 0-1 0 0,-2 0 0 0 0,-1 0 0 0 0,-9 29 1 0 0,-4 6-231 0 0,-24 87-256 0 0,37-122 333 0 0,1-1 1 0 0,1 1 0 0 0,1 0 0 0 0,2 33 0 0 0,0-50 390 0 0,1-1 0 0 0,0 1 1 0 0,0 0-1 0 0,0 0 0 0 0,1-1 1 0 0,0 1-1 0 0,0-1 0 0 0,0 1 1 0 0,1-1-1 0 0,-1 0 0 0 0,1 0 1 0 0,1 0-1 0 0,-1 0 0 0 0,1 0 1 0 0,0-1-1 0 0,0 0 0 0 0,0 0 1 0 0,0 0-1 0 0,1 0 0 0 0,-1-1 1 0 0,1 1-1 0 0,0-1 0 0 0,11 5 1 0 0,-10-6 269 0 0,1 1 0 0 0,0-1 0 0 0,0-1 0 0 0,0 1 0 0 0,0-1 0 0 0,0 0 0 0 0,1-1 0 0 0,-1 1 0 0 0,0-1 0 0 0,0-1 0 0 0,1 0 0 0 0,-1 0 0 0 0,0 0 0 0 0,0-1 0 0 0,0 0 1 0 0,0 0-1 0 0,-1-1 0 0 0,1 1 0 0 0,7-6 0 0 0,-3 2 337 0 0,-1 0 0 0 0,0-1 0 0 0,0-1 0 0 0,0 1 1 0 0,-1-2-1 0 0,-1 1 0 0 0,1-1 0 0 0,-2-1 0 0 0,11-14 0 0 0,-15 20-283 0 0,-1 0 0 0 0,0 0-1 0 0,0 0 1 0 0,0-1 0 0 0,-1 1-1 0 0,1-1 1 0 0,-1 1-1 0 0,0-1 1 0 0,0 0 0 0 0,-1 1-1 0 0,1-1 1 0 0,-1 0-1 0 0,0 0 1 0 0,0 1 0 0 0,-1-1-1 0 0,1 0 1 0 0,-1 1 0 0 0,0-1-1 0 0,-1 0 1 0 0,1 1-1 0 0,-1-1 1 0 0,0 1 0 0 0,0 0-1 0 0,0 0 1 0 0,0-1 0 0 0,-6-6-1 0 0,1 3-81 0 0,-1 0 0 0 0,0 1 0 0 0,0 0-1 0 0,0 0 1 0 0,0 1 0 0 0,-1 0 0 0 0,0 0 0 0 0,-1 1-1 0 0,1 0 1 0 0,-1 1 0 0 0,0 0 0 0 0,0 0 0 0 0,0 1-1 0 0,-1 1 1 0 0,1 0 0 0 0,-15-2 0 0 0,-19 1-101 0 0,0 1 1 0 0,-72 6-1 0 0,64-1-320 0 0,36-3-673 0 0,0 1 0 0 0,0 1 0 0 0,-30 7 0 0 0</inkml:trace>
</inkml:ink>
</file>

<file path=ppt/ink/ink20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1:19"/>
    </inkml:context>
    <inkml:brush xml:id="br0">
      <inkml:brushProperty name="width" value="0.1" units="cm"/>
      <inkml:brushProperty name="height" value="0.1" units="cm"/>
      <inkml:brushProperty name="color" value="#F6630D"/>
    </inkml:brush>
  </inkml:definitions>
  <inkml:trace contextRef="#ctx0" brushRef="#br0">96 160 5529 0 0,'-42'-67'4979'0'0,"-11"-25"5175"0"0,60 95-9469 0 0,8 10-307 0 0,-8 1-267 0 0,1 0 0 0 0,-2 1 1 0 0,0 0-1 0 0,-1 0 1 0 0,4 17-1 0 0,12 81 92 0 0,-17-89-142 0 0,27 286 238 0 0,-13-92-491 0 0,-14-188 4 0 0,1 1 1 0 0,2 0 0 0 0,1-1-1 0 0,20 50 1 0 0,-17-56-3694 0 0,19 32-1 0 0</inkml:trace>
</inkml:ink>
</file>

<file path=ppt/ink/ink20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1:19.431"/>
    </inkml:context>
    <inkml:brush xml:id="br0">
      <inkml:brushProperty name="width" value="0.1" units="cm"/>
      <inkml:brushProperty name="height" value="0.1" units="cm"/>
      <inkml:brushProperty name="color" value="#F6630D"/>
    </inkml:brush>
  </inkml:definitions>
  <inkml:trace contextRef="#ctx0" brushRef="#br0">7 431 11979 0 0,'4'-3'909'0'0,"0"-1"1"0"0,0 0 0 0 0,0 0 0 0 0,0 0 0 0 0,-1-1 0 0 0,4-5 0 0 0,25-47 673 0 0,-19 31-1735 0 0,-1-2 0 0 0,11-42 0 0 0,-16 42 150 0 0,4-40 0 0 0,-10 59 95 0 0,-1 0 0 0 0,0 0 0 0 0,0 0 0 0 0,0 0 0 0 0,-1 0-1 0 0,0 1 1 0 0,-1-1 0 0 0,-5-15 0 0 0,7 22-69 0 0,-1 1 1 0 0,0-1-1 0 0,0 1 1 0 0,0-1-1 0 0,1 1 0 0 0,-1 0 1 0 0,0 0-1 0 0,0-1 0 0 0,-1 1 1 0 0,1 0-1 0 0,0 0 1 0 0,0 0-1 0 0,-1 0 0 0 0,1 0 1 0 0,0 1-1 0 0,-1-1 1 0 0,1 0-1 0 0,-1 1 0 0 0,1-1 1 0 0,-1 0-1 0 0,1 1 0 0 0,-1 0 1 0 0,1-1-1 0 0,-1 1 1 0 0,0 0-1 0 0,1 0 0 0 0,-1 0 1 0 0,1 0-1 0 0,-1 0 1 0 0,0 0-1 0 0,1 1 0 0 0,-1-1 1 0 0,1 0-1 0 0,-1 1 0 0 0,1-1 1 0 0,-1 1-1 0 0,1 0 1 0 0,-1-1-1 0 0,1 1 0 0 0,0 0 1 0 0,-1 0-1 0 0,0 1 1 0 0,-4 1 6 0 0,0 1 0 0 0,1 0 0 0 0,-1 0 0 0 0,1 1 1 0 0,0-1-1 0 0,0 1 0 0 0,1 0 0 0 0,-7 10 1 0 0,8-10-48 0 0,1 1 0 0 0,0 0 1 0 0,0-1-1 0 0,1 1 1 0 0,0 0-1 0 0,0 0 1 0 0,0 0-1 0 0,0 0 0 0 0,1 0 1 0 0,0 0-1 0 0,0 0 1 0 0,1 0-1 0 0,0 0 0 0 0,0 0 1 0 0,0 0-1 0 0,1 0 1 0 0,0 0-1 0 0,0 0 1 0 0,3 6-1 0 0,5 10 20 0 0,1-1 0 0 0,1 0 0 0 0,21 28 0 0 0,-21-33 57 0 0,0 0 0 0 0,1-1 0 0 0,1 0 0 0 0,0-1 0 0 0,1-1 0 0 0,29 21 0 0 0,-35-29-305 0 0,1 0 0 0 0,-1 0-1 0 0,1 0 1 0 0,0-1 0 0 0,20 4-1 0 0,-21-6-631 0 0,0 0-1 0 0,0-1 0 0 0,0-1 0 0 0,0 0 0 0 0,0 0 1 0 0,0-1-1 0 0,16-2 0 0 0,-3-3-4865 0 0</inkml:trace>
</inkml:ink>
</file>

<file path=ppt/ink/ink20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1:19.731"/>
    </inkml:context>
    <inkml:brush xml:id="br0">
      <inkml:brushProperty name="width" value="0.1" units="cm"/>
      <inkml:brushProperty name="height" value="0.1" units="cm"/>
      <inkml:brushProperty name="color" value="#F6630D"/>
    </inkml:brush>
  </inkml:definitions>
  <inkml:trace contextRef="#ctx0" brushRef="#br0">33 188 3225 0 0,'0'0'54'0'0,"-11"-24"93"0"0,-7 12 6374 0 0,17 13-6351 0 0,1 0 54 0 0,-1 0 0 0 0,1 0-1 0 0,0 0 1 0 0,-1 0 0 0 0,1 0 0 0 0,0 0 0 0 0,-1 0 0 0 0,1 0 0 0 0,0 0 0 0 0,0 0 0 0 0,0 0-1 0 0,0 0 1 0 0,0 0 0 0 0,0 0 0 0 0,0 0 0 0 0,1 0 0 0 0,-1 0 0 0 0,0 0 0 0 0,0 0 0 0 0,1 0-1 0 0,-1 0 1 0 0,1 1 0 0 0,10 25 1301 0 0,-10-26-1394 0 0,7 15 480 0 0,1-1 0 0 0,1 0 0 0 0,0 0 0 0 0,2-1 0 0 0,17 18 0 0 0,-1-5-122 0 0,46 34 0 0 0,-72-59-463 0 0,1 0-1 0 0,0 0 1 0 0,0 0 0 0 0,-1 0-1 0 0,1 0 1 0 0,0-1 0 0 0,1 0-1 0 0,-1 1 1 0 0,0-1 0 0 0,0 0 0 0 0,1 0-1 0 0,-1-1 1 0 0,0 1 0 0 0,1-1-1 0 0,-1 1 1 0 0,0-1 0 0 0,1 0-1 0 0,-1-1 1 0 0,1 1 0 0 0,-1 0-1 0 0,4-2 1 0 0,-3 0 23 0 0,-1 1-1 0 0,0-1 1 0 0,0 0-1 0 0,0-1 1 0 0,0 1-1 0 0,-1 0 1 0 0,1-1 0 0 0,0 0-1 0 0,-1 1 1 0 0,0-1-1 0 0,0 0 1 0 0,0 0-1 0 0,0 0 1 0 0,0-1-1 0 0,0 1 1 0 0,-1 0 0 0 0,0-1-1 0 0,1 1 1 0 0,0-7-1 0 0,7-29 647 0 0,8-78 0 0 0,-2 9-2387 0 0,3 37-4374 0 0,-10 50-1130 0 0</inkml:trace>
</inkml:ink>
</file>

<file path=ppt/ink/ink20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1:20.049"/>
    </inkml:context>
    <inkml:brush xml:id="br0">
      <inkml:brushProperty name="width" value="0.1" units="cm"/>
      <inkml:brushProperty name="height" value="0.1" units="cm"/>
      <inkml:brushProperty name="color" value="#F6630D"/>
    </inkml:brush>
  </inkml:definitions>
  <inkml:trace contextRef="#ctx0" brushRef="#br0">1 467 1840 0 0,'0'1'40'0'0,"1"1"0"0"0,0 0-1 0 0,0 0 1 0 0,0-1 0 0 0,0 1 0 0 0,0-1-1 0 0,0 1 1 0 0,0-1 0 0 0,1 1-1 0 0,-1-1 1 0 0,0 0 0 0 0,1 1-1 0 0,-1-1 1 0 0,1 0 0 0 0,0 0 0 0 0,-1 0-1 0 0,1 0 1 0 0,0-1 0 0 0,-1 1-1 0 0,1 0 1 0 0,0-1 0 0 0,0 1-1 0 0,0-1 1 0 0,0 0 0 0 0,3 1-1 0 0,1-2 343 0 0,1 0-1 0 0,-1 0 0 0 0,0-1 0 0 0,1 0 1 0 0,-1 0-1 0 0,9-4 0 0 0,1-2-95 0 0,1 0 0 0 0,-2-1 0 0 0,1-1 0 0 0,-1 0 0 0 0,-1-1 0 0 0,0-1 0 0 0,0 0 0 0 0,-1-1 0 0 0,-1-1 0 0 0,0 0 0 0 0,-1 0 0 0 0,0-1 0 0 0,15-29 0 0 0,-18 27 409 0 0,0 1 0 0 0,-1-2 0 0 0,-1 1 1 0 0,-1-1-1 0 0,0 0 0 0 0,-1 0 1 0 0,-1 0-1 0 0,1-25 0 0 0,-4 35-350 0 0,-1 1 1 0 0,0-1-1 0 0,0 1 1 0 0,-1-1-1 0 0,0 1 0 0 0,0 0 1 0 0,-1 0-1 0 0,-6-13 1 0 0,8 18-254 0 0,0 1 0 0 0,0-1 0 0 0,0 0 1 0 0,0 0-1 0 0,-1 1 0 0 0,1-1 0 0 0,0 1 1 0 0,-1-1-1 0 0,0 1 0 0 0,1-1 1 0 0,-1 1-1 0 0,0 0 0 0 0,1 0 0 0 0,-1 0 1 0 0,-3-1-1 0 0,3 2-48 0 0,1 0 1 0 0,-1-1-1 0 0,1 1 1 0 0,-1 0-1 0 0,0 1 0 0 0,1-1 1 0 0,-1 0-1 0 0,1 0 1 0 0,-1 1-1 0 0,0-1 0 0 0,1 1 1 0 0,-1-1-1 0 0,1 1 1 0 0,-1 0-1 0 0,1-1 0 0 0,0 1 1 0 0,-1 0-1 0 0,1 0 1 0 0,0 0-1 0 0,-1 0 0 0 0,1 0 1 0 0,0 1-1 0 0,-1 0 1 0 0,-4 6-61 0 0,0 0 1 0 0,1 0 0 0 0,0 1-1 0 0,1-1 1 0 0,0 1 0 0 0,0 0-1 0 0,0 0 1 0 0,1 1 0 0 0,1-1-1 0 0,0 1 1 0 0,0-1 0 0 0,1 1-1 0 0,0 0 1 0 0,0-1 0 0 0,1 1-1 0 0,1 0 1 0 0,0 0 0 0 0,0-1-1 0 0,4 17 1 0 0,-1-18-173 0 0,-1 0 0 0 0,2 0 1 0 0,-1 0-1 0 0,1 0 0 0 0,0-1 0 0 0,0 0 0 0 0,1 0 1 0 0,0-1-1 0 0,11 10 0 0 0,19 9-5881 0 0,-18-17 376 0 0</inkml:trace>
</inkml:ink>
</file>

<file path=ppt/ink/ink20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1:20.335"/>
    </inkml:context>
    <inkml:brush xml:id="br0">
      <inkml:brushProperty name="width" value="0.1" units="cm"/>
      <inkml:brushProperty name="height" value="0.1" units="cm"/>
      <inkml:brushProperty name="color" value="#F6630D"/>
    </inkml:brush>
  </inkml:definitions>
  <inkml:trace contextRef="#ctx0" brushRef="#br0">49 160 2745 0 0,'-3'-23'614'0'0,"-2"1"0"0"0,-9-29 0 0 0,-12-12 14267 0 0,25 76-12692 0 0,4 20-1339 0 0,19 74-79 0 0,44 268 418 0 0,-58-301-1079 0 0,23 151-894 0 0,-26-198 212 0 0</inkml:trace>
</inkml:ink>
</file>

<file path=ppt/ink/ink20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1:26.899"/>
    </inkml:context>
    <inkml:brush xml:id="br0">
      <inkml:brushProperty name="width" value="0.1" units="cm"/>
      <inkml:brushProperty name="height" value="0.1" units="cm"/>
      <inkml:brushProperty name="color" value="#F6630D"/>
    </inkml:brush>
  </inkml:definitions>
  <inkml:trace contextRef="#ctx0" brushRef="#br0">46 189 2304 0 0,'-5'-6'769'0'0,"1"0"-1"0"0,-1-1 1 0 0,1 1-1 0 0,-4-9 1 0 0,-5-9 1887 0 0,12 23-2412 0 0,0 0-1 0 0,0-1 1 0 0,1 1 0 0 0,-1-1-1 0 0,0 1 1 0 0,1-1 0 0 0,0 1-1 0 0,-1-1 1 0 0,1 1 0 0 0,0-1-1 0 0,0 1 1 0 0,-1-1-1 0 0,1 0 1 0 0,0 1 0 0 0,1-1-1 0 0,-1 1 1 0 0,0-1 0 0 0,0 1-1 0 0,1-1 1 0 0,-1 1-1 0 0,2-3 1 0 0,-1 0-17 0 0,2 1 0 0 0,-1-1 0 0 0,0 0-1 0 0,1 1 1 0 0,-1 0 0 0 0,1-1 0 0 0,6-5 0 0 0,1 1-72 0 0,0 1 1 0 0,0 0-1 0 0,1 0 1 0 0,19-9 0 0 0,-26 14-86 0 0,1 0 0 0 0,-1 1 1 0 0,1-1-1 0 0,0 1 0 0 0,-1 0 1 0 0,1 0-1 0 0,0 1 0 0 0,0-1 1 0 0,0 1-1 0 0,0 0 0 0 0,-1 1 1 0 0,1-1-1 0 0,0 1 0 0 0,0 0 1 0 0,0 0-1 0 0,5 2 0 0 0,-7-2-51 0 0,0 1 0 0 0,0 0 0 0 0,0-1 0 0 0,-1 1-1 0 0,1 0 1 0 0,-1 0 0 0 0,1 0 0 0 0,-1 1 0 0 0,0-1 0 0 0,0 0 0 0 0,0 1-1 0 0,0 0 1 0 0,0-1 0 0 0,-1 1 0 0 0,1 0 0 0 0,-1 0 0 0 0,1 0-1 0 0,-1 0 1 0 0,0 0 0 0 0,-1 0 0 0 0,1 0 0 0 0,0 0 0 0 0,-1 1 0 0 0,0-1-1 0 0,1 4 1 0 0,-2 7-18 0 0,1 0 0 0 0,-2 0 0 0 0,0 0 0 0 0,0 0-1 0 0,-7 21 1 0 0,-30 67-20 0 0,13-36 12 0 0,-40 82-5 0 0,20-50 45 0 0,45-96 15 0 0,0 0-1 0 0,0 0 0 0 0,0 1 1 0 0,0-1-1 0 0,1 0 1 0 0,-1 1-1 0 0,1-1 1 0 0,-1 1-1 0 0,1-1 0 0 0,0 0 1 0 0,0 1-1 0 0,0-1 1 0 0,0 1-1 0 0,0-1 0 0 0,1 1 1 0 0,-1-1-1 0 0,1 0 1 0 0,1 5-1 0 0,-1-5 22 0 0,1-1-1 0 0,-1 1 1 0 0,0-1 0 0 0,1 0-1 0 0,0 1 1 0 0,-1-1 0 0 0,1 0 0 0 0,0 0-1 0 0,-1 0 1 0 0,1 0 0 0 0,0 0-1 0 0,0 0 1 0 0,0 0 0 0 0,0-1-1 0 0,0 1 1 0 0,0-1 0 0 0,0 0-1 0 0,0 1 1 0 0,0-1 0 0 0,0 0-1 0 0,0 0 1 0 0,4-1 0 0 0,9 1 115 0 0,0-2 0 0 0,0 0 0 0 0,0-1 0 0 0,-1 0 1 0 0,16-6-1 0 0,74-31 153 0 0,-56 20-186 0 0,118-41-12 0 0,-94 38-6631 0 0,-45 14-452 0 0</inkml:trace>
</inkml:ink>
</file>

<file path=ppt/ink/ink20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1:27.490"/>
    </inkml:context>
    <inkml:brush xml:id="br0">
      <inkml:brushProperty name="width" value="0.1" units="cm"/>
      <inkml:brushProperty name="height" value="0.1" units="cm"/>
      <inkml:brushProperty name="color" value="#F6630D"/>
    </inkml:brush>
  </inkml:definitions>
  <inkml:trace contextRef="#ctx0" brushRef="#br0">0 67 9674 0 0,'2'-7'1299'0'0,"0"-1"1"0"0,0 1-1 0 0,1-1 0 0 0,0 1 0 0 0,0 0 1 0 0,0 0-1 0 0,7-9 0 0 0,-2 57 1086 0 0,4 135-2260 0 0,-8-90-853 0 0,3 0 1 0 0,31 138-1 0 0,-32-199-6608 0 0</inkml:trace>
</inkml:ink>
</file>

<file path=ppt/ink/ink20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1:27.947"/>
    </inkml:context>
    <inkml:brush xml:id="br0">
      <inkml:brushProperty name="width" value="0.1" units="cm"/>
      <inkml:brushProperty name="height" value="0.1" units="cm"/>
      <inkml:brushProperty name="color" value="#F6630D"/>
    </inkml:brush>
  </inkml:definitions>
  <inkml:trace contextRef="#ctx0" brushRef="#br0">51 42 3681 0 0,'0'-1'-19'0'0,"-21"-31"10563"0"0,19 36-9868 0 0,-4 13-471 0 0,1-1 0 0 0,0 1 0 0 0,2 0 0 0 0,-1 0 0 0 0,2 0 0 0 0,0 0 1 0 0,2 29-1 0 0,1-22-203 0 0,0 0 0 0 0,2 0 1 0 0,1 0-1 0 0,1 0 1 0 0,9 26-1 0 0,-11-43-2 0 0,0 0-1 0 0,0 0 1 0 0,0-1 0 0 0,1 1 0 0 0,0-1-1 0 0,0 0 1 0 0,1 0 0 0 0,-1 0 0 0 0,1-1 0 0 0,0 0-1 0 0,1 0 1 0 0,0 0 0 0 0,-1 0 0 0 0,1-1-1 0 0,1 0 1 0 0,-1 0 0 0 0,1-1 0 0 0,9 4 0 0 0,-11-5 97 0 0,1 0 0 0 0,0-1 1 0 0,0 0-1 0 0,0 0 1 0 0,-1 0-1 0 0,1-1 1 0 0,0 0-1 0 0,0 0 0 0 0,0-1 1 0 0,0 1-1 0 0,0-1 1 0 0,0 0-1 0 0,0-1 1 0 0,0 0-1 0 0,-1 0 0 0 0,1 0 1 0 0,-1 0-1 0 0,1-1 1 0 0,-1 0-1 0 0,0 0 1 0 0,0 0-1 0 0,8-8 0 0 0,-7 5 72 0 0,-1 1 1 0 0,1-1-1 0 0,-1 0 0 0 0,-1 0 0 0 0,1 0 0 0 0,-1-1 0 0 0,0 1 0 0 0,-1-1 1 0 0,0 0-1 0 0,0 0 0 0 0,0-1 0 0 0,2-11 0 0 0,-3 7 26 0 0,0 0 0 0 0,-1 1 1 0 0,0-1-1 0 0,-1 0 0 0 0,0 0 0 0 0,-1 0 0 0 0,-5-22 0 0 0,4 21-245 0 0,-2 0 0 0 0,0 0 0 0 0,0 0 0 0 0,-2 1 0 0 0,1-1 0 0 0,-1 1 0 0 0,-1 1 0 0 0,0-1 0 0 0,-1 1 0 0 0,0 0 0 0 0,-1 1 0 0 0,0 0 0 0 0,0 0 0 0 0,-1 1 0 0 0,-14-10 0 0 0,4 8-5245 0 0,-2 4-1773 0 0</inkml:trace>
</inkml:ink>
</file>

<file path=ppt/ink/ink20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1:28.676"/>
    </inkml:context>
    <inkml:brush xml:id="br0">
      <inkml:brushProperty name="width" value="0.1" units="cm"/>
      <inkml:brushProperty name="height" value="0.1" units="cm"/>
      <inkml:brushProperty name="color" value="#F6630D"/>
    </inkml:brush>
  </inkml:definitions>
  <inkml:trace contextRef="#ctx0" brushRef="#br0">25 27 9674 0 0,'-25'-27'8688'0'0,"28"43"-6070"0"0,7 22-2181 0 0,-1 1 0 0 0,5 65 0 0 0,-6 82-292 0 0,2 13-415 0 0,-5-146-298 0 0,18 73 0 0 0,1-52-5947 0 0,-12-45 258 0 0</inkml:trace>
</inkml:ink>
</file>

<file path=ppt/ink/ink20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1:29.551"/>
    </inkml:context>
    <inkml:brush xml:id="br0">
      <inkml:brushProperty name="width" value="0.1" units="cm"/>
      <inkml:brushProperty name="height" value="0.1" units="cm"/>
      <inkml:brushProperty name="color" value="#F6630D"/>
    </inkml:brush>
  </inkml:definitions>
  <inkml:trace contextRef="#ctx0" brushRef="#br0">79 275 10138 0 0,'-6'-8'1032'0'0,"2"4"-929"0"0,1 0-1 0 0,0 0 1 0 0,0 0 0 0 0,0 0-1 0 0,1-1 1 0 0,-1 1-1 0 0,1-1 1 0 0,0 1-1 0 0,-3-10 4749 0 0,6 7-3400 0 0,9-12-1626 0 0,-10 18 194 0 0,-12-37 502 0 0,10 34-253 0 0,0 0-1 0 0,0-1 1 0 0,1 1 0 0 0,-1-1-1 0 0,1 1 1 0 0,0-1 0 0 0,0 0-1 0 0,0 1 1 0 0,0-8 0 0 0,1 11-268 0 0,-1 2-12 0 0,1-1-47 0 0,0 1-230 0 0,0 0 198 0 0,-1 3-145 0 0,-7 31 274 0 0,1 1 1 0 0,2 0 0 0 0,2 0-1 0 0,1 0 1 0 0,1 0 0 0 0,3 0-1 0 0,1 1 1 0 0,1-1 0 0 0,2-1 0 0 0,2 1-1 0 0,1-1 1 0 0,15 39 0 0 0,-19-63-43 0 0,-1-1 1 0 0,1 0-1 0 0,1 0 1 0 0,0-1-1 0 0,0 0 1 0 0,1 0-1 0 0,0 0 1 0 0,0-1-1 0 0,1 0 1 0 0,14 12-1 0 0,-16-17-37 0 0,-1 1 0 0 0,1-1-1 0 0,0 0 1 0 0,-1-1 0 0 0,1 1 0 0 0,1-1 0 0 0,-1 0-1 0 0,0-1 1 0 0,0 0 0 0 0,1 0 0 0 0,-1 0-1 0 0,1 0 1 0 0,-1-1 0 0 0,0 0 0 0 0,1-1 0 0 0,-1 1-1 0 0,1-1 1 0 0,-1 0 0 0 0,11-4 0 0 0,-5 1 29 0 0,-1 0 1 0 0,0 0-1 0 0,0-1 0 0 0,0-1 1 0 0,-1 0-1 0 0,1 0 1 0 0,-2-1-1 0 0,1 0 1 0 0,-1-1-1 0 0,0 0 1 0 0,0-1-1 0 0,12-15 0 0 0,-13 12 95 0 0,0-1-1 0 0,0 0 1 0 0,-2 0 0 0 0,1 0-1 0 0,-2-1 1 0 0,0 0-1 0 0,0 0 1 0 0,-1 0-1 0 0,2-22 1 0 0,-3 13 34 0 0,-2 0 0 0 0,0 0 0 0 0,-2-1 1 0 0,0 1-1 0 0,-2 0 0 0 0,0 0 0 0 0,-1 0 1 0 0,-2 1-1 0 0,0-1 0 0 0,-2 1 0 0 0,0 1 1 0 0,-2-1-1 0 0,-11-20 0 0 0,17 36-123 0 0,-45-70 35 0 0,43 68-128 0 0,0 0 0 0 0,-1 0 1 0 0,0 1-1 0 0,-1 0 0 0 0,1 1 0 0 0,-15-11 0 0 0,21 17 8 0 0,0-1 1 0 0,1 0 0 0 0,-1 1-1 0 0,0-1 1 0 0,0 1 0 0 0,0 0-1 0 0,1-1 1 0 0,-1 1 0 0 0,0 0-1 0 0,0-1 1 0 0,0 1 0 0 0,0 0-1 0 0,0 0 1 0 0,0 0 0 0 0,0 0-1 0 0,0 0 1 0 0,1 0 0 0 0,-1 0-1 0 0,0 0 1 0 0,0 0 0 0 0,0 0-1 0 0,0 0 1 0 0,0 0 0 0 0,0 1-1 0 0,0-1 1 0 0,0 0 0 0 0,1 1-1 0 0,-1-1 1 0 0,0 1 0 0 0,0-1-1 0 0,0 1 1 0 0,1-1 0 0 0,-1 1-1 0 0,0 0 1 0 0,1-1 0 0 0,-1 1-1 0 0,1 0 1 0 0,-1-1 0 0 0,0 1-1 0 0,1 0 1 0 0,0 0 0 0 0,-1 0-1 0 0,1-1 1 0 0,-1 1 0 0 0,1 0-1 0 0,0 0 1 0 0,0 0 0 0 0,-1 1-1 0 0,-3 17-6413 0 0</inkml:trace>
</inkml:ink>
</file>

<file path=ppt/ink/ink2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1:29.884"/>
    </inkml:context>
    <inkml:brush xml:id="br0">
      <inkml:brushProperty name="width" value="0.1" units="cm"/>
      <inkml:brushProperty name="height" value="0.1" units="cm"/>
      <inkml:brushProperty name="color" value="#F6630D"/>
    </inkml:brush>
  </inkml:definitions>
  <inkml:trace contextRef="#ctx0" brushRef="#br0">34 1 12899 0 0,'0'0'21'0'0,"0"0"-1"0"0,0 0 1 0 0,0 0 0 0 0,0 0 0 0 0,0 0 0 0 0,0-1-1 0 0,0 1 1 0 0,-1 0 0 0 0,1 0 0 0 0,0 0 0 0 0,0 0 0 0 0,0 0-1 0 0,0 0 1 0 0,0 0 0 0 0,0 0 0 0 0,-1 0 0 0 0,1 0 0 0 0,0 0-1 0 0,0 0 1 0 0,0 0 0 0 0,0 0 0 0 0,0 0 0 0 0,0 0-1 0 0,-1 0 1 0 0,1 0 0 0 0,0 0 0 0 0,0 0 0 0 0,0 0 0 0 0,0 0-1 0 0,0 0 1 0 0,0 1 0 0 0,0-1 0 0 0,-1 0 0 0 0,1 0-1 0 0,0 0 1 0 0,0 0 0 0 0,0 0 0 0 0,0 0 0 0 0,0 0 0 0 0,0 0-1 0 0,0 0 1 0 0,0 1 0 0 0,0-1 0 0 0,0 0 0 0 0,0 0-1 0 0,-1 0 1 0 0,1 0 0 0 0,0 0 0 0 0,0 0 0 0 0,0 0 0 0 0,0 1-1 0 0,0-1 1 0 0,0 0 0 0 0,0 0 0 0 0,0 0 0 0 0,0 0-1 0 0,0 0 1 0 0,0 0 0 0 0,0 1 0 0 0,0-1 0 0 0,-6 17 313 0 0,-2 18 545 0 0,1 6-247 0 0,3 0 0 0 0,1 0 0 0 0,2 46 0 0 0,2-65-605 0 0,1-1 0 0 0,1 0 0 0 0,1 0 0 0 0,1 0 0 0 0,0 0 0 0 0,2-1 0 0 0,16 36 1 0 0,-20-50-11 0 0,0 0 1 0 0,1 0 0 0 0,0-1 0 0 0,0 0 0 0 0,0 1 0 0 0,1-2 0 0 0,0 1 0 0 0,0 0 0 0 0,0-1 0 0 0,0 0 0 0 0,1 0 0 0 0,-1-1 0 0 0,1 1 0 0 0,0-1 0 0 0,0 0-1 0 0,10 3 1 0 0,-11-5 18 0 0,-1-1 0 0 0,0 1 0 0 0,0-1-1 0 0,0 1 1 0 0,0-1 0 0 0,0 0 0 0 0,1-1-1 0 0,-1 1 1 0 0,0-1 0 0 0,0 0 0 0 0,0 0-1 0 0,0 0 1 0 0,0 0 0 0 0,0-1 0 0 0,0 0-1 0 0,-1 0 1 0 0,1 0 0 0 0,-1 0-1 0 0,1 0 1 0 0,-1-1 0 0 0,0 1 0 0 0,0-1-1 0 0,0 0 1 0 0,0 0 0 0 0,0 0 0 0 0,0 0-1 0 0,2-6 1 0 0,19-35-1272 0 0,-17 31 52 0 0</inkml:trace>
</inkml:ink>
</file>

<file path=ppt/ink/ink2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1:30.089"/>
    </inkml:context>
    <inkml:brush xml:id="br0">
      <inkml:brushProperty name="width" value="0.1" units="cm"/>
      <inkml:brushProperty name="height" value="0.1" units="cm"/>
      <inkml:brushProperty name="color" value="#F6630D"/>
    </inkml:brush>
  </inkml:definitions>
  <inkml:trace contextRef="#ctx0" brushRef="#br0">16 1 5529 0 0,'-1'5'488'0'0,"1"1"-392"0"0,1-1-96 0 0,-1-2 0 0 0,0 0 272 0 0,2 1 32 0 0,-2 4 8 0 0,0 5 1 0 0,-2 4 719 0 0,1 2 152 0 0,0-1 24 0 0,-2-2 9 0 0,2 1-1698 0 0,-2-4-327 0 0,0-2-72 0 0,0-3-16 0 0,2-5 696 0 0,2-6 136 0 0</inkml:trace>
</inkml:ink>
</file>

<file path=ppt/ink/ink2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1:30.250"/>
    </inkml:context>
    <inkml:brush xml:id="br0">
      <inkml:brushProperty name="width" value="0.1" units="cm"/>
      <inkml:brushProperty name="height" value="0.1" units="cm"/>
      <inkml:brushProperty name="color" value="#F6630D"/>
    </inkml:brush>
  </inkml:definitions>
  <inkml:trace contextRef="#ctx0" brushRef="#br0">17 13 8290 0 0,'-17'-12'12001'0'0,"18"16"-11833"0"0,-1-3-180 0 0,0 2-168 0 0,1-1-1 0 0,-1 1 1 0 0,1-1-1 0 0,0 0 1 0 0,-1 1-1 0 0,1-1 1 0 0,0 0-1 0 0,0 0 1 0 0,1 1-1 0 0,-1-1 1 0 0,3 4-1 0 0,4 0-696 0 0</inkml:trace>
</inkml:ink>
</file>

<file path=ppt/ink/ink2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1:30.501"/>
    </inkml:context>
    <inkml:brush xml:id="br0">
      <inkml:brushProperty name="width" value="0.1" units="cm"/>
      <inkml:brushProperty name="height" value="0.1" units="cm"/>
      <inkml:brushProperty name="color" value="#F6630D"/>
    </inkml:brush>
  </inkml:definitions>
  <inkml:trace contextRef="#ctx0" brushRef="#br0">22 2 11979 0 0,'0'0'121'0'0,"-1"0"0"0"0,1-1 0 0 0,-1 1 0 0 0,1 0 0 0 0,-1 0 0 0 0,1 0 1 0 0,-1 0-1 0 0,1 0 0 0 0,-1 0 0 0 0,0 0 0 0 0,1 0 0 0 0,-1 0 1 0 0,1 0-1 0 0,-1 0 0 0 0,1 0 0 0 0,-1 0 0 0 0,0 0 0 0 0,1 1 0 0 0,-1-1 1 0 0,1 0-1 0 0,-1 0 0 0 0,1 1 0 0 0,-1-1 0 0 0,1 0 0 0 0,0 1 1 0 0,-1-1-1 0 0,1 0 0 0 0,-1 1 0 0 0,1-1 0 0 0,-1 2 0 0 0,-5 19 2182 0 0,9 28-460 0 0,-2-45-1752 0 0,46 290 1638 0 0,5-103-5401 0 0,-44-169-2930 0 0</inkml:trace>
</inkml:ink>
</file>

<file path=ppt/ink/ink2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1:30.661"/>
    </inkml:context>
    <inkml:brush xml:id="br0">
      <inkml:brushProperty name="width" value="0.1" units="cm"/>
      <inkml:brushProperty name="height" value="0.1" units="cm"/>
      <inkml:brushProperty name="color" value="#F6630D"/>
    </inkml:brush>
  </inkml:definitions>
  <inkml:trace contextRef="#ctx0" brushRef="#br0">4 183 11979 0 0,'-1'0'96'0'0,"1"-1"0"0"0,-1 0 0 0 0,1 0 0 0 0,0 0 0 0 0,-1 0 1 0 0,1 0-1 0 0,0 0 0 0 0,0 1 0 0 0,0-1 0 0 0,0 0 0 0 0,-1 0 0 0 0,1 0 1 0 0,0 0-1 0 0,1 0 0 0 0,-1 0 0 0 0,0 0 0 0 0,0 0 0 0 0,0 0 1 0 0,1 0-1 0 0,-1 0 0 0 0,0 1 0 0 0,1-1 0 0 0,-1 0 0 0 0,0 0 1 0 0,1 0-1 0 0,-1 0 0 0 0,1 1 0 0 0,0-1 0 0 0,-1 0 0 0 0,1 1 0 0 0,0-1 1 0 0,-1 0-1 0 0,1 1 0 0 0,1-2 0 0 0,33-26 1563 0 0,-29 23-1402 0 0,16-10-78 0 0,0 1 0 0 0,46-22 1 0 0,12 1-3690 0 0,-71 31 2812 0 0,29-12-1690 0 0</inkml:trace>
</inkml:ink>
</file>

<file path=ppt/ink/ink2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1:31.298"/>
    </inkml:context>
    <inkml:brush xml:id="br0">
      <inkml:brushProperty name="width" value="0.1" units="cm"/>
      <inkml:brushProperty name="height" value="0.1" units="cm"/>
      <inkml:brushProperty name="color" value="#F6630D"/>
    </inkml:brush>
  </inkml:definitions>
  <inkml:trace contextRef="#ctx0" brushRef="#br0">180 103 5065 0 0,'-76'8'1153'0'0,"42"-3"3220"0"0,-36-1-1 0 0,110-13-808 0 0,-14 1-3240 0 0,97-13 522 0 0,136-3 1 0 0,50-8-1549 0 0,-203 13-1646 0 0,-76 12 849 0 0</inkml:trace>
</inkml:ink>
</file>

<file path=ppt/ink/ink2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1:31.600"/>
    </inkml:context>
    <inkml:brush xml:id="br0">
      <inkml:brushProperty name="width" value="0.1" units="cm"/>
      <inkml:brushProperty name="height" value="0.1" units="cm"/>
      <inkml:brushProperty name="color" value="#F6630D"/>
    </inkml:brush>
  </inkml:definitions>
  <inkml:trace contextRef="#ctx0" brushRef="#br0">1 28 7370 0 0,'0'-1'190'0'0,"0"0"0"0"0,0 0 0 0 0,1 1 0 0 0,-1-1 0 0 0,0 0 1 0 0,1 1-1 0 0,-1-1 0 0 0,0 0 0 0 0,1 1 0 0 0,-1-1 0 0 0,1 0 0 0 0,-1 1 1 0 0,1-1-1 0 0,-1 1 0 0 0,1-1 0 0 0,-1 1 0 0 0,1-1 0 0 0,-1 1 1 0 0,1-1-1 0 0,0 1 0 0 0,-1 0 0 0 0,1-1 0 0 0,0 1 0 0 0,0 0 1 0 0,-1-1-1 0 0,2 1 0 0 0,22-11 3267 0 0,-16 10-3138 0 0,-1 0 1 0 0,1 1-1 0 0,-1 0 1 0 0,1 0-1 0 0,-1 1 1 0 0,0 0-1 0 0,1 0 1 0 0,-1 1-1 0 0,0 0 1 0 0,0 0-1 0 0,0 1 1 0 0,0 0-1 0 0,0 0 1 0 0,-1 0-1 0 0,11 8 1 0 0,-8-6-235 0 0,-1 1 1 0 0,0 0 0 0 0,-1 1-1 0 0,1-1 1 0 0,-1 2 0 0 0,0-1-1 0 0,-1 1 1 0 0,0 0 0 0 0,0 0-1 0 0,-1 0 1 0 0,6 11 0 0 0,-9-11-46 0 0,1 1 0 0 0,-1 0 0 0 0,0 0-1 0 0,-1 1 1 0 0,0-1 0 0 0,-1 0 0 0 0,1 0 0 0 0,-2 1 0 0 0,1-1 0 0 0,-2 0 0 0 0,1 0 0 0 0,-1 0 0 0 0,-3 9 0 0 0,-4 9-38 0 0,0 0-1 0 0,-26 48 1 0 0,10-32-736 0 0,-3-1 1 0 0,-1-1-1 0 0,-49 52 1 0 0,69-83 38 0 0,-7 9-6250 0 0</inkml:trace>
</inkml:ink>
</file>

<file path=ppt/ink/ink2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1:31.998"/>
    </inkml:context>
    <inkml:brush xml:id="br0">
      <inkml:brushProperty name="width" value="0.1" units="cm"/>
      <inkml:brushProperty name="height" value="0.1" units="cm"/>
      <inkml:brushProperty name="color" value="#F6630D"/>
    </inkml:brush>
  </inkml:definitions>
  <inkml:trace contextRef="#ctx0" brushRef="#br0">0 2 10658 0 0,'2'-1'1144'0'0,"6"6"114"0"0,8 11 893 0 0,-6-1-1543 0 0,-1 0 1 0 0,-1 1-1 0 0,0 0 0 0 0,-2 1 0 0 0,1-1 1 0 0,-2 1-1 0 0,4 22 0 0 0,14 125 682 0 0,-12 149-1942 0 0,-10-231-1323 0 0,0-40-4818 0 0</inkml:trace>
</inkml:ink>
</file>

<file path=ppt/ink/ink2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1:32.344"/>
    </inkml:context>
    <inkml:brush xml:id="br0">
      <inkml:brushProperty name="width" value="0.1" units="cm"/>
      <inkml:brushProperty name="height" value="0.1" units="cm"/>
      <inkml:brushProperty name="color" value="#F6630D"/>
    </inkml:brush>
  </inkml:definitions>
  <inkml:trace contextRef="#ctx0" brushRef="#br0">46 40 8754 0 0,'3'-9'607'0'0,"-2"-22"8839"0"0,-13 54-7685 0 0,4-3-1555 0 0,1 0 0 0 0,1 1 1 0 0,1-1-1 0 0,0 1 0 0 0,2 1 0 0 0,1-1 0 0 0,0 1 0 0 0,2 22 0 0 0,1-29-216 0 0,0 1-1 0 0,1-1 1 0 0,0 1 0 0 0,1-1-1 0 0,1 0 1 0 0,1 0 0 0 0,0-1 0 0 0,1 1-1 0 0,0-1 1 0 0,1 0 0 0 0,17 25-1 0 0,-18-33-13 0 0,0 1-1 0 0,0-1 0 0 0,0 0 0 0 0,1 0 0 0 0,0-1 0 0 0,0 1 0 0 0,0-2 1 0 0,1 1-1 0 0,-1-1 0 0 0,1 0 0 0 0,0-1 0 0 0,1 0 0 0 0,-1 0 0 0 0,1-1 1 0 0,-1 0-1 0 0,1 0 0 0 0,-1-1 0 0 0,1 0 0 0 0,0 0 0 0 0,0-1 0 0 0,0 0 1 0 0,-1-1-1 0 0,1 0 0 0 0,14-4 0 0 0,-14 3 35 0 0,0 0 1 0 0,-1-1-1 0 0,1-1 0 0 0,-1 1 0 0 0,0-1 1 0 0,0 0-1 0 0,0-1 0 0 0,0 0 0 0 0,-1-1 1 0 0,0 1-1 0 0,0-1 0 0 0,0 0 1 0 0,-1-1-1 0 0,0 0 0 0 0,0 0 0 0 0,-1 0 1 0 0,0-1-1 0 0,0 0 0 0 0,0 0 1 0 0,-1 0-1 0 0,-1 0 0 0 0,1-1 0 0 0,3-14 1 0 0,-5 8 57 0 0,0 0 1 0 0,-1 0 0 0 0,0 0 0 0 0,-1 0-1 0 0,-1 0 1 0 0,0 0 0 0 0,-1 0-1 0 0,-1 0 1 0 0,0 1 0 0 0,-6-17 0 0 0,5 20-62 0 0,0 0 0 0 0,-1 0 0 0 0,0 0 0 0 0,0 0 0 0 0,-1 1 1 0 0,-1 0-1 0 0,0 0 0 0 0,0 0 0 0 0,-1 1 0 0 0,0 0 0 0 0,-1 1 1 0 0,1 0-1 0 0,-13-8 0 0 0,18 14-137 0 0,0 0 0 0 0,0 0 0 0 0,-1 0-1 0 0,1 1 1 0 0,0 0 0 0 0,-1-1 0 0 0,0 1 0 0 0,1 1 0 0 0,-1-1 0 0 0,1 0 0 0 0,-1 1 0 0 0,0 0 0 0 0,0 0 0 0 0,1 0-1 0 0,-1 0 1 0 0,0 0 0 0 0,1 1 0 0 0,-1 0 0 0 0,-5 1 0 0 0,-10 8-805 0 0</inkml:trace>
</inkml:ink>
</file>

<file path=ppt/ink/ink2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1:32.788"/>
    </inkml:context>
    <inkml:brush xml:id="br0">
      <inkml:brushProperty name="width" value="0.1" units="cm"/>
      <inkml:brushProperty name="height" value="0.1" units="cm"/>
      <inkml:brushProperty name="color" value="#F6630D"/>
    </inkml:brush>
  </inkml:definitions>
  <inkml:trace contextRef="#ctx0" brushRef="#br0">6 55 6913 0 0,'0'-1'135'0'0,"-1"0"0"0"0,0 0 0 0 0,1 0 0 0 0,-1 0 0 0 0,1 0 0 0 0,-1 0 0 0 0,1 0 0 0 0,0-1 0 0 0,-1 1 0 0 0,1 0 0 0 0,0 0 0 0 0,0-1 0 0 0,0 1 0 0 0,0 0 0 0 0,0 0 0 0 0,0-1 0 0 0,0 1 0 0 0,0 0 0 0 0,1 0 0 0 0,-1-1-1 0 0,0 1 1 0 0,1 0 0 0 0,-1 0 0 0 0,1 0 0 0 0,-1 0 0 0 0,1 0 0 0 0,0 0 0 0 0,-1 0 0 0 0,1 0 0 0 0,0 0 0 0 0,0 0 0 0 0,0 0 0 0 0,0 0 0 0 0,0 0 0 0 0,0 0 0 0 0,0 1 0 0 0,0-1 0 0 0,0 0 0 0 0,0 1 0 0 0,0-1 0 0 0,0 1 0 0 0,2-1-1 0 0,-1-1 51 0 0,1 1 0 0 0,0 0 0 0 0,-1-1 0 0 0,1 1-1 0 0,0 0 1 0 0,0 1 0 0 0,0-1 0 0 0,0 0 0 0 0,0 1-1 0 0,0 0 1 0 0,0-1 0 0 0,0 1 0 0 0,0 1 0 0 0,0-1-1 0 0,0 0 1 0 0,0 1 0 0 0,0-1 0 0 0,3 2-1 0 0,-1 1-72 0 0,-1 1-1 0 0,1-1 1 0 0,-1 1-1 0 0,0 0 1 0 0,0 0-1 0 0,0 0 1 0 0,0 1-1 0 0,-1-1 1 0 0,0 1-1 0 0,0 0 1 0 0,0 0-1 0 0,0 0 1 0 0,-1 0-1 0 0,0 1 1 0 0,2 7-1 0 0,3 11-169 0 0,-1 0 0 0 0,2 29 0 0 0,-7-44 46 0 0,5 48 528 0 0,-3 79 0 0 0,-3-96 482 0 0,-1-38-891 0 0,1 1 0 0 0,0 0 1 0 0,0 0-1 0 0,1 0 0 0 0,-1 0 1 0 0,1-1-1 0 0,-1 1 0 0 0,1 0 0 0 0,0 0 1 0 0,0-1-1 0 0,0 1 0 0 0,0 0 1 0 0,0-1-1 0 0,1 1 0 0 0,-1-1 0 0 0,1 0 1 0 0,0 1-1 0 0,0-1 0 0 0,0 0 1 0 0,2 3-1 0 0,0-4-44 0 0,-1 1 0 0 0,0-1 0 0 0,0 1 0 0 0,1-1 0 0 0,-1 0 0 0 0,1 0 0 0 0,-1-1 0 0 0,1 1 0 0 0,-1-1 0 0 0,1 1 0 0 0,-1-1 0 0 0,1 0 0 0 0,-1 0 0 0 0,1-1 1 0 0,0 1-1 0 0,3-2 0 0 0,32-7-19 0 0,0-2-1 0 0,43-18 1 0 0,4-1-4515 0 0,-66 23-2470 0 0</inkml:trace>
</inkml:ink>
</file>

<file path=ppt/ink/ink2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1:33.089"/>
    </inkml:context>
    <inkml:brush xml:id="br0">
      <inkml:brushProperty name="width" value="0.1" units="cm"/>
      <inkml:brushProperty name="height" value="0.1" units="cm"/>
      <inkml:brushProperty name="color" value="#F6630D"/>
    </inkml:brush>
  </inkml:definitions>
  <inkml:trace contextRef="#ctx0" brushRef="#br0">14 21 9674 0 0,'-14'-20'9522'0'0,"18"26"-9136"0"0,0 0 0 0 0,-1 1 0 0 0,0 0 0 0 0,0 0 0 0 0,-1-1-1 0 0,0 1 1 0 0,2 11 0 0 0,6 56-108 0 0,-6-35-82 0 0,-1-16-164 0 0,0 0 1 0 0,2-1 0 0 0,1 1-1 0 0,1-1 1 0 0,1 0 0 0 0,1-1-1 0 0,13 26 1 0 0,-18-41-49 0 0,0 1-1 0 0,1 0 1 0 0,0-1 0 0 0,0 0-1 0 0,0 0 1 0 0,1-1 0 0 0,0 1-1 0 0,0-1 1 0 0,0 0 0 0 0,0-1 0 0 0,1 0-1 0 0,0 0 1 0 0,0 0 0 0 0,0-1-1 0 0,1 0 1 0 0,-1 0 0 0 0,1 0-1 0 0,-1-1 1 0 0,1-1 0 0 0,0 1-1 0 0,0-1 1 0 0,-1-1 0 0 0,1 1-1 0 0,14-2 1 0 0,-8-1-518 0 0,0-1 0 0 0,-1-1 0 0 0,1 0-1 0 0,-1-1 1 0 0,0 0 0 0 0,0-1 0 0 0,16-10 0 0 0,-13 8-987 0 0,6-4-4709 0 0</inkml:trace>
</inkml:ink>
</file>

<file path=ppt/ink/ink2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1:33.295"/>
    </inkml:context>
    <inkml:brush xml:id="br0">
      <inkml:brushProperty name="width" value="0.1" units="cm"/>
      <inkml:brushProperty name="height" value="0.1" units="cm"/>
      <inkml:brushProperty name="color" value="#F6630D"/>
    </inkml:brush>
  </inkml:definitions>
  <inkml:trace contextRef="#ctx0" brushRef="#br0">193 49 3225 0 0,'-22'-18'-127'0'0,"-17"-6"6183"0"0,37 23-5681 0 0,0 0 0 0 0,-1 0-1 0 0,1 0 1 0 0,0 1 0 0 0,-1-1-1 0 0,1 0 1 0 0,0 1 0 0 0,-1 0-1 0 0,1-1 1 0 0,0 1 0 0 0,-1 0-1 0 0,1 0 1 0 0,-1 0 0 0 0,1 1 0 0 0,0-1-1 0 0,-1 1 1 0 0,1-1 0 0 0,0 1-1 0 0,-1 0 1 0 0,1 0 0 0 0,0 0-1 0 0,0 0 1 0 0,0 0 0 0 0,-1 0 0 0 0,1 1-1 0 0,1-1 1 0 0,-1 1 0 0 0,-3 2-1 0 0,0 2-118 0 0,0 1 0 0 0,1 0 0 0 0,0 0 0 0 0,0 0-1 0 0,0 1 1 0 0,1-1 0 0 0,0 1 0 0 0,0 0 0 0 0,1 0 0 0 0,0 0-1 0 0,-1 8 1 0 0,-1 16-59 0 0,-1 47 0 0 0,4-53 37 0 0,-5 88 179 0 0,0-37-1378 0 0,7 116 1 0 0,2-162-7003 0 0</inkml:trace>
</inkml:ink>
</file>

<file path=ppt/ink/ink2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1:34.343"/>
    </inkml:context>
    <inkml:brush xml:id="br0">
      <inkml:brushProperty name="width" value="0.1" units="cm"/>
      <inkml:brushProperty name="height" value="0.1" units="cm"/>
      <inkml:brushProperty name="color" value="#F6630D"/>
    </inkml:brush>
  </inkml:definitions>
  <inkml:trace contextRef="#ctx0" brushRef="#br0">181 348 8754 0 0,'-3'-1'344'0'0,"-1"1"0"0"0,0-1 0 0 0,0 1 0 0 0,1 0 1 0 0,-1 0-1 0 0,0 0 0 0 0,0 1 0 0 0,1-1 0 0 0,-1 1 0 0 0,0 0 0 0 0,-6 2 1 0 0,-38 20 1846 0 0,41-18-2035 0 0,1 0 0 0 0,0 0 0 0 0,0 0 0 0 0,0 1 0 0 0,1 0 0 0 0,0 0 0 0 0,0 0 0 0 0,0 1 0 0 0,1 0 0 0 0,0 0 0 0 0,0 0-1 0 0,1 0 1 0 0,0 0 0 0 0,0 1 0 0 0,1 0 0 0 0,0-1 0 0 0,-1 10 0 0 0,2-13-131 0 0,0 0 1 0 0,1 0-1 0 0,0 0 0 0 0,0 1 0 0 0,0-1 0 0 0,0 0 1 0 0,0 0-1 0 0,1 0 0 0 0,0 0 0 0 0,0 0 0 0 0,0 0 0 0 0,1 0 1 0 0,-1 0-1 0 0,1 0 0 0 0,0-1 0 0 0,0 1 0 0 0,0-1 1 0 0,0 1-1 0 0,1-1 0 0 0,-1 0 0 0 0,1 0 0 0 0,0 0 1 0 0,0 0-1 0 0,0 0 0 0 0,1-1 0 0 0,-1 1 0 0 0,0-1 1 0 0,1 0-1 0 0,0 0 0 0 0,-1 0 0 0 0,1 0 0 0 0,0-1 1 0 0,0 0-1 0 0,5 2 0 0 0,-5-2-21 0 0,-1-1 0 0 0,1 1 0 0 0,-1 0-1 0 0,1-1 1 0 0,0 0 0 0 0,-1 0 0 0 0,1 0 0 0 0,-1 0 0 0 0,1-1-1 0 0,-1 1 1 0 0,1-1 0 0 0,-1 0 0 0 0,1 0 0 0 0,-1 0 0 0 0,1-1 0 0 0,-1 1-1 0 0,5-4 1 0 0,-3 1 7 0 0,0 0 0 0 0,0 0 0 0 0,-1 0 1 0 0,0 0-1 0 0,1-1 0 0 0,-2 0 0 0 0,1 0 0 0 0,-1 0 0 0 0,6-9 0 0 0,-3-1 8 0 0,0 0-1 0 0,0 0 1 0 0,-2 0-1 0 0,0 0 1 0 0,0-1-1 0 0,-2 1 1 0 0,2-21-1 0 0,-5-27 244 0 0,-2 0 0 0 0,-4 0 0 0 0,-21-92 0 0 0,28 150-134 0 0,-1 0-1 0 0,-1-1 0 0 0,1 1 1 0 0,-1 0-1 0 0,1 0 0 0 0,-2 0 1 0 0,1 0-1 0 0,0 0 1 0 0,-1 1-1 0 0,0-1 0 0 0,-4-4 1 0 0,7 9-101 0 0,0 0 1 0 0,-1 0 0 0 0,1 0 0 0 0,0 1 0 0 0,0-1 0 0 0,-1 0-1 0 0,1 0 1 0 0,0 0 0 0 0,0 0 0 0 0,-1 0 0 0 0,1 1 0 0 0,0-1-1 0 0,0 0 1 0 0,-1 0 0 0 0,1 0 0 0 0,0 1 0 0 0,0-1-1 0 0,0 0 1 0 0,0 0 0 0 0,-1 1 0 0 0,1-1 0 0 0,0 0 0 0 0,0 1-1 0 0,0-1 1 0 0,0 0 0 0 0,0 0 0 0 0,0 1 0 0 0,0-1 0 0 0,0 0-1 0 0,0 1 1 0 0,0-1 0 0 0,0 0 0 0 0,0 0 0 0 0,0 1 0 0 0,0-1-1 0 0,0 0 1 0 0,0 1 0 0 0,0-1 0 0 0,-1 16 19 0 0,1-15-35 0 0,-1 32 6 0 0,1 0 1 0 0,2 0-1 0 0,1 0 0 0 0,1 0 1 0 0,2 0-1 0 0,11 32 0 0 0,74 184 3 0 0,-39-117-71 0 0,-46-114-41 0 0,4 8 45 0 0,16 33 1 0 0,-24-54-319 0 0,1 0 1 0 0,0 0 0 0 0,0 0 0 0 0,1 0 0 0 0,0 0-1 0 0,0 0 1 0 0,0-1 0 0 0,0 0 0 0 0,0 0-1 0 0,1 0 1 0 0,0-1 0 0 0,7 5 0 0 0,-3-5-1466 0 0</inkml:trace>
</inkml:ink>
</file>

<file path=ppt/ink/ink2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1:34.509"/>
    </inkml:context>
    <inkml:brush xml:id="br0">
      <inkml:brushProperty name="width" value="0.1" units="cm"/>
      <inkml:brushProperty name="height" value="0.1" units="cm"/>
      <inkml:brushProperty name="color" value="#F6630D"/>
    </inkml:brush>
  </inkml:definitions>
  <inkml:trace contextRef="#ctx0" brushRef="#br0">4 23 6449 0 0,'3'-23'1320'0'0,"-5"38"2627"0"0,-3 38 1190 0 0,11 101-1800 0 0,5-52-4761 0 0,-10-89 914 0 0,2 10-6072 0 0</inkml:trace>
</inkml:ink>
</file>

<file path=ppt/ink/ink2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1:34.699"/>
    </inkml:context>
    <inkml:brush xml:id="br0">
      <inkml:brushProperty name="width" value="0.1" units="cm"/>
      <inkml:brushProperty name="height" value="0.1" units="cm"/>
      <inkml:brushProperty name="color" value="#F6630D"/>
    </inkml:brush>
  </inkml:definitions>
  <inkml:trace contextRef="#ctx0" brushRef="#br0">14 32 13827 0 0,'-4'-10'608'0'0,"2"3"128"0"0,-1 2-584 0 0,2 1-152 0 0,1 2 216 0 0,0 1 8 0 0,0 0 8 0 0,0-1 0 0 0,0 5-752 0 0,-2 1-152 0 0,2 4-32 0 0,0 5-8 0 0,-1 3 624 0 0,2 2 88 0 0,2 1 96 0 0</inkml:trace>
</inkml:ink>
</file>

<file path=ppt/ink/ink2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1:35.161"/>
    </inkml:context>
    <inkml:brush xml:id="br0">
      <inkml:brushProperty name="width" value="0.1" units="cm"/>
      <inkml:brushProperty name="height" value="0.1" units="cm"/>
      <inkml:brushProperty name="color" value="#F6630D"/>
    </inkml:brush>
  </inkml:definitions>
  <inkml:trace contextRef="#ctx0" brushRef="#br0">252 133 4145 0 0,'-7'-13'924'0'0,"-1"2"-1"0"0,0-1 1 0 0,-1 1 0 0 0,0 0 0 0 0,-1 0 0 0 0,0 1-1 0 0,-1 1 1 0 0,-18-14 0 0 0,25 20-743 0 0,1 1 0 0 0,-1 0 0 0 0,0-1 0 0 0,1 1 0 0 0,-1 1 0 0 0,0-1 0 0 0,0 1 0 0 0,0-1 0 0 0,0 1 0 0 0,0 0 0 0 0,0 1 0 0 0,-1-1 0 0 0,1 1 0 0 0,0-1 0 0 0,0 1 0 0 0,0 1-1 0 0,-1-1 1 0 0,1 1 0 0 0,0-1 0 0 0,0 1 0 0 0,0 0 0 0 0,0 1 0 0 0,0-1 0 0 0,0 1 0 0 0,0-1 0 0 0,0 1 0 0 0,1 0 0 0 0,-1 1 0 0 0,1-1 0 0 0,-1 1 0 0 0,1-1 0 0 0,0 1 0 0 0,-4 4 0 0 0,6-5-168 0 0,-1-1-1 0 0,1 0 1 0 0,0 0-1 0 0,0 1 1 0 0,0-1-1 0 0,0 1 1 0 0,0-1-1 0 0,0 1 1 0 0,0 0 0 0 0,0-1-1 0 0,0 1 1 0 0,1 0-1 0 0,-1-1 1 0 0,1 1-1 0 0,-1 0 1 0 0,1 0-1 0 0,0-1 1 0 0,0 1 0 0 0,0 3-1 0 0,0-4-52 0 0,1 1 0 0 0,-1-1 0 0 0,1 0 0 0 0,0 0 0 0 0,-1 0 0 0 0,1 1 0 0 0,0-1 0 0 0,0 0 0 0 0,0 0 0 0 0,0 0 0 0 0,0 0 1 0 0,0 0-1 0 0,0-1 0 0 0,0 1 0 0 0,0 0 0 0 0,0 0 0 0 0,0-1 0 0 0,1 1 0 0 0,1 0 0 0 0,4 2-236 0 0,0-1 1 0 0,0-1-1 0 0,1 1 1 0 0,-1-1-1 0 0,0 0 0 0 0,1-1 1 0 0,13 0-1 0 0,31-11-495 0 0,-41 8 1048 0 0,-1 0 1 0 0,0 1-1 0 0,1 0 1 0 0,0 1-1 0 0,14 0 1 0 0,-23 1-176 0 0,1 0-1 0 0,0 1 1 0 0,0-1-1 0 0,0 1 1 0 0,-1 0-1 0 0,1 0 1 0 0,0 0 0 0 0,-1 0-1 0 0,1 0 1 0 0,-1 1-1 0 0,1-1 1 0 0,-1 1-1 0 0,1 0 1 0 0,-1-1-1 0 0,0 1 1 0 0,0 0 0 0 0,0 0-1 0 0,0 1 1 0 0,-1-1-1 0 0,1 0 1 0 0,0 1-1 0 0,-1-1 1 0 0,1 1 0 0 0,0 3-1 0 0,4 9-48 0 0,-2 0-1 0 0,0 0 0 0 0,0 0 1 0 0,-2 0-1 0 0,0 1 1 0 0,-1-1-1 0 0,0 1 1 0 0,-1 0-1 0 0,-1-1 0 0 0,0 1 1 0 0,-2-1-1 0 0,1 1 1 0 0,-2-1-1 0 0,0 0 1 0 0,-1 0-1 0 0,0-1 0 0 0,-1 1 1 0 0,-14 22-1 0 0,17-32-40 0 0,-2 0 0 0 0,1 0 0 0 0,0 0 0 0 0,-1-1 0 0 0,0 1-1 0 0,-9 6 1 0 0,13-11-79 0 0,0 1-1 0 0,0 0 0 0 0,0 0 1 0 0,0-1-1 0 0,0 1 0 0 0,0-1 1 0 0,-1 1-1 0 0,1-1 1 0 0,0 1-1 0 0,0-1 0 0 0,0 0 1 0 0,0 1-1 0 0,-1-1 0 0 0,1 0 1 0 0,0 0-1 0 0,0 0 1 0 0,0 0-1 0 0,-1 0 0 0 0,1 0 1 0 0,0 0-1 0 0,0 0 0 0 0,-1-1 1 0 0,1 1-1 0 0,0 0 1 0 0,0-1-1 0 0,0 1 0 0 0,0-1 1 0 0,0 0-1 0 0,0 1 0 0 0,0-1 1 0 0,0 0-1 0 0,0 1 1 0 0,0-1-1 0 0,0 0 0 0 0,0 0 1 0 0,0 0-1 0 0,0 0 0 0 0,1 0 1 0 0,-1 0-1 0 0,0 0 1 0 0,1 0-1 0 0,-1 0 0 0 0,0-2 1 0 0</inkml:trace>
</inkml:ink>
</file>

<file path=ppt/ink/ink2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1:35.399"/>
    </inkml:context>
    <inkml:brush xml:id="br0">
      <inkml:brushProperty name="width" value="0.1" units="cm"/>
      <inkml:brushProperty name="height" value="0.1" units="cm"/>
      <inkml:brushProperty name="color" value="#F6630D"/>
    </inkml:brush>
  </inkml:definitions>
  <inkml:trace contextRef="#ctx0" brushRef="#br0">5 1 8754 0 0,'0'0'181'0'0,"-1"1"-1"0"0,1-1 1 0 0,-1 0 0 0 0,1 1-1 0 0,0-1 1 0 0,-1 1 0 0 0,1-1 0 0 0,0 1-1 0 0,-1-1 1 0 0,1 1 0 0 0,0 0-1 0 0,0-1 1 0 0,0 1 0 0 0,-1-1-1 0 0,1 1 1 0 0,0 0 0 0 0,0-1 0 0 0,0 1-1 0 0,0-1 1 0 0,0 1 0 0 0,0 0-1 0 0,0-1 1 0 0,0 1 0 0 0,0-1-1 0 0,1 1 1 0 0,-1-1 0 0 0,0 2 0 0 0,5 25 1715 0 0,-4-22-1384 0 0,20 221 4942 0 0,-14-116-6739 0 0,-6-97 114 0 0,0 0-3925 0 0</inkml:trace>
</inkml:ink>
</file>

<file path=ppt/ink/ink2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1:35.590"/>
    </inkml:context>
    <inkml:brush xml:id="br0">
      <inkml:brushProperty name="width" value="0.1" units="cm"/>
      <inkml:brushProperty name="height" value="0.1" units="cm"/>
      <inkml:brushProperty name="color" value="#F6630D"/>
    </inkml:brush>
  </inkml:definitions>
  <inkml:trace contextRef="#ctx0" brushRef="#br0">11 22 8754 0 0,'-3'-9'-111'0'0,"-2"-4"2194"0"0,4 27-210 0 0,0 66-2709 0 0,0-14-2523 0 0,2-40 2901 0 0</inkml:trace>
</inkml:ink>
</file>

<file path=ppt/ink/ink2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1:35.907"/>
    </inkml:context>
    <inkml:brush xml:id="br0">
      <inkml:brushProperty name="width" value="0.1" units="cm"/>
      <inkml:brushProperty name="height" value="0.1" units="cm"/>
      <inkml:brushProperty name="color" value="#F6630D"/>
    </inkml:brush>
  </inkml:definitions>
  <inkml:trace contextRef="#ctx0" brushRef="#br0">8 1 5985 0 0,'-7'3'8265'0'0,"7"-3"-8125"0"0,3 18 1776 0 0,-3-16-2005 0 0,14 119 3151 0 0,-1 143 1 0 0,1 25-7202 0 0,-11-256 2812 0 0</inkml:trace>
</inkml:ink>
</file>

<file path=ppt/ink/ink2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1:42.226"/>
    </inkml:context>
    <inkml:brush xml:id="br0">
      <inkml:brushProperty name="width" value="0.1" units="cm"/>
      <inkml:brushProperty name="height" value="0.1" units="cm"/>
      <inkml:brushProperty name="color" value="#F6630D"/>
    </inkml:brush>
  </inkml:definitions>
  <inkml:trace contextRef="#ctx0" brushRef="#br0">0 106 12899 0 0,'8'-1'756'0'0,"0"0"0"0"0,0 0 1 0 0,-1-1-1 0 0,1 1 0 0 0,-1-2 0 0 0,1 1 1 0 0,6-4-1 0 0,56-30 304 0 0,-12 6-1531 0 0,-31 19-594 0 0,2-1-316 0 0</inkml:trace>
</inkml:ink>
</file>

<file path=ppt/ink/ink2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1:42.913"/>
    </inkml:context>
    <inkml:brush xml:id="br0">
      <inkml:brushProperty name="width" value="0.1" units="cm"/>
      <inkml:brushProperty name="height" value="0.1" units="cm"/>
      <inkml:brushProperty name="color" value="#F6630D"/>
    </inkml:brush>
  </inkml:definitions>
  <inkml:trace contextRef="#ctx0" brushRef="#br0">233 345 2761 0 0,'-5'-2'129'0'0,"0"1"0"0"0,-1 0 0 0 0,1 0 0 0 0,0 0 0 0 0,-1 1 0 0 0,1 0 0 0 0,0 0 0 0 0,-1 1 1 0 0,1-1-1 0 0,0 1 0 0 0,0 0 0 0 0,-1 0 0 0 0,1 1 0 0 0,-8 3 0 0 0,6-1 290 0 0,0 0-1 0 0,0 0 0 0 0,1 0 0 0 0,0 1 1 0 0,0 0-1 0 0,0 1 0 0 0,0-1 0 0 0,1 1 1 0 0,-5 7-1 0 0,-2 5 448 0 0,0 0-1 0 0,2 1 1 0 0,0 0-1 0 0,1 1 1 0 0,1 0 0 0 0,-7 28-1 0 0,14-44-888 0 0,0 0 0 0 0,0 1 0 0 0,1-1 0 0 0,-1 0 0 0 0,1 0 0 0 0,0 0 0 0 0,1 0 0 0 0,-1 0 0 0 0,0 1 0 0 0,1-1 0 0 0,2 7 0 0 0,-2-10 13 0 0,-1 0 0 0 0,1 0-1 0 0,-1 0 1 0 0,1 0 0 0 0,-1 0 0 0 0,1 0 0 0 0,-1 0-1 0 0,1-1 1 0 0,0 1 0 0 0,-1 0 0 0 0,1 0 0 0 0,0-1-1 0 0,0 1 1 0 0,0-1 0 0 0,0 1 0 0 0,-1 0-1 0 0,1-1 1 0 0,0 0 0 0 0,0 1 0 0 0,2 0 0 0 0,-2-1 1 0 0,1 0 0 0 0,0 0 0 0 0,-1 0 0 0 0,1 0 1 0 0,0-1-1 0 0,0 1 0 0 0,-1 0 0 0 0,1-1 0 0 0,0 1 1 0 0,-1-1-1 0 0,1 0 0 0 0,-1 0 0 0 0,1 1 0 0 0,-1-1 1 0 0,1 0-1 0 0,1-2 0 0 0,9-6 111 0 0,0-1-1 0 0,-1-1 1 0 0,-1 0 0 0 0,1-1-1 0 0,-2 0 1 0 0,0 0 0 0 0,0-1-1 0 0,-1 0 1 0 0,11-26-1 0 0,12-16 1946 0 0,-31 54-2016 0 0,0 1-1 0 0,1 0 0 0 0,-1 0 0 0 0,0-1 0 0 0,0 1 0 0 0,1 0 0 0 0,-1 0 0 0 0,0-1 1 0 0,1 1-1 0 0,-1 0 0 0 0,0 0 0 0 0,1 0 0 0 0,-1 0 0 0 0,1-1 0 0 0,-1 1 0 0 0,0 0 1 0 0,1 0-1 0 0,-1 0 0 0 0,1 0 0 0 0,-1 0 0 0 0,0 0 0 0 0,1 0 0 0 0,-1 0 0 0 0,0 0 1 0 0,1 0-1 0 0,-1 0 0 0 0,1 0 0 0 0,-1 1 0 0 0,0-1 0 0 0,1 0 0 0 0,-1 0 0 0 0,0 0 1 0 0,1 0-1 0 0,-1 1 0 0 0,0-1 0 0 0,1 0 0 0 0,-1 0 0 0 0,0 1 0 0 0,1-1 0 0 0,-1 0 1 0 0,0 0-1 0 0,0 1 0 0 0,1-1 0 0 0,-1 0 0 0 0,0 1 0 0 0,0-1 0 0 0,0 0 1 0 0,0 1-1 0 0,1-1 0 0 0,-1 0 0 0 0,0 1 0 0 0,0-1 0 0 0,0 1 0 0 0,18 33 118 0 0,-5-10-14 0 0,-10-20-152 0 0,0 0 0 0 0,1 0 0 0 0,0 0 0 0 0,0-1 0 0 0,0 0 1 0 0,0 0-1 0 0,0 0 0 0 0,1 0 0 0 0,-1 0 0 0 0,1-1 0 0 0,0 0 0 0 0,0 0 0 0 0,0 0 0 0 0,0-1 1 0 0,0 1-1 0 0,0-1 0 0 0,0-1 0 0 0,0 1 0 0 0,1-1 0 0 0,-1 1 0 0 0,0-2 0 0 0,0 1 1 0 0,1 0-1 0 0,-1-1 0 0 0,0 0 0 0 0,0 0 0 0 0,0-1 0 0 0,0 1 0 0 0,0-1 0 0 0,8-5 1 0 0,-6 4-239 0 0,1-1 1 0 0,-1 0-1 0 0,-1 0 1 0 0,1-1 0 0 0,-1 0-1 0 0,1 0 1 0 0,-2-1 0 0 0,1 1-1 0 0,0-1 1 0 0,-1-1 0 0 0,0 1-1 0 0,-1-1 1 0 0,1 1 0 0 0,-1-1-1 0 0,-1-1 1 0 0,1 1 0 0 0,-1 0-1 0 0,-1-1 1 0 0,4-12 0 0 0,-4-11-752 0 0,0 1 0 0 0,-2 0 0 0 0,-7-53 0 0 0,-1-26 3099 0 0,8 52-178 0 0,-1 0 3757 0 0,3 202-2046 0 0,17 197-3211 0 0,-4-230 211 0 0,3-46-2273 0 0,1-26-3709 0 0,-3-16-1919 0 0</inkml:trace>
</inkml:ink>
</file>

<file path=ppt/ink/ink2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1:43.367"/>
    </inkml:context>
    <inkml:brush xml:id="br0">
      <inkml:brushProperty name="width" value="0.1" units="cm"/>
      <inkml:brushProperty name="height" value="0.1" units="cm"/>
      <inkml:brushProperty name="color" value="#F6630D"/>
    </inkml:brush>
  </inkml:definitions>
  <inkml:trace contextRef="#ctx0" brushRef="#br0">16 108 10138 0 0,'-16'-108'8487'0'0,"32"174"-5465"0"0,-1-3-2860 0 0,-2 20 426 0 0,1 124 0 0 0,-6-70-1697 0 0,8-1-4818 0 0,-8-95-924 0 0</inkml:trace>
</inkml:ink>
</file>

<file path=ppt/ink/ink2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1:43.749"/>
    </inkml:context>
    <inkml:brush xml:id="br0">
      <inkml:brushProperty name="width" value="0.1" units="cm"/>
      <inkml:brushProperty name="height" value="0.1" units="cm"/>
      <inkml:brushProperty name="color" value="#F6630D"/>
    </inkml:brush>
  </inkml:definitions>
  <inkml:trace contextRef="#ctx0" brushRef="#br0">0 405 7834 0 0,'6'-2'575'0'0,"-1"0"0"0"0,0 0 1 0 0,0 0-1 0 0,0-1 0 0 0,0 0 1 0 0,0 0-1 0 0,-1 0 0 0 0,8-7 0 0 0,-9 7-314 0 0,7-6 252 0 0,0-1 0 0 0,-1 0 0 0 0,0-1 0 0 0,-1 0 0 0 0,0 0 0 0 0,-1-1 0 0 0,0 0 0 0 0,-1 0 0 0 0,7-17-1 0 0,4-19 98 0 0,13-53-1 0 0,-29 95-548 0 0,0 0 0 0 0,0 1 0 0 0,0-1 0 0 0,0 0 0 0 0,-1 1 0 0 0,0-1 0 0 0,0 0 1 0 0,-1 0-1 0 0,1 1 0 0 0,-3-10 0 0 0,2 14-54 0 0,1-1 0 0 0,-1 1 1 0 0,0-1-1 0 0,1 1 0 0 0,-1 0 1 0 0,0 0-1 0 0,0-1 0 0 0,0 1 0 0 0,0 0 1 0 0,0 0-1 0 0,0 0 0 0 0,0 0 1 0 0,0 0-1 0 0,0 0 0 0 0,0 0 1 0 0,0 1-1 0 0,-1-1 0 0 0,-1-1 1 0 0,1 2-25 0 0,0-1 1 0 0,0 1 0 0 0,-1 0-1 0 0,1 0 1 0 0,0 0 0 0 0,0 0-1 0 0,-1 0 1 0 0,1 0 0 0 0,0 0-1 0 0,-1 1 1 0 0,1-1 0 0 0,0 1 0 0 0,0 0-1 0 0,0-1 1 0 0,-3 3 0 0 0,0-2-84 0 0,1 1 0 0 0,0 0 0 0 0,0 1 1 0 0,0-1-1 0 0,0 1 0 0 0,1-1 0 0 0,-1 1 1 0 0,1 0-1 0 0,-1 1 0 0 0,1-1 0 0 0,0 0 1 0 0,0 1-1 0 0,1 0 0 0 0,-1 0 1 0 0,1-1-1 0 0,-4 9 0 0 0,4-5 17 0 0,0 0 1 0 0,1-1-1 0 0,-1 1 1 0 0,1 0-1 0 0,1 0 1 0 0,-1 0-1 0 0,1 0 0 0 0,0 0 1 0 0,1 0-1 0 0,1 7 1 0 0,4 14 64 0 0,1-1-1 0 0,2-1 1 0 0,1 1 0 0 0,16 32 0 0 0,-23-54 52 0 0,6 15 4 0 0,1-1-1 0 0,1-1 1 0 0,0 0 0 0 0,2 0-1 0 0,14 16 1 0 0,-22-29-188 0 0,0 1-1 0 0,1 0 1 0 0,0-1 0 0 0,0 0 0 0 0,0-1 0 0 0,0 1 0 0 0,1-1 0 0 0,0-1 0 0 0,0 1 0 0 0,0-1-1 0 0,0 0 1 0 0,0-1 0 0 0,1 1 0 0 0,-1-1 0 0 0,1-1 0 0 0,-1 0 0 0 0,10 1 0 0 0,-13-2-462 0 0,0-1 1 0 0,0 1 0 0 0,0-1 0 0 0,0 0 0 0 0,0 0 0 0 0,0 0 0 0 0,5-3 0 0 0,8-4-3772 0 0</inkml:trace>
</inkml:ink>
</file>

<file path=ppt/ink/ink2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1:44.051"/>
    </inkml:context>
    <inkml:brush xml:id="br0">
      <inkml:brushProperty name="width" value="0.1" units="cm"/>
      <inkml:brushProperty name="height" value="0.1" units="cm"/>
      <inkml:brushProperty name="color" value="#F6630D"/>
    </inkml:brush>
  </inkml:definitions>
  <inkml:trace contextRef="#ctx0" brushRef="#br0">0 142 5529 0 0,'3'3'5320'0'0,"12"18"-448"0"0,-2-4-3813 0 0,27 29 1 0 0,-33-40-845 0 0,0-1 0 0 0,0 0 0 0 0,0 0 0 0 0,1-1 0 0 0,0 0 0 0 0,0 0 0 0 0,0 0 0 0 0,0-1 0 0 0,0-1 0 0 0,14 3 0 0 0,-19-4-151 0 0,0-1 0 0 0,0 1 0 0 0,0-1 0 0 0,1 0-1 0 0,-1 0 1 0 0,0-1 0 0 0,0 1 0 0 0,0-1 0 0 0,0 1 0 0 0,0-1 0 0 0,0 0-1 0 0,0 0 1 0 0,0 0 0 0 0,0-1 0 0 0,0 1 0 0 0,0-1 0 0 0,0 1 0 0 0,-1-1-1 0 0,1 0 1 0 0,-1 0 0 0 0,0 0 0 0 0,1-1 0 0 0,-1 1 0 0 0,0 0 0 0 0,0-1 0 0 0,0 1-1 0 0,-1-1 1 0 0,1 0 0 0 0,-1 0 0 0 0,1 0 0 0 0,1-5 0 0 0,5-16 198 0 0,8-39-1 0 0,-13 45-871 0 0,2 1 0 0 0,0-1 0 0 0,1 1 0 0 0,15-33 0 0 0,-10 32-6557 0 0</inkml:trace>
</inkml:ink>
</file>

<file path=ppt/ink/ink2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1:44.400"/>
    </inkml:context>
    <inkml:brush xml:id="br0">
      <inkml:brushProperty name="width" value="0.1" units="cm"/>
      <inkml:brushProperty name="height" value="0.1" units="cm"/>
      <inkml:brushProperty name="color" value="#F6630D"/>
    </inkml:brush>
  </inkml:definitions>
  <inkml:trace contextRef="#ctx0" brushRef="#br0">40 277 5065 0 0,'-1'0'33'0'0,"1"1"0"0"0,0-1 1 0 0,0 0-1 0 0,-1 1 0 0 0,1-1 0 0 0,0 0 0 0 0,0 1 0 0 0,0-1 1 0 0,0 0-1 0 0,0 1 0 0 0,-1-1 0 0 0,1 1 0 0 0,0-1 0 0 0,0 0 1 0 0,0 1-1 0 0,0-1 0 0 0,0 1 0 0 0,0-1 0 0 0,0 0 0 0 0,0 1 1 0 0,0-1-1 0 0,0 1 0 0 0,1-1 0 0 0,-1 0 0 0 0,0 1 0 0 0,0-1 1 0 0,0 1-1 0 0,15-8 6341 0 0,-14 5-6041 0 0,8-8 421 0 0,-1-1 0 0 0,0 0-1 0 0,-1 0 1 0 0,0 0 0 0 0,-1-1-1 0 0,0 0 1 0 0,8-24 0 0 0,-11 27-696 0 0,0 0 0 0 0,-1 0 1 0 0,0-1-1 0 0,-1 1 0 0 0,0-1 1 0 0,-1 0-1 0 0,0 1 1 0 0,0-1-1 0 0,-1 0 0 0 0,0 1 1 0 0,0-1-1 0 0,-4-11 1 0 0,4 19-77 0 0,1 1 1 0 0,-1-1 0 0 0,1 1 0 0 0,-1-1 0 0 0,1 0 0 0 0,-1 1 0 0 0,0-1 0 0 0,0 1 0 0 0,0 0 0 0 0,0-1 0 0 0,0 1 0 0 0,0 0 0 0 0,0-1 0 0 0,0 1 0 0 0,0 0-1 0 0,-1 0 1 0 0,1 0 0 0 0,0 0 0 0 0,-1 0 0 0 0,1 0 0 0 0,-4-1 0 0 0,4 2-52 0 0,-1 0-1 0 0,0 0 1 0 0,1 0-1 0 0,-1 0 1 0 0,0 1 0 0 0,1-1-1 0 0,-1 0 1 0 0,1 1-1 0 0,-1-1 1 0 0,0 1 0 0 0,1 0-1 0 0,-1-1 1 0 0,1 1-1 0 0,0 0 1 0 0,-1 0 0 0 0,1 0-1 0 0,-3 2 1 0 0,-2 3-241 0 0,-1 0 1 0 0,1 1 0 0 0,1 0-1 0 0,-1 0 1 0 0,1 0 0 0 0,-7 16-1 0 0,8-17 255 0 0,1 1 0 0 0,0 1 0 0 0,1-1-1 0 0,0 0 1 0 0,0 1 0 0 0,0-1-1 0 0,1 1 1 0 0,0-1 0 0 0,1 1 0 0 0,0-1-1 0 0,0 1 1 0 0,0 0 0 0 0,1-1 0 0 0,0 1-1 0 0,1-1 1 0 0,4 14 0 0 0,-3-13 132 0 0,1 0 1 0 0,0 0-1 0 0,1 0 0 0 0,0-1 1 0 0,0 0-1 0 0,0 0 1 0 0,1 0-1 0 0,0-1 0 0 0,1 0 1 0 0,-1 0-1 0 0,1 0 1 0 0,0-1-1 0 0,0 0 0 0 0,12 6 1 0 0,-11-7-166 0 0,0 0 0 0 0,0 0 0 0 0,1-1 0 0 0,-1 0 0 0 0,1-1 0 0 0,0 0 0 0 0,-1 0 0 0 0,1 0 0 0 0,0-1 0 0 0,0-1 0 0 0,0 0 0 0 0,0 0 0 0 0,0-1 1 0 0,0 0-1 0 0,0 0 0 0 0,0-1 0 0 0,10-3 0 0 0,10-4-5128 0 0</inkml:trace>
</inkml:ink>
</file>

<file path=ppt/ink/ink2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1:44.622"/>
    </inkml:context>
    <inkml:brush xml:id="br0">
      <inkml:brushProperty name="width" value="0.1" units="cm"/>
      <inkml:brushProperty name="height" value="0.1" units="cm"/>
      <inkml:brushProperty name="color" value="#F6630D"/>
    </inkml:brush>
  </inkml:definitions>
  <inkml:trace contextRef="#ctx0" brushRef="#br0">128 185 4689 0 0,'-1'-18'572'0'0,"-1"0"1"0"0,-1 0-1 0 0,-10-35 1 0 0,12 49-70 0 0,-1-1 1 0 0,1 1-1 0 0,-1-1 1 0 0,0 1 0 0 0,0-1-1 0 0,-1 1 1 0 0,1 0 0 0 0,-1 0-1 0 0,0 0 1 0 0,0 0 0 0 0,0 1-1 0 0,-1-1 1 0 0,1 1 0 0 0,-1 0-1 0 0,0 0 1 0 0,0 0 0 0 0,0 0-1 0 0,0 1 1 0 0,-9-4 0 0 0,12 5-388 0 0,0 1 1 0 0,0 0 0 0 0,0 0 0 0 0,0 0 0 0 0,0 0-1 0 0,0 0 1 0 0,1 1 0 0 0,-1-1 0 0 0,0 0 0 0 0,0 0-1 0 0,0 0 1 0 0,0 1 0 0 0,0-1 0 0 0,0 1-1 0 0,0-1 1 0 0,1 1 0 0 0,-1-1 0 0 0,0 1 0 0 0,0-1-1 0 0,0 1 1 0 0,1-1 0 0 0,-1 1 0 0 0,0 0 0 0 0,1 0-1 0 0,-1-1 1 0 0,1 1 0 0 0,-1 0 0 0 0,1 0-1 0 0,-1 0 1 0 0,1 0 0 0 0,0-1 0 0 0,-1 1 0 0 0,1 0-1 0 0,0 0 1 0 0,0 0 0 0 0,-1 0 0 0 0,1 0 0 0 0,0 1-1 0 0,-5 45 429 0 0,4-37-274 0 0,-9 209 984 0 0,12-183-1714 0 0,7 36 1 0 0,-4-44-1540 0 0,1-1-1 0 0,10 26 1 0 0,-7-28-5213 0 0</inkml:trace>
</inkml:ink>
</file>

<file path=ppt/ink/ink2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1:44.796"/>
    </inkml:context>
    <inkml:brush xml:id="br0">
      <inkml:brushProperty name="width" value="0.1" units="cm"/>
      <inkml:brushProperty name="height" value="0.1" units="cm"/>
      <inkml:brushProperty name="color" value="#F6630D"/>
    </inkml:brush>
  </inkml:definitions>
  <inkml:trace contextRef="#ctx0" brushRef="#br0">0 31 4145 0 0,'22'-8'11282'0'0,"-15"5"-8441"0"0,-1 3-2529 0 0,-1-1-224 0 0,2-2-88 0 0,3-3 64 0 0,3-3-64 0 0</inkml:trace>
</inkml:ink>
</file>

<file path=ppt/ink/ink2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2:07.975"/>
    </inkml:context>
    <inkml:brush xml:id="br0">
      <inkml:brushProperty name="width" value="0.1" units="cm"/>
      <inkml:brushProperty name="height" value="0.1" units="cm"/>
      <inkml:brushProperty name="color" value="#F6630D"/>
    </inkml:brush>
  </inkml:definitions>
  <inkml:trace contextRef="#ctx0" brushRef="#br0">418 147 4145 0 0,'1'-6'127'0'0,"1"-4"746"0"0,-1 0-1 0 0,0-1 0 0 0,-1 1 0 0 0,0 0 0 0 0,0 0 0 0 0,-3-12 0 0 0,2 19-626 0 0,1 0 0 0 0,-1 1 0 0 0,-1-1 0 0 0,1 0 0 0 0,0 0 0 0 0,-1 1 1 0 0,0-1-1 0 0,1 1 0 0 0,-1-1 0 0 0,0 1 0 0 0,0 0 0 0 0,0 0 0 0 0,-1 0 0 0 0,1 0 0 0 0,0 0 0 0 0,-1 0 0 0 0,1 0 0 0 0,-1 1 0 0 0,0 0 0 0 0,0-1 0 0 0,1 1 0 0 0,-1 0 0 0 0,0 0 0 0 0,0 0 0 0 0,-4 0 0 0 0,-1-1 9 0 0,0 1 0 0 0,0 0-1 0 0,-1 0 1 0 0,1 1 0 0 0,0 0-1 0 0,0 0 1 0 0,-1 1 0 0 0,1 0 0 0 0,0 0-1 0 0,0 1 1 0 0,-15 5 0 0 0,12-2-49 0 0,0 0-1 0 0,1 1 1 0 0,0 0 0 0 0,0 0 0 0 0,0 1 0 0 0,1 0 0 0 0,-14 14-1 0 0,7-3-96 0 0,0 1 0 0 0,2 0 0 0 0,0 0 0 0 0,1 2 0 0 0,1-1 0 0 0,1 2 0 0 0,-13 37 0 0 0,16-39-100 0 0,1 1 0 0 0,2 0 0 0 0,0 1 0 0 0,1 0 0 0 0,1-1 0 0 0,1 1 0 0 0,1 41 0 0 0,2-55-3 0 0,0 0 1 0 0,0 0-1 0 0,1 0 0 0 0,0 0 0 0 0,0 0 0 0 0,1 0 1 0 0,0 0-1 0 0,0-1 0 0 0,1 1 0 0 0,0-1 0 0 0,0 0 1 0 0,1 0-1 0 0,0 0 0 0 0,0-1 0 0 0,0 0 1 0 0,1 0-1 0 0,0 0 0 0 0,0-1 0 0 0,1 0 0 0 0,-1 0 1 0 0,1 0-1 0 0,0-1 0 0 0,14 6 0 0 0,-10-6 7 0 0,0 0 0 0 0,-1-1 1 0 0,1-1-1 0 0,0 0 0 0 0,0 0 0 0 0,1-1 0 0 0,-1 0 0 0 0,0-1 1 0 0,0-1-1 0 0,1 1 0 0 0,-1-2 0 0 0,0 0 0 0 0,0 0 0 0 0,0-1 1 0 0,-1 0-1 0 0,14-6 0 0 0,-7 2-225 0 0,-1-1 0 0 0,-1-1-1 0 0,1 0 1 0 0,-1-1 0 0 0,-1 0 0 0 0,1-2 0 0 0,-2 1 0 0 0,0-2 0 0 0,17-19-1 0 0,22-41-3314 0 0,-40 56 2321 0 0</inkml:trace>
</inkml:ink>
</file>

<file path=ppt/ink/ink2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2:08.261"/>
    </inkml:context>
    <inkml:brush xml:id="br0">
      <inkml:brushProperty name="width" value="0.1" units="cm"/>
      <inkml:brushProperty name="height" value="0.1" units="cm"/>
      <inkml:brushProperty name="color" value="#F6630D"/>
    </inkml:brush>
  </inkml:definitions>
  <inkml:trace contextRef="#ctx0" brushRef="#br0">21 41 9674 0 0,'-2'-5'199'0'0,"-17"-31"8877"0"0,25 78-5756 0 0,66 218-2463 0 0,-6-24-807 0 0,-58-204-779 0 0,2-1 0 0 0,22 51 1 0 0,-21-60-618 0 0</inkml:trace>
</inkml:ink>
</file>

<file path=ppt/ink/ink2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2:08.722"/>
    </inkml:context>
    <inkml:brush xml:id="br0">
      <inkml:brushProperty name="width" value="0.1" units="cm"/>
      <inkml:brushProperty name="height" value="0.1" units="cm"/>
      <inkml:brushProperty name="color" value="#F6630D"/>
    </inkml:brush>
  </inkml:definitions>
  <inkml:trace contextRef="#ctx0" brushRef="#br0">0 431 4609 0 0,'6'-1'881'0'0,"0"0"0"0"0,1-1 0 0 0,-1 0 0 0 0,-1 0-1 0 0,1-1 1 0 0,0 1 0 0 0,-1-1 0 0 0,1-1 0 0 0,-1 1 0 0 0,0-1 0 0 0,7-5 0 0 0,10-10 1303 0 0,24-26 0 0 0,-40 39-2125 0 0,0-2-1 0 0,0 1 1 0 0,-1 0 0 0 0,0-1-1 0 0,-1 0 1 0 0,0-1 0 0 0,0 1-1 0 0,-1 0 1 0 0,0-1 0 0 0,0 0-1 0 0,-1 0 1 0 0,0 0-1 0 0,0 0 1 0 0,-1 0 0 0 0,0-9-1 0 0,-2-1 39 0 0,0 0 0 0 0,-1 0 0 0 0,-1 1 0 0 0,0-1 0 0 0,-1 1 0 0 0,-10-24 0 0 0,14 40-104 0 0,-1-1 0 0 0,0 1 0 0 0,1 0 0 0 0,-1 1 0 0 0,0-1 0 0 0,0 0 0 0 0,0 0 1 0 0,0 0-1 0 0,-1 1 0 0 0,1-1 0 0 0,0 0 0 0 0,-1 1 0 0 0,1-1 0 0 0,-1 1 0 0 0,0 0 0 0 0,1-1 1 0 0,-1 1-1 0 0,0 0 0 0 0,-3-2 0 0 0,3 3-9 0 0,0 0 0 0 0,0-1 0 0 0,1 1 0 0 0,-1 0 0 0 0,0 0 0 0 0,0 1 1 0 0,0-1-1 0 0,0 0 0 0 0,1 0 0 0 0,-1 1 0 0 0,0-1 0 0 0,0 1 0 0 0,1 0 0 0 0,-1-1 0 0 0,0 1 0 0 0,1 0 0 0 0,-1 0 0 0 0,-1 2 0 0 0,-2 0-15 0 0,1 1 0 0 0,-1 0-1 0 0,1 0 1 0 0,0 1-1 0 0,0-1 1 0 0,1 1-1 0 0,-1 0 1 0 0,1 0 0 0 0,0 0-1 0 0,1 0 1 0 0,-1 0-1 0 0,1 1 1 0 0,-2 6-1 0 0,2 1 85 0 0,0 1 0 0 0,1-1 0 0 0,0 0-1 0 0,1 1 1 0 0,1-1 0 0 0,0 0 0 0 0,1 0-1 0 0,0 0 1 0 0,1 0 0 0 0,6 15-1 0 0,-7-20-22 0 0,1-1-1 0 0,0 1 0 0 0,0-1 1 0 0,1 0-1 0 0,0 0 0 0 0,0 0 0 0 0,1 0 1 0 0,-1-1-1 0 0,2 0 0 0 0,-1 0 0 0 0,1 0 1 0 0,-1-1-1 0 0,2 0 0 0 0,-1 0 1 0 0,0 0-1 0 0,1-1 0 0 0,0 0 0 0 0,9 4 1 0 0,-7-6-360 0 0,-1 0 1 0 0,1-1-1 0 0,0 0 0 0 0,0 0 1 0 0,0-1-1 0 0,-1 0 1 0 0,1-1-1 0 0,0 0 1 0 0,0 0-1 0 0,16-6 1 0 0,-6 2-1087 0 0</inkml:trace>
</inkml:ink>
</file>

<file path=ppt/ink/ink2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2:09.340"/>
    </inkml:context>
    <inkml:brush xml:id="br0">
      <inkml:brushProperty name="width" value="0.1" units="cm"/>
      <inkml:brushProperty name="height" value="0.1" units="cm"/>
      <inkml:brushProperty name="color" value="#F6630D"/>
    </inkml:brush>
  </inkml:definitions>
  <inkml:trace contextRef="#ctx0" brushRef="#br0">180 79 4145 0 0,'-1'-6'690'0'0,"0"0"0"0"0,-1 0 0 0 0,0 0 0 0 0,0 0 0 0 0,-1 1 0 0 0,1-1 0 0 0,-1 1 0 0 0,0-1 0 0 0,-6-5 0 0 0,8 9-529 0 0,0 1 1 0 0,0 0-1 0 0,-1 0 0 0 0,1 0 0 0 0,0 0 1 0 0,-1 0-1 0 0,1 0 0 0 0,-1 0 0 0 0,1 0 1 0 0,-1 0-1 0 0,0 0 0 0 0,1 1 1 0 0,-1-1-1 0 0,0 1 0 0 0,1 0 0 0 0,-1-1 1 0 0,0 1-1 0 0,0 0 0 0 0,1 0 0 0 0,-1 0 1 0 0,0 0-1 0 0,0 0 0 0 0,1 0 0 0 0,-1 1 1 0 0,0-1-1 0 0,0 1 0 0 0,1-1 0 0 0,-1 1 1 0 0,0-1-1 0 0,1 1 0 0 0,-1 0 0 0 0,1 0 1 0 0,-1 0-1 0 0,1 0 0 0 0,-1 0 0 0 0,1 0 1 0 0,-2 2-1 0 0,-4 3 35 0 0,1 1-1 0 0,0 0 1 0 0,0 0 0 0 0,0 0 0 0 0,1 1-1 0 0,0 0 1 0 0,0 0 0 0 0,1 0 0 0 0,0 0-1 0 0,0 1 1 0 0,-3 12 0 0 0,0 4-61 0 0,1 0 0 0 0,-5 48 0 0 0,10-61-119 0 0,0-1 0 0 0,1 1 0 0 0,1 0 0 0 0,0-1 0 0 0,0 1 0 0 0,1-1 0 0 0,5 15 0 0 0,-7-24-31 0 0,1 0-1 0 0,0 1 1 0 0,0-1-1 0 0,0 1 1 0 0,0-1 0 0 0,0 0-1 0 0,0 0 1 0 0,0 1-1 0 0,1-1 1 0 0,-1 0-1 0 0,1 0 1 0 0,0 0 0 0 0,0-1-1 0 0,-1 1 1 0 0,1 0-1 0 0,0-1 1 0 0,0 1-1 0 0,0-1 1 0 0,1 0 0 0 0,-1 1-1 0 0,0-1 1 0 0,1 0-1 0 0,-1 0 1 0 0,0-1-1 0 0,1 1 1 0 0,-1 0 0 0 0,1-1-1 0 0,-1 0 1 0 0,1 1-1 0 0,-1-1 1 0 0,1 0-1 0 0,-1 0 1 0 0,1-1 0 0 0,-1 1-1 0 0,1 0 1 0 0,-1-1-1 0 0,1 1 1 0 0,3-3-1 0 0,1 1-156 0 0,-1-2 0 0 0,-1 1-1 0 0,1 0 1 0 0,0-1 0 0 0,-1 0-1 0 0,0 0 1 0 0,0-1 0 0 0,0 0-1 0 0,0 0 1 0 0,-1 0-1 0 0,0 0 1 0 0,0 0 0 0 0,0-1-1 0 0,0 0 1 0 0,-1 0 0 0 0,0 0-1 0 0,-1 0 1 0 0,1 0-1 0 0,1-10 1 0 0,3-10 100 0 0,-1 1 1 0 0,-1-1-1 0 0,2-42 0 0 0,-6 54 574 0 0,3-40 816 0 0,1 34 3937 0 0,-5 21-5133 0 0,1 1-103 0 0,0-1 1 0 0,0 1-1 0 0,1 0 1 0 0,-2 0-1 0 0,1 0 1 0 0,0 0 0 0 0,0 0-1 0 0,-1 0 1 0 0,1 1-1 0 0,0 2 1 0 0,4 14 61 0 0,3 1 11 0 0,1-1 1 0 0,1 0 0 0 0,0 0-1 0 0,1-1 1 0 0,2-1 0 0 0,27 32 0 0 0,-34-43-242 0 0,0-1 1 0 0,0 1-1 0 0,1-1 1 0 0,0-1 0 0 0,0 1-1 0 0,0-1 1 0 0,0-1 0 0 0,1 1-1 0 0,8 2 1 0 0,-9-4-293 0 0,-1-1 0 0 0,1 0 0 0 0,-1 0 0 0 0,1 0 1 0 0,-1-1-1 0 0,1 0 0 0 0,-1-1 0 0 0,1 1 0 0 0,-1-1 0 0 0,1 0 0 0 0,-1-1 1 0 0,0 1-1 0 0,7-4 0 0 0,-6 2-959 0 0,0 0 1 0 0,0-1-1 0 0,0 0 1 0 0,12-9-1 0 0</inkml:trace>
</inkml:ink>
</file>

<file path=ppt/ink/ink2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2:09.892"/>
    </inkml:context>
    <inkml:brush xml:id="br0">
      <inkml:brushProperty name="width" value="0.1" units="cm"/>
      <inkml:brushProperty name="height" value="0.1" units="cm"/>
      <inkml:brushProperty name="color" value="#F6630D"/>
    </inkml:brush>
  </inkml:definitions>
  <inkml:trace contextRef="#ctx0" brushRef="#br0">1 221 6529 0 0,'7'-40'7978'0'0,"33"-75"-2146"0"0,-38 109-5602 0 0,1 0 0 0 0,0 0 0 0 0,0 0 0 0 0,1 1 0 0 0,0-1 0 0 0,0 1 0 0 0,8-9 0 0 0,-11 13-189 0 0,0 0-1 0 0,0 0 0 0 0,0 0 1 0 0,1 0-1 0 0,-1 0 1 0 0,0 0-1 0 0,1 1 1 0 0,-1-1-1 0 0,0 0 1 0 0,1 1-1 0 0,-1-1 1 0 0,1 1-1 0 0,-1 0 1 0 0,1-1-1 0 0,-1 1 1 0 0,1 0-1 0 0,-1 0 1 0 0,1 0-1 0 0,-1 0 1 0 0,1 0-1 0 0,-1 0 0 0 0,1 0 1 0 0,-1 1-1 0 0,1-1 1 0 0,-1 1-1 0 0,1-1 1 0 0,-1 1-1 0 0,1-1 1 0 0,-1 1-1 0 0,0 0 1 0 0,1-1-1 0 0,-1 1 1 0 0,0 0-1 0 0,0 0 1 0 0,1 0-1 0 0,-1 0 1 0 0,2 2-1 0 0,2 4-54 0 0,1 0 0 0 0,-1 0 1 0 0,0 0-1 0 0,0 1 0 0 0,0-1 0 0 0,-1 1 0 0 0,3 10 0 0 0,19 63-191 0 0,-5-12 96 0 0,7-3 94 0 0,-28-65 14 0 0,0-1-1 0 0,0 0 1 0 0,0 0 0 0 0,0 0-1 0 0,0 1 1 0 0,1-1 0 0 0,-1 0 0 0 0,0 0-1 0 0,0 0 1 0 0,0 0 0 0 0,0 1-1 0 0,1-1 1 0 0,-1 0 0 0 0,0 0-1 0 0,0 0 1 0 0,0 0 0 0 0,1 0-1 0 0,-1 0 1 0 0,0 0 0 0 0,0 1-1 0 0,1-1 1 0 0,-1 0 0 0 0,0 0 0 0 0,0 0-1 0 0,0 0 1 0 0,1 0 0 0 0,-1 0-1 0 0,0 0 1 0 0,0 0 0 0 0,1 0-1 0 0,-1 0 1 0 0,0 0 0 0 0,0 0-1 0 0,1-1 1 0 0,-1 1 0 0 0,0 0 0 0 0,0 0-1 0 0,0 0 1 0 0,1 0 0 0 0,-1 0-1 0 0,11-11-29 0 0,6-12-25 0 0,-7 3 42 0 0,0 0 1 0 0,-1-2 0 0 0,7-21 0 0 0,-10 22 101 0 0,2 1 1 0 0,0 0-1 0 0,16-26 1 0 0,-23 44-74 0 0,-1 1 0 0 0,1-1 0 0 0,0 1 1 0 0,0-1-1 0 0,0 1 0 0 0,0-1 0 0 0,0 1 0 0 0,1 0 0 0 0,-1 0 1 0 0,0 0-1 0 0,1-1 0 0 0,-1 1 0 0 0,0 0 0 0 0,1 0 0 0 0,-1 1 1 0 0,1-1-1 0 0,0 0 0 0 0,-1 1 0 0 0,1-1 0 0 0,0 0 0 0 0,-1 1 0 0 0,1 0 1 0 0,2-1-1 0 0,-2 2 1 0 0,0-1-1 0 0,0 1 1 0 0,0 0 0 0 0,0-1 0 0 0,0 1 0 0 0,0 0-1 0 0,0 0 1 0 0,0 1 0 0 0,-1-1 0 0 0,1 0 0 0 0,0 0-1 0 0,-1 1 1 0 0,1-1 0 0 0,-1 1 0 0 0,0-1 0 0 0,2 4-1 0 0,5 7 41 0 0,0 1-1 0 0,-1 0 1 0 0,0 1-1 0 0,4 15 1 0 0,-11-28-54 0 0,12 30-29 0 0,2 0-1 0 0,29 51 0 0 0,1-26-7164 0 0</inkml:trace>
</inkml:ink>
</file>

<file path=ppt/ink/ink2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2:13.519"/>
    </inkml:context>
    <inkml:brush xml:id="br0">
      <inkml:brushProperty name="width" value="0.1" units="cm"/>
      <inkml:brushProperty name="height" value="0.1" units="cm"/>
      <inkml:brushProperty name="color" value="#F6630D"/>
    </inkml:brush>
  </inkml:definitions>
  <inkml:trace contextRef="#ctx0" brushRef="#br0">20 116 6913 0 0,'-3'-17'2121'0'0,"3"13"-1335"0"0,-1 0 0 0 0,1 0-1 0 0,-1 0 1 0 0,0 0-1 0 0,0 0 1 0 0,-1 0-1 0 0,1 1 1 0 0,-1-1 0 0 0,0 0-1 0 0,-3-3 1 0 0,4 40 1900 0 0,18 184-1866 0 0,-15-202-808 0 0,1 0-1 0 0,7 19 1 0 0,0 0 108 0 0,-2-9 1010 0 0,-4-15-1323 0 0,-1 0 1 0 0,-1 0-1 0 0,1 0 0 0 0,0 15 0 0 0,-4-52-826 0 0,-1 0 0 0 0,-7-28 0 0 0,4 28 868 0 0,1-1 0 0 0,0-29 0 0 0,6 4 627 0 0,1-26 1500 0 0,-3 72-1696 0 0,-1-1 0 0 0,0 1 0 0 0,0-1 0 0 0,0 1 0 0 0,-1 0 0 0 0,0-1 0 0 0,-5-10 0 0 0,0 8-165 0 0,7 20 46 0 0,9 21 43 0 0,96 161-232 0 0,-6-9-23 0 0,-84-154 42 0 0,31 49-1 0 0,-40-70 11 0 0,-1 0-1 0 0,1-1 0 0 0,0 0 0 0 0,1 0 0 0 0,0 0 0 0 0,0-1 0 0 0,1 0 1 0 0,-1-1-1 0 0,1 0 0 0 0,17 9 0 0 0,-25-14 3 0 0,1 0 0 0 0,-1 0-1 0 0,0 1 1 0 0,0-1 0 0 0,1 0 0 0 0,-1 0-1 0 0,0 0 1 0 0,1 0 0 0 0,-1 0 0 0 0,0 0 0 0 0,1 0-1 0 0,-1 0 1 0 0,0 0 0 0 0,1 0 0 0 0,-1 0 0 0 0,0 0-1 0 0,0 0 1 0 0,1 0 0 0 0,-1 0 0 0 0,0 0-1 0 0,1 0 1 0 0,-1 0 0 0 0,0 0 0 0 0,1 0 0 0 0,-1 0-1 0 0,0-1 1 0 0,0 1 0 0 0,1 0 0 0 0,-1 0 0 0 0,0 0-1 0 0,0-1 1 0 0,1 1 0 0 0,-1 0 0 0 0,1-13 29 0 0,-12-23 13 0 0,7 25 44 0 0,0-3-16 0 0,1 0-1 0 0,1 0 1 0 0,0-1 0 0 0,0-15-1 0 0,-10-129 11 0 0,0 8 63 0 0,12 129-129 0 0,1-1 1 0 0,1 1 0 0 0,0-1 0 0 0,10-34-1 0 0,-12 55-15 0 0,1 0 1 0 0,0 0-1 0 0,-1-1 0 0 0,1 1 0 0 0,0 0 0 0 0,0 0 0 0 0,0 0 0 0 0,0 0 0 0 0,1 1 0 0 0,-1-1 0 0 0,0 0 0 0 0,1 0 0 0 0,-1 1 0 0 0,1-1 0 0 0,0 1 0 0 0,0-1 0 0 0,-1 1 0 0 0,5-2 0 0 0,-2 1-44 0 0,0 1 1 0 0,1 0-1 0 0,-1 0 0 0 0,1 0 1 0 0,0 1-1 0 0,-1-1 0 0 0,10 1 1 0 0,-15-1-100 0 0,1 0 148 0 0,0 1 0 0 0,0-1 0 0 0,0 1 0 0 0,0-1 0 0 0,-1 1 1 0 0,1 0-1 0 0,0-1 0 0 0,0 1 0 0 0,-1-1 0 0 0,1 1 0 0 0,0-1 1 0 0,-1 1-1 0 0,1 0 0 0 0,-1-1 0 0 0,1 1 0 0 0,0 0 0 0 0,-1-1 0 0 0,1 1 1 0 0,-1 0-1 0 0,1 0 0 0 0,-1-1 0 0 0,1 1 0 0 0,-1 0 0 0 0,-2-1-9 0 0,-1 0-1 0 0,1 1 0 0 0,0 0 0 0 0,-1-1 0 0 0,1 1 1 0 0,0 0-1 0 0,-6 1 0 0 0,-10 0-184 0 0,19-1 210 0 0</inkml:trace>
</inkml:ink>
</file>

<file path=ppt/ink/ink2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2:13.919"/>
    </inkml:context>
    <inkml:brush xml:id="br0">
      <inkml:brushProperty name="width" value="0.1" units="cm"/>
      <inkml:brushProperty name="height" value="0.1" units="cm"/>
      <inkml:brushProperty name="color" value="#F6630D"/>
    </inkml:brush>
  </inkml:definitions>
  <inkml:trace contextRef="#ctx0" brushRef="#br0">51 4 13827 0 0,'-12'-4'6947'0'0,"5"22"-7362"0"0,0 0-1 0 0,1 0 1 0 0,1 0 0 0 0,1 1-1 0 0,0 0 1 0 0,2-1 0 0 0,-1 25 0 0 0,3-23-986 0 0</inkml:trace>
</inkml:ink>
</file>

<file path=ppt/ink/ink2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2:14.264"/>
    </inkml:context>
    <inkml:brush xml:id="br0">
      <inkml:brushProperty name="width" value="0.1" units="cm"/>
      <inkml:brushProperty name="height" value="0.1" units="cm"/>
      <inkml:brushProperty name="color" value="#F6630D"/>
    </inkml:brush>
  </inkml:definitions>
  <inkml:trace contextRef="#ctx0" brushRef="#br0">47 109 6449 0 0,'-1'-9'624'0'0,"-5"-30"-133"0"0,6 38-216 0 0,0 0 0 0 0,-1-1 0 0 0,1 1 0 0 0,0 0 0 0 0,-1 0-1 0 0,1-1 1 0 0,-1 1 0 0 0,1 0 0 0 0,-1 0 0 0 0,0 0 0 0 0,1 0-1 0 0,-1-1 1 0 0,0 1 0 0 0,0 0 0 0 0,0 0 0 0 0,0 0 0 0 0,0 1 0 0 0,0-1-1 0 0,0 0 1 0 0,0 0 0 0 0,-2-1 0 0 0,2 3-154 0 0,1-1 0 0 0,-1 0 1 0 0,0 1-1 0 0,1-1 0 0 0,-1 0 0 0 0,1 1 1 0 0,-1-1-1 0 0,1 1 0 0 0,-1-1 0 0 0,1 0 1 0 0,-1 1-1 0 0,1-1 0 0 0,0 1 0 0 0,-1 0 1 0 0,1-1-1 0 0,-1 1 0 0 0,1-1 0 0 0,0 1 1 0 0,0 0-1 0 0,-1-1 0 0 0,1 1 0 0 0,0-1 1 0 0,0 1-1 0 0,0 1 0 0 0,-6 21 625 0 0,6-21-586 0 0,-2 7-108 0 0,0-1 0 0 0,1 1 0 0 0,0-1 0 0 0,1 1 0 0 0,0 0 0 0 0,0-1 0 0 0,1 1 0 0 0,0-1 1 0 0,0 1-1 0 0,1-1 0 0 0,0 1 0 0 0,5 10 0 0 0,-5-15-87 0 0,0 0 1 0 0,0 0-1 0 0,0-1 0 0 0,1 1 1 0 0,0 0-1 0 0,0-1 0 0 0,0 1 1 0 0,0-1-1 0 0,0 0 0 0 0,1 0 1 0 0,0-1-1 0 0,-1 1 0 0 0,1-1 1 0 0,0 1-1 0 0,0-1 0 0 0,0 0 1 0 0,0-1-1 0 0,1 1 0 0 0,-1-1 1 0 0,0 0-1 0 0,1 0 0 0 0,-1 0 1 0 0,1 0-1 0 0,-1-1 0 0 0,6 0 1 0 0,-4 1 17 0 0,0-1 0 0 0,0-1 1 0 0,-1 1-1 0 0,1-1 0 0 0,0 0 1 0 0,0 0-1 0 0,0-1 1 0 0,0 0-1 0 0,-1 0 0 0 0,1 0 1 0 0,-1 0-1 0 0,0-1 0 0 0,0 0 1 0 0,1 0-1 0 0,-2-1 0 0 0,1 1 1 0 0,0-1-1 0 0,-1 0 0 0 0,0 0 1 0 0,0-1-1 0 0,0 1 1 0 0,0-1-1 0 0,-1 0 0 0 0,1 0 1 0 0,2-7-1 0 0,-3 5 86 0 0,0 1 0 0 0,-1-2 0 0 0,0 1 0 0 0,0 0 1 0 0,0 0-1 0 0,-1-1 0 0 0,0 1 0 0 0,-1 0 0 0 0,0-1 0 0 0,0 1 0 0 0,0-1 0 0 0,-1 1 0 0 0,0-1 1 0 0,0 1-1 0 0,-1 0 0 0 0,0 0 0 0 0,0-1 0 0 0,-1 1 0 0 0,-6-12 0 0 0,8 18-176 0 0,0-1 0 0 0,0 0 0 0 0,-1 1-1 0 0,1-1 1 0 0,0 1 0 0 0,0-1 0 0 0,-1 1 0 0 0,1 0-1 0 0,-1 0 1 0 0,1-1 0 0 0,-1 1 0 0 0,0 0 0 0 0,1 0 0 0 0,-1 1-1 0 0,0-1 1 0 0,0 0 0 0 0,0 0 0 0 0,0 1 0 0 0,0-1-1 0 0,1 1 1 0 0,-1 0 0 0 0,0 0 0 0 0,0-1 0 0 0,0 1-1 0 0,0 0 1 0 0,0 1 0 0 0,0-1 0 0 0,0 0 0 0 0,0 1-1 0 0,0-1 1 0 0,0 1 0 0 0,0-1 0 0 0,1 1 0 0 0,-1 0-1 0 0,0 0 1 0 0,-2 1 0 0 0,-8 7-1173 0 0</inkml:trace>
</inkml:ink>
</file>

<file path=ppt/ink/ink2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2:14.470"/>
    </inkml:context>
    <inkml:brush xml:id="br0">
      <inkml:brushProperty name="width" value="0.1" units="cm"/>
      <inkml:brushProperty name="height" value="0.1" units="cm"/>
      <inkml:brushProperty name="color" value="#F6630D"/>
    </inkml:brush>
  </inkml:definitions>
  <inkml:trace contextRef="#ctx0" brushRef="#br0">52 0 7834 0 0,'1'7'5635'0'0,"-6"12"-2832"0"0,4-15-2071 0 0,-8 27 1123 0 0,-22 104 1354 0 0,28-120-3595 0 0,1 1 1 0 0,1 0-1 0 0,1 0 1 0 0,0 0-1 0 0,0 0 1 0 0,5 22-1 0 0,1-24-2796 0 0,-2-9 1550 0 0</inkml:trace>
</inkml:ink>
</file>

<file path=ppt/ink/ink2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2:14.628"/>
    </inkml:context>
    <inkml:brush xml:id="br0">
      <inkml:brushProperty name="width" value="0.1" units="cm"/>
      <inkml:brushProperty name="height" value="0.1" units="cm"/>
      <inkml:brushProperty name="color" value="#F6630D"/>
    </inkml:brush>
  </inkml:definitions>
  <inkml:trace contextRef="#ctx0" brushRef="#br0">7 7 8754 0 0,'-6'-6'7722'0'0,"6"9"-8136"0"0,0 11-210 0 0,2 0-1 0 0,-1-1 1 0 0,6 19-1 0 0,-4-17 712 0 0</inkml:trace>
</inkml:ink>
</file>

<file path=ppt/ink/ink2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2:15.016"/>
    </inkml:context>
    <inkml:brush xml:id="br0">
      <inkml:brushProperty name="width" value="0.1" units="cm"/>
      <inkml:brushProperty name="height" value="0.1" units="cm"/>
      <inkml:brushProperty name="color" value="#F6630D"/>
    </inkml:brush>
  </inkml:definitions>
  <inkml:trace contextRef="#ctx0" brushRef="#br0">160 9 9218 0 0,'0'0'143'0'0,"0"-1"0"0"0,0 1 0 0 0,0-1-1 0 0,0 1 1 0 0,-1 0 0 0 0,1-1 0 0 0,0 1 0 0 0,0-1 0 0 0,-1 1-1 0 0,1-1 1 0 0,0 1 0 0 0,-1 0 0 0 0,1-1 0 0 0,0 1 0 0 0,-1 0-1 0 0,1-1 1 0 0,0 1 0 0 0,-1 0 0 0 0,1 0 0 0 0,-1-1 0 0 0,1 1 0 0 0,-1 0-1 0 0,1 0 1 0 0,0 0 0 0 0,-1 0 0 0 0,1-1 0 0 0,-1 1 0 0 0,1 0-1 0 0,-1 0 1 0 0,1 0 0 0 0,-1 0 0 0 0,1 0 0 0 0,-1 0 0 0 0,1 0 0 0 0,-1 0-1 0 0,1 1 1 0 0,-1-1 0 0 0,1 0 0 0 0,-1 0 0 0 0,1 0 0 0 0,-1 1-1 0 0,-20 5 2269 0 0,12 1-2268 0 0,1-1 0 0 0,0 2 0 0 0,0-1 0 0 0,0 1 0 0 0,1 0 0 0 0,0 0 0 0 0,-11 19 0 0 0,9-13 31 0 0,2 0 1 0 0,-1 1-1 0 0,2 0 1 0 0,-9 26-1 0 0,14-39-196 0 0,0 1 0 0 0,1 0 0 0 0,-1 0 0 0 0,1-1 0 0 0,-1 1 0 0 0,1 0 0 0 0,0 0-1 0 0,0 0 1 0 0,0 0 0 0 0,0 0 0 0 0,1 0 0 0 0,-1-1 0 0 0,1 1 0 0 0,0 0 0 0 0,-1 0 0 0 0,1-1 0 0 0,1 1 0 0 0,-1 0 0 0 0,2 2-1 0 0,-1-3-10 0 0,0 0 0 0 0,0 0-1 0 0,1 0 1 0 0,-1 0 0 0 0,1 0 0 0 0,0 0-1 0 0,-1-1 1 0 0,1 1 0 0 0,0-1-1 0 0,0 0 1 0 0,0 0 0 0 0,0 0-1 0 0,0 0 1 0 0,0-1 0 0 0,0 1-1 0 0,0-1 1 0 0,5 1 0 0 0,34-2-484 0 0,-26 0 92 0 0,-1 1 0 0 0,22 2 0 0 0,-34-2 387 0 0,0 0 0 0 0,0 1 0 0 0,0-1 0 0 0,0 1 0 0 0,0 0 1 0 0,0 0-1 0 0,0 0 0 0 0,-1 0 0 0 0,1 1 0 0 0,0-1 0 0 0,-1 1 0 0 0,1-1 1 0 0,-1 1-1 0 0,0 0 0 0 0,1 0 0 0 0,-1 0 0 0 0,0 0 0 0 0,2 3 0 0 0,-3-2 98 0 0,0-1 0 0 0,0 1 0 0 0,0 0 0 0 0,0 0-1 0 0,-1 0 1 0 0,1 0 0 0 0,-1 0 0 0 0,0 0 0 0 0,1-1-1 0 0,-1 1 1 0 0,0 0 0 0 0,-1 0 0 0 0,1 0 0 0 0,-1 0-1 0 0,1 0 1 0 0,-1 0 0 0 0,0 0 0 0 0,0-1-1 0 0,0 1 1 0 0,0 0 0 0 0,-1-1 0 0 0,1 1 0 0 0,-1-1-1 0 0,1 1 1 0 0,-1-1 0 0 0,-4 4 0 0 0,-1 3 202 0 0,-1 0-1 0 0,-1-1 1 0 0,1 0 0 0 0,-1 0-1 0 0,-14 8 1 0 0,-17 11-3621 0 0</inkml:trace>
</inkml:ink>
</file>

<file path=ppt/ink/ink2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2:15.428"/>
    </inkml:context>
    <inkml:brush xml:id="br0">
      <inkml:brushProperty name="width" value="0.1" units="cm"/>
      <inkml:brushProperty name="height" value="0.1" units="cm"/>
      <inkml:brushProperty name="color" value="#F6630D"/>
    </inkml:brush>
  </inkml:definitions>
  <inkml:trace contextRef="#ctx0" brushRef="#br0">27 42 7370 0 0,'-7'1'6651'0'0,"-3"17"-3646"0"0,9-17-3377 0 0,-1 7 710 0 0,0 0-1 0 0,1 0 0 0 0,-1 0 1 0 0,2 0-1 0 0,-1 0 0 0 0,1 1 1 0 0,0-1-1 0 0,1 0 0 0 0,1 11 1 0 0,1-6-292 0 0,0 0 1 0 0,1 0-1 0 0,0 0 1 0 0,10 20-1 0 0,-13-29-152 0 0,1-1 0 0 0,0 1 0 0 0,0-1 0 0 0,0 0 0 0 0,0 1 0 0 0,1-1 0 0 0,-1 0 0 0 0,1 0 0 0 0,0-1 0 0 0,0 1 0 0 0,5 3 0 0 0,-7-5 19 0 0,1-1-1 0 0,0 1 1 0 0,-1-1 0 0 0,1 0-1 0 0,-1 1 1 0 0,1-1-1 0 0,0 0 1 0 0,-1 0-1 0 0,1 0 1 0 0,0 0-1 0 0,-1 0 1 0 0,1-1-1 0 0,0 1 1 0 0,-1 0 0 0 0,1-1-1 0 0,0 1 1 0 0,-1-1-1 0 0,1 0 1 0 0,-1 1-1 0 0,1-1 1 0 0,-1 0-1 0 0,0 0 1 0 0,1 0 0 0 0,-1 0-1 0 0,0 0 1 0 0,1 0-1 0 0,-1 0 1 0 0,0-1-1 0 0,1-1 1 0 0,7-6-10 0 0,-1-1 0 0 0,0-1 0 0 0,0 0 1 0 0,-1 0-1 0 0,-1 0 0 0 0,0 0 0 0 0,9-25 0 0 0,-2-4 1283 0 0,8-46 0 0 0,-14 57 265 0 0,-2 112 2565 0 0,2 18-4072 0 0,-7-58 16 0 0,-2-1 1 0 0,-1 1-1 0 0,-3-1 1 0 0,-1 0-1 0 0,-24 75 0 0 0,19-83-3312 0 0,-32 63 1 0 0,19-52-3711 0 0</inkml:trace>
</inkml:ink>
</file>

<file path=ppt/ink/ink2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2:16.111"/>
    </inkml:context>
    <inkml:brush xml:id="br0">
      <inkml:brushProperty name="width" value="0.1" units="cm"/>
      <inkml:brushProperty name="height" value="0.1" units="cm"/>
      <inkml:brushProperty name="color" value="#F6630D"/>
    </inkml:brush>
  </inkml:definitions>
  <inkml:trace contextRef="#ctx0" brushRef="#br0">286 93 6913 0 0,'-1'-2'205'0'0,"0"0"0"0"0,1-1 0 0 0,-1 1 0 0 0,-1 0 0 0 0,1 0 0 0 0,0 0 0 0 0,-1 0 0 0 0,1 0 0 0 0,-1 0 0 0 0,1 0 0 0 0,-1 1 0 0 0,0-1 0 0 0,0 0 0 0 0,0 1 0 0 0,0-1 0 0 0,0 1 0 0 0,0 0 0 0 0,0 0 0 0 0,0 0 0 0 0,0 0 0 0 0,-1 0 0 0 0,1 0 0 0 0,0 1 0 0 0,-1-1 0 0 0,1 1 0 0 0,-1 0 0 0 0,1-1 0 0 0,0 1 0 0 0,-1 0 0 0 0,1 0 0 0 0,-1 1 0 0 0,1-1 0 0 0,-3 1 0 0 0,-2 0 106 0 0,0 1-1 0 0,0 0 0 0 0,0 0 1 0 0,0 1-1 0 0,0 0 0 0 0,1 0 1 0 0,-1 1-1 0 0,1-1 0 0 0,0 1 1 0 0,-6 5-1 0 0,-2 4-153 0 0,1 0 0 0 0,1 1 0 0 0,0 0-1 0 0,1 1 1 0 0,1 0 0 0 0,0 1 0 0 0,1 0 0 0 0,0 1 0 0 0,1 0-1 0 0,1 0 1 0 0,1 0 0 0 0,1 1 0 0 0,0 0 0 0 0,-3 27 0 0 0,7-40-169 0 0,1-1 0 0 0,0 0 1 0 0,0 1-1 0 0,0-1 0 0 0,1 0 1 0 0,0 1-1 0 0,-1-1 0 0 0,1 0 1 0 0,1 0-1 0 0,-1 0 0 0 0,1 0 1 0 0,-1 0-1 0 0,1 0 0 0 0,0 0 1 0 0,1 0-1 0 0,-1-1 0 0 0,1 1 1 0 0,-1-1-1 0 0,1 1 1 0 0,0-1-1 0 0,0 0 0 0 0,0 0 1 0 0,1-1-1 0 0,-1 1 0 0 0,5 2 1 0 0,-1-2-46 0 0,0 0 1 0 0,0 0-1 0 0,0-1 1 0 0,1 0-1 0 0,-1-1 1 0 0,0 1 0 0 0,1-1-1 0 0,-1-1 1 0 0,0 1-1 0 0,1-1 1 0 0,-1-1-1 0 0,1 1 1 0 0,-1-1-1 0 0,8-3 1 0 0,-1 1 68 0 0,0-2 0 0 0,0 0 0 0 0,-1-1 0 0 0,0 0 0 0 0,0-1 0 0 0,0-1 0 0 0,-1 0-1 0 0,0 0 1 0 0,-1-1 0 0 0,0-1 0 0 0,18-19 0 0 0,-19 18 80 0 0,-1 1 0 0 0,-1-2 0 0 0,1 1 0 0 0,-2-1 0 0 0,0 0-1 0 0,0-1 1 0 0,-1 1 0 0 0,-1-1 0 0 0,0-1 0 0 0,-1 1 0 0 0,0-1 0 0 0,2-18 0 0 0,-5 23 20 0 0,-1 1 1 0 0,0 0 0 0 0,0 0 0 0 0,-1-1 0 0 0,0 1 0 0 0,0 0 0 0 0,-1 0 0 0 0,0 0 0 0 0,-1 0 0 0 0,0 0 0 0 0,0 1 0 0 0,0-1 0 0 0,-1 1 0 0 0,0-1-1 0 0,-1 1 1 0 0,-5-6 0 0 0,7 9-185 0 0,-1 0-1 0 0,0 0 0 0 0,0 0 0 0 0,-1 1 0 0 0,1 0 1 0 0,-1 0-1 0 0,1 0 0 0 0,-1 0 0 0 0,0 1 0 0 0,-9-4 1 0 0,9 5-501 0 0,-1-1 0 0 0,0 1 0 0 0,0 1 0 0 0,1-1 0 0 0,-1 1 0 0 0,0 0-1 0 0,0 0 1 0 0,0 0 0 0 0,0 1 0 0 0,1 0 0 0 0,-9 2 0 0 0,0 2-5497 0 0</inkml:trace>
</inkml:ink>
</file>

<file path=ppt/ink/ink2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2:16.573"/>
    </inkml:context>
    <inkml:brush xml:id="br0">
      <inkml:brushProperty name="width" value="0.1" units="cm"/>
      <inkml:brushProperty name="height" value="0.1" units="cm"/>
      <inkml:brushProperty name="color" value="#F6630D"/>
    </inkml:brush>
  </inkml:definitions>
  <inkml:trace contextRef="#ctx0" brushRef="#br0">0 22 6913 0 0,'1'-1'454'0'0,"-1"0"-1"0"0,1-1 0 0 0,-1 1 0 0 0,1 0 0 0 0,-1 0 1 0 0,7-8 3171 0 0,-6 8-3172 0 0,0 1 0 0 0,0-1 1 0 0,1 0-1 0 0,-1 0 0 0 0,0 1 0 0 0,1-1 0 0 0,-1 1-292 0 0,0 0 0 0 0,0 1-1 0 0,-1-1 1 0 0,1 0 0 0 0,0 1 0 0 0,-1-1-1 0 0,1 1 1 0 0,0-1 0 0 0,-1 1 0 0 0,1-1-1 0 0,-1 1 1 0 0,1-1 0 0 0,-1 1 0 0 0,1 0-1 0 0,-1-1 1 0 0,1 1 0 0 0,-1 0 0 0 0,0-1-1 0 0,1 1 1 0 0,-1 0 0 0 0,0-1 0 0 0,1 1-1 0 0,-1 0 1 0 0,0 1 0 0 0,4 10 211 0 0,-2 1 0 0 0,3 24 0 0 0,-4-31-68 0 0,3 30-50 0 0,-3-13-172 0 0,2 1 0 0 0,1-1 0 0 0,10 38 0 0 0,-12-56-110 0 0,0 1-1 0 0,0-1 0 0 0,0 0 0 0 0,1 0 0 0 0,0 0 0 0 0,0 0 0 0 0,0-1 0 0 0,0 1 0 0 0,1-1 1 0 0,0 0-1 0 0,0 0 0 0 0,0 0 0 0 0,0 0 0 0 0,1-1 0 0 0,-1 1 0 0 0,1-1 0 0 0,0 0 0 0 0,0-1 0 0 0,0 1 1 0 0,9 2-1 0 0,-12-4-40 0 0,0-1 0 0 0,0 1 0 0 0,1-1 1 0 0,-1 0-1 0 0,0 0 0 0 0,1 0 0 0 0,-1 0 0 0 0,0 0 1 0 0,0 0-1 0 0,1 0 0 0 0,-1-1 0 0 0,0 1 1 0 0,0-1-1 0 0,0 0 0 0 0,1 1 0 0 0,-1-1 0 0 0,3-2 1 0 0,-1 0-36 0 0,-1 1 0 0 0,1-1 0 0 0,-1 0 0 0 0,0 0 0 0 0,0-1 0 0 0,0 1 0 0 0,-1 0 0 0 0,5-8 0 0 0,2-5-84 0 0,-2-1 1 0 0,0 1-1 0 0,7-29 0 0 0,-10 33 231 0 0,2-10 222 0 0,12-34 625 0 0,-17 52-748 0 0,1 1 1 0 0,0-1 0 0 0,-1 1 0 0 0,1-1 0 0 0,1 1 0 0 0,-1 0-1 0 0,0 0 1 0 0,1 0 0 0 0,-1 0 0 0 0,1 0 0 0 0,5-3-1 0 0,-7 5-119 0 0,0 1-1 0 0,-1 0 0 0 0,1-1 0 0 0,0 1 0 0 0,0 0 1 0 0,0-1-1 0 0,0 1 0 0 0,0 0 0 0 0,0 0 0 0 0,0 0 1 0 0,0-1-1 0 0,0 1 0 0 0,-1 0 0 0 0,1 1 0 0 0,0-1 1 0 0,0 0-1 0 0,0 0 0 0 0,0 0 0 0 0,0 0 1 0 0,0 1-1 0 0,0-1 0 0 0,0 0 0 0 0,0 1 0 0 0,-1-1 1 0 0,1 1-1 0 0,0-1 0 0 0,0 1 0 0 0,0 0 0 0 0,-1-1 1 0 0,1 1-1 0 0,0-1 0 0 0,-1 1 0 0 0,1 0 0 0 0,-1 0 1 0 0,1-1-1 0 0,-1 1 0 0 0,1 0 0 0 0,-1 0 1 0 0,1 0-1 0 0,-1 0 0 0 0,1 1 0 0 0,14 45 26 0 0,-14-40 20 0 0,5 17-107 0 0,-3-7-203 0 0,1-1 0 0 0,0 1 1 0 0,1-1-1 0 0,1 0 1 0 0,1-1-1 0 0,0 1 0 0 0,1-1 1 0 0,0-1-1 0 0,19 25 0 0 0,-12-22-1818 0 0,0-2-4678 0 0</inkml:trace>
</inkml:ink>
</file>

<file path=ppt/ink/ink2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2:16.795"/>
    </inkml:context>
    <inkml:brush xml:id="br0">
      <inkml:brushProperty name="width" value="0.1" units="cm"/>
      <inkml:brushProperty name="height" value="0.1" units="cm"/>
      <inkml:brushProperty name="color" value="#F6630D"/>
    </inkml:brush>
  </inkml:definitions>
  <inkml:trace contextRef="#ctx0" brushRef="#br0">67 12 7370 0 0,'-1'-1'401'0'0,"0"0"1"0"0,0 0 0 0 0,-1 0-1 0 0,1 0 1 0 0,0 0 0 0 0,-1 0-1 0 0,1 0 1 0 0,-1 1 0 0 0,1-1-1 0 0,0 1 1 0 0,-1-1 0 0 0,0 1-1 0 0,1-1 1 0 0,-1 1 0 0 0,1 0-1 0 0,-1 0 1 0 0,1 0 0 0 0,-1 0-1 0 0,0 0 1 0 0,1 0 0 0 0,-3 1-1 0 0,2 0-180 0 0,0 0-1 0 0,1 0 0 0 0,0 0 1 0 0,-1 1-1 0 0,1-1 0 0 0,0 0 0 0 0,-1 1 1 0 0,1-1-1 0 0,0 1 0 0 0,0-1 1 0 0,0 1-1 0 0,1 0 0 0 0,-1-1 1 0 0,0 1-1 0 0,0 0 0 0 0,1 0 0 0 0,-1-1 1 0 0,1 1-1 0 0,-1 2 0 0 0,-3 22 141 0 0,0 0-1 0 0,2 0 1 0 0,1 0-1 0 0,1 1 0 0 0,1-1 1 0 0,5 30-1 0 0,4 6-223 0 0,27 86 0 0 0,-24-110-662 0 0,28 61-1 0 0,-27-69-331 0 0</inkml:trace>
</inkml:ink>
</file>

<file path=ppt/ink/ink2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2:17.002"/>
    </inkml:context>
    <inkml:brush xml:id="br0">
      <inkml:brushProperty name="width" value="0.1" units="cm"/>
      <inkml:brushProperty name="height" value="0.1" units="cm"/>
      <inkml:brushProperty name="color" value="#F6630D"/>
    </inkml:brush>
  </inkml:definitions>
  <inkml:trace contextRef="#ctx0" brushRef="#br0">30 152 11522 0 0,'-30'-2'4380'0'0,"45"-14"-3480"0"0,28-13-2346 0 0,82-43 1 0 0,-93 56 1841 0 0,-4 0-396 0 0</inkml:trace>
</inkml:ink>
</file>

<file path=ppt/ink/ink2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2:17.301"/>
    </inkml:context>
    <inkml:brush xml:id="br0">
      <inkml:brushProperty name="width" value="0.1" units="cm"/>
      <inkml:brushProperty name="height" value="0.1" units="cm"/>
      <inkml:brushProperty name="color" value="#F6630D"/>
    </inkml:brush>
  </inkml:definitions>
  <inkml:trace contextRef="#ctx0" brushRef="#br0">29 1 6913 0 0,'-5'0'-519'0'0,"-18"10"6574"0"0,34-1-3437 0 0,4 0-1582 0 0,-2 1 0 0 0,1 0-1 0 0,-1 1 1 0 0,-1 0 0 0 0,0 1-1 0 0,17 23 1 0 0,-17-20-948 0 0,-1 2 0 0 0,0 0-1 0 0,-2 0 1 0 0,0 1 0 0 0,0 0-1 0 0,-2 0 1 0 0,0 1 0 0 0,-1 0 0 0 0,3 24-1 0 0,-7-37-303 0 0,-1 0-1 0 0,-1-1 1 0 0,1 1 0 0 0,-1 0-1 0 0,0 0 1 0 0,0-1-1 0 0,-1 1 1 0 0,0 0 0 0 0,0 0-1 0 0,-3 9 1 0 0,-2-6-1122 0 0</inkml:trace>
</inkml:ink>
</file>

<file path=ppt/ink/ink2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2:17.524"/>
    </inkml:context>
    <inkml:brush xml:id="br0">
      <inkml:brushProperty name="width" value="0.1" units="cm"/>
      <inkml:brushProperty name="height" value="0.1" units="cm"/>
      <inkml:brushProperty name="color" value="#F6630D"/>
    </inkml:brush>
  </inkml:definitions>
  <inkml:trace contextRef="#ctx0" brushRef="#br0">0 116 7834 0 0,'1'-4'186'0'0,"-1"0"0"0"0,1 1 0 0 0,0-1 0 0 0,0 0 0 0 0,0 1 0 0 0,1-1 0 0 0,-1 0 1 0 0,1 1-1 0 0,0 0 0 0 0,0-1 0 0 0,0 1 0 0 0,0 0 0 0 0,0 0 0 0 0,1 0 0 0 0,0 0 0 0 0,-1 1 1 0 0,1-1-1 0 0,0 1 0 0 0,0-1 0 0 0,0 1 0 0 0,1 0 0 0 0,-1 0 0 0 0,1 1 0 0 0,-1-1 1 0 0,1 1-1 0 0,3-2 0 0 0,12-4 815 0 0,1 0 0 0 0,-1 1 0 0 0,1 1 0 0 0,24-4 0 0 0,-33 8-636 0 0,0-1 0 0 0,1 2 0 0 0,-1 0 0 0 0,0 0 0 0 0,0 1 0 0 0,0 0 0 0 0,0 1 0 0 0,0 0 0 0 0,15 5 0 0 0,-25-7-332 0 0,0 1-1 0 0,1 0 1 0 0,-1-1-1 0 0,0 1 1 0 0,1 0-1 0 0,-1 0 1 0 0,0-1 0 0 0,0 1-1 0 0,0 0 1 0 0,1 0-1 0 0,-1 0 1 0 0,0 1-1 0 0,0-1 1 0 0,-1 0 0 0 0,1 0-1 0 0,0 0 1 0 0,0 1-1 0 0,-1-1 1 0 0,1 0-1 0 0,0 1 1 0 0,-1-1 0 0 0,0 1-1 0 0,1-1 1 0 0,-1 2-1 0 0,0 1-24 0 0,0-1 0 0 0,0 1-1 0 0,0-1 1 0 0,-1 0 0 0 0,1 1-1 0 0,-1-1 1 0 0,0 1-1 0 0,0-1 1 0 0,0 0 0 0 0,-3 4-1 0 0,-3 7-179 0 0,-1-1 0 0 0,0 0 1 0 0,-17 19-1 0 0,5-10-809 0 0,-1-1 0 0 0,0-1 0 0 0,-48 34 0 0 0,54-43-328 0 0</inkml:trace>
</inkml:ink>
</file>

<file path=ppt/ink/ink2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2:17.889"/>
    </inkml:context>
    <inkml:brush xml:id="br0">
      <inkml:brushProperty name="width" value="0.1" units="cm"/>
      <inkml:brushProperty name="height" value="0.1" units="cm"/>
      <inkml:brushProperty name="color" value="#F6630D"/>
    </inkml:brush>
  </inkml:definitions>
  <inkml:trace contextRef="#ctx0" brushRef="#br0">0 31 8754 0 0,'2'0'286'0'0,"-1"-1"0"0"0,0 1 0 0 0,1 0 0 0 0,-1 1 1 0 0,1-1-1 0 0,-1 0 0 0 0,1 0 0 0 0,-1 1 0 0 0,0-1 0 0 0,1 0 1 0 0,-1 1-1 0 0,0-1 0 0 0,1 1 0 0 0,-1 0 0 0 0,0 0 0 0 0,0-1 1 0 0,0 1-1 0 0,0 0 0 0 0,1 0 0 0 0,-1 0 0 0 0,0 0 0 0 0,0 0 0 0 0,0 2 1 0 0,1-1 149 0 0,-1 1 0 0 0,-1 0 0 0 0,1 0 0 0 0,0-1 0 0 0,0 1 0 0 0,-1 0 0 0 0,0 0 0 0 0,0 0 0 0 0,0 0 0 0 0,0 5 0 0 0,-1 6-84 0 0,1 0 0 0 0,0-1 0 0 0,1 1 0 0 0,1-1-1 0 0,4 19 1 0 0,-6-29-406 0 0,1-1 0 0 0,-1 0 1 0 0,1 0-1 0 0,0 1 0 0 0,-1-1 0 0 0,1 0 0 0 0,0 0 0 0 0,0 0 0 0 0,1 0 0 0 0,-1 0 0 0 0,0 0 0 0 0,1 0 0 0 0,-1-1 0 0 0,1 1 0 0 0,-1 0 0 0 0,1-1 0 0 0,0 1 0 0 0,0-1 0 0 0,0 0 0 0 0,0 1 0 0 0,0-1 0 0 0,0 0 0 0 0,0 0 0 0 0,0 0 0 0 0,0-1 0 0 0,0 1 0 0 0,1 0 0 0 0,-1-1 0 0 0,0 0 0 0 0,1 1 0 0 0,-1-1 0 0 0,0 0 0 0 0,1 0 0 0 0,-1 0 0 0 0,0 0 0 0 0,0-1 0 0 0,1 1 0 0 0,-1-1 0 0 0,0 1 0 0 0,3-2 0 0 0,-2 1-173 0 0,1-1 0 0 0,0 0 0 0 0,-1 0-1 0 0,1 0 1 0 0,-1 0 0 0 0,0-1-1 0 0,0 1 1 0 0,0-1 0 0 0,0 0 0 0 0,0 1-1 0 0,0-1 1 0 0,-1-1 0 0 0,4-5 0 0 0,25-52-682 0 0,-12 22 1081 0 0,-12 25 27 0 0,21-35 1189 0 0,-27 48-1270 0 0,0-1 1 0 0,0 1 0 0 0,0 0 0 0 0,0-1 0 0 0,0 1 0 0 0,0 0-1 0 0,0 0 1 0 0,1-1 0 0 0,-1 1 0 0 0,0 0 0 0 0,1 0-1 0 0,-1 1 1 0 0,1-1 0 0 0,-1 0 0 0 0,1 0 0 0 0,0 1-1 0 0,-1-1 1 0 0,1 1 0 0 0,-1-1 0 0 0,1 1 0 0 0,0 0 0 0 0,0 0-1 0 0,-1 0 1 0 0,1-1 0 0 0,3 2 0 0 0,-3 0-82 0 0,0 0 0 0 0,-1 0 0 0 0,1 0 0 0 0,0 0 0 0 0,-1 0 0 0 0,1 0 1 0 0,-1 1-1 0 0,1-1 0 0 0,-1 0 0 0 0,1 1 0 0 0,-1-1 0 0 0,0 1 0 0 0,0 0 0 0 0,0 0 0 0 0,2 3 1 0 0,13 35 710 0 0,-5-12-455 0 0,-9-23-684 0 0,1-1 0 0 0,-1 0 0 0 0,1 1 0 0 0,0-1 0 0 0,0-1 0 0 0,1 1 0 0 0,-1 0 0 0 0,1-1 0 0 0,-1 0 0 0 0,1 0 0 0 0,0 0 0 0 0,0 0 0 0 0,1 0 0 0 0,-1-1 0 0 0,1 0 0 0 0,-1 0 0 0 0,1 0 0 0 0,0-1 0 0 0,7 3 0 0 0,7-2-6024 0 0</inkml:trace>
</inkml:ink>
</file>

<file path=ppt/ink/ink2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2:18.113"/>
    </inkml:context>
    <inkml:brush xml:id="br0">
      <inkml:brushProperty name="width" value="0.1" units="cm"/>
      <inkml:brushProperty name="height" value="0.1" units="cm"/>
      <inkml:brushProperty name="color" value="#F6630D"/>
    </inkml:brush>
  </inkml:definitions>
  <inkml:trace contextRef="#ctx0" brushRef="#br0">84 44 9218 0 0,'-1'-4'244'0'0,"0"1"0"0"0,-1-1 0 0 0,1 0 0 0 0,-1 0 0 0 0,0 1 0 0 0,0-1 0 0 0,0 1 0 0 0,-5-7 0 0 0,6 10-104 0 0,1-1 1 0 0,-1 1-1 0 0,1-1 0 0 0,-1 1 1 0 0,1 0-1 0 0,-1 0 0 0 0,1-1 1 0 0,-1 1-1 0 0,1 0 0 0 0,-1 0 1 0 0,1-1-1 0 0,-1 1 0 0 0,0 0 1 0 0,1 0-1 0 0,-1 0 0 0 0,1 0 0 0 0,-1 0 1 0 0,0 0-1 0 0,1 0 0 0 0,-1 0 1 0 0,1 0-1 0 0,-1 0 0 0 0,0 0 1 0 0,0 1-1 0 0,-1 0 112 0 0,1 0 0 0 0,-1 0 0 0 0,1 0-1 0 0,-1 0 1 0 0,1 0 0 0 0,0 0 0 0 0,-1 1 0 0 0,1-1 0 0 0,0 1-1 0 0,0-1 1 0 0,0 1 0 0 0,-1 2 0 0 0,-3 6 123 0 0,0 1 0 0 0,1 0 0 0 0,0 0 0 0 0,1 0 0 0 0,0 0 1 0 0,1 0-1 0 0,0 1 0 0 0,1 0 0 0 0,0-1 0 0 0,1 1 0 0 0,0-1 0 0 0,2 13 0 0 0,4 21-165 0 0,18 73 0 0 0,-22-112-146 0 0,15 63-5 0 0,3-2 1 0 0,37 82-1 0 0,3-34-2454 0 0,-45-89-5293 0 0</inkml:trace>
</inkml:ink>
</file>

<file path=ppt/ink/ink2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2:18.319"/>
    </inkml:context>
    <inkml:brush xml:id="br0">
      <inkml:brushProperty name="width" value="0.1" units="cm"/>
      <inkml:brushProperty name="height" value="0.1" units="cm"/>
      <inkml:brushProperty name="color" value="#F6630D"/>
    </inkml:brush>
  </inkml:definitions>
  <inkml:trace contextRef="#ctx0" brushRef="#br0">1 153 13363 0 0,'8'-1'938'0'0,"1"0"1"0"0,-1 0-1 0 0,17-6 0 0 0,0 0-135 0 0,212-51 3161 0 0,-78 13-6515 0 0,-40 20-490 0 0,-96 17 3041 0 0</inkml:trace>
</inkml:ink>
</file>

<file path=ppt/ink/ink2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1-13T23:42:18.479"/>
    </inkml:context>
    <inkml:brush xml:id="br0">
      <inkml:brushProperty name="width" value="0.1" units="cm"/>
      <inkml:brushProperty name="height" value="0.1" units="cm"/>
      <inkml:brushProperty name="color" value="#F6630D"/>
    </inkml:brush>
  </inkml:definitions>
  <inkml:trace contextRef="#ctx0" brushRef="#br0">7 0 14283 0 0,'-4'3'1400'0'0,"2"-1"-1248"0"0,1-2-152 0 0,1 1 0 0 0,0 0 64 0 0,1 2-64 0 0,1 0 0 0 0,2 4 72 0 0,3-3-72 0 0,4 0 0 0 0</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sz="3200" b="0" i="0">
                <a:solidFill>
                  <a:srgbClr val="991B1E"/>
                </a:solidFill>
                <a:latin typeface="Calibri"/>
                <a:cs typeface="Calibri"/>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sz="2800" b="0" i="0">
                <a:solidFill>
                  <a:schemeClr val="tx1"/>
                </a:solidFill>
                <a:latin typeface="Calibri"/>
                <a:cs typeface="Calibri"/>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11/13/2025</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0" i="0">
                <a:solidFill>
                  <a:srgbClr val="991B1E"/>
                </a:solidFill>
                <a:latin typeface="Calibri"/>
                <a:cs typeface="Calibri"/>
              </a:defRPr>
            </a:lvl1pPr>
          </a:lstStyle>
          <a:p>
            <a:endParaRPr/>
          </a:p>
        </p:txBody>
      </p:sp>
      <p:sp>
        <p:nvSpPr>
          <p:cNvPr id="3" name="Holder 3"/>
          <p:cNvSpPr>
            <a:spLocks noGrp="1"/>
          </p:cNvSpPr>
          <p:nvPr>
            <p:ph type="body" idx="1"/>
          </p:nvPr>
        </p:nvSpPr>
        <p:spPr/>
        <p:txBody>
          <a:bodyPr lIns="0" tIns="0" rIns="0" bIns="0"/>
          <a:lstStyle>
            <a:lvl1pPr>
              <a:defRPr sz="2800" b="0" i="0">
                <a:solidFill>
                  <a:schemeClr val="tx1"/>
                </a:solidFill>
                <a:latin typeface="Calibri"/>
                <a:cs typeface="Calibri"/>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11/13/2025</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0" i="0">
                <a:solidFill>
                  <a:srgbClr val="991B1E"/>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11/13/2025</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0" i="0">
                <a:solidFill>
                  <a:srgbClr val="991B1E"/>
                </a:solidFill>
                <a:latin typeface="Calibri"/>
                <a:cs typeface="Calibri"/>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11/13/2025</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11/13/2025</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7" cstate="print"/>
          <a:stretch>
            <a:fillRect/>
          </a:stretch>
        </p:blipFill>
        <p:spPr>
          <a:xfrm>
            <a:off x="10831764" y="65552"/>
            <a:ext cx="1275956" cy="661111"/>
          </a:xfrm>
          <a:prstGeom prst="rect">
            <a:avLst/>
          </a:prstGeom>
        </p:spPr>
      </p:pic>
      <p:sp>
        <p:nvSpPr>
          <p:cNvPr id="2" name="Holder 2"/>
          <p:cNvSpPr>
            <a:spLocks noGrp="1"/>
          </p:cNvSpPr>
          <p:nvPr>
            <p:ph type="title"/>
          </p:nvPr>
        </p:nvSpPr>
        <p:spPr>
          <a:xfrm>
            <a:off x="78739" y="14986"/>
            <a:ext cx="10328275" cy="467995"/>
          </a:xfrm>
          <a:prstGeom prst="rect">
            <a:avLst/>
          </a:prstGeom>
        </p:spPr>
        <p:txBody>
          <a:bodyPr wrap="square" lIns="0" tIns="0" rIns="0" bIns="0">
            <a:spAutoFit/>
          </a:bodyPr>
          <a:lstStyle>
            <a:lvl1pPr>
              <a:defRPr sz="3200" b="0" i="0">
                <a:solidFill>
                  <a:srgbClr val="991B1E"/>
                </a:solidFill>
                <a:latin typeface="Calibri"/>
                <a:cs typeface="Calibri"/>
              </a:defRPr>
            </a:lvl1pPr>
          </a:lstStyle>
          <a:p>
            <a:endParaRPr/>
          </a:p>
        </p:txBody>
      </p:sp>
      <p:sp>
        <p:nvSpPr>
          <p:cNvPr id="3" name="Holder 3"/>
          <p:cNvSpPr>
            <a:spLocks noGrp="1"/>
          </p:cNvSpPr>
          <p:nvPr>
            <p:ph type="body" idx="1"/>
          </p:nvPr>
        </p:nvSpPr>
        <p:spPr>
          <a:xfrm>
            <a:off x="1204366" y="1368933"/>
            <a:ext cx="9378315" cy="4081779"/>
          </a:xfrm>
          <a:prstGeom prst="rect">
            <a:avLst/>
          </a:prstGeom>
        </p:spPr>
        <p:txBody>
          <a:bodyPr wrap="square" lIns="0" tIns="0" rIns="0" bIns="0">
            <a:spAutoFit/>
          </a:bodyPr>
          <a:lstStyle>
            <a:lvl1pPr>
              <a:defRPr sz="2800" b="0" i="0">
                <a:solidFill>
                  <a:schemeClr val="tx1"/>
                </a:solidFill>
                <a:latin typeface="Calibri"/>
                <a:cs typeface="Calibri"/>
              </a:defRPr>
            </a:lvl1pPr>
          </a:lstStyle>
          <a:p>
            <a:endParaRPr/>
          </a:p>
        </p:txBody>
      </p:sp>
      <p:sp>
        <p:nvSpPr>
          <p:cNvPr id="4" name="Holder 4"/>
          <p:cNvSpPr>
            <a:spLocks noGrp="1"/>
          </p:cNvSpPr>
          <p:nvPr>
            <p:ph type="ftr" sz="quarter" idx="5"/>
          </p:nvPr>
        </p:nvSpPr>
        <p:spPr>
          <a:xfrm>
            <a:off x="4145280" y="6377940"/>
            <a:ext cx="3901440" cy="34290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11/13/2025</a:t>
            </a:fld>
            <a:endParaRPr lang="en-US"/>
          </a:p>
        </p:txBody>
      </p:sp>
      <p:sp>
        <p:nvSpPr>
          <p:cNvPr id="6" name="Holder 6"/>
          <p:cNvSpPr>
            <a:spLocks noGrp="1"/>
          </p:cNvSpPr>
          <p:nvPr>
            <p:ph type="sldNum" sz="quarter" idx="7"/>
          </p:nvPr>
        </p:nvSpPr>
        <p:spPr>
          <a:xfrm>
            <a:off x="87782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5.jpe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17" Type="http://schemas.openxmlformats.org/officeDocument/2006/relationships/image" Target="../media/image63.png"/><Relationship Id="rId21" Type="http://schemas.openxmlformats.org/officeDocument/2006/relationships/image" Target="../media/image15.png"/><Relationship Id="rId42" Type="http://schemas.openxmlformats.org/officeDocument/2006/relationships/customXml" Target="../ink/ink21.xml"/><Relationship Id="rId63" Type="http://schemas.openxmlformats.org/officeDocument/2006/relationships/image" Target="../media/image36.png"/><Relationship Id="rId84" Type="http://schemas.openxmlformats.org/officeDocument/2006/relationships/customXml" Target="../ink/ink42.xml"/><Relationship Id="rId138" Type="http://schemas.openxmlformats.org/officeDocument/2006/relationships/customXml" Target="../ink/ink69.xml"/><Relationship Id="rId159" Type="http://schemas.openxmlformats.org/officeDocument/2006/relationships/image" Target="../media/image84.png"/><Relationship Id="rId170" Type="http://schemas.openxmlformats.org/officeDocument/2006/relationships/customXml" Target="../ink/ink85.xml"/><Relationship Id="rId191" Type="http://schemas.openxmlformats.org/officeDocument/2006/relationships/image" Target="../media/image100.png"/><Relationship Id="rId205" Type="http://schemas.openxmlformats.org/officeDocument/2006/relationships/image" Target="../media/image107.png"/><Relationship Id="rId226" Type="http://schemas.openxmlformats.org/officeDocument/2006/relationships/customXml" Target="../ink/ink113.xml"/><Relationship Id="rId107" Type="http://schemas.openxmlformats.org/officeDocument/2006/relationships/image" Target="../media/image58.png"/><Relationship Id="rId11" Type="http://schemas.openxmlformats.org/officeDocument/2006/relationships/image" Target="../media/image10.png"/><Relationship Id="rId32" Type="http://schemas.openxmlformats.org/officeDocument/2006/relationships/customXml" Target="../ink/ink16.xml"/><Relationship Id="rId53" Type="http://schemas.openxmlformats.org/officeDocument/2006/relationships/image" Target="../media/image31.png"/><Relationship Id="rId74" Type="http://schemas.openxmlformats.org/officeDocument/2006/relationships/customXml" Target="../ink/ink37.xml"/><Relationship Id="rId128" Type="http://schemas.openxmlformats.org/officeDocument/2006/relationships/customXml" Target="../ink/ink64.xml"/><Relationship Id="rId149" Type="http://schemas.openxmlformats.org/officeDocument/2006/relationships/image" Target="../media/image79.png"/><Relationship Id="rId5" Type="http://schemas.openxmlformats.org/officeDocument/2006/relationships/image" Target="../media/image7.png"/><Relationship Id="rId95" Type="http://schemas.openxmlformats.org/officeDocument/2006/relationships/image" Target="../media/image52.png"/><Relationship Id="rId160" Type="http://schemas.openxmlformats.org/officeDocument/2006/relationships/customXml" Target="../ink/ink80.xml"/><Relationship Id="rId181" Type="http://schemas.openxmlformats.org/officeDocument/2006/relationships/image" Target="../media/image95.png"/><Relationship Id="rId216" Type="http://schemas.openxmlformats.org/officeDocument/2006/relationships/customXml" Target="../ink/ink108.xml"/><Relationship Id="rId22" Type="http://schemas.openxmlformats.org/officeDocument/2006/relationships/customXml" Target="../ink/ink11.xml"/><Relationship Id="rId43" Type="http://schemas.openxmlformats.org/officeDocument/2006/relationships/image" Target="../media/image26.png"/><Relationship Id="rId64" Type="http://schemas.openxmlformats.org/officeDocument/2006/relationships/customXml" Target="../ink/ink32.xml"/><Relationship Id="rId118" Type="http://schemas.openxmlformats.org/officeDocument/2006/relationships/customXml" Target="../ink/ink59.xml"/><Relationship Id="rId139" Type="http://schemas.openxmlformats.org/officeDocument/2006/relationships/image" Target="../media/image74.png"/><Relationship Id="rId85" Type="http://schemas.openxmlformats.org/officeDocument/2006/relationships/image" Target="../media/image47.png"/><Relationship Id="rId150" Type="http://schemas.openxmlformats.org/officeDocument/2006/relationships/customXml" Target="../ink/ink75.xml"/><Relationship Id="rId171" Type="http://schemas.openxmlformats.org/officeDocument/2006/relationships/image" Target="../media/image90.png"/><Relationship Id="rId192" Type="http://schemas.openxmlformats.org/officeDocument/2006/relationships/customXml" Target="../ink/ink96.xml"/><Relationship Id="rId206" Type="http://schemas.openxmlformats.org/officeDocument/2006/relationships/customXml" Target="../ink/ink103.xml"/><Relationship Id="rId227" Type="http://schemas.openxmlformats.org/officeDocument/2006/relationships/image" Target="../media/image118.png"/><Relationship Id="rId12" Type="http://schemas.openxmlformats.org/officeDocument/2006/relationships/customXml" Target="../ink/ink6.xml"/><Relationship Id="rId33" Type="http://schemas.openxmlformats.org/officeDocument/2006/relationships/image" Target="../media/image21.png"/><Relationship Id="rId108" Type="http://schemas.openxmlformats.org/officeDocument/2006/relationships/customXml" Target="../ink/ink54.xml"/><Relationship Id="rId129" Type="http://schemas.openxmlformats.org/officeDocument/2006/relationships/image" Target="../media/image69.png"/><Relationship Id="rId54" Type="http://schemas.openxmlformats.org/officeDocument/2006/relationships/customXml" Target="../ink/ink27.xml"/><Relationship Id="rId75" Type="http://schemas.openxmlformats.org/officeDocument/2006/relationships/image" Target="../media/image42.png"/><Relationship Id="rId96" Type="http://schemas.openxmlformats.org/officeDocument/2006/relationships/customXml" Target="../ink/ink48.xml"/><Relationship Id="rId140" Type="http://schemas.openxmlformats.org/officeDocument/2006/relationships/customXml" Target="../ink/ink70.xml"/><Relationship Id="rId161" Type="http://schemas.openxmlformats.org/officeDocument/2006/relationships/image" Target="../media/image85.png"/><Relationship Id="rId182" Type="http://schemas.openxmlformats.org/officeDocument/2006/relationships/customXml" Target="../ink/ink91.xml"/><Relationship Id="rId217" Type="http://schemas.openxmlformats.org/officeDocument/2006/relationships/image" Target="../media/image113.png"/><Relationship Id="rId6" Type="http://schemas.openxmlformats.org/officeDocument/2006/relationships/customXml" Target="../ink/ink3.xml"/><Relationship Id="rId23" Type="http://schemas.openxmlformats.org/officeDocument/2006/relationships/image" Target="../media/image16.png"/><Relationship Id="rId119" Type="http://schemas.openxmlformats.org/officeDocument/2006/relationships/image" Target="../media/image64.png"/><Relationship Id="rId44" Type="http://schemas.openxmlformats.org/officeDocument/2006/relationships/customXml" Target="../ink/ink22.xml"/><Relationship Id="rId65" Type="http://schemas.openxmlformats.org/officeDocument/2006/relationships/image" Target="../media/image37.png"/><Relationship Id="rId86" Type="http://schemas.openxmlformats.org/officeDocument/2006/relationships/customXml" Target="../ink/ink43.xml"/><Relationship Id="rId130" Type="http://schemas.openxmlformats.org/officeDocument/2006/relationships/customXml" Target="../ink/ink65.xml"/><Relationship Id="rId151" Type="http://schemas.openxmlformats.org/officeDocument/2006/relationships/image" Target="../media/image80.png"/><Relationship Id="rId172" Type="http://schemas.openxmlformats.org/officeDocument/2006/relationships/customXml" Target="../ink/ink86.xml"/><Relationship Id="rId193" Type="http://schemas.openxmlformats.org/officeDocument/2006/relationships/image" Target="../media/image101.png"/><Relationship Id="rId207" Type="http://schemas.openxmlformats.org/officeDocument/2006/relationships/image" Target="../media/image108.png"/><Relationship Id="rId228" Type="http://schemas.openxmlformats.org/officeDocument/2006/relationships/customXml" Target="../ink/ink114.xml"/><Relationship Id="rId13" Type="http://schemas.openxmlformats.org/officeDocument/2006/relationships/image" Target="../media/image11.png"/><Relationship Id="rId109" Type="http://schemas.openxmlformats.org/officeDocument/2006/relationships/image" Target="../media/image59.png"/><Relationship Id="rId34" Type="http://schemas.openxmlformats.org/officeDocument/2006/relationships/customXml" Target="../ink/ink17.xml"/><Relationship Id="rId55" Type="http://schemas.openxmlformats.org/officeDocument/2006/relationships/image" Target="../media/image32.png"/><Relationship Id="rId76" Type="http://schemas.openxmlformats.org/officeDocument/2006/relationships/customXml" Target="../ink/ink38.xml"/><Relationship Id="rId97" Type="http://schemas.openxmlformats.org/officeDocument/2006/relationships/image" Target="../media/image53.png"/><Relationship Id="rId120" Type="http://schemas.openxmlformats.org/officeDocument/2006/relationships/customXml" Target="../ink/ink60.xml"/><Relationship Id="rId141" Type="http://schemas.openxmlformats.org/officeDocument/2006/relationships/image" Target="../media/image75.png"/><Relationship Id="rId7" Type="http://schemas.openxmlformats.org/officeDocument/2006/relationships/image" Target="../media/image8.png"/><Relationship Id="rId162" Type="http://schemas.openxmlformats.org/officeDocument/2006/relationships/customXml" Target="../ink/ink81.xml"/><Relationship Id="rId183" Type="http://schemas.openxmlformats.org/officeDocument/2006/relationships/image" Target="../media/image96.png"/><Relationship Id="rId218" Type="http://schemas.openxmlformats.org/officeDocument/2006/relationships/customXml" Target="../ink/ink109.xml"/><Relationship Id="rId24" Type="http://schemas.openxmlformats.org/officeDocument/2006/relationships/customXml" Target="../ink/ink12.xml"/><Relationship Id="rId45" Type="http://schemas.openxmlformats.org/officeDocument/2006/relationships/image" Target="../media/image27.png"/><Relationship Id="rId66" Type="http://schemas.openxmlformats.org/officeDocument/2006/relationships/customXml" Target="../ink/ink33.xml"/><Relationship Id="rId87" Type="http://schemas.openxmlformats.org/officeDocument/2006/relationships/image" Target="../media/image48.png"/><Relationship Id="rId110" Type="http://schemas.openxmlformats.org/officeDocument/2006/relationships/customXml" Target="../ink/ink55.xml"/><Relationship Id="rId131" Type="http://schemas.openxmlformats.org/officeDocument/2006/relationships/image" Target="../media/image70.png"/><Relationship Id="rId152" Type="http://schemas.openxmlformats.org/officeDocument/2006/relationships/customXml" Target="../ink/ink76.xml"/><Relationship Id="rId173" Type="http://schemas.openxmlformats.org/officeDocument/2006/relationships/image" Target="../media/image91.png"/><Relationship Id="rId194" Type="http://schemas.openxmlformats.org/officeDocument/2006/relationships/customXml" Target="../ink/ink97.xml"/><Relationship Id="rId208" Type="http://schemas.openxmlformats.org/officeDocument/2006/relationships/customXml" Target="../ink/ink104.xml"/><Relationship Id="rId229" Type="http://schemas.openxmlformats.org/officeDocument/2006/relationships/image" Target="../media/image119.png"/><Relationship Id="rId14" Type="http://schemas.openxmlformats.org/officeDocument/2006/relationships/customXml" Target="../ink/ink7.xml"/><Relationship Id="rId35" Type="http://schemas.openxmlformats.org/officeDocument/2006/relationships/image" Target="../media/image22.png"/><Relationship Id="rId56" Type="http://schemas.openxmlformats.org/officeDocument/2006/relationships/customXml" Target="../ink/ink28.xml"/><Relationship Id="rId77" Type="http://schemas.openxmlformats.org/officeDocument/2006/relationships/image" Target="../media/image43.png"/><Relationship Id="rId100" Type="http://schemas.openxmlformats.org/officeDocument/2006/relationships/customXml" Target="../ink/ink50.xml"/><Relationship Id="rId8" Type="http://schemas.openxmlformats.org/officeDocument/2006/relationships/customXml" Target="../ink/ink4.xml"/><Relationship Id="rId98" Type="http://schemas.openxmlformats.org/officeDocument/2006/relationships/customXml" Target="../ink/ink49.xml"/><Relationship Id="rId121" Type="http://schemas.openxmlformats.org/officeDocument/2006/relationships/image" Target="../media/image65.png"/><Relationship Id="rId142" Type="http://schemas.openxmlformats.org/officeDocument/2006/relationships/customXml" Target="../ink/ink71.xml"/><Relationship Id="rId163" Type="http://schemas.openxmlformats.org/officeDocument/2006/relationships/image" Target="../media/image86.png"/><Relationship Id="rId184" Type="http://schemas.openxmlformats.org/officeDocument/2006/relationships/customXml" Target="../ink/ink92.xml"/><Relationship Id="rId219" Type="http://schemas.openxmlformats.org/officeDocument/2006/relationships/image" Target="../media/image114.png"/><Relationship Id="rId230" Type="http://schemas.openxmlformats.org/officeDocument/2006/relationships/customXml" Target="../ink/ink115.xml"/><Relationship Id="rId25" Type="http://schemas.openxmlformats.org/officeDocument/2006/relationships/image" Target="../media/image17.png"/><Relationship Id="rId46" Type="http://schemas.openxmlformats.org/officeDocument/2006/relationships/customXml" Target="../ink/ink23.xml"/><Relationship Id="rId67" Type="http://schemas.openxmlformats.org/officeDocument/2006/relationships/image" Target="../media/image38.png"/><Relationship Id="rId20" Type="http://schemas.openxmlformats.org/officeDocument/2006/relationships/customXml" Target="../ink/ink10.xml"/><Relationship Id="rId41" Type="http://schemas.openxmlformats.org/officeDocument/2006/relationships/image" Target="../media/image25.png"/><Relationship Id="rId62" Type="http://schemas.openxmlformats.org/officeDocument/2006/relationships/customXml" Target="../ink/ink31.xml"/><Relationship Id="rId83" Type="http://schemas.openxmlformats.org/officeDocument/2006/relationships/image" Target="../media/image46.png"/><Relationship Id="rId88" Type="http://schemas.openxmlformats.org/officeDocument/2006/relationships/customXml" Target="../ink/ink44.xml"/><Relationship Id="rId111" Type="http://schemas.openxmlformats.org/officeDocument/2006/relationships/image" Target="../media/image60.png"/><Relationship Id="rId132" Type="http://schemas.openxmlformats.org/officeDocument/2006/relationships/customXml" Target="../ink/ink66.xml"/><Relationship Id="rId153" Type="http://schemas.openxmlformats.org/officeDocument/2006/relationships/image" Target="../media/image81.png"/><Relationship Id="rId174" Type="http://schemas.openxmlformats.org/officeDocument/2006/relationships/customXml" Target="../ink/ink87.xml"/><Relationship Id="rId179" Type="http://schemas.openxmlformats.org/officeDocument/2006/relationships/image" Target="../media/image94.png"/><Relationship Id="rId195" Type="http://schemas.openxmlformats.org/officeDocument/2006/relationships/image" Target="../media/image102.png"/><Relationship Id="rId209" Type="http://schemas.openxmlformats.org/officeDocument/2006/relationships/image" Target="../media/image109.png"/><Relationship Id="rId190" Type="http://schemas.openxmlformats.org/officeDocument/2006/relationships/customXml" Target="../ink/ink95.xml"/><Relationship Id="rId204" Type="http://schemas.openxmlformats.org/officeDocument/2006/relationships/customXml" Target="../ink/ink102.xml"/><Relationship Id="rId220" Type="http://schemas.openxmlformats.org/officeDocument/2006/relationships/customXml" Target="../ink/ink110.xml"/><Relationship Id="rId225" Type="http://schemas.openxmlformats.org/officeDocument/2006/relationships/image" Target="../media/image117.png"/><Relationship Id="rId15" Type="http://schemas.openxmlformats.org/officeDocument/2006/relationships/image" Target="../media/image12.png"/><Relationship Id="rId36" Type="http://schemas.openxmlformats.org/officeDocument/2006/relationships/customXml" Target="../ink/ink18.xml"/><Relationship Id="rId57" Type="http://schemas.openxmlformats.org/officeDocument/2006/relationships/image" Target="../media/image33.png"/><Relationship Id="rId106" Type="http://schemas.openxmlformats.org/officeDocument/2006/relationships/customXml" Target="../ink/ink53.xml"/><Relationship Id="rId127" Type="http://schemas.openxmlformats.org/officeDocument/2006/relationships/image" Target="../media/image68.png"/><Relationship Id="rId10" Type="http://schemas.openxmlformats.org/officeDocument/2006/relationships/customXml" Target="../ink/ink5.xml"/><Relationship Id="rId31" Type="http://schemas.openxmlformats.org/officeDocument/2006/relationships/image" Target="../media/image20.png"/><Relationship Id="rId52" Type="http://schemas.openxmlformats.org/officeDocument/2006/relationships/customXml" Target="../ink/ink26.xml"/><Relationship Id="rId73" Type="http://schemas.openxmlformats.org/officeDocument/2006/relationships/image" Target="../media/image41.png"/><Relationship Id="rId78" Type="http://schemas.openxmlformats.org/officeDocument/2006/relationships/customXml" Target="../ink/ink39.xml"/><Relationship Id="rId94" Type="http://schemas.openxmlformats.org/officeDocument/2006/relationships/customXml" Target="../ink/ink47.xml"/><Relationship Id="rId99" Type="http://schemas.openxmlformats.org/officeDocument/2006/relationships/image" Target="../media/image54.png"/><Relationship Id="rId101" Type="http://schemas.openxmlformats.org/officeDocument/2006/relationships/image" Target="../media/image55.png"/><Relationship Id="rId122" Type="http://schemas.openxmlformats.org/officeDocument/2006/relationships/customXml" Target="../ink/ink61.xml"/><Relationship Id="rId143" Type="http://schemas.openxmlformats.org/officeDocument/2006/relationships/image" Target="../media/image76.png"/><Relationship Id="rId148" Type="http://schemas.openxmlformats.org/officeDocument/2006/relationships/customXml" Target="../ink/ink74.xml"/><Relationship Id="rId164" Type="http://schemas.openxmlformats.org/officeDocument/2006/relationships/customXml" Target="../ink/ink82.xml"/><Relationship Id="rId169" Type="http://schemas.openxmlformats.org/officeDocument/2006/relationships/image" Target="../media/image89.png"/><Relationship Id="rId185" Type="http://schemas.openxmlformats.org/officeDocument/2006/relationships/image" Target="../media/image97.png"/><Relationship Id="rId4" Type="http://schemas.openxmlformats.org/officeDocument/2006/relationships/customXml" Target="../ink/ink2.xml"/><Relationship Id="rId9" Type="http://schemas.openxmlformats.org/officeDocument/2006/relationships/image" Target="../media/image9.png"/><Relationship Id="rId180" Type="http://schemas.openxmlformats.org/officeDocument/2006/relationships/customXml" Target="../ink/ink90.xml"/><Relationship Id="rId210" Type="http://schemas.openxmlformats.org/officeDocument/2006/relationships/customXml" Target="../ink/ink105.xml"/><Relationship Id="rId215" Type="http://schemas.openxmlformats.org/officeDocument/2006/relationships/image" Target="../media/image112.png"/><Relationship Id="rId26" Type="http://schemas.openxmlformats.org/officeDocument/2006/relationships/customXml" Target="../ink/ink13.xml"/><Relationship Id="rId231" Type="http://schemas.openxmlformats.org/officeDocument/2006/relationships/image" Target="../media/image120.png"/><Relationship Id="rId47" Type="http://schemas.openxmlformats.org/officeDocument/2006/relationships/image" Target="../media/image28.png"/><Relationship Id="rId68" Type="http://schemas.openxmlformats.org/officeDocument/2006/relationships/customXml" Target="../ink/ink34.xml"/><Relationship Id="rId89" Type="http://schemas.openxmlformats.org/officeDocument/2006/relationships/image" Target="../media/image49.png"/><Relationship Id="rId112" Type="http://schemas.openxmlformats.org/officeDocument/2006/relationships/customXml" Target="../ink/ink56.xml"/><Relationship Id="rId133" Type="http://schemas.openxmlformats.org/officeDocument/2006/relationships/image" Target="../media/image71.png"/><Relationship Id="rId154" Type="http://schemas.openxmlformats.org/officeDocument/2006/relationships/customXml" Target="../ink/ink77.xml"/><Relationship Id="rId175" Type="http://schemas.openxmlformats.org/officeDocument/2006/relationships/image" Target="../media/image92.png"/><Relationship Id="rId196" Type="http://schemas.openxmlformats.org/officeDocument/2006/relationships/customXml" Target="../ink/ink98.xml"/><Relationship Id="rId200" Type="http://schemas.openxmlformats.org/officeDocument/2006/relationships/customXml" Target="../ink/ink100.xml"/><Relationship Id="rId16" Type="http://schemas.openxmlformats.org/officeDocument/2006/relationships/customXml" Target="../ink/ink8.xml"/><Relationship Id="rId221" Type="http://schemas.openxmlformats.org/officeDocument/2006/relationships/image" Target="../media/image115.png"/><Relationship Id="rId37" Type="http://schemas.openxmlformats.org/officeDocument/2006/relationships/image" Target="../media/image23.png"/><Relationship Id="rId58" Type="http://schemas.openxmlformats.org/officeDocument/2006/relationships/customXml" Target="../ink/ink29.xml"/><Relationship Id="rId79" Type="http://schemas.openxmlformats.org/officeDocument/2006/relationships/image" Target="../media/image44.png"/><Relationship Id="rId102" Type="http://schemas.openxmlformats.org/officeDocument/2006/relationships/customXml" Target="../ink/ink51.xml"/><Relationship Id="rId123" Type="http://schemas.openxmlformats.org/officeDocument/2006/relationships/image" Target="../media/image66.png"/><Relationship Id="rId144" Type="http://schemas.openxmlformats.org/officeDocument/2006/relationships/customXml" Target="../ink/ink72.xml"/><Relationship Id="rId90" Type="http://schemas.openxmlformats.org/officeDocument/2006/relationships/customXml" Target="../ink/ink45.xml"/><Relationship Id="rId165" Type="http://schemas.openxmlformats.org/officeDocument/2006/relationships/image" Target="../media/image87.png"/><Relationship Id="rId186" Type="http://schemas.openxmlformats.org/officeDocument/2006/relationships/customXml" Target="../ink/ink93.xml"/><Relationship Id="rId211" Type="http://schemas.openxmlformats.org/officeDocument/2006/relationships/image" Target="../media/image110.png"/><Relationship Id="rId232" Type="http://schemas.openxmlformats.org/officeDocument/2006/relationships/customXml" Target="../ink/ink116.xml"/><Relationship Id="rId27" Type="http://schemas.openxmlformats.org/officeDocument/2006/relationships/image" Target="../media/image18.png"/><Relationship Id="rId48" Type="http://schemas.openxmlformats.org/officeDocument/2006/relationships/customXml" Target="../ink/ink24.xml"/><Relationship Id="rId69" Type="http://schemas.openxmlformats.org/officeDocument/2006/relationships/image" Target="../media/image39.png"/><Relationship Id="rId113" Type="http://schemas.openxmlformats.org/officeDocument/2006/relationships/image" Target="../media/image61.png"/><Relationship Id="rId134" Type="http://schemas.openxmlformats.org/officeDocument/2006/relationships/customXml" Target="../ink/ink67.xml"/><Relationship Id="rId80" Type="http://schemas.openxmlformats.org/officeDocument/2006/relationships/customXml" Target="../ink/ink40.xml"/><Relationship Id="rId155" Type="http://schemas.openxmlformats.org/officeDocument/2006/relationships/image" Target="../media/image82.png"/><Relationship Id="rId176" Type="http://schemas.openxmlformats.org/officeDocument/2006/relationships/customXml" Target="../ink/ink88.xml"/><Relationship Id="rId197" Type="http://schemas.openxmlformats.org/officeDocument/2006/relationships/image" Target="../media/image103.png"/><Relationship Id="rId201" Type="http://schemas.openxmlformats.org/officeDocument/2006/relationships/image" Target="../media/image105.png"/><Relationship Id="rId222" Type="http://schemas.openxmlformats.org/officeDocument/2006/relationships/customXml" Target="../ink/ink111.xml"/><Relationship Id="rId17" Type="http://schemas.openxmlformats.org/officeDocument/2006/relationships/image" Target="../media/image13.png"/><Relationship Id="rId38" Type="http://schemas.openxmlformats.org/officeDocument/2006/relationships/customXml" Target="../ink/ink19.xml"/><Relationship Id="rId59" Type="http://schemas.openxmlformats.org/officeDocument/2006/relationships/image" Target="../media/image34.png"/><Relationship Id="rId103" Type="http://schemas.openxmlformats.org/officeDocument/2006/relationships/image" Target="../media/image56.png"/><Relationship Id="rId124" Type="http://schemas.openxmlformats.org/officeDocument/2006/relationships/customXml" Target="../ink/ink62.xml"/><Relationship Id="rId70" Type="http://schemas.openxmlformats.org/officeDocument/2006/relationships/customXml" Target="../ink/ink35.xml"/><Relationship Id="rId91" Type="http://schemas.openxmlformats.org/officeDocument/2006/relationships/image" Target="../media/image50.png"/><Relationship Id="rId145" Type="http://schemas.openxmlformats.org/officeDocument/2006/relationships/image" Target="../media/image77.png"/><Relationship Id="rId166" Type="http://schemas.openxmlformats.org/officeDocument/2006/relationships/customXml" Target="../ink/ink83.xml"/><Relationship Id="rId187" Type="http://schemas.openxmlformats.org/officeDocument/2006/relationships/image" Target="../media/image98.png"/><Relationship Id="rId1" Type="http://schemas.openxmlformats.org/officeDocument/2006/relationships/slideLayout" Target="../slideLayouts/slideLayout2.xml"/><Relationship Id="rId212" Type="http://schemas.openxmlformats.org/officeDocument/2006/relationships/customXml" Target="../ink/ink106.xml"/><Relationship Id="rId233" Type="http://schemas.openxmlformats.org/officeDocument/2006/relationships/image" Target="../media/image121.png"/><Relationship Id="rId28" Type="http://schemas.openxmlformats.org/officeDocument/2006/relationships/customXml" Target="../ink/ink14.xml"/><Relationship Id="rId49" Type="http://schemas.openxmlformats.org/officeDocument/2006/relationships/image" Target="../media/image29.png"/><Relationship Id="rId114" Type="http://schemas.openxmlformats.org/officeDocument/2006/relationships/customXml" Target="../ink/ink57.xml"/><Relationship Id="rId60" Type="http://schemas.openxmlformats.org/officeDocument/2006/relationships/customXml" Target="../ink/ink30.xml"/><Relationship Id="rId81" Type="http://schemas.openxmlformats.org/officeDocument/2006/relationships/image" Target="../media/image45.png"/><Relationship Id="rId135" Type="http://schemas.openxmlformats.org/officeDocument/2006/relationships/image" Target="../media/image72.png"/><Relationship Id="rId156" Type="http://schemas.openxmlformats.org/officeDocument/2006/relationships/customXml" Target="../ink/ink78.xml"/><Relationship Id="rId177" Type="http://schemas.openxmlformats.org/officeDocument/2006/relationships/image" Target="../media/image93.png"/><Relationship Id="rId198" Type="http://schemas.openxmlformats.org/officeDocument/2006/relationships/customXml" Target="../ink/ink99.xml"/><Relationship Id="rId202" Type="http://schemas.openxmlformats.org/officeDocument/2006/relationships/customXml" Target="../ink/ink101.xml"/><Relationship Id="rId223" Type="http://schemas.openxmlformats.org/officeDocument/2006/relationships/image" Target="../media/image116.png"/><Relationship Id="rId18" Type="http://schemas.openxmlformats.org/officeDocument/2006/relationships/customXml" Target="../ink/ink9.xml"/><Relationship Id="rId39" Type="http://schemas.openxmlformats.org/officeDocument/2006/relationships/image" Target="../media/image24.png"/><Relationship Id="rId50" Type="http://schemas.openxmlformats.org/officeDocument/2006/relationships/customXml" Target="../ink/ink25.xml"/><Relationship Id="rId104" Type="http://schemas.openxmlformats.org/officeDocument/2006/relationships/customXml" Target="../ink/ink52.xml"/><Relationship Id="rId125" Type="http://schemas.openxmlformats.org/officeDocument/2006/relationships/image" Target="../media/image67.png"/><Relationship Id="rId146" Type="http://schemas.openxmlformats.org/officeDocument/2006/relationships/customXml" Target="../ink/ink73.xml"/><Relationship Id="rId167" Type="http://schemas.openxmlformats.org/officeDocument/2006/relationships/image" Target="../media/image88.png"/><Relationship Id="rId188" Type="http://schemas.openxmlformats.org/officeDocument/2006/relationships/customXml" Target="../ink/ink94.xml"/><Relationship Id="rId71" Type="http://schemas.openxmlformats.org/officeDocument/2006/relationships/image" Target="../media/image40.png"/><Relationship Id="rId92" Type="http://schemas.openxmlformats.org/officeDocument/2006/relationships/customXml" Target="../ink/ink46.xml"/><Relationship Id="rId213" Type="http://schemas.openxmlformats.org/officeDocument/2006/relationships/image" Target="../media/image111.png"/><Relationship Id="rId2" Type="http://schemas.openxmlformats.org/officeDocument/2006/relationships/customXml" Target="../ink/ink1.xml"/><Relationship Id="rId29" Type="http://schemas.openxmlformats.org/officeDocument/2006/relationships/image" Target="../media/image19.png"/><Relationship Id="rId40" Type="http://schemas.openxmlformats.org/officeDocument/2006/relationships/customXml" Target="../ink/ink20.xml"/><Relationship Id="rId115" Type="http://schemas.openxmlformats.org/officeDocument/2006/relationships/image" Target="../media/image62.png"/><Relationship Id="rId136" Type="http://schemas.openxmlformats.org/officeDocument/2006/relationships/customXml" Target="../ink/ink68.xml"/><Relationship Id="rId157" Type="http://schemas.openxmlformats.org/officeDocument/2006/relationships/image" Target="../media/image83.png"/><Relationship Id="rId178" Type="http://schemas.openxmlformats.org/officeDocument/2006/relationships/customXml" Target="../ink/ink89.xml"/><Relationship Id="rId61" Type="http://schemas.openxmlformats.org/officeDocument/2006/relationships/image" Target="../media/image35.png"/><Relationship Id="rId82" Type="http://schemas.openxmlformats.org/officeDocument/2006/relationships/customXml" Target="../ink/ink41.xml"/><Relationship Id="rId199" Type="http://schemas.openxmlformats.org/officeDocument/2006/relationships/image" Target="../media/image104.png"/><Relationship Id="rId203" Type="http://schemas.openxmlformats.org/officeDocument/2006/relationships/image" Target="../media/image106.png"/><Relationship Id="rId19" Type="http://schemas.openxmlformats.org/officeDocument/2006/relationships/image" Target="../media/image14.png"/><Relationship Id="rId224" Type="http://schemas.openxmlformats.org/officeDocument/2006/relationships/customXml" Target="../ink/ink112.xml"/><Relationship Id="rId30" Type="http://schemas.openxmlformats.org/officeDocument/2006/relationships/customXml" Target="../ink/ink15.xml"/><Relationship Id="rId105" Type="http://schemas.openxmlformats.org/officeDocument/2006/relationships/image" Target="../media/image57.png"/><Relationship Id="rId126" Type="http://schemas.openxmlformats.org/officeDocument/2006/relationships/customXml" Target="../ink/ink63.xml"/><Relationship Id="rId147" Type="http://schemas.openxmlformats.org/officeDocument/2006/relationships/image" Target="../media/image78.png"/><Relationship Id="rId168" Type="http://schemas.openxmlformats.org/officeDocument/2006/relationships/customXml" Target="../ink/ink84.xml"/><Relationship Id="rId51" Type="http://schemas.openxmlformats.org/officeDocument/2006/relationships/image" Target="../media/image30.png"/><Relationship Id="rId72" Type="http://schemas.openxmlformats.org/officeDocument/2006/relationships/customXml" Target="../ink/ink36.xml"/><Relationship Id="rId93" Type="http://schemas.openxmlformats.org/officeDocument/2006/relationships/image" Target="../media/image51.png"/><Relationship Id="rId189" Type="http://schemas.openxmlformats.org/officeDocument/2006/relationships/image" Target="../media/image99.png"/><Relationship Id="rId3" Type="http://schemas.openxmlformats.org/officeDocument/2006/relationships/image" Target="../media/image6.png"/><Relationship Id="rId214" Type="http://schemas.openxmlformats.org/officeDocument/2006/relationships/customXml" Target="../ink/ink107.xml"/><Relationship Id="rId116" Type="http://schemas.openxmlformats.org/officeDocument/2006/relationships/customXml" Target="../ink/ink58.xml"/><Relationship Id="rId137" Type="http://schemas.openxmlformats.org/officeDocument/2006/relationships/image" Target="../media/image73.png"/><Relationship Id="rId158" Type="http://schemas.openxmlformats.org/officeDocument/2006/relationships/customXml" Target="../ink/ink79.xml"/></Relationships>
</file>

<file path=ppt/slides/_rels/slide4.xml.rels><?xml version="1.0" encoding="UTF-8" standalone="yes"?>
<Relationships xmlns="http://schemas.openxmlformats.org/package/2006/relationships"><Relationship Id="rId117" Type="http://schemas.openxmlformats.org/officeDocument/2006/relationships/image" Target="../media/image180.png"/><Relationship Id="rId21" Type="http://schemas.openxmlformats.org/officeDocument/2006/relationships/image" Target="../media/image132.png"/><Relationship Id="rId42" Type="http://schemas.openxmlformats.org/officeDocument/2006/relationships/customXml" Target="../ink/ink136.xml"/><Relationship Id="rId63" Type="http://schemas.openxmlformats.org/officeDocument/2006/relationships/image" Target="../media/image153.png"/><Relationship Id="rId84" Type="http://schemas.openxmlformats.org/officeDocument/2006/relationships/customXml" Target="../ink/ink157.xml"/><Relationship Id="rId138" Type="http://schemas.openxmlformats.org/officeDocument/2006/relationships/customXml" Target="../ink/ink184.xml"/><Relationship Id="rId159" Type="http://schemas.openxmlformats.org/officeDocument/2006/relationships/image" Target="../media/image201.png"/><Relationship Id="rId107" Type="http://schemas.openxmlformats.org/officeDocument/2006/relationships/image" Target="../media/image175.png"/><Relationship Id="rId11" Type="http://schemas.openxmlformats.org/officeDocument/2006/relationships/image" Target="../media/image127.png"/><Relationship Id="rId32" Type="http://schemas.openxmlformats.org/officeDocument/2006/relationships/customXml" Target="../ink/ink131.xml"/><Relationship Id="rId53" Type="http://schemas.openxmlformats.org/officeDocument/2006/relationships/image" Target="../media/image148.png"/><Relationship Id="rId74" Type="http://schemas.openxmlformats.org/officeDocument/2006/relationships/customXml" Target="../ink/ink152.xml"/><Relationship Id="rId128" Type="http://schemas.openxmlformats.org/officeDocument/2006/relationships/customXml" Target="../ink/ink179.xml"/><Relationship Id="rId149" Type="http://schemas.openxmlformats.org/officeDocument/2006/relationships/image" Target="../media/image196.png"/><Relationship Id="rId5" Type="http://schemas.openxmlformats.org/officeDocument/2006/relationships/image" Target="../media/image124.png"/><Relationship Id="rId95" Type="http://schemas.openxmlformats.org/officeDocument/2006/relationships/image" Target="../media/image169.png"/><Relationship Id="rId160" Type="http://schemas.openxmlformats.org/officeDocument/2006/relationships/customXml" Target="../ink/ink195.xml"/><Relationship Id="rId22" Type="http://schemas.openxmlformats.org/officeDocument/2006/relationships/customXml" Target="../ink/ink126.xml"/><Relationship Id="rId43" Type="http://schemas.openxmlformats.org/officeDocument/2006/relationships/image" Target="../media/image143.png"/><Relationship Id="rId64" Type="http://schemas.openxmlformats.org/officeDocument/2006/relationships/customXml" Target="../ink/ink147.xml"/><Relationship Id="rId118" Type="http://schemas.openxmlformats.org/officeDocument/2006/relationships/customXml" Target="../ink/ink174.xml"/><Relationship Id="rId139" Type="http://schemas.openxmlformats.org/officeDocument/2006/relationships/image" Target="../media/image191.png"/><Relationship Id="rId85" Type="http://schemas.openxmlformats.org/officeDocument/2006/relationships/image" Target="../media/image164.png"/><Relationship Id="rId150" Type="http://schemas.openxmlformats.org/officeDocument/2006/relationships/customXml" Target="../ink/ink190.xml"/><Relationship Id="rId12" Type="http://schemas.openxmlformats.org/officeDocument/2006/relationships/customXml" Target="../ink/ink121.xml"/><Relationship Id="rId17" Type="http://schemas.openxmlformats.org/officeDocument/2006/relationships/image" Target="../media/image130.png"/><Relationship Id="rId33" Type="http://schemas.openxmlformats.org/officeDocument/2006/relationships/image" Target="../media/image138.png"/><Relationship Id="rId38" Type="http://schemas.openxmlformats.org/officeDocument/2006/relationships/customXml" Target="../ink/ink134.xml"/><Relationship Id="rId59" Type="http://schemas.openxmlformats.org/officeDocument/2006/relationships/image" Target="../media/image151.png"/><Relationship Id="rId103" Type="http://schemas.openxmlformats.org/officeDocument/2006/relationships/image" Target="../media/image173.png"/><Relationship Id="rId108" Type="http://schemas.openxmlformats.org/officeDocument/2006/relationships/customXml" Target="../ink/ink169.xml"/><Relationship Id="rId124" Type="http://schemas.openxmlformats.org/officeDocument/2006/relationships/customXml" Target="../ink/ink177.xml"/><Relationship Id="rId129" Type="http://schemas.openxmlformats.org/officeDocument/2006/relationships/image" Target="../media/image186.png"/><Relationship Id="rId54" Type="http://schemas.openxmlformats.org/officeDocument/2006/relationships/customXml" Target="../ink/ink142.xml"/><Relationship Id="rId70" Type="http://schemas.openxmlformats.org/officeDocument/2006/relationships/customXml" Target="../ink/ink150.xml"/><Relationship Id="rId75" Type="http://schemas.openxmlformats.org/officeDocument/2006/relationships/image" Target="../media/image159.png"/><Relationship Id="rId91" Type="http://schemas.openxmlformats.org/officeDocument/2006/relationships/image" Target="../media/image167.png"/><Relationship Id="rId96" Type="http://schemas.openxmlformats.org/officeDocument/2006/relationships/customXml" Target="../ink/ink163.xml"/><Relationship Id="rId140" Type="http://schemas.openxmlformats.org/officeDocument/2006/relationships/customXml" Target="../ink/ink185.xml"/><Relationship Id="rId145" Type="http://schemas.openxmlformats.org/officeDocument/2006/relationships/image" Target="../media/image194.png"/><Relationship Id="rId161" Type="http://schemas.openxmlformats.org/officeDocument/2006/relationships/image" Target="../media/image202.png"/><Relationship Id="rId1" Type="http://schemas.openxmlformats.org/officeDocument/2006/relationships/slideLayout" Target="../slideLayouts/slideLayout2.xml"/><Relationship Id="rId6" Type="http://schemas.openxmlformats.org/officeDocument/2006/relationships/customXml" Target="../ink/ink118.xml"/><Relationship Id="rId23" Type="http://schemas.openxmlformats.org/officeDocument/2006/relationships/image" Target="../media/image133.png"/><Relationship Id="rId28" Type="http://schemas.openxmlformats.org/officeDocument/2006/relationships/customXml" Target="../ink/ink129.xml"/><Relationship Id="rId49" Type="http://schemas.openxmlformats.org/officeDocument/2006/relationships/image" Target="../media/image146.png"/><Relationship Id="rId114" Type="http://schemas.openxmlformats.org/officeDocument/2006/relationships/customXml" Target="../ink/ink172.xml"/><Relationship Id="rId119" Type="http://schemas.openxmlformats.org/officeDocument/2006/relationships/image" Target="../media/image181.png"/><Relationship Id="rId44" Type="http://schemas.openxmlformats.org/officeDocument/2006/relationships/customXml" Target="../ink/ink137.xml"/><Relationship Id="rId60" Type="http://schemas.openxmlformats.org/officeDocument/2006/relationships/customXml" Target="../ink/ink145.xml"/><Relationship Id="rId65" Type="http://schemas.openxmlformats.org/officeDocument/2006/relationships/image" Target="../media/image154.png"/><Relationship Id="rId81" Type="http://schemas.openxmlformats.org/officeDocument/2006/relationships/image" Target="../media/image162.png"/><Relationship Id="rId86" Type="http://schemas.openxmlformats.org/officeDocument/2006/relationships/customXml" Target="../ink/ink158.xml"/><Relationship Id="rId130" Type="http://schemas.openxmlformats.org/officeDocument/2006/relationships/customXml" Target="../ink/ink180.xml"/><Relationship Id="rId135" Type="http://schemas.openxmlformats.org/officeDocument/2006/relationships/image" Target="../media/image189.png"/><Relationship Id="rId151" Type="http://schemas.openxmlformats.org/officeDocument/2006/relationships/image" Target="../media/image197.png"/><Relationship Id="rId156" Type="http://schemas.openxmlformats.org/officeDocument/2006/relationships/customXml" Target="../ink/ink193.xml"/><Relationship Id="rId13" Type="http://schemas.openxmlformats.org/officeDocument/2006/relationships/image" Target="../media/image128.png"/><Relationship Id="rId18" Type="http://schemas.openxmlformats.org/officeDocument/2006/relationships/customXml" Target="../ink/ink124.xml"/><Relationship Id="rId39" Type="http://schemas.openxmlformats.org/officeDocument/2006/relationships/image" Target="../media/image141.png"/><Relationship Id="rId109" Type="http://schemas.openxmlformats.org/officeDocument/2006/relationships/image" Target="../media/image176.png"/><Relationship Id="rId34" Type="http://schemas.openxmlformats.org/officeDocument/2006/relationships/customXml" Target="../ink/ink132.xml"/><Relationship Id="rId50" Type="http://schemas.openxmlformats.org/officeDocument/2006/relationships/customXml" Target="../ink/ink140.xml"/><Relationship Id="rId55" Type="http://schemas.openxmlformats.org/officeDocument/2006/relationships/image" Target="../media/image149.png"/><Relationship Id="rId76" Type="http://schemas.openxmlformats.org/officeDocument/2006/relationships/customXml" Target="../ink/ink153.xml"/><Relationship Id="rId97" Type="http://schemas.openxmlformats.org/officeDocument/2006/relationships/image" Target="../media/image170.png"/><Relationship Id="rId104" Type="http://schemas.openxmlformats.org/officeDocument/2006/relationships/customXml" Target="../ink/ink167.xml"/><Relationship Id="rId120" Type="http://schemas.openxmlformats.org/officeDocument/2006/relationships/customXml" Target="../ink/ink175.xml"/><Relationship Id="rId125" Type="http://schemas.openxmlformats.org/officeDocument/2006/relationships/image" Target="../media/image184.png"/><Relationship Id="rId141" Type="http://schemas.openxmlformats.org/officeDocument/2006/relationships/image" Target="../media/image192.png"/><Relationship Id="rId146" Type="http://schemas.openxmlformats.org/officeDocument/2006/relationships/customXml" Target="../ink/ink188.xml"/><Relationship Id="rId7" Type="http://schemas.openxmlformats.org/officeDocument/2006/relationships/image" Target="../media/image125.png"/><Relationship Id="rId71" Type="http://schemas.openxmlformats.org/officeDocument/2006/relationships/image" Target="../media/image157.png"/><Relationship Id="rId92" Type="http://schemas.openxmlformats.org/officeDocument/2006/relationships/customXml" Target="../ink/ink161.xml"/><Relationship Id="rId162" Type="http://schemas.openxmlformats.org/officeDocument/2006/relationships/customXml" Target="../ink/ink196.xml"/><Relationship Id="rId2" Type="http://schemas.openxmlformats.org/officeDocument/2006/relationships/image" Target="../media/image122.jpeg"/><Relationship Id="rId29" Type="http://schemas.openxmlformats.org/officeDocument/2006/relationships/image" Target="../media/image136.png"/><Relationship Id="rId24" Type="http://schemas.openxmlformats.org/officeDocument/2006/relationships/customXml" Target="../ink/ink127.xml"/><Relationship Id="rId40" Type="http://schemas.openxmlformats.org/officeDocument/2006/relationships/customXml" Target="../ink/ink135.xml"/><Relationship Id="rId45" Type="http://schemas.openxmlformats.org/officeDocument/2006/relationships/image" Target="../media/image144.png"/><Relationship Id="rId66" Type="http://schemas.openxmlformats.org/officeDocument/2006/relationships/customXml" Target="../ink/ink148.xml"/><Relationship Id="rId87" Type="http://schemas.openxmlformats.org/officeDocument/2006/relationships/image" Target="../media/image165.png"/><Relationship Id="rId110" Type="http://schemas.openxmlformats.org/officeDocument/2006/relationships/customXml" Target="../ink/ink170.xml"/><Relationship Id="rId115" Type="http://schemas.openxmlformats.org/officeDocument/2006/relationships/image" Target="../media/image179.png"/><Relationship Id="rId131" Type="http://schemas.openxmlformats.org/officeDocument/2006/relationships/image" Target="../media/image187.png"/><Relationship Id="rId136" Type="http://schemas.openxmlformats.org/officeDocument/2006/relationships/customXml" Target="../ink/ink183.xml"/><Relationship Id="rId157" Type="http://schemas.openxmlformats.org/officeDocument/2006/relationships/image" Target="../media/image200.png"/><Relationship Id="rId61" Type="http://schemas.openxmlformats.org/officeDocument/2006/relationships/image" Target="../media/image152.png"/><Relationship Id="rId82" Type="http://schemas.openxmlformats.org/officeDocument/2006/relationships/customXml" Target="../ink/ink156.xml"/><Relationship Id="rId152" Type="http://schemas.openxmlformats.org/officeDocument/2006/relationships/customXml" Target="../ink/ink191.xml"/><Relationship Id="rId19" Type="http://schemas.openxmlformats.org/officeDocument/2006/relationships/image" Target="../media/image131.png"/><Relationship Id="rId14" Type="http://schemas.openxmlformats.org/officeDocument/2006/relationships/customXml" Target="../ink/ink122.xml"/><Relationship Id="rId30" Type="http://schemas.openxmlformats.org/officeDocument/2006/relationships/customXml" Target="../ink/ink130.xml"/><Relationship Id="rId35" Type="http://schemas.openxmlformats.org/officeDocument/2006/relationships/image" Target="../media/image139.png"/><Relationship Id="rId56" Type="http://schemas.openxmlformats.org/officeDocument/2006/relationships/customXml" Target="../ink/ink143.xml"/><Relationship Id="rId77" Type="http://schemas.openxmlformats.org/officeDocument/2006/relationships/image" Target="../media/image160.png"/><Relationship Id="rId100" Type="http://schemas.openxmlformats.org/officeDocument/2006/relationships/customXml" Target="../ink/ink165.xml"/><Relationship Id="rId105" Type="http://schemas.openxmlformats.org/officeDocument/2006/relationships/image" Target="../media/image174.png"/><Relationship Id="rId126" Type="http://schemas.openxmlformats.org/officeDocument/2006/relationships/customXml" Target="../ink/ink178.xml"/><Relationship Id="rId147" Type="http://schemas.openxmlformats.org/officeDocument/2006/relationships/image" Target="../media/image195.png"/><Relationship Id="rId8" Type="http://schemas.openxmlformats.org/officeDocument/2006/relationships/customXml" Target="../ink/ink119.xml"/><Relationship Id="rId51" Type="http://schemas.openxmlformats.org/officeDocument/2006/relationships/image" Target="../media/image147.png"/><Relationship Id="rId72" Type="http://schemas.openxmlformats.org/officeDocument/2006/relationships/customXml" Target="../ink/ink151.xml"/><Relationship Id="rId93" Type="http://schemas.openxmlformats.org/officeDocument/2006/relationships/image" Target="../media/image168.png"/><Relationship Id="rId98" Type="http://schemas.openxmlformats.org/officeDocument/2006/relationships/customXml" Target="../ink/ink164.xml"/><Relationship Id="rId121" Type="http://schemas.openxmlformats.org/officeDocument/2006/relationships/image" Target="../media/image182.png"/><Relationship Id="rId142" Type="http://schemas.openxmlformats.org/officeDocument/2006/relationships/customXml" Target="../ink/ink186.xml"/><Relationship Id="rId163" Type="http://schemas.openxmlformats.org/officeDocument/2006/relationships/image" Target="../media/image203.png"/><Relationship Id="rId3" Type="http://schemas.openxmlformats.org/officeDocument/2006/relationships/image" Target="../media/image123.jpeg"/><Relationship Id="rId25" Type="http://schemas.openxmlformats.org/officeDocument/2006/relationships/image" Target="../media/image134.png"/><Relationship Id="rId46" Type="http://schemas.openxmlformats.org/officeDocument/2006/relationships/customXml" Target="../ink/ink138.xml"/><Relationship Id="rId67" Type="http://schemas.openxmlformats.org/officeDocument/2006/relationships/image" Target="../media/image155.png"/><Relationship Id="rId116" Type="http://schemas.openxmlformats.org/officeDocument/2006/relationships/customXml" Target="../ink/ink173.xml"/><Relationship Id="rId137" Type="http://schemas.openxmlformats.org/officeDocument/2006/relationships/image" Target="../media/image190.png"/><Relationship Id="rId158" Type="http://schemas.openxmlformats.org/officeDocument/2006/relationships/customXml" Target="../ink/ink194.xml"/><Relationship Id="rId20" Type="http://schemas.openxmlformats.org/officeDocument/2006/relationships/customXml" Target="../ink/ink125.xml"/><Relationship Id="rId41" Type="http://schemas.openxmlformats.org/officeDocument/2006/relationships/image" Target="../media/image142.png"/><Relationship Id="rId62" Type="http://schemas.openxmlformats.org/officeDocument/2006/relationships/customXml" Target="../ink/ink146.xml"/><Relationship Id="rId83" Type="http://schemas.openxmlformats.org/officeDocument/2006/relationships/image" Target="../media/image163.png"/><Relationship Id="rId88" Type="http://schemas.openxmlformats.org/officeDocument/2006/relationships/customXml" Target="../ink/ink159.xml"/><Relationship Id="rId111" Type="http://schemas.openxmlformats.org/officeDocument/2006/relationships/image" Target="../media/image177.png"/><Relationship Id="rId132" Type="http://schemas.openxmlformats.org/officeDocument/2006/relationships/customXml" Target="../ink/ink181.xml"/><Relationship Id="rId153" Type="http://schemas.openxmlformats.org/officeDocument/2006/relationships/image" Target="../media/image198.png"/><Relationship Id="rId15" Type="http://schemas.openxmlformats.org/officeDocument/2006/relationships/image" Target="../media/image129.png"/><Relationship Id="rId36" Type="http://schemas.openxmlformats.org/officeDocument/2006/relationships/customXml" Target="../ink/ink133.xml"/><Relationship Id="rId57" Type="http://schemas.openxmlformats.org/officeDocument/2006/relationships/image" Target="../media/image150.png"/><Relationship Id="rId106" Type="http://schemas.openxmlformats.org/officeDocument/2006/relationships/customXml" Target="../ink/ink168.xml"/><Relationship Id="rId127" Type="http://schemas.openxmlformats.org/officeDocument/2006/relationships/image" Target="../media/image185.png"/><Relationship Id="rId10" Type="http://schemas.openxmlformats.org/officeDocument/2006/relationships/customXml" Target="../ink/ink120.xml"/><Relationship Id="rId31" Type="http://schemas.openxmlformats.org/officeDocument/2006/relationships/image" Target="../media/image137.png"/><Relationship Id="rId52" Type="http://schemas.openxmlformats.org/officeDocument/2006/relationships/customXml" Target="../ink/ink141.xml"/><Relationship Id="rId73" Type="http://schemas.openxmlformats.org/officeDocument/2006/relationships/image" Target="../media/image158.png"/><Relationship Id="rId78" Type="http://schemas.openxmlformats.org/officeDocument/2006/relationships/customXml" Target="../ink/ink154.xml"/><Relationship Id="rId94" Type="http://schemas.openxmlformats.org/officeDocument/2006/relationships/customXml" Target="../ink/ink162.xml"/><Relationship Id="rId99" Type="http://schemas.openxmlformats.org/officeDocument/2006/relationships/image" Target="../media/image171.png"/><Relationship Id="rId101" Type="http://schemas.openxmlformats.org/officeDocument/2006/relationships/image" Target="../media/image172.png"/><Relationship Id="rId122" Type="http://schemas.openxmlformats.org/officeDocument/2006/relationships/customXml" Target="../ink/ink176.xml"/><Relationship Id="rId143" Type="http://schemas.openxmlformats.org/officeDocument/2006/relationships/image" Target="../media/image193.png"/><Relationship Id="rId148" Type="http://schemas.openxmlformats.org/officeDocument/2006/relationships/customXml" Target="../ink/ink189.xml"/><Relationship Id="rId4" Type="http://schemas.openxmlformats.org/officeDocument/2006/relationships/customXml" Target="../ink/ink117.xml"/><Relationship Id="rId9" Type="http://schemas.openxmlformats.org/officeDocument/2006/relationships/image" Target="../media/image126.png"/><Relationship Id="rId26" Type="http://schemas.openxmlformats.org/officeDocument/2006/relationships/customXml" Target="../ink/ink128.xml"/><Relationship Id="rId47" Type="http://schemas.openxmlformats.org/officeDocument/2006/relationships/image" Target="../media/image145.png"/><Relationship Id="rId68" Type="http://schemas.openxmlformats.org/officeDocument/2006/relationships/customXml" Target="../ink/ink149.xml"/><Relationship Id="rId89" Type="http://schemas.openxmlformats.org/officeDocument/2006/relationships/image" Target="../media/image166.png"/><Relationship Id="rId112" Type="http://schemas.openxmlformats.org/officeDocument/2006/relationships/customXml" Target="../ink/ink171.xml"/><Relationship Id="rId133" Type="http://schemas.openxmlformats.org/officeDocument/2006/relationships/image" Target="../media/image188.png"/><Relationship Id="rId154" Type="http://schemas.openxmlformats.org/officeDocument/2006/relationships/customXml" Target="../ink/ink192.xml"/><Relationship Id="rId16" Type="http://schemas.openxmlformats.org/officeDocument/2006/relationships/customXml" Target="../ink/ink123.xml"/><Relationship Id="rId37" Type="http://schemas.openxmlformats.org/officeDocument/2006/relationships/image" Target="../media/image140.png"/><Relationship Id="rId58" Type="http://schemas.openxmlformats.org/officeDocument/2006/relationships/customXml" Target="../ink/ink144.xml"/><Relationship Id="rId79" Type="http://schemas.openxmlformats.org/officeDocument/2006/relationships/image" Target="../media/image161.png"/><Relationship Id="rId102" Type="http://schemas.openxmlformats.org/officeDocument/2006/relationships/customXml" Target="../ink/ink166.xml"/><Relationship Id="rId123" Type="http://schemas.openxmlformats.org/officeDocument/2006/relationships/image" Target="../media/image183.png"/><Relationship Id="rId144" Type="http://schemas.openxmlformats.org/officeDocument/2006/relationships/customXml" Target="../ink/ink187.xml"/><Relationship Id="rId90" Type="http://schemas.openxmlformats.org/officeDocument/2006/relationships/customXml" Target="../ink/ink160.xml"/><Relationship Id="rId27" Type="http://schemas.openxmlformats.org/officeDocument/2006/relationships/image" Target="../media/image135.png"/><Relationship Id="rId48" Type="http://schemas.openxmlformats.org/officeDocument/2006/relationships/customXml" Target="../ink/ink139.xml"/><Relationship Id="rId69" Type="http://schemas.openxmlformats.org/officeDocument/2006/relationships/image" Target="../media/image156.png"/><Relationship Id="rId113" Type="http://schemas.openxmlformats.org/officeDocument/2006/relationships/image" Target="../media/image178.png"/><Relationship Id="rId134" Type="http://schemas.openxmlformats.org/officeDocument/2006/relationships/customXml" Target="../ink/ink182.xml"/><Relationship Id="rId80" Type="http://schemas.openxmlformats.org/officeDocument/2006/relationships/customXml" Target="../ink/ink155.xml"/><Relationship Id="rId155" Type="http://schemas.openxmlformats.org/officeDocument/2006/relationships/image" Target="../media/image199.png"/></Relationships>
</file>

<file path=ppt/slides/_rels/slide5.xml.rels><?xml version="1.0" encoding="UTF-8" standalone="yes"?>
<Relationships xmlns="http://schemas.openxmlformats.org/package/2006/relationships"><Relationship Id="rId117" Type="http://schemas.openxmlformats.org/officeDocument/2006/relationships/customXml" Target="../ink/ink254.xml"/><Relationship Id="rId21" Type="http://schemas.openxmlformats.org/officeDocument/2006/relationships/customXml" Target="../ink/ink206.xml"/><Relationship Id="rId42" Type="http://schemas.openxmlformats.org/officeDocument/2006/relationships/image" Target="../media/image224.png"/><Relationship Id="rId63" Type="http://schemas.openxmlformats.org/officeDocument/2006/relationships/customXml" Target="../ink/ink227.xml"/><Relationship Id="rId84" Type="http://schemas.openxmlformats.org/officeDocument/2006/relationships/image" Target="../media/image245.png"/><Relationship Id="rId138" Type="http://schemas.openxmlformats.org/officeDocument/2006/relationships/image" Target="../media/image272.png"/><Relationship Id="rId159" Type="http://schemas.openxmlformats.org/officeDocument/2006/relationships/customXml" Target="../ink/ink275.xml"/><Relationship Id="rId170" Type="http://schemas.openxmlformats.org/officeDocument/2006/relationships/image" Target="../media/image288.png"/><Relationship Id="rId107" Type="http://schemas.openxmlformats.org/officeDocument/2006/relationships/customXml" Target="../ink/ink249.xml"/><Relationship Id="rId11" Type="http://schemas.openxmlformats.org/officeDocument/2006/relationships/customXml" Target="../ink/ink201.xml"/><Relationship Id="rId32" Type="http://schemas.openxmlformats.org/officeDocument/2006/relationships/image" Target="../media/image219.png"/><Relationship Id="rId53" Type="http://schemas.openxmlformats.org/officeDocument/2006/relationships/customXml" Target="../ink/ink222.xml"/><Relationship Id="rId74" Type="http://schemas.openxmlformats.org/officeDocument/2006/relationships/image" Target="../media/image240.png"/><Relationship Id="rId128" Type="http://schemas.openxmlformats.org/officeDocument/2006/relationships/image" Target="../media/image267.png"/><Relationship Id="rId149" Type="http://schemas.openxmlformats.org/officeDocument/2006/relationships/customXml" Target="../ink/ink270.xml"/><Relationship Id="rId5" Type="http://schemas.openxmlformats.org/officeDocument/2006/relationships/customXml" Target="../ink/ink198.xml"/><Relationship Id="rId95" Type="http://schemas.openxmlformats.org/officeDocument/2006/relationships/customXml" Target="../ink/ink243.xml"/><Relationship Id="rId160" Type="http://schemas.openxmlformats.org/officeDocument/2006/relationships/image" Target="../media/image283.png"/><Relationship Id="rId22" Type="http://schemas.openxmlformats.org/officeDocument/2006/relationships/image" Target="../media/image214.png"/><Relationship Id="rId43" Type="http://schemas.openxmlformats.org/officeDocument/2006/relationships/customXml" Target="../ink/ink217.xml"/><Relationship Id="rId64" Type="http://schemas.openxmlformats.org/officeDocument/2006/relationships/image" Target="../media/image235.png"/><Relationship Id="rId118" Type="http://schemas.openxmlformats.org/officeDocument/2006/relationships/image" Target="../media/image262.png"/><Relationship Id="rId139" Type="http://schemas.openxmlformats.org/officeDocument/2006/relationships/customXml" Target="../ink/ink265.xml"/><Relationship Id="rId85" Type="http://schemas.openxmlformats.org/officeDocument/2006/relationships/customXml" Target="../ink/ink238.xml"/><Relationship Id="rId150" Type="http://schemas.openxmlformats.org/officeDocument/2006/relationships/image" Target="../media/image278.png"/><Relationship Id="rId171" Type="http://schemas.openxmlformats.org/officeDocument/2006/relationships/customXml" Target="../ink/ink281.xml"/><Relationship Id="rId12" Type="http://schemas.openxmlformats.org/officeDocument/2006/relationships/image" Target="../media/image209.png"/><Relationship Id="rId33" Type="http://schemas.openxmlformats.org/officeDocument/2006/relationships/customXml" Target="../ink/ink212.xml"/><Relationship Id="rId108" Type="http://schemas.openxmlformats.org/officeDocument/2006/relationships/image" Target="../media/image257.png"/><Relationship Id="rId129" Type="http://schemas.openxmlformats.org/officeDocument/2006/relationships/customXml" Target="../ink/ink260.xml"/><Relationship Id="rId54" Type="http://schemas.openxmlformats.org/officeDocument/2006/relationships/image" Target="../media/image230.png"/><Relationship Id="rId75" Type="http://schemas.openxmlformats.org/officeDocument/2006/relationships/customXml" Target="../ink/ink233.xml"/><Relationship Id="rId96" Type="http://schemas.openxmlformats.org/officeDocument/2006/relationships/image" Target="../media/image251.png"/><Relationship Id="rId140" Type="http://schemas.openxmlformats.org/officeDocument/2006/relationships/image" Target="../media/image273.png"/><Relationship Id="rId161" Type="http://schemas.openxmlformats.org/officeDocument/2006/relationships/customXml" Target="../ink/ink276.xml"/><Relationship Id="rId6" Type="http://schemas.openxmlformats.org/officeDocument/2006/relationships/image" Target="../media/image206.png"/><Relationship Id="rId23" Type="http://schemas.openxmlformats.org/officeDocument/2006/relationships/customXml" Target="../ink/ink207.xml"/><Relationship Id="rId28" Type="http://schemas.openxmlformats.org/officeDocument/2006/relationships/image" Target="../media/image217.png"/><Relationship Id="rId49" Type="http://schemas.openxmlformats.org/officeDocument/2006/relationships/customXml" Target="../ink/ink220.xml"/><Relationship Id="rId114" Type="http://schemas.openxmlformats.org/officeDocument/2006/relationships/image" Target="../media/image260.png"/><Relationship Id="rId119" Type="http://schemas.openxmlformats.org/officeDocument/2006/relationships/customXml" Target="../ink/ink255.xml"/><Relationship Id="rId44" Type="http://schemas.openxmlformats.org/officeDocument/2006/relationships/image" Target="../media/image225.png"/><Relationship Id="rId60" Type="http://schemas.openxmlformats.org/officeDocument/2006/relationships/image" Target="../media/image233.png"/><Relationship Id="rId65" Type="http://schemas.openxmlformats.org/officeDocument/2006/relationships/customXml" Target="../ink/ink228.xml"/><Relationship Id="rId81" Type="http://schemas.openxmlformats.org/officeDocument/2006/relationships/customXml" Target="../ink/ink236.xml"/><Relationship Id="rId86" Type="http://schemas.openxmlformats.org/officeDocument/2006/relationships/image" Target="../media/image246.png"/><Relationship Id="rId130" Type="http://schemas.openxmlformats.org/officeDocument/2006/relationships/image" Target="../media/image268.png"/><Relationship Id="rId135" Type="http://schemas.openxmlformats.org/officeDocument/2006/relationships/customXml" Target="../ink/ink263.xml"/><Relationship Id="rId151" Type="http://schemas.openxmlformats.org/officeDocument/2006/relationships/customXml" Target="../ink/ink271.xml"/><Relationship Id="rId156" Type="http://schemas.openxmlformats.org/officeDocument/2006/relationships/image" Target="../media/image281.png"/><Relationship Id="rId177" Type="http://schemas.openxmlformats.org/officeDocument/2006/relationships/customXml" Target="../ink/ink284.xml"/><Relationship Id="rId172" Type="http://schemas.openxmlformats.org/officeDocument/2006/relationships/image" Target="../media/image289.png"/><Relationship Id="rId13" Type="http://schemas.openxmlformats.org/officeDocument/2006/relationships/customXml" Target="../ink/ink202.xml"/><Relationship Id="rId18" Type="http://schemas.openxmlformats.org/officeDocument/2006/relationships/image" Target="../media/image212.png"/><Relationship Id="rId39" Type="http://schemas.openxmlformats.org/officeDocument/2006/relationships/customXml" Target="../ink/ink215.xml"/><Relationship Id="rId109" Type="http://schemas.openxmlformats.org/officeDocument/2006/relationships/customXml" Target="../ink/ink250.xml"/><Relationship Id="rId34" Type="http://schemas.openxmlformats.org/officeDocument/2006/relationships/image" Target="../media/image220.png"/><Relationship Id="rId50" Type="http://schemas.openxmlformats.org/officeDocument/2006/relationships/image" Target="../media/image228.png"/><Relationship Id="rId55" Type="http://schemas.openxmlformats.org/officeDocument/2006/relationships/customXml" Target="../ink/ink223.xml"/><Relationship Id="rId76" Type="http://schemas.openxmlformats.org/officeDocument/2006/relationships/image" Target="../media/image241.png"/><Relationship Id="rId97" Type="http://schemas.openxmlformats.org/officeDocument/2006/relationships/customXml" Target="../ink/ink244.xml"/><Relationship Id="rId104" Type="http://schemas.openxmlformats.org/officeDocument/2006/relationships/image" Target="../media/image255.png"/><Relationship Id="rId120" Type="http://schemas.openxmlformats.org/officeDocument/2006/relationships/image" Target="../media/image263.png"/><Relationship Id="rId125" Type="http://schemas.openxmlformats.org/officeDocument/2006/relationships/customXml" Target="../ink/ink258.xml"/><Relationship Id="rId141" Type="http://schemas.openxmlformats.org/officeDocument/2006/relationships/customXml" Target="../ink/ink266.xml"/><Relationship Id="rId146" Type="http://schemas.openxmlformats.org/officeDocument/2006/relationships/image" Target="../media/image276.png"/><Relationship Id="rId167" Type="http://schemas.openxmlformats.org/officeDocument/2006/relationships/customXml" Target="../ink/ink279.xml"/><Relationship Id="rId7" Type="http://schemas.openxmlformats.org/officeDocument/2006/relationships/customXml" Target="../ink/ink199.xml"/><Relationship Id="rId71" Type="http://schemas.openxmlformats.org/officeDocument/2006/relationships/customXml" Target="../ink/ink231.xml"/><Relationship Id="rId92" Type="http://schemas.openxmlformats.org/officeDocument/2006/relationships/image" Target="../media/image249.png"/><Relationship Id="rId162" Type="http://schemas.openxmlformats.org/officeDocument/2006/relationships/image" Target="../media/image284.png"/><Relationship Id="rId2" Type="http://schemas.openxmlformats.org/officeDocument/2006/relationships/image" Target="../media/image204.jpeg"/><Relationship Id="rId29" Type="http://schemas.openxmlformats.org/officeDocument/2006/relationships/customXml" Target="../ink/ink210.xml"/><Relationship Id="rId24" Type="http://schemas.openxmlformats.org/officeDocument/2006/relationships/image" Target="../media/image215.png"/><Relationship Id="rId40" Type="http://schemas.openxmlformats.org/officeDocument/2006/relationships/image" Target="../media/image223.png"/><Relationship Id="rId45" Type="http://schemas.openxmlformats.org/officeDocument/2006/relationships/customXml" Target="../ink/ink218.xml"/><Relationship Id="rId66" Type="http://schemas.openxmlformats.org/officeDocument/2006/relationships/image" Target="../media/image236.png"/><Relationship Id="rId87" Type="http://schemas.openxmlformats.org/officeDocument/2006/relationships/customXml" Target="../ink/ink239.xml"/><Relationship Id="rId110" Type="http://schemas.openxmlformats.org/officeDocument/2006/relationships/image" Target="../media/image258.png"/><Relationship Id="rId115" Type="http://schemas.openxmlformats.org/officeDocument/2006/relationships/customXml" Target="../ink/ink253.xml"/><Relationship Id="rId131" Type="http://schemas.openxmlformats.org/officeDocument/2006/relationships/customXml" Target="../ink/ink261.xml"/><Relationship Id="rId136" Type="http://schemas.openxmlformats.org/officeDocument/2006/relationships/image" Target="../media/image271.png"/><Relationship Id="rId157" Type="http://schemas.openxmlformats.org/officeDocument/2006/relationships/customXml" Target="../ink/ink274.xml"/><Relationship Id="rId178" Type="http://schemas.openxmlformats.org/officeDocument/2006/relationships/image" Target="../media/image292.png"/><Relationship Id="rId61" Type="http://schemas.openxmlformats.org/officeDocument/2006/relationships/customXml" Target="../ink/ink226.xml"/><Relationship Id="rId82" Type="http://schemas.openxmlformats.org/officeDocument/2006/relationships/image" Target="../media/image244.png"/><Relationship Id="rId152" Type="http://schemas.openxmlformats.org/officeDocument/2006/relationships/image" Target="../media/image279.png"/><Relationship Id="rId173" Type="http://schemas.openxmlformats.org/officeDocument/2006/relationships/customXml" Target="../ink/ink282.xml"/><Relationship Id="rId19" Type="http://schemas.openxmlformats.org/officeDocument/2006/relationships/customXml" Target="../ink/ink205.xml"/><Relationship Id="rId14" Type="http://schemas.openxmlformats.org/officeDocument/2006/relationships/image" Target="../media/image210.png"/><Relationship Id="rId30" Type="http://schemas.openxmlformats.org/officeDocument/2006/relationships/image" Target="../media/image218.png"/><Relationship Id="rId35" Type="http://schemas.openxmlformats.org/officeDocument/2006/relationships/customXml" Target="../ink/ink213.xml"/><Relationship Id="rId56" Type="http://schemas.openxmlformats.org/officeDocument/2006/relationships/image" Target="../media/image231.png"/><Relationship Id="rId77" Type="http://schemas.openxmlformats.org/officeDocument/2006/relationships/customXml" Target="../ink/ink234.xml"/><Relationship Id="rId100" Type="http://schemas.openxmlformats.org/officeDocument/2006/relationships/image" Target="../media/image253.png"/><Relationship Id="rId105" Type="http://schemas.openxmlformats.org/officeDocument/2006/relationships/customXml" Target="../ink/ink248.xml"/><Relationship Id="rId126" Type="http://schemas.openxmlformats.org/officeDocument/2006/relationships/image" Target="../media/image266.png"/><Relationship Id="rId147" Type="http://schemas.openxmlformats.org/officeDocument/2006/relationships/customXml" Target="../ink/ink269.xml"/><Relationship Id="rId168" Type="http://schemas.openxmlformats.org/officeDocument/2006/relationships/image" Target="../media/image287.png"/><Relationship Id="rId8" Type="http://schemas.openxmlformats.org/officeDocument/2006/relationships/image" Target="../media/image207.png"/><Relationship Id="rId51" Type="http://schemas.openxmlformats.org/officeDocument/2006/relationships/customXml" Target="../ink/ink221.xml"/><Relationship Id="rId72" Type="http://schemas.openxmlformats.org/officeDocument/2006/relationships/image" Target="../media/image239.png"/><Relationship Id="rId93" Type="http://schemas.openxmlformats.org/officeDocument/2006/relationships/customXml" Target="../ink/ink242.xml"/><Relationship Id="rId98" Type="http://schemas.openxmlformats.org/officeDocument/2006/relationships/image" Target="../media/image252.png"/><Relationship Id="rId121" Type="http://schemas.openxmlformats.org/officeDocument/2006/relationships/customXml" Target="../ink/ink256.xml"/><Relationship Id="rId142" Type="http://schemas.openxmlformats.org/officeDocument/2006/relationships/image" Target="../media/image274.png"/><Relationship Id="rId163" Type="http://schemas.openxmlformats.org/officeDocument/2006/relationships/customXml" Target="../ink/ink277.xml"/><Relationship Id="rId3" Type="http://schemas.openxmlformats.org/officeDocument/2006/relationships/customXml" Target="../ink/ink197.xml"/><Relationship Id="rId25" Type="http://schemas.openxmlformats.org/officeDocument/2006/relationships/customXml" Target="../ink/ink208.xml"/><Relationship Id="rId46" Type="http://schemas.openxmlformats.org/officeDocument/2006/relationships/image" Target="../media/image226.png"/><Relationship Id="rId67" Type="http://schemas.openxmlformats.org/officeDocument/2006/relationships/customXml" Target="../ink/ink229.xml"/><Relationship Id="rId116" Type="http://schemas.openxmlformats.org/officeDocument/2006/relationships/image" Target="../media/image261.png"/><Relationship Id="rId137" Type="http://schemas.openxmlformats.org/officeDocument/2006/relationships/customXml" Target="../ink/ink264.xml"/><Relationship Id="rId158" Type="http://schemas.openxmlformats.org/officeDocument/2006/relationships/image" Target="../media/image282.png"/><Relationship Id="rId20" Type="http://schemas.openxmlformats.org/officeDocument/2006/relationships/image" Target="../media/image213.png"/><Relationship Id="rId41" Type="http://schemas.openxmlformats.org/officeDocument/2006/relationships/customXml" Target="../ink/ink216.xml"/><Relationship Id="rId62" Type="http://schemas.openxmlformats.org/officeDocument/2006/relationships/image" Target="../media/image234.png"/><Relationship Id="rId83" Type="http://schemas.openxmlformats.org/officeDocument/2006/relationships/customXml" Target="../ink/ink237.xml"/><Relationship Id="rId88" Type="http://schemas.openxmlformats.org/officeDocument/2006/relationships/image" Target="../media/image247.png"/><Relationship Id="rId111" Type="http://schemas.openxmlformats.org/officeDocument/2006/relationships/customXml" Target="../ink/ink251.xml"/><Relationship Id="rId132" Type="http://schemas.openxmlformats.org/officeDocument/2006/relationships/image" Target="../media/image269.png"/><Relationship Id="rId153" Type="http://schemas.openxmlformats.org/officeDocument/2006/relationships/customXml" Target="../ink/ink272.xml"/><Relationship Id="rId174" Type="http://schemas.openxmlformats.org/officeDocument/2006/relationships/image" Target="../media/image290.png"/><Relationship Id="rId15" Type="http://schemas.openxmlformats.org/officeDocument/2006/relationships/customXml" Target="../ink/ink203.xml"/><Relationship Id="rId36" Type="http://schemas.openxmlformats.org/officeDocument/2006/relationships/image" Target="../media/image221.png"/><Relationship Id="rId57" Type="http://schemas.openxmlformats.org/officeDocument/2006/relationships/customXml" Target="../ink/ink224.xml"/><Relationship Id="rId106" Type="http://schemas.openxmlformats.org/officeDocument/2006/relationships/image" Target="../media/image256.png"/><Relationship Id="rId127" Type="http://schemas.openxmlformats.org/officeDocument/2006/relationships/customXml" Target="../ink/ink259.xml"/><Relationship Id="rId10" Type="http://schemas.openxmlformats.org/officeDocument/2006/relationships/image" Target="../media/image208.png"/><Relationship Id="rId31" Type="http://schemas.openxmlformats.org/officeDocument/2006/relationships/customXml" Target="../ink/ink211.xml"/><Relationship Id="rId52" Type="http://schemas.openxmlformats.org/officeDocument/2006/relationships/image" Target="../media/image229.png"/><Relationship Id="rId73" Type="http://schemas.openxmlformats.org/officeDocument/2006/relationships/customXml" Target="../ink/ink232.xml"/><Relationship Id="rId78" Type="http://schemas.openxmlformats.org/officeDocument/2006/relationships/image" Target="../media/image242.png"/><Relationship Id="rId94" Type="http://schemas.openxmlformats.org/officeDocument/2006/relationships/image" Target="../media/image250.png"/><Relationship Id="rId99" Type="http://schemas.openxmlformats.org/officeDocument/2006/relationships/customXml" Target="../ink/ink245.xml"/><Relationship Id="rId101" Type="http://schemas.openxmlformats.org/officeDocument/2006/relationships/customXml" Target="../ink/ink246.xml"/><Relationship Id="rId122" Type="http://schemas.openxmlformats.org/officeDocument/2006/relationships/image" Target="../media/image264.png"/><Relationship Id="rId143" Type="http://schemas.openxmlformats.org/officeDocument/2006/relationships/customXml" Target="../ink/ink267.xml"/><Relationship Id="rId148" Type="http://schemas.openxmlformats.org/officeDocument/2006/relationships/image" Target="../media/image277.png"/><Relationship Id="rId164" Type="http://schemas.openxmlformats.org/officeDocument/2006/relationships/image" Target="../media/image285.png"/><Relationship Id="rId169" Type="http://schemas.openxmlformats.org/officeDocument/2006/relationships/customXml" Target="../ink/ink280.xml"/><Relationship Id="rId4" Type="http://schemas.openxmlformats.org/officeDocument/2006/relationships/image" Target="../media/image205.png"/><Relationship Id="rId9" Type="http://schemas.openxmlformats.org/officeDocument/2006/relationships/customXml" Target="../ink/ink200.xml"/><Relationship Id="rId26" Type="http://schemas.openxmlformats.org/officeDocument/2006/relationships/image" Target="../media/image216.png"/><Relationship Id="rId47" Type="http://schemas.openxmlformats.org/officeDocument/2006/relationships/customXml" Target="../ink/ink219.xml"/><Relationship Id="rId68" Type="http://schemas.openxmlformats.org/officeDocument/2006/relationships/image" Target="../media/image237.png"/><Relationship Id="rId89" Type="http://schemas.openxmlformats.org/officeDocument/2006/relationships/customXml" Target="../ink/ink240.xml"/><Relationship Id="rId112" Type="http://schemas.openxmlformats.org/officeDocument/2006/relationships/image" Target="../media/image259.png"/><Relationship Id="rId133" Type="http://schemas.openxmlformats.org/officeDocument/2006/relationships/customXml" Target="../ink/ink262.xml"/><Relationship Id="rId154" Type="http://schemas.openxmlformats.org/officeDocument/2006/relationships/image" Target="../media/image280.png"/><Relationship Id="rId175" Type="http://schemas.openxmlformats.org/officeDocument/2006/relationships/customXml" Target="../ink/ink283.xml"/><Relationship Id="rId16" Type="http://schemas.openxmlformats.org/officeDocument/2006/relationships/image" Target="../media/image211.png"/><Relationship Id="rId37" Type="http://schemas.openxmlformats.org/officeDocument/2006/relationships/customXml" Target="../ink/ink214.xml"/><Relationship Id="rId58" Type="http://schemas.openxmlformats.org/officeDocument/2006/relationships/image" Target="../media/image232.png"/><Relationship Id="rId79" Type="http://schemas.openxmlformats.org/officeDocument/2006/relationships/customXml" Target="../ink/ink235.xml"/><Relationship Id="rId102" Type="http://schemas.openxmlformats.org/officeDocument/2006/relationships/image" Target="../media/image254.png"/><Relationship Id="rId123" Type="http://schemas.openxmlformats.org/officeDocument/2006/relationships/customXml" Target="../ink/ink257.xml"/><Relationship Id="rId144" Type="http://schemas.openxmlformats.org/officeDocument/2006/relationships/image" Target="../media/image275.png"/><Relationship Id="rId90" Type="http://schemas.openxmlformats.org/officeDocument/2006/relationships/image" Target="../media/image248.png"/><Relationship Id="rId165" Type="http://schemas.openxmlformats.org/officeDocument/2006/relationships/customXml" Target="../ink/ink278.xml"/><Relationship Id="rId27" Type="http://schemas.openxmlformats.org/officeDocument/2006/relationships/customXml" Target="../ink/ink209.xml"/><Relationship Id="rId48" Type="http://schemas.openxmlformats.org/officeDocument/2006/relationships/image" Target="../media/image227.png"/><Relationship Id="rId69" Type="http://schemas.openxmlformats.org/officeDocument/2006/relationships/customXml" Target="../ink/ink230.xml"/><Relationship Id="rId113" Type="http://schemas.openxmlformats.org/officeDocument/2006/relationships/customXml" Target="../ink/ink252.xml"/><Relationship Id="rId134" Type="http://schemas.openxmlformats.org/officeDocument/2006/relationships/image" Target="../media/image270.png"/><Relationship Id="rId80" Type="http://schemas.openxmlformats.org/officeDocument/2006/relationships/image" Target="../media/image243.png"/><Relationship Id="rId155" Type="http://schemas.openxmlformats.org/officeDocument/2006/relationships/customXml" Target="../ink/ink273.xml"/><Relationship Id="rId176" Type="http://schemas.openxmlformats.org/officeDocument/2006/relationships/image" Target="../media/image291.png"/><Relationship Id="rId17" Type="http://schemas.openxmlformats.org/officeDocument/2006/relationships/customXml" Target="../ink/ink204.xml"/><Relationship Id="rId38" Type="http://schemas.openxmlformats.org/officeDocument/2006/relationships/image" Target="../media/image222.png"/><Relationship Id="rId59" Type="http://schemas.openxmlformats.org/officeDocument/2006/relationships/customXml" Target="../ink/ink225.xml"/><Relationship Id="rId103" Type="http://schemas.openxmlformats.org/officeDocument/2006/relationships/customXml" Target="../ink/ink247.xml"/><Relationship Id="rId124" Type="http://schemas.openxmlformats.org/officeDocument/2006/relationships/image" Target="../media/image265.png"/><Relationship Id="rId70" Type="http://schemas.openxmlformats.org/officeDocument/2006/relationships/image" Target="../media/image238.png"/><Relationship Id="rId91" Type="http://schemas.openxmlformats.org/officeDocument/2006/relationships/customXml" Target="../ink/ink241.xml"/><Relationship Id="rId145" Type="http://schemas.openxmlformats.org/officeDocument/2006/relationships/customXml" Target="../ink/ink268.xml"/><Relationship Id="rId166" Type="http://schemas.openxmlformats.org/officeDocument/2006/relationships/image" Target="../media/image28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296.png"/><Relationship Id="rId3" Type="http://schemas.openxmlformats.org/officeDocument/2006/relationships/customXml" Target="../ink/ink285.xml"/><Relationship Id="rId7" Type="http://schemas.openxmlformats.org/officeDocument/2006/relationships/customXml" Target="../ink/ink287.xml"/><Relationship Id="rId2" Type="http://schemas.openxmlformats.org/officeDocument/2006/relationships/image" Target="../media/image293.jpeg"/><Relationship Id="rId1" Type="http://schemas.openxmlformats.org/officeDocument/2006/relationships/slideLayout" Target="../slideLayouts/slideLayout2.xml"/><Relationship Id="rId6" Type="http://schemas.openxmlformats.org/officeDocument/2006/relationships/image" Target="../media/image295.png"/><Relationship Id="rId5" Type="http://schemas.openxmlformats.org/officeDocument/2006/relationships/customXml" Target="../ink/ink286.xml"/><Relationship Id="rId10" Type="http://schemas.openxmlformats.org/officeDocument/2006/relationships/image" Target="../media/image297.png"/><Relationship Id="rId4" Type="http://schemas.openxmlformats.org/officeDocument/2006/relationships/image" Target="../media/image294.png"/><Relationship Id="rId9" Type="http://schemas.openxmlformats.org/officeDocument/2006/relationships/customXml" Target="../ink/ink288.xml"/></Relationships>
</file>

<file path=ppt/slides/_rels/slide7.xml.rels><?xml version="1.0" encoding="UTF-8" standalone="yes"?>
<Relationships xmlns="http://schemas.openxmlformats.org/package/2006/relationships"><Relationship Id="rId117" Type="http://schemas.openxmlformats.org/officeDocument/2006/relationships/image" Target="../media/image355.png"/><Relationship Id="rId21" Type="http://schemas.openxmlformats.org/officeDocument/2006/relationships/image" Target="../media/image307.png"/><Relationship Id="rId42" Type="http://schemas.openxmlformats.org/officeDocument/2006/relationships/customXml" Target="../ink/ink309.xml"/><Relationship Id="rId63" Type="http://schemas.openxmlformats.org/officeDocument/2006/relationships/image" Target="../media/image328.png"/><Relationship Id="rId84" Type="http://schemas.openxmlformats.org/officeDocument/2006/relationships/customXml" Target="../ink/ink330.xml"/><Relationship Id="rId138" Type="http://schemas.openxmlformats.org/officeDocument/2006/relationships/customXml" Target="../ink/ink357.xml"/><Relationship Id="rId159" Type="http://schemas.openxmlformats.org/officeDocument/2006/relationships/image" Target="../media/image376.png"/><Relationship Id="rId107" Type="http://schemas.openxmlformats.org/officeDocument/2006/relationships/image" Target="../media/image350.png"/><Relationship Id="rId11" Type="http://schemas.openxmlformats.org/officeDocument/2006/relationships/image" Target="../media/image302.png"/><Relationship Id="rId32" Type="http://schemas.openxmlformats.org/officeDocument/2006/relationships/customXml" Target="../ink/ink304.xml"/><Relationship Id="rId53" Type="http://schemas.openxmlformats.org/officeDocument/2006/relationships/image" Target="../media/image323.png"/><Relationship Id="rId74" Type="http://schemas.openxmlformats.org/officeDocument/2006/relationships/customXml" Target="../ink/ink325.xml"/><Relationship Id="rId128" Type="http://schemas.openxmlformats.org/officeDocument/2006/relationships/customXml" Target="../ink/ink352.xml"/><Relationship Id="rId149" Type="http://schemas.openxmlformats.org/officeDocument/2006/relationships/image" Target="../media/image371.png"/><Relationship Id="rId5" Type="http://schemas.openxmlformats.org/officeDocument/2006/relationships/image" Target="../media/image299.png"/><Relationship Id="rId95" Type="http://schemas.openxmlformats.org/officeDocument/2006/relationships/image" Target="../media/image344.png"/><Relationship Id="rId160" Type="http://schemas.openxmlformats.org/officeDocument/2006/relationships/customXml" Target="../ink/ink368.xml"/><Relationship Id="rId22" Type="http://schemas.openxmlformats.org/officeDocument/2006/relationships/customXml" Target="../ink/ink299.xml"/><Relationship Id="rId43" Type="http://schemas.openxmlformats.org/officeDocument/2006/relationships/image" Target="../media/image318.png"/><Relationship Id="rId64" Type="http://schemas.openxmlformats.org/officeDocument/2006/relationships/customXml" Target="../ink/ink320.xml"/><Relationship Id="rId118" Type="http://schemas.openxmlformats.org/officeDocument/2006/relationships/customXml" Target="../ink/ink347.xml"/><Relationship Id="rId139" Type="http://schemas.openxmlformats.org/officeDocument/2006/relationships/image" Target="../media/image366.png"/><Relationship Id="rId85" Type="http://schemas.openxmlformats.org/officeDocument/2006/relationships/image" Target="../media/image339.png"/><Relationship Id="rId150" Type="http://schemas.openxmlformats.org/officeDocument/2006/relationships/customXml" Target="../ink/ink363.xml"/><Relationship Id="rId12" Type="http://schemas.openxmlformats.org/officeDocument/2006/relationships/customXml" Target="../ink/ink294.xml"/><Relationship Id="rId17" Type="http://schemas.openxmlformats.org/officeDocument/2006/relationships/image" Target="../media/image305.png"/><Relationship Id="rId33" Type="http://schemas.openxmlformats.org/officeDocument/2006/relationships/image" Target="../media/image313.png"/><Relationship Id="rId38" Type="http://schemas.openxmlformats.org/officeDocument/2006/relationships/customXml" Target="../ink/ink307.xml"/><Relationship Id="rId59" Type="http://schemas.openxmlformats.org/officeDocument/2006/relationships/image" Target="../media/image326.png"/><Relationship Id="rId103" Type="http://schemas.openxmlformats.org/officeDocument/2006/relationships/image" Target="../media/image348.png"/><Relationship Id="rId108" Type="http://schemas.openxmlformats.org/officeDocument/2006/relationships/customXml" Target="../ink/ink342.xml"/><Relationship Id="rId124" Type="http://schemas.openxmlformats.org/officeDocument/2006/relationships/customXml" Target="../ink/ink350.xml"/><Relationship Id="rId129" Type="http://schemas.openxmlformats.org/officeDocument/2006/relationships/image" Target="../media/image361.png"/><Relationship Id="rId54" Type="http://schemas.openxmlformats.org/officeDocument/2006/relationships/customXml" Target="../ink/ink315.xml"/><Relationship Id="rId70" Type="http://schemas.openxmlformats.org/officeDocument/2006/relationships/customXml" Target="../ink/ink323.xml"/><Relationship Id="rId75" Type="http://schemas.openxmlformats.org/officeDocument/2006/relationships/image" Target="../media/image334.png"/><Relationship Id="rId91" Type="http://schemas.openxmlformats.org/officeDocument/2006/relationships/image" Target="../media/image342.png"/><Relationship Id="rId96" Type="http://schemas.openxmlformats.org/officeDocument/2006/relationships/customXml" Target="../ink/ink336.xml"/><Relationship Id="rId140" Type="http://schemas.openxmlformats.org/officeDocument/2006/relationships/customXml" Target="../ink/ink358.xml"/><Relationship Id="rId145" Type="http://schemas.openxmlformats.org/officeDocument/2006/relationships/image" Target="../media/image369.png"/><Relationship Id="rId161" Type="http://schemas.openxmlformats.org/officeDocument/2006/relationships/image" Target="../media/image377.png"/><Relationship Id="rId1" Type="http://schemas.openxmlformats.org/officeDocument/2006/relationships/slideLayout" Target="../slideLayouts/slideLayout2.xml"/><Relationship Id="rId6" Type="http://schemas.openxmlformats.org/officeDocument/2006/relationships/customXml" Target="../ink/ink291.xml"/><Relationship Id="rId23" Type="http://schemas.openxmlformats.org/officeDocument/2006/relationships/image" Target="../media/image308.png"/><Relationship Id="rId28" Type="http://schemas.openxmlformats.org/officeDocument/2006/relationships/customXml" Target="../ink/ink302.xml"/><Relationship Id="rId49" Type="http://schemas.openxmlformats.org/officeDocument/2006/relationships/image" Target="../media/image321.png"/><Relationship Id="rId114" Type="http://schemas.openxmlformats.org/officeDocument/2006/relationships/customXml" Target="../ink/ink345.xml"/><Relationship Id="rId119" Type="http://schemas.openxmlformats.org/officeDocument/2006/relationships/image" Target="../media/image356.png"/><Relationship Id="rId44" Type="http://schemas.openxmlformats.org/officeDocument/2006/relationships/customXml" Target="../ink/ink310.xml"/><Relationship Id="rId60" Type="http://schemas.openxmlformats.org/officeDocument/2006/relationships/customXml" Target="../ink/ink318.xml"/><Relationship Id="rId65" Type="http://schemas.openxmlformats.org/officeDocument/2006/relationships/image" Target="../media/image329.png"/><Relationship Id="rId81" Type="http://schemas.openxmlformats.org/officeDocument/2006/relationships/image" Target="../media/image337.png"/><Relationship Id="rId86" Type="http://schemas.openxmlformats.org/officeDocument/2006/relationships/customXml" Target="../ink/ink331.xml"/><Relationship Id="rId130" Type="http://schemas.openxmlformats.org/officeDocument/2006/relationships/customXml" Target="../ink/ink353.xml"/><Relationship Id="rId135" Type="http://schemas.openxmlformats.org/officeDocument/2006/relationships/image" Target="../media/image364.png"/><Relationship Id="rId151" Type="http://schemas.openxmlformats.org/officeDocument/2006/relationships/image" Target="../media/image372.png"/><Relationship Id="rId156" Type="http://schemas.openxmlformats.org/officeDocument/2006/relationships/customXml" Target="../ink/ink366.xml"/><Relationship Id="rId13" Type="http://schemas.openxmlformats.org/officeDocument/2006/relationships/image" Target="../media/image303.png"/><Relationship Id="rId18" Type="http://schemas.openxmlformats.org/officeDocument/2006/relationships/customXml" Target="../ink/ink297.xml"/><Relationship Id="rId39" Type="http://schemas.openxmlformats.org/officeDocument/2006/relationships/image" Target="../media/image316.png"/><Relationship Id="rId109" Type="http://schemas.openxmlformats.org/officeDocument/2006/relationships/image" Target="../media/image351.png"/><Relationship Id="rId34" Type="http://schemas.openxmlformats.org/officeDocument/2006/relationships/customXml" Target="../ink/ink305.xml"/><Relationship Id="rId50" Type="http://schemas.openxmlformats.org/officeDocument/2006/relationships/customXml" Target="../ink/ink313.xml"/><Relationship Id="rId55" Type="http://schemas.openxmlformats.org/officeDocument/2006/relationships/image" Target="../media/image324.png"/><Relationship Id="rId76" Type="http://schemas.openxmlformats.org/officeDocument/2006/relationships/customXml" Target="../ink/ink326.xml"/><Relationship Id="rId97" Type="http://schemas.openxmlformats.org/officeDocument/2006/relationships/image" Target="../media/image345.png"/><Relationship Id="rId104" Type="http://schemas.openxmlformats.org/officeDocument/2006/relationships/customXml" Target="../ink/ink340.xml"/><Relationship Id="rId120" Type="http://schemas.openxmlformats.org/officeDocument/2006/relationships/customXml" Target="../ink/ink348.xml"/><Relationship Id="rId125" Type="http://schemas.openxmlformats.org/officeDocument/2006/relationships/image" Target="../media/image359.png"/><Relationship Id="rId141" Type="http://schemas.openxmlformats.org/officeDocument/2006/relationships/image" Target="../media/image367.png"/><Relationship Id="rId146" Type="http://schemas.openxmlformats.org/officeDocument/2006/relationships/customXml" Target="../ink/ink361.xml"/><Relationship Id="rId7" Type="http://schemas.openxmlformats.org/officeDocument/2006/relationships/image" Target="../media/image300.png"/><Relationship Id="rId71" Type="http://schemas.openxmlformats.org/officeDocument/2006/relationships/image" Target="../media/image332.png"/><Relationship Id="rId92" Type="http://schemas.openxmlformats.org/officeDocument/2006/relationships/customXml" Target="../ink/ink334.xml"/><Relationship Id="rId162" Type="http://schemas.openxmlformats.org/officeDocument/2006/relationships/customXml" Target="../ink/ink369.xml"/><Relationship Id="rId2" Type="http://schemas.openxmlformats.org/officeDocument/2006/relationships/customXml" Target="../ink/ink289.xml"/><Relationship Id="rId29" Type="http://schemas.openxmlformats.org/officeDocument/2006/relationships/image" Target="../media/image311.png"/><Relationship Id="rId24" Type="http://schemas.openxmlformats.org/officeDocument/2006/relationships/customXml" Target="../ink/ink300.xml"/><Relationship Id="rId40" Type="http://schemas.openxmlformats.org/officeDocument/2006/relationships/customXml" Target="../ink/ink308.xml"/><Relationship Id="rId45" Type="http://schemas.openxmlformats.org/officeDocument/2006/relationships/image" Target="../media/image319.png"/><Relationship Id="rId66" Type="http://schemas.openxmlformats.org/officeDocument/2006/relationships/customXml" Target="../ink/ink321.xml"/><Relationship Id="rId87" Type="http://schemas.openxmlformats.org/officeDocument/2006/relationships/image" Target="../media/image340.png"/><Relationship Id="rId110" Type="http://schemas.openxmlformats.org/officeDocument/2006/relationships/customXml" Target="../ink/ink343.xml"/><Relationship Id="rId115" Type="http://schemas.openxmlformats.org/officeDocument/2006/relationships/image" Target="../media/image354.png"/><Relationship Id="rId131" Type="http://schemas.openxmlformats.org/officeDocument/2006/relationships/image" Target="../media/image362.png"/><Relationship Id="rId136" Type="http://schemas.openxmlformats.org/officeDocument/2006/relationships/customXml" Target="../ink/ink356.xml"/><Relationship Id="rId157" Type="http://schemas.openxmlformats.org/officeDocument/2006/relationships/image" Target="../media/image375.png"/><Relationship Id="rId61" Type="http://schemas.openxmlformats.org/officeDocument/2006/relationships/image" Target="../media/image327.png"/><Relationship Id="rId82" Type="http://schemas.openxmlformats.org/officeDocument/2006/relationships/customXml" Target="../ink/ink329.xml"/><Relationship Id="rId152" Type="http://schemas.openxmlformats.org/officeDocument/2006/relationships/customXml" Target="../ink/ink364.xml"/><Relationship Id="rId19" Type="http://schemas.openxmlformats.org/officeDocument/2006/relationships/image" Target="../media/image306.png"/><Relationship Id="rId14" Type="http://schemas.openxmlformats.org/officeDocument/2006/relationships/customXml" Target="../ink/ink295.xml"/><Relationship Id="rId30" Type="http://schemas.openxmlformats.org/officeDocument/2006/relationships/customXml" Target="../ink/ink303.xml"/><Relationship Id="rId35" Type="http://schemas.openxmlformats.org/officeDocument/2006/relationships/image" Target="../media/image314.png"/><Relationship Id="rId56" Type="http://schemas.openxmlformats.org/officeDocument/2006/relationships/customXml" Target="../ink/ink316.xml"/><Relationship Id="rId77" Type="http://schemas.openxmlformats.org/officeDocument/2006/relationships/image" Target="../media/image335.png"/><Relationship Id="rId100" Type="http://schemas.openxmlformats.org/officeDocument/2006/relationships/customXml" Target="../ink/ink338.xml"/><Relationship Id="rId105" Type="http://schemas.openxmlformats.org/officeDocument/2006/relationships/image" Target="../media/image349.png"/><Relationship Id="rId126" Type="http://schemas.openxmlformats.org/officeDocument/2006/relationships/customXml" Target="../ink/ink351.xml"/><Relationship Id="rId147" Type="http://schemas.openxmlformats.org/officeDocument/2006/relationships/image" Target="../media/image370.png"/><Relationship Id="rId8" Type="http://schemas.openxmlformats.org/officeDocument/2006/relationships/customXml" Target="../ink/ink292.xml"/><Relationship Id="rId51" Type="http://schemas.openxmlformats.org/officeDocument/2006/relationships/image" Target="../media/image322.png"/><Relationship Id="rId72" Type="http://schemas.openxmlformats.org/officeDocument/2006/relationships/customXml" Target="../ink/ink324.xml"/><Relationship Id="rId93" Type="http://schemas.openxmlformats.org/officeDocument/2006/relationships/image" Target="../media/image343.png"/><Relationship Id="rId98" Type="http://schemas.openxmlformats.org/officeDocument/2006/relationships/customXml" Target="../ink/ink337.xml"/><Relationship Id="rId121" Type="http://schemas.openxmlformats.org/officeDocument/2006/relationships/image" Target="../media/image357.png"/><Relationship Id="rId142" Type="http://schemas.openxmlformats.org/officeDocument/2006/relationships/customXml" Target="../ink/ink359.xml"/><Relationship Id="rId163" Type="http://schemas.openxmlformats.org/officeDocument/2006/relationships/image" Target="../media/image378.png"/><Relationship Id="rId3" Type="http://schemas.openxmlformats.org/officeDocument/2006/relationships/image" Target="../media/image298.png"/><Relationship Id="rId25" Type="http://schemas.openxmlformats.org/officeDocument/2006/relationships/image" Target="../media/image309.png"/><Relationship Id="rId46" Type="http://schemas.openxmlformats.org/officeDocument/2006/relationships/customXml" Target="../ink/ink311.xml"/><Relationship Id="rId67" Type="http://schemas.openxmlformats.org/officeDocument/2006/relationships/image" Target="../media/image330.png"/><Relationship Id="rId116" Type="http://schemas.openxmlformats.org/officeDocument/2006/relationships/customXml" Target="../ink/ink346.xml"/><Relationship Id="rId137" Type="http://schemas.openxmlformats.org/officeDocument/2006/relationships/image" Target="../media/image365.png"/><Relationship Id="rId158" Type="http://schemas.openxmlformats.org/officeDocument/2006/relationships/customXml" Target="../ink/ink367.xml"/><Relationship Id="rId20" Type="http://schemas.openxmlformats.org/officeDocument/2006/relationships/customXml" Target="../ink/ink298.xml"/><Relationship Id="rId41" Type="http://schemas.openxmlformats.org/officeDocument/2006/relationships/image" Target="../media/image317.png"/><Relationship Id="rId62" Type="http://schemas.openxmlformats.org/officeDocument/2006/relationships/customXml" Target="../ink/ink319.xml"/><Relationship Id="rId83" Type="http://schemas.openxmlformats.org/officeDocument/2006/relationships/image" Target="../media/image338.png"/><Relationship Id="rId88" Type="http://schemas.openxmlformats.org/officeDocument/2006/relationships/customXml" Target="../ink/ink332.xml"/><Relationship Id="rId111" Type="http://schemas.openxmlformats.org/officeDocument/2006/relationships/image" Target="../media/image352.png"/><Relationship Id="rId132" Type="http://schemas.openxmlformats.org/officeDocument/2006/relationships/customXml" Target="../ink/ink354.xml"/><Relationship Id="rId153" Type="http://schemas.openxmlformats.org/officeDocument/2006/relationships/image" Target="../media/image373.png"/><Relationship Id="rId15" Type="http://schemas.openxmlformats.org/officeDocument/2006/relationships/image" Target="../media/image304.png"/><Relationship Id="rId36" Type="http://schemas.openxmlformats.org/officeDocument/2006/relationships/customXml" Target="../ink/ink306.xml"/><Relationship Id="rId57" Type="http://schemas.openxmlformats.org/officeDocument/2006/relationships/image" Target="../media/image325.png"/><Relationship Id="rId106" Type="http://schemas.openxmlformats.org/officeDocument/2006/relationships/customXml" Target="../ink/ink341.xml"/><Relationship Id="rId127" Type="http://schemas.openxmlformats.org/officeDocument/2006/relationships/image" Target="../media/image360.png"/><Relationship Id="rId10" Type="http://schemas.openxmlformats.org/officeDocument/2006/relationships/customXml" Target="../ink/ink293.xml"/><Relationship Id="rId31" Type="http://schemas.openxmlformats.org/officeDocument/2006/relationships/image" Target="../media/image312.png"/><Relationship Id="rId52" Type="http://schemas.openxmlformats.org/officeDocument/2006/relationships/customXml" Target="../ink/ink314.xml"/><Relationship Id="rId73" Type="http://schemas.openxmlformats.org/officeDocument/2006/relationships/image" Target="../media/image333.png"/><Relationship Id="rId78" Type="http://schemas.openxmlformats.org/officeDocument/2006/relationships/customXml" Target="../ink/ink327.xml"/><Relationship Id="rId94" Type="http://schemas.openxmlformats.org/officeDocument/2006/relationships/customXml" Target="../ink/ink335.xml"/><Relationship Id="rId99" Type="http://schemas.openxmlformats.org/officeDocument/2006/relationships/image" Target="../media/image346.png"/><Relationship Id="rId101" Type="http://schemas.openxmlformats.org/officeDocument/2006/relationships/image" Target="../media/image347.png"/><Relationship Id="rId122" Type="http://schemas.openxmlformats.org/officeDocument/2006/relationships/customXml" Target="../ink/ink349.xml"/><Relationship Id="rId143" Type="http://schemas.openxmlformats.org/officeDocument/2006/relationships/image" Target="../media/image368.png"/><Relationship Id="rId148" Type="http://schemas.openxmlformats.org/officeDocument/2006/relationships/customXml" Target="../ink/ink362.xml"/><Relationship Id="rId4" Type="http://schemas.openxmlformats.org/officeDocument/2006/relationships/customXml" Target="../ink/ink290.xml"/><Relationship Id="rId9" Type="http://schemas.openxmlformats.org/officeDocument/2006/relationships/image" Target="../media/image301.png"/><Relationship Id="rId26" Type="http://schemas.openxmlformats.org/officeDocument/2006/relationships/customXml" Target="../ink/ink301.xml"/><Relationship Id="rId47" Type="http://schemas.openxmlformats.org/officeDocument/2006/relationships/image" Target="../media/image320.png"/><Relationship Id="rId68" Type="http://schemas.openxmlformats.org/officeDocument/2006/relationships/customXml" Target="../ink/ink322.xml"/><Relationship Id="rId89" Type="http://schemas.openxmlformats.org/officeDocument/2006/relationships/image" Target="../media/image341.png"/><Relationship Id="rId112" Type="http://schemas.openxmlformats.org/officeDocument/2006/relationships/customXml" Target="../ink/ink344.xml"/><Relationship Id="rId133" Type="http://schemas.openxmlformats.org/officeDocument/2006/relationships/image" Target="../media/image363.png"/><Relationship Id="rId154" Type="http://schemas.openxmlformats.org/officeDocument/2006/relationships/customXml" Target="../ink/ink365.xml"/><Relationship Id="rId16" Type="http://schemas.openxmlformats.org/officeDocument/2006/relationships/customXml" Target="../ink/ink296.xml"/><Relationship Id="rId37" Type="http://schemas.openxmlformats.org/officeDocument/2006/relationships/image" Target="../media/image315.png"/><Relationship Id="rId58" Type="http://schemas.openxmlformats.org/officeDocument/2006/relationships/customXml" Target="../ink/ink317.xml"/><Relationship Id="rId79" Type="http://schemas.openxmlformats.org/officeDocument/2006/relationships/image" Target="../media/image336.png"/><Relationship Id="rId102" Type="http://schemas.openxmlformats.org/officeDocument/2006/relationships/customXml" Target="../ink/ink339.xml"/><Relationship Id="rId123" Type="http://schemas.openxmlformats.org/officeDocument/2006/relationships/image" Target="../media/image358.png"/><Relationship Id="rId144" Type="http://schemas.openxmlformats.org/officeDocument/2006/relationships/customXml" Target="../ink/ink360.xml"/><Relationship Id="rId90" Type="http://schemas.openxmlformats.org/officeDocument/2006/relationships/customXml" Target="../ink/ink333.xml"/><Relationship Id="rId27" Type="http://schemas.openxmlformats.org/officeDocument/2006/relationships/image" Target="../media/image310.png"/><Relationship Id="rId48" Type="http://schemas.openxmlformats.org/officeDocument/2006/relationships/customXml" Target="../ink/ink312.xml"/><Relationship Id="rId69" Type="http://schemas.openxmlformats.org/officeDocument/2006/relationships/image" Target="../media/image331.png"/><Relationship Id="rId113" Type="http://schemas.openxmlformats.org/officeDocument/2006/relationships/image" Target="../media/image353.png"/><Relationship Id="rId134" Type="http://schemas.openxmlformats.org/officeDocument/2006/relationships/customXml" Target="../ink/ink355.xml"/><Relationship Id="rId80" Type="http://schemas.openxmlformats.org/officeDocument/2006/relationships/customXml" Target="../ink/ink328.xml"/><Relationship Id="rId155" Type="http://schemas.openxmlformats.org/officeDocument/2006/relationships/image" Target="../media/image374.png"/></Relationships>
</file>

<file path=ppt/slides/_rels/slide8.xml.rels><?xml version="1.0" encoding="UTF-8" standalone="yes"?>
<Relationships xmlns="http://schemas.openxmlformats.org/package/2006/relationships"><Relationship Id="rId3" Type="http://schemas.openxmlformats.org/officeDocument/2006/relationships/image" Target="../media/image380.png"/><Relationship Id="rId2" Type="http://schemas.openxmlformats.org/officeDocument/2006/relationships/image" Target="../media/image379.png"/><Relationship Id="rId1" Type="http://schemas.openxmlformats.org/officeDocument/2006/relationships/slideLayout" Target="../slideLayouts/slideLayout2.xml"/><Relationship Id="rId5" Type="http://schemas.openxmlformats.org/officeDocument/2006/relationships/image" Target="../media/image381.png"/><Relationship Id="rId4" Type="http://schemas.openxmlformats.org/officeDocument/2006/relationships/customXml" Target="../ink/ink370.xml"/></Relationships>
</file>

<file path=ppt/slides/_rels/slide9.xml.rels><?xml version="1.0" encoding="UTF-8" standalone="yes"?>
<Relationships xmlns="http://schemas.openxmlformats.org/package/2006/relationships"><Relationship Id="rId2" Type="http://schemas.openxmlformats.org/officeDocument/2006/relationships/image" Target="../media/image38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17" Type="http://schemas.openxmlformats.org/officeDocument/2006/relationships/customXml" Target="../ink/ink428.xml"/><Relationship Id="rId21" Type="http://schemas.openxmlformats.org/officeDocument/2006/relationships/customXml" Target="../ink/ink380.xml"/><Relationship Id="rId42" Type="http://schemas.openxmlformats.org/officeDocument/2006/relationships/image" Target="../media/image403.png"/><Relationship Id="rId63" Type="http://schemas.openxmlformats.org/officeDocument/2006/relationships/customXml" Target="../ink/ink401.xml"/><Relationship Id="rId84" Type="http://schemas.openxmlformats.org/officeDocument/2006/relationships/image" Target="../media/image424.png"/><Relationship Id="rId138" Type="http://schemas.openxmlformats.org/officeDocument/2006/relationships/image" Target="../media/image451.png"/><Relationship Id="rId107" Type="http://schemas.openxmlformats.org/officeDocument/2006/relationships/customXml" Target="../ink/ink423.xml"/><Relationship Id="rId11" Type="http://schemas.openxmlformats.org/officeDocument/2006/relationships/customXml" Target="../ink/ink375.xml"/><Relationship Id="rId32" Type="http://schemas.openxmlformats.org/officeDocument/2006/relationships/image" Target="../media/image398.png"/><Relationship Id="rId37" Type="http://schemas.openxmlformats.org/officeDocument/2006/relationships/customXml" Target="../ink/ink388.xml"/><Relationship Id="rId53" Type="http://schemas.openxmlformats.org/officeDocument/2006/relationships/customXml" Target="../ink/ink396.xml"/><Relationship Id="rId58" Type="http://schemas.openxmlformats.org/officeDocument/2006/relationships/image" Target="../media/image411.png"/><Relationship Id="rId74" Type="http://schemas.openxmlformats.org/officeDocument/2006/relationships/image" Target="../media/image419.png"/><Relationship Id="rId79" Type="http://schemas.openxmlformats.org/officeDocument/2006/relationships/customXml" Target="../ink/ink409.xml"/><Relationship Id="rId102" Type="http://schemas.openxmlformats.org/officeDocument/2006/relationships/image" Target="../media/image433.png"/><Relationship Id="rId123" Type="http://schemas.openxmlformats.org/officeDocument/2006/relationships/customXml" Target="../ink/ink431.xml"/><Relationship Id="rId128" Type="http://schemas.openxmlformats.org/officeDocument/2006/relationships/image" Target="../media/image446.png"/><Relationship Id="rId5" Type="http://schemas.openxmlformats.org/officeDocument/2006/relationships/customXml" Target="../ink/ink372.xml"/><Relationship Id="rId90" Type="http://schemas.openxmlformats.org/officeDocument/2006/relationships/image" Target="../media/image427.png"/><Relationship Id="rId95" Type="http://schemas.openxmlformats.org/officeDocument/2006/relationships/customXml" Target="../ink/ink417.xml"/><Relationship Id="rId22" Type="http://schemas.openxmlformats.org/officeDocument/2006/relationships/image" Target="../media/image393.png"/><Relationship Id="rId27" Type="http://schemas.openxmlformats.org/officeDocument/2006/relationships/customXml" Target="../ink/ink383.xml"/><Relationship Id="rId43" Type="http://schemas.openxmlformats.org/officeDocument/2006/relationships/customXml" Target="../ink/ink391.xml"/><Relationship Id="rId48" Type="http://schemas.openxmlformats.org/officeDocument/2006/relationships/image" Target="../media/image406.png"/><Relationship Id="rId64" Type="http://schemas.openxmlformats.org/officeDocument/2006/relationships/image" Target="../media/image414.png"/><Relationship Id="rId69" Type="http://schemas.openxmlformats.org/officeDocument/2006/relationships/customXml" Target="../ink/ink404.xml"/><Relationship Id="rId113" Type="http://schemas.openxmlformats.org/officeDocument/2006/relationships/customXml" Target="../ink/ink426.xml"/><Relationship Id="rId118" Type="http://schemas.openxmlformats.org/officeDocument/2006/relationships/image" Target="../media/image441.png"/><Relationship Id="rId134" Type="http://schemas.openxmlformats.org/officeDocument/2006/relationships/image" Target="../media/image449.png"/><Relationship Id="rId139" Type="http://schemas.openxmlformats.org/officeDocument/2006/relationships/customXml" Target="../ink/ink439.xml"/><Relationship Id="rId80" Type="http://schemas.openxmlformats.org/officeDocument/2006/relationships/image" Target="../media/image422.png"/><Relationship Id="rId85" Type="http://schemas.openxmlformats.org/officeDocument/2006/relationships/customXml" Target="../ink/ink412.xml"/><Relationship Id="rId12" Type="http://schemas.openxmlformats.org/officeDocument/2006/relationships/image" Target="../media/image388.png"/><Relationship Id="rId17" Type="http://schemas.openxmlformats.org/officeDocument/2006/relationships/customXml" Target="../ink/ink378.xml"/><Relationship Id="rId33" Type="http://schemas.openxmlformats.org/officeDocument/2006/relationships/customXml" Target="../ink/ink386.xml"/><Relationship Id="rId38" Type="http://schemas.openxmlformats.org/officeDocument/2006/relationships/image" Target="../media/image401.png"/><Relationship Id="rId59" Type="http://schemas.openxmlformats.org/officeDocument/2006/relationships/customXml" Target="../ink/ink399.xml"/><Relationship Id="rId103" Type="http://schemas.openxmlformats.org/officeDocument/2006/relationships/customXml" Target="../ink/ink421.xml"/><Relationship Id="rId108" Type="http://schemas.openxmlformats.org/officeDocument/2006/relationships/image" Target="../media/image436.png"/><Relationship Id="rId124" Type="http://schemas.openxmlformats.org/officeDocument/2006/relationships/image" Target="../media/image444.png"/><Relationship Id="rId129" Type="http://schemas.openxmlformats.org/officeDocument/2006/relationships/customXml" Target="../ink/ink434.xml"/><Relationship Id="rId54" Type="http://schemas.openxmlformats.org/officeDocument/2006/relationships/image" Target="../media/image409.png"/><Relationship Id="rId70" Type="http://schemas.openxmlformats.org/officeDocument/2006/relationships/image" Target="../media/image417.png"/><Relationship Id="rId75" Type="http://schemas.openxmlformats.org/officeDocument/2006/relationships/customXml" Target="../ink/ink407.xml"/><Relationship Id="rId91" Type="http://schemas.openxmlformats.org/officeDocument/2006/relationships/customXml" Target="../ink/ink415.xml"/><Relationship Id="rId96" Type="http://schemas.openxmlformats.org/officeDocument/2006/relationships/image" Target="../media/image430.png"/><Relationship Id="rId140" Type="http://schemas.openxmlformats.org/officeDocument/2006/relationships/image" Target="../media/image452.png"/><Relationship Id="rId1" Type="http://schemas.openxmlformats.org/officeDocument/2006/relationships/slideLayout" Target="../slideLayouts/slideLayout2.xml"/><Relationship Id="rId6" Type="http://schemas.openxmlformats.org/officeDocument/2006/relationships/image" Target="../media/image385.png"/><Relationship Id="rId23" Type="http://schemas.openxmlformats.org/officeDocument/2006/relationships/customXml" Target="../ink/ink381.xml"/><Relationship Id="rId28" Type="http://schemas.openxmlformats.org/officeDocument/2006/relationships/image" Target="../media/image396.png"/><Relationship Id="rId49" Type="http://schemas.openxmlformats.org/officeDocument/2006/relationships/customXml" Target="../ink/ink394.xml"/><Relationship Id="rId114" Type="http://schemas.openxmlformats.org/officeDocument/2006/relationships/image" Target="../media/image439.png"/><Relationship Id="rId119" Type="http://schemas.openxmlformats.org/officeDocument/2006/relationships/customXml" Target="../ink/ink429.xml"/><Relationship Id="rId44" Type="http://schemas.openxmlformats.org/officeDocument/2006/relationships/image" Target="../media/image404.png"/><Relationship Id="rId60" Type="http://schemas.openxmlformats.org/officeDocument/2006/relationships/image" Target="../media/image412.png"/><Relationship Id="rId65" Type="http://schemas.openxmlformats.org/officeDocument/2006/relationships/customXml" Target="../ink/ink402.xml"/><Relationship Id="rId81" Type="http://schemas.openxmlformats.org/officeDocument/2006/relationships/customXml" Target="../ink/ink410.xml"/><Relationship Id="rId86" Type="http://schemas.openxmlformats.org/officeDocument/2006/relationships/image" Target="../media/image425.png"/><Relationship Id="rId130" Type="http://schemas.openxmlformats.org/officeDocument/2006/relationships/image" Target="../media/image447.png"/><Relationship Id="rId135" Type="http://schemas.openxmlformats.org/officeDocument/2006/relationships/customXml" Target="../ink/ink437.xml"/><Relationship Id="rId13" Type="http://schemas.openxmlformats.org/officeDocument/2006/relationships/customXml" Target="../ink/ink376.xml"/><Relationship Id="rId18" Type="http://schemas.openxmlformats.org/officeDocument/2006/relationships/image" Target="../media/image391.png"/><Relationship Id="rId39" Type="http://schemas.openxmlformats.org/officeDocument/2006/relationships/customXml" Target="../ink/ink389.xml"/><Relationship Id="rId109" Type="http://schemas.openxmlformats.org/officeDocument/2006/relationships/customXml" Target="../ink/ink424.xml"/><Relationship Id="rId34" Type="http://schemas.openxmlformats.org/officeDocument/2006/relationships/image" Target="../media/image399.png"/><Relationship Id="rId50" Type="http://schemas.openxmlformats.org/officeDocument/2006/relationships/image" Target="../media/image407.png"/><Relationship Id="rId55" Type="http://schemas.openxmlformats.org/officeDocument/2006/relationships/customXml" Target="../ink/ink397.xml"/><Relationship Id="rId76" Type="http://schemas.openxmlformats.org/officeDocument/2006/relationships/image" Target="../media/image420.png"/><Relationship Id="rId97" Type="http://schemas.openxmlformats.org/officeDocument/2006/relationships/customXml" Target="../ink/ink418.xml"/><Relationship Id="rId104" Type="http://schemas.openxmlformats.org/officeDocument/2006/relationships/image" Target="../media/image434.png"/><Relationship Id="rId120" Type="http://schemas.openxmlformats.org/officeDocument/2006/relationships/image" Target="../media/image442.png"/><Relationship Id="rId125" Type="http://schemas.openxmlformats.org/officeDocument/2006/relationships/customXml" Target="../ink/ink432.xml"/><Relationship Id="rId141" Type="http://schemas.openxmlformats.org/officeDocument/2006/relationships/customXml" Target="../ink/ink440.xml"/><Relationship Id="rId7" Type="http://schemas.openxmlformats.org/officeDocument/2006/relationships/customXml" Target="../ink/ink373.xml"/><Relationship Id="rId71" Type="http://schemas.openxmlformats.org/officeDocument/2006/relationships/customXml" Target="../ink/ink405.xml"/><Relationship Id="rId92" Type="http://schemas.openxmlformats.org/officeDocument/2006/relationships/image" Target="../media/image428.png"/><Relationship Id="rId2" Type="http://schemas.openxmlformats.org/officeDocument/2006/relationships/image" Target="../media/image383.png"/><Relationship Id="rId29" Type="http://schemas.openxmlformats.org/officeDocument/2006/relationships/customXml" Target="../ink/ink384.xml"/><Relationship Id="rId24" Type="http://schemas.openxmlformats.org/officeDocument/2006/relationships/image" Target="../media/image394.png"/><Relationship Id="rId40" Type="http://schemas.openxmlformats.org/officeDocument/2006/relationships/image" Target="../media/image402.png"/><Relationship Id="rId45" Type="http://schemas.openxmlformats.org/officeDocument/2006/relationships/customXml" Target="../ink/ink392.xml"/><Relationship Id="rId66" Type="http://schemas.openxmlformats.org/officeDocument/2006/relationships/image" Target="../media/image415.png"/><Relationship Id="rId87" Type="http://schemas.openxmlformats.org/officeDocument/2006/relationships/customXml" Target="../ink/ink413.xml"/><Relationship Id="rId110" Type="http://schemas.openxmlformats.org/officeDocument/2006/relationships/image" Target="../media/image437.png"/><Relationship Id="rId115" Type="http://schemas.openxmlformats.org/officeDocument/2006/relationships/customXml" Target="../ink/ink427.xml"/><Relationship Id="rId131" Type="http://schemas.openxmlformats.org/officeDocument/2006/relationships/customXml" Target="../ink/ink435.xml"/><Relationship Id="rId136" Type="http://schemas.openxmlformats.org/officeDocument/2006/relationships/image" Target="../media/image450.png"/><Relationship Id="rId61" Type="http://schemas.openxmlformats.org/officeDocument/2006/relationships/customXml" Target="../ink/ink400.xml"/><Relationship Id="rId82" Type="http://schemas.openxmlformats.org/officeDocument/2006/relationships/image" Target="../media/image423.png"/><Relationship Id="rId19" Type="http://schemas.openxmlformats.org/officeDocument/2006/relationships/customXml" Target="../ink/ink379.xml"/><Relationship Id="rId14" Type="http://schemas.openxmlformats.org/officeDocument/2006/relationships/image" Target="../media/image389.png"/><Relationship Id="rId30" Type="http://schemas.openxmlformats.org/officeDocument/2006/relationships/image" Target="../media/image397.png"/><Relationship Id="rId35" Type="http://schemas.openxmlformats.org/officeDocument/2006/relationships/customXml" Target="../ink/ink387.xml"/><Relationship Id="rId56" Type="http://schemas.openxmlformats.org/officeDocument/2006/relationships/image" Target="../media/image410.png"/><Relationship Id="rId77" Type="http://schemas.openxmlformats.org/officeDocument/2006/relationships/customXml" Target="../ink/ink408.xml"/><Relationship Id="rId100" Type="http://schemas.openxmlformats.org/officeDocument/2006/relationships/image" Target="../media/image432.png"/><Relationship Id="rId105" Type="http://schemas.openxmlformats.org/officeDocument/2006/relationships/customXml" Target="../ink/ink422.xml"/><Relationship Id="rId126" Type="http://schemas.openxmlformats.org/officeDocument/2006/relationships/image" Target="../media/image445.png"/><Relationship Id="rId8" Type="http://schemas.openxmlformats.org/officeDocument/2006/relationships/image" Target="../media/image386.png"/><Relationship Id="rId51" Type="http://schemas.openxmlformats.org/officeDocument/2006/relationships/customXml" Target="../ink/ink395.xml"/><Relationship Id="rId72" Type="http://schemas.openxmlformats.org/officeDocument/2006/relationships/image" Target="../media/image418.png"/><Relationship Id="rId93" Type="http://schemas.openxmlformats.org/officeDocument/2006/relationships/customXml" Target="../ink/ink416.xml"/><Relationship Id="rId98" Type="http://schemas.openxmlformats.org/officeDocument/2006/relationships/image" Target="../media/image431.png"/><Relationship Id="rId121" Type="http://schemas.openxmlformats.org/officeDocument/2006/relationships/customXml" Target="../ink/ink430.xml"/><Relationship Id="rId142" Type="http://schemas.openxmlformats.org/officeDocument/2006/relationships/image" Target="../media/image453.png"/><Relationship Id="rId3" Type="http://schemas.openxmlformats.org/officeDocument/2006/relationships/customXml" Target="../ink/ink371.xml"/><Relationship Id="rId25" Type="http://schemas.openxmlformats.org/officeDocument/2006/relationships/customXml" Target="../ink/ink382.xml"/><Relationship Id="rId46" Type="http://schemas.openxmlformats.org/officeDocument/2006/relationships/image" Target="../media/image405.png"/><Relationship Id="rId67" Type="http://schemas.openxmlformats.org/officeDocument/2006/relationships/customXml" Target="../ink/ink403.xml"/><Relationship Id="rId116" Type="http://schemas.openxmlformats.org/officeDocument/2006/relationships/image" Target="../media/image440.png"/><Relationship Id="rId137" Type="http://schemas.openxmlformats.org/officeDocument/2006/relationships/customXml" Target="../ink/ink438.xml"/><Relationship Id="rId20" Type="http://schemas.openxmlformats.org/officeDocument/2006/relationships/image" Target="../media/image392.png"/><Relationship Id="rId41" Type="http://schemas.openxmlformats.org/officeDocument/2006/relationships/customXml" Target="../ink/ink390.xml"/><Relationship Id="rId62" Type="http://schemas.openxmlformats.org/officeDocument/2006/relationships/image" Target="../media/image413.png"/><Relationship Id="rId83" Type="http://schemas.openxmlformats.org/officeDocument/2006/relationships/customXml" Target="../ink/ink411.xml"/><Relationship Id="rId88" Type="http://schemas.openxmlformats.org/officeDocument/2006/relationships/image" Target="../media/image426.png"/><Relationship Id="rId111" Type="http://schemas.openxmlformats.org/officeDocument/2006/relationships/customXml" Target="../ink/ink425.xml"/><Relationship Id="rId132" Type="http://schemas.openxmlformats.org/officeDocument/2006/relationships/image" Target="../media/image448.png"/><Relationship Id="rId15" Type="http://schemas.openxmlformats.org/officeDocument/2006/relationships/customXml" Target="../ink/ink377.xml"/><Relationship Id="rId36" Type="http://schemas.openxmlformats.org/officeDocument/2006/relationships/image" Target="../media/image400.png"/><Relationship Id="rId57" Type="http://schemas.openxmlformats.org/officeDocument/2006/relationships/customXml" Target="../ink/ink398.xml"/><Relationship Id="rId106" Type="http://schemas.openxmlformats.org/officeDocument/2006/relationships/image" Target="../media/image435.png"/><Relationship Id="rId127" Type="http://schemas.openxmlformats.org/officeDocument/2006/relationships/customXml" Target="../ink/ink433.xml"/><Relationship Id="rId10" Type="http://schemas.openxmlformats.org/officeDocument/2006/relationships/image" Target="../media/image387.png"/><Relationship Id="rId31" Type="http://schemas.openxmlformats.org/officeDocument/2006/relationships/customXml" Target="../ink/ink385.xml"/><Relationship Id="rId52" Type="http://schemas.openxmlformats.org/officeDocument/2006/relationships/image" Target="../media/image408.png"/><Relationship Id="rId73" Type="http://schemas.openxmlformats.org/officeDocument/2006/relationships/customXml" Target="../ink/ink406.xml"/><Relationship Id="rId78" Type="http://schemas.openxmlformats.org/officeDocument/2006/relationships/image" Target="../media/image421.png"/><Relationship Id="rId94" Type="http://schemas.openxmlformats.org/officeDocument/2006/relationships/image" Target="../media/image429.png"/><Relationship Id="rId99" Type="http://schemas.openxmlformats.org/officeDocument/2006/relationships/customXml" Target="../ink/ink419.xml"/><Relationship Id="rId101" Type="http://schemas.openxmlformats.org/officeDocument/2006/relationships/customXml" Target="../ink/ink420.xml"/><Relationship Id="rId122" Type="http://schemas.openxmlformats.org/officeDocument/2006/relationships/image" Target="../media/image443.png"/><Relationship Id="rId4" Type="http://schemas.openxmlformats.org/officeDocument/2006/relationships/image" Target="../media/image384.png"/><Relationship Id="rId9" Type="http://schemas.openxmlformats.org/officeDocument/2006/relationships/customXml" Target="../ink/ink374.xml"/><Relationship Id="rId26" Type="http://schemas.openxmlformats.org/officeDocument/2006/relationships/image" Target="../media/image395.png"/><Relationship Id="rId47" Type="http://schemas.openxmlformats.org/officeDocument/2006/relationships/customXml" Target="../ink/ink393.xml"/><Relationship Id="rId68" Type="http://schemas.openxmlformats.org/officeDocument/2006/relationships/image" Target="../media/image416.png"/><Relationship Id="rId89" Type="http://schemas.openxmlformats.org/officeDocument/2006/relationships/customXml" Target="../ink/ink414.xml"/><Relationship Id="rId112" Type="http://schemas.openxmlformats.org/officeDocument/2006/relationships/image" Target="../media/image438.png"/><Relationship Id="rId133" Type="http://schemas.openxmlformats.org/officeDocument/2006/relationships/customXml" Target="../ink/ink436.xml"/><Relationship Id="rId16" Type="http://schemas.openxmlformats.org/officeDocument/2006/relationships/image" Target="../media/image390.png"/></Relationships>
</file>

<file path=ppt/slides/_rels/slide11.xml.rels><?xml version="1.0" encoding="UTF-8" standalone="yes"?>
<Relationships xmlns="http://schemas.openxmlformats.org/package/2006/relationships"><Relationship Id="rId2" Type="http://schemas.openxmlformats.org/officeDocument/2006/relationships/image" Target="../media/image45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17" Type="http://schemas.openxmlformats.org/officeDocument/2006/relationships/image" Target="../media/image511.png"/><Relationship Id="rId21" Type="http://schemas.openxmlformats.org/officeDocument/2006/relationships/image" Target="../media/image464.png"/><Relationship Id="rId324" Type="http://schemas.openxmlformats.org/officeDocument/2006/relationships/customXml" Target="../ink/ink602.xml"/><Relationship Id="rId531" Type="http://schemas.openxmlformats.org/officeDocument/2006/relationships/image" Target="../media/image718.png"/><Relationship Id="rId170" Type="http://schemas.openxmlformats.org/officeDocument/2006/relationships/customXml" Target="../ink/ink525.xml"/><Relationship Id="rId268" Type="http://schemas.openxmlformats.org/officeDocument/2006/relationships/customXml" Target="../ink/ink574.xml"/><Relationship Id="rId475" Type="http://schemas.openxmlformats.org/officeDocument/2006/relationships/image" Target="../media/image690.png"/><Relationship Id="rId32" Type="http://schemas.openxmlformats.org/officeDocument/2006/relationships/customXml" Target="../ink/ink456.xml"/><Relationship Id="rId128" Type="http://schemas.openxmlformats.org/officeDocument/2006/relationships/customXml" Target="../ink/ink504.xml"/><Relationship Id="rId335" Type="http://schemas.openxmlformats.org/officeDocument/2006/relationships/image" Target="../media/image620.png"/><Relationship Id="rId542" Type="http://schemas.openxmlformats.org/officeDocument/2006/relationships/customXml" Target="../ink/ink711.xml"/><Relationship Id="rId181" Type="http://schemas.openxmlformats.org/officeDocument/2006/relationships/image" Target="../media/image543.png"/><Relationship Id="rId402" Type="http://schemas.openxmlformats.org/officeDocument/2006/relationships/customXml" Target="../ink/ink641.xml"/><Relationship Id="rId279" Type="http://schemas.openxmlformats.org/officeDocument/2006/relationships/image" Target="../media/image592.png"/><Relationship Id="rId486" Type="http://schemas.openxmlformats.org/officeDocument/2006/relationships/customXml" Target="../ink/ink683.xml"/><Relationship Id="rId43" Type="http://schemas.openxmlformats.org/officeDocument/2006/relationships/image" Target="../media/image474.png"/><Relationship Id="rId139" Type="http://schemas.openxmlformats.org/officeDocument/2006/relationships/image" Target="../media/image522.png"/><Relationship Id="rId346" Type="http://schemas.openxmlformats.org/officeDocument/2006/relationships/customXml" Target="../ink/ink613.xml"/><Relationship Id="rId553" Type="http://schemas.openxmlformats.org/officeDocument/2006/relationships/image" Target="../media/image729.png"/><Relationship Id="rId192" Type="http://schemas.openxmlformats.org/officeDocument/2006/relationships/customXml" Target="../ink/ink536.xml"/><Relationship Id="rId206" Type="http://schemas.openxmlformats.org/officeDocument/2006/relationships/customXml" Target="../ink/ink543.xml"/><Relationship Id="rId413" Type="http://schemas.openxmlformats.org/officeDocument/2006/relationships/image" Target="../media/image659.png"/><Relationship Id="rId497" Type="http://schemas.openxmlformats.org/officeDocument/2006/relationships/image" Target="../media/image701.png"/><Relationship Id="rId357" Type="http://schemas.openxmlformats.org/officeDocument/2006/relationships/image" Target="../media/image631.png"/><Relationship Id="rId54" Type="http://schemas.openxmlformats.org/officeDocument/2006/relationships/customXml" Target="../ink/ink467.xml"/><Relationship Id="rId217" Type="http://schemas.openxmlformats.org/officeDocument/2006/relationships/image" Target="../media/image561.png"/><Relationship Id="rId564" Type="http://schemas.openxmlformats.org/officeDocument/2006/relationships/customXml" Target="../ink/ink722.xml"/><Relationship Id="rId424" Type="http://schemas.openxmlformats.org/officeDocument/2006/relationships/customXml" Target="../ink/ink652.xml"/><Relationship Id="rId270" Type="http://schemas.openxmlformats.org/officeDocument/2006/relationships/customXml" Target="../ink/ink575.xml"/><Relationship Id="rId65" Type="http://schemas.openxmlformats.org/officeDocument/2006/relationships/image" Target="../media/image485.png"/><Relationship Id="rId130" Type="http://schemas.openxmlformats.org/officeDocument/2006/relationships/customXml" Target="../ink/ink505.xml"/><Relationship Id="rId368" Type="http://schemas.openxmlformats.org/officeDocument/2006/relationships/customXml" Target="../ink/ink624.xml"/><Relationship Id="rId172" Type="http://schemas.openxmlformats.org/officeDocument/2006/relationships/customXml" Target="../ink/ink526.xml"/><Relationship Id="rId228" Type="http://schemas.openxmlformats.org/officeDocument/2006/relationships/customXml" Target="../ink/ink554.xml"/><Relationship Id="rId435" Type="http://schemas.openxmlformats.org/officeDocument/2006/relationships/image" Target="../media/image670.png"/><Relationship Id="rId477" Type="http://schemas.openxmlformats.org/officeDocument/2006/relationships/image" Target="../media/image691.png"/><Relationship Id="rId281" Type="http://schemas.openxmlformats.org/officeDocument/2006/relationships/image" Target="../media/image593.png"/><Relationship Id="rId337" Type="http://schemas.openxmlformats.org/officeDocument/2006/relationships/image" Target="../media/image621.png"/><Relationship Id="rId502" Type="http://schemas.openxmlformats.org/officeDocument/2006/relationships/customXml" Target="../ink/ink691.xml"/><Relationship Id="rId34" Type="http://schemas.openxmlformats.org/officeDocument/2006/relationships/customXml" Target="../ink/ink457.xml"/><Relationship Id="rId76" Type="http://schemas.openxmlformats.org/officeDocument/2006/relationships/customXml" Target="../ink/ink478.xml"/><Relationship Id="rId141" Type="http://schemas.openxmlformats.org/officeDocument/2006/relationships/image" Target="../media/image523.png"/><Relationship Id="rId379" Type="http://schemas.openxmlformats.org/officeDocument/2006/relationships/image" Target="../media/image642.png"/><Relationship Id="rId544" Type="http://schemas.openxmlformats.org/officeDocument/2006/relationships/customXml" Target="../ink/ink712.xml"/><Relationship Id="rId7" Type="http://schemas.openxmlformats.org/officeDocument/2006/relationships/image" Target="../media/image457.png"/><Relationship Id="rId183" Type="http://schemas.openxmlformats.org/officeDocument/2006/relationships/image" Target="../media/image544.png"/><Relationship Id="rId239" Type="http://schemas.openxmlformats.org/officeDocument/2006/relationships/image" Target="../media/image572.png"/><Relationship Id="rId390" Type="http://schemas.openxmlformats.org/officeDocument/2006/relationships/customXml" Target="../ink/ink635.xml"/><Relationship Id="rId404" Type="http://schemas.openxmlformats.org/officeDocument/2006/relationships/customXml" Target="../ink/ink642.xml"/><Relationship Id="rId446" Type="http://schemas.openxmlformats.org/officeDocument/2006/relationships/customXml" Target="../ink/ink663.xml"/><Relationship Id="rId250" Type="http://schemas.openxmlformats.org/officeDocument/2006/relationships/customXml" Target="../ink/ink565.xml"/><Relationship Id="rId292" Type="http://schemas.openxmlformats.org/officeDocument/2006/relationships/customXml" Target="../ink/ink586.xml"/><Relationship Id="rId306" Type="http://schemas.openxmlformats.org/officeDocument/2006/relationships/customXml" Target="../ink/ink593.xml"/><Relationship Id="rId488" Type="http://schemas.openxmlformats.org/officeDocument/2006/relationships/customXml" Target="../ink/ink684.xml"/><Relationship Id="rId45" Type="http://schemas.openxmlformats.org/officeDocument/2006/relationships/image" Target="../media/image475.png"/><Relationship Id="rId87" Type="http://schemas.openxmlformats.org/officeDocument/2006/relationships/image" Target="../media/image496.png"/><Relationship Id="rId110" Type="http://schemas.openxmlformats.org/officeDocument/2006/relationships/customXml" Target="../ink/ink495.xml"/><Relationship Id="rId348" Type="http://schemas.openxmlformats.org/officeDocument/2006/relationships/customXml" Target="../ink/ink614.xml"/><Relationship Id="rId513" Type="http://schemas.openxmlformats.org/officeDocument/2006/relationships/image" Target="../media/image709.png"/><Relationship Id="rId555" Type="http://schemas.openxmlformats.org/officeDocument/2006/relationships/image" Target="../media/image730.png"/><Relationship Id="rId152" Type="http://schemas.openxmlformats.org/officeDocument/2006/relationships/customXml" Target="../ink/ink516.xml"/><Relationship Id="rId194" Type="http://schemas.openxmlformats.org/officeDocument/2006/relationships/customXml" Target="../ink/ink537.xml"/><Relationship Id="rId208" Type="http://schemas.openxmlformats.org/officeDocument/2006/relationships/customXml" Target="../ink/ink544.xml"/><Relationship Id="rId415" Type="http://schemas.openxmlformats.org/officeDocument/2006/relationships/image" Target="../media/image660.png"/><Relationship Id="rId457" Type="http://schemas.openxmlformats.org/officeDocument/2006/relationships/image" Target="../media/image681.png"/><Relationship Id="rId261" Type="http://schemas.openxmlformats.org/officeDocument/2006/relationships/image" Target="../media/image583.png"/><Relationship Id="rId499" Type="http://schemas.openxmlformats.org/officeDocument/2006/relationships/image" Target="../media/image702.png"/><Relationship Id="rId14" Type="http://schemas.openxmlformats.org/officeDocument/2006/relationships/customXml" Target="../ink/ink447.xml"/><Relationship Id="rId56" Type="http://schemas.openxmlformats.org/officeDocument/2006/relationships/customXml" Target="../ink/ink468.xml"/><Relationship Id="rId317" Type="http://schemas.openxmlformats.org/officeDocument/2006/relationships/image" Target="../media/image611.png"/><Relationship Id="rId359" Type="http://schemas.openxmlformats.org/officeDocument/2006/relationships/image" Target="../media/image632.png"/><Relationship Id="rId524" Type="http://schemas.openxmlformats.org/officeDocument/2006/relationships/customXml" Target="../ink/ink702.xml"/><Relationship Id="rId98" Type="http://schemas.openxmlformats.org/officeDocument/2006/relationships/customXml" Target="../ink/ink489.xml"/><Relationship Id="rId121" Type="http://schemas.openxmlformats.org/officeDocument/2006/relationships/image" Target="../media/image513.png"/><Relationship Id="rId163" Type="http://schemas.openxmlformats.org/officeDocument/2006/relationships/image" Target="../media/image534.png"/><Relationship Id="rId219" Type="http://schemas.openxmlformats.org/officeDocument/2006/relationships/image" Target="../media/image562.png"/><Relationship Id="rId370" Type="http://schemas.openxmlformats.org/officeDocument/2006/relationships/customXml" Target="../ink/ink625.xml"/><Relationship Id="rId426" Type="http://schemas.openxmlformats.org/officeDocument/2006/relationships/customXml" Target="../ink/ink653.xml"/><Relationship Id="rId230" Type="http://schemas.openxmlformats.org/officeDocument/2006/relationships/customXml" Target="../ink/ink555.xml"/><Relationship Id="rId468" Type="http://schemas.openxmlformats.org/officeDocument/2006/relationships/customXml" Target="../ink/ink674.xml"/><Relationship Id="rId25" Type="http://schemas.openxmlformats.org/officeDocument/2006/relationships/image" Target="../media/image466.png"/><Relationship Id="rId67" Type="http://schemas.openxmlformats.org/officeDocument/2006/relationships/image" Target="../media/image486.png"/><Relationship Id="rId272" Type="http://schemas.openxmlformats.org/officeDocument/2006/relationships/customXml" Target="../ink/ink576.xml"/><Relationship Id="rId328" Type="http://schemas.openxmlformats.org/officeDocument/2006/relationships/customXml" Target="../ink/ink604.xml"/><Relationship Id="rId535" Type="http://schemas.openxmlformats.org/officeDocument/2006/relationships/image" Target="../media/image720.png"/><Relationship Id="rId132" Type="http://schemas.openxmlformats.org/officeDocument/2006/relationships/customXml" Target="../ink/ink506.xml"/><Relationship Id="rId174" Type="http://schemas.openxmlformats.org/officeDocument/2006/relationships/customXml" Target="../ink/ink527.xml"/><Relationship Id="rId381" Type="http://schemas.openxmlformats.org/officeDocument/2006/relationships/image" Target="../media/image643.png"/><Relationship Id="rId241" Type="http://schemas.openxmlformats.org/officeDocument/2006/relationships/image" Target="../media/image573.png"/><Relationship Id="rId437" Type="http://schemas.openxmlformats.org/officeDocument/2006/relationships/image" Target="../media/image671.png"/><Relationship Id="rId479" Type="http://schemas.openxmlformats.org/officeDocument/2006/relationships/image" Target="../media/image692.png"/><Relationship Id="rId36" Type="http://schemas.openxmlformats.org/officeDocument/2006/relationships/customXml" Target="../ink/ink458.xml"/><Relationship Id="rId283" Type="http://schemas.openxmlformats.org/officeDocument/2006/relationships/image" Target="../media/image594.png"/><Relationship Id="rId339" Type="http://schemas.openxmlformats.org/officeDocument/2006/relationships/image" Target="../media/image622.png"/><Relationship Id="rId490" Type="http://schemas.openxmlformats.org/officeDocument/2006/relationships/customXml" Target="../ink/ink685.xml"/><Relationship Id="rId504" Type="http://schemas.openxmlformats.org/officeDocument/2006/relationships/customXml" Target="../ink/ink692.xml"/><Relationship Id="rId546" Type="http://schemas.openxmlformats.org/officeDocument/2006/relationships/customXml" Target="../ink/ink713.xml"/><Relationship Id="rId78" Type="http://schemas.openxmlformats.org/officeDocument/2006/relationships/customXml" Target="../ink/ink479.xml"/><Relationship Id="rId101" Type="http://schemas.openxmlformats.org/officeDocument/2006/relationships/image" Target="../media/image503.png"/><Relationship Id="rId143" Type="http://schemas.openxmlformats.org/officeDocument/2006/relationships/image" Target="../media/image524.png"/><Relationship Id="rId185" Type="http://schemas.openxmlformats.org/officeDocument/2006/relationships/image" Target="../media/image545.png"/><Relationship Id="rId350" Type="http://schemas.openxmlformats.org/officeDocument/2006/relationships/customXml" Target="../ink/ink615.xml"/><Relationship Id="rId406" Type="http://schemas.openxmlformats.org/officeDocument/2006/relationships/customXml" Target="../ink/ink643.xml"/><Relationship Id="rId9" Type="http://schemas.openxmlformats.org/officeDocument/2006/relationships/image" Target="../media/image458.png"/><Relationship Id="rId210" Type="http://schemas.openxmlformats.org/officeDocument/2006/relationships/customXml" Target="../ink/ink545.xml"/><Relationship Id="rId392" Type="http://schemas.openxmlformats.org/officeDocument/2006/relationships/customXml" Target="../ink/ink636.xml"/><Relationship Id="rId448" Type="http://schemas.openxmlformats.org/officeDocument/2006/relationships/customXml" Target="../ink/ink664.xml"/><Relationship Id="rId252" Type="http://schemas.openxmlformats.org/officeDocument/2006/relationships/customXml" Target="../ink/ink566.xml"/><Relationship Id="rId294" Type="http://schemas.openxmlformats.org/officeDocument/2006/relationships/customXml" Target="../ink/ink587.xml"/><Relationship Id="rId308" Type="http://schemas.openxmlformats.org/officeDocument/2006/relationships/customXml" Target="../ink/ink594.xml"/><Relationship Id="rId515" Type="http://schemas.openxmlformats.org/officeDocument/2006/relationships/image" Target="../media/image710.png"/><Relationship Id="rId47" Type="http://schemas.openxmlformats.org/officeDocument/2006/relationships/image" Target="../media/image476.png"/><Relationship Id="rId89" Type="http://schemas.openxmlformats.org/officeDocument/2006/relationships/image" Target="../media/image497.png"/><Relationship Id="rId112" Type="http://schemas.openxmlformats.org/officeDocument/2006/relationships/customXml" Target="../ink/ink496.xml"/><Relationship Id="rId154" Type="http://schemas.openxmlformats.org/officeDocument/2006/relationships/customXml" Target="../ink/ink517.xml"/><Relationship Id="rId361" Type="http://schemas.openxmlformats.org/officeDocument/2006/relationships/image" Target="../media/image633.png"/><Relationship Id="rId557" Type="http://schemas.openxmlformats.org/officeDocument/2006/relationships/image" Target="../media/image731.png"/><Relationship Id="rId196" Type="http://schemas.openxmlformats.org/officeDocument/2006/relationships/customXml" Target="../ink/ink538.xml"/><Relationship Id="rId417" Type="http://schemas.openxmlformats.org/officeDocument/2006/relationships/image" Target="../media/image661.png"/><Relationship Id="rId459" Type="http://schemas.openxmlformats.org/officeDocument/2006/relationships/image" Target="../media/image682.png"/><Relationship Id="rId16" Type="http://schemas.openxmlformats.org/officeDocument/2006/relationships/customXml" Target="../ink/ink448.xml"/><Relationship Id="rId221" Type="http://schemas.openxmlformats.org/officeDocument/2006/relationships/image" Target="../media/image563.png"/><Relationship Id="rId263" Type="http://schemas.openxmlformats.org/officeDocument/2006/relationships/image" Target="../media/image584.png"/><Relationship Id="rId319" Type="http://schemas.openxmlformats.org/officeDocument/2006/relationships/image" Target="../media/image612.png"/><Relationship Id="rId470" Type="http://schemas.openxmlformats.org/officeDocument/2006/relationships/customXml" Target="../ink/ink675.xml"/><Relationship Id="rId526" Type="http://schemas.openxmlformats.org/officeDocument/2006/relationships/customXml" Target="../ink/ink703.xml"/><Relationship Id="rId58" Type="http://schemas.openxmlformats.org/officeDocument/2006/relationships/customXml" Target="../ink/ink469.xml"/><Relationship Id="rId123" Type="http://schemas.openxmlformats.org/officeDocument/2006/relationships/image" Target="../media/image514.png"/><Relationship Id="rId330" Type="http://schemas.openxmlformats.org/officeDocument/2006/relationships/customXml" Target="../ink/ink605.xml"/><Relationship Id="rId165" Type="http://schemas.openxmlformats.org/officeDocument/2006/relationships/image" Target="../media/image535.png"/><Relationship Id="rId372" Type="http://schemas.openxmlformats.org/officeDocument/2006/relationships/customXml" Target="../ink/ink626.xml"/><Relationship Id="rId428" Type="http://schemas.openxmlformats.org/officeDocument/2006/relationships/customXml" Target="../ink/ink654.xml"/><Relationship Id="rId232" Type="http://schemas.openxmlformats.org/officeDocument/2006/relationships/customXml" Target="../ink/ink556.xml"/><Relationship Id="rId274" Type="http://schemas.openxmlformats.org/officeDocument/2006/relationships/customXml" Target="../ink/ink577.xml"/><Relationship Id="rId481" Type="http://schemas.openxmlformats.org/officeDocument/2006/relationships/image" Target="../media/image693.png"/><Relationship Id="rId27" Type="http://schemas.openxmlformats.org/officeDocument/2006/relationships/image" Target="../media/image467.png"/><Relationship Id="rId69" Type="http://schemas.openxmlformats.org/officeDocument/2006/relationships/image" Target="../media/image487.png"/><Relationship Id="rId134" Type="http://schemas.openxmlformats.org/officeDocument/2006/relationships/customXml" Target="../ink/ink507.xml"/><Relationship Id="rId537" Type="http://schemas.openxmlformats.org/officeDocument/2006/relationships/image" Target="../media/image721.png"/><Relationship Id="rId80" Type="http://schemas.openxmlformats.org/officeDocument/2006/relationships/customXml" Target="../ink/ink480.xml"/><Relationship Id="rId176" Type="http://schemas.openxmlformats.org/officeDocument/2006/relationships/customXml" Target="../ink/ink528.xml"/><Relationship Id="rId341" Type="http://schemas.openxmlformats.org/officeDocument/2006/relationships/image" Target="../media/image623.png"/><Relationship Id="rId383" Type="http://schemas.openxmlformats.org/officeDocument/2006/relationships/image" Target="../media/image644.png"/><Relationship Id="rId439" Type="http://schemas.openxmlformats.org/officeDocument/2006/relationships/image" Target="../media/image672.png"/><Relationship Id="rId201" Type="http://schemas.openxmlformats.org/officeDocument/2006/relationships/image" Target="../media/image553.png"/><Relationship Id="rId243" Type="http://schemas.openxmlformats.org/officeDocument/2006/relationships/image" Target="../media/image574.png"/><Relationship Id="rId285" Type="http://schemas.openxmlformats.org/officeDocument/2006/relationships/image" Target="../media/image595.png"/><Relationship Id="rId450" Type="http://schemas.openxmlformats.org/officeDocument/2006/relationships/customXml" Target="../ink/ink665.xml"/><Relationship Id="rId506" Type="http://schemas.openxmlformats.org/officeDocument/2006/relationships/customXml" Target="../ink/ink693.xml"/><Relationship Id="rId38" Type="http://schemas.openxmlformats.org/officeDocument/2006/relationships/customXml" Target="../ink/ink459.xml"/><Relationship Id="rId103" Type="http://schemas.openxmlformats.org/officeDocument/2006/relationships/image" Target="../media/image504.png"/><Relationship Id="rId310" Type="http://schemas.openxmlformats.org/officeDocument/2006/relationships/customXml" Target="../ink/ink595.xml"/><Relationship Id="rId492" Type="http://schemas.openxmlformats.org/officeDocument/2006/relationships/customXml" Target="../ink/ink686.xml"/><Relationship Id="rId548" Type="http://schemas.openxmlformats.org/officeDocument/2006/relationships/customXml" Target="../ink/ink714.xml"/><Relationship Id="rId91" Type="http://schemas.openxmlformats.org/officeDocument/2006/relationships/image" Target="../media/image498.png"/><Relationship Id="rId145" Type="http://schemas.openxmlformats.org/officeDocument/2006/relationships/image" Target="../media/image525.png"/><Relationship Id="rId187" Type="http://schemas.openxmlformats.org/officeDocument/2006/relationships/image" Target="../media/image546.png"/><Relationship Id="rId352" Type="http://schemas.openxmlformats.org/officeDocument/2006/relationships/customXml" Target="../ink/ink616.xml"/><Relationship Id="rId394" Type="http://schemas.openxmlformats.org/officeDocument/2006/relationships/customXml" Target="../ink/ink637.xml"/><Relationship Id="rId408" Type="http://schemas.openxmlformats.org/officeDocument/2006/relationships/customXml" Target="../ink/ink644.xml"/><Relationship Id="rId212" Type="http://schemas.openxmlformats.org/officeDocument/2006/relationships/customXml" Target="../ink/ink546.xml"/><Relationship Id="rId254" Type="http://schemas.openxmlformats.org/officeDocument/2006/relationships/customXml" Target="../ink/ink567.xml"/><Relationship Id="rId49" Type="http://schemas.openxmlformats.org/officeDocument/2006/relationships/image" Target="../media/image477.png"/><Relationship Id="rId114" Type="http://schemas.openxmlformats.org/officeDocument/2006/relationships/customXml" Target="../ink/ink497.xml"/><Relationship Id="rId296" Type="http://schemas.openxmlformats.org/officeDocument/2006/relationships/customXml" Target="../ink/ink588.xml"/><Relationship Id="rId461" Type="http://schemas.openxmlformats.org/officeDocument/2006/relationships/image" Target="../media/image683.png"/><Relationship Id="rId517" Type="http://schemas.openxmlformats.org/officeDocument/2006/relationships/image" Target="../media/image711.png"/><Relationship Id="rId559" Type="http://schemas.openxmlformats.org/officeDocument/2006/relationships/image" Target="../media/image732.png"/><Relationship Id="rId60" Type="http://schemas.openxmlformats.org/officeDocument/2006/relationships/customXml" Target="../ink/ink470.xml"/><Relationship Id="rId156" Type="http://schemas.openxmlformats.org/officeDocument/2006/relationships/customXml" Target="../ink/ink518.xml"/><Relationship Id="rId198" Type="http://schemas.openxmlformats.org/officeDocument/2006/relationships/customXml" Target="../ink/ink539.xml"/><Relationship Id="rId321" Type="http://schemas.openxmlformats.org/officeDocument/2006/relationships/image" Target="../media/image613.png"/><Relationship Id="rId363" Type="http://schemas.openxmlformats.org/officeDocument/2006/relationships/image" Target="../media/image634.png"/><Relationship Id="rId419" Type="http://schemas.openxmlformats.org/officeDocument/2006/relationships/image" Target="../media/image662.png"/><Relationship Id="rId223" Type="http://schemas.openxmlformats.org/officeDocument/2006/relationships/image" Target="../media/image564.png"/><Relationship Id="rId430" Type="http://schemas.openxmlformats.org/officeDocument/2006/relationships/customXml" Target="../ink/ink655.xml"/><Relationship Id="rId18" Type="http://schemas.openxmlformats.org/officeDocument/2006/relationships/customXml" Target="../ink/ink449.xml"/><Relationship Id="rId265" Type="http://schemas.openxmlformats.org/officeDocument/2006/relationships/image" Target="../media/image585.png"/><Relationship Id="rId472" Type="http://schemas.openxmlformats.org/officeDocument/2006/relationships/customXml" Target="../ink/ink676.xml"/><Relationship Id="rId528" Type="http://schemas.openxmlformats.org/officeDocument/2006/relationships/customXml" Target="../ink/ink704.xml"/><Relationship Id="rId125" Type="http://schemas.openxmlformats.org/officeDocument/2006/relationships/image" Target="../media/image515.png"/><Relationship Id="rId167" Type="http://schemas.openxmlformats.org/officeDocument/2006/relationships/image" Target="../media/image536.png"/><Relationship Id="rId332" Type="http://schemas.openxmlformats.org/officeDocument/2006/relationships/customXml" Target="../ink/ink606.xml"/><Relationship Id="rId374" Type="http://schemas.openxmlformats.org/officeDocument/2006/relationships/customXml" Target="../ink/ink627.xml"/><Relationship Id="rId71" Type="http://schemas.openxmlformats.org/officeDocument/2006/relationships/image" Target="../media/image488.png"/><Relationship Id="rId234" Type="http://schemas.openxmlformats.org/officeDocument/2006/relationships/customXml" Target="../ink/ink557.xml"/><Relationship Id="rId2" Type="http://schemas.openxmlformats.org/officeDocument/2006/relationships/customXml" Target="../ink/ink441.xml"/><Relationship Id="rId29" Type="http://schemas.openxmlformats.org/officeDocument/2006/relationships/image" Target="../media/image468.png"/><Relationship Id="rId276" Type="http://schemas.openxmlformats.org/officeDocument/2006/relationships/customXml" Target="../ink/ink578.xml"/><Relationship Id="rId441" Type="http://schemas.openxmlformats.org/officeDocument/2006/relationships/image" Target="../media/image673.png"/><Relationship Id="rId483" Type="http://schemas.openxmlformats.org/officeDocument/2006/relationships/image" Target="../media/image694.png"/><Relationship Id="rId539" Type="http://schemas.openxmlformats.org/officeDocument/2006/relationships/image" Target="../media/image722.png"/><Relationship Id="rId40" Type="http://schemas.openxmlformats.org/officeDocument/2006/relationships/customXml" Target="../ink/ink460.xml"/><Relationship Id="rId136" Type="http://schemas.openxmlformats.org/officeDocument/2006/relationships/customXml" Target="../ink/ink508.xml"/><Relationship Id="rId178" Type="http://schemas.openxmlformats.org/officeDocument/2006/relationships/customXml" Target="../ink/ink529.xml"/><Relationship Id="rId301" Type="http://schemas.openxmlformats.org/officeDocument/2006/relationships/image" Target="../media/image603.png"/><Relationship Id="rId343" Type="http://schemas.openxmlformats.org/officeDocument/2006/relationships/image" Target="../media/image624.png"/><Relationship Id="rId550" Type="http://schemas.openxmlformats.org/officeDocument/2006/relationships/customXml" Target="../ink/ink715.xml"/><Relationship Id="rId82" Type="http://schemas.openxmlformats.org/officeDocument/2006/relationships/customXml" Target="../ink/ink481.xml"/><Relationship Id="rId203" Type="http://schemas.openxmlformats.org/officeDocument/2006/relationships/image" Target="../media/image554.png"/><Relationship Id="rId385" Type="http://schemas.openxmlformats.org/officeDocument/2006/relationships/image" Target="../media/image645.png"/><Relationship Id="rId245" Type="http://schemas.openxmlformats.org/officeDocument/2006/relationships/image" Target="../media/image575.png"/><Relationship Id="rId287" Type="http://schemas.openxmlformats.org/officeDocument/2006/relationships/image" Target="../media/image596.png"/><Relationship Id="rId410" Type="http://schemas.openxmlformats.org/officeDocument/2006/relationships/customXml" Target="../ink/ink645.xml"/><Relationship Id="rId452" Type="http://schemas.openxmlformats.org/officeDocument/2006/relationships/customXml" Target="../ink/ink666.xml"/><Relationship Id="rId494" Type="http://schemas.openxmlformats.org/officeDocument/2006/relationships/customXml" Target="../ink/ink687.xml"/><Relationship Id="rId508" Type="http://schemas.openxmlformats.org/officeDocument/2006/relationships/customXml" Target="../ink/ink694.xml"/><Relationship Id="rId105" Type="http://schemas.openxmlformats.org/officeDocument/2006/relationships/image" Target="../media/image505.png"/><Relationship Id="rId147" Type="http://schemas.openxmlformats.org/officeDocument/2006/relationships/image" Target="../media/image526.png"/><Relationship Id="rId312" Type="http://schemas.openxmlformats.org/officeDocument/2006/relationships/customXml" Target="../ink/ink596.xml"/><Relationship Id="rId354" Type="http://schemas.openxmlformats.org/officeDocument/2006/relationships/customXml" Target="../ink/ink617.xml"/><Relationship Id="rId51" Type="http://schemas.openxmlformats.org/officeDocument/2006/relationships/image" Target="../media/image478.png"/><Relationship Id="rId93" Type="http://schemas.openxmlformats.org/officeDocument/2006/relationships/image" Target="../media/image499.png"/><Relationship Id="rId189" Type="http://schemas.openxmlformats.org/officeDocument/2006/relationships/image" Target="../media/image547.png"/><Relationship Id="rId396" Type="http://schemas.openxmlformats.org/officeDocument/2006/relationships/customXml" Target="../ink/ink638.xml"/><Relationship Id="rId561" Type="http://schemas.openxmlformats.org/officeDocument/2006/relationships/image" Target="../media/image733.png"/><Relationship Id="rId214" Type="http://schemas.openxmlformats.org/officeDocument/2006/relationships/customXml" Target="../ink/ink547.xml"/><Relationship Id="rId256" Type="http://schemas.openxmlformats.org/officeDocument/2006/relationships/customXml" Target="../ink/ink568.xml"/><Relationship Id="rId298" Type="http://schemas.openxmlformats.org/officeDocument/2006/relationships/customXml" Target="../ink/ink589.xml"/><Relationship Id="rId421" Type="http://schemas.openxmlformats.org/officeDocument/2006/relationships/image" Target="../media/image663.png"/><Relationship Id="rId463" Type="http://schemas.openxmlformats.org/officeDocument/2006/relationships/image" Target="../media/image684.png"/><Relationship Id="rId519" Type="http://schemas.openxmlformats.org/officeDocument/2006/relationships/image" Target="../media/image712.png"/><Relationship Id="rId116" Type="http://schemas.openxmlformats.org/officeDocument/2006/relationships/customXml" Target="../ink/ink498.xml"/><Relationship Id="rId158" Type="http://schemas.openxmlformats.org/officeDocument/2006/relationships/customXml" Target="../ink/ink519.xml"/><Relationship Id="rId323" Type="http://schemas.openxmlformats.org/officeDocument/2006/relationships/image" Target="../media/image614.png"/><Relationship Id="rId530" Type="http://schemas.openxmlformats.org/officeDocument/2006/relationships/customXml" Target="../ink/ink705.xml"/><Relationship Id="rId20" Type="http://schemas.openxmlformats.org/officeDocument/2006/relationships/customXml" Target="../ink/ink450.xml"/><Relationship Id="rId62" Type="http://schemas.openxmlformats.org/officeDocument/2006/relationships/customXml" Target="../ink/ink471.xml"/><Relationship Id="rId365" Type="http://schemas.openxmlformats.org/officeDocument/2006/relationships/image" Target="../media/image635.png"/><Relationship Id="rId225" Type="http://schemas.openxmlformats.org/officeDocument/2006/relationships/image" Target="../media/image565.png"/><Relationship Id="rId267" Type="http://schemas.openxmlformats.org/officeDocument/2006/relationships/image" Target="../media/image586.png"/><Relationship Id="rId432" Type="http://schemas.openxmlformats.org/officeDocument/2006/relationships/customXml" Target="../ink/ink656.xml"/><Relationship Id="rId474" Type="http://schemas.openxmlformats.org/officeDocument/2006/relationships/customXml" Target="../ink/ink677.xml"/><Relationship Id="rId127" Type="http://schemas.openxmlformats.org/officeDocument/2006/relationships/image" Target="../media/image516.png"/><Relationship Id="rId31" Type="http://schemas.openxmlformats.org/officeDocument/2006/relationships/image" Target="../media/image469.png"/><Relationship Id="rId73" Type="http://schemas.openxmlformats.org/officeDocument/2006/relationships/image" Target="../media/image489.png"/><Relationship Id="rId169" Type="http://schemas.openxmlformats.org/officeDocument/2006/relationships/image" Target="../media/image537.png"/><Relationship Id="rId334" Type="http://schemas.openxmlformats.org/officeDocument/2006/relationships/customXml" Target="../ink/ink607.xml"/><Relationship Id="rId376" Type="http://schemas.openxmlformats.org/officeDocument/2006/relationships/customXml" Target="../ink/ink628.xml"/><Relationship Id="rId541" Type="http://schemas.openxmlformats.org/officeDocument/2006/relationships/image" Target="../media/image723.png"/><Relationship Id="rId4" Type="http://schemas.openxmlformats.org/officeDocument/2006/relationships/customXml" Target="../ink/ink442.xml"/><Relationship Id="rId180" Type="http://schemas.openxmlformats.org/officeDocument/2006/relationships/customXml" Target="../ink/ink530.xml"/><Relationship Id="rId236" Type="http://schemas.openxmlformats.org/officeDocument/2006/relationships/customXml" Target="../ink/ink558.xml"/><Relationship Id="rId278" Type="http://schemas.openxmlformats.org/officeDocument/2006/relationships/customXml" Target="../ink/ink579.xml"/><Relationship Id="rId401" Type="http://schemas.openxmlformats.org/officeDocument/2006/relationships/image" Target="../media/image653.png"/><Relationship Id="rId443" Type="http://schemas.openxmlformats.org/officeDocument/2006/relationships/image" Target="../media/image674.png"/><Relationship Id="rId303" Type="http://schemas.openxmlformats.org/officeDocument/2006/relationships/image" Target="../media/image604.png"/><Relationship Id="rId485" Type="http://schemas.openxmlformats.org/officeDocument/2006/relationships/image" Target="../media/image695.png"/><Relationship Id="rId42" Type="http://schemas.openxmlformats.org/officeDocument/2006/relationships/customXml" Target="../ink/ink461.xml"/><Relationship Id="rId84" Type="http://schemas.openxmlformats.org/officeDocument/2006/relationships/customXml" Target="../ink/ink482.xml"/><Relationship Id="rId138" Type="http://schemas.openxmlformats.org/officeDocument/2006/relationships/customXml" Target="../ink/ink509.xml"/><Relationship Id="rId345" Type="http://schemas.openxmlformats.org/officeDocument/2006/relationships/image" Target="../media/image625.png"/><Relationship Id="rId387" Type="http://schemas.openxmlformats.org/officeDocument/2006/relationships/image" Target="../media/image646.png"/><Relationship Id="rId510" Type="http://schemas.openxmlformats.org/officeDocument/2006/relationships/customXml" Target="../ink/ink695.xml"/><Relationship Id="rId552" Type="http://schemas.openxmlformats.org/officeDocument/2006/relationships/customXml" Target="../ink/ink716.xml"/><Relationship Id="rId191" Type="http://schemas.openxmlformats.org/officeDocument/2006/relationships/image" Target="../media/image548.png"/><Relationship Id="rId205" Type="http://schemas.openxmlformats.org/officeDocument/2006/relationships/image" Target="../media/image555.png"/><Relationship Id="rId247" Type="http://schemas.openxmlformats.org/officeDocument/2006/relationships/image" Target="../media/image576.png"/><Relationship Id="rId412" Type="http://schemas.openxmlformats.org/officeDocument/2006/relationships/customXml" Target="../ink/ink646.xml"/><Relationship Id="rId107" Type="http://schemas.openxmlformats.org/officeDocument/2006/relationships/image" Target="../media/image506.png"/><Relationship Id="rId289" Type="http://schemas.openxmlformats.org/officeDocument/2006/relationships/image" Target="../media/image597.png"/><Relationship Id="rId454" Type="http://schemas.openxmlformats.org/officeDocument/2006/relationships/customXml" Target="../ink/ink667.xml"/><Relationship Id="rId496" Type="http://schemas.openxmlformats.org/officeDocument/2006/relationships/customXml" Target="../ink/ink688.xml"/><Relationship Id="rId11" Type="http://schemas.openxmlformats.org/officeDocument/2006/relationships/image" Target="../media/image459.png"/><Relationship Id="rId53" Type="http://schemas.openxmlformats.org/officeDocument/2006/relationships/image" Target="../media/image479.png"/><Relationship Id="rId149" Type="http://schemas.openxmlformats.org/officeDocument/2006/relationships/image" Target="../media/image527.png"/><Relationship Id="rId314" Type="http://schemas.openxmlformats.org/officeDocument/2006/relationships/customXml" Target="../ink/ink597.xml"/><Relationship Id="rId356" Type="http://schemas.openxmlformats.org/officeDocument/2006/relationships/customXml" Target="../ink/ink618.xml"/><Relationship Id="rId398" Type="http://schemas.openxmlformats.org/officeDocument/2006/relationships/customXml" Target="../ink/ink639.xml"/><Relationship Id="rId521" Type="http://schemas.openxmlformats.org/officeDocument/2006/relationships/image" Target="../media/image713.png"/><Relationship Id="rId563" Type="http://schemas.openxmlformats.org/officeDocument/2006/relationships/image" Target="../media/image734.png"/><Relationship Id="rId95" Type="http://schemas.openxmlformats.org/officeDocument/2006/relationships/image" Target="../media/image500.png"/><Relationship Id="rId160" Type="http://schemas.openxmlformats.org/officeDocument/2006/relationships/customXml" Target="../ink/ink520.xml"/><Relationship Id="rId216" Type="http://schemas.openxmlformats.org/officeDocument/2006/relationships/customXml" Target="../ink/ink548.xml"/><Relationship Id="rId423" Type="http://schemas.openxmlformats.org/officeDocument/2006/relationships/image" Target="../media/image664.png"/><Relationship Id="rId258" Type="http://schemas.openxmlformats.org/officeDocument/2006/relationships/customXml" Target="../ink/ink569.xml"/><Relationship Id="rId465" Type="http://schemas.openxmlformats.org/officeDocument/2006/relationships/image" Target="../media/image685.png"/><Relationship Id="rId22" Type="http://schemas.openxmlformats.org/officeDocument/2006/relationships/customXml" Target="../ink/ink451.xml"/><Relationship Id="rId64" Type="http://schemas.openxmlformats.org/officeDocument/2006/relationships/customXml" Target="../ink/ink472.xml"/><Relationship Id="rId118" Type="http://schemas.openxmlformats.org/officeDocument/2006/relationships/customXml" Target="../ink/ink499.xml"/><Relationship Id="rId325" Type="http://schemas.openxmlformats.org/officeDocument/2006/relationships/image" Target="../media/image615.png"/><Relationship Id="rId367" Type="http://schemas.openxmlformats.org/officeDocument/2006/relationships/image" Target="../media/image636.png"/><Relationship Id="rId532" Type="http://schemas.openxmlformats.org/officeDocument/2006/relationships/customXml" Target="../ink/ink706.xml"/><Relationship Id="rId171" Type="http://schemas.openxmlformats.org/officeDocument/2006/relationships/image" Target="../media/image538.png"/><Relationship Id="rId227" Type="http://schemas.openxmlformats.org/officeDocument/2006/relationships/image" Target="../media/image566.png"/><Relationship Id="rId269" Type="http://schemas.openxmlformats.org/officeDocument/2006/relationships/image" Target="../media/image587.png"/><Relationship Id="rId434" Type="http://schemas.openxmlformats.org/officeDocument/2006/relationships/customXml" Target="../ink/ink657.xml"/><Relationship Id="rId476" Type="http://schemas.openxmlformats.org/officeDocument/2006/relationships/customXml" Target="../ink/ink678.xml"/><Relationship Id="rId33" Type="http://schemas.openxmlformats.org/officeDocument/2006/relationships/image" Target="../media/image214.png"/><Relationship Id="rId129" Type="http://schemas.openxmlformats.org/officeDocument/2006/relationships/image" Target="../media/image517.png"/><Relationship Id="rId280" Type="http://schemas.openxmlformats.org/officeDocument/2006/relationships/customXml" Target="../ink/ink580.xml"/><Relationship Id="rId336" Type="http://schemas.openxmlformats.org/officeDocument/2006/relationships/customXml" Target="../ink/ink608.xml"/><Relationship Id="rId501" Type="http://schemas.openxmlformats.org/officeDocument/2006/relationships/image" Target="../media/image703.png"/><Relationship Id="rId543" Type="http://schemas.openxmlformats.org/officeDocument/2006/relationships/image" Target="../media/image724.png"/><Relationship Id="rId75" Type="http://schemas.openxmlformats.org/officeDocument/2006/relationships/image" Target="../media/image490.png"/><Relationship Id="rId140" Type="http://schemas.openxmlformats.org/officeDocument/2006/relationships/customXml" Target="../ink/ink510.xml"/><Relationship Id="rId182" Type="http://schemas.openxmlformats.org/officeDocument/2006/relationships/customXml" Target="../ink/ink531.xml"/><Relationship Id="rId378" Type="http://schemas.openxmlformats.org/officeDocument/2006/relationships/customXml" Target="../ink/ink629.xml"/><Relationship Id="rId403" Type="http://schemas.openxmlformats.org/officeDocument/2006/relationships/image" Target="../media/image654.png"/><Relationship Id="rId6" Type="http://schemas.openxmlformats.org/officeDocument/2006/relationships/customXml" Target="../ink/ink443.xml"/><Relationship Id="rId238" Type="http://schemas.openxmlformats.org/officeDocument/2006/relationships/customXml" Target="../ink/ink559.xml"/><Relationship Id="rId445" Type="http://schemas.openxmlformats.org/officeDocument/2006/relationships/image" Target="../media/image675.png"/><Relationship Id="rId487" Type="http://schemas.openxmlformats.org/officeDocument/2006/relationships/image" Target="../media/image696.png"/><Relationship Id="rId291" Type="http://schemas.openxmlformats.org/officeDocument/2006/relationships/image" Target="../media/image598.png"/><Relationship Id="rId305" Type="http://schemas.openxmlformats.org/officeDocument/2006/relationships/image" Target="../media/image605.png"/><Relationship Id="rId347" Type="http://schemas.openxmlformats.org/officeDocument/2006/relationships/image" Target="../media/image626.png"/><Relationship Id="rId512" Type="http://schemas.openxmlformats.org/officeDocument/2006/relationships/customXml" Target="../ink/ink696.xml"/><Relationship Id="rId44" Type="http://schemas.openxmlformats.org/officeDocument/2006/relationships/customXml" Target="../ink/ink462.xml"/><Relationship Id="rId86" Type="http://schemas.openxmlformats.org/officeDocument/2006/relationships/customXml" Target="../ink/ink483.xml"/><Relationship Id="rId151" Type="http://schemas.openxmlformats.org/officeDocument/2006/relationships/image" Target="../media/image528.png"/><Relationship Id="rId389" Type="http://schemas.openxmlformats.org/officeDocument/2006/relationships/image" Target="../media/image647.png"/><Relationship Id="rId554" Type="http://schemas.openxmlformats.org/officeDocument/2006/relationships/customXml" Target="../ink/ink717.xml"/><Relationship Id="rId193" Type="http://schemas.openxmlformats.org/officeDocument/2006/relationships/image" Target="../media/image549.png"/><Relationship Id="rId207" Type="http://schemas.openxmlformats.org/officeDocument/2006/relationships/image" Target="../media/image556.png"/><Relationship Id="rId249" Type="http://schemas.openxmlformats.org/officeDocument/2006/relationships/image" Target="../media/image577.png"/><Relationship Id="rId414" Type="http://schemas.openxmlformats.org/officeDocument/2006/relationships/customXml" Target="../ink/ink647.xml"/><Relationship Id="rId456" Type="http://schemas.openxmlformats.org/officeDocument/2006/relationships/customXml" Target="../ink/ink668.xml"/><Relationship Id="rId498" Type="http://schemas.openxmlformats.org/officeDocument/2006/relationships/customXml" Target="../ink/ink689.xml"/><Relationship Id="rId13" Type="http://schemas.openxmlformats.org/officeDocument/2006/relationships/image" Target="../media/image460.png"/><Relationship Id="rId109" Type="http://schemas.openxmlformats.org/officeDocument/2006/relationships/image" Target="../media/image507.png"/><Relationship Id="rId260" Type="http://schemas.openxmlformats.org/officeDocument/2006/relationships/customXml" Target="../ink/ink570.xml"/><Relationship Id="rId316" Type="http://schemas.openxmlformats.org/officeDocument/2006/relationships/customXml" Target="../ink/ink598.xml"/><Relationship Id="rId523" Type="http://schemas.openxmlformats.org/officeDocument/2006/relationships/image" Target="../media/image714.png"/><Relationship Id="rId55" Type="http://schemas.openxmlformats.org/officeDocument/2006/relationships/image" Target="../media/image480.png"/><Relationship Id="rId97" Type="http://schemas.openxmlformats.org/officeDocument/2006/relationships/image" Target="../media/image501.png"/><Relationship Id="rId120" Type="http://schemas.openxmlformats.org/officeDocument/2006/relationships/customXml" Target="../ink/ink500.xml"/><Relationship Id="rId358" Type="http://schemas.openxmlformats.org/officeDocument/2006/relationships/customXml" Target="../ink/ink619.xml"/><Relationship Id="rId565" Type="http://schemas.openxmlformats.org/officeDocument/2006/relationships/image" Target="../media/image735.png"/><Relationship Id="rId162" Type="http://schemas.openxmlformats.org/officeDocument/2006/relationships/customXml" Target="../ink/ink521.xml"/><Relationship Id="rId218" Type="http://schemas.openxmlformats.org/officeDocument/2006/relationships/customXml" Target="../ink/ink549.xml"/><Relationship Id="rId425" Type="http://schemas.openxmlformats.org/officeDocument/2006/relationships/image" Target="../media/image665.png"/><Relationship Id="rId467" Type="http://schemas.openxmlformats.org/officeDocument/2006/relationships/image" Target="../media/image686.png"/><Relationship Id="rId271" Type="http://schemas.openxmlformats.org/officeDocument/2006/relationships/image" Target="../media/image588.png"/><Relationship Id="rId24" Type="http://schemas.openxmlformats.org/officeDocument/2006/relationships/customXml" Target="../ink/ink452.xml"/><Relationship Id="rId66" Type="http://schemas.openxmlformats.org/officeDocument/2006/relationships/customXml" Target="../ink/ink473.xml"/><Relationship Id="rId131" Type="http://schemas.openxmlformats.org/officeDocument/2006/relationships/image" Target="../media/image518.png"/><Relationship Id="rId327" Type="http://schemas.openxmlformats.org/officeDocument/2006/relationships/image" Target="../media/image616.png"/><Relationship Id="rId369" Type="http://schemas.openxmlformats.org/officeDocument/2006/relationships/image" Target="../media/image637.png"/><Relationship Id="rId534" Type="http://schemas.openxmlformats.org/officeDocument/2006/relationships/customXml" Target="../ink/ink707.xml"/><Relationship Id="rId173" Type="http://schemas.openxmlformats.org/officeDocument/2006/relationships/image" Target="../media/image539.png"/><Relationship Id="rId229" Type="http://schemas.openxmlformats.org/officeDocument/2006/relationships/image" Target="../media/image567.png"/><Relationship Id="rId380" Type="http://schemas.openxmlformats.org/officeDocument/2006/relationships/customXml" Target="../ink/ink630.xml"/><Relationship Id="rId436" Type="http://schemas.openxmlformats.org/officeDocument/2006/relationships/customXml" Target="../ink/ink658.xml"/><Relationship Id="rId240" Type="http://schemas.openxmlformats.org/officeDocument/2006/relationships/customXml" Target="../ink/ink560.xml"/><Relationship Id="rId478" Type="http://schemas.openxmlformats.org/officeDocument/2006/relationships/customXml" Target="../ink/ink679.xml"/><Relationship Id="rId35" Type="http://schemas.openxmlformats.org/officeDocument/2006/relationships/image" Target="../media/image470.png"/><Relationship Id="rId77" Type="http://schemas.openxmlformats.org/officeDocument/2006/relationships/image" Target="../media/image491.png"/><Relationship Id="rId100" Type="http://schemas.openxmlformats.org/officeDocument/2006/relationships/customXml" Target="../ink/ink490.xml"/><Relationship Id="rId282" Type="http://schemas.openxmlformats.org/officeDocument/2006/relationships/customXml" Target="../ink/ink581.xml"/><Relationship Id="rId338" Type="http://schemas.openxmlformats.org/officeDocument/2006/relationships/customXml" Target="../ink/ink609.xml"/><Relationship Id="rId503" Type="http://schemas.openxmlformats.org/officeDocument/2006/relationships/image" Target="../media/image704.png"/><Relationship Id="rId545" Type="http://schemas.openxmlformats.org/officeDocument/2006/relationships/image" Target="../media/image725.png"/><Relationship Id="rId8" Type="http://schemas.openxmlformats.org/officeDocument/2006/relationships/customXml" Target="../ink/ink444.xml"/><Relationship Id="rId142" Type="http://schemas.openxmlformats.org/officeDocument/2006/relationships/customXml" Target="../ink/ink511.xml"/><Relationship Id="rId184" Type="http://schemas.openxmlformats.org/officeDocument/2006/relationships/customXml" Target="../ink/ink532.xml"/><Relationship Id="rId391" Type="http://schemas.openxmlformats.org/officeDocument/2006/relationships/image" Target="../media/image648.png"/><Relationship Id="rId405" Type="http://schemas.openxmlformats.org/officeDocument/2006/relationships/image" Target="../media/image655.png"/><Relationship Id="rId447" Type="http://schemas.openxmlformats.org/officeDocument/2006/relationships/image" Target="../media/image676.png"/><Relationship Id="rId251" Type="http://schemas.openxmlformats.org/officeDocument/2006/relationships/image" Target="../media/image578.png"/><Relationship Id="rId489" Type="http://schemas.openxmlformats.org/officeDocument/2006/relationships/image" Target="../media/image697.png"/><Relationship Id="rId46" Type="http://schemas.openxmlformats.org/officeDocument/2006/relationships/customXml" Target="../ink/ink463.xml"/><Relationship Id="rId293" Type="http://schemas.openxmlformats.org/officeDocument/2006/relationships/image" Target="../media/image599.png"/><Relationship Id="rId307" Type="http://schemas.openxmlformats.org/officeDocument/2006/relationships/image" Target="../media/image606.png"/><Relationship Id="rId349" Type="http://schemas.openxmlformats.org/officeDocument/2006/relationships/image" Target="../media/image627.png"/><Relationship Id="rId514" Type="http://schemas.openxmlformats.org/officeDocument/2006/relationships/customXml" Target="../ink/ink697.xml"/><Relationship Id="rId556" Type="http://schemas.openxmlformats.org/officeDocument/2006/relationships/customXml" Target="../ink/ink718.xml"/><Relationship Id="rId88" Type="http://schemas.openxmlformats.org/officeDocument/2006/relationships/customXml" Target="../ink/ink484.xml"/><Relationship Id="rId111" Type="http://schemas.openxmlformats.org/officeDocument/2006/relationships/image" Target="../media/image508.png"/><Relationship Id="rId153" Type="http://schemas.openxmlformats.org/officeDocument/2006/relationships/image" Target="../media/image529.png"/><Relationship Id="rId195" Type="http://schemas.openxmlformats.org/officeDocument/2006/relationships/image" Target="../media/image550.png"/><Relationship Id="rId209" Type="http://schemas.openxmlformats.org/officeDocument/2006/relationships/image" Target="../media/image557.png"/><Relationship Id="rId360" Type="http://schemas.openxmlformats.org/officeDocument/2006/relationships/customXml" Target="../ink/ink620.xml"/><Relationship Id="rId416" Type="http://schemas.openxmlformats.org/officeDocument/2006/relationships/customXml" Target="../ink/ink648.xml"/><Relationship Id="rId220" Type="http://schemas.openxmlformats.org/officeDocument/2006/relationships/customXml" Target="../ink/ink550.xml"/><Relationship Id="rId458" Type="http://schemas.openxmlformats.org/officeDocument/2006/relationships/customXml" Target="../ink/ink669.xml"/><Relationship Id="rId15" Type="http://schemas.openxmlformats.org/officeDocument/2006/relationships/image" Target="../media/image461.png"/><Relationship Id="rId57" Type="http://schemas.openxmlformats.org/officeDocument/2006/relationships/image" Target="../media/image481.png"/><Relationship Id="rId262" Type="http://schemas.openxmlformats.org/officeDocument/2006/relationships/customXml" Target="../ink/ink571.xml"/><Relationship Id="rId318" Type="http://schemas.openxmlformats.org/officeDocument/2006/relationships/customXml" Target="../ink/ink599.xml"/><Relationship Id="rId525" Type="http://schemas.openxmlformats.org/officeDocument/2006/relationships/image" Target="../media/image715.png"/><Relationship Id="rId99" Type="http://schemas.openxmlformats.org/officeDocument/2006/relationships/image" Target="../media/image502.png"/><Relationship Id="rId122" Type="http://schemas.openxmlformats.org/officeDocument/2006/relationships/customXml" Target="../ink/ink501.xml"/><Relationship Id="rId164" Type="http://schemas.openxmlformats.org/officeDocument/2006/relationships/customXml" Target="../ink/ink522.xml"/><Relationship Id="rId371" Type="http://schemas.openxmlformats.org/officeDocument/2006/relationships/image" Target="../media/image638.png"/><Relationship Id="rId427" Type="http://schemas.openxmlformats.org/officeDocument/2006/relationships/image" Target="../media/image666.png"/><Relationship Id="rId469" Type="http://schemas.openxmlformats.org/officeDocument/2006/relationships/image" Target="../media/image687.png"/><Relationship Id="rId26" Type="http://schemas.openxmlformats.org/officeDocument/2006/relationships/customXml" Target="../ink/ink453.xml"/><Relationship Id="rId231" Type="http://schemas.openxmlformats.org/officeDocument/2006/relationships/image" Target="../media/image568.png"/><Relationship Id="rId273" Type="http://schemas.openxmlformats.org/officeDocument/2006/relationships/image" Target="../media/image589.png"/><Relationship Id="rId329" Type="http://schemas.openxmlformats.org/officeDocument/2006/relationships/image" Target="../media/image617.png"/><Relationship Id="rId480" Type="http://schemas.openxmlformats.org/officeDocument/2006/relationships/customXml" Target="../ink/ink680.xml"/><Relationship Id="rId536" Type="http://schemas.openxmlformats.org/officeDocument/2006/relationships/customXml" Target="../ink/ink708.xml"/><Relationship Id="rId68" Type="http://schemas.openxmlformats.org/officeDocument/2006/relationships/customXml" Target="../ink/ink474.xml"/><Relationship Id="rId133" Type="http://schemas.openxmlformats.org/officeDocument/2006/relationships/image" Target="../media/image519.png"/><Relationship Id="rId175" Type="http://schemas.openxmlformats.org/officeDocument/2006/relationships/image" Target="../media/image540.png"/><Relationship Id="rId340" Type="http://schemas.openxmlformats.org/officeDocument/2006/relationships/customXml" Target="../ink/ink610.xml"/><Relationship Id="rId200" Type="http://schemas.openxmlformats.org/officeDocument/2006/relationships/customXml" Target="../ink/ink540.xml"/><Relationship Id="rId382" Type="http://schemas.openxmlformats.org/officeDocument/2006/relationships/customXml" Target="../ink/ink631.xml"/><Relationship Id="rId438" Type="http://schemas.openxmlformats.org/officeDocument/2006/relationships/customXml" Target="../ink/ink659.xml"/><Relationship Id="rId242" Type="http://schemas.openxmlformats.org/officeDocument/2006/relationships/customXml" Target="../ink/ink561.xml"/><Relationship Id="rId284" Type="http://schemas.openxmlformats.org/officeDocument/2006/relationships/customXml" Target="../ink/ink582.xml"/><Relationship Id="rId491" Type="http://schemas.openxmlformats.org/officeDocument/2006/relationships/image" Target="../media/image698.png"/><Relationship Id="rId505" Type="http://schemas.openxmlformats.org/officeDocument/2006/relationships/image" Target="../media/image705.png"/><Relationship Id="rId37" Type="http://schemas.openxmlformats.org/officeDocument/2006/relationships/image" Target="../media/image471.png"/><Relationship Id="rId79" Type="http://schemas.openxmlformats.org/officeDocument/2006/relationships/image" Target="../media/image492.png"/><Relationship Id="rId102" Type="http://schemas.openxmlformats.org/officeDocument/2006/relationships/customXml" Target="../ink/ink491.xml"/><Relationship Id="rId144" Type="http://schemas.openxmlformats.org/officeDocument/2006/relationships/customXml" Target="../ink/ink512.xml"/><Relationship Id="rId547" Type="http://schemas.openxmlformats.org/officeDocument/2006/relationships/image" Target="../media/image726.png"/><Relationship Id="rId90" Type="http://schemas.openxmlformats.org/officeDocument/2006/relationships/customXml" Target="../ink/ink485.xml"/><Relationship Id="rId186" Type="http://schemas.openxmlformats.org/officeDocument/2006/relationships/customXml" Target="../ink/ink533.xml"/><Relationship Id="rId351" Type="http://schemas.openxmlformats.org/officeDocument/2006/relationships/image" Target="../media/image628.png"/><Relationship Id="rId393" Type="http://schemas.openxmlformats.org/officeDocument/2006/relationships/image" Target="../media/image649.png"/><Relationship Id="rId407" Type="http://schemas.openxmlformats.org/officeDocument/2006/relationships/image" Target="../media/image656.png"/><Relationship Id="rId449" Type="http://schemas.openxmlformats.org/officeDocument/2006/relationships/image" Target="../media/image677.png"/><Relationship Id="rId211" Type="http://schemas.openxmlformats.org/officeDocument/2006/relationships/image" Target="../media/image558.png"/><Relationship Id="rId253" Type="http://schemas.openxmlformats.org/officeDocument/2006/relationships/image" Target="../media/image579.png"/><Relationship Id="rId295" Type="http://schemas.openxmlformats.org/officeDocument/2006/relationships/image" Target="../media/image600.png"/><Relationship Id="rId309" Type="http://schemas.openxmlformats.org/officeDocument/2006/relationships/image" Target="../media/image607.png"/><Relationship Id="rId460" Type="http://schemas.openxmlformats.org/officeDocument/2006/relationships/customXml" Target="../ink/ink670.xml"/><Relationship Id="rId516" Type="http://schemas.openxmlformats.org/officeDocument/2006/relationships/customXml" Target="../ink/ink698.xml"/><Relationship Id="rId48" Type="http://schemas.openxmlformats.org/officeDocument/2006/relationships/customXml" Target="../ink/ink464.xml"/><Relationship Id="rId113" Type="http://schemas.openxmlformats.org/officeDocument/2006/relationships/image" Target="../media/image509.png"/><Relationship Id="rId320" Type="http://schemas.openxmlformats.org/officeDocument/2006/relationships/customXml" Target="../ink/ink600.xml"/><Relationship Id="rId558" Type="http://schemas.openxmlformats.org/officeDocument/2006/relationships/customXml" Target="../ink/ink719.xml"/><Relationship Id="rId155" Type="http://schemas.openxmlformats.org/officeDocument/2006/relationships/image" Target="../media/image530.png"/><Relationship Id="rId197" Type="http://schemas.openxmlformats.org/officeDocument/2006/relationships/image" Target="../media/image551.png"/><Relationship Id="rId362" Type="http://schemas.openxmlformats.org/officeDocument/2006/relationships/customXml" Target="../ink/ink621.xml"/><Relationship Id="rId418" Type="http://schemas.openxmlformats.org/officeDocument/2006/relationships/customXml" Target="../ink/ink649.xml"/><Relationship Id="rId222" Type="http://schemas.openxmlformats.org/officeDocument/2006/relationships/customXml" Target="../ink/ink551.xml"/><Relationship Id="rId264" Type="http://schemas.openxmlformats.org/officeDocument/2006/relationships/customXml" Target="../ink/ink572.xml"/><Relationship Id="rId471" Type="http://schemas.openxmlformats.org/officeDocument/2006/relationships/image" Target="../media/image688.png"/><Relationship Id="rId17" Type="http://schemas.openxmlformats.org/officeDocument/2006/relationships/image" Target="../media/image462.png"/><Relationship Id="rId59" Type="http://schemas.openxmlformats.org/officeDocument/2006/relationships/image" Target="../media/image482.png"/><Relationship Id="rId124" Type="http://schemas.openxmlformats.org/officeDocument/2006/relationships/customXml" Target="../ink/ink502.xml"/><Relationship Id="rId527" Type="http://schemas.openxmlformats.org/officeDocument/2006/relationships/image" Target="../media/image716.png"/><Relationship Id="rId70" Type="http://schemas.openxmlformats.org/officeDocument/2006/relationships/customXml" Target="../ink/ink475.xml"/><Relationship Id="rId166" Type="http://schemas.openxmlformats.org/officeDocument/2006/relationships/customXml" Target="../ink/ink523.xml"/><Relationship Id="rId331" Type="http://schemas.openxmlformats.org/officeDocument/2006/relationships/image" Target="../media/image618.png"/><Relationship Id="rId373" Type="http://schemas.openxmlformats.org/officeDocument/2006/relationships/image" Target="../media/image639.png"/><Relationship Id="rId429" Type="http://schemas.openxmlformats.org/officeDocument/2006/relationships/image" Target="../media/image667.png"/><Relationship Id="rId1" Type="http://schemas.openxmlformats.org/officeDocument/2006/relationships/slideLayout" Target="../slideLayouts/slideLayout2.xml"/><Relationship Id="rId233" Type="http://schemas.openxmlformats.org/officeDocument/2006/relationships/image" Target="../media/image569.png"/><Relationship Id="rId440" Type="http://schemas.openxmlformats.org/officeDocument/2006/relationships/customXml" Target="../ink/ink660.xml"/><Relationship Id="rId28" Type="http://schemas.openxmlformats.org/officeDocument/2006/relationships/customXml" Target="../ink/ink454.xml"/><Relationship Id="rId275" Type="http://schemas.openxmlformats.org/officeDocument/2006/relationships/image" Target="../media/image590.png"/><Relationship Id="rId300" Type="http://schemas.openxmlformats.org/officeDocument/2006/relationships/customXml" Target="../ink/ink590.xml"/><Relationship Id="rId482" Type="http://schemas.openxmlformats.org/officeDocument/2006/relationships/customXml" Target="../ink/ink681.xml"/><Relationship Id="rId538" Type="http://schemas.openxmlformats.org/officeDocument/2006/relationships/customXml" Target="../ink/ink709.xml"/><Relationship Id="rId81" Type="http://schemas.openxmlformats.org/officeDocument/2006/relationships/image" Target="../media/image493.png"/><Relationship Id="rId135" Type="http://schemas.openxmlformats.org/officeDocument/2006/relationships/image" Target="../media/image520.png"/><Relationship Id="rId177" Type="http://schemas.openxmlformats.org/officeDocument/2006/relationships/image" Target="../media/image541.png"/><Relationship Id="rId342" Type="http://schemas.openxmlformats.org/officeDocument/2006/relationships/customXml" Target="../ink/ink611.xml"/><Relationship Id="rId384" Type="http://schemas.openxmlformats.org/officeDocument/2006/relationships/customXml" Target="../ink/ink632.xml"/><Relationship Id="rId202" Type="http://schemas.openxmlformats.org/officeDocument/2006/relationships/customXml" Target="../ink/ink541.xml"/><Relationship Id="rId244" Type="http://schemas.openxmlformats.org/officeDocument/2006/relationships/customXml" Target="../ink/ink562.xml"/><Relationship Id="rId39" Type="http://schemas.openxmlformats.org/officeDocument/2006/relationships/image" Target="../media/image472.png"/><Relationship Id="rId286" Type="http://schemas.openxmlformats.org/officeDocument/2006/relationships/customXml" Target="../ink/ink583.xml"/><Relationship Id="rId451" Type="http://schemas.openxmlformats.org/officeDocument/2006/relationships/image" Target="../media/image678.png"/><Relationship Id="rId493" Type="http://schemas.openxmlformats.org/officeDocument/2006/relationships/image" Target="../media/image699.png"/><Relationship Id="rId507" Type="http://schemas.openxmlformats.org/officeDocument/2006/relationships/image" Target="../media/image706.png"/><Relationship Id="rId549" Type="http://schemas.openxmlformats.org/officeDocument/2006/relationships/image" Target="../media/image727.png"/><Relationship Id="rId50" Type="http://schemas.openxmlformats.org/officeDocument/2006/relationships/customXml" Target="../ink/ink465.xml"/><Relationship Id="rId104" Type="http://schemas.openxmlformats.org/officeDocument/2006/relationships/customXml" Target="../ink/ink492.xml"/><Relationship Id="rId146" Type="http://schemas.openxmlformats.org/officeDocument/2006/relationships/customXml" Target="../ink/ink513.xml"/><Relationship Id="rId188" Type="http://schemas.openxmlformats.org/officeDocument/2006/relationships/customXml" Target="../ink/ink534.xml"/><Relationship Id="rId311" Type="http://schemas.openxmlformats.org/officeDocument/2006/relationships/image" Target="../media/image608.png"/><Relationship Id="rId353" Type="http://schemas.openxmlformats.org/officeDocument/2006/relationships/image" Target="../media/image629.png"/><Relationship Id="rId395" Type="http://schemas.openxmlformats.org/officeDocument/2006/relationships/image" Target="../media/image650.png"/><Relationship Id="rId409" Type="http://schemas.openxmlformats.org/officeDocument/2006/relationships/image" Target="../media/image657.png"/><Relationship Id="rId560" Type="http://schemas.openxmlformats.org/officeDocument/2006/relationships/customXml" Target="../ink/ink720.xml"/><Relationship Id="rId92" Type="http://schemas.openxmlformats.org/officeDocument/2006/relationships/customXml" Target="../ink/ink486.xml"/><Relationship Id="rId213" Type="http://schemas.openxmlformats.org/officeDocument/2006/relationships/image" Target="../media/image559.png"/><Relationship Id="rId420" Type="http://schemas.openxmlformats.org/officeDocument/2006/relationships/customXml" Target="../ink/ink650.xml"/><Relationship Id="rId255" Type="http://schemas.openxmlformats.org/officeDocument/2006/relationships/image" Target="../media/image580.png"/><Relationship Id="rId297" Type="http://schemas.openxmlformats.org/officeDocument/2006/relationships/image" Target="../media/image601.png"/><Relationship Id="rId462" Type="http://schemas.openxmlformats.org/officeDocument/2006/relationships/customXml" Target="../ink/ink671.xml"/><Relationship Id="rId518" Type="http://schemas.openxmlformats.org/officeDocument/2006/relationships/customXml" Target="../ink/ink699.xml"/><Relationship Id="rId115" Type="http://schemas.openxmlformats.org/officeDocument/2006/relationships/image" Target="../media/image510.png"/><Relationship Id="rId157" Type="http://schemas.openxmlformats.org/officeDocument/2006/relationships/image" Target="../media/image531.png"/><Relationship Id="rId322" Type="http://schemas.openxmlformats.org/officeDocument/2006/relationships/customXml" Target="../ink/ink601.xml"/><Relationship Id="rId364" Type="http://schemas.openxmlformats.org/officeDocument/2006/relationships/customXml" Target="../ink/ink622.xml"/><Relationship Id="rId61" Type="http://schemas.openxmlformats.org/officeDocument/2006/relationships/image" Target="../media/image483.png"/><Relationship Id="rId199" Type="http://schemas.openxmlformats.org/officeDocument/2006/relationships/image" Target="../media/image552.png"/><Relationship Id="rId19" Type="http://schemas.openxmlformats.org/officeDocument/2006/relationships/image" Target="../media/image463.png"/><Relationship Id="rId224" Type="http://schemas.openxmlformats.org/officeDocument/2006/relationships/customXml" Target="../ink/ink552.xml"/><Relationship Id="rId266" Type="http://schemas.openxmlformats.org/officeDocument/2006/relationships/customXml" Target="../ink/ink573.xml"/><Relationship Id="rId431" Type="http://schemas.openxmlformats.org/officeDocument/2006/relationships/image" Target="../media/image668.png"/><Relationship Id="rId473" Type="http://schemas.openxmlformats.org/officeDocument/2006/relationships/image" Target="../media/image689.png"/><Relationship Id="rId529" Type="http://schemas.openxmlformats.org/officeDocument/2006/relationships/image" Target="../media/image717.png"/><Relationship Id="rId30" Type="http://schemas.openxmlformats.org/officeDocument/2006/relationships/customXml" Target="../ink/ink455.xml"/><Relationship Id="rId126" Type="http://schemas.openxmlformats.org/officeDocument/2006/relationships/customXml" Target="../ink/ink503.xml"/><Relationship Id="rId168" Type="http://schemas.openxmlformats.org/officeDocument/2006/relationships/customXml" Target="../ink/ink524.xml"/><Relationship Id="rId333" Type="http://schemas.openxmlformats.org/officeDocument/2006/relationships/image" Target="../media/image619.png"/><Relationship Id="rId540" Type="http://schemas.openxmlformats.org/officeDocument/2006/relationships/customXml" Target="../ink/ink710.xml"/><Relationship Id="rId72" Type="http://schemas.openxmlformats.org/officeDocument/2006/relationships/customXml" Target="../ink/ink476.xml"/><Relationship Id="rId375" Type="http://schemas.openxmlformats.org/officeDocument/2006/relationships/image" Target="../media/image640.png"/><Relationship Id="rId3" Type="http://schemas.openxmlformats.org/officeDocument/2006/relationships/image" Target="../media/image455.png"/><Relationship Id="rId235" Type="http://schemas.openxmlformats.org/officeDocument/2006/relationships/image" Target="../media/image570.png"/><Relationship Id="rId277" Type="http://schemas.openxmlformats.org/officeDocument/2006/relationships/image" Target="../media/image591.png"/><Relationship Id="rId400" Type="http://schemas.openxmlformats.org/officeDocument/2006/relationships/customXml" Target="../ink/ink640.xml"/><Relationship Id="rId442" Type="http://schemas.openxmlformats.org/officeDocument/2006/relationships/customXml" Target="../ink/ink661.xml"/><Relationship Id="rId484" Type="http://schemas.openxmlformats.org/officeDocument/2006/relationships/customXml" Target="../ink/ink682.xml"/><Relationship Id="rId137" Type="http://schemas.openxmlformats.org/officeDocument/2006/relationships/image" Target="../media/image521.png"/><Relationship Id="rId302" Type="http://schemas.openxmlformats.org/officeDocument/2006/relationships/customXml" Target="../ink/ink591.xml"/><Relationship Id="rId344" Type="http://schemas.openxmlformats.org/officeDocument/2006/relationships/customXml" Target="../ink/ink612.xml"/><Relationship Id="rId41" Type="http://schemas.openxmlformats.org/officeDocument/2006/relationships/image" Target="../media/image473.png"/><Relationship Id="rId83" Type="http://schemas.openxmlformats.org/officeDocument/2006/relationships/image" Target="../media/image494.png"/><Relationship Id="rId179" Type="http://schemas.openxmlformats.org/officeDocument/2006/relationships/image" Target="../media/image542.png"/><Relationship Id="rId386" Type="http://schemas.openxmlformats.org/officeDocument/2006/relationships/customXml" Target="../ink/ink633.xml"/><Relationship Id="rId551" Type="http://schemas.openxmlformats.org/officeDocument/2006/relationships/image" Target="../media/image728.png"/><Relationship Id="rId190" Type="http://schemas.openxmlformats.org/officeDocument/2006/relationships/customXml" Target="../ink/ink535.xml"/><Relationship Id="rId204" Type="http://schemas.openxmlformats.org/officeDocument/2006/relationships/customXml" Target="../ink/ink542.xml"/><Relationship Id="rId246" Type="http://schemas.openxmlformats.org/officeDocument/2006/relationships/customXml" Target="../ink/ink563.xml"/><Relationship Id="rId288" Type="http://schemas.openxmlformats.org/officeDocument/2006/relationships/customXml" Target="../ink/ink584.xml"/><Relationship Id="rId411" Type="http://schemas.openxmlformats.org/officeDocument/2006/relationships/image" Target="../media/image658.png"/><Relationship Id="rId453" Type="http://schemas.openxmlformats.org/officeDocument/2006/relationships/image" Target="../media/image679.png"/><Relationship Id="rId509" Type="http://schemas.openxmlformats.org/officeDocument/2006/relationships/image" Target="../media/image707.png"/><Relationship Id="rId106" Type="http://schemas.openxmlformats.org/officeDocument/2006/relationships/customXml" Target="../ink/ink493.xml"/><Relationship Id="rId313" Type="http://schemas.openxmlformats.org/officeDocument/2006/relationships/image" Target="../media/image609.png"/><Relationship Id="rId495" Type="http://schemas.openxmlformats.org/officeDocument/2006/relationships/image" Target="../media/image700.png"/><Relationship Id="rId10" Type="http://schemas.openxmlformats.org/officeDocument/2006/relationships/customXml" Target="../ink/ink445.xml"/><Relationship Id="rId52" Type="http://schemas.openxmlformats.org/officeDocument/2006/relationships/customXml" Target="../ink/ink466.xml"/><Relationship Id="rId94" Type="http://schemas.openxmlformats.org/officeDocument/2006/relationships/customXml" Target="../ink/ink487.xml"/><Relationship Id="rId148" Type="http://schemas.openxmlformats.org/officeDocument/2006/relationships/customXml" Target="../ink/ink514.xml"/><Relationship Id="rId355" Type="http://schemas.openxmlformats.org/officeDocument/2006/relationships/image" Target="../media/image630.png"/><Relationship Id="rId397" Type="http://schemas.openxmlformats.org/officeDocument/2006/relationships/image" Target="../media/image651.png"/><Relationship Id="rId520" Type="http://schemas.openxmlformats.org/officeDocument/2006/relationships/customXml" Target="../ink/ink700.xml"/><Relationship Id="rId562" Type="http://schemas.openxmlformats.org/officeDocument/2006/relationships/customXml" Target="../ink/ink721.xml"/><Relationship Id="rId215" Type="http://schemas.openxmlformats.org/officeDocument/2006/relationships/image" Target="../media/image560.png"/><Relationship Id="rId257" Type="http://schemas.openxmlformats.org/officeDocument/2006/relationships/image" Target="../media/image581.png"/><Relationship Id="rId422" Type="http://schemas.openxmlformats.org/officeDocument/2006/relationships/customXml" Target="../ink/ink651.xml"/><Relationship Id="rId464" Type="http://schemas.openxmlformats.org/officeDocument/2006/relationships/customXml" Target="../ink/ink672.xml"/><Relationship Id="rId299" Type="http://schemas.openxmlformats.org/officeDocument/2006/relationships/image" Target="../media/image602.png"/><Relationship Id="rId63" Type="http://schemas.openxmlformats.org/officeDocument/2006/relationships/image" Target="../media/image484.png"/><Relationship Id="rId159" Type="http://schemas.openxmlformats.org/officeDocument/2006/relationships/image" Target="../media/image532.png"/><Relationship Id="rId366" Type="http://schemas.openxmlformats.org/officeDocument/2006/relationships/customXml" Target="../ink/ink623.xml"/><Relationship Id="rId226" Type="http://schemas.openxmlformats.org/officeDocument/2006/relationships/customXml" Target="../ink/ink553.xml"/><Relationship Id="rId433" Type="http://schemas.openxmlformats.org/officeDocument/2006/relationships/image" Target="../media/image669.png"/><Relationship Id="rId74" Type="http://schemas.openxmlformats.org/officeDocument/2006/relationships/customXml" Target="../ink/ink477.xml"/><Relationship Id="rId377" Type="http://schemas.openxmlformats.org/officeDocument/2006/relationships/image" Target="../media/image641.png"/><Relationship Id="rId500" Type="http://schemas.openxmlformats.org/officeDocument/2006/relationships/customXml" Target="../ink/ink690.xml"/><Relationship Id="rId5" Type="http://schemas.openxmlformats.org/officeDocument/2006/relationships/image" Target="../media/image456.png"/><Relationship Id="rId237" Type="http://schemas.openxmlformats.org/officeDocument/2006/relationships/image" Target="../media/image571.png"/><Relationship Id="rId444" Type="http://schemas.openxmlformats.org/officeDocument/2006/relationships/customXml" Target="../ink/ink662.xml"/><Relationship Id="rId290" Type="http://schemas.openxmlformats.org/officeDocument/2006/relationships/customXml" Target="../ink/ink585.xml"/><Relationship Id="rId304" Type="http://schemas.openxmlformats.org/officeDocument/2006/relationships/customXml" Target="../ink/ink592.xml"/><Relationship Id="rId388" Type="http://schemas.openxmlformats.org/officeDocument/2006/relationships/customXml" Target="../ink/ink634.xml"/><Relationship Id="rId511" Type="http://schemas.openxmlformats.org/officeDocument/2006/relationships/image" Target="../media/image708.png"/><Relationship Id="rId85" Type="http://schemas.openxmlformats.org/officeDocument/2006/relationships/image" Target="../media/image495.png"/><Relationship Id="rId150" Type="http://schemas.openxmlformats.org/officeDocument/2006/relationships/customXml" Target="../ink/ink515.xml"/><Relationship Id="rId248" Type="http://schemas.openxmlformats.org/officeDocument/2006/relationships/customXml" Target="../ink/ink564.xml"/><Relationship Id="rId455" Type="http://schemas.openxmlformats.org/officeDocument/2006/relationships/image" Target="../media/image680.png"/><Relationship Id="rId12" Type="http://schemas.openxmlformats.org/officeDocument/2006/relationships/customXml" Target="../ink/ink446.xml"/><Relationship Id="rId108" Type="http://schemas.openxmlformats.org/officeDocument/2006/relationships/customXml" Target="../ink/ink494.xml"/><Relationship Id="rId315" Type="http://schemas.openxmlformats.org/officeDocument/2006/relationships/image" Target="../media/image610.png"/><Relationship Id="rId522" Type="http://schemas.openxmlformats.org/officeDocument/2006/relationships/customXml" Target="../ink/ink701.xml"/><Relationship Id="rId96" Type="http://schemas.openxmlformats.org/officeDocument/2006/relationships/customXml" Target="../ink/ink488.xml"/><Relationship Id="rId161" Type="http://schemas.openxmlformats.org/officeDocument/2006/relationships/image" Target="../media/image533.png"/><Relationship Id="rId399" Type="http://schemas.openxmlformats.org/officeDocument/2006/relationships/image" Target="../media/image652.png"/><Relationship Id="rId259" Type="http://schemas.openxmlformats.org/officeDocument/2006/relationships/image" Target="../media/image582.png"/><Relationship Id="rId466" Type="http://schemas.openxmlformats.org/officeDocument/2006/relationships/customXml" Target="../ink/ink673.xml"/><Relationship Id="rId23" Type="http://schemas.openxmlformats.org/officeDocument/2006/relationships/image" Target="../media/image465.png"/><Relationship Id="rId119" Type="http://schemas.openxmlformats.org/officeDocument/2006/relationships/image" Target="../media/image512.png"/><Relationship Id="rId326" Type="http://schemas.openxmlformats.org/officeDocument/2006/relationships/customXml" Target="../ink/ink603.xml"/><Relationship Id="rId533" Type="http://schemas.openxmlformats.org/officeDocument/2006/relationships/image" Target="../media/image719.png"/></Relationships>
</file>

<file path=ppt/slides/_rels/slide13.xml.rels><?xml version="1.0" encoding="UTF-8" standalone="yes"?>
<Relationships xmlns="http://schemas.openxmlformats.org/package/2006/relationships"><Relationship Id="rId117" Type="http://schemas.openxmlformats.org/officeDocument/2006/relationships/image" Target="../media/image792.png"/><Relationship Id="rId671" Type="http://schemas.openxmlformats.org/officeDocument/2006/relationships/image" Target="../media/image1069.png"/><Relationship Id="rId21" Type="http://schemas.openxmlformats.org/officeDocument/2006/relationships/image" Target="../media/image745.png"/><Relationship Id="rId324" Type="http://schemas.openxmlformats.org/officeDocument/2006/relationships/customXml" Target="../ink/ink884.xml"/><Relationship Id="rId531" Type="http://schemas.openxmlformats.org/officeDocument/2006/relationships/image" Target="../media/image999.png"/><Relationship Id="rId629" Type="http://schemas.openxmlformats.org/officeDocument/2006/relationships/image" Target="../media/image1048.png"/><Relationship Id="rId170" Type="http://schemas.openxmlformats.org/officeDocument/2006/relationships/customXml" Target="../ink/ink807.xml"/><Relationship Id="rId268" Type="http://schemas.openxmlformats.org/officeDocument/2006/relationships/customXml" Target="../ink/ink856.xml"/><Relationship Id="rId475" Type="http://schemas.openxmlformats.org/officeDocument/2006/relationships/image" Target="../media/image971.png"/><Relationship Id="rId682" Type="http://schemas.openxmlformats.org/officeDocument/2006/relationships/customXml" Target="../ink/ink1063.xml"/><Relationship Id="rId32" Type="http://schemas.openxmlformats.org/officeDocument/2006/relationships/customXml" Target="../ink/ink738.xml"/><Relationship Id="rId128" Type="http://schemas.openxmlformats.org/officeDocument/2006/relationships/customXml" Target="../ink/ink786.xml"/><Relationship Id="rId335" Type="http://schemas.openxmlformats.org/officeDocument/2006/relationships/image" Target="../media/image901.png"/><Relationship Id="rId542" Type="http://schemas.openxmlformats.org/officeDocument/2006/relationships/customXml" Target="../ink/ink993.xml"/><Relationship Id="rId181" Type="http://schemas.openxmlformats.org/officeDocument/2006/relationships/image" Target="../media/image824.png"/><Relationship Id="rId402" Type="http://schemas.openxmlformats.org/officeDocument/2006/relationships/customXml" Target="../ink/ink923.xml"/><Relationship Id="rId279" Type="http://schemas.openxmlformats.org/officeDocument/2006/relationships/image" Target="../media/image873.png"/><Relationship Id="rId486" Type="http://schemas.openxmlformats.org/officeDocument/2006/relationships/customXml" Target="../ink/ink965.xml"/><Relationship Id="rId43" Type="http://schemas.openxmlformats.org/officeDocument/2006/relationships/image" Target="../media/image755.png"/><Relationship Id="rId139" Type="http://schemas.openxmlformats.org/officeDocument/2006/relationships/image" Target="../media/image803.png"/><Relationship Id="rId346" Type="http://schemas.openxmlformats.org/officeDocument/2006/relationships/customXml" Target="../ink/ink895.xml"/><Relationship Id="rId553" Type="http://schemas.openxmlformats.org/officeDocument/2006/relationships/image" Target="../media/image1010.png"/><Relationship Id="rId192" Type="http://schemas.openxmlformats.org/officeDocument/2006/relationships/customXml" Target="../ink/ink818.xml"/><Relationship Id="rId206" Type="http://schemas.openxmlformats.org/officeDocument/2006/relationships/customXml" Target="../ink/ink825.xml"/><Relationship Id="rId413" Type="http://schemas.openxmlformats.org/officeDocument/2006/relationships/image" Target="../media/image940.png"/><Relationship Id="rId497" Type="http://schemas.openxmlformats.org/officeDocument/2006/relationships/image" Target="../media/image982.png"/><Relationship Id="rId620" Type="http://schemas.openxmlformats.org/officeDocument/2006/relationships/customXml" Target="../ink/ink1032.xml"/><Relationship Id="rId357" Type="http://schemas.openxmlformats.org/officeDocument/2006/relationships/image" Target="../media/image912.png"/><Relationship Id="rId54" Type="http://schemas.openxmlformats.org/officeDocument/2006/relationships/customXml" Target="../ink/ink749.xml"/><Relationship Id="rId217" Type="http://schemas.openxmlformats.org/officeDocument/2006/relationships/image" Target="../media/image842.png"/><Relationship Id="rId564" Type="http://schemas.openxmlformats.org/officeDocument/2006/relationships/customXml" Target="../ink/ink1004.xml"/><Relationship Id="rId424" Type="http://schemas.openxmlformats.org/officeDocument/2006/relationships/customXml" Target="../ink/ink934.xml"/><Relationship Id="rId631" Type="http://schemas.openxmlformats.org/officeDocument/2006/relationships/image" Target="../media/image1049.png"/><Relationship Id="rId270" Type="http://schemas.openxmlformats.org/officeDocument/2006/relationships/customXml" Target="../ink/ink857.xml"/><Relationship Id="rId65" Type="http://schemas.openxmlformats.org/officeDocument/2006/relationships/image" Target="../media/image766.png"/><Relationship Id="rId130" Type="http://schemas.openxmlformats.org/officeDocument/2006/relationships/customXml" Target="../ink/ink787.xml"/><Relationship Id="rId368" Type="http://schemas.openxmlformats.org/officeDocument/2006/relationships/customXml" Target="../ink/ink906.xml"/><Relationship Id="rId575" Type="http://schemas.openxmlformats.org/officeDocument/2006/relationships/image" Target="../media/image1021.png"/><Relationship Id="rId228" Type="http://schemas.openxmlformats.org/officeDocument/2006/relationships/customXml" Target="../ink/ink836.xml"/><Relationship Id="rId435" Type="http://schemas.openxmlformats.org/officeDocument/2006/relationships/image" Target="../media/image951.png"/><Relationship Id="rId642" Type="http://schemas.openxmlformats.org/officeDocument/2006/relationships/customXml" Target="../ink/ink1043.xml"/><Relationship Id="rId281" Type="http://schemas.openxmlformats.org/officeDocument/2006/relationships/image" Target="../media/image874.png"/><Relationship Id="rId502" Type="http://schemas.openxmlformats.org/officeDocument/2006/relationships/customXml" Target="../ink/ink973.xml"/><Relationship Id="rId76" Type="http://schemas.openxmlformats.org/officeDocument/2006/relationships/customXml" Target="../ink/ink760.xml"/><Relationship Id="rId141" Type="http://schemas.openxmlformats.org/officeDocument/2006/relationships/image" Target="../media/image804.png"/><Relationship Id="rId379" Type="http://schemas.openxmlformats.org/officeDocument/2006/relationships/image" Target="../media/image923.png"/><Relationship Id="rId586" Type="http://schemas.openxmlformats.org/officeDocument/2006/relationships/customXml" Target="../ink/ink1015.xml"/><Relationship Id="rId7" Type="http://schemas.openxmlformats.org/officeDocument/2006/relationships/image" Target="../media/image738.png"/><Relationship Id="rId239" Type="http://schemas.openxmlformats.org/officeDocument/2006/relationships/image" Target="../media/image853.png"/><Relationship Id="rId446" Type="http://schemas.openxmlformats.org/officeDocument/2006/relationships/customXml" Target="../ink/ink945.xml"/><Relationship Id="rId653" Type="http://schemas.openxmlformats.org/officeDocument/2006/relationships/image" Target="../media/image1060.png"/><Relationship Id="rId292" Type="http://schemas.openxmlformats.org/officeDocument/2006/relationships/customXml" Target="../ink/ink868.xml"/><Relationship Id="rId306" Type="http://schemas.openxmlformats.org/officeDocument/2006/relationships/customXml" Target="../ink/ink875.xml"/><Relationship Id="rId87" Type="http://schemas.openxmlformats.org/officeDocument/2006/relationships/image" Target="../media/image777.png"/><Relationship Id="rId513" Type="http://schemas.openxmlformats.org/officeDocument/2006/relationships/image" Target="../media/image990.png"/><Relationship Id="rId597" Type="http://schemas.openxmlformats.org/officeDocument/2006/relationships/image" Target="../media/image1032.png"/><Relationship Id="rId152" Type="http://schemas.openxmlformats.org/officeDocument/2006/relationships/customXml" Target="../ink/ink798.xml"/><Relationship Id="rId457" Type="http://schemas.openxmlformats.org/officeDocument/2006/relationships/image" Target="../media/image962.png"/><Relationship Id="rId664" Type="http://schemas.openxmlformats.org/officeDocument/2006/relationships/customXml" Target="../ink/ink1054.xml"/><Relationship Id="rId14" Type="http://schemas.openxmlformats.org/officeDocument/2006/relationships/customXml" Target="../ink/ink729.xml"/><Relationship Id="rId317" Type="http://schemas.openxmlformats.org/officeDocument/2006/relationships/image" Target="../media/image892.png"/><Relationship Id="rId524" Type="http://schemas.openxmlformats.org/officeDocument/2006/relationships/customXml" Target="../ink/ink984.xml"/><Relationship Id="rId98" Type="http://schemas.openxmlformats.org/officeDocument/2006/relationships/customXml" Target="../ink/ink771.xml"/><Relationship Id="rId163" Type="http://schemas.openxmlformats.org/officeDocument/2006/relationships/image" Target="../media/image815.png"/><Relationship Id="rId370" Type="http://schemas.openxmlformats.org/officeDocument/2006/relationships/customXml" Target="../ink/ink907.xml"/><Relationship Id="rId230" Type="http://schemas.openxmlformats.org/officeDocument/2006/relationships/customXml" Target="../ink/ink837.xml"/><Relationship Id="rId468" Type="http://schemas.openxmlformats.org/officeDocument/2006/relationships/customXml" Target="../ink/ink956.xml"/><Relationship Id="rId675" Type="http://schemas.openxmlformats.org/officeDocument/2006/relationships/image" Target="../media/image1071.png"/><Relationship Id="rId25" Type="http://schemas.openxmlformats.org/officeDocument/2006/relationships/image" Target="../media/image747.png"/><Relationship Id="rId328" Type="http://schemas.openxmlformats.org/officeDocument/2006/relationships/customXml" Target="../ink/ink886.xml"/><Relationship Id="rId535" Type="http://schemas.openxmlformats.org/officeDocument/2006/relationships/image" Target="../media/image1001.png"/><Relationship Id="rId174" Type="http://schemas.openxmlformats.org/officeDocument/2006/relationships/customXml" Target="../ink/ink809.xml"/><Relationship Id="rId381" Type="http://schemas.openxmlformats.org/officeDocument/2006/relationships/image" Target="../media/image924.png"/><Relationship Id="rId602" Type="http://schemas.openxmlformats.org/officeDocument/2006/relationships/customXml" Target="../ink/ink1023.xml"/><Relationship Id="rId241" Type="http://schemas.openxmlformats.org/officeDocument/2006/relationships/image" Target="../media/image854.png"/><Relationship Id="rId479" Type="http://schemas.openxmlformats.org/officeDocument/2006/relationships/image" Target="../media/image973.png"/><Relationship Id="rId686" Type="http://schemas.openxmlformats.org/officeDocument/2006/relationships/customXml" Target="../ink/ink1065.xml"/><Relationship Id="rId36" Type="http://schemas.openxmlformats.org/officeDocument/2006/relationships/customXml" Target="../ink/ink740.xml"/><Relationship Id="rId339" Type="http://schemas.openxmlformats.org/officeDocument/2006/relationships/image" Target="../media/image903.png"/><Relationship Id="rId546" Type="http://schemas.openxmlformats.org/officeDocument/2006/relationships/customXml" Target="../ink/ink995.xml"/><Relationship Id="rId101" Type="http://schemas.openxmlformats.org/officeDocument/2006/relationships/image" Target="../media/image784.png"/><Relationship Id="rId185" Type="http://schemas.openxmlformats.org/officeDocument/2006/relationships/image" Target="../media/image826.png"/><Relationship Id="rId406" Type="http://schemas.openxmlformats.org/officeDocument/2006/relationships/customXml" Target="../ink/ink925.xml"/><Relationship Id="rId392" Type="http://schemas.openxmlformats.org/officeDocument/2006/relationships/customXml" Target="../ink/ink918.xml"/><Relationship Id="rId613" Type="http://schemas.openxmlformats.org/officeDocument/2006/relationships/image" Target="../media/image1040.png"/><Relationship Id="rId252" Type="http://schemas.openxmlformats.org/officeDocument/2006/relationships/customXml" Target="../ink/ink848.xml"/><Relationship Id="rId47" Type="http://schemas.openxmlformats.org/officeDocument/2006/relationships/image" Target="../media/image757.png"/><Relationship Id="rId112" Type="http://schemas.openxmlformats.org/officeDocument/2006/relationships/customXml" Target="../ink/ink778.xml"/><Relationship Id="rId557" Type="http://schemas.openxmlformats.org/officeDocument/2006/relationships/image" Target="../media/image1012.png"/><Relationship Id="rId196" Type="http://schemas.openxmlformats.org/officeDocument/2006/relationships/customXml" Target="../ink/ink820.xml"/><Relationship Id="rId417" Type="http://schemas.openxmlformats.org/officeDocument/2006/relationships/image" Target="../media/image942.png"/><Relationship Id="rId624" Type="http://schemas.openxmlformats.org/officeDocument/2006/relationships/customXml" Target="../ink/ink1034.xml"/><Relationship Id="rId263" Type="http://schemas.openxmlformats.org/officeDocument/2006/relationships/image" Target="../media/image865.png"/><Relationship Id="rId470" Type="http://schemas.openxmlformats.org/officeDocument/2006/relationships/customXml" Target="../ink/ink957.xml"/><Relationship Id="rId58" Type="http://schemas.openxmlformats.org/officeDocument/2006/relationships/customXml" Target="../ink/ink751.xml"/><Relationship Id="rId123" Type="http://schemas.openxmlformats.org/officeDocument/2006/relationships/image" Target="../media/image795.png"/><Relationship Id="rId330" Type="http://schemas.openxmlformats.org/officeDocument/2006/relationships/customXml" Target="../ink/ink887.xml"/><Relationship Id="rId568" Type="http://schemas.openxmlformats.org/officeDocument/2006/relationships/customXml" Target="../ink/ink1006.xml"/><Relationship Id="rId428" Type="http://schemas.openxmlformats.org/officeDocument/2006/relationships/customXml" Target="../ink/ink936.xml"/><Relationship Id="rId635" Type="http://schemas.openxmlformats.org/officeDocument/2006/relationships/image" Target="../media/image1051.png"/><Relationship Id="rId274" Type="http://schemas.openxmlformats.org/officeDocument/2006/relationships/customXml" Target="../ink/ink859.xml"/><Relationship Id="rId481" Type="http://schemas.openxmlformats.org/officeDocument/2006/relationships/image" Target="../media/image974.png"/><Relationship Id="rId69" Type="http://schemas.openxmlformats.org/officeDocument/2006/relationships/image" Target="../media/image768.png"/><Relationship Id="rId134" Type="http://schemas.openxmlformats.org/officeDocument/2006/relationships/customXml" Target="../ink/ink789.xml"/><Relationship Id="rId579" Type="http://schemas.openxmlformats.org/officeDocument/2006/relationships/image" Target="../media/image1023.png"/><Relationship Id="rId341" Type="http://schemas.openxmlformats.org/officeDocument/2006/relationships/image" Target="../media/image904.png"/><Relationship Id="rId439" Type="http://schemas.openxmlformats.org/officeDocument/2006/relationships/image" Target="../media/image953.png"/><Relationship Id="rId646" Type="http://schemas.openxmlformats.org/officeDocument/2006/relationships/customXml" Target="../ink/ink1045.xml"/><Relationship Id="rId201" Type="http://schemas.openxmlformats.org/officeDocument/2006/relationships/image" Target="../media/image834.png"/><Relationship Id="rId285" Type="http://schemas.openxmlformats.org/officeDocument/2006/relationships/image" Target="../media/image876.png"/><Relationship Id="rId506" Type="http://schemas.openxmlformats.org/officeDocument/2006/relationships/customXml" Target="../ink/ink975.xml"/><Relationship Id="rId492" Type="http://schemas.openxmlformats.org/officeDocument/2006/relationships/customXml" Target="../ink/ink968.xml"/><Relationship Id="rId145" Type="http://schemas.openxmlformats.org/officeDocument/2006/relationships/image" Target="../media/image806.png"/><Relationship Id="rId352" Type="http://schemas.openxmlformats.org/officeDocument/2006/relationships/customXml" Target="../ink/ink898.xml"/><Relationship Id="rId212" Type="http://schemas.openxmlformats.org/officeDocument/2006/relationships/customXml" Target="../ink/ink828.xml"/><Relationship Id="rId657" Type="http://schemas.openxmlformats.org/officeDocument/2006/relationships/image" Target="../media/image1062.png"/><Relationship Id="rId49" Type="http://schemas.openxmlformats.org/officeDocument/2006/relationships/image" Target="../media/image758.png"/><Relationship Id="rId114" Type="http://schemas.openxmlformats.org/officeDocument/2006/relationships/customXml" Target="../ink/ink779.xml"/><Relationship Id="rId296" Type="http://schemas.openxmlformats.org/officeDocument/2006/relationships/customXml" Target="../ink/ink870.xml"/><Relationship Id="rId461" Type="http://schemas.openxmlformats.org/officeDocument/2006/relationships/image" Target="../media/image964.png"/><Relationship Id="rId517" Type="http://schemas.openxmlformats.org/officeDocument/2006/relationships/image" Target="../media/image992.png"/><Relationship Id="rId559" Type="http://schemas.openxmlformats.org/officeDocument/2006/relationships/image" Target="../media/image1013.png"/><Relationship Id="rId60" Type="http://schemas.openxmlformats.org/officeDocument/2006/relationships/customXml" Target="../ink/ink752.xml"/><Relationship Id="rId156" Type="http://schemas.openxmlformats.org/officeDocument/2006/relationships/customXml" Target="../ink/ink800.xml"/><Relationship Id="rId198" Type="http://schemas.openxmlformats.org/officeDocument/2006/relationships/customXml" Target="../ink/ink821.xml"/><Relationship Id="rId321" Type="http://schemas.openxmlformats.org/officeDocument/2006/relationships/image" Target="../media/image894.png"/><Relationship Id="rId363" Type="http://schemas.openxmlformats.org/officeDocument/2006/relationships/image" Target="../media/image915.png"/><Relationship Id="rId419" Type="http://schemas.openxmlformats.org/officeDocument/2006/relationships/image" Target="../media/image943.png"/><Relationship Id="rId570" Type="http://schemas.openxmlformats.org/officeDocument/2006/relationships/customXml" Target="../ink/ink1007.xml"/><Relationship Id="rId626" Type="http://schemas.openxmlformats.org/officeDocument/2006/relationships/customXml" Target="../ink/ink1035.xml"/><Relationship Id="rId223" Type="http://schemas.openxmlformats.org/officeDocument/2006/relationships/image" Target="../media/image845.png"/><Relationship Id="rId430" Type="http://schemas.openxmlformats.org/officeDocument/2006/relationships/customXml" Target="../ink/ink937.xml"/><Relationship Id="rId668" Type="http://schemas.openxmlformats.org/officeDocument/2006/relationships/customXml" Target="../ink/ink1056.xml"/><Relationship Id="rId18" Type="http://schemas.openxmlformats.org/officeDocument/2006/relationships/customXml" Target="../ink/ink731.xml"/><Relationship Id="rId265" Type="http://schemas.openxmlformats.org/officeDocument/2006/relationships/image" Target="../media/image866.png"/><Relationship Id="rId472" Type="http://schemas.openxmlformats.org/officeDocument/2006/relationships/customXml" Target="../ink/ink958.xml"/><Relationship Id="rId528" Type="http://schemas.openxmlformats.org/officeDocument/2006/relationships/customXml" Target="../ink/ink986.xml"/><Relationship Id="rId125" Type="http://schemas.openxmlformats.org/officeDocument/2006/relationships/image" Target="../media/image796.png"/><Relationship Id="rId167" Type="http://schemas.openxmlformats.org/officeDocument/2006/relationships/image" Target="../media/image817.png"/><Relationship Id="rId332" Type="http://schemas.openxmlformats.org/officeDocument/2006/relationships/customXml" Target="../ink/ink888.xml"/><Relationship Id="rId374" Type="http://schemas.openxmlformats.org/officeDocument/2006/relationships/customXml" Target="../ink/ink909.xml"/><Relationship Id="rId581" Type="http://schemas.openxmlformats.org/officeDocument/2006/relationships/image" Target="../media/image1024.png"/><Relationship Id="rId71" Type="http://schemas.openxmlformats.org/officeDocument/2006/relationships/image" Target="../media/image769.png"/><Relationship Id="rId234" Type="http://schemas.openxmlformats.org/officeDocument/2006/relationships/customXml" Target="../ink/ink839.xml"/><Relationship Id="rId637" Type="http://schemas.openxmlformats.org/officeDocument/2006/relationships/image" Target="../media/image1052.png"/><Relationship Id="rId679" Type="http://schemas.openxmlformats.org/officeDocument/2006/relationships/image" Target="../media/image1073.png"/><Relationship Id="rId2" Type="http://schemas.openxmlformats.org/officeDocument/2006/relationships/customXml" Target="../ink/ink723.xml"/><Relationship Id="rId29" Type="http://schemas.openxmlformats.org/officeDocument/2006/relationships/image" Target="../media/image749.png"/><Relationship Id="rId276" Type="http://schemas.openxmlformats.org/officeDocument/2006/relationships/customXml" Target="../ink/ink860.xml"/><Relationship Id="rId441" Type="http://schemas.openxmlformats.org/officeDocument/2006/relationships/image" Target="../media/image954.png"/><Relationship Id="rId483" Type="http://schemas.openxmlformats.org/officeDocument/2006/relationships/image" Target="../media/image975.png"/><Relationship Id="rId539" Type="http://schemas.openxmlformats.org/officeDocument/2006/relationships/image" Target="../media/image1003.png"/><Relationship Id="rId40" Type="http://schemas.openxmlformats.org/officeDocument/2006/relationships/customXml" Target="../ink/ink742.xml"/><Relationship Id="rId136" Type="http://schemas.openxmlformats.org/officeDocument/2006/relationships/customXml" Target="../ink/ink790.xml"/><Relationship Id="rId178" Type="http://schemas.openxmlformats.org/officeDocument/2006/relationships/customXml" Target="../ink/ink811.xml"/><Relationship Id="rId301" Type="http://schemas.openxmlformats.org/officeDocument/2006/relationships/image" Target="../media/image884.png"/><Relationship Id="rId343" Type="http://schemas.openxmlformats.org/officeDocument/2006/relationships/image" Target="../media/image905.png"/><Relationship Id="rId550" Type="http://schemas.openxmlformats.org/officeDocument/2006/relationships/customXml" Target="../ink/ink997.xml"/><Relationship Id="rId82" Type="http://schemas.openxmlformats.org/officeDocument/2006/relationships/customXml" Target="../ink/ink763.xml"/><Relationship Id="rId203" Type="http://schemas.openxmlformats.org/officeDocument/2006/relationships/image" Target="../media/image835.png"/><Relationship Id="rId385" Type="http://schemas.openxmlformats.org/officeDocument/2006/relationships/image" Target="../media/image926.png"/><Relationship Id="rId592" Type="http://schemas.openxmlformats.org/officeDocument/2006/relationships/customXml" Target="../ink/ink1018.xml"/><Relationship Id="rId606" Type="http://schemas.openxmlformats.org/officeDocument/2006/relationships/customXml" Target="../ink/ink1025.xml"/><Relationship Id="rId648" Type="http://schemas.openxmlformats.org/officeDocument/2006/relationships/customXml" Target="../ink/ink1046.xml"/><Relationship Id="rId245" Type="http://schemas.openxmlformats.org/officeDocument/2006/relationships/image" Target="../media/image856.png"/><Relationship Id="rId287" Type="http://schemas.openxmlformats.org/officeDocument/2006/relationships/image" Target="../media/image877.png"/><Relationship Id="rId410" Type="http://schemas.openxmlformats.org/officeDocument/2006/relationships/customXml" Target="../ink/ink927.xml"/><Relationship Id="rId452" Type="http://schemas.openxmlformats.org/officeDocument/2006/relationships/customXml" Target="../ink/ink948.xml"/><Relationship Id="rId494" Type="http://schemas.openxmlformats.org/officeDocument/2006/relationships/customXml" Target="../ink/ink969.xml"/><Relationship Id="rId508" Type="http://schemas.openxmlformats.org/officeDocument/2006/relationships/customXml" Target="../ink/ink976.xml"/><Relationship Id="rId105" Type="http://schemas.openxmlformats.org/officeDocument/2006/relationships/image" Target="../media/image786.png"/><Relationship Id="rId147" Type="http://schemas.openxmlformats.org/officeDocument/2006/relationships/image" Target="../media/image807.png"/><Relationship Id="rId312" Type="http://schemas.openxmlformats.org/officeDocument/2006/relationships/customXml" Target="../ink/ink878.xml"/><Relationship Id="rId354" Type="http://schemas.openxmlformats.org/officeDocument/2006/relationships/customXml" Target="../ink/ink899.xml"/><Relationship Id="rId51" Type="http://schemas.openxmlformats.org/officeDocument/2006/relationships/image" Target="../media/image759.png"/><Relationship Id="rId93" Type="http://schemas.openxmlformats.org/officeDocument/2006/relationships/image" Target="../media/image780.png"/><Relationship Id="rId189" Type="http://schemas.openxmlformats.org/officeDocument/2006/relationships/image" Target="../media/image828.png"/><Relationship Id="rId396" Type="http://schemas.openxmlformats.org/officeDocument/2006/relationships/customXml" Target="../ink/ink920.xml"/><Relationship Id="rId561" Type="http://schemas.openxmlformats.org/officeDocument/2006/relationships/image" Target="../media/image1014.png"/><Relationship Id="rId617" Type="http://schemas.openxmlformats.org/officeDocument/2006/relationships/image" Target="../media/image1042.png"/><Relationship Id="rId659" Type="http://schemas.openxmlformats.org/officeDocument/2006/relationships/image" Target="../media/image1063.png"/><Relationship Id="rId214" Type="http://schemas.openxmlformats.org/officeDocument/2006/relationships/customXml" Target="../ink/ink829.xml"/><Relationship Id="rId256" Type="http://schemas.openxmlformats.org/officeDocument/2006/relationships/customXml" Target="../ink/ink850.xml"/><Relationship Id="rId298" Type="http://schemas.openxmlformats.org/officeDocument/2006/relationships/customXml" Target="../ink/ink871.xml"/><Relationship Id="rId421" Type="http://schemas.openxmlformats.org/officeDocument/2006/relationships/image" Target="../media/image944.png"/><Relationship Id="rId463" Type="http://schemas.openxmlformats.org/officeDocument/2006/relationships/image" Target="../media/image965.png"/><Relationship Id="rId519" Type="http://schemas.openxmlformats.org/officeDocument/2006/relationships/image" Target="../media/image993.png"/><Relationship Id="rId670" Type="http://schemas.openxmlformats.org/officeDocument/2006/relationships/customXml" Target="../ink/ink1057.xml"/><Relationship Id="rId116" Type="http://schemas.openxmlformats.org/officeDocument/2006/relationships/customXml" Target="../ink/ink780.xml"/><Relationship Id="rId158" Type="http://schemas.openxmlformats.org/officeDocument/2006/relationships/customXml" Target="../ink/ink801.xml"/><Relationship Id="rId323" Type="http://schemas.openxmlformats.org/officeDocument/2006/relationships/image" Target="../media/image895.png"/><Relationship Id="rId530" Type="http://schemas.openxmlformats.org/officeDocument/2006/relationships/customXml" Target="../ink/ink987.xml"/><Relationship Id="rId20" Type="http://schemas.openxmlformats.org/officeDocument/2006/relationships/customXml" Target="../ink/ink732.xml"/><Relationship Id="rId62" Type="http://schemas.openxmlformats.org/officeDocument/2006/relationships/customXml" Target="../ink/ink753.xml"/><Relationship Id="rId365" Type="http://schemas.openxmlformats.org/officeDocument/2006/relationships/image" Target="../media/image916.png"/><Relationship Id="rId572" Type="http://schemas.openxmlformats.org/officeDocument/2006/relationships/customXml" Target="../ink/ink1008.xml"/><Relationship Id="rId628" Type="http://schemas.openxmlformats.org/officeDocument/2006/relationships/customXml" Target="../ink/ink1036.xml"/><Relationship Id="rId225" Type="http://schemas.openxmlformats.org/officeDocument/2006/relationships/image" Target="../media/image846.png"/><Relationship Id="rId267" Type="http://schemas.openxmlformats.org/officeDocument/2006/relationships/image" Target="../media/image867.png"/><Relationship Id="rId432" Type="http://schemas.openxmlformats.org/officeDocument/2006/relationships/customXml" Target="../ink/ink938.xml"/><Relationship Id="rId474" Type="http://schemas.openxmlformats.org/officeDocument/2006/relationships/customXml" Target="../ink/ink959.xml"/><Relationship Id="rId127" Type="http://schemas.openxmlformats.org/officeDocument/2006/relationships/image" Target="../media/image797.png"/><Relationship Id="rId681" Type="http://schemas.openxmlformats.org/officeDocument/2006/relationships/image" Target="../media/image1074.png"/><Relationship Id="rId31" Type="http://schemas.openxmlformats.org/officeDocument/2006/relationships/image" Target="../media/image750.png"/><Relationship Id="rId73" Type="http://schemas.openxmlformats.org/officeDocument/2006/relationships/image" Target="../media/image770.png"/><Relationship Id="rId169" Type="http://schemas.openxmlformats.org/officeDocument/2006/relationships/image" Target="../media/image818.png"/><Relationship Id="rId334" Type="http://schemas.openxmlformats.org/officeDocument/2006/relationships/customXml" Target="../ink/ink889.xml"/><Relationship Id="rId376" Type="http://schemas.openxmlformats.org/officeDocument/2006/relationships/customXml" Target="../ink/ink910.xml"/><Relationship Id="rId541" Type="http://schemas.openxmlformats.org/officeDocument/2006/relationships/image" Target="../media/image1004.png"/><Relationship Id="rId583" Type="http://schemas.openxmlformats.org/officeDocument/2006/relationships/image" Target="../media/image1025.png"/><Relationship Id="rId639" Type="http://schemas.openxmlformats.org/officeDocument/2006/relationships/image" Target="../media/image1053.png"/><Relationship Id="rId4" Type="http://schemas.openxmlformats.org/officeDocument/2006/relationships/customXml" Target="../ink/ink724.xml"/><Relationship Id="rId180" Type="http://schemas.openxmlformats.org/officeDocument/2006/relationships/customXml" Target="../ink/ink812.xml"/><Relationship Id="rId236" Type="http://schemas.openxmlformats.org/officeDocument/2006/relationships/customXml" Target="../ink/ink840.xml"/><Relationship Id="rId278" Type="http://schemas.openxmlformats.org/officeDocument/2006/relationships/customXml" Target="../ink/ink861.xml"/><Relationship Id="rId401" Type="http://schemas.openxmlformats.org/officeDocument/2006/relationships/image" Target="../media/image934.png"/><Relationship Id="rId443" Type="http://schemas.openxmlformats.org/officeDocument/2006/relationships/image" Target="../media/image955.png"/><Relationship Id="rId650" Type="http://schemas.openxmlformats.org/officeDocument/2006/relationships/customXml" Target="../ink/ink1047.xml"/><Relationship Id="rId303" Type="http://schemas.openxmlformats.org/officeDocument/2006/relationships/image" Target="../media/image885.png"/><Relationship Id="rId485" Type="http://schemas.openxmlformats.org/officeDocument/2006/relationships/image" Target="../media/image976.png"/><Relationship Id="rId42" Type="http://schemas.openxmlformats.org/officeDocument/2006/relationships/customXml" Target="../ink/ink743.xml"/><Relationship Id="rId84" Type="http://schemas.openxmlformats.org/officeDocument/2006/relationships/customXml" Target="../ink/ink764.xml"/><Relationship Id="rId138" Type="http://schemas.openxmlformats.org/officeDocument/2006/relationships/customXml" Target="../ink/ink791.xml"/><Relationship Id="rId345" Type="http://schemas.openxmlformats.org/officeDocument/2006/relationships/image" Target="../media/image906.png"/><Relationship Id="rId387" Type="http://schemas.openxmlformats.org/officeDocument/2006/relationships/image" Target="../media/image927.png"/><Relationship Id="rId510" Type="http://schemas.openxmlformats.org/officeDocument/2006/relationships/customXml" Target="../ink/ink977.xml"/><Relationship Id="rId552" Type="http://schemas.openxmlformats.org/officeDocument/2006/relationships/customXml" Target="../ink/ink998.xml"/><Relationship Id="rId594" Type="http://schemas.openxmlformats.org/officeDocument/2006/relationships/customXml" Target="../ink/ink1019.xml"/><Relationship Id="rId608" Type="http://schemas.openxmlformats.org/officeDocument/2006/relationships/customXml" Target="../ink/ink1026.xml"/><Relationship Id="rId191" Type="http://schemas.openxmlformats.org/officeDocument/2006/relationships/image" Target="../media/image829.png"/><Relationship Id="rId205" Type="http://schemas.openxmlformats.org/officeDocument/2006/relationships/image" Target="../media/image836.png"/><Relationship Id="rId247" Type="http://schemas.openxmlformats.org/officeDocument/2006/relationships/image" Target="../media/image857.png"/><Relationship Id="rId412" Type="http://schemas.openxmlformats.org/officeDocument/2006/relationships/customXml" Target="../ink/ink928.xml"/><Relationship Id="rId107" Type="http://schemas.openxmlformats.org/officeDocument/2006/relationships/image" Target="../media/image787.png"/><Relationship Id="rId289" Type="http://schemas.openxmlformats.org/officeDocument/2006/relationships/image" Target="../media/image878.png"/><Relationship Id="rId454" Type="http://schemas.openxmlformats.org/officeDocument/2006/relationships/customXml" Target="../ink/ink949.xml"/><Relationship Id="rId496" Type="http://schemas.openxmlformats.org/officeDocument/2006/relationships/customXml" Target="../ink/ink970.xml"/><Relationship Id="rId661" Type="http://schemas.openxmlformats.org/officeDocument/2006/relationships/image" Target="../media/image1064.png"/><Relationship Id="rId11" Type="http://schemas.openxmlformats.org/officeDocument/2006/relationships/image" Target="../media/image740.png"/><Relationship Id="rId53" Type="http://schemas.openxmlformats.org/officeDocument/2006/relationships/image" Target="../media/image760.png"/><Relationship Id="rId149" Type="http://schemas.openxmlformats.org/officeDocument/2006/relationships/image" Target="../media/image808.png"/><Relationship Id="rId314" Type="http://schemas.openxmlformats.org/officeDocument/2006/relationships/customXml" Target="../ink/ink879.xml"/><Relationship Id="rId356" Type="http://schemas.openxmlformats.org/officeDocument/2006/relationships/customXml" Target="../ink/ink900.xml"/><Relationship Id="rId398" Type="http://schemas.openxmlformats.org/officeDocument/2006/relationships/customXml" Target="../ink/ink921.xml"/><Relationship Id="rId521" Type="http://schemas.openxmlformats.org/officeDocument/2006/relationships/image" Target="../media/image994.png"/><Relationship Id="rId563" Type="http://schemas.openxmlformats.org/officeDocument/2006/relationships/image" Target="../media/image1015.png"/><Relationship Id="rId619" Type="http://schemas.openxmlformats.org/officeDocument/2006/relationships/image" Target="../media/image1043.png"/><Relationship Id="rId95" Type="http://schemas.openxmlformats.org/officeDocument/2006/relationships/image" Target="../media/image781.png"/><Relationship Id="rId160" Type="http://schemas.openxmlformats.org/officeDocument/2006/relationships/customXml" Target="../ink/ink802.xml"/><Relationship Id="rId216" Type="http://schemas.openxmlformats.org/officeDocument/2006/relationships/customXml" Target="../ink/ink830.xml"/><Relationship Id="rId423" Type="http://schemas.openxmlformats.org/officeDocument/2006/relationships/image" Target="../media/image945.png"/><Relationship Id="rId258" Type="http://schemas.openxmlformats.org/officeDocument/2006/relationships/customXml" Target="../ink/ink851.xml"/><Relationship Id="rId465" Type="http://schemas.openxmlformats.org/officeDocument/2006/relationships/image" Target="../media/image966.png"/><Relationship Id="rId630" Type="http://schemas.openxmlformats.org/officeDocument/2006/relationships/customXml" Target="../ink/ink1037.xml"/><Relationship Id="rId672" Type="http://schemas.openxmlformats.org/officeDocument/2006/relationships/customXml" Target="../ink/ink1058.xml"/><Relationship Id="rId22" Type="http://schemas.openxmlformats.org/officeDocument/2006/relationships/customXml" Target="../ink/ink733.xml"/><Relationship Id="rId64" Type="http://schemas.openxmlformats.org/officeDocument/2006/relationships/customXml" Target="../ink/ink754.xml"/><Relationship Id="rId118" Type="http://schemas.openxmlformats.org/officeDocument/2006/relationships/customXml" Target="../ink/ink781.xml"/><Relationship Id="rId325" Type="http://schemas.openxmlformats.org/officeDocument/2006/relationships/image" Target="../media/image896.png"/><Relationship Id="rId367" Type="http://schemas.openxmlformats.org/officeDocument/2006/relationships/image" Target="../media/image917.png"/><Relationship Id="rId532" Type="http://schemas.openxmlformats.org/officeDocument/2006/relationships/customXml" Target="../ink/ink988.xml"/><Relationship Id="rId574" Type="http://schemas.openxmlformats.org/officeDocument/2006/relationships/customXml" Target="../ink/ink1009.xml"/><Relationship Id="rId171" Type="http://schemas.openxmlformats.org/officeDocument/2006/relationships/image" Target="../media/image819.png"/><Relationship Id="rId227" Type="http://schemas.openxmlformats.org/officeDocument/2006/relationships/image" Target="../media/image847.png"/><Relationship Id="rId269" Type="http://schemas.openxmlformats.org/officeDocument/2006/relationships/image" Target="../media/image868.png"/><Relationship Id="rId434" Type="http://schemas.openxmlformats.org/officeDocument/2006/relationships/customXml" Target="../ink/ink939.xml"/><Relationship Id="rId476" Type="http://schemas.openxmlformats.org/officeDocument/2006/relationships/customXml" Target="../ink/ink960.xml"/><Relationship Id="rId641" Type="http://schemas.openxmlformats.org/officeDocument/2006/relationships/image" Target="../media/image1054.png"/><Relationship Id="rId683" Type="http://schemas.openxmlformats.org/officeDocument/2006/relationships/image" Target="../media/image1075.png"/><Relationship Id="rId33" Type="http://schemas.openxmlformats.org/officeDocument/2006/relationships/image" Target="../media/image214.png"/><Relationship Id="rId129" Type="http://schemas.openxmlformats.org/officeDocument/2006/relationships/image" Target="../media/image798.png"/><Relationship Id="rId280" Type="http://schemas.openxmlformats.org/officeDocument/2006/relationships/customXml" Target="../ink/ink862.xml"/><Relationship Id="rId336" Type="http://schemas.openxmlformats.org/officeDocument/2006/relationships/customXml" Target="../ink/ink890.xml"/><Relationship Id="rId501" Type="http://schemas.openxmlformats.org/officeDocument/2006/relationships/image" Target="../media/image984.png"/><Relationship Id="rId543" Type="http://schemas.openxmlformats.org/officeDocument/2006/relationships/image" Target="../media/image1005.png"/><Relationship Id="rId75" Type="http://schemas.openxmlformats.org/officeDocument/2006/relationships/image" Target="../media/image771.png"/><Relationship Id="rId140" Type="http://schemas.openxmlformats.org/officeDocument/2006/relationships/customXml" Target="../ink/ink792.xml"/><Relationship Id="rId182" Type="http://schemas.openxmlformats.org/officeDocument/2006/relationships/customXml" Target="../ink/ink813.xml"/><Relationship Id="rId378" Type="http://schemas.openxmlformats.org/officeDocument/2006/relationships/customXml" Target="../ink/ink911.xml"/><Relationship Id="rId403" Type="http://schemas.openxmlformats.org/officeDocument/2006/relationships/image" Target="../media/image935.png"/><Relationship Id="rId585" Type="http://schemas.openxmlformats.org/officeDocument/2006/relationships/image" Target="../media/image1026.png"/><Relationship Id="rId6" Type="http://schemas.openxmlformats.org/officeDocument/2006/relationships/customXml" Target="../ink/ink725.xml"/><Relationship Id="rId238" Type="http://schemas.openxmlformats.org/officeDocument/2006/relationships/customXml" Target="../ink/ink841.xml"/><Relationship Id="rId445" Type="http://schemas.openxmlformats.org/officeDocument/2006/relationships/image" Target="../media/image956.png"/><Relationship Id="rId487" Type="http://schemas.openxmlformats.org/officeDocument/2006/relationships/image" Target="../media/image977.png"/><Relationship Id="rId610" Type="http://schemas.openxmlformats.org/officeDocument/2006/relationships/customXml" Target="../ink/ink1027.xml"/><Relationship Id="rId652" Type="http://schemas.openxmlformats.org/officeDocument/2006/relationships/customXml" Target="../ink/ink1048.xml"/><Relationship Id="rId291" Type="http://schemas.openxmlformats.org/officeDocument/2006/relationships/image" Target="../media/image879.png"/><Relationship Id="rId305" Type="http://schemas.openxmlformats.org/officeDocument/2006/relationships/image" Target="../media/image886.png"/><Relationship Id="rId347" Type="http://schemas.openxmlformats.org/officeDocument/2006/relationships/image" Target="../media/image907.png"/><Relationship Id="rId512" Type="http://schemas.openxmlformats.org/officeDocument/2006/relationships/customXml" Target="../ink/ink978.xml"/><Relationship Id="rId44" Type="http://schemas.openxmlformats.org/officeDocument/2006/relationships/customXml" Target="../ink/ink744.xml"/><Relationship Id="rId86" Type="http://schemas.openxmlformats.org/officeDocument/2006/relationships/customXml" Target="../ink/ink765.xml"/><Relationship Id="rId151" Type="http://schemas.openxmlformats.org/officeDocument/2006/relationships/image" Target="../media/image809.png"/><Relationship Id="rId389" Type="http://schemas.openxmlformats.org/officeDocument/2006/relationships/image" Target="../media/image928.png"/><Relationship Id="rId554" Type="http://schemas.openxmlformats.org/officeDocument/2006/relationships/customXml" Target="../ink/ink999.xml"/><Relationship Id="rId596" Type="http://schemas.openxmlformats.org/officeDocument/2006/relationships/customXml" Target="../ink/ink1020.xml"/><Relationship Id="rId193" Type="http://schemas.openxmlformats.org/officeDocument/2006/relationships/image" Target="../media/image830.png"/><Relationship Id="rId207" Type="http://schemas.openxmlformats.org/officeDocument/2006/relationships/image" Target="../media/image837.png"/><Relationship Id="rId249" Type="http://schemas.openxmlformats.org/officeDocument/2006/relationships/image" Target="../media/image858.png"/><Relationship Id="rId414" Type="http://schemas.openxmlformats.org/officeDocument/2006/relationships/customXml" Target="../ink/ink929.xml"/><Relationship Id="rId456" Type="http://schemas.openxmlformats.org/officeDocument/2006/relationships/customXml" Target="../ink/ink950.xml"/><Relationship Id="rId498" Type="http://schemas.openxmlformats.org/officeDocument/2006/relationships/customXml" Target="../ink/ink971.xml"/><Relationship Id="rId621" Type="http://schemas.openxmlformats.org/officeDocument/2006/relationships/image" Target="../media/image1044.png"/><Relationship Id="rId663" Type="http://schemas.openxmlformats.org/officeDocument/2006/relationships/image" Target="../media/image1065.png"/><Relationship Id="rId13" Type="http://schemas.openxmlformats.org/officeDocument/2006/relationships/image" Target="../media/image741.png"/><Relationship Id="rId109" Type="http://schemas.openxmlformats.org/officeDocument/2006/relationships/image" Target="../media/image788.png"/><Relationship Id="rId260" Type="http://schemas.openxmlformats.org/officeDocument/2006/relationships/customXml" Target="../ink/ink852.xml"/><Relationship Id="rId316" Type="http://schemas.openxmlformats.org/officeDocument/2006/relationships/customXml" Target="../ink/ink880.xml"/><Relationship Id="rId523" Type="http://schemas.openxmlformats.org/officeDocument/2006/relationships/image" Target="../media/image995.png"/><Relationship Id="rId55" Type="http://schemas.openxmlformats.org/officeDocument/2006/relationships/image" Target="../media/image761.png"/><Relationship Id="rId97" Type="http://schemas.openxmlformats.org/officeDocument/2006/relationships/image" Target="../media/image782.png"/><Relationship Id="rId120" Type="http://schemas.openxmlformats.org/officeDocument/2006/relationships/customXml" Target="../ink/ink782.xml"/><Relationship Id="rId358" Type="http://schemas.openxmlformats.org/officeDocument/2006/relationships/customXml" Target="../ink/ink901.xml"/><Relationship Id="rId565" Type="http://schemas.openxmlformats.org/officeDocument/2006/relationships/image" Target="../media/image1016.png"/><Relationship Id="rId162" Type="http://schemas.openxmlformats.org/officeDocument/2006/relationships/customXml" Target="../ink/ink803.xml"/><Relationship Id="rId218" Type="http://schemas.openxmlformats.org/officeDocument/2006/relationships/customXml" Target="../ink/ink831.xml"/><Relationship Id="rId425" Type="http://schemas.openxmlformats.org/officeDocument/2006/relationships/image" Target="../media/image946.png"/><Relationship Id="rId467" Type="http://schemas.openxmlformats.org/officeDocument/2006/relationships/image" Target="../media/image967.png"/><Relationship Id="rId632" Type="http://schemas.openxmlformats.org/officeDocument/2006/relationships/customXml" Target="../ink/ink1038.xml"/><Relationship Id="rId271" Type="http://schemas.openxmlformats.org/officeDocument/2006/relationships/image" Target="../media/image869.png"/><Relationship Id="rId674" Type="http://schemas.openxmlformats.org/officeDocument/2006/relationships/customXml" Target="../ink/ink1059.xml"/><Relationship Id="rId24" Type="http://schemas.openxmlformats.org/officeDocument/2006/relationships/customXml" Target="../ink/ink734.xml"/><Relationship Id="rId66" Type="http://schemas.openxmlformats.org/officeDocument/2006/relationships/customXml" Target="../ink/ink755.xml"/><Relationship Id="rId131" Type="http://schemas.openxmlformats.org/officeDocument/2006/relationships/image" Target="../media/image799.png"/><Relationship Id="rId327" Type="http://schemas.openxmlformats.org/officeDocument/2006/relationships/image" Target="../media/image897.png"/><Relationship Id="rId369" Type="http://schemas.openxmlformats.org/officeDocument/2006/relationships/image" Target="../media/image918.png"/><Relationship Id="rId534" Type="http://schemas.openxmlformats.org/officeDocument/2006/relationships/customXml" Target="../ink/ink989.xml"/><Relationship Id="rId576" Type="http://schemas.openxmlformats.org/officeDocument/2006/relationships/customXml" Target="../ink/ink1010.xml"/><Relationship Id="rId173" Type="http://schemas.openxmlformats.org/officeDocument/2006/relationships/image" Target="../media/image820.png"/><Relationship Id="rId229" Type="http://schemas.openxmlformats.org/officeDocument/2006/relationships/image" Target="../media/image848.png"/><Relationship Id="rId380" Type="http://schemas.openxmlformats.org/officeDocument/2006/relationships/customXml" Target="../ink/ink912.xml"/><Relationship Id="rId436" Type="http://schemas.openxmlformats.org/officeDocument/2006/relationships/customXml" Target="../ink/ink940.xml"/><Relationship Id="rId601" Type="http://schemas.openxmlformats.org/officeDocument/2006/relationships/image" Target="../media/image1034.png"/><Relationship Id="rId643" Type="http://schemas.openxmlformats.org/officeDocument/2006/relationships/image" Target="../media/image1055.png"/><Relationship Id="rId240" Type="http://schemas.openxmlformats.org/officeDocument/2006/relationships/customXml" Target="../ink/ink842.xml"/><Relationship Id="rId478" Type="http://schemas.openxmlformats.org/officeDocument/2006/relationships/customXml" Target="../ink/ink961.xml"/><Relationship Id="rId685" Type="http://schemas.openxmlformats.org/officeDocument/2006/relationships/image" Target="../media/image1076.png"/><Relationship Id="rId35" Type="http://schemas.openxmlformats.org/officeDocument/2006/relationships/image" Target="../media/image751.png"/><Relationship Id="rId77" Type="http://schemas.openxmlformats.org/officeDocument/2006/relationships/image" Target="../media/image772.png"/><Relationship Id="rId100" Type="http://schemas.openxmlformats.org/officeDocument/2006/relationships/customXml" Target="../ink/ink772.xml"/><Relationship Id="rId282" Type="http://schemas.openxmlformats.org/officeDocument/2006/relationships/customXml" Target="../ink/ink863.xml"/><Relationship Id="rId338" Type="http://schemas.openxmlformats.org/officeDocument/2006/relationships/customXml" Target="../ink/ink891.xml"/><Relationship Id="rId503" Type="http://schemas.openxmlformats.org/officeDocument/2006/relationships/image" Target="../media/image985.png"/><Relationship Id="rId545" Type="http://schemas.openxmlformats.org/officeDocument/2006/relationships/image" Target="../media/image1006.png"/><Relationship Id="rId587" Type="http://schemas.openxmlformats.org/officeDocument/2006/relationships/image" Target="../media/image1027.png"/><Relationship Id="rId8" Type="http://schemas.openxmlformats.org/officeDocument/2006/relationships/customXml" Target="../ink/ink726.xml"/><Relationship Id="rId142" Type="http://schemas.openxmlformats.org/officeDocument/2006/relationships/customXml" Target="../ink/ink793.xml"/><Relationship Id="rId184" Type="http://schemas.openxmlformats.org/officeDocument/2006/relationships/customXml" Target="../ink/ink814.xml"/><Relationship Id="rId391" Type="http://schemas.openxmlformats.org/officeDocument/2006/relationships/image" Target="../media/image929.png"/><Relationship Id="rId405" Type="http://schemas.openxmlformats.org/officeDocument/2006/relationships/image" Target="../media/image936.png"/><Relationship Id="rId447" Type="http://schemas.openxmlformats.org/officeDocument/2006/relationships/image" Target="../media/image957.png"/><Relationship Id="rId612" Type="http://schemas.openxmlformats.org/officeDocument/2006/relationships/customXml" Target="../ink/ink1028.xml"/><Relationship Id="rId251" Type="http://schemas.openxmlformats.org/officeDocument/2006/relationships/image" Target="../media/image859.png"/><Relationship Id="rId489" Type="http://schemas.openxmlformats.org/officeDocument/2006/relationships/image" Target="../media/image978.png"/><Relationship Id="rId654" Type="http://schemas.openxmlformats.org/officeDocument/2006/relationships/customXml" Target="../ink/ink1049.xml"/><Relationship Id="rId46" Type="http://schemas.openxmlformats.org/officeDocument/2006/relationships/customXml" Target="../ink/ink745.xml"/><Relationship Id="rId293" Type="http://schemas.openxmlformats.org/officeDocument/2006/relationships/image" Target="../media/image880.png"/><Relationship Id="rId307" Type="http://schemas.openxmlformats.org/officeDocument/2006/relationships/image" Target="../media/image887.png"/><Relationship Id="rId349" Type="http://schemas.openxmlformats.org/officeDocument/2006/relationships/image" Target="../media/image908.png"/><Relationship Id="rId514" Type="http://schemas.openxmlformats.org/officeDocument/2006/relationships/customXml" Target="../ink/ink979.xml"/><Relationship Id="rId556" Type="http://schemas.openxmlformats.org/officeDocument/2006/relationships/customXml" Target="../ink/ink1000.xml"/><Relationship Id="rId88" Type="http://schemas.openxmlformats.org/officeDocument/2006/relationships/customXml" Target="../ink/ink766.xml"/><Relationship Id="rId111" Type="http://schemas.openxmlformats.org/officeDocument/2006/relationships/image" Target="../media/image789.png"/><Relationship Id="rId153" Type="http://schemas.openxmlformats.org/officeDocument/2006/relationships/image" Target="../media/image810.png"/><Relationship Id="rId195" Type="http://schemas.openxmlformats.org/officeDocument/2006/relationships/image" Target="../media/image831.png"/><Relationship Id="rId209" Type="http://schemas.openxmlformats.org/officeDocument/2006/relationships/image" Target="../media/image838.png"/><Relationship Id="rId360" Type="http://schemas.openxmlformats.org/officeDocument/2006/relationships/customXml" Target="../ink/ink902.xml"/><Relationship Id="rId416" Type="http://schemas.openxmlformats.org/officeDocument/2006/relationships/customXml" Target="../ink/ink930.xml"/><Relationship Id="rId598" Type="http://schemas.openxmlformats.org/officeDocument/2006/relationships/customXml" Target="../ink/ink1021.xml"/><Relationship Id="rId220" Type="http://schemas.openxmlformats.org/officeDocument/2006/relationships/customXml" Target="../ink/ink832.xml"/><Relationship Id="rId458" Type="http://schemas.openxmlformats.org/officeDocument/2006/relationships/customXml" Target="../ink/ink951.xml"/><Relationship Id="rId623" Type="http://schemas.openxmlformats.org/officeDocument/2006/relationships/image" Target="../media/image1045.png"/><Relationship Id="rId665" Type="http://schemas.openxmlformats.org/officeDocument/2006/relationships/image" Target="../media/image1066.png"/><Relationship Id="rId15" Type="http://schemas.openxmlformats.org/officeDocument/2006/relationships/image" Target="../media/image742.png"/><Relationship Id="rId57" Type="http://schemas.openxmlformats.org/officeDocument/2006/relationships/image" Target="../media/image762.png"/><Relationship Id="rId262" Type="http://schemas.openxmlformats.org/officeDocument/2006/relationships/customXml" Target="../ink/ink853.xml"/><Relationship Id="rId318" Type="http://schemas.openxmlformats.org/officeDocument/2006/relationships/customXml" Target="../ink/ink881.xml"/><Relationship Id="rId525" Type="http://schemas.openxmlformats.org/officeDocument/2006/relationships/image" Target="../media/image996.png"/><Relationship Id="rId567" Type="http://schemas.openxmlformats.org/officeDocument/2006/relationships/image" Target="../media/image1017.png"/><Relationship Id="rId99" Type="http://schemas.openxmlformats.org/officeDocument/2006/relationships/image" Target="../media/image783.png"/><Relationship Id="rId122" Type="http://schemas.openxmlformats.org/officeDocument/2006/relationships/customXml" Target="../ink/ink783.xml"/><Relationship Id="rId164" Type="http://schemas.openxmlformats.org/officeDocument/2006/relationships/customXml" Target="../ink/ink804.xml"/><Relationship Id="rId371" Type="http://schemas.openxmlformats.org/officeDocument/2006/relationships/image" Target="../media/image919.png"/><Relationship Id="rId427" Type="http://schemas.openxmlformats.org/officeDocument/2006/relationships/image" Target="../media/image947.png"/><Relationship Id="rId469" Type="http://schemas.openxmlformats.org/officeDocument/2006/relationships/image" Target="../media/image968.png"/><Relationship Id="rId634" Type="http://schemas.openxmlformats.org/officeDocument/2006/relationships/customXml" Target="../ink/ink1039.xml"/><Relationship Id="rId676" Type="http://schemas.openxmlformats.org/officeDocument/2006/relationships/customXml" Target="../ink/ink1060.xml"/><Relationship Id="rId26" Type="http://schemas.openxmlformats.org/officeDocument/2006/relationships/customXml" Target="../ink/ink735.xml"/><Relationship Id="rId231" Type="http://schemas.openxmlformats.org/officeDocument/2006/relationships/image" Target="../media/image849.png"/><Relationship Id="rId273" Type="http://schemas.openxmlformats.org/officeDocument/2006/relationships/image" Target="../media/image870.png"/><Relationship Id="rId329" Type="http://schemas.openxmlformats.org/officeDocument/2006/relationships/image" Target="../media/image898.png"/><Relationship Id="rId480" Type="http://schemas.openxmlformats.org/officeDocument/2006/relationships/customXml" Target="../ink/ink962.xml"/><Relationship Id="rId536" Type="http://schemas.openxmlformats.org/officeDocument/2006/relationships/customXml" Target="../ink/ink990.xml"/><Relationship Id="rId68" Type="http://schemas.openxmlformats.org/officeDocument/2006/relationships/customXml" Target="../ink/ink756.xml"/><Relationship Id="rId133" Type="http://schemas.openxmlformats.org/officeDocument/2006/relationships/image" Target="../media/image800.png"/><Relationship Id="rId175" Type="http://schemas.openxmlformats.org/officeDocument/2006/relationships/image" Target="../media/image821.png"/><Relationship Id="rId340" Type="http://schemas.openxmlformats.org/officeDocument/2006/relationships/customXml" Target="../ink/ink892.xml"/><Relationship Id="rId578" Type="http://schemas.openxmlformats.org/officeDocument/2006/relationships/customXml" Target="../ink/ink1011.xml"/><Relationship Id="rId200" Type="http://schemas.openxmlformats.org/officeDocument/2006/relationships/customXml" Target="../ink/ink822.xml"/><Relationship Id="rId382" Type="http://schemas.openxmlformats.org/officeDocument/2006/relationships/customXml" Target="../ink/ink913.xml"/><Relationship Id="rId438" Type="http://schemas.openxmlformats.org/officeDocument/2006/relationships/customXml" Target="../ink/ink941.xml"/><Relationship Id="rId603" Type="http://schemas.openxmlformats.org/officeDocument/2006/relationships/image" Target="../media/image1035.png"/><Relationship Id="rId645" Type="http://schemas.openxmlformats.org/officeDocument/2006/relationships/image" Target="../media/image1056.png"/><Relationship Id="rId687" Type="http://schemas.openxmlformats.org/officeDocument/2006/relationships/image" Target="../media/image1077.png"/><Relationship Id="rId242" Type="http://schemas.openxmlformats.org/officeDocument/2006/relationships/customXml" Target="../ink/ink843.xml"/><Relationship Id="rId284" Type="http://schemas.openxmlformats.org/officeDocument/2006/relationships/customXml" Target="../ink/ink864.xml"/><Relationship Id="rId491" Type="http://schemas.openxmlformats.org/officeDocument/2006/relationships/image" Target="../media/image979.png"/><Relationship Id="rId505" Type="http://schemas.openxmlformats.org/officeDocument/2006/relationships/image" Target="../media/image986.png"/><Relationship Id="rId37" Type="http://schemas.openxmlformats.org/officeDocument/2006/relationships/image" Target="../media/image752.png"/><Relationship Id="rId79" Type="http://schemas.openxmlformats.org/officeDocument/2006/relationships/image" Target="../media/image773.png"/><Relationship Id="rId102" Type="http://schemas.openxmlformats.org/officeDocument/2006/relationships/customXml" Target="../ink/ink773.xml"/><Relationship Id="rId144" Type="http://schemas.openxmlformats.org/officeDocument/2006/relationships/customXml" Target="../ink/ink794.xml"/><Relationship Id="rId547" Type="http://schemas.openxmlformats.org/officeDocument/2006/relationships/image" Target="../media/image1007.png"/><Relationship Id="rId589" Type="http://schemas.openxmlformats.org/officeDocument/2006/relationships/image" Target="../media/image1028.png"/><Relationship Id="rId90" Type="http://schemas.openxmlformats.org/officeDocument/2006/relationships/customXml" Target="../ink/ink767.xml"/><Relationship Id="rId186" Type="http://schemas.openxmlformats.org/officeDocument/2006/relationships/customXml" Target="../ink/ink815.xml"/><Relationship Id="rId351" Type="http://schemas.openxmlformats.org/officeDocument/2006/relationships/image" Target="../media/image909.png"/><Relationship Id="rId393" Type="http://schemas.openxmlformats.org/officeDocument/2006/relationships/image" Target="../media/image930.png"/><Relationship Id="rId407" Type="http://schemas.openxmlformats.org/officeDocument/2006/relationships/image" Target="../media/image937.png"/><Relationship Id="rId449" Type="http://schemas.openxmlformats.org/officeDocument/2006/relationships/image" Target="../media/image958.png"/><Relationship Id="rId614" Type="http://schemas.openxmlformats.org/officeDocument/2006/relationships/customXml" Target="../ink/ink1029.xml"/><Relationship Id="rId656" Type="http://schemas.openxmlformats.org/officeDocument/2006/relationships/customXml" Target="../ink/ink1050.xml"/><Relationship Id="rId211" Type="http://schemas.openxmlformats.org/officeDocument/2006/relationships/image" Target="../media/image839.png"/><Relationship Id="rId253" Type="http://schemas.openxmlformats.org/officeDocument/2006/relationships/image" Target="../media/image860.png"/><Relationship Id="rId295" Type="http://schemas.openxmlformats.org/officeDocument/2006/relationships/image" Target="../media/image881.png"/><Relationship Id="rId309" Type="http://schemas.openxmlformats.org/officeDocument/2006/relationships/image" Target="../media/image888.png"/><Relationship Id="rId460" Type="http://schemas.openxmlformats.org/officeDocument/2006/relationships/customXml" Target="../ink/ink952.xml"/><Relationship Id="rId516" Type="http://schemas.openxmlformats.org/officeDocument/2006/relationships/customXml" Target="../ink/ink980.xml"/><Relationship Id="rId48" Type="http://schemas.openxmlformats.org/officeDocument/2006/relationships/customXml" Target="../ink/ink746.xml"/><Relationship Id="rId113" Type="http://schemas.openxmlformats.org/officeDocument/2006/relationships/image" Target="../media/image790.png"/><Relationship Id="rId320" Type="http://schemas.openxmlformats.org/officeDocument/2006/relationships/customXml" Target="../ink/ink882.xml"/><Relationship Id="rId558" Type="http://schemas.openxmlformats.org/officeDocument/2006/relationships/customXml" Target="../ink/ink1001.xml"/><Relationship Id="rId155" Type="http://schemas.openxmlformats.org/officeDocument/2006/relationships/image" Target="../media/image811.png"/><Relationship Id="rId197" Type="http://schemas.openxmlformats.org/officeDocument/2006/relationships/image" Target="../media/image832.png"/><Relationship Id="rId362" Type="http://schemas.openxmlformats.org/officeDocument/2006/relationships/customXml" Target="../ink/ink903.xml"/><Relationship Id="rId418" Type="http://schemas.openxmlformats.org/officeDocument/2006/relationships/customXml" Target="../ink/ink931.xml"/><Relationship Id="rId625" Type="http://schemas.openxmlformats.org/officeDocument/2006/relationships/image" Target="../media/image1046.png"/><Relationship Id="rId222" Type="http://schemas.openxmlformats.org/officeDocument/2006/relationships/customXml" Target="../ink/ink833.xml"/><Relationship Id="rId264" Type="http://schemas.openxmlformats.org/officeDocument/2006/relationships/customXml" Target="../ink/ink854.xml"/><Relationship Id="rId471" Type="http://schemas.openxmlformats.org/officeDocument/2006/relationships/image" Target="../media/image969.png"/><Relationship Id="rId667" Type="http://schemas.openxmlformats.org/officeDocument/2006/relationships/image" Target="../media/image1067.png"/><Relationship Id="rId17" Type="http://schemas.openxmlformats.org/officeDocument/2006/relationships/image" Target="../media/image743.png"/><Relationship Id="rId59" Type="http://schemas.openxmlformats.org/officeDocument/2006/relationships/image" Target="../media/image763.png"/><Relationship Id="rId124" Type="http://schemas.openxmlformats.org/officeDocument/2006/relationships/customXml" Target="../ink/ink784.xml"/><Relationship Id="rId527" Type="http://schemas.openxmlformats.org/officeDocument/2006/relationships/image" Target="../media/image997.png"/><Relationship Id="rId569" Type="http://schemas.openxmlformats.org/officeDocument/2006/relationships/image" Target="../media/image1018.png"/><Relationship Id="rId70" Type="http://schemas.openxmlformats.org/officeDocument/2006/relationships/customXml" Target="../ink/ink757.xml"/><Relationship Id="rId166" Type="http://schemas.openxmlformats.org/officeDocument/2006/relationships/customXml" Target="../ink/ink805.xml"/><Relationship Id="rId331" Type="http://schemas.openxmlformats.org/officeDocument/2006/relationships/image" Target="../media/image899.png"/><Relationship Id="rId373" Type="http://schemas.openxmlformats.org/officeDocument/2006/relationships/image" Target="../media/image920.png"/><Relationship Id="rId429" Type="http://schemas.openxmlformats.org/officeDocument/2006/relationships/image" Target="../media/image948.png"/><Relationship Id="rId580" Type="http://schemas.openxmlformats.org/officeDocument/2006/relationships/customXml" Target="../ink/ink1012.xml"/><Relationship Id="rId636" Type="http://schemas.openxmlformats.org/officeDocument/2006/relationships/customXml" Target="../ink/ink1040.xml"/><Relationship Id="rId1" Type="http://schemas.openxmlformats.org/officeDocument/2006/relationships/slideLayout" Target="../slideLayouts/slideLayout2.xml"/><Relationship Id="rId233" Type="http://schemas.openxmlformats.org/officeDocument/2006/relationships/image" Target="../media/image850.png"/><Relationship Id="rId440" Type="http://schemas.openxmlformats.org/officeDocument/2006/relationships/customXml" Target="../ink/ink942.xml"/><Relationship Id="rId678" Type="http://schemas.openxmlformats.org/officeDocument/2006/relationships/customXml" Target="../ink/ink1061.xml"/><Relationship Id="rId28" Type="http://schemas.openxmlformats.org/officeDocument/2006/relationships/customXml" Target="../ink/ink736.xml"/><Relationship Id="rId275" Type="http://schemas.openxmlformats.org/officeDocument/2006/relationships/image" Target="../media/image871.png"/><Relationship Id="rId300" Type="http://schemas.openxmlformats.org/officeDocument/2006/relationships/customXml" Target="../ink/ink872.xml"/><Relationship Id="rId482" Type="http://schemas.openxmlformats.org/officeDocument/2006/relationships/customXml" Target="../ink/ink963.xml"/><Relationship Id="rId538" Type="http://schemas.openxmlformats.org/officeDocument/2006/relationships/customXml" Target="../ink/ink991.xml"/><Relationship Id="rId81" Type="http://schemas.openxmlformats.org/officeDocument/2006/relationships/image" Target="../media/image774.png"/><Relationship Id="rId135" Type="http://schemas.openxmlformats.org/officeDocument/2006/relationships/image" Target="../media/image801.png"/><Relationship Id="rId177" Type="http://schemas.openxmlformats.org/officeDocument/2006/relationships/image" Target="../media/image822.png"/><Relationship Id="rId342" Type="http://schemas.openxmlformats.org/officeDocument/2006/relationships/customXml" Target="../ink/ink893.xml"/><Relationship Id="rId384" Type="http://schemas.openxmlformats.org/officeDocument/2006/relationships/customXml" Target="../ink/ink914.xml"/><Relationship Id="rId591" Type="http://schemas.openxmlformats.org/officeDocument/2006/relationships/image" Target="../media/image1029.png"/><Relationship Id="rId605" Type="http://schemas.openxmlformats.org/officeDocument/2006/relationships/image" Target="../media/image1036.png"/><Relationship Id="rId202" Type="http://schemas.openxmlformats.org/officeDocument/2006/relationships/customXml" Target="../ink/ink823.xml"/><Relationship Id="rId244" Type="http://schemas.openxmlformats.org/officeDocument/2006/relationships/customXml" Target="../ink/ink844.xml"/><Relationship Id="rId647" Type="http://schemas.openxmlformats.org/officeDocument/2006/relationships/image" Target="../media/image1057.png"/><Relationship Id="rId689" Type="http://schemas.openxmlformats.org/officeDocument/2006/relationships/image" Target="../media/image1078.png"/><Relationship Id="rId39" Type="http://schemas.openxmlformats.org/officeDocument/2006/relationships/image" Target="../media/image753.png"/><Relationship Id="rId286" Type="http://schemas.openxmlformats.org/officeDocument/2006/relationships/customXml" Target="../ink/ink865.xml"/><Relationship Id="rId451" Type="http://schemas.openxmlformats.org/officeDocument/2006/relationships/image" Target="../media/image959.png"/><Relationship Id="rId493" Type="http://schemas.openxmlformats.org/officeDocument/2006/relationships/image" Target="../media/image980.png"/><Relationship Id="rId507" Type="http://schemas.openxmlformats.org/officeDocument/2006/relationships/image" Target="../media/image987.png"/><Relationship Id="rId549" Type="http://schemas.openxmlformats.org/officeDocument/2006/relationships/image" Target="../media/image1008.png"/><Relationship Id="rId50" Type="http://schemas.openxmlformats.org/officeDocument/2006/relationships/customXml" Target="../ink/ink747.xml"/><Relationship Id="rId104" Type="http://schemas.openxmlformats.org/officeDocument/2006/relationships/customXml" Target="../ink/ink774.xml"/><Relationship Id="rId146" Type="http://schemas.openxmlformats.org/officeDocument/2006/relationships/customXml" Target="../ink/ink795.xml"/><Relationship Id="rId188" Type="http://schemas.openxmlformats.org/officeDocument/2006/relationships/customXml" Target="../ink/ink816.xml"/><Relationship Id="rId311" Type="http://schemas.openxmlformats.org/officeDocument/2006/relationships/image" Target="../media/image889.png"/><Relationship Id="rId353" Type="http://schemas.openxmlformats.org/officeDocument/2006/relationships/image" Target="../media/image910.png"/><Relationship Id="rId395" Type="http://schemas.openxmlformats.org/officeDocument/2006/relationships/image" Target="../media/image931.png"/><Relationship Id="rId409" Type="http://schemas.openxmlformats.org/officeDocument/2006/relationships/image" Target="../media/image938.png"/><Relationship Id="rId560" Type="http://schemas.openxmlformats.org/officeDocument/2006/relationships/customXml" Target="../ink/ink1002.xml"/><Relationship Id="rId92" Type="http://schemas.openxmlformats.org/officeDocument/2006/relationships/customXml" Target="../ink/ink768.xml"/><Relationship Id="rId213" Type="http://schemas.openxmlformats.org/officeDocument/2006/relationships/image" Target="../media/image840.png"/><Relationship Id="rId420" Type="http://schemas.openxmlformats.org/officeDocument/2006/relationships/customXml" Target="../ink/ink932.xml"/><Relationship Id="rId616" Type="http://schemas.openxmlformats.org/officeDocument/2006/relationships/customXml" Target="../ink/ink1030.xml"/><Relationship Id="rId658" Type="http://schemas.openxmlformats.org/officeDocument/2006/relationships/customXml" Target="../ink/ink1051.xml"/><Relationship Id="rId255" Type="http://schemas.openxmlformats.org/officeDocument/2006/relationships/image" Target="../media/image861.png"/><Relationship Id="rId297" Type="http://schemas.openxmlformats.org/officeDocument/2006/relationships/image" Target="../media/image882.png"/><Relationship Id="rId462" Type="http://schemas.openxmlformats.org/officeDocument/2006/relationships/customXml" Target="../ink/ink953.xml"/><Relationship Id="rId518" Type="http://schemas.openxmlformats.org/officeDocument/2006/relationships/customXml" Target="../ink/ink981.xml"/><Relationship Id="rId115" Type="http://schemas.openxmlformats.org/officeDocument/2006/relationships/image" Target="../media/image791.png"/><Relationship Id="rId157" Type="http://schemas.openxmlformats.org/officeDocument/2006/relationships/image" Target="../media/image812.png"/><Relationship Id="rId322" Type="http://schemas.openxmlformats.org/officeDocument/2006/relationships/customXml" Target="../ink/ink883.xml"/><Relationship Id="rId364" Type="http://schemas.openxmlformats.org/officeDocument/2006/relationships/customXml" Target="../ink/ink904.xml"/><Relationship Id="rId61" Type="http://schemas.openxmlformats.org/officeDocument/2006/relationships/image" Target="../media/image764.png"/><Relationship Id="rId199" Type="http://schemas.openxmlformats.org/officeDocument/2006/relationships/image" Target="../media/image833.png"/><Relationship Id="rId571" Type="http://schemas.openxmlformats.org/officeDocument/2006/relationships/image" Target="../media/image1019.png"/><Relationship Id="rId627" Type="http://schemas.openxmlformats.org/officeDocument/2006/relationships/image" Target="../media/image1047.png"/><Relationship Id="rId669" Type="http://schemas.openxmlformats.org/officeDocument/2006/relationships/image" Target="../media/image1068.png"/><Relationship Id="rId19" Type="http://schemas.openxmlformats.org/officeDocument/2006/relationships/image" Target="../media/image744.png"/><Relationship Id="rId224" Type="http://schemas.openxmlformats.org/officeDocument/2006/relationships/customXml" Target="../ink/ink834.xml"/><Relationship Id="rId266" Type="http://schemas.openxmlformats.org/officeDocument/2006/relationships/customXml" Target="../ink/ink855.xml"/><Relationship Id="rId431" Type="http://schemas.openxmlformats.org/officeDocument/2006/relationships/image" Target="../media/image949.png"/><Relationship Id="rId473" Type="http://schemas.openxmlformats.org/officeDocument/2006/relationships/image" Target="../media/image970.png"/><Relationship Id="rId529" Type="http://schemas.openxmlformats.org/officeDocument/2006/relationships/image" Target="../media/image998.png"/><Relationship Id="rId680" Type="http://schemas.openxmlformats.org/officeDocument/2006/relationships/customXml" Target="../ink/ink1062.xml"/><Relationship Id="rId30" Type="http://schemas.openxmlformats.org/officeDocument/2006/relationships/customXml" Target="../ink/ink737.xml"/><Relationship Id="rId126" Type="http://schemas.openxmlformats.org/officeDocument/2006/relationships/customXml" Target="../ink/ink785.xml"/><Relationship Id="rId168" Type="http://schemas.openxmlformats.org/officeDocument/2006/relationships/customXml" Target="../ink/ink806.xml"/><Relationship Id="rId333" Type="http://schemas.openxmlformats.org/officeDocument/2006/relationships/image" Target="../media/image900.png"/><Relationship Id="rId540" Type="http://schemas.openxmlformats.org/officeDocument/2006/relationships/customXml" Target="../ink/ink992.xml"/><Relationship Id="rId72" Type="http://schemas.openxmlformats.org/officeDocument/2006/relationships/customXml" Target="../ink/ink758.xml"/><Relationship Id="rId375" Type="http://schemas.openxmlformats.org/officeDocument/2006/relationships/image" Target="../media/image921.png"/><Relationship Id="rId582" Type="http://schemas.openxmlformats.org/officeDocument/2006/relationships/customXml" Target="../ink/ink1013.xml"/><Relationship Id="rId638" Type="http://schemas.openxmlformats.org/officeDocument/2006/relationships/customXml" Target="../ink/ink1041.xml"/><Relationship Id="rId3" Type="http://schemas.openxmlformats.org/officeDocument/2006/relationships/image" Target="../media/image736.png"/><Relationship Id="rId235" Type="http://schemas.openxmlformats.org/officeDocument/2006/relationships/image" Target="../media/image851.png"/><Relationship Id="rId277" Type="http://schemas.openxmlformats.org/officeDocument/2006/relationships/image" Target="../media/image872.png"/><Relationship Id="rId400" Type="http://schemas.openxmlformats.org/officeDocument/2006/relationships/customXml" Target="../ink/ink922.xml"/><Relationship Id="rId442" Type="http://schemas.openxmlformats.org/officeDocument/2006/relationships/customXml" Target="../ink/ink943.xml"/><Relationship Id="rId484" Type="http://schemas.openxmlformats.org/officeDocument/2006/relationships/customXml" Target="../ink/ink964.xml"/><Relationship Id="rId137" Type="http://schemas.openxmlformats.org/officeDocument/2006/relationships/image" Target="../media/image802.png"/><Relationship Id="rId302" Type="http://schemas.openxmlformats.org/officeDocument/2006/relationships/customXml" Target="../ink/ink873.xml"/><Relationship Id="rId344" Type="http://schemas.openxmlformats.org/officeDocument/2006/relationships/customXml" Target="../ink/ink894.xml"/><Relationship Id="rId41" Type="http://schemas.openxmlformats.org/officeDocument/2006/relationships/image" Target="../media/image754.png"/><Relationship Id="rId83" Type="http://schemas.openxmlformats.org/officeDocument/2006/relationships/image" Target="../media/image775.png"/><Relationship Id="rId179" Type="http://schemas.openxmlformats.org/officeDocument/2006/relationships/image" Target="../media/image823.png"/><Relationship Id="rId386" Type="http://schemas.openxmlformats.org/officeDocument/2006/relationships/customXml" Target="../ink/ink915.xml"/><Relationship Id="rId551" Type="http://schemas.openxmlformats.org/officeDocument/2006/relationships/image" Target="../media/image1009.png"/><Relationship Id="rId593" Type="http://schemas.openxmlformats.org/officeDocument/2006/relationships/image" Target="../media/image1030.png"/><Relationship Id="rId607" Type="http://schemas.openxmlformats.org/officeDocument/2006/relationships/image" Target="../media/image1037.png"/><Relationship Id="rId649" Type="http://schemas.openxmlformats.org/officeDocument/2006/relationships/image" Target="../media/image1058.png"/><Relationship Id="rId190" Type="http://schemas.openxmlformats.org/officeDocument/2006/relationships/customXml" Target="../ink/ink817.xml"/><Relationship Id="rId204" Type="http://schemas.openxmlformats.org/officeDocument/2006/relationships/customXml" Target="../ink/ink824.xml"/><Relationship Id="rId246" Type="http://schemas.openxmlformats.org/officeDocument/2006/relationships/customXml" Target="../ink/ink845.xml"/><Relationship Id="rId288" Type="http://schemas.openxmlformats.org/officeDocument/2006/relationships/customXml" Target="../ink/ink866.xml"/><Relationship Id="rId411" Type="http://schemas.openxmlformats.org/officeDocument/2006/relationships/image" Target="../media/image939.png"/><Relationship Id="rId453" Type="http://schemas.openxmlformats.org/officeDocument/2006/relationships/image" Target="../media/image960.png"/><Relationship Id="rId509" Type="http://schemas.openxmlformats.org/officeDocument/2006/relationships/image" Target="../media/image988.png"/><Relationship Id="rId660" Type="http://schemas.openxmlformats.org/officeDocument/2006/relationships/customXml" Target="../ink/ink1052.xml"/><Relationship Id="rId106" Type="http://schemas.openxmlformats.org/officeDocument/2006/relationships/customXml" Target="../ink/ink775.xml"/><Relationship Id="rId313" Type="http://schemas.openxmlformats.org/officeDocument/2006/relationships/image" Target="../media/image890.png"/><Relationship Id="rId495" Type="http://schemas.openxmlformats.org/officeDocument/2006/relationships/image" Target="../media/image981.png"/><Relationship Id="rId10" Type="http://schemas.openxmlformats.org/officeDocument/2006/relationships/customXml" Target="../ink/ink727.xml"/><Relationship Id="rId52" Type="http://schemas.openxmlformats.org/officeDocument/2006/relationships/customXml" Target="../ink/ink748.xml"/><Relationship Id="rId94" Type="http://schemas.openxmlformats.org/officeDocument/2006/relationships/customXml" Target="../ink/ink769.xml"/><Relationship Id="rId148" Type="http://schemas.openxmlformats.org/officeDocument/2006/relationships/customXml" Target="../ink/ink796.xml"/><Relationship Id="rId355" Type="http://schemas.openxmlformats.org/officeDocument/2006/relationships/image" Target="../media/image911.png"/><Relationship Id="rId397" Type="http://schemas.openxmlformats.org/officeDocument/2006/relationships/image" Target="../media/image932.png"/><Relationship Id="rId520" Type="http://schemas.openxmlformats.org/officeDocument/2006/relationships/customXml" Target="../ink/ink982.xml"/><Relationship Id="rId562" Type="http://schemas.openxmlformats.org/officeDocument/2006/relationships/customXml" Target="../ink/ink1003.xml"/><Relationship Id="rId618" Type="http://schemas.openxmlformats.org/officeDocument/2006/relationships/customXml" Target="../ink/ink1031.xml"/><Relationship Id="rId215" Type="http://schemas.openxmlformats.org/officeDocument/2006/relationships/image" Target="../media/image841.png"/><Relationship Id="rId257" Type="http://schemas.openxmlformats.org/officeDocument/2006/relationships/image" Target="../media/image862.png"/><Relationship Id="rId422" Type="http://schemas.openxmlformats.org/officeDocument/2006/relationships/customXml" Target="../ink/ink933.xml"/><Relationship Id="rId464" Type="http://schemas.openxmlformats.org/officeDocument/2006/relationships/customXml" Target="../ink/ink954.xml"/><Relationship Id="rId299" Type="http://schemas.openxmlformats.org/officeDocument/2006/relationships/image" Target="../media/image883.png"/><Relationship Id="rId63" Type="http://schemas.openxmlformats.org/officeDocument/2006/relationships/image" Target="../media/image765.png"/><Relationship Id="rId159" Type="http://schemas.openxmlformats.org/officeDocument/2006/relationships/image" Target="../media/image813.png"/><Relationship Id="rId366" Type="http://schemas.openxmlformats.org/officeDocument/2006/relationships/customXml" Target="../ink/ink905.xml"/><Relationship Id="rId573" Type="http://schemas.openxmlformats.org/officeDocument/2006/relationships/image" Target="../media/image1020.png"/><Relationship Id="rId226" Type="http://schemas.openxmlformats.org/officeDocument/2006/relationships/customXml" Target="../ink/ink835.xml"/><Relationship Id="rId433" Type="http://schemas.openxmlformats.org/officeDocument/2006/relationships/image" Target="../media/image950.png"/><Relationship Id="rId640" Type="http://schemas.openxmlformats.org/officeDocument/2006/relationships/customXml" Target="../ink/ink1042.xml"/><Relationship Id="rId74" Type="http://schemas.openxmlformats.org/officeDocument/2006/relationships/customXml" Target="../ink/ink759.xml"/><Relationship Id="rId377" Type="http://schemas.openxmlformats.org/officeDocument/2006/relationships/image" Target="../media/image922.png"/><Relationship Id="rId500" Type="http://schemas.openxmlformats.org/officeDocument/2006/relationships/customXml" Target="../ink/ink972.xml"/><Relationship Id="rId584" Type="http://schemas.openxmlformats.org/officeDocument/2006/relationships/customXml" Target="../ink/ink1014.xml"/><Relationship Id="rId5" Type="http://schemas.openxmlformats.org/officeDocument/2006/relationships/image" Target="../media/image737.png"/><Relationship Id="rId237" Type="http://schemas.openxmlformats.org/officeDocument/2006/relationships/image" Target="../media/image852.png"/><Relationship Id="rId444" Type="http://schemas.openxmlformats.org/officeDocument/2006/relationships/customXml" Target="../ink/ink944.xml"/><Relationship Id="rId651" Type="http://schemas.openxmlformats.org/officeDocument/2006/relationships/image" Target="../media/image1059.png"/><Relationship Id="rId290" Type="http://schemas.openxmlformats.org/officeDocument/2006/relationships/customXml" Target="../ink/ink867.xml"/><Relationship Id="rId304" Type="http://schemas.openxmlformats.org/officeDocument/2006/relationships/customXml" Target="../ink/ink874.xml"/><Relationship Id="rId388" Type="http://schemas.openxmlformats.org/officeDocument/2006/relationships/customXml" Target="../ink/ink916.xml"/><Relationship Id="rId511" Type="http://schemas.openxmlformats.org/officeDocument/2006/relationships/image" Target="../media/image989.png"/><Relationship Id="rId609" Type="http://schemas.openxmlformats.org/officeDocument/2006/relationships/image" Target="../media/image1038.png"/><Relationship Id="rId85" Type="http://schemas.openxmlformats.org/officeDocument/2006/relationships/image" Target="../media/image776.png"/><Relationship Id="rId150" Type="http://schemas.openxmlformats.org/officeDocument/2006/relationships/customXml" Target="../ink/ink797.xml"/><Relationship Id="rId595" Type="http://schemas.openxmlformats.org/officeDocument/2006/relationships/image" Target="../media/image1031.png"/><Relationship Id="rId248" Type="http://schemas.openxmlformats.org/officeDocument/2006/relationships/customXml" Target="../ink/ink846.xml"/><Relationship Id="rId455" Type="http://schemas.openxmlformats.org/officeDocument/2006/relationships/image" Target="../media/image961.png"/><Relationship Id="rId662" Type="http://schemas.openxmlformats.org/officeDocument/2006/relationships/customXml" Target="../ink/ink1053.xml"/><Relationship Id="rId12" Type="http://schemas.openxmlformats.org/officeDocument/2006/relationships/customXml" Target="../ink/ink728.xml"/><Relationship Id="rId108" Type="http://schemas.openxmlformats.org/officeDocument/2006/relationships/customXml" Target="../ink/ink776.xml"/><Relationship Id="rId315" Type="http://schemas.openxmlformats.org/officeDocument/2006/relationships/image" Target="../media/image891.png"/><Relationship Id="rId522" Type="http://schemas.openxmlformats.org/officeDocument/2006/relationships/customXml" Target="../ink/ink983.xml"/><Relationship Id="rId96" Type="http://schemas.openxmlformats.org/officeDocument/2006/relationships/customXml" Target="../ink/ink770.xml"/><Relationship Id="rId161" Type="http://schemas.openxmlformats.org/officeDocument/2006/relationships/image" Target="../media/image814.png"/><Relationship Id="rId399" Type="http://schemas.openxmlformats.org/officeDocument/2006/relationships/image" Target="../media/image933.png"/><Relationship Id="rId259" Type="http://schemas.openxmlformats.org/officeDocument/2006/relationships/image" Target="../media/image863.png"/><Relationship Id="rId466" Type="http://schemas.openxmlformats.org/officeDocument/2006/relationships/customXml" Target="../ink/ink955.xml"/><Relationship Id="rId673" Type="http://schemas.openxmlformats.org/officeDocument/2006/relationships/image" Target="../media/image1070.png"/><Relationship Id="rId23" Type="http://schemas.openxmlformats.org/officeDocument/2006/relationships/image" Target="../media/image746.png"/><Relationship Id="rId119" Type="http://schemas.openxmlformats.org/officeDocument/2006/relationships/image" Target="../media/image793.png"/><Relationship Id="rId326" Type="http://schemas.openxmlformats.org/officeDocument/2006/relationships/customXml" Target="../ink/ink885.xml"/><Relationship Id="rId533" Type="http://schemas.openxmlformats.org/officeDocument/2006/relationships/image" Target="../media/image1000.png"/><Relationship Id="rId172" Type="http://schemas.openxmlformats.org/officeDocument/2006/relationships/customXml" Target="../ink/ink808.xml"/><Relationship Id="rId477" Type="http://schemas.openxmlformats.org/officeDocument/2006/relationships/image" Target="../media/image972.png"/><Relationship Id="rId600" Type="http://schemas.openxmlformats.org/officeDocument/2006/relationships/customXml" Target="../ink/ink1022.xml"/><Relationship Id="rId684" Type="http://schemas.openxmlformats.org/officeDocument/2006/relationships/customXml" Target="../ink/ink1064.xml"/><Relationship Id="rId337" Type="http://schemas.openxmlformats.org/officeDocument/2006/relationships/image" Target="../media/image902.png"/><Relationship Id="rId34" Type="http://schemas.openxmlformats.org/officeDocument/2006/relationships/customXml" Target="../ink/ink739.xml"/><Relationship Id="rId544" Type="http://schemas.openxmlformats.org/officeDocument/2006/relationships/customXml" Target="../ink/ink994.xml"/><Relationship Id="rId183" Type="http://schemas.openxmlformats.org/officeDocument/2006/relationships/image" Target="../media/image825.png"/><Relationship Id="rId390" Type="http://schemas.openxmlformats.org/officeDocument/2006/relationships/customXml" Target="../ink/ink917.xml"/><Relationship Id="rId404" Type="http://schemas.openxmlformats.org/officeDocument/2006/relationships/customXml" Target="../ink/ink924.xml"/><Relationship Id="rId611" Type="http://schemas.openxmlformats.org/officeDocument/2006/relationships/image" Target="../media/image1039.png"/><Relationship Id="rId250" Type="http://schemas.openxmlformats.org/officeDocument/2006/relationships/customXml" Target="../ink/ink847.xml"/><Relationship Id="rId488" Type="http://schemas.openxmlformats.org/officeDocument/2006/relationships/customXml" Target="../ink/ink966.xml"/><Relationship Id="rId45" Type="http://schemas.openxmlformats.org/officeDocument/2006/relationships/image" Target="../media/image756.png"/><Relationship Id="rId110" Type="http://schemas.openxmlformats.org/officeDocument/2006/relationships/customXml" Target="../ink/ink777.xml"/><Relationship Id="rId348" Type="http://schemas.openxmlformats.org/officeDocument/2006/relationships/customXml" Target="../ink/ink896.xml"/><Relationship Id="rId555" Type="http://schemas.openxmlformats.org/officeDocument/2006/relationships/image" Target="../media/image1011.png"/><Relationship Id="rId194" Type="http://schemas.openxmlformats.org/officeDocument/2006/relationships/customXml" Target="../ink/ink819.xml"/><Relationship Id="rId208" Type="http://schemas.openxmlformats.org/officeDocument/2006/relationships/customXml" Target="../ink/ink826.xml"/><Relationship Id="rId415" Type="http://schemas.openxmlformats.org/officeDocument/2006/relationships/image" Target="../media/image941.png"/><Relationship Id="rId622" Type="http://schemas.openxmlformats.org/officeDocument/2006/relationships/customXml" Target="../ink/ink1033.xml"/><Relationship Id="rId261" Type="http://schemas.openxmlformats.org/officeDocument/2006/relationships/image" Target="../media/image864.png"/><Relationship Id="rId499" Type="http://schemas.openxmlformats.org/officeDocument/2006/relationships/image" Target="../media/image983.png"/><Relationship Id="rId56" Type="http://schemas.openxmlformats.org/officeDocument/2006/relationships/customXml" Target="../ink/ink750.xml"/><Relationship Id="rId359" Type="http://schemas.openxmlformats.org/officeDocument/2006/relationships/image" Target="../media/image913.png"/><Relationship Id="rId566" Type="http://schemas.openxmlformats.org/officeDocument/2006/relationships/customXml" Target="../ink/ink1005.xml"/><Relationship Id="rId121" Type="http://schemas.openxmlformats.org/officeDocument/2006/relationships/image" Target="../media/image794.png"/><Relationship Id="rId219" Type="http://schemas.openxmlformats.org/officeDocument/2006/relationships/image" Target="../media/image843.png"/><Relationship Id="rId426" Type="http://schemas.openxmlformats.org/officeDocument/2006/relationships/customXml" Target="../ink/ink935.xml"/><Relationship Id="rId633" Type="http://schemas.openxmlformats.org/officeDocument/2006/relationships/image" Target="../media/image1050.png"/><Relationship Id="rId67" Type="http://schemas.openxmlformats.org/officeDocument/2006/relationships/image" Target="../media/image767.png"/><Relationship Id="rId272" Type="http://schemas.openxmlformats.org/officeDocument/2006/relationships/customXml" Target="../ink/ink858.xml"/><Relationship Id="rId577" Type="http://schemas.openxmlformats.org/officeDocument/2006/relationships/image" Target="../media/image1022.png"/><Relationship Id="rId132" Type="http://schemas.openxmlformats.org/officeDocument/2006/relationships/customXml" Target="../ink/ink788.xml"/><Relationship Id="rId437" Type="http://schemas.openxmlformats.org/officeDocument/2006/relationships/image" Target="../media/image952.png"/><Relationship Id="rId644" Type="http://schemas.openxmlformats.org/officeDocument/2006/relationships/customXml" Target="../ink/ink1044.xml"/><Relationship Id="rId283" Type="http://schemas.openxmlformats.org/officeDocument/2006/relationships/image" Target="../media/image875.png"/><Relationship Id="rId490" Type="http://schemas.openxmlformats.org/officeDocument/2006/relationships/customXml" Target="../ink/ink967.xml"/><Relationship Id="rId504" Type="http://schemas.openxmlformats.org/officeDocument/2006/relationships/customXml" Target="../ink/ink974.xml"/><Relationship Id="rId78" Type="http://schemas.openxmlformats.org/officeDocument/2006/relationships/customXml" Target="../ink/ink761.xml"/><Relationship Id="rId143" Type="http://schemas.openxmlformats.org/officeDocument/2006/relationships/image" Target="../media/image805.png"/><Relationship Id="rId350" Type="http://schemas.openxmlformats.org/officeDocument/2006/relationships/customXml" Target="../ink/ink897.xml"/><Relationship Id="rId588" Type="http://schemas.openxmlformats.org/officeDocument/2006/relationships/customXml" Target="../ink/ink1016.xml"/><Relationship Id="rId9" Type="http://schemas.openxmlformats.org/officeDocument/2006/relationships/image" Target="../media/image739.png"/><Relationship Id="rId210" Type="http://schemas.openxmlformats.org/officeDocument/2006/relationships/customXml" Target="../ink/ink827.xml"/><Relationship Id="rId448" Type="http://schemas.openxmlformats.org/officeDocument/2006/relationships/customXml" Target="../ink/ink946.xml"/><Relationship Id="rId655" Type="http://schemas.openxmlformats.org/officeDocument/2006/relationships/image" Target="../media/image1061.png"/><Relationship Id="rId294" Type="http://schemas.openxmlformats.org/officeDocument/2006/relationships/customXml" Target="../ink/ink869.xml"/><Relationship Id="rId308" Type="http://schemas.openxmlformats.org/officeDocument/2006/relationships/customXml" Target="../ink/ink876.xml"/><Relationship Id="rId515" Type="http://schemas.openxmlformats.org/officeDocument/2006/relationships/image" Target="../media/image991.png"/><Relationship Id="rId89" Type="http://schemas.openxmlformats.org/officeDocument/2006/relationships/image" Target="../media/image778.png"/><Relationship Id="rId154" Type="http://schemas.openxmlformats.org/officeDocument/2006/relationships/customXml" Target="../ink/ink799.xml"/><Relationship Id="rId361" Type="http://schemas.openxmlformats.org/officeDocument/2006/relationships/image" Target="../media/image914.png"/><Relationship Id="rId599" Type="http://schemas.openxmlformats.org/officeDocument/2006/relationships/image" Target="../media/image1033.png"/><Relationship Id="rId459" Type="http://schemas.openxmlformats.org/officeDocument/2006/relationships/image" Target="../media/image963.png"/><Relationship Id="rId666" Type="http://schemas.openxmlformats.org/officeDocument/2006/relationships/customXml" Target="../ink/ink1055.xml"/><Relationship Id="rId16" Type="http://schemas.openxmlformats.org/officeDocument/2006/relationships/customXml" Target="../ink/ink730.xml"/><Relationship Id="rId221" Type="http://schemas.openxmlformats.org/officeDocument/2006/relationships/image" Target="../media/image844.png"/><Relationship Id="rId319" Type="http://schemas.openxmlformats.org/officeDocument/2006/relationships/image" Target="../media/image893.png"/><Relationship Id="rId526" Type="http://schemas.openxmlformats.org/officeDocument/2006/relationships/customXml" Target="../ink/ink985.xml"/><Relationship Id="rId165" Type="http://schemas.openxmlformats.org/officeDocument/2006/relationships/image" Target="../media/image816.png"/><Relationship Id="rId372" Type="http://schemas.openxmlformats.org/officeDocument/2006/relationships/customXml" Target="../ink/ink908.xml"/><Relationship Id="rId677" Type="http://schemas.openxmlformats.org/officeDocument/2006/relationships/image" Target="../media/image1072.png"/><Relationship Id="rId232" Type="http://schemas.openxmlformats.org/officeDocument/2006/relationships/customXml" Target="../ink/ink838.xml"/><Relationship Id="rId27" Type="http://schemas.openxmlformats.org/officeDocument/2006/relationships/image" Target="../media/image748.png"/><Relationship Id="rId537" Type="http://schemas.openxmlformats.org/officeDocument/2006/relationships/image" Target="../media/image1002.png"/><Relationship Id="rId80" Type="http://schemas.openxmlformats.org/officeDocument/2006/relationships/customXml" Target="../ink/ink762.xml"/><Relationship Id="rId176" Type="http://schemas.openxmlformats.org/officeDocument/2006/relationships/customXml" Target="../ink/ink810.xml"/><Relationship Id="rId383" Type="http://schemas.openxmlformats.org/officeDocument/2006/relationships/image" Target="../media/image925.png"/><Relationship Id="rId590" Type="http://schemas.openxmlformats.org/officeDocument/2006/relationships/customXml" Target="../ink/ink1017.xml"/><Relationship Id="rId604" Type="http://schemas.openxmlformats.org/officeDocument/2006/relationships/customXml" Target="../ink/ink1024.xml"/><Relationship Id="rId243" Type="http://schemas.openxmlformats.org/officeDocument/2006/relationships/image" Target="../media/image855.png"/><Relationship Id="rId450" Type="http://schemas.openxmlformats.org/officeDocument/2006/relationships/customXml" Target="../ink/ink947.xml"/><Relationship Id="rId688" Type="http://schemas.openxmlformats.org/officeDocument/2006/relationships/customXml" Target="../ink/ink1066.xml"/><Relationship Id="rId38" Type="http://schemas.openxmlformats.org/officeDocument/2006/relationships/customXml" Target="../ink/ink741.xml"/><Relationship Id="rId103" Type="http://schemas.openxmlformats.org/officeDocument/2006/relationships/image" Target="../media/image785.png"/><Relationship Id="rId310" Type="http://schemas.openxmlformats.org/officeDocument/2006/relationships/customXml" Target="../ink/ink877.xml"/><Relationship Id="rId548" Type="http://schemas.openxmlformats.org/officeDocument/2006/relationships/customXml" Target="../ink/ink996.xml"/><Relationship Id="rId91" Type="http://schemas.openxmlformats.org/officeDocument/2006/relationships/image" Target="../media/image779.png"/><Relationship Id="rId187" Type="http://schemas.openxmlformats.org/officeDocument/2006/relationships/image" Target="../media/image827.png"/><Relationship Id="rId394" Type="http://schemas.openxmlformats.org/officeDocument/2006/relationships/customXml" Target="../ink/ink919.xml"/><Relationship Id="rId408" Type="http://schemas.openxmlformats.org/officeDocument/2006/relationships/customXml" Target="../ink/ink926.xml"/><Relationship Id="rId615" Type="http://schemas.openxmlformats.org/officeDocument/2006/relationships/image" Target="../media/image1041.png"/><Relationship Id="rId254" Type="http://schemas.openxmlformats.org/officeDocument/2006/relationships/customXml" Target="../ink/ink849.xml"/></Relationships>
</file>

<file path=ppt/slides/_rels/slide14.xml.rels><?xml version="1.0" encoding="UTF-8" standalone="yes"?>
<Relationships xmlns="http://schemas.openxmlformats.org/package/2006/relationships"><Relationship Id="rId117" Type="http://schemas.openxmlformats.org/officeDocument/2006/relationships/image" Target="../media/image1136.png"/><Relationship Id="rId21" Type="http://schemas.openxmlformats.org/officeDocument/2006/relationships/image" Target="../media/image1088.png"/><Relationship Id="rId42" Type="http://schemas.openxmlformats.org/officeDocument/2006/relationships/customXml" Target="../ink/ink1087.xml"/><Relationship Id="rId63" Type="http://schemas.openxmlformats.org/officeDocument/2006/relationships/image" Target="../media/image1109.png"/><Relationship Id="rId84" Type="http://schemas.openxmlformats.org/officeDocument/2006/relationships/customXml" Target="../ink/ink1108.xml"/><Relationship Id="rId138" Type="http://schemas.openxmlformats.org/officeDocument/2006/relationships/customXml" Target="../ink/ink1135.xml"/><Relationship Id="rId159" Type="http://schemas.openxmlformats.org/officeDocument/2006/relationships/image" Target="../media/image1157.png"/><Relationship Id="rId170" Type="http://schemas.openxmlformats.org/officeDocument/2006/relationships/customXml" Target="../ink/ink1151.xml"/><Relationship Id="rId107" Type="http://schemas.openxmlformats.org/officeDocument/2006/relationships/image" Target="../media/image1131.png"/><Relationship Id="rId11" Type="http://schemas.openxmlformats.org/officeDocument/2006/relationships/image" Target="../media/image1083.png"/><Relationship Id="rId32" Type="http://schemas.openxmlformats.org/officeDocument/2006/relationships/customXml" Target="../ink/ink1082.xml"/><Relationship Id="rId53" Type="http://schemas.openxmlformats.org/officeDocument/2006/relationships/image" Target="../media/image1104.png"/><Relationship Id="rId74" Type="http://schemas.openxmlformats.org/officeDocument/2006/relationships/customXml" Target="../ink/ink1103.xml"/><Relationship Id="rId128" Type="http://schemas.openxmlformats.org/officeDocument/2006/relationships/customXml" Target="../ink/ink1130.xml"/><Relationship Id="rId149" Type="http://schemas.openxmlformats.org/officeDocument/2006/relationships/image" Target="../media/image1152.png"/><Relationship Id="rId5" Type="http://schemas.openxmlformats.org/officeDocument/2006/relationships/image" Target="../media/image1080.png"/><Relationship Id="rId95" Type="http://schemas.openxmlformats.org/officeDocument/2006/relationships/image" Target="../media/image1125.png"/><Relationship Id="rId160" Type="http://schemas.openxmlformats.org/officeDocument/2006/relationships/customXml" Target="../ink/ink1146.xml"/><Relationship Id="rId181" Type="http://schemas.openxmlformats.org/officeDocument/2006/relationships/image" Target="../media/image1168.png"/><Relationship Id="rId22" Type="http://schemas.openxmlformats.org/officeDocument/2006/relationships/customXml" Target="../ink/ink1077.xml"/><Relationship Id="rId43" Type="http://schemas.openxmlformats.org/officeDocument/2006/relationships/image" Target="../media/image1099.png"/><Relationship Id="rId64" Type="http://schemas.openxmlformats.org/officeDocument/2006/relationships/customXml" Target="../ink/ink1098.xml"/><Relationship Id="rId118" Type="http://schemas.openxmlformats.org/officeDocument/2006/relationships/customXml" Target="../ink/ink1125.xml"/><Relationship Id="rId139" Type="http://schemas.openxmlformats.org/officeDocument/2006/relationships/image" Target="../media/image1147.png"/><Relationship Id="rId85" Type="http://schemas.openxmlformats.org/officeDocument/2006/relationships/image" Target="../media/image1120.png"/><Relationship Id="rId150" Type="http://schemas.openxmlformats.org/officeDocument/2006/relationships/customXml" Target="../ink/ink1141.xml"/><Relationship Id="rId171" Type="http://schemas.openxmlformats.org/officeDocument/2006/relationships/image" Target="../media/image1163.png"/><Relationship Id="rId12" Type="http://schemas.openxmlformats.org/officeDocument/2006/relationships/customXml" Target="../ink/ink1072.xml"/><Relationship Id="rId33" Type="http://schemas.openxmlformats.org/officeDocument/2006/relationships/image" Target="../media/image1094.png"/><Relationship Id="rId108" Type="http://schemas.openxmlformats.org/officeDocument/2006/relationships/customXml" Target="../ink/ink1120.xml"/><Relationship Id="rId129" Type="http://schemas.openxmlformats.org/officeDocument/2006/relationships/image" Target="../media/image1142.png"/><Relationship Id="rId54" Type="http://schemas.openxmlformats.org/officeDocument/2006/relationships/customXml" Target="../ink/ink1093.xml"/><Relationship Id="rId75" Type="http://schemas.openxmlformats.org/officeDocument/2006/relationships/image" Target="../media/image1115.png"/><Relationship Id="rId96" Type="http://schemas.openxmlformats.org/officeDocument/2006/relationships/customXml" Target="../ink/ink1114.xml"/><Relationship Id="rId140" Type="http://schemas.openxmlformats.org/officeDocument/2006/relationships/customXml" Target="../ink/ink1136.xml"/><Relationship Id="rId161" Type="http://schemas.openxmlformats.org/officeDocument/2006/relationships/image" Target="../media/image1158.png"/><Relationship Id="rId182" Type="http://schemas.openxmlformats.org/officeDocument/2006/relationships/customXml" Target="../ink/ink1157.xml"/><Relationship Id="rId6" Type="http://schemas.openxmlformats.org/officeDocument/2006/relationships/customXml" Target="../ink/ink1069.xml"/><Relationship Id="rId23" Type="http://schemas.openxmlformats.org/officeDocument/2006/relationships/image" Target="../media/image1089.png"/><Relationship Id="rId119" Type="http://schemas.openxmlformats.org/officeDocument/2006/relationships/image" Target="../media/image1137.png"/><Relationship Id="rId44" Type="http://schemas.openxmlformats.org/officeDocument/2006/relationships/customXml" Target="../ink/ink1088.xml"/><Relationship Id="rId65" Type="http://schemas.openxmlformats.org/officeDocument/2006/relationships/image" Target="../media/image1110.png"/><Relationship Id="rId86" Type="http://schemas.openxmlformats.org/officeDocument/2006/relationships/customXml" Target="../ink/ink1109.xml"/><Relationship Id="rId130" Type="http://schemas.openxmlformats.org/officeDocument/2006/relationships/customXml" Target="../ink/ink1131.xml"/><Relationship Id="rId151" Type="http://schemas.openxmlformats.org/officeDocument/2006/relationships/image" Target="../media/image1153.png"/><Relationship Id="rId172" Type="http://schemas.openxmlformats.org/officeDocument/2006/relationships/customXml" Target="../ink/ink1152.xml"/><Relationship Id="rId13" Type="http://schemas.openxmlformats.org/officeDocument/2006/relationships/image" Target="../media/image1084.png"/><Relationship Id="rId18" Type="http://schemas.openxmlformats.org/officeDocument/2006/relationships/customXml" Target="../ink/ink1075.xml"/><Relationship Id="rId39" Type="http://schemas.openxmlformats.org/officeDocument/2006/relationships/image" Target="../media/image1097.png"/><Relationship Id="rId109" Type="http://schemas.openxmlformats.org/officeDocument/2006/relationships/image" Target="../media/image1132.png"/><Relationship Id="rId34" Type="http://schemas.openxmlformats.org/officeDocument/2006/relationships/customXml" Target="../ink/ink1083.xml"/><Relationship Id="rId50" Type="http://schemas.openxmlformats.org/officeDocument/2006/relationships/customXml" Target="../ink/ink1091.xml"/><Relationship Id="rId55" Type="http://schemas.openxmlformats.org/officeDocument/2006/relationships/image" Target="../media/image1105.png"/><Relationship Id="rId76" Type="http://schemas.openxmlformats.org/officeDocument/2006/relationships/customXml" Target="../ink/ink1104.xml"/><Relationship Id="rId97" Type="http://schemas.openxmlformats.org/officeDocument/2006/relationships/image" Target="../media/image1126.png"/><Relationship Id="rId104" Type="http://schemas.openxmlformats.org/officeDocument/2006/relationships/customXml" Target="../ink/ink1118.xml"/><Relationship Id="rId120" Type="http://schemas.openxmlformats.org/officeDocument/2006/relationships/customXml" Target="../ink/ink1126.xml"/><Relationship Id="rId125" Type="http://schemas.openxmlformats.org/officeDocument/2006/relationships/image" Target="../media/image1140.png"/><Relationship Id="rId141" Type="http://schemas.openxmlformats.org/officeDocument/2006/relationships/image" Target="../media/image1148.png"/><Relationship Id="rId146" Type="http://schemas.openxmlformats.org/officeDocument/2006/relationships/customXml" Target="../ink/ink1139.xml"/><Relationship Id="rId167" Type="http://schemas.openxmlformats.org/officeDocument/2006/relationships/image" Target="../media/image1161.png"/><Relationship Id="rId188" Type="http://schemas.openxmlformats.org/officeDocument/2006/relationships/customXml" Target="../ink/ink1160.xml"/><Relationship Id="rId7" Type="http://schemas.openxmlformats.org/officeDocument/2006/relationships/image" Target="../media/image1081.png"/><Relationship Id="rId71" Type="http://schemas.openxmlformats.org/officeDocument/2006/relationships/image" Target="../media/image1113.png"/><Relationship Id="rId92" Type="http://schemas.openxmlformats.org/officeDocument/2006/relationships/customXml" Target="../ink/ink1112.xml"/><Relationship Id="rId162" Type="http://schemas.openxmlformats.org/officeDocument/2006/relationships/customXml" Target="../ink/ink1147.xml"/><Relationship Id="rId183" Type="http://schemas.openxmlformats.org/officeDocument/2006/relationships/image" Target="../media/image1169.png"/><Relationship Id="rId2" Type="http://schemas.openxmlformats.org/officeDocument/2006/relationships/customXml" Target="../ink/ink1067.xml"/><Relationship Id="rId29" Type="http://schemas.openxmlformats.org/officeDocument/2006/relationships/image" Target="../media/image1092.png"/><Relationship Id="rId24" Type="http://schemas.openxmlformats.org/officeDocument/2006/relationships/customXml" Target="../ink/ink1078.xml"/><Relationship Id="rId40" Type="http://schemas.openxmlformats.org/officeDocument/2006/relationships/customXml" Target="../ink/ink1086.xml"/><Relationship Id="rId45" Type="http://schemas.openxmlformats.org/officeDocument/2006/relationships/image" Target="../media/image1100.png"/><Relationship Id="rId66" Type="http://schemas.openxmlformats.org/officeDocument/2006/relationships/customXml" Target="../ink/ink1099.xml"/><Relationship Id="rId87" Type="http://schemas.openxmlformats.org/officeDocument/2006/relationships/image" Target="../media/image1121.png"/><Relationship Id="rId110" Type="http://schemas.openxmlformats.org/officeDocument/2006/relationships/customXml" Target="../ink/ink1121.xml"/><Relationship Id="rId115" Type="http://schemas.openxmlformats.org/officeDocument/2006/relationships/image" Target="../media/image1135.png"/><Relationship Id="rId131" Type="http://schemas.openxmlformats.org/officeDocument/2006/relationships/image" Target="../media/image1143.png"/><Relationship Id="rId136" Type="http://schemas.openxmlformats.org/officeDocument/2006/relationships/customXml" Target="../ink/ink1134.xml"/><Relationship Id="rId157" Type="http://schemas.openxmlformats.org/officeDocument/2006/relationships/image" Target="../media/image1156.png"/><Relationship Id="rId178" Type="http://schemas.openxmlformats.org/officeDocument/2006/relationships/customXml" Target="../ink/ink1155.xml"/><Relationship Id="rId61" Type="http://schemas.openxmlformats.org/officeDocument/2006/relationships/image" Target="../media/image1108.png"/><Relationship Id="rId82" Type="http://schemas.openxmlformats.org/officeDocument/2006/relationships/customXml" Target="../ink/ink1107.xml"/><Relationship Id="rId152" Type="http://schemas.openxmlformats.org/officeDocument/2006/relationships/customXml" Target="../ink/ink1142.xml"/><Relationship Id="rId173" Type="http://schemas.openxmlformats.org/officeDocument/2006/relationships/image" Target="../media/image1164.png"/><Relationship Id="rId19" Type="http://schemas.openxmlformats.org/officeDocument/2006/relationships/image" Target="../media/image1087.png"/><Relationship Id="rId14" Type="http://schemas.openxmlformats.org/officeDocument/2006/relationships/customXml" Target="../ink/ink1073.xml"/><Relationship Id="rId30" Type="http://schemas.openxmlformats.org/officeDocument/2006/relationships/customXml" Target="../ink/ink1081.xml"/><Relationship Id="rId35" Type="http://schemas.openxmlformats.org/officeDocument/2006/relationships/image" Target="../media/image1095.png"/><Relationship Id="rId56" Type="http://schemas.openxmlformats.org/officeDocument/2006/relationships/customXml" Target="../ink/ink1094.xml"/><Relationship Id="rId77" Type="http://schemas.openxmlformats.org/officeDocument/2006/relationships/image" Target="../media/image1116.png"/><Relationship Id="rId100" Type="http://schemas.openxmlformats.org/officeDocument/2006/relationships/customXml" Target="../ink/ink1116.xml"/><Relationship Id="rId105" Type="http://schemas.openxmlformats.org/officeDocument/2006/relationships/image" Target="../media/image1130.png"/><Relationship Id="rId126" Type="http://schemas.openxmlformats.org/officeDocument/2006/relationships/customXml" Target="../ink/ink1129.xml"/><Relationship Id="rId147" Type="http://schemas.openxmlformats.org/officeDocument/2006/relationships/image" Target="../media/image1151.png"/><Relationship Id="rId168" Type="http://schemas.openxmlformats.org/officeDocument/2006/relationships/customXml" Target="../ink/ink1150.xml"/><Relationship Id="rId8" Type="http://schemas.openxmlformats.org/officeDocument/2006/relationships/customXml" Target="../ink/ink1070.xml"/><Relationship Id="rId51" Type="http://schemas.openxmlformats.org/officeDocument/2006/relationships/image" Target="../media/image1103.png"/><Relationship Id="rId72" Type="http://schemas.openxmlformats.org/officeDocument/2006/relationships/customXml" Target="../ink/ink1102.xml"/><Relationship Id="rId93" Type="http://schemas.openxmlformats.org/officeDocument/2006/relationships/image" Target="../media/image1124.png"/><Relationship Id="rId98" Type="http://schemas.openxmlformats.org/officeDocument/2006/relationships/customXml" Target="../ink/ink1115.xml"/><Relationship Id="rId121" Type="http://schemas.openxmlformats.org/officeDocument/2006/relationships/image" Target="../media/image1138.png"/><Relationship Id="rId142" Type="http://schemas.openxmlformats.org/officeDocument/2006/relationships/customXml" Target="../ink/ink1137.xml"/><Relationship Id="rId163" Type="http://schemas.openxmlformats.org/officeDocument/2006/relationships/image" Target="../media/image1159.png"/><Relationship Id="rId184" Type="http://schemas.openxmlformats.org/officeDocument/2006/relationships/customXml" Target="../ink/ink1158.xml"/><Relationship Id="rId189" Type="http://schemas.openxmlformats.org/officeDocument/2006/relationships/image" Target="../media/image1172.png"/><Relationship Id="rId3" Type="http://schemas.openxmlformats.org/officeDocument/2006/relationships/image" Target="../media/image1079.png"/><Relationship Id="rId25" Type="http://schemas.openxmlformats.org/officeDocument/2006/relationships/image" Target="../media/image1090.png"/><Relationship Id="rId46" Type="http://schemas.openxmlformats.org/officeDocument/2006/relationships/customXml" Target="../ink/ink1089.xml"/><Relationship Id="rId67" Type="http://schemas.openxmlformats.org/officeDocument/2006/relationships/image" Target="../media/image1111.png"/><Relationship Id="rId116" Type="http://schemas.openxmlformats.org/officeDocument/2006/relationships/customXml" Target="../ink/ink1124.xml"/><Relationship Id="rId137" Type="http://schemas.openxmlformats.org/officeDocument/2006/relationships/image" Target="../media/image1146.png"/><Relationship Id="rId158" Type="http://schemas.openxmlformats.org/officeDocument/2006/relationships/customXml" Target="../ink/ink1145.xml"/><Relationship Id="rId20" Type="http://schemas.openxmlformats.org/officeDocument/2006/relationships/customXml" Target="../ink/ink1076.xml"/><Relationship Id="rId41" Type="http://schemas.openxmlformats.org/officeDocument/2006/relationships/image" Target="../media/image1098.png"/><Relationship Id="rId62" Type="http://schemas.openxmlformats.org/officeDocument/2006/relationships/customXml" Target="../ink/ink1097.xml"/><Relationship Id="rId83" Type="http://schemas.openxmlformats.org/officeDocument/2006/relationships/image" Target="../media/image1119.png"/><Relationship Id="rId88" Type="http://schemas.openxmlformats.org/officeDocument/2006/relationships/customXml" Target="../ink/ink1110.xml"/><Relationship Id="rId111" Type="http://schemas.openxmlformats.org/officeDocument/2006/relationships/image" Target="../media/image1133.png"/><Relationship Id="rId132" Type="http://schemas.openxmlformats.org/officeDocument/2006/relationships/customXml" Target="../ink/ink1132.xml"/><Relationship Id="rId153" Type="http://schemas.openxmlformats.org/officeDocument/2006/relationships/image" Target="../media/image1154.png"/><Relationship Id="rId174" Type="http://schemas.openxmlformats.org/officeDocument/2006/relationships/customXml" Target="../ink/ink1153.xml"/><Relationship Id="rId179" Type="http://schemas.openxmlformats.org/officeDocument/2006/relationships/image" Target="../media/image1167.png"/><Relationship Id="rId15" Type="http://schemas.openxmlformats.org/officeDocument/2006/relationships/image" Target="../media/image1085.png"/><Relationship Id="rId36" Type="http://schemas.openxmlformats.org/officeDocument/2006/relationships/customXml" Target="../ink/ink1084.xml"/><Relationship Id="rId57" Type="http://schemas.openxmlformats.org/officeDocument/2006/relationships/image" Target="../media/image1106.png"/><Relationship Id="rId106" Type="http://schemas.openxmlformats.org/officeDocument/2006/relationships/customXml" Target="../ink/ink1119.xml"/><Relationship Id="rId127" Type="http://schemas.openxmlformats.org/officeDocument/2006/relationships/image" Target="../media/image1141.png"/><Relationship Id="rId10" Type="http://schemas.openxmlformats.org/officeDocument/2006/relationships/customXml" Target="../ink/ink1071.xml"/><Relationship Id="rId31" Type="http://schemas.openxmlformats.org/officeDocument/2006/relationships/image" Target="../media/image1093.png"/><Relationship Id="rId52" Type="http://schemas.openxmlformats.org/officeDocument/2006/relationships/customXml" Target="../ink/ink1092.xml"/><Relationship Id="rId73" Type="http://schemas.openxmlformats.org/officeDocument/2006/relationships/image" Target="../media/image1114.png"/><Relationship Id="rId78" Type="http://schemas.openxmlformats.org/officeDocument/2006/relationships/customXml" Target="../ink/ink1105.xml"/><Relationship Id="rId94" Type="http://schemas.openxmlformats.org/officeDocument/2006/relationships/customXml" Target="../ink/ink1113.xml"/><Relationship Id="rId99" Type="http://schemas.openxmlformats.org/officeDocument/2006/relationships/image" Target="../media/image1127.png"/><Relationship Id="rId101" Type="http://schemas.openxmlformats.org/officeDocument/2006/relationships/image" Target="../media/image1128.png"/><Relationship Id="rId122" Type="http://schemas.openxmlformats.org/officeDocument/2006/relationships/customXml" Target="../ink/ink1127.xml"/><Relationship Id="rId143" Type="http://schemas.openxmlformats.org/officeDocument/2006/relationships/image" Target="../media/image1149.png"/><Relationship Id="rId148" Type="http://schemas.openxmlformats.org/officeDocument/2006/relationships/customXml" Target="../ink/ink1140.xml"/><Relationship Id="rId164" Type="http://schemas.openxmlformats.org/officeDocument/2006/relationships/customXml" Target="../ink/ink1148.xml"/><Relationship Id="rId169" Type="http://schemas.openxmlformats.org/officeDocument/2006/relationships/image" Target="../media/image1162.png"/><Relationship Id="rId185" Type="http://schemas.openxmlformats.org/officeDocument/2006/relationships/image" Target="../media/image1170.png"/><Relationship Id="rId4" Type="http://schemas.openxmlformats.org/officeDocument/2006/relationships/customXml" Target="../ink/ink1068.xml"/><Relationship Id="rId9" Type="http://schemas.openxmlformats.org/officeDocument/2006/relationships/image" Target="../media/image1082.png"/><Relationship Id="rId180" Type="http://schemas.openxmlformats.org/officeDocument/2006/relationships/customXml" Target="../ink/ink1156.xml"/><Relationship Id="rId26" Type="http://schemas.openxmlformats.org/officeDocument/2006/relationships/customXml" Target="../ink/ink1079.xml"/><Relationship Id="rId47" Type="http://schemas.openxmlformats.org/officeDocument/2006/relationships/image" Target="../media/image1101.png"/><Relationship Id="rId68" Type="http://schemas.openxmlformats.org/officeDocument/2006/relationships/customXml" Target="../ink/ink1100.xml"/><Relationship Id="rId89" Type="http://schemas.openxmlformats.org/officeDocument/2006/relationships/image" Target="../media/image1122.png"/><Relationship Id="rId112" Type="http://schemas.openxmlformats.org/officeDocument/2006/relationships/customXml" Target="../ink/ink1122.xml"/><Relationship Id="rId133" Type="http://schemas.openxmlformats.org/officeDocument/2006/relationships/image" Target="../media/image1144.png"/><Relationship Id="rId154" Type="http://schemas.openxmlformats.org/officeDocument/2006/relationships/customXml" Target="../ink/ink1143.xml"/><Relationship Id="rId175" Type="http://schemas.openxmlformats.org/officeDocument/2006/relationships/image" Target="../media/image1165.png"/><Relationship Id="rId16" Type="http://schemas.openxmlformats.org/officeDocument/2006/relationships/customXml" Target="../ink/ink1074.xml"/><Relationship Id="rId37" Type="http://schemas.openxmlformats.org/officeDocument/2006/relationships/image" Target="../media/image1096.png"/><Relationship Id="rId58" Type="http://schemas.openxmlformats.org/officeDocument/2006/relationships/customXml" Target="../ink/ink1095.xml"/><Relationship Id="rId79" Type="http://schemas.openxmlformats.org/officeDocument/2006/relationships/image" Target="../media/image1117.png"/><Relationship Id="rId102" Type="http://schemas.openxmlformats.org/officeDocument/2006/relationships/customXml" Target="../ink/ink1117.xml"/><Relationship Id="rId123" Type="http://schemas.openxmlformats.org/officeDocument/2006/relationships/image" Target="../media/image1139.png"/><Relationship Id="rId144" Type="http://schemas.openxmlformats.org/officeDocument/2006/relationships/customXml" Target="../ink/ink1138.xml"/><Relationship Id="rId90" Type="http://schemas.openxmlformats.org/officeDocument/2006/relationships/customXml" Target="../ink/ink1111.xml"/><Relationship Id="rId165" Type="http://schemas.openxmlformats.org/officeDocument/2006/relationships/image" Target="../media/image1160.png"/><Relationship Id="rId186" Type="http://schemas.openxmlformats.org/officeDocument/2006/relationships/customXml" Target="../ink/ink1159.xml"/><Relationship Id="rId27" Type="http://schemas.openxmlformats.org/officeDocument/2006/relationships/image" Target="../media/image1091.png"/><Relationship Id="rId48" Type="http://schemas.openxmlformats.org/officeDocument/2006/relationships/customXml" Target="../ink/ink1090.xml"/><Relationship Id="rId69" Type="http://schemas.openxmlformats.org/officeDocument/2006/relationships/image" Target="../media/image1112.png"/><Relationship Id="rId113" Type="http://schemas.openxmlformats.org/officeDocument/2006/relationships/image" Target="../media/image1134.png"/><Relationship Id="rId134" Type="http://schemas.openxmlformats.org/officeDocument/2006/relationships/customXml" Target="../ink/ink1133.xml"/><Relationship Id="rId80" Type="http://schemas.openxmlformats.org/officeDocument/2006/relationships/customXml" Target="../ink/ink1106.xml"/><Relationship Id="rId155" Type="http://schemas.openxmlformats.org/officeDocument/2006/relationships/image" Target="../media/image1155.png"/><Relationship Id="rId176" Type="http://schemas.openxmlformats.org/officeDocument/2006/relationships/customXml" Target="../ink/ink1154.xml"/><Relationship Id="rId17" Type="http://schemas.openxmlformats.org/officeDocument/2006/relationships/image" Target="../media/image1086.png"/><Relationship Id="rId38" Type="http://schemas.openxmlformats.org/officeDocument/2006/relationships/customXml" Target="../ink/ink1085.xml"/><Relationship Id="rId59" Type="http://schemas.openxmlformats.org/officeDocument/2006/relationships/image" Target="../media/image1107.png"/><Relationship Id="rId103" Type="http://schemas.openxmlformats.org/officeDocument/2006/relationships/image" Target="../media/image1129.png"/><Relationship Id="rId124" Type="http://schemas.openxmlformats.org/officeDocument/2006/relationships/customXml" Target="../ink/ink1128.xml"/><Relationship Id="rId70" Type="http://schemas.openxmlformats.org/officeDocument/2006/relationships/customXml" Target="../ink/ink1101.xml"/><Relationship Id="rId91" Type="http://schemas.openxmlformats.org/officeDocument/2006/relationships/image" Target="../media/image1123.png"/><Relationship Id="rId145" Type="http://schemas.openxmlformats.org/officeDocument/2006/relationships/image" Target="../media/image1150.png"/><Relationship Id="rId166" Type="http://schemas.openxmlformats.org/officeDocument/2006/relationships/customXml" Target="../ink/ink1149.xml"/><Relationship Id="rId187" Type="http://schemas.openxmlformats.org/officeDocument/2006/relationships/image" Target="../media/image1171.png"/><Relationship Id="rId1" Type="http://schemas.openxmlformats.org/officeDocument/2006/relationships/slideLayout" Target="../slideLayouts/slideLayout2.xml"/><Relationship Id="rId28" Type="http://schemas.openxmlformats.org/officeDocument/2006/relationships/customXml" Target="../ink/ink1080.xml"/><Relationship Id="rId49" Type="http://schemas.openxmlformats.org/officeDocument/2006/relationships/image" Target="../media/image1102.png"/><Relationship Id="rId114" Type="http://schemas.openxmlformats.org/officeDocument/2006/relationships/customXml" Target="../ink/ink1123.xml"/><Relationship Id="rId60" Type="http://schemas.openxmlformats.org/officeDocument/2006/relationships/customXml" Target="../ink/ink1096.xml"/><Relationship Id="rId81" Type="http://schemas.openxmlformats.org/officeDocument/2006/relationships/image" Target="../media/image1118.png"/><Relationship Id="rId135" Type="http://schemas.openxmlformats.org/officeDocument/2006/relationships/image" Target="../media/image1145.png"/><Relationship Id="rId156" Type="http://schemas.openxmlformats.org/officeDocument/2006/relationships/customXml" Target="../ink/ink1144.xml"/><Relationship Id="rId177" Type="http://schemas.openxmlformats.org/officeDocument/2006/relationships/image" Target="../media/image116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173.jp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3" Type="http://schemas.openxmlformats.org/officeDocument/2006/relationships/image" Target="../media/image1179.png"/><Relationship Id="rId18" Type="http://schemas.openxmlformats.org/officeDocument/2006/relationships/customXml" Target="../ink/ink1169.xml"/><Relationship Id="rId26" Type="http://schemas.openxmlformats.org/officeDocument/2006/relationships/customXml" Target="../ink/ink1173.xml"/><Relationship Id="rId39" Type="http://schemas.openxmlformats.org/officeDocument/2006/relationships/image" Target="../media/image1192.png"/><Relationship Id="rId21" Type="http://schemas.openxmlformats.org/officeDocument/2006/relationships/image" Target="../media/image1183.png"/><Relationship Id="rId34" Type="http://schemas.openxmlformats.org/officeDocument/2006/relationships/customXml" Target="../ink/ink1177.xml"/><Relationship Id="rId42" Type="http://schemas.openxmlformats.org/officeDocument/2006/relationships/customXml" Target="../ink/ink1181.xml"/><Relationship Id="rId7" Type="http://schemas.openxmlformats.org/officeDocument/2006/relationships/image" Target="../media/image1176.png"/><Relationship Id="rId2" Type="http://schemas.openxmlformats.org/officeDocument/2006/relationships/customXml" Target="../ink/ink1161.xml"/><Relationship Id="rId16" Type="http://schemas.openxmlformats.org/officeDocument/2006/relationships/customXml" Target="../ink/ink1168.xml"/><Relationship Id="rId20" Type="http://schemas.openxmlformats.org/officeDocument/2006/relationships/customXml" Target="../ink/ink1170.xml"/><Relationship Id="rId29" Type="http://schemas.openxmlformats.org/officeDocument/2006/relationships/image" Target="../media/image1187.png"/><Relationship Id="rId41" Type="http://schemas.openxmlformats.org/officeDocument/2006/relationships/image" Target="../media/image1193.png"/><Relationship Id="rId1" Type="http://schemas.openxmlformats.org/officeDocument/2006/relationships/slideLayout" Target="../slideLayouts/slideLayout2.xml"/><Relationship Id="rId6" Type="http://schemas.openxmlformats.org/officeDocument/2006/relationships/customXml" Target="../ink/ink1163.xml"/><Relationship Id="rId11" Type="http://schemas.openxmlformats.org/officeDocument/2006/relationships/image" Target="../media/image1178.png"/><Relationship Id="rId24" Type="http://schemas.openxmlformats.org/officeDocument/2006/relationships/customXml" Target="../ink/ink1172.xml"/><Relationship Id="rId32" Type="http://schemas.openxmlformats.org/officeDocument/2006/relationships/customXml" Target="../ink/ink1176.xml"/><Relationship Id="rId37" Type="http://schemas.openxmlformats.org/officeDocument/2006/relationships/image" Target="../media/image1191.png"/><Relationship Id="rId40" Type="http://schemas.openxmlformats.org/officeDocument/2006/relationships/customXml" Target="../ink/ink1180.xml"/><Relationship Id="rId5" Type="http://schemas.openxmlformats.org/officeDocument/2006/relationships/image" Target="../media/image1175.png"/><Relationship Id="rId15" Type="http://schemas.openxmlformats.org/officeDocument/2006/relationships/image" Target="../media/image1180.png"/><Relationship Id="rId23" Type="http://schemas.openxmlformats.org/officeDocument/2006/relationships/image" Target="../media/image1184.png"/><Relationship Id="rId28" Type="http://schemas.openxmlformats.org/officeDocument/2006/relationships/customXml" Target="../ink/ink1174.xml"/><Relationship Id="rId36" Type="http://schemas.openxmlformats.org/officeDocument/2006/relationships/customXml" Target="../ink/ink1178.xml"/><Relationship Id="rId10" Type="http://schemas.openxmlformats.org/officeDocument/2006/relationships/customXml" Target="../ink/ink1165.xml"/><Relationship Id="rId19" Type="http://schemas.openxmlformats.org/officeDocument/2006/relationships/image" Target="../media/image1182.png"/><Relationship Id="rId31" Type="http://schemas.openxmlformats.org/officeDocument/2006/relationships/image" Target="../media/image1188.png"/><Relationship Id="rId4" Type="http://schemas.openxmlformats.org/officeDocument/2006/relationships/customXml" Target="../ink/ink1162.xml"/><Relationship Id="rId9" Type="http://schemas.openxmlformats.org/officeDocument/2006/relationships/image" Target="../media/image1177.png"/><Relationship Id="rId14" Type="http://schemas.openxmlformats.org/officeDocument/2006/relationships/customXml" Target="../ink/ink1167.xml"/><Relationship Id="rId22" Type="http://schemas.openxmlformats.org/officeDocument/2006/relationships/customXml" Target="../ink/ink1171.xml"/><Relationship Id="rId27" Type="http://schemas.openxmlformats.org/officeDocument/2006/relationships/image" Target="../media/image1186.png"/><Relationship Id="rId30" Type="http://schemas.openxmlformats.org/officeDocument/2006/relationships/customXml" Target="../ink/ink1175.xml"/><Relationship Id="rId35" Type="http://schemas.openxmlformats.org/officeDocument/2006/relationships/image" Target="../media/image1190.png"/><Relationship Id="rId43" Type="http://schemas.openxmlformats.org/officeDocument/2006/relationships/image" Target="../media/image1194.png"/><Relationship Id="rId8" Type="http://schemas.openxmlformats.org/officeDocument/2006/relationships/customXml" Target="../ink/ink1164.xml"/><Relationship Id="rId3" Type="http://schemas.openxmlformats.org/officeDocument/2006/relationships/image" Target="../media/image1174.png"/><Relationship Id="rId12" Type="http://schemas.openxmlformats.org/officeDocument/2006/relationships/customXml" Target="../ink/ink1166.xml"/><Relationship Id="rId17" Type="http://schemas.openxmlformats.org/officeDocument/2006/relationships/image" Target="../media/image1181.png"/><Relationship Id="rId25" Type="http://schemas.openxmlformats.org/officeDocument/2006/relationships/image" Target="../media/image1185.png"/><Relationship Id="rId33" Type="http://schemas.openxmlformats.org/officeDocument/2006/relationships/image" Target="../media/image1189.png"/><Relationship Id="rId38" Type="http://schemas.openxmlformats.org/officeDocument/2006/relationships/customXml" Target="../ink/ink1179.xml"/></Relationships>
</file>

<file path=ppt/slides/_rels/slide18.xml.rels><?xml version="1.0" encoding="UTF-8" standalone="yes"?>
<Relationships xmlns="http://schemas.openxmlformats.org/package/2006/relationships"><Relationship Id="rId117" Type="http://schemas.openxmlformats.org/officeDocument/2006/relationships/image" Target="../media/image1252.png"/><Relationship Id="rId299" Type="http://schemas.openxmlformats.org/officeDocument/2006/relationships/image" Target="../media/image1343.png"/><Relationship Id="rId21" Type="http://schemas.openxmlformats.org/officeDocument/2006/relationships/image" Target="../media/image1204.png"/><Relationship Id="rId63" Type="http://schemas.openxmlformats.org/officeDocument/2006/relationships/image" Target="../media/image1225.png"/><Relationship Id="rId159" Type="http://schemas.openxmlformats.org/officeDocument/2006/relationships/image" Target="../media/image1273.png"/><Relationship Id="rId170" Type="http://schemas.openxmlformats.org/officeDocument/2006/relationships/customXml" Target="../ink/ink1266.xml"/><Relationship Id="rId226" Type="http://schemas.openxmlformats.org/officeDocument/2006/relationships/customXml" Target="../ink/ink1294.xml"/><Relationship Id="rId268" Type="http://schemas.openxmlformats.org/officeDocument/2006/relationships/customXml" Target="../ink/ink1315.xml"/><Relationship Id="rId32" Type="http://schemas.openxmlformats.org/officeDocument/2006/relationships/customXml" Target="../ink/ink1197.xml"/><Relationship Id="rId74" Type="http://schemas.openxmlformats.org/officeDocument/2006/relationships/customXml" Target="../ink/ink1218.xml"/><Relationship Id="rId128" Type="http://schemas.openxmlformats.org/officeDocument/2006/relationships/customXml" Target="../ink/ink1245.xml"/><Relationship Id="rId5" Type="http://schemas.openxmlformats.org/officeDocument/2006/relationships/image" Target="../media/image1196.png"/><Relationship Id="rId181" Type="http://schemas.openxmlformats.org/officeDocument/2006/relationships/image" Target="../media/image1284.png"/><Relationship Id="rId237" Type="http://schemas.openxmlformats.org/officeDocument/2006/relationships/image" Target="../media/image1312.png"/><Relationship Id="rId279" Type="http://schemas.openxmlformats.org/officeDocument/2006/relationships/image" Target="../media/image1333.png"/><Relationship Id="rId43" Type="http://schemas.openxmlformats.org/officeDocument/2006/relationships/image" Target="../media/image1215.png"/><Relationship Id="rId139" Type="http://schemas.openxmlformats.org/officeDocument/2006/relationships/image" Target="../media/image1263.png"/><Relationship Id="rId290" Type="http://schemas.openxmlformats.org/officeDocument/2006/relationships/customXml" Target="../ink/ink1326.xml"/><Relationship Id="rId304" Type="http://schemas.openxmlformats.org/officeDocument/2006/relationships/customXml" Target="../ink/ink1333.xml"/><Relationship Id="rId85" Type="http://schemas.openxmlformats.org/officeDocument/2006/relationships/image" Target="../media/image1236.png"/><Relationship Id="rId150" Type="http://schemas.openxmlformats.org/officeDocument/2006/relationships/customXml" Target="../ink/ink1256.xml"/><Relationship Id="rId192" Type="http://schemas.openxmlformats.org/officeDocument/2006/relationships/customXml" Target="../ink/ink1277.xml"/><Relationship Id="rId206" Type="http://schemas.openxmlformats.org/officeDocument/2006/relationships/customXml" Target="../ink/ink1284.xml"/><Relationship Id="rId248" Type="http://schemas.openxmlformats.org/officeDocument/2006/relationships/customXml" Target="../ink/ink1305.xml"/><Relationship Id="rId12" Type="http://schemas.openxmlformats.org/officeDocument/2006/relationships/customXml" Target="../ink/ink1187.xml"/><Relationship Id="rId108" Type="http://schemas.openxmlformats.org/officeDocument/2006/relationships/customXml" Target="../ink/ink1235.xml"/><Relationship Id="rId54" Type="http://schemas.openxmlformats.org/officeDocument/2006/relationships/customXml" Target="../ink/ink1208.xml"/><Relationship Id="rId96" Type="http://schemas.openxmlformats.org/officeDocument/2006/relationships/customXml" Target="../ink/ink1229.xml"/><Relationship Id="rId161" Type="http://schemas.openxmlformats.org/officeDocument/2006/relationships/image" Target="../media/image1274.png"/><Relationship Id="rId217" Type="http://schemas.openxmlformats.org/officeDocument/2006/relationships/image" Target="../media/image1302.png"/><Relationship Id="rId259" Type="http://schemas.openxmlformats.org/officeDocument/2006/relationships/image" Target="../media/image1323.png"/><Relationship Id="rId23" Type="http://schemas.openxmlformats.org/officeDocument/2006/relationships/image" Target="../media/image1205.png"/><Relationship Id="rId119" Type="http://schemas.openxmlformats.org/officeDocument/2006/relationships/image" Target="../media/image1253.png"/><Relationship Id="rId270" Type="http://schemas.openxmlformats.org/officeDocument/2006/relationships/customXml" Target="../ink/ink1316.xml"/><Relationship Id="rId65" Type="http://schemas.openxmlformats.org/officeDocument/2006/relationships/image" Target="../media/image1226.png"/><Relationship Id="rId130" Type="http://schemas.openxmlformats.org/officeDocument/2006/relationships/customXml" Target="../ink/ink1246.xml"/><Relationship Id="rId172" Type="http://schemas.openxmlformats.org/officeDocument/2006/relationships/customXml" Target="../ink/ink1267.xml"/><Relationship Id="rId193" Type="http://schemas.openxmlformats.org/officeDocument/2006/relationships/image" Target="../media/image1290.png"/><Relationship Id="rId207" Type="http://schemas.openxmlformats.org/officeDocument/2006/relationships/image" Target="../media/image1297.png"/><Relationship Id="rId228" Type="http://schemas.openxmlformats.org/officeDocument/2006/relationships/customXml" Target="../ink/ink1295.xml"/><Relationship Id="rId249" Type="http://schemas.openxmlformats.org/officeDocument/2006/relationships/image" Target="../media/image1318.png"/><Relationship Id="rId13" Type="http://schemas.openxmlformats.org/officeDocument/2006/relationships/image" Target="../media/image1200.png"/><Relationship Id="rId109" Type="http://schemas.openxmlformats.org/officeDocument/2006/relationships/image" Target="../media/image1248.png"/><Relationship Id="rId260" Type="http://schemas.openxmlformats.org/officeDocument/2006/relationships/customXml" Target="../ink/ink1311.xml"/><Relationship Id="rId281" Type="http://schemas.openxmlformats.org/officeDocument/2006/relationships/image" Target="../media/image1334.png"/><Relationship Id="rId34" Type="http://schemas.openxmlformats.org/officeDocument/2006/relationships/customXml" Target="../ink/ink1198.xml"/><Relationship Id="rId55" Type="http://schemas.openxmlformats.org/officeDocument/2006/relationships/image" Target="../media/image1221.png"/><Relationship Id="rId76" Type="http://schemas.openxmlformats.org/officeDocument/2006/relationships/customXml" Target="../ink/ink1219.xml"/><Relationship Id="rId97" Type="http://schemas.openxmlformats.org/officeDocument/2006/relationships/image" Target="../media/image1242.png"/><Relationship Id="rId120" Type="http://schemas.openxmlformats.org/officeDocument/2006/relationships/customXml" Target="../ink/ink1241.xml"/><Relationship Id="rId141" Type="http://schemas.openxmlformats.org/officeDocument/2006/relationships/image" Target="../media/image1264.png"/><Relationship Id="rId7" Type="http://schemas.openxmlformats.org/officeDocument/2006/relationships/image" Target="../media/image1197.png"/><Relationship Id="rId162" Type="http://schemas.openxmlformats.org/officeDocument/2006/relationships/customXml" Target="../ink/ink1262.xml"/><Relationship Id="rId183" Type="http://schemas.openxmlformats.org/officeDocument/2006/relationships/image" Target="../media/image1285.png"/><Relationship Id="rId218" Type="http://schemas.openxmlformats.org/officeDocument/2006/relationships/customXml" Target="../ink/ink1290.xml"/><Relationship Id="rId239" Type="http://schemas.openxmlformats.org/officeDocument/2006/relationships/image" Target="../media/image1313.png"/><Relationship Id="rId250" Type="http://schemas.openxmlformats.org/officeDocument/2006/relationships/customXml" Target="../ink/ink1306.xml"/><Relationship Id="rId271" Type="http://schemas.openxmlformats.org/officeDocument/2006/relationships/image" Target="../media/image1329.png"/><Relationship Id="rId292" Type="http://schemas.openxmlformats.org/officeDocument/2006/relationships/customXml" Target="../ink/ink1327.xml"/><Relationship Id="rId306" Type="http://schemas.openxmlformats.org/officeDocument/2006/relationships/customXml" Target="../ink/ink1334.xml"/><Relationship Id="rId24" Type="http://schemas.openxmlformats.org/officeDocument/2006/relationships/customXml" Target="../ink/ink1193.xml"/><Relationship Id="rId45" Type="http://schemas.openxmlformats.org/officeDocument/2006/relationships/image" Target="../media/image1216.png"/><Relationship Id="rId66" Type="http://schemas.openxmlformats.org/officeDocument/2006/relationships/customXml" Target="../ink/ink1214.xml"/><Relationship Id="rId87" Type="http://schemas.openxmlformats.org/officeDocument/2006/relationships/image" Target="../media/image1237.png"/><Relationship Id="rId110" Type="http://schemas.openxmlformats.org/officeDocument/2006/relationships/customXml" Target="../ink/ink1236.xml"/><Relationship Id="rId131" Type="http://schemas.openxmlformats.org/officeDocument/2006/relationships/image" Target="../media/image1259.png"/><Relationship Id="rId152" Type="http://schemas.openxmlformats.org/officeDocument/2006/relationships/customXml" Target="../ink/ink1257.xml"/><Relationship Id="rId173" Type="http://schemas.openxmlformats.org/officeDocument/2006/relationships/image" Target="../media/image1280.png"/><Relationship Id="rId194" Type="http://schemas.openxmlformats.org/officeDocument/2006/relationships/customXml" Target="../ink/ink1278.xml"/><Relationship Id="rId208" Type="http://schemas.openxmlformats.org/officeDocument/2006/relationships/customXml" Target="../ink/ink1285.xml"/><Relationship Id="rId229" Type="http://schemas.openxmlformats.org/officeDocument/2006/relationships/image" Target="../media/image1308.png"/><Relationship Id="rId240" Type="http://schemas.openxmlformats.org/officeDocument/2006/relationships/customXml" Target="../ink/ink1301.xml"/><Relationship Id="rId261" Type="http://schemas.openxmlformats.org/officeDocument/2006/relationships/image" Target="../media/image1324.png"/><Relationship Id="rId14" Type="http://schemas.openxmlformats.org/officeDocument/2006/relationships/customXml" Target="../ink/ink1188.xml"/><Relationship Id="rId35" Type="http://schemas.openxmlformats.org/officeDocument/2006/relationships/image" Target="../media/image1211.png"/><Relationship Id="rId56" Type="http://schemas.openxmlformats.org/officeDocument/2006/relationships/customXml" Target="../ink/ink1209.xml"/><Relationship Id="rId77" Type="http://schemas.openxmlformats.org/officeDocument/2006/relationships/image" Target="../media/image1232.png"/><Relationship Id="rId100" Type="http://schemas.openxmlformats.org/officeDocument/2006/relationships/customXml" Target="../ink/ink1231.xml"/><Relationship Id="rId282" Type="http://schemas.openxmlformats.org/officeDocument/2006/relationships/customXml" Target="../ink/ink1322.xml"/><Relationship Id="rId8" Type="http://schemas.openxmlformats.org/officeDocument/2006/relationships/customXml" Target="../ink/ink1185.xml"/><Relationship Id="rId98" Type="http://schemas.openxmlformats.org/officeDocument/2006/relationships/customXml" Target="../ink/ink1230.xml"/><Relationship Id="rId121" Type="http://schemas.openxmlformats.org/officeDocument/2006/relationships/image" Target="../media/image1254.png"/><Relationship Id="rId142" Type="http://schemas.openxmlformats.org/officeDocument/2006/relationships/customXml" Target="../ink/ink1252.xml"/><Relationship Id="rId163" Type="http://schemas.openxmlformats.org/officeDocument/2006/relationships/image" Target="../media/image1275.png"/><Relationship Id="rId184" Type="http://schemas.openxmlformats.org/officeDocument/2006/relationships/customXml" Target="../ink/ink1273.xml"/><Relationship Id="rId219" Type="http://schemas.openxmlformats.org/officeDocument/2006/relationships/image" Target="../media/image1303.png"/><Relationship Id="rId230" Type="http://schemas.openxmlformats.org/officeDocument/2006/relationships/customXml" Target="../ink/ink1296.xml"/><Relationship Id="rId251" Type="http://schemas.openxmlformats.org/officeDocument/2006/relationships/image" Target="../media/image1319.png"/><Relationship Id="rId25" Type="http://schemas.openxmlformats.org/officeDocument/2006/relationships/image" Target="../media/image1206.png"/><Relationship Id="rId46" Type="http://schemas.openxmlformats.org/officeDocument/2006/relationships/customXml" Target="../ink/ink1204.xml"/><Relationship Id="rId67" Type="http://schemas.openxmlformats.org/officeDocument/2006/relationships/image" Target="../media/image1227.png"/><Relationship Id="rId272" Type="http://schemas.openxmlformats.org/officeDocument/2006/relationships/customXml" Target="../ink/ink1317.xml"/><Relationship Id="rId293" Type="http://schemas.openxmlformats.org/officeDocument/2006/relationships/image" Target="../media/image1340.png"/><Relationship Id="rId307" Type="http://schemas.openxmlformats.org/officeDocument/2006/relationships/image" Target="../media/image1347.png"/><Relationship Id="rId88" Type="http://schemas.openxmlformats.org/officeDocument/2006/relationships/customXml" Target="../ink/ink1225.xml"/><Relationship Id="rId111" Type="http://schemas.openxmlformats.org/officeDocument/2006/relationships/image" Target="../media/image1249.png"/><Relationship Id="rId132" Type="http://schemas.openxmlformats.org/officeDocument/2006/relationships/customXml" Target="../ink/ink1247.xml"/><Relationship Id="rId153" Type="http://schemas.openxmlformats.org/officeDocument/2006/relationships/image" Target="../media/image1270.png"/><Relationship Id="rId174" Type="http://schemas.openxmlformats.org/officeDocument/2006/relationships/customXml" Target="../ink/ink1268.xml"/><Relationship Id="rId195" Type="http://schemas.openxmlformats.org/officeDocument/2006/relationships/image" Target="../media/image1291.png"/><Relationship Id="rId209" Type="http://schemas.openxmlformats.org/officeDocument/2006/relationships/image" Target="../media/image1298.png"/><Relationship Id="rId220" Type="http://schemas.openxmlformats.org/officeDocument/2006/relationships/customXml" Target="../ink/ink1291.xml"/><Relationship Id="rId241" Type="http://schemas.openxmlformats.org/officeDocument/2006/relationships/image" Target="../media/image1314.png"/><Relationship Id="rId15" Type="http://schemas.openxmlformats.org/officeDocument/2006/relationships/image" Target="../media/image1201.png"/><Relationship Id="rId36" Type="http://schemas.openxmlformats.org/officeDocument/2006/relationships/customXml" Target="../ink/ink1199.xml"/><Relationship Id="rId57" Type="http://schemas.openxmlformats.org/officeDocument/2006/relationships/image" Target="../media/image1222.png"/><Relationship Id="rId262" Type="http://schemas.openxmlformats.org/officeDocument/2006/relationships/customXml" Target="../ink/ink1312.xml"/><Relationship Id="rId283" Type="http://schemas.openxmlformats.org/officeDocument/2006/relationships/image" Target="../media/image1335.png"/><Relationship Id="rId78" Type="http://schemas.openxmlformats.org/officeDocument/2006/relationships/customXml" Target="../ink/ink1220.xml"/><Relationship Id="rId99" Type="http://schemas.openxmlformats.org/officeDocument/2006/relationships/image" Target="../media/image1243.png"/><Relationship Id="rId101" Type="http://schemas.openxmlformats.org/officeDocument/2006/relationships/image" Target="../media/image1244.png"/><Relationship Id="rId122" Type="http://schemas.openxmlformats.org/officeDocument/2006/relationships/customXml" Target="../ink/ink1242.xml"/><Relationship Id="rId143" Type="http://schemas.openxmlformats.org/officeDocument/2006/relationships/image" Target="../media/image1265.png"/><Relationship Id="rId164" Type="http://schemas.openxmlformats.org/officeDocument/2006/relationships/customXml" Target="../ink/ink1263.xml"/><Relationship Id="rId185" Type="http://schemas.openxmlformats.org/officeDocument/2006/relationships/image" Target="../media/image1286.png"/><Relationship Id="rId9" Type="http://schemas.openxmlformats.org/officeDocument/2006/relationships/image" Target="../media/image1198.png"/><Relationship Id="rId210" Type="http://schemas.openxmlformats.org/officeDocument/2006/relationships/customXml" Target="../ink/ink1286.xml"/><Relationship Id="rId26" Type="http://schemas.openxmlformats.org/officeDocument/2006/relationships/customXml" Target="../ink/ink1194.xml"/><Relationship Id="rId231" Type="http://schemas.openxmlformats.org/officeDocument/2006/relationships/image" Target="../media/image1309.png"/><Relationship Id="rId252" Type="http://schemas.openxmlformats.org/officeDocument/2006/relationships/customXml" Target="../ink/ink1307.xml"/><Relationship Id="rId273" Type="http://schemas.openxmlformats.org/officeDocument/2006/relationships/image" Target="../media/image1330.png"/><Relationship Id="rId294" Type="http://schemas.openxmlformats.org/officeDocument/2006/relationships/customXml" Target="../ink/ink1328.xml"/><Relationship Id="rId308" Type="http://schemas.openxmlformats.org/officeDocument/2006/relationships/customXml" Target="../ink/ink1335.xml"/><Relationship Id="rId47" Type="http://schemas.openxmlformats.org/officeDocument/2006/relationships/image" Target="../media/image1217.png"/><Relationship Id="rId68" Type="http://schemas.openxmlformats.org/officeDocument/2006/relationships/customXml" Target="../ink/ink1215.xml"/><Relationship Id="rId89" Type="http://schemas.openxmlformats.org/officeDocument/2006/relationships/image" Target="../media/image1238.png"/><Relationship Id="rId112" Type="http://schemas.openxmlformats.org/officeDocument/2006/relationships/customXml" Target="../ink/ink1237.xml"/><Relationship Id="rId133" Type="http://schemas.openxmlformats.org/officeDocument/2006/relationships/image" Target="../media/image1260.png"/><Relationship Id="rId154" Type="http://schemas.openxmlformats.org/officeDocument/2006/relationships/customXml" Target="../ink/ink1258.xml"/><Relationship Id="rId175" Type="http://schemas.openxmlformats.org/officeDocument/2006/relationships/image" Target="../media/image1281.png"/><Relationship Id="rId196" Type="http://schemas.openxmlformats.org/officeDocument/2006/relationships/customXml" Target="../ink/ink1279.xml"/><Relationship Id="rId200" Type="http://schemas.openxmlformats.org/officeDocument/2006/relationships/customXml" Target="../ink/ink1281.xml"/><Relationship Id="rId16" Type="http://schemas.openxmlformats.org/officeDocument/2006/relationships/customXml" Target="../ink/ink1189.xml"/><Relationship Id="rId221" Type="http://schemas.openxmlformats.org/officeDocument/2006/relationships/image" Target="../media/image1304.png"/><Relationship Id="rId242" Type="http://schemas.openxmlformats.org/officeDocument/2006/relationships/customXml" Target="../ink/ink1302.xml"/><Relationship Id="rId263" Type="http://schemas.openxmlformats.org/officeDocument/2006/relationships/image" Target="../media/image1325.png"/><Relationship Id="rId284" Type="http://schemas.openxmlformats.org/officeDocument/2006/relationships/customXml" Target="../ink/ink1323.xml"/><Relationship Id="rId37" Type="http://schemas.openxmlformats.org/officeDocument/2006/relationships/image" Target="../media/image1212.png"/><Relationship Id="rId58" Type="http://schemas.openxmlformats.org/officeDocument/2006/relationships/customXml" Target="../ink/ink1210.xml"/><Relationship Id="rId79" Type="http://schemas.openxmlformats.org/officeDocument/2006/relationships/image" Target="../media/image1233.png"/><Relationship Id="rId102" Type="http://schemas.openxmlformats.org/officeDocument/2006/relationships/customXml" Target="../ink/ink1232.xml"/><Relationship Id="rId123" Type="http://schemas.openxmlformats.org/officeDocument/2006/relationships/image" Target="../media/image1255.png"/><Relationship Id="rId144" Type="http://schemas.openxmlformats.org/officeDocument/2006/relationships/customXml" Target="../ink/ink1253.xml"/><Relationship Id="rId90" Type="http://schemas.openxmlformats.org/officeDocument/2006/relationships/customXml" Target="../ink/ink1226.xml"/><Relationship Id="rId165" Type="http://schemas.openxmlformats.org/officeDocument/2006/relationships/image" Target="../media/image1276.png"/><Relationship Id="rId186" Type="http://schemas.openxmlformats.org/officeDocument/2006/relationships/customXml" Target="../ink/ink1274.xml"/><Relationship Id="rId211" Type="http://schemas.openxmlformats.org/officeDocument/2006/relationships/image" Target="../media/image1299.png"/><Relationship Id="rId232" Type="http://schemas.openxmlformats.org/officeDocument/2006/relationships/customXml" Target="../ink/ink1297.xml"/><Relationship Id="rId253" Type="http://schemas.openxmlformats.org/officeDocument/2006/relationships/image" Target="../media/image1320.png"/><Relationship Id="rId274" Type="http://schemas.openxmlformats.org/officeDocument/2006/relationships/customXml" Target="../ink/ink1318.xml"/><Relationship Id="rId295" Type="http://schemas.openxmlformats.org/officeDocument/2006/relationships/image" Target="../media/image1341.png"/><Relationship Id="rId309" Type="http://schemas.openxmlformats.org/officeDocument/2006/relationships/customXml" Target="../ink/ink1336.xml"/><Relationship Id="rId27" Type="http://schemas.openxmlformats.org/officeDocument/2006/relationships/image" Target="../media/image1207.png"/><Relationship Id="rId48" Type="http://schemas.openxmlformats.org/officeDocument/2006/relationships/customXml" Target="../ink/ink1205.xml"/><Relationship Id="rId69" Type="http://schemas.openxmlformats.org/officeDocument/2006/relationships/image" Target="../media/image1228.png"/><Relationship Id="rId113" Type="http://schemas.openxmlformats.org/officeDocument/2006/relationships/image" Target="../media/image1250.png"/><Relationship Id="rId134" Type="http://schemas.openxmlformats.org/officeDocument/2006/relationships/customXml" Target="../ink/ink1248.xml"/><Relationship Id="rId80" Type="http://schemas.openxmlformats.org/officeDocument/2006/relationships/customXml" Target="../ink/ink1221.xml"/><Relationship Id="rId155" Type="http://schemas.openxmlformats.org/officeDocument/2006/relationships/image" Target="../media/image1271.png"/><Relationship Id="rId176" Type="http://schemas.openxmlformats.org/officeDocument/2006/relationships/customXml" Target="../ink/ink1269.xml"/><Relationship Id="rId197" Type="http://schemas.openxmlformats.org/officeDocument/2006/relationships/image" Target="../media/image1292.png"/><Relationship Id="rId201" Type="http://schemas.openxmlformats.org/officeDocument/2006/relationships/image" Target="../media/image1294.png"/><Relationship Id="rId222" Type="http://schemas.openxmlformats.org/officeDocument/2006/relationships/customXml" Target="../ink/ink1292.xml"/><Relationship Id="rId243" Type="http://schemas.openxmlformats.org/officeDocument/2006/relationships/image" Target="../media/image1315.png"/><Relationship Id="rId264" Type="http://schemas.openxmlformats.org/officeDocument/2006/relationships/customXml" Target="../ink/ink1313.xml"/><Relationship Id="rId285" Type="http://schemas.openxmlformats.org/officeDocument/2006/relationships/image" Target="../media/image1336.png"/><Relationship Id="rId17" Type="http://schemas.openxmlformats.org/officeDocument/2006/relationships/image" Target="../media/image1202.png"/><Relationship Id="rId38" Type="http://schemas.openxmlformats.org/officeDocument/2006/relationships/customXml" Target="../ink/ink1200.xml"/><Relationship Id="rId59" Type="http://schemas.openxmlformats.org/officeDocument/2006/relationships/image" Target="../media/image1223.png"/><Relationship Id="rId103" Type="http://schemas.openxmlformats.org/officeDocument/2006/relationships/image" Target="../media/image1245.png"/><Relationship Id="rId124" Type="http://schemas.openxmlformats.org/officeDocument/2006/relationships/customXml" Target="../ink/ink1243.xml"/><Relationship Id="rId310" Type="http://schemas.openxmlformats.org/officeDocument/2006/relationships/customXml" Target="../ink/ink1337.xml"/><Relationship Id="rId70" Type="http://schemas.openxmlformats.org/officeDocument/2006/relationships/customXml" Target="../ink/ink1216.xml"/><Relationship Id="rId91" Type="http://schemas.openxmlformats.org/officeDocument/2006/relationships/image" Target="../media/image1239.png"/><Relationship Id="rId145" Type="http://schemas.openxmlformats.org/officeDocument/2006/relationships/image" Target="../media/image1266.png"/><Relationship Id="rId166" Type="http://schemas.openxmlformats.org/officeDocument/2006/relationships/customXml" Target="../ink/ink1264.xml"/><Relationship Id="rId187" Type="http://schemas.openxmlformats.org/officeDocument/2006/relationships/image" Target="../media/image1287.png"/><Relationship Id="rId1" Type="http://schemas.openxmlformats.org/officeDocument/2006/relationships/slideLayout" Target="../slideLayouts/slideLayout2.xml"/><Relationship Id="rId212" Type="http://schemas.openxmlformats.org/officeDocument/2006/relationships/customXml" Target="../ink/ink1287.xml"/><Relationship Id="rId233" Type="http://schemas.openxmlformats.org/officeDocument/2006/relationships/image" Target="../media/image1310.png"/><Relationship Id="rId254" Type="http://schemas.openxmlformats.org/officeDocument/2006/relationships/customXml" Target="../ink/ink1308.xml"/><Relationship Id="rId28" Type="http://schemas.openxmlformats.org/officeDocument/2006/relationships/customXml" Target="../ink/ink1195.xml"/><Relationship Id="rId49" Type="http://schemas.openxmlformats.org/officeDocument/2006/relationships/image" Target="../media/image1218.png"/><Relationship Id="rId114" Type="http://schemas.openxmlformats.org/officeDocument/2006/relationships/customXml" Target="../ink/ink1238.xml"/><Relationship Id="rId275" Type="http://schemas.openxmlformats.org/officeDocument/2006/relationships/image" Target="../media/image1331.png"/><Relationship Id="rId296" Type="http://schemas.openxmlformats.org/officeDocument/2006/relationships/customXml" Target="../ink/ink1329.xml"/><Relationship Id="rId300" Type="http://schemas.openxmlformats.org/officeDocument/2006/relationships/customXml" Target="../ink/ink1331.xml"/><Relationship Id="rId60" Type="http://schemas.openxmlformats.org/officeDocument/2006/relationships/customXml" Target="../ink/ink1211.xml"/><Relationship Id="rId81" Type="http://schemas.openxmlformats.org/officeDocument/2006/relationships/image" Target="../media/image1234.png"/><Relationship Id="rId135" Type="http://schemas.openxmlformats.org/officeDocument/2006/relationships/image" Target="../media/image1261.png"/><Relationship Id="rId156" Type="http://schemas.openxmlformats.org/officeDocument/2006/relationships/customXml" Target="../ink/ink1259.xml"/><Relationship Id="rId177" Type="http://schemas.openxmlformats.org/officeDocument/2006/relationships/image" Target="../media/image1282.png"/><Relationship Id="rId198" Type="http://schemas.openxmlformats.org/officeDocument/2006/relationships/customXml" Target="../ink/ink1280.xml"/><Relationship Id="rId202" Type="http://schemas.openxmlformats.org/officeDocument/2006/relationships/customXml" Target="../ink/ink1282.xml"/><Relationship Id="rId223" Type="http://schemas.openxmlformats.org/officeDocument/2006/relationships/image" Target="../media/image1305.png"/><Relationship Id="rId244" Type="http://schemas.openxmlformats.org/officeDocument/2006/relationships/customXml" Target="../ink/ink1303.xml"/><Relationship Id="rId18" Type="http://schemas.openxmlformats.org/officeDocument/2006/relationships/customXml" Target="../ink/ink1190.xml"/><Relationship Id="rId39" Type="http://schemas.openxmlformats.org/officeDocument/2006/relationships/image" Target="../media/image1213.png"/><Relationship Id="rId265" Type="http://schemas.openxmlformats.org/officeDocument/2006/relationships/image" Target="../media/image1326.png"/><Relationship Id="rId286" Type="http://schemas.openxmlformats.org/officeDocument/2006/relationships/customXml" Target="../ink/ink1324.xml"/><Relationship Id="rId50" Type="http://schemas.openxmlformats.org/officeDocument/2006/relationships/customXml" Target="../ink/ink1206.xml"/><Relationship Id="rId104" Type="http://schemas.openxmlformats.org/officeDocument/2006/relationships/customXml" Target="../ink/ink1233.xml"/><Relationship Id="rId125" Type="http://schemas.openxmlformats.org/officeDocument/2006/relationships/image" Target="../media/image1256.png"/><Relationship Id="rId146" Type="http://schemas.openxmlformats.org/officeDocument/2006/relationships/customXml" Target="../ink/ink1254.xml"/><Relationship Id="rId167" Type="http://schemas.openxmlformats.org/officeDocument/2006/relationships/image" Target="../media/image1277.png"/><Relationship Id="rId188" Type="http://schemas.openxmlformats.org/officeDocument/2006/relationships/customXml" Target="../ink/ink1275.xml"/><Relationship Id="rId311" Type="http://schemas.openxmlformats.org/officeDocument/2006/relationships/image" Target="../media/image1348.png"/><Relationship Id="rId71" Type="http://schemas.openxmlformats.org/officeDocument/2006/relationships/image" Target="../media/image1229.png"/><Relationship Id="rId92" Type="http://schemas.openxmlformats.org/officeDocument/2006/relationships/customXml" Target="../ink/ink1227.xml"/><Relationship Id="rId213" Type="http://schemas.openxmlformats.org/officeDocument/2006/relationships/image" Target="../media/image1300.png"/><Relationship Id="rId234" Type="http://schemas.openxmlformats.org/officeDocument/2006/relationships/customXml" Target="../ink/ink1298.xml"/><Relationship Id="rId2" Type="http://schemas.openxmlformats.org/officeDocument/2006/relationships/customXml" Target="../ink/ink1182.xml"/><Relationship Id="rId29" Type="http://schemas.openxmlformats.org/officeDocument/2006/relationships/image" Target="../media/image1208.png"/><Relationship Id="rId255" Type="http://schemas.openxmlformats.org/officeDocument/2006/relationships/image" Target="../media/image1321.png"/><Relationship Id="rId276" Type="http://schemas.openxmlformats.org/officeDocument/2006/relationships/customXml" Target="../ink/ink1319.xml"/><Relationship Id="rId297" Type="http://schemas.openxmlformats.org/officeDocument/2006/relationships/image" Target="../media/image1342.png"/><Relationship Id="rId40" Type="http://schemas.openxmlformats.org/officeDocument/2006/relationships/customXml" Target="../ink/ink1201.xml"/><Relationship Id="rId115" Type="http://schemas.openxmlformats.org/officeDocument/2006/relationships/image" Target="../media/image1251.png"/><Relationship Id="rId136" Type="http://schemas.openxmlformats.org/officeDocument/2006/relationships/customXml" Target="../ink/ink1249.xml"/><Relationship Id="rId157" Type="http://schemas.openxmlformats.org/officeDocument/2006/relationships/image" Target="../media/image1272.png"/><Relationship Id="rId178" Type="http://schemas.openxmlformats.org/officeDocument/2006/relationships/customXml" Target="../ink/ink1270.xml"/><Relationship Id="rId301" Type="http://schemas.openxmlformats.org/officeDocument/2006/relationships/image" Target="../media/image1344.png"/><Relationship Id="rId61" Type="http://schemas.openxmlformats.org/officeDocument/2006/relationships/image" Target="../media/image1224.png"/><Relationship Id="rId82" Type="http://schemas.openxmlformats.org/officeDocument/2006/relationships/customXml" Target="../ink/ink1222.xml"/><Relationship Id="rId199" Type="http://schemas.openxmlformats.org/officeDocument/2006/relationships/image" Target="../media/image1293.png"/><Relationship Id="rId203" Type="http://schemas.openxmlformats.org/officeDocument/2006/relationships/image" Target="../media/image1295.png"/><Relationship Id="rId19" Type="http://schemas.openxmlformats.org/officeDocument/2006/relationships/image" Target="../media/image1203.png"/><Relationship Id="rId224" Type="http://schemas.openxmlformats.org/officeDocument/2006/relationships/customXml" Target="../ink/ink1293.xml"/><Relationship Id="rId245" Type="http://schemas.openxmlformats.org/officeDocument/2006/relationships/image" Target="../media/image1316.png"/><Relationship Id="rId266" Type="http://schemas.openxmlformats.org/officeDocument/2006/relationships/customXml" Target="../ink/ink1314.xml"/><Relationship Id="rId287" Type="http://schemas.openxmlformats.org/officeDocument/2006/relationships/image" Target="../media/image1337.png"/><Relationship Id="rId30" Type="http://schemas.openxmlformats.org/officeDocument/2006/relationships/customXml" Target="../ink/ink1196.xml"/><Relationship Id="rId105" Type="http://schemas.openxmlformats.org/officeDocument/2006/relationships/image" Target="../media/image1246.png"/><Relationship Id="rId126" Type="http://schemas.openxmlformats.org/officeDocument/2006/relationships/customXml" Target="../ink/ink1244.xml"/><Relationship Id="rId147" Type="http://schemas.openxmlformats.org/officeDocument/2006/relationships/image" Target="../media/image1267.png"/><Relationship Id="rId168" Type="http://schemas.openxmlformats.org/officeDocument/2006/relationships/customXml" Target="../ink/ink1265.xml"/><Relationship Id="rId312" Type="http://schemas.openxmlformats.org/officeDocument/2006/relationships/customXml" Target="../ink/ink1338.xml"/><Relationship Id="rId51" Type="http://schemas.openxmlformats.org/officeDocument/2006/relationships/image" Target="../media/image1219.png"/><Relationship Id="rId72" Type="http://schemas.openxmlformats.org/officeDocument/2006/relationships/customXml" Target="../ink/ink1217.xml"/><Relationship Id="rId93" Type="http://schemas.openxmlformats.org/officeDocument/2006/relationships/image" Target="../media/image1240.png"/><Relationship Id="rId189" Type="http://schemas.openxmlformats.org/officeDocument/2006/relationships/image" Target="../media/image1288.png"/><Relationship Id="rId3" Type="http://schemas.openxmlformats.org/officeDocument/2006/relationships/image" Target="../media/image1195.png"/><Relationship Id="rId214" Type="http://schemas.openxmlformats.org/officeDocument/2006/relationships/customXml" Target="../ink/ink1288.xml"/><Relationship Id="rId235" Type="http://schemas.openxmlformats.org/officeDocument/2006/relationships/image" Target="../media/image1311.png"/><Relationship Id="rId256" Type="http://schemas.openxmlformats.org/officeDocument/2006/relationships/customXml" Target="../ink/ink1309.xml"/><Relationship Id="rId277" Type="http://schemas.openxmlformats.org/officeDocument/2006/relationships/image" Target="../media/image1332.png"/><Relationship Id="rId298" Type="http://schemas.openxmlformats.org/officeDocument/2006/relationships/customXml" Target="../ink/ink1330.xml"/><Relationship Id="rId116" Type="http://schemas.openxmlformats.org/officeDocument/2006/relationships/customXml" Target="../ink/ink1239.xml"/><Relationship Id="rId137" Type="http://schemas.openxmlformats.org/officeDocument/2006/relationships/image" Target="../media/image1262.png"/><Relationship Id="rId158" Type="http://schemas.openxmlformats.org/officeDocument/2006/relationships/customXml" Target="../ink/ink1260.xml"/><Relationship Id="rId302" Type="http://schemas.openxmlformats.org/officeDocument/2006/relationships/customXml" Target="../ink/ink1332.xml"/><Relationship Id="rId20" Type="http://schemas.openxmlformats.org/officeDocument/2006/relationships/customXml" Target="../ink/ink1191.xml"/><Relationship Id="rId41" Type="http://schemas.openxmlformats.org/officeDocument/2006/relationships/image" Target="../media/image1214.png"/><Relationship Id="rId62" Type="http://schemas.openxmlformats.org/officeDocument/2006/relationships/customXml" Target="../ink/ink1212.xml"/><Relationship Id="rId83" Type="http://schemas.openxmlformats.org/officeDocument/2006/relationships/image" Target="../media/image1235.png"/><Relationship Id="rId179" Type="http://schemas.openxmlformats.org/officeDocument/2006/relationships/image" Target="../media/image1283.png"/><Relationship Id="rId190" Type="http://schemas.openxmlformats.org/officeDocument/2006/relationships/customXml" Target="../ink/ink1276.xml"/><Relationship Id="rId204" Type="http://schemas.openxmlformats.org/officeDocument/2006/relationships/customXml" Target="../ink/ink1283.xml"/><Relationship Id="rId225" Type="http://schemas.openxmlformats.org/officeDocument/2006/relationships/image" Target="../media/image1306.png"/><Relationship Id="rId246" Type="http://schemas.openxmlformats.org/officeDocument/2006/relationships/customXml" Target="../ink/ink1304.xml"/><Relationship Id="rId267" Type="http://schemas.openxmlformats.org/officeDocument/2006/relationships/image" Target="../media/image1327.png"/><Relationship Id="rId288" Type="http://schemas.openxmlformats.org/officeDocument/2006/relationships/customXml" Target="../ink/ink1325.xml"/><Relationship Id="rId106" Type="http://schemas.openxmlformats.org/officeDocument/2006/relationships/customXml" Target="../ink/ink1234.xml"/><Relationship Id="rId127" Type="http://schemas.openxmlformats.org/officeDocument/2006/relationships/image" Target="../media/image1257.png"/><Relationship Id="rId313" Type="http://schemas.openxmlformats.org/officeDocument/2006/relationships/image" Target="../media/image1349.png"/><Relationship Id="rId10" Type="http://schemas.openxmlformats.org/officeDocument/2006/relationships/customXml" Target="../ink/ink1186.xml"/><Relationship Id="rId31" Type="http://schemas.openxmlformats.org/officeDocument/2006/relationships/image" Target="../media/image1209.png"/><Relationship Id="rId52" Type="http://schemas.openxmlformats.org/officeDocument/2006/relationships/customXml" Target="../ink/ink1207.xml"/><Relationship Id="rId73" Type="http://schemas.openxmlformats.org/officeDocument/2006/relationships/image" Target="../media/image1230.png"/><Relationship Id="rId94" Type="http://schemas.openxmlformats.org/officeDocument/2006/relationships/customXml" Target="../ink/ink1228.xml"/><Relationship Id="rId148" Type="http://schemas.openxmlformats.org/officeDocument/2006/relationships/customXml" Target="../ink/ink1255.xml"/><Relationship Id="rId169" Type="http://schemas.openxmlformats.org/officeDocument/2006/relationships/image" Target="../media/image1278.png"/><Relationship Id="rId4" Type="http://schemas.openxmlformats.org/officeDocument/2006/relationships/customXml" Target="../ink/ink1183.xml"/><Relationship Id="rId180" Type="http://schemas.openxmlformats.org/officeDocument/2006/relationships/customXml" Target="../ink/ink1271.xml"/><Relationship Id="rId215" Type="http://schemas.openxmlformats.org/officeDocument/2006/relationships/image" Target="../media/image1301.png"/><Relationship Id="rId236" Type="http://schemas.openxmlformats.org/officeDocument/2006/relationships/customXml" Target="../ink/ink1299.xml"/><Relationship Id="rId257" Type="http://schemas.openxmlformats.org/officeDocument/2006/relationships/image" Target="../media/image1322.png"/><Relationship Id="rId278" Type="http://schemas.openxmlformats.org/officeDocument/2006/relationships/customXml" Target="../ink/ink1320.xml"/><Relationship Id="rId303" Type="http://schemas.openxmlformats.org/officeDocument/2006/relationships/image" Target="../media/image1345.png"/><Relationship Id="rId42" Type="http://schemas.openxmlformats.org/officeDocument/2006/relationships/customXml" Target="../ink/ink1202.xml"/><Relationship Id="rId84" Type="http://schemas.openxmlformats.org/officeDocument/2006/relationships/customXml" Target="../ink/ink1223.xml"/><Relationship Id="rId138" Type="http://schemas.openxmlformats.org/officeDocument/2006/relationships/customXml" Target="../ink/ink1250.xml"/><Relationship Id="rId191" Type="http://schemas.openxmlformats.org/officeDocument/2006/relationships/image" Target="../media/image1289.png"/><Relationship Id="rId205" Type="http://schemas.openxmlformats.org/officeDocument/2006/relationships/image" Target="../media/image1296.png"/><Relationship Id="rId247" Type="http://schemas.openxmlformats.org/officeDocument/2006/relationships/image" Target="../media/image1317.png"/><Relationship Id="rId107" Type="http://schemas.openxmlformats.org/officeDocument/2006/relationships/image" Target="../media/image1247.png"/><Relationship Id="rId289" Type="http://schemas.openxmlformats.org/officeDocument/2006/relationships/image" Target="../media/image1338.png"/><Relationship Id="rId11" Type="http://schemas.openxmlformats.org/officeDocument/2006/relationships/image" Target="../media/image1199.png"/><Relationship Id="rId53" Type="http://schemas.openxmlformats.org/officeDocument/2006/relationships/image" Target="../media/image1220.png"/><Relationship Id="rId149" Type="http://schemas.openxmlformats.org/officeDocument/2006/relationships/image" Target="../media/image1268.png"/><Relationship Id="rId95" Type="http://schemas.openxmlformats.org/officeDocument/2006/relationships/image" Target="../media/image1241.png"/><Relationship Id="rId160" Type="http://schemas.openxmlformats.org/officeDocument/2006/relationships/customXml" Target="../ink/ink1261.xml"/><Relationship Id="rId216" Type="http://schemas.openxmlformats.org/officeDocument/2006/relationships/customXml" Target="../ink/ink1289.xml"/><Relationship Id="rId258" Type="http://schemas.openxmlformats.org/officeDocument/2006/relationships/customXml" Target="../ink/ink1310.xml"/><Relationship Id="rId22" Type="http://schemas.openxmlformats.org/officeDocument/2006/relationships/customXml" Target="../ink/ink1192.xml"/><Relationship Id="rId64" Type="http://schemas.openxmlformats.org/officeDocument/2006/relationships/customXml" Target="../ink/ink1213.xml"/><Relationship Id="rId118" Type="http://schemas.openxmlformats.org/officeDocument/2006/relationships/customXml" Target="../ink/ink1240.xml"/><Relationship Id="rId171" Type="http://schemas.openxmlformats.org/officeDocument/2006/relationships/image" Target="../media/image1279.png"/><Relationship Id="rId227" Type="http://schemas.openxmlformats.org/officeDocument/2006/relationships/image" Target="../media/image1307.png"/><Relationship Id="rId269" Type="http://schemas.openxmlformats.org/officeDocument/2006/relationships/image" Target="../media/image1328.png"/><Relationship Id="rId33" Type="http://schemas.openxmlformats.org/officeDocument/2006/relationships/image" Target="../media/image1210.png"/><Relationship Id="rId129" Type="http://schemas.openxmlformats.org/officeDocument/2006/relationships/image" Target="../media/image1258.png"/><Relationship Id="rId280" Type="http://schemas.openxmlformats.org/officeDocument/2006/relationships/customXml" Target="../ink/ink1321.xml"/><Relationship Id="rId75" Type="http://schemas.openxmlformats.org/officeDocument/2006/relationships/image" Target="../media/image1231.png"/><Relationship Id="rId140" Type="http://schemas.openxmlformats.org/officeDocument/2006/relationships/customXml" Target="../ink/ink1251.xml"/><Relationship Id="rId182" Type="http://schemas.openxmlformats.org/officeDocument/2006/relationships/customXml" Target="../ink/ink1272.xml"/><Relationship Id="rId6" Type="http://schemas.openxmlformats.org/officeDocument/2006/relationships/customXml" Target="../ink/ink1184.xml"/><Relationship Id="rId238" Type="http://schemas.openxmlformats.org/officeDocument/2006/relationships/customXml" Target="../ink/ink1300.xml"/><Relationship Id="rId291" Type="http://schemas.openxmlformats.org/officeDocument/2006/relationships/image" Target="../media/image1339.png"/><Relationship Id="rId305" Type="http://schemas.openxmlformats.org/officeDocument/2006/relationships/image" Target="../media/image1346.png"/><Relationship Id="rId44" Type="http://schemas.openxmlformats.org/officeDocument/2006/relationships/customXml" Target="../ink/ink1203.xml"/><Relationship Id="rId86" Type="http://schemas.openxmlformats.org/officeDocument/2006/relationships/customXml" Target="../ink/ink1224.xml"/><Relationship Id="rId151" Type="http://schemas.openxmlformats.org/officeDocument/2006/relationships/image" Target="../media/image1269.png"/></Relationships>
</file>

<file path=ppt/slides/_rels/slide19.xml.rels><?xml version="1.0" encoding="UTF-8" standalone="yes"?>
<Relationships xmlns="http://schemas.openxmlformats.org/package/2006/relationships"><Relationship Id="rId117" Type="http://schemas.openxmlformats.org/officeDocument/2006/relationships/image" Target="../media/image1407.png"/><Relationship Id="rId21" Type="http://schemas.openxmlformats.org/officeDocument/2006/relationships/image" Target="../media/image1359.png"/><Relationship Id="rId42" Type="http://schemas.openxmlformats.org/officeDocument/2006/relationships/customXml" Target="../ink/ink1359.xml"/><Relationship Id="rId63" Type="http://schemas.openxmlformats.org/officeDocument/2006/relationships/image" Target="../media/image1380.png"/><Relationship Id="rId84" Type="http://schemas.openxmlformats.org/officeDocument/2006/relationships/customXml" Target="../ink/ink1380.xml"/><Relationship Id="rId16" Type="http://schemas.openxmlformats.org/officeDocument/2006/relationships/customXml" Target="../ink/ink1346.xml"/><Relationship Id="rId107" Type="http://schemas.openxmlformats.org/officeDocument/2006/relationships/image" Target="../media/image1402.png"/><Relationship Id="rId11" Type="http://schemas.openxmlformats.org/officeDocument/2006/relationships/image" Target="../media/image1354.png"/><Relationship Id="rId32" Type="http://schemas.openxmlformats.org/officeDocument/2006/relationships/customXml" Target="../ink/ink1354.xml"/><Relationship Id="rId37" Type="http://schemas.openxmlformats.org/officeDocument/2006/relationships/image" Target="../media/image1367.png"/><Relationship Id="rId53" Type="http://schemas.openxmlformats.org/officeDocument/2006/relationships/image" Target="../media/image1375.png"/><Relationship Id="rId58" Type="http://schemas.openxmlformats.org/officeDocument/2006/relationships/customXml" Target="../ink/ink1367.xml"/><Relationship Id="rId74" Type="http://schemas.openxmlformats.org/officeDocument/2006/relationships/customXml" Target="../ink/ink1375.xml"/><Relationship Id="rId79" Type="http://schemas.openxmlformats.org/officeDocument/2006/relationships/image" Target="../media/image1388.png"/><Relationship Id="rId102" Type="http://schemas.openxmlformats.org/officeDocument/2006/relationships/customXml" Target="../ink/ink1389.xml"/><Relationship Id="rId123" Type="http://schemas.openxmlformats.org/officeDocument/2006/relationships/image" Target="../media/image1410.png"/><Relationship Id="rId128" Type="http://schemas.openxmlformats.org/officeDocument/2006/relationships/customXml" Target="../ink/ink1402.xml"/><Relationship Id="rId5" Type="http://schemas.openxmlformats.org/officeDocument/2006/relationships/image" Target="../media/image1351.png"/><Relationship Id="rId90" Type="http://schemas.openxmlformats.org/officeDocument/2006/relationships/customXml" Target="../ink/ink1383.xml"/><Relationship Id="rId95" Type="http://schemas.openxmlformats.org/officeDocument/2006/relationships/image" Target="../media/image1396.png"/><Relationship Id="rId22" Type="http://schemas.openxmlformats.org/officeDocument/2006/relationships/customXml" Target="../ink/ink1349.xml"/><Relationship Id="rId27" Type="http://schemas.openxmlformats.org/officeDocument/2006/relationships/image" Target="../media/image1362.png"/><Relationship Id="rId43" Type="http://schemas.openxmlformats.org/officeDocument/2006/relationships/image" Target="../media/image1370.png"/><Relationship Id="rId48" Type="http://schemas.openxmlformats.org/officeDocument/2006/relationships/customXml" Target="../ink/ink1362.xml"/><Relationship Id="rId64" Type="http://schemas.openxmlformats.org/officeDocument/2006/relationships/customXml" Target="../ink/ink1370.xml"/><Relationship Id="rId69" Type="http://schemas.openxmlformats.org/officeDocument/2006/relationships/image" Target="../media/image1383.png"/><Relationship Id="rId113" Type="http://schemas.openxmlformats.org/officeDocument/2006/relationships/image" Target="../media/image1405.png"/><Relationship Id="rId118" Type="http://schemas.openxmlformats.org/officeDocument/2006/relationships/customXml" Target="../ink/ink1397.xml"/><Relationship Id="rId134" Type="http://schemas.openxmlformats.org/officeDocument/2006/relationships/customXml" Target="../ink/ink1405.xml"/><Relationship Id="rId80" Type="http://schemas.openxmlformats.org/officeDocument/2006/relationships/customXml" Target="../ink/ink1378.xml"/><Relationship Id="rId85" Type="http://schemas.openxmlformats.org/officeDocument/2006/relationships/image" Target="../media/image1391.png"/><Relationship Id="rId12" Type="http://schemas.openxmlformats.org/officeDocument/2006/relationships/customXml" Target="../ink/ink1344.xml"/><Relationship Id="rId17" Type="http://schemas.openxmlformats.org/officeDocument/2006/relationships/image" Target="../media/image1357.png"/><Relationship Id="rId33" Type="http://schemas.openxmlformats.org/officeDocument/2006/relationships/image" Target="../media/image1365.png"/><Relationship Id="rId38" Type="http://schemas.openxmlformats.org/officeDocument/2006/relationships/customXml" Target="../ink/ink1357.xml"/><Relationship Id="rId59" Type="http://schemas.openxmlformats.org/officeDocument/2006/relationships/image" Target="../media/image1378.png"/><Relationship Id="rId103" Type="http://schemas.openxmlformats.org/officeDocument/2006/relationships/image" Target="../media/image1400.png"/><Relationship Id="rId108" Type="http://schemas.openxmlformats.org/officeDocument/2006/relationships/customXml" Target="../ink/ink1392.xml"/><Relationship Id="rId124" Type="http://schemas.openxmlformats.org/officeDocument/2006/relationships/customXml" Target="../ink/ink1400.xml"/><Relationship Id="rId129" Type="http://schemas.openxmlformats.org/officeDocument/2006/relationships/image" Target="../media/image1413.png"/><Relationship Id="rId54" Type="http://schemas.openxmlformats.org/officeDocument/2006/relationships/customXml" Target="../ink/ink1365.xml"/><Relationship Id="rId70" Type="http://schemas.openxmlformats.org/officeDocument/2006/relationships/customXml" Target="../ink/ink1373.xml"/><Relationship Id="rId75" Type="http://schemas.openxmlformats.org/officeDocument/2006/relationships/image" Target="../media/image1386.png"/><Relationship Id="rId91" Type="http://schemas.openxmlformats.org/officeDocument/2006/relationships/image" Target="../media/image1394.png"/><Relationship Id="rId96" Type="http://schemas.openxmlformats.org/officeDocument/2006/relationships/customXml" Target="../ink/ink1386.xml"/><Relationship Id="rId1" Type="http://schemas.openxmlformats.org/officeDocument/2006/relationships/slideLayout" Target="../slideLayouts/slideLayout2.xml"/><Relationship Id="rId6" Type="http://schemas.openxmlformats.org/officeDocument/2006/relationships/customXml" Target="../ink/ink1341.xml"/><Relationship Id="rId23" Type="http://schemas.openxmlformats.org/officeDocument/2006/relationships/image" Target="../media/image1360.png"/><Relationship Id="rId28" Type="http://schemas.openxmlformats.org/officeDocument/2006/relationships/customXml" Target="../ink/ink1352.xml"/><Relationship Id="rId49" Type="http://schemas.openxmlformats.org/officeDocument/2006/relationships/image" Target="../media/image1373.png"/><Relationship Id="rId114" Type="http://schemas.openxmlformats.org/officeDocument/2006/relationships/customXml" Target="../ink/ink1395.xml"/><Relationship Id="rId119" Type="http://schemas.openxmlformats.org/officeDocument/2006/relationships/image" Target="../media/image1408.png"/><Relationship Id="rId44" Type="http://schemas.openxmlformats.org/officeDocument/2006/relationships/customXml" Target="../ink/ink1360.xml"/><Relationship Id="rId60" Type="http://schemas.openxmlformats.org/officeDocument/2006/relationships/customXml" Target="../ink/ink1368.xml"/><Relationship Id="rId65" Type="http://schemas.openxmlformats.org/officeDocument/2006/relationships/image" Target="../media/image1381.png"/><Relationship Id="rId81" Type="http://schemas.openxmlformats.org/officeDocument/2006/relationships/image" Target="../media/image1389.png"/><Relationship Id="rId86" Type="http://schemas.openxmlformats.org/officeDocument/2006/relationships/customXml" Target="../ink/ink1381.xml"/><Relationship Id="rId130" Type="http://schemas.openxmlformats.org/officeDocument/2006/relationships/customXml" Target="../ink/ink1403.xml"/><Relationship Id="rId135" Type="http://schemas.openxmlformats.org/officeDocument/2006/relationships/image" Target="../media/image1416.png"/><Relationship Id="rId13" Type="http://schemas.openxmlformats.org/officeDocument/2006/relationships/image" Target="../media/image1355.png"/><Relationship Id="rId18" Type="http://schemas.openxmlformats.org/officeDocument/2006/relationships/customXml" Target="../ink/ink1347.xml"/><Relationship Id="rId39" Type="http://schemas.openxmlformats.org/officeDocument/2006/relationships/image" Target="../media/image1368.png"/><Relationship Id="rId109" Type="http://schemas.openxmlformats.org/officeDocument/2006/relationships/image" Target="../media/image1403.png"/><Relationship Id="rId34" Type="http://schemas.openxmlformats.org/officeDocument/2006/relationships/customXml" Target="../ink/ink1355.xml"/><Relationship Id="rId50" Type="http://schemas.openxmlformats.org/officeDocument/2006/relationships/customXml" Target="../ink/ink1363.xml"/><Relationship Id="rId55" Type="http://schemas.openxmlformats.org/officeDocument/2006/relationships/image" Target="../media/image1376.png"/><Relationship Id="rId76" Type="http://schemas.openxmlformats.org/officeDocument/2006/relationships/customXml" Target="../ink/ink1376.xml"/><Relationship Id="rId97" Type="http://schemas.openxmlformats.org/officeDocument/2006/relationships/image" Target="../media/image1397.png"/><Relationship Id="rId104" Type="http://schemas.openxmlformats.org/officeDocument/2006/relationships/customXml" Target="../ink/ink1390.xml"/><Relationship Id="rId120" Type="http://schemas.openxmlformats.org/officeDocument/2006/relationships/customXml" Target="../ink/ink1398.xml"/><Relationship Id="rId125" Type="http://schemas.openxmlformats.org/officeDocument/2006/relationships/image" Target="../media/image1411.png"/><Relationship Id="rId7" Type="http://schemas.openxmlformats.org/officeDocument/2006/relationships/image" Target="../media/image1352.png"/><Relationship Id="rId71" Type="http://schemas.openxmlformats.org/officeDocument/2006/relationships/image" Target="../media/image1384.png"/><Relationship Id="rId92" Type="http://schemas.openxmlformats.org/officeDocument/2006/relationships/customXml" Target="../ink/ink1384.xml"/><Relationship Id="rId2" Type="http://schemas.openxmlformats.org/officeDocument/2006/relationships/customXml" Target="../ink/ink1339.xml"/><Relationship Id="rId29" Type="http://schemas.openxmlformats.org/officeDocument/2006/relationships/image" Target="../media/image1363.png"/><Relationship Id="rId24" Type="http://schemas.openxmlformats.org/officeDocument/2006/relationships/customXml" Target="../ink/ink1350.xml"/><Relationship Id="rId40" Type="http://schemas.openxmlformats.org/officeDocument/2006/relationships/customXml" Target="../ink/ink1358.xml"/><Relationship Id="rId45" Type="http://schemas.openxmlformats.org/officeDocument/2006/relationships/image" Target="../media/image1371.png"/><Relationship Id="rId66" Type="http://schemas.openxmlformats.org/officeDocument/2006/relationships/customXml" Target="../ink/ink1371.xml"/><Relationship Id="rId87" Type="http://schemas.openxmlformats.org/officeDocument/2006/relationships/image" Target="../media/image1392.png"/><Relationship Id="rId110" Type="http://schemas.openxmlformats.org/officeDocument/2006/relationships/customXml" Target="../ink/ink1393.xml"/><Relationship Id="rId115" Type="http://schemas.openxmlformats.org/officeDocument/2006/relationships/image" Target="../media/image1406.png"/><Relationship Id="rId131" Type="http://schemas.openxmlformats.org/officeDocument/2006/relationships/image" Target="../media/image1414.png"/><Relationship Id="rId61" Type="http://schemas.openxmlformats.org/officeDocument/2006/relationships/image" Target="../media/image1379.png"/><Relationship Id="rId82" Type="http://schemas.openxmlformats.org/officeDocument/2006/relationships/customXml" Target="../ink/ink1379.xml"/><Relationship Id="rId19" Type="http://schemas.openxmlformats.org/officeDocument/2006/relationships/image" Target="../media/image1358.png"/><Relationship Id="rId14" Type="http://schemas.openxmlformats.org/officeDocument/2006/relationships/customXml" Target="../ink/ink1345.xml"/><Relationship Id="rId30" Type="http://schemas.openxmlformats.org/officeDocument/2006/relationships/customXml" Target="../ink/ink1353.xml"/><Relationship Id="rId35" Type="http://schemas.openxmlformats.org/officeDocument/2006/relationships/image" Target="../media/image1366.png"/><Relationship Id="rId56" Type="http://schemas.openxmlformats.org/officeDocument/2006/relationships/customXml" Target="../ink/ink1366.xml"/><Relationship Id="rId77" Type="http://schemas.openxmlformats.org/officeDocument/2006/relationships/image" Target="../media/image1387.png"/><Relationship Id="rId100" Type="http://schemas.openxmlformats.org/officeDocument/2006/relationships/customXml" Target="../ink/ink1388.xml"/><Relationship Id="rId105" Type="http://schemas.openxmlformats.org/officeDocument/2006/relationships/image" Target="../media/image1401.png"/><Relationship Id="rId126" Type="http://schemas.openxmlformats.org/officeDocument/2006/relationships/customXml" Target="../ink/ink1401.xml"/><Relationship Id="rId8" Type="http://schemas.openxmlformats.org/officeDocument/2006/relationships/customXml" Target="../ink/ink1342.xml"/><Relationship Id="rId51" Type="http://schemas.openxmlformats.org/officeDocument/2006/relationships/image" Target="../media/image1374.png"/><Relationship Id="rId72" Type="http://schemas.openxmlformats.org/officeDocument/2006/relationships/customXml" Target="../ink/ink1374.xml"/><Relationship Id="rId93" Type="http://schemas.openxmlformats.org/officeDocument/2006/relationships/image" Target="../media/image1395.png"/><Relationship Id="rId98" Type="http://schemas.openxmlformats.org/officeDocument/2006/relationships/customXml" Target="../ink/ink1387.xml"/><Relationship Id="rId121" Type="http://schemas.openxmlformats.org/officeDocument/2006/relationships/image" Target="../media/image1409.png"/><Relationship Id="rId3" Type="http://schemas.openxmlformats.org/officeDocument/2006/relationships/image" Target="../media/image1350.png"/><Relationship Id="rId25" Type="http://schemas.openxmlformats.org/officeDocument/2006/relationships/image" Target="../media/image1361.png"/><Relationship Id="rId46" Type="http://schemas.openxmlformats.org/officeDocument/2006/relationships/customXml" Target="../ink/ink1361.xml"/><Relationship Id="rId67" Type="http://schemas.openxmlformats.org/officeDocument/2006/relationships/image" Target="../media/image1382.png"/><Relationship Id="rId116" Type="http://schemas.openxmlformats.org/officeDocument/2006/relationships/customXml" Target="../ink/ink1396.xml"/><Relationship Id="rId20" Type="http://schemas.openxmlformats.org/officeDocument/2006/relationships/customXml" Target="../ink/ink1348.xml"/><Relationship Id="rId41" Type="http://schemas.openxmlformats.org/officeDocument/2006/relationships/image" Target="../media/image1369.png"/><Relationship Id="rId62" Type="http://schemas.openxmlformats.org/officeDocument/2006/relationships/customXml" Target="../ink/ink1369.xml"/><Relationship Id="rId83" Type="http://schemas.openxmlformats.org/officeDocument/2006/relationships/image" Target="../media/image1390.png"/><Relationship Id="rId88" Type="http://schemas.openxmlformats.org/officeDocument/2006/relationships/customXml" Target="../ink/ink1382.xml"/><Relationship Id="rId111" Type="http://schemas.openxmlformats.org/officeDocument/2006/relationships/image" Target="../media/image1404.png"/><Relationship Id="rId132" Type="http://schemas.openxmlformats.org/officeDocument/2006/relationships/customXml" Target="../ink/ink1404.xml"/><Relationship Id="rId15" Type="http://schemas.openxmlformats.org/officeDocument/2006/relationships/image" Target="../media/image1356.png"/><Relationship Id="rId36" Type="http://schemas.openxmlformats.org/officeDocument/2006/relationships/customXml" Target="../ink/ink1356.xml"/><Relationship Id="rId57" Type="http://schemas.openxmlformats.org/officeDocument/2006/relationships/image" Target="../media/image1377.png"/><Relationship Id="rId106" Type="http://schemas.openxmlformats.org/officeDocument/2006/relationships/customXml" Target="../ink/ink1391.xml"/><Relationship Id="rId127" Type="http://schemas.openxmlformats.org/officeDocument/2006/relationships/image" Target="../media/image1412.png"/><Relationship Id="rId10" Type="http://schemas.openxmlformats.org/officeDocument/2006/relationships/customXml" Target="../ink/ink1343.xml"/><Relationship Id="rId31" Type="http://schemas.openxmlformats.org/officeDocument/2006/relationships/image" Target="../media/image1364.png"/><Relationship Id="rId52" Type="http://schemas.openxmlformats.org/officeDocument/2006/relationships/customXml" Target="../ink/ink1364.xml"/><Relationship Id="rId73" Type="http://schemas.openxmlformats.org/officeDocument/2006/relationships/image" Target="../media/image1385.png"/><Relationship Id="rId78" Type="http://schemas.openxmlformats.org/officeDocument/2006/relationships/customXml" Target="../ink/ink1377.xml"/><Relationship Id="rId94" Type="http://schemas.openxmlformats.org/officeDocument/2006/relationships/customXml" Target="../ink/ink1385.xml"/><Relationship Id="rId99" Type="http://schemas.openxmlformats.org/officeDocument/2006/relationships/image" Target="../media/image1398.png"/><Relationship Id="rId101" Type="http://schemas.openxmlformats.org/officeDocument/2006/relationships/image" Target="../media/image1399.png"/><Relationship Id="rId122" Type="http://schemas.openxmlformats.org/officeDocument/2006/relationships/customXml" Target="../ink/ink1399.xml"/><Relationship Id="rId4" Type="http://schemas.openxmlformats.org/officeDocument/2006/relationships/customXml" Target="../ink/ink1340.xml"/><Relationship Id="rId9" Type="http://schemas.openxmlformats.org/officeDocument/2006/relationships/image" Target="../media/image1353.png"/><Relationship Id="rId26" Type="http://schemas.openxmlformats.org/officeDocument/2006/relationships/customXml" Target="../ink/ink1351.xml"/><Relationship Id="rId47" Type="http://schemas.openxmlformats.org/officeDocument/2006/relationships/image" Target="../media/image1372.png"/><Relationship Id="rId68" Type="http://schemas.openxmlformats.org/officeDocument/2006/relationships/customXml" Target="../ink/ink1372.xml"/><Relationship Id="rId89" Type="http://schemas.openxmlformats.org/officeDocument/2006/relationships/image" Target="../media/image1393.png"/><Relationship Id="rId112" Type="http://schemas.openxmlformats.org/officeDocument/2006/relationships/customXml" Target="../ink/ink1394.xml"/><Relationship Id="rId133" Type="http://schemas.openxmlformats.org/officeDocument/2006/relationships/image" Target="../media/image1415.png"/></Relationships>
</file>

<file path=ppt/slides/_rels/slide20.xml.rels><?xml version="1.0" encoding="UTF-8" standalone="yes"?>
<Relationships xmlns="http://schemas.openxmlformats.org/package/2006/relationships"><Relationship Id="rId117" Type="http://schemas.openxmlformats.org/officeDocument/2006/relationships/image" Target="../media/image1475.png"/><Relationship Id="rId299" Type="http://schemas.openxmlformats.org/officeDocument/2006/relationships/image" Target="../media/image1566.png"/><Relationship Id="rId21" Type="http://schemas.openxmlformats.org/officeDocument/2006/relationships/image" Target="../media/image1427.png"/><Relationship Id="rId63" Type="http://schemas.openxmlformats.org/officeDocument/2006/relationships/image" Target="../media/image1448.png"/><Relationship Id="rId159" Type="http://schemas.openxmlformats.org/officeDocument/2006/relationships/image" Target="../media/image1496.png"/><Relationship Id="rId324" Type="http://schemas.openxmlformats.org/officeDocument/2006/relationships/customXml" Target="../ink/ink1566.xml"/><Relationship Id="rId170" Type="http://schemas.openxmlformats.org/officeDocument/2006/relationships/customXml" Target="../ink/ink1489.xml"/><Relationship Id="rId226" Type="http://schemas.openxmlformats.org/officeDocument/2006/relationships/customXml" Target="../ink/ink1517.xml"/><Relationship Id="rId268" Type="http://schemas.openxmlformats.org/officeDocument/2006/relationships/customXml" Target="../ink/ink1538.xml"/><Relationship Id="rId32" Type="http://schemas.openxmlformats.org/officeDocument/2006/relationships/customXml" Target="../ink/ink1420.xml"/><Relationship Id="rId74" Type="http://schemas.openxmlformats.org/officeDocument/2006/relationships/customXml" Target="../ink/ink1441.xml"/><Relationship Id="rId128" Type="http://schemas.openxmlformats.org/officeDocument/2006/relationships/customXml" Target="../ink/ink1468.xml"/><Relationship Id="rId335" Type="http://schemas.openxmlformats.org/officeDocument/2006/relationships/image" Target="../media/image1584.png"/><Relationship Id="rId5" Type="http://schemas.openxmlformats.org/officeDocument/2006/relationships/image" Target="../media/image1419.png"/><Relationship Id="rId181" Type="http://schemas.openxmlformats.org/officeDocument/2006/relationships/image" Target="../media/image1507.png"/><Relationship Id="rId237" Type="http://schemas.openxmlformats.org/officeDocument/2006/relationships/image" Target="../media/image1535.png"/><Relationship Id="rId279" Type="http://schemas.openxmlformats.org/officeDocument/2006/relationships/image" Target="../media/image1556.png"/><Relationship Id="rId43" Type="http://schemas.openxmlformats.org/officeDocument/2006/relationships/image" Target="../media/image1438.png"/><Relationship Id="rId139" Type="http://schemas.openxmlformats.org/officeDocument/2006/relationships/image" Target="../media/image1486.png"/><Relationship Id="rId290" Type="http://schemas.openxmlformats.org/officeDocument/2006/relationships/customXml" Target="../ink/ink1549.xml"/><Relationship Id="rId304" Type="http://schemas.openxmlformats.org/officeDocument/2006/relationships/customXml" Target="../ink/ink1556.xml"/><Relationship Id="rId85" Type="http://schemas.openxmlformats.org/officeDocument/2006/relationships/image" Target="../media/image1459.png"/><Relationship Id="rId150" Type="http://schemas.openxmlformats.org/officeDocument/2006/relationships/customXml" Target="../ink/ink1479.xml"/><Relationship Id="rId192" Type="http://schemas.openxmlformats.org/officeDocument/2006/relationships/customXml" Target="../ink/ink1500.xml"/><Relationship Id="rId206" Type="http://schemas.openxmlformats.org/officeDocument/2006/relationships/customXml" Target="../ink/ink1507.xml"/><Relationship Id="rId248" Type="http://schemas.openxmlformats.org/officeDocument/2006/relationships/customXml" Target="../ink/ink1528.xml"/><Relationship Id="rId12" Type="http://schemas.openxmlformats.org/officeDocument/2006/relationships/customXml" Target="../ink/ink1410.xml"/><Relationship Id="rId108" Type="http://schemas.openxmlformats.org/officeDocument/2006/relationships/customXml" Target="../ink/ink1458.xml"/><Relationship Id="rId315" Type="http://schemas.openxmlformats.org/officeDocument/2006/relationships/image" Target="../media/image1574.png"/><Relationship Id="rId54" Type="http://schemas.openxmlformats.org/officeDocument/2006/relationships/customXml" Target="../ink/ink1431.xml"/><Relationship Id="rId96" Type="http://schemas.openxmlformats.org/officeDocument/2006/relationships/customXml" Target="../ink/ink1452.xml"/><Relationship Id="rId161" Type="http://schemas.openxmlformats.org/officeDocument/2006/relationships/image" Target="../media/image1497.png"/><Relationship Id="rId217" Type="http://schemas.openxmlformats.org/officeDocument/2006/relationships/image" Target="../media/image1525.png"/><Relationship Id="rId259" Type="http://schemas.openxmlformats.org/officeDocument/2006/relationships/image" Target="../media/image1546.png"/><Relationship Id="rId23" Type="http://schemas.openxmlformats.org/officeDocument/2006/relationships/image" Target="../media/image1428.png"/><Relationship Id="rId119" Type="http://schemas.openxmlformats.org/officeDocument/2006/relationships/image" Target="../media/image1476.png"/><Relationship Id="rId270" Type="http://schemas.openxmlformats.org/officeDocument/2006/relationships/customXml" Target="../ink/ink1539.xml"/><Relationship Id="rId326" Type="http://schemas.openxmlformats.org/officeDocument/2006/relationships/customXml" Target="../ink/ink1567.xml"/><Relationship Id="rId65" Type="http://schemas.openxmlformats.org/officeDocument/2006/relationships/image" Target="../media/image1449.png"/><Relationship Id="rId130" Type="http://schemas.openxmlformats.org/officeDocument/2006/relationships/customXml" Target="../ink/ink1469.xml"/><Relationship Id="rId172" Type="http://schemas.openxmlformats.org/officeDocument/2006/relationships/customXml" Target="../ink/ink1490.xml"/><Relationship Id="rId228" Type="http://schemas.openxmlformats.org/officeDocument/2006/relationships/customXml" Target="../ink/ink1518.xml"/><Relationship Id="rId281" Type="http://schemas.openxmlformats.org/officeDocument/2006/relationships/image" Target="../media/image1557.png"/><Relationship Id="rId337" Type="http://schemas.openxmlformats.org/officeDocument/2006/relationships/image" Target="../media/image1585.png"/><Relationship Id="rId34" Type="http://schemas.openxmlformats.org/officeDocument/2006/relationships/customXml" Target="../ink/ink1421.xml"/><Relationship Id="rId76" Type="http://schemas.openxmlformats.org/officeDocument/2006/relationships/customXml" Target="../ink/ink1442.xml"/><Relationship Id="rId141" Type="http://schemas.openxmlformats.org/officeDocument/2006/relationships/image" Target="../media/image1487.png"/><Relationship Id="rId7" Type="http://schemas.openxmlformats.org/officeDocument/2006/relationships/image" Target="../media/image1420.png"/><Relationship Id="rId183" Type="http://schemas.openxmlformats.org/officeDocument/2006/relationships/image" Target="../media/image1508.png"/><Relationship Id="rId239" Type="http://schemas.openxmlformats.org/officeDocument/2006/relationships/image" Target="../media/image1536.png"/><Relationship Id="rId250" Type="http://schemas.openxmlformats.org/officeDocument/2006/relationships/customXml" Target="../ink/ink1529.xml"/><Relationship Id="rId292" Type="http://schemas.openxmlformats.org/officeDocument/2006/relationships/customXml" Target="../ink/ink1550.xml"/><Relationship Id="rId306" Type="http://schemas.openxmlformats.org/officeDocument/2006/relationships/customXml" Target="../ink/ink1557.xml"/><Relationship Id="rId45" Type="http://schemas.openxmlformats.org/officeDocument/2006/relationships/image" Target="../media/image1439.png"/><Relationship Id="rId87" Type="http://schemas.openxmlformats.org/officeDocument/2006/relationships/image" Target="../media/image1460.png"/><Relationship Id="rId110" Type="http://schemas.openxmlformats.org/officeDocument/2006/relationships/customXml" Target="../ink/ink1459.xml"/><Relationship Id="rId152" Type="http://schemas.openxmlformats.org/officeDocument/2006/relationships/customXml" Target="../ink/ink1480.xml"/><Relationship Id="rId194" Type="http://schemas.openxmlformats.org/officeDocument/2006/relationships/customXml" Target="../ink/ink1501.xml"/><Relationship Id="rId208" Type="http://schemas.openxmlformats.org/officeDocument/2006/relationships/customXml" Target="../ink/ink1508.xml"/><Relationship Id="rId240" Type="http://schemas.openxmlformats.org/officeDocument/2006/relationships/customXml" Target="../ink/ink1524.xml"/><Relationship Id="rId261" Type="http://schemas.openxmlformats.org/officeDocument/2006/relationships/image" Target="../media/image1547.png"/><Relationship Id="rId14" Type="http://schemas.openxmlformats.org/officeDocument/2006/relationships/customXml" Target="../ink/ink1411.xml"/><Relationship Id="rId35" Type="http://schemas.openxmlformats.org/officeDocument/2006/relationships/image" Target="../media/image1434.png"/><Relationship Id="rId56" Type="http://schemas.openxmlformats.org/officeDocument/2006/relationships/customXml" Target="../ink/ink1432.xml"/><Relationship Id="rId77" Type="http://schemas.openxmlformats.org/officeDocument/2006/relationships/image" Target="../media/image1455.png"/><Relationship Id="rId100" Type="http://schemas.openxmlformats.org/officeDocument/2006/relationships/customXml" Target="../ink/ink1454.xml"/><Relationship Id="rId282" Type="http://schemas.openxmlformats.org/officeDocument/2006/relationships/customXml" Target="../ink/ink1545.xml"/><Relationship Id="rId317" Type="http://schemas.openxmlformats.org/officeDocument/2006/relationships/image" Target="../media/image1575.png"/><Relationship Id="rId338" Type="http://schemas.openxmlformats.org/officeDocument/2006/relationships/customXml" Target="../ink/ink1573.xml"/><Relationship Id="rId8" Type="http://schemas.openxmlformats.org/officeDocument/2006/relationships/customXml" Target="../ink/ink1408.xml"/><Relationship Id="rId98" Type="http://schemas.openxmlformats.org/officeDocument/2006/relationships/customXml" Target="../ink/ink1453.xml"/><Relationship Id="rId121" Type="http://schemas.openxmlformats.org/officeDocument/2006/relationships/image" Target="../media/image1477.png"/><Relationship Id="rId142" Type="http://schemas.openxmlformats.org/officeDocument/2006/relationships/customXml" Target="../ink/ink1475.xml"/><Relationship Id="rId163" Type="http://schemas.openxmlformats.org/officeDocument/2006/relationships/image" Target="../media/image1498.png"/><Relationship Id="rId184" Type="http://schemas.openxmlformats.org/officeDocument/2006/relationships/customXml" Target="../ink/ink1496.xml"/><Relationship Id="rId219" Type="http://schemas.openxmlformats.org/officeDocument/2006/relationships/image" Target="../media/image1526.png"/><Relationship Id="rId230" Type="http://schemas.openxmlformats.org/officeDocument/2006/relationships/customXml" Target="../ink/ink1519.xml"/><Relationship Id="rId251" Type="http://schemas.openxmlformats.org/officeDocument/2006/relationships/image" Target="../media/image1542.png"/><Relationship Id="rId25" Type="http://schemas.openxmlformats.org/officeDocument/2006/relationships/image" Target="../media/image1429.png"/><Relationship Id="rId46" Type="http://schemas.openxmlformats.org/officeDocument/2006/relationships/customXml" Target="../ink/ink1427.xml"/><Relationship Id="rId67" Type="http://schemas.openxmlformats.org/officeDocument/2006/relationships/image" Target="../media/image1450.png"/><Relationship Id="rId272" Type="http://schemas.openxmlformats.org/officeDocument/2006/relationships/customXml" Target="../ink/ink1540.xml"/><Relationship Id="rId293" Type="http://schemas.openxmlformats.org/officeDocument/2006/relationships/image" Target="../media/image1563.png"/><Relationship Id="rId307" Type="http://schemas.openxmlformats.org/officeDocument/2006/relationships/image" Target="../media/image1570.png"/><Relationship Id="rId328" Type="http://schemas.openxmlformats.org/officeDocument/2006/relationships/customXml" Target="../ink/ink1568.xml"/><Relationship Id="rId88" Type="http://schemas.openxmlformats.org/officeDocument/2006/relationships/customXml" Target="../ink/ink1448.xml"/><Relationship Id="rId111" Type="http://schemas.openxmlformats.org/officeDocument/2006/relationships/image" Target="../media/image1472.png"/><Relationship Id="rId132" Type="http://schemas.openxmlformats.org/officeDocument/2006/relationships/customXml" Target="../ink/ink1470.xml"/><Relationship Id="rId153" Type="http://schemas.openxmlformats.org/officeDocument/2006/relationships/image" Target="../media/image1493.png"/><Relationship Id="rId174" Type="http://schemas.openxmlformats.org/officeDocument/2006/relationships/customXml" Target="../ink/ink1491.xml"/><Relationship Id="rId195" Type="http://schemas.openxmlformats.org/officeDocument/2006/relationships/image" Target="../media/image1514.png"/><Relationship Id="rId209" Type="http://schemas.openxmlformats.org/officeDocument/2006/relationships/image" Target="../media/image1521.png"/><Relationship Id="rId220" Type="http://schemas.openxmlformats.org/officeDocument/2006/relationships/customXml" Target="../ink/ink1514.xml"/><Relationship Id="rId241" Type="http://schemas.openxmlformats.org/officeDocument/2006/relationships/image" Target="../media/image1537.png"/><Relationship Id="rId15" Type="http://schemas.openxmlformats.org/officeDocument/2006/relationships/image" Target="../media/image1424.png"/><Relationship Id="rId36" Type="http://schemas.openxmlformats.org/officeDocument/2006/relationships/customXml" Target="../ink/ink1422.xml"/><Relationship Id="rId57" Type="http://schemas.openxmlformats.org/officeDocument/2006/relationships/image" Target="../media/image1445.png"/><Relationship Id="rId262" Type="http://schemas.openxmlformats.org/officeDocument/2006/relationships/customXml" Target="../ink/ink1535.xml"/><Relationship Id="rId283" Type="http://schemas.openxmlformats.org/officeDocument/2006/relationships/image" Target="../media/image1558.png"/><Relationship Id="rId318" Type="http://schemas.openxmlformats.org/officeDocument/2006/relationships/customXml" Target="../ink/ink1563.xml"/><Relationship Id="rId339" Type="http://schemas.openxmlformats.org/officeDocument/2006/relationships/image" Target="../media/image1586.png"/><Relationship Id="rId78" Type="http://schemas.openxmlformats.org/officeDocument/2006/relationships/customXml" Target="../ink/ink1443.xml"/><Relationship Id="rId99" Type="http://schemas.openxmlformats.org/officeDocument/2006/relationships/image" Target="../media/image1466.png"/><Relationship Id="rId101" Type="http://schemas.openxmlformats.org/officeDocument/2006/relationships/image" Target="../media/image1467.png"/><Relationship Id="rId122" Type="http://schemas.openxmlformats.org/officeDocument/2006/relationships/customXml" Target="../ink/ink1465.xml"/><Relationship Id="rId143" Type="http://schemas.openxmlformats.org/officeDocument/2006/relationships/image" Target="../media/image1488.png"/><Relationship Id="rId164" Type="http://schemas.openxmlformats.org/officeDocument/2006/relationships/customXml" Target="../ink/ink1486.xml"/><Relationship Id="rId185" Type="http://schemas.openxmlformats.org/officeDocument/2006/relationships/image" Target="../media/image1509.png"/><Relationship Id="rId9" Type="http://schemas.openxmlformats.org/officeDocument/2006/relationships/image" Target="../media/image1421.png"/><Relationship Id="rId210" Type="http://schemas.openxmlformats.org/officeDocument/2006/relationships/customXml" Target="../ink/ink1509.xml"/><Relationship Id="rId26" Type="http://schemas.openxmlformats.org/officeDocument/2006/relationships/customXml" Target="../ink/ink1417.xml"/><Relationship Id="rId231" Type="http://schemas.openxmlformats.org/officeDocument/2006/relationships/image" Target="../media/image1532.png"/><Relationship Id="rId252" Type="http://schemas.openxmlformats.org/officeDocument/2006/relationships/customXml" Target="../ink/ink1530.xml"/><Relationship Id="rId273" Type="http://schemas.openxmlformats.org/officeDocument/2006/relationships/image" Target="../media/image1553.png"/><Relationship Id="rId294" Type="http://schemas.openxmlformats.org/officeDocument/2006/relationships/customXml" Target="../ink/ink1551.xml"/><Relationship Id="rId308" Type="http://schemas.openxmlformats.org/officeDocument/2006/relationships/customXml" Target="../ink/ink1558.xml"/><Relationship Id="rId329" Type="http://schemas.openxmlformats.org/officeDocument/2006/relationships/image" Target="../media/image1581.png"/><Relationship Id="rId47" Type="http://schemas.openxmlformats.org/officeDocument/2006/relationships/image" Target="../media/image1440.png"/><Relationship Id="rId68" Type="http://schemas.openxmlformats.org/officeDocument/2006/relationships/customXml" Target="../ink/ink1438.xml"/><Relationship Id="rId89" Type="http://schemas.openxmlformats.org/officeDocument/2006/relationships/image" Target="../media/image1461.png"/><Relationship Id="rId112" Type="http://schemas.openxmlformats.org/officeDocument/2006/relationships/customXml" Target="../ink/ink1460.xml"/><Relationship Id="rId133" Type="http://schemas.openxmlformats.org/officeDocument/2006/relationships/image" Target="../media/image1483.png"/><Relationship Id="rId154" Type="http://schemas.openxmlformats.org/officeDocument/2006/relationships/customXml" Target="../ink/ink1481.xml"/><Relationship Id="rId175" Type="http://schemas.openxmlformats.org/officeDocument/2006/relationships/image" Target="../media/image1504.png"/><Relationship Id="rId340" Type="http://schemas.openxmlformats.org/officeDocument/2006/relationships/customXml" Target="../ink/ink1574.xml"/><Relationship Id="rId196" Type="http://schemas.openxmlformats.org/officeDocument/2006/relationships/customXml" Target="../ink/ink1502.xml"/><Relationship Id="rId200" Type="http://schemas.openxmlformats.org/officeDocument/2006/relationships/customXml" Target="../ink/ink1504.xml"/><Relationship Id="rId16" Type="http://schemas.openxmlformats.org/officeDocument/2006/relationships/customXml" Target="../ink/ink1412.xml"/><Relationship Id="rId221" Type="http://schemas.openxmlformats.org/officeDocument/2006/relationships/image" Target="../media/image1527.png"/><Relationship Id="rId242" Type="http://schemas.openxmlformats.org/officeDocument/2006/relationships/customXml" Target="../ink/ink1525.xml"/><Relationship Id="rId263" Type="http://schemas.openxmlformats.org/officeDocument/2006/relationships/image" Target="../media/image1548.png"/><Relationship Id="rId284" Type="http://schemas.openxmlformats.org/officeDocument/2006/relationships/customXml" Target="../ink/ink1546.xml"/><Relationship Id="rId319" Type="http://schemas.openxmlformats.org/officeDocument/2006/relationships/image" Target="../media/image1576.png"/><Relationship Id="rId37" Type="http://schemas.openxmlformats.org/officeDocument/2006/relationships/image" Target="../media/image1435.png"/><Relationship Id="rId58" Type="http://schemas.openxmlformats.org/officeDocument/2006/relationships/customXml" Target="../ink/ink1433.xml"/><Relationship Id="rId79" Type="http://schemas.openxmlformats.org/officeDocument/2006/relationships/image" Target="../media/image1456.png"/><Relationship Id="rId102" Type="http://schemas.openxmlformats.org/officeDocument/2006/relationships/customXml" Target="../ink/ink1455.xml"/><Relationship Id="rId123" Type="http://schemas.openxmlformats.org/officeDocument/2006/relationships/image" Target="../media/image1478.png"/><Relationship Id="rId144" Type="http://schemas.openxmlformats.org/officeDocument/2006/relationships/customXml" Target="../ink/ink1476.xml"/><Relationship Id="rId330" Type="http://schemas.openxmlformats.org/officeDocument/2006/relationships/customXml" Target="../ink/ink1569.xml"/><Relationship Id="rId90" Type="http://schemas.openxmlformats.org/officeDocument/2006/relationships/customXml" Target="../ink/ink1449.xml"/><Relationship Id="rId165" Type="http://schemas.openxmlformats.org/officeDocument/2006/relationships/image" Target="../media/image1499.png"/><Relationship Id="rId186" Type="http://schemas.openxmlformats.org/officeDocument/2006/relationships/customXml" Target="../ink/ink1497.xml"/><Relationship Id="rId211" Type="http://schemas.openxmlformats.org/officeDocument/2006/relationships/image" Target="../media/image1522.png"/><Relationship Id="rId232" Type="http://schemas.openxmlformats.org/officeDocument/2006/relationships/customXml" Target="../ink/ink1520.xml"/><Relationship Id="rId253" Type="http://schemas.openxmlformats.org/officeDocument/2006/relationships/image" Target="../media/image1543.png"/><Relationship Id="rId274" Type="http://schemas.openxmlformats.org/officeDocument/2006/relationships/customXml" Target="../ink/ink1541.xml"/><Relationship Id="rId295" Type="http://schemas.openxmlformats.org/officeDocument/2006/relationships/image" Target="../media/image1564.png"/><Relationship Id="rId309" Type="http://schemas.openxmlformats.org/officeDocument/2006/relationships/image" Target="../media/image1571.png"/><Relationship Id="rId27" Type="http://schemas.openxmlformats.org/officeDocument/2006/relationships/image" Target="../media/image1430.png"/><Relationship Id="rId48" Type="http://schemas.openxmlformats.org/officeDocument/2006/relationships/customXml" Target="../ink/ink1428.xml"/><Relationship Id="rId69" Type="http://schemas.openxmlformats.org/officeDocument/2006/relationships/image" Target="../media/image1451.png"/><Relationship Id="rId113" Type="http://schemas.openxmlformats.org/officeDocument/2006/relationships/image" Target="../media/image1473.png"/><Relationship Id="rId134" Type="http://schemas.openxmlformats.org/officeDocument/2006/relationships/customXml" Target="../ink/ink1471.xml"/><Relationship Id="rId320" Type="http://schemas.openxmlformats.org/officeDocument/2006/relationships/customXml" Target="../ink/ink1564.xml"/><Relationship Id="rId80" Type="http://schemas.openxmlformats.org/officeDocument/2006/relationships/customXml" Target="../ink/ink1444.xml"/><Relationship Id="rId155" Type="http://schemas.openxmlformats.org/officeDocument/2006/relationships/image" Target="../media/image1494.png"/><Relationship Id="rId176" Type="http://schemas.openxmlformats.org/officeDocument/2006/relationships/customXml" Target="../ink/ink1492.xml"/><Relationship Id="rId197" Type="http://schemas.openxmlformats.org/officeDocument/2006/relationships/image" Target="../media/image1515.png"/><Relationship Id="rId341" Type="http://schemas.openxmlformats.org/officeDocument/2006/relationships/image" Target="../media/image1587.png"/><Relationship Id="rId201" Type="http://schemas.openxmlformats.org/officeDocument/2006/relationships/image" Target="../media/image1517.png"/><Relationship Id="rId222" Type="http://schemas.openxmlformats.org/officeDocument/2006/relationships/customXml" Target="../ink/ink1515.xml"/><Relationship Id="rId243" Type="http://schemas.openxmlformats.org/officeDocument/2006/relationships/image" Target="../media/image1538.png"/><Relationship Id="rId264" Type="http://schemas.openxmlformats.org/officeDocument/2006/relationships/customXml" Target="../ink/ink1536.xml"/><Relationship Id="rId285" Type="http://schemas.openxmlformats.org/officeDocument/2006/relationships/image" Target="../media/image1559.png"/><Relationship Id="rId17" Type="http://schemas.openxmlformats.org/officeDocument/2006/relationships/image" Target="../media/image1425.png"/><Relationship Id="rId38" Type="http://schemas.openxmlformats.org/officeDocument/2006/relationships/customXml" Target="../ink/ink1423.xml"/><Relationship Id="rId59" Type="http://schemas.openxmlformats.org/officeDocument/2006/relationships/image" Target="../media/image1446.png"/><Relationship Id="rId103" Type="http://schemas.openxmlformats.org/officeDocument/2006/relationships/image" Target="../media/image1468.png"/><Relationship Id="rId124" Type="http://schemas.openxmlformats.org/officeDocument/2006/relationships/customXml" Target="../ink/ink1466.xml"/><Relationship Id="rId310" Type="http://schemas.openxmlformats.org/officeDocument/2006/relationships/customXml" Target="../ink/ink1559.xml"/><Relationship Id="rId70" Type="http://schemas.openxmlformats.org/officeDocument/2006/relationships/customXml" Target="../ink/ink1439.xml"/><Relationship Id="rId91" Type="http://schemas.openxmlformats.org/officeDocument/2006/relationships/image" Target="../media/image1462.png"/><Relationship Id="rId145" Type="http://schemas.openxmlformats.org/officeDocument/2006/relationships/image" Target="../media/image1489.png"/><Relationship Id="rId166" Type="http://schemas.openxmlformats.org/officeDocument/2006/relationships/customXml" Target="../ink/ink1487.xml"/><Relationship Id="rId187" Type="http://schemas.openxmlformats.org/officeDocument/2006/relationships/image" Target="../media/image1510.png"/><Relationship Id="rId331" Type="http://schemas.openxmlformats.org/officeDocument/2006/relationships/image" Target="../media/image1582.png"/><Relationship Id="rId1" Type="http://schemas.openxmlformats.org/officeDocument/2006/relationships/slideLayout" Target="../slideLayouts/slideLayout4.xml"/><Relationship Id="rId212" Type="http://schemas.openxmlformats.org/officeDocument/2006/relationships/customXml" Target="../ink/ink1510.xml"/><Relationship Id="rId233" Type="http://schemas.openxmlformats.org/officeDocument/2006/relationships/image" Target="../media/image1533.png"/><Relationship Id="rId254" Type="http://schemas.openxmlformats.org/officeDocument/2006/relationships/customXml" Target="../ink/ink1531.xml"/><Relationship Id="rId28" Type="http://schemas.openxmlformats.org/officeDocument/2006/relationships/customXml" Target="../ink/ink1418.xml"/><Relationship Id="rId49" Type="http://schemas.openxmlformats.org/officeDocument/2006/relationships/image" Target="../media/image1441.png"/><Relationship Id="rId114" Type="http://schemas.openxmlformats.org/officeDocument/2006/relationships/customXml" Target="../ink/ink1461.xml"/><Relationship Id="rId275" Type="http://schemas.openxmlformats.org/officeDocument/2006/relationships/image" Target="../media/image1554.png"/><Relationship Id="rId296" Type="http://schemas.openxmlformats.org/officeDocument/2006/relationships/customXml" Target="../ink/ink1552.xml"/><Relationship Id="rId300" Type="http://schemas.openxmlformats.org/officeDocument/2006/relationships/customXml" Target="../ink/ink1554.xml"/><Relationship Id="rId60" Type="http://schemas.openxmlformats.org/officeDocument/2006/relationships/customXml" Target="../ink/ink1434.xml"/><Relationship Id="rId81" Type="http://schemas.openxmlformats.org/officeDocument/2006/relationships/image" Target="../media/image1457.png"/><Relationship Id="rId135" Type="http://schemas.openxmlformats.org/officeDocument/2006/relationships/image" Target="../media/image1484.png"/><Relationship Id="rId156" Type="http://schemas.openxmlformats.org/officeDocument/2006/relationships/customXml" Target="../ink/ink1482.xml"/><Relationship Id="rId177" Type="http://schemas.openxmlformats.org/officeDocument/2006/relationships/image" Target="../media/image1505.png"/><Relationship Id="rId198" Type="http://schemas.openxmlformats.org/officeDocument/2006/relationships/customXml" Target="../ink/ink1503.xml"/><Relationship Id="rId321" Type="http://schemas.openxmlformats.org/officeDocument/2006/relationships/image" Target="../media/image1577.png"/><Relationship Id="rId202" Type="http://schemas.openxmlformats.org/officeDocument/2006/relationships/customXml" Target="../ink/ink1505.xml"/><Relationship Id="rId223" Type="http://schemas.openxmlformats.org/officeDocument/2006/relationships/image" Target="../media/image1528.png"/><Relationship Id="rId244" Type="http://schemas.openxmlformats.org/officeDocument/2006/relationships/customXml" Target="../ink/ink1526.xml"/><Relationship Id="rId18" Type="http://schemas.openxmlformats.org/officeDocument/2006/relationships/customXml" Target="../ink/ink1413.xml"/><Relationship Id="rId39" Type="http://schemas.openxmlformats.org/officeDocument/2006/relationships/image" Target="../media/image1436.png"/><Relationship Id="rId265" Type="http://schemas.openxmlformats.org/officeDocument/2006/relationships/image" Target="../media/image1549.png"/><Relationship Id="rId286" Type="http://schemas.openxmlformats.org/officeDocument/2006/relationships/customXml" Target="../ink/ink1547.xml"/><Relationship Id="rId50" Type="http://schemas.openxmlformats.org/officeDocument/2006/relationships/customXml" Target="../ink/ink1429.xml"/><Relationship Id="rId104" Type="http://schemas.openxmlformats.org/officeDocument/2006/relationships/customXml" Target="../ink/ink1456.xml"/><Relationship Id="rId125" Type="http://schemas.openxmlformats.org/officeDocument/2006/relationships/image" Target="../media/image1479.png"/><Relationship Id="rId146" Type="http://schemas.openxmlformats.org/officeDocument/2006/relationships/customXml" Target="../ink/ink1477.xml"/><Relationship Id="rId167" Type="http://schemas.openxmlformats.org/officeDocument/2006/relationships/image" Target="../media/image1500.png"/><Relationship Id="rId188" Type="http://schemas.openxmlformats.org/officeDocument/2006/relationships/customXml" Target="../ink/ink1498.xml"/><Relationship Id="rId311" Type="http://schemas.openxmlformats.org/officeDocument/2006/relationships/image" Target="../media/image1572.png"/><Relationship Id="rId332" Type="http://schemas.openxmlformats.org/officeDocument/2006/relationships/customXml" Target="../ink/ink1570.xml"/><Relationship Id="rId71" Type="http://schemas.openxmlformats.org/officeDocument/2006/relationships/image" Target="../media/image1452.png"/><Relationship Id="rId92" Type="http://schemas.openxmlformats.org/officeDocument/2006/relationships/customXml" Target="../ink/ink1450.xml"/><Relationship Id="rId213" Type="http://schemas.openxmlformats.org/officeDocument/2006/relationships/image" Target="../media/image1523.png"/><Relationship Id="rId234" Type="http://schemas.openxmlformats.org/officeDocument/2006/relationships/customXml" Target="../ink/ink1521.xml"/><Relationship Id="rId2" Type="http://schemas.openxmlformats.org/officeDocument/2006/relationships/image" Target="../media/image1417.png"/><Relationship Id="rId29" Type="http://schemas.openxmlformats.org/officeDocument/2006/relationships/image" Target="../media/image1431.png"/><Relationship Id="rId255" Type="http://schemas.openxmlformats.org/officeDocument/2006/relationships/image" Target="../media/image1544.png"/><Relationship Id="rId276" Type="http://schemas.openxmlformats.org/officeDocument/2006/relationships/customXml" Target="../ink/ink1542.xml"/><Relationship Id="rId297" Type="http://schemas.openxmlformats.org/officeDocument/2006/relationships/image" Target="../media/image1565.png"/><Relationship Id="rId40" Type="http://schemas.openxmlformats.org/officeDocument/2006/relationships/customXml" Target="../ink/ink1424.xml"/><Relationship Id="rId115" Type="http://schemas.openxmlformats.org/officeDocument/2006/relationships/image" Target="../media/image1474.png"/><Relationship Id="rId136" Type="http://schemas.openxmlformats.org/officeDocument/2006/relationships/customXml" Target="../ink/ink1472.xml"/><Relationship Id="rId157" Type="http://schemas.openxmlformats.org/officeDocument/2006/relationships/image" Target="../media/image1495.png"/><Relationship Id="rId178" Type="http://schemas.openxmlformats.org/officeDocument/2006/relationships/customXml" Target="../ink/ink1493.xml"/><Relationship Id="rId301" Type="http://schemas.openxmlformats.org/officeDocument/2006/relationships/image" Target="../media/image1567.png"/><Relationship Id="rId322" Type="http://schemas.openxmlformats.org/officeDocument/2006/relationships/customXml" Target="../ink/ink1565.xml"/><Relationship Id="rId61" Type="http://schemas.openxmlformats.org/officeDocument/2006/relationships/image" Target="../media/image1447.png"/><Relationship Id="rId82" Type="http://schemas.openxmlformats.org/officeDocument/2006/relationships/customXml" Target="../ink/ink1445.xml"/><Relationship Id="rId199" Type="http://schemas.openxmlformats.org/officeDocument/2006/relationships/image" Target="../media/image1516.png"/><Relationship Id="rId203" Type="http://schemas.openxmlformats.org/officeDocument/2006/relationships/image" Target="../media/image1518.png"/><Relationship Id="rId19" Type="http://schemas.openxmlformats.org/officeDocument/2006/relationships/image" Target="../media/image1426.png"/><Relationship Id="rId224" Type="http://schemas.openxmlformats.org/officeDocument/2006/relationships/customXml" Target="../ink/ink1516.xml"/><Relationship Id="rId245" Type="http://schemas.openxmlformats.org/officeDocument/2006/relationships/image" Target="../media/image1539.png"/><Relationship Id="rId266" Type="http://schemas.openxmlformats.org/officeDocument/2006/relationships/customXml" Target="../ink/ink1537.xml"/><Relationship Id="rId287" Type="http://schemas.openxmlformats.org/officeDocument/2006/relationships/image" Target="../media/image1560.png"/><Relationship Id="rId30" Type="http://schemas.openxmlformats.org/officeDocument/2006/relationships/customXml" Target="../ink/ink1419.xml"/><Relationship Id="rId105" Type="http://schemas.openxmlformats.org/officeDocument/2006/relationships/image" Target="../media/image1469.png"/><Relationship Id="rId126" Type="http://schemas.openxmlformats.org/officeDocument/2006/relationships/customXml" Target="../ink/ink1467.xml"/><Relationship Id="rId147" Type="http://schemas.openxmlformats.org/officeDocument/2006/relationships/image" Target="../media/image1490.png"/><Relationship Id="rId168" Type="http://schemas.openxmlformats.org/officeDocument/2006/relationships/customXml" Target="../ink/ink1488.xml"/><Relationship Id="rId312" Type="http://schemas.openxmlformats.org/officeDocument/2006/relationships/customXml" Target="../ink/ink1560.xml"/><Relationship Id="rId333" Type="http://schemas.openxmlformats.org/officeDocument/2006/relationships/image" Target="../media/image1583.png"/><Relationship Id="rId51" Type="http://schemas.openxmlformats.org/officeDocument/2006/relationships/image" Target="../media/image1442.png"/><Relationship Id="rId72" Type="http://schemas.openxmlformats.org/officeDocument/2006/relationships/customXml" Target="../ink/ink1440.xml"/><Relationship Id="rId93" Type="http://schemas.openxmlformats.org/officeDocument/2006/relationships/image" Target="../media/image1463.png"/><Relationship Id="rId189" Type="http://schemas.openxmlformats.org/officeDocument/2006/relationships/image" Target="../media/image1511.png"/><Relationship Id="rId3" Type="http://schemas.openxmlformats.org/officeDocument/2006/relationships/image" Target="../media/image1418.png"/><Relationship Id="rId214" Type="http://schemas.openxmlformats.org/officeDocument/2006/relationships/customXml" Target="../ink/ink1511.xml"/><Relationship Id="rId235" Type="http://schemas.openxmlformats.org/officeDocument/2006/relationships/image" Target="../media/image1534.png"/><Relationship Id="rId256" Type="http://schemas.openxmlformats.org/officeDocument/2006/relationships/customXml" Target="../ink/ink1532.xml"/><Relationship Id="rId277" Type="http://schemas.openxmlformats.org/officeDocument/2006/relationships/image" Target="../media/image1555.png"/><Relationship Id="rId298" Type="http://schemas.openxmlformats.org/officeDocument/2006/relationships/customXml" Target="../ink/ink1553.xml"/><Relationship Id="rId116" Type="http://schemas.openxmlformats.org/officeDocument/2006/relationships/customXml" Target="../ink/ink1462.xml"/><Relationship Id="rId137" Type="http://schemas.openxmlformats.org/officeDocument/2006/relationships/image" Target="../media/image1485.png"/><Relationship Id="rId158" Type="http://schemas.openxmlformats.org/officeDocument/2006/relationships/customXml" Target="../ink/ink1483.xml"/><Relationship Id="rId302" Type="http://schemas.openxmlformats.org/officeDocument/2006/relationships/customXml" Target="../ink/ink1555.xml"/><Relationship Id="rId323" Type="http://schemas.openxmlformats.org/officeDocument/2006/relationships/image" Target="../media/image1578.png"/><Relationship Id="rId20" Type="http://schemas.openxmlformats.org/officeDocument/2006/relationships/customXml" Target="../ink/ink1414.xml"/><Relationship Id="rId41" Type="http://schemas.openxmlformats.org/officeDocument/2006/relationships/image" Target="../media/image1437.png"/><Relationship Id="rId62" Type="http://schemas.openxmlformats.org/officeDocument/2006/relationships/customXml" Target="../ink/ink1435.xml"/><Relationship Id="rId83" Type="http://schemas.openxmlformats.org/officeDocument/2006/relationships/image" Target="../media/image1458.png"/><Relationship Id="rId179" Type="http://schemas.openxmlformats.org/officeDocument/2006/relationships/image" Target="../media/image1506.png"/><Relationship Id="rId190" Type="http://schemas.openxmlformats.org/officeDocument/2006/relationships/customXml" Target="../ink/ink1499.xml"/><Relationship Id="rId204" Type="http://schemas.openxmlformats.org/officeDocument/2006/relationships/customXml" Target="../ink/ink1506.xml"/><Relationship Id="rId225" Type="http://schemas.openxmlformats.org/officeDocument/2006/relationships/image" Target="../media/image1529.png"/><Relationship Id="rId246" Type="http://schemas.openxmlformats.org/officeDocument/2006/relationships/customXml" Target="../ink/ink1527.xml"/><Relationship Id="rId267" Type="http://schemas.openxmlformats.org/officeDocument/2006/relationships/image" Target="../media/image1550.png"/><Relationship Id="rId288" Type="http://schemas.openxmlformats.org/officeDocument/2006/relationships/customXml" Target="../ink/ink1548.xml"/><Relationship Id="rId106" Type="http://schemas.openxmlformats.org/officeDocument/2006/relationships/customXml" Target="../ink/ink1457.xml"/><Relationship Id="rId127" Type="http://schemas.openxmlformats.org/officeDocument/2006/relationships/image" Target="../media/image1480.png"/><Relationship Id="rId313" Type="http://schemas.openxmlformats.org/officeDocument/2006/relationships/image" Target="../media/image1573.png"/><Relationship Id="rId10" Type="http://schemas.openxmlformats.org/officeDocument/2006/relationships/customXml" Target="../ink/ink1409.xml"/><Relationship Id="rId31" Type="http://schemas.openxmlformats.org/officeDocument/2006/relationships/image" Target="../media/image1432.png"/><Relationship Id="rId52" Type="http://schemas.openxmlformats.org/officeDocument/2006/relationships/customXml" Target="../ink/ink1430.xml"/><Relationship Id="rId73" Type="http://schemas.openxmlformats.org/officeDocument/2006/relationships/image" Target="../media/image1453.png"/><Relationship Id="rId94" Type="http://schemas.openxmlformats.org/officeDocument/2006/relationships/customXml" Target="../ink/ink1451.xml"/><Relationship Id="rId148" Type="http://schemas.openxmlformats.org/officeDocument/2006/relationships/customXml" Target="../ink/ink1478.xml"/><Relationship Id="rId169" Type="http://schemas.openxmlformats.org/officeDocument/2006/relationships/image" Target="../media/image1501.png"/><Relationship Id="rId334" Type="http://schemas.openxmlformats.org/officeDocument/2006/relationships/customXml" Target="../ink/ink1571.xml"/><Relationship Id="rId4" Type="http://schemas.openxmlformats.org/officeDocument/2006/relationships/customXml" Target="../ink/ink1406.xml"/><Relationship Id="rId180" Type="http://schemas.openxmlformats.org/officeDocument/2006/relationships/customXml" Target="../ink/ink1494.xml"/><Relationship Id="rId215" Type="http://schemas.openxmlformats.org/officeDocument/2006/relationships/image" Target="../media/image1524.png"/><Relationship Id="rId236" Type="http://schemas.openxmlformats.org/officeDocument/2006/relationships/customXml" Target="../ink/ink1522.xml"/><Relationship Id="rId257" Type="http://schemas.openxmlformats.org/officeDocument/2006/relationships/image" Target="../media/image1545.png"/><Relationship Id="rId278" Type="http://schemas.openxmlformats.org/officeDocument/2006/relationships/customXml" Target="../ink/ink1543.xml"/><Relationship Id="rId303" Type="http://schemas.openxmlformats.org/officeDocument/2006/relationships/image" Target="../media/image1568.png"/><Relationship Id="rId42" Type="http://schemas.openxmlformats.org/officeDocument/2006/relationships/customXml" Target="../ink/ink1425.xml"/><Relationship Id="rId84" Type="http://schemas.openxmlformats.org/officeDocument/2006/relationships/customXml" Target="../ink/ink1446.xml"/><Relationship Id="rId138" Type="http://schemas.openxmlformats.org/officeDocument/2006/relationships/customXml" Target="../ink/ink1473.xml"/><Relationship Id="rId191" Type="http://schemas.openxmlformats.org/officeDocument/2006/relationships/image" Target="../media/image1512.png"/><Relationship Id="rId205" Type="http://schemas.openxmlformats.org/officeDocument/2006/relationships/image" Target="../media/image1519.png"/><Relationship Id="rId247" Type="http://schemas.openxmlformats.org/officeDocument/2006/relationships/image" Target="../media/image1540.png"/><Relationship Id="rId107" Type="http://schemas.openxmlformats.org/officeDocument/2006/relationships/image" Target="../media/image1470.png"/><Relationship Id="rId289" Type="http://schemas.openxmlformats.org/officeDocument/2006/relationships/image" Target="../media/image1561.png"/><Relationship Id="rId11" Type="http://schemas.openxmlformats.org/officeDocument/2006/relationships/image" Target="../media/image1422.png"/><Relationship Id="rId53" Type="http://schemas.openxmlformats.org/officeDocument/2006/relationships/image" Target="../media/image1443.png"/><Relationship Id="rId149" Type="http://schemas.openxmlformats.org/officeDocument/2006/relationships/image" Target="../media/image1491.png"/><Relationship Id="rId314" Type="http://schemas.openxmlformats.org/officeDocument/2006/relationships/customXml" Target="../ink/ink1561.xml"/><Relationship Id="rId95" Type="http://schemas.openxmlformats.org/officeDocument/2006/relationships/image" Target="../media/image1464.png"/><Relationship Id="rId160" Type="http://schemas.openxmlformats.org/officeDocument/2006/relationships/customXml" Target="../ink/ink1484.xml"/><Relationship Id="rId216" Type="http://schemas.openxmlformats.org/officeDocument/2006/relationships/customXml" Target="../ink/ink1512.xml"/><Relationship Id="rId258" Type="http://schemas.openxmlformats.org/officeDocument/2006/relationships/customXml" Target="../ink/ink1533.xml"/><Relationship Id="rId22" Type="http://schemas.openxmlformats.org/officeDocument/2006/relationships/customXml" Target="../ink/ink1415.xml"/><Relationship Id="rId64" Type="http://schemas.openxmlformats.org/officeDocument/2006/relationships/customXml" Target="../ink/ink1436.xml"/><Relationship Id="rId118" Type="http://schemas.openxmlformats.org/officeDocument/2006/relationships/customXml" Target="../ink/ink1463.xml"/><Relationship Id="rId325" Type="http://schemas.openxmlformats.org/officeDocument/2006/relationships/image" Target="../media/image1579.png"/><Relationship Id="rId171" Type="http://schemas.openxmlformats.org/officeDocument/2006/relationships/image" Target="../media/image1502.png"/><Relationship Id="rId227" Type="http://schemas.openxmlformats.org/officeDocument/2006/relationships/image" Target="../media/image1530.png"/><Relationship Id="rId269" Type="http://schemas.openxmlformats.org/officeDocument/2006/relationships/image" Target="../media/image1551.png"/><Relationship Id="rId33" Type="http://schemas.openxmlformats.org/officeDocument/2006/relationships/image" Target="../media/image1433.png"/><Relationship Id="rId129" Type="http://schemas.openxmlformats.org/officeDocument/2006/relationships/image" Target="../media/image1481.png"/><Relationship Id="rId280" Type="http://schemas.openxmlformats.org/officeDocument/2006/relationships/customXml" Target="../ink/ink1544.xml"/><Relationship Id="rId336" Type="http://schemas.openxmlformats.org/officeDocument/2006/relationships/customXml" Target="../ink/ink1572.xml"/><Relationship Id="rId75" Type="http://schemas.openxmlformats.org/officeDocument/2006/relationships/image" Target="../media/image1454.png"/><Relationship Id="rId140" Type="http://schemas.openxmlformats.org/officeDocument/2006/relationships/customXml" Target="../ink/ink1474.xml"/><Relationship Id="rId182" Type="http://schemas.openxmlformats.org/officeDocument/2006/relationships/customXml" Target="../ink/ink1495.xml"/><Relationship Id="rId6" Type="http://schemas.openxmlformats.org/officeDocument/2006/relationships/customXml" Target="../ink/ink1407.xml"/><Relationship Id="rId238" Type="http://schemas.openxmlformats.org/officeDocument/2006/relationships/customXml" Target="../ink/ink1523.xml"/><Relationship Id="rId291" Type="http://schemas.openxmlformats.org/officeDocument/2006/relationships/image" Target="../media/image1562.png"/><Relationship Id="rId305" Type="http://schemas.openxmlformats.org/officeDocument/2006/relationships/image" Target="../media/image1569.png"/><Relationship Id="rId44" Type="http://schemas.openxmlformats.org/officeDocument/2006/relationships/customXml" Target="../ink/ink1426.xml"/><Relationship Id="rId86" Type="http://schemas.openxmlformats.org/officeDocument/2006/relationships/customXml" Target="../ink/ink1447.xml"/><Relationship Id="rId151" Type="http://schemas.openxmlformats.org/officeDocument/2006/relationships/image" Target="../media/image1492.png"/><Relationship Id="rId193" Type="http://schemas.openxmlformats.org/officeDocument/2006/relationships/image" Target="../media/image1513.png"/><Relationship Id="rId207" Type="http://schemas.openxmlformats.org/officeDocument/2006/relationships/image" Target="../media/image1520.png"/><Relationship Id="rId249" Type="http://schemas.openxmlformats.org/officeDocument/2006/relationships/image" Target="../media/image1541.png"/><Relationship Id="rId13" Type="http://schemas.openxmlformats.org/officeDocument/2006/relationships/image" Target="../media/image1423.png"/><Relationship Id="rId109" Type="http://schemas.openxmlformats.org/officeDocument/2006/relationships/image" Target="../media/image1471.png"/><Relationship Id="rId260" Type="http://schemas.openxmlformats.org/officeDocument/2006/relationships/customXml" Target="../ink/ink1534.xml"/><Relationship Id="rId316" Type="http://schemas.openxmlformats.org/officeDocument/2006/relationships/customXml" Target="../ink/ink1562.xml"/><Relationship Id="rId55" Type="http://schemas.openxmlformats.org/officeDocument/2006/relationships/image" Target="../media/image1444.png"/><Relationship Id="rId97" Type="http://schemas.openxmlformats.org/officeDocument/2006/relationships/image" Target="../media/image1465.png"/><Relationship Id="rId120" Type="http://schemas.openxmlformats.org/officeDocument/2006/relationships/customXml" Target="../ink/ink1464.xml"/><Relationship Id="rId162" Type="http://schemas.openxmlformats.org/officeDocument/2006/relationships/customXml" Target="../ink/ink1485.xml"/><Relationship Id="rId218" Type="http://schemas.openxmlformats.org/officeDocument/2006/relationships/customXml" Target="../ink/ink1513.xml"/><Relationship Id="rId271" Type="http://schemas.openxmlformats.org/officeDocument/2006/relationships/image" Target="../media/image1552.png"/><Relationship Id="rId24" Type="http://schemas.openxmlformats.org/officeDocument/2006/relationships/customXml" Target="../ink/ink1416.xml"/><Relationship Id="rId66" Type="http://schemas.openxmlformats.org/officeDocument/2006/relationships/customXml" Target="../ink/ink1437.xml"/><Relationship Id="rId131" Type="http://schemas.openxmlformats.org/officeDocument/2006/relationships/image" Target="../media/image1482.png"/><Relationship Id="rId327" Type="http://schemas.openxmlformats.org/officeDocument/2006/relationships/image" Target="../media/image1580.png"/><Relationship Id="rId173" Type="http://schemas.openxmlformats.org/officeDocument/2006/relationships/image" Target="../media/image1503.png"/><Relationship Id="rId229" Type="http://schemas.openxmlformats.org/officeDocument/2006/relationships/image" Target="../media/image1531.png"/></Relationships>
</file>

<file path=ppt/slides/_rels/slide21.xml.rels><?xml version="1.0" encoding="UTF-8" standalone="yes"?>
<Relationships xmlns="http://schemas.openxmlformats.org/package/2006/relationships"><Relationship Id="rId117" Type="http://schemas.openxmlformats.org/officeDocument/2006/relationships/customXml" Target="../ink/ink1632.xml"/><Relationship Id="rId21" Type="http://schemas.openxmlformats.org/officeDocument/2006/relationships/customXml" Target="../ink/ink1584.xml"/><Relationship Id="rId63" Type="http://schemas.openxmlformats.org/officeDocument/2006/relationships/customXml" Target="../ink/ink1605.xml"/><Relationship Id="rId159" Type="http://schemas.openxmlformats.org/officeDocument/2006/relationships/customXml" Target="../ink/ink1653.xml"/><Relationship Id="rId170" Type="http://schemas.openxmlformats.org/officeDocument/2006/relationships/image" Target="../media/image1672.png"/><Relationship Id="rId226" Type="http://schemas.openxmlformats.org/officeDocument/2006/relationships/image" Target="../media/image1700.png"/><Relationship Id="rId268" Type="http://schemas.openxmlformats.org/officeDocument/2006/relationships/image" Target="../media/image1721.png"/><Relationship Id="rId32" Type="http://schemas.openxmlformats.org/officeDocument/2006/relationships/image" Target="../media/image1603.png"/><Relationship Id="rId74" Type="http://schemas.openxmlformats.org/officeDocument/2006/relationships/image" Target="../media/image1624.png"/><Relationship Id="rId128" Type="http://schemas.openxmlformats.org/officeDocument/2006/relationships/image" Target="../media/image1651.png"/><Relationship Id="rId5" Type="http://schemas.openxmlformats.org/officeDocument/2006/relationships/customXml" Target="../ink/ink1576.xml"/><Relationship Id="rId181" Type="http://schemas.openxmlformats.org/officeDocument/2006/relationships/customXml" Target="../ink/ink1664.xml"/><Relationship Id="rId237" Type="http://schemas.openxmlformats.org/officeDocument/2006/relationships/customXml" Target="../ink/ink1692.xml"/><Relationship Id="rId258" Type="http://schemas.openxmlformats.org/officeDocument/2006/relationships/image" Target="../media/image1716.png"/><Relationship Id="rId279" Type="http://schemas.openxmlformats.org/officeDocument/2006/relationships/customXml" Target="../ink/ink1713.xml"/><Relationship Id="rId22" Type="http://schemas.openxmlformats.org/officeDocument/2006/relationships/image" Target="../media/image1598.png"/><Relationship Id="rId43" Type="http://schemas.openxmlformats.org/officeDocument/2006/relationships/customXml" Target="../ink/ink1595.xml"/><Relationship Id="rId64" Type="http://schemas.openxmlformats.org/officeDocument/2006/relationships/image" Target="../media/image1619.png"/><Relationship Id="rId118" Type="http://schemas.openxmlformats.org/officeDocument/2006/relationships/image" Target="../media/image1646.png"/><Relationship Id="rId139" Type="http://schemas.openxmlformats.org/officeDocument/2006/relationships/customXml" Target="../ink/ink1643.xml"/><Relationship Id="rId85" Type="http://schemas.openxmlformats.org/officeDocument/2006/relationships/customXml" Target="../ink/ink1616.xml"/><Relationship Id="rId150" Type="http://schemas.openxmlformats.org/officeDocument/2006/relationships/image" Target="../media/image1662.png"/><Relationship Id="rId171" Type="http://schemas.openxmlformats.org/officeDocument/2006/relationships/customXml" Target="../ink/ink1659.xml"/><Relationship Id="rId192" Type="http://schemas.openxmlformats.org/officeDocument/2006/relationships/image" Target="../media/image1683.png"/><Relationship Id="rId206" Type="http://schemas.openxmlformats.org/officeDocument/2006/relationships/image" Target="../media/image1690.png"/><Relationship Id="rId227" Type="http://schemas.openxmlformats.org/officeDocument/2006/relationships/customXml" Target="../ink/ink1687.xml"/><Relationship Id="rId248" Type="http://schemas.openxmlformats.org/officeDocument/2006/relationships/image" Target="../media/image1711.png"/><Relationship Id="rId269" Type="http://schemas.openxmlformats.org/officeDocument/2006/relationships/customXml" Target="../ink/ink1708.xml"/><Relationship Id="rId12" Type="http://schemas.openxmlformats.org/officeDocument/2006/relationships/image" Target="../media/image1593.png"/><Relationship Id="rId33" Type="http://schemas.openxmlformats.org/officeDocument/2006/relationships/customXml" Target="../ink/ink1590.xml"/><Relationship Id="rId108" Type="http://schemas.openxmlformats.org/officeDocument/2006/relationships/image" Target="../media/image1641.png"/><Relationship Id="rId129" Type="http://schemas.openxmlformats.org/officeDocument/2006/relationships/customXml" Target="../ink/ink1638.xml"/><Relationship Id="rId280" Type="http://schemas.openxmlformats.org/officeDocument/2006/relationships/image" Target="../media/image1727.png"/><Relationship Id="rId54" Type="http://schemas.openxmlformats.org/officeDocument/2006/relationships/image" Target="../media/image1614.png"/><Relationship Id="rId75" Type="http://schemas.openxmlformats.org/officeDocument/2006/relationships/customXml" Target="../ink/ink1611.xml"/><Relationship Id="rId96" Type="http://schemas.openxmlformats.org/officeDocument/2006/relationships/image" Target="../media/image1635.png"/><Relationship Id="rId140" Type="http://schemas.openxmlformats.org/officeDocument/2006/relationships/image" Target="../media/image1657.png"/><Relationship Id="rId161" Type="http://schemas.openxmlformats.org/officeDocument/2006/relationships/customXml" Target="../ink/ink1654.xml"/><Relationship Id="rId182" Type="http://schemas.openxmlformats.org/officeDocument/2006/relationships/image" Target="../media/image1678.png"/><Relationship Id="rId217" Type="http://schemas.openxmlformats.org/officeDocument/2006/relationships/customXml" Target="../ink/ink1682.xml"/><Relationship Id="rId6" Type="http://schemas.openxmlformats.org/officeDocument/2006/relationships/image" Target="../media/image1590.png"/><Relationship Id="rId238" Type="http://schemas.openxmlformats.org/officeDocument/2006/relationships/image" Target="../media/image1706.png"/><Relationship Id="rId259" Type="http://schemas.openxmlformats.org/officeDocument/2006/relationships/customXml" Target="../ink/ink1703.xml"/><Relationship Id="rId23" Type="http://schemas.openxmlformats.org/officeDocument/2006/relationships/customXml" Target="../ink/ink1585.xml"/><Relationship Id="rId119" Type="http://schemas.openxmlformats.org/officeDocument/2006/relationships/customXml" Target="../ink/ink1633.xml"/><Relationship Id="rId270" Type="http://schemas.openxmlformats.org/officeDocument/2006/relationships/image" Target="../media/image1722.png"/><Relationship Id="rId44" Type="http://schemas.openxmlformats.org/officeDocument/2006/relationships/image" Target="../media/image1609.png"/><Relationship Id="rId65" Type="http://schemas.openxmlformats.org/officeDocument/2006/relationships/customXml" Target="../ink/ink1606.xml"/><Relationship Id="rId86" Type="http://schemas.openxmlformats.org/officeDocument/2006/relationships/image" Target="../media/image1630.png"/><Relationship Id="rId130" Type="http://schemas.openxmlformats.org/officeDocument/2006/relationships/image" Target="../media/image1652.png"/><Relationship Id="rId151" Type="http://schemas.openxmlformats.org/officeDocument/2006/relationships/customXml" Target="../ink/ink1649.xml"/><Relationship Id="rId172" Type="http://schemas.openxmlformats.org/officeDocument/2006/relationships/image" Target="../media/image1673.png"/><Relationship Id="rId193" Type="http://schemas.openxmlformats.org/officeDocument/2006/relationships/customXml" Target="../ink/ink1670.xml"/><Relationship Id="rId207" Type="http://schemas.openxmlformats.org/officeDocument/2006/relationships/customXml" Target="../ink/ink1677.xml"/><Relationship Id="rId228" Type="http://schemas.openxmlformats.org/officeDocument/2006/relationships/image" Target="../media/image1701.png"/><Relationship Id="rId249" Type="http://schemas.openxmlformats.org/officeDocument/2006/relationships/customXml" Target="../ink/ink1698.xml"/><Relationship Id="rId13" Type="http://schemas.openxmlformats.org/officeDocument/2006/relationships/customXml" Target="../ink/ink1580.xml"/><Relationship Id="rId109" Type="http://schemas.openxmlformats.org/officeDocument/2006/relationships/customXml" Target="../ink/ink1628.xml"/><Relationship Id="rId260" Type="http://schemas.openxmlformats.org/officeDocument/2006/relationships/image" Target="../media/image1717.png"/><Relationship Id="rId34" Type="http://schemas.openxmlformats.org/officeDocument/2006/relationships/image" Target="../media/image1604.png"/><Relationship Id="rId55" Type="http://schemas.openxmlformats.org/officeDocument/2006/relationships/customXml" Target="../ink/ink1601.xml"/><Relationship Id="rId76" Type="http://schemas.openxmlformats.org/officeDocument/2006/relationships/image" Target="../media/image1625.png"/><Relationship Id="rId97" Type="http://schemas.openxmlformats.org/officeDocument/2006/relationships/customXml" Target="../ink/ink1622.xml"/><Relationship Id="rId120" Type="http://schemas.openxmlformats.org/officeDocument/2006/relationships/image" Target="../media/image1647.png"/><Relationship Id="rId141" Type="http://schemas.openxmlformats.org/officeDocument/2006/relationships/customXml" Target="../ink/ink1644.xml"/><Relationship Id="rId7" Type="http://schemas.openxmlformats.org/officeDocument/2006/relationships/customXml" Target="../ink/ink1577.xml"/><Relationship Id="rId162" Type="http://schemas.openxmlformats.org/officeDocument/2006/relationships/image" Target="../media/image1668.png"/><Relationship Id="rId183" Type="http://schemas.openxmlformats.org/officeDocument/2006/relationships/customXml" Target="../ink/ink1665.xml"/><Relationship Id="rId218" Type="http://schemas.openxmlformats.org/officeDocument/2006/relationships/image" Target="../media/image1696.png"/><Relationship Id="rId239" Type="http://schemas.openxmlformats.org/officeDocument/2006/relationships/customXml" Target="../ink/ink1693.xml"/><Relationship Id="rId250" Type="http://schemas.openxmlformats.org/officeDocument/2006/relationships/image" Target="../media/image1712.png"/><Relationship Id="rId271" Type="http://schemas.openxmlformats.org/officeDocument/2006/relationships/customXml" Target="../ink/ink1709.xml"/><Relationship Id="rId24" Type="http://schemas.openxmlformats.org/officeDocument/2006/relationships/image" Target="../media/image1599.png"/><Relationship Id="rId45" Type="http://schemas.openxmlformats.org/officeDocument/2006/relationships/customXml" Target="../ink/ink1596.xml"/><Relationship Id="rId66" Type="http://schemas.openxmlformats.org/officeDocument/2006/relationships/image" Target="../media/image1620.png"/><Relationship Id="rId87" Type="http://schemas.openxmlformats.org/officeDocument/2006/relationships/customXml" Target="../ink/ink1617.xml"/><Relationship Id="rId110" Type="http://schemas.openxmlformats.org/officeDocument/2006/relationships/image" Target="../media/image1642.png"/><Relationship Id="rId131" Type="http://schemas.openxmlformats.org/officeDocument/2006/relationships/customXml" Target="../ink/ink1639.xml"/><Relationship Id="rId152" Type="http://schemas.openxmlformats.org/officeDocument/2006/relationships/image" Target="../media/image1663.png"/><Relationship Id="rId173" Type="http://schemas.openxmlformats.org/officeDocument/2006/relationships/customXml" Target="../ink/ink1660.xml"/><Relationship Id="rId194" Type="http://schemas.openxmlformats.org/officeDocument/2006/relationships/image" Target="../media/image1684.png"/><Relationship Id="rId208" Type="http://schemas.openxmlformats.org/officeDocument/2006/relationships/image" Target="../media/image1691.png"/><Relationship Id="rId229" Type="http://schemas.openxmlformats.org/officeDocument/2006/relationships/customXml" Target="../ink/ink1688.xml"/><Relationship Id="rId240" Type="http://schemas.openxmlformats.org/officeDocument/2006/relationships/image" Target="../media/image1707.png"/><Relationship Id="rId261" Type="http://schemas.openxmlformats.org/officeDocument/2006/relationships/customXml" Target="../ink/ink1704.xml"/><Relationship Id="rId14" Type="http://schemas.openxmlformats.org/officeDocument/2006/relationships/image" Target="../media/image1594.png"/><Relationship Id="rId35" Type="http://schemas.openxmlformats.org/officeDocument/2006/relationships/customXml" Target="../ink/ink1591.xml"/><Relationship Id="rId56" Type="http://schemas.openxmlformats.org/officeDocument/2006/relationships/image" Target="../media/image1615.png"/><Relationship Id="rId77" Type="http://schemas.openxmlformats.org/officeDocument/2006/relationships/customXml" Target="../ink/ink1612.xml"/><Relationship Id="rId100" Type="http://schemas.openxmlformats.org/officeDocument/2006/relationships/image" Target="../media/image1637.png"/><Relationship Id="rId8" Type="http://schemas.openxmlformats.org/officeDocument/2006/relationships/image" Target="../media/image1591.png"/><Relationship Id="rId98" Type="http://schemas.openxmlformats.org/officeDocument/2006/relationships/image" Target="../media/image1636.png"/><Relationship Id="rId121" Type="http://schemas.openxmlformats.org/officeDocument/2006/relationships/customXml" Target="../ink/ink1634.xml"/><Relationship Id="rId142" Type="http://schemas.openxmlformats.org/officeDocument/2006/relationships/image" Target="../media/image1658.png"/><Relationship Id="rId163" Type="http://schemas.openxmlformats.org/officeDocument/2006/relationships/customXml" Target="../ink/ink1655.xml"/><Relationship Id="rId184" Type="http://schemas.openxmlformats.org/officeDocument/2006/relationships/image" Target="../media/image1679.png"/><Relationship Id="rId219" Type="http://schemas.openxmlformats.org/officeDocument/2006/relationships/customXml" Target="../ink/ink1683.xml"/><Relationship Id="rId230" Type="http://schemas.openxmlformats.org/officeDocument/2006/relationships/image" Target="../media/image1702.png"/><Relationship Id="rId251" Type="http://schemas.openxmlformats.org/officeDocument/2006/relationships/customXml" Target="../ink/ink1699.xml"/><Relationship Id="rId25" Type="http://schemas.openxmlformats.org/officeDocument/2006/relationships/customXml" Target="../ink/ink1586.xml"/><Relationship Id="rId46" Type="http://schemas.openxmlformats.org/officeDocument/2006/relationships/image" Target="../media/image1610.png"/><Relationship Id="rId67" Type="http://schemas.openxmlformats.org/officeDocument/2006/relationships/customXml" Target="../ink/ink1607.xml"/><Relationship Id="rId272" Type="http://schemas.openxmlformats.org/officeDocument/2006/relationships/image" Target="../media/image1723.png"/><Relationship Id="rId88" Type="http://schemas.openxmlformats.org/officeDocument/2006/relationships/image" Target="../media/image1631.png"/><Relationship Id="rId111" Type="http://schemas.openxmlformats.org/officeDocument/2006/relationships/customXml" Target="../ink/ink1629.xml"/><Relationship Id="rId132" Type="http://schemas.openxmlformats.org/officeDocument/2006/relationships/image" Target="../media/image1653.png"/><Relationship Id="rId153" Type="http://schemas.openxmlformats.org/officeDocument/2006/relationships/customXml" Target="../ink/ink1650.xml"/><Relationship Id="rId174" Type="http://schemas.openxmlformats.org/officeDocument/2006/relationships/image" Target="../media/image1674.png"/><Relationship Id="rId195" Type="http://schemas.openxmlformats.org/officeDocument/2006/relationships/customXml" Target="../ink/ink1671.xml"/><Relationship Id="rId209" Type="http://schemas.openxmlformats.org/officeDocument/2006/relationships/customXml" Target="../ink/ink1678.xml"/><Relationship Id="rId220" Type="http://schemas.openxmlformats.org/officeDocument/2006/relationships/image" Target="../media/image1697.png"/><Relationship Id="rId241" Type="http://schemas.openxmlformats.org/officeDocument/2006/relationships/customXml" Target="../ink/ink1694.xml"/><Relationship Id="rId15" Type="http://schemas.openxmlformats.org/officeDocument/2006/relationships/customXml" Target="../ink/ink1581.xml"/><Relationship Id="rId36" Type="http://schemas.openxmlformats.org/officeDocument/2006/relationships/image" Target="../media/image1605.png"/><Relationship Id="rId57" Type="http://schemas.openxmlformats.org/officeDocument/2006/relationships/customXml" Target="../ink/ink1602.xml"/><Relationship Id="rId262" Type="http://schemas.openxmlformats.org/officeDocument/2006/relationships/image" Target="../media/image1718.png"/><Relationship Id="rId78" Type="http://schemas.openxmlformats.org/officeDocument/2006/relationships/image" Target="../media/image1626.png"/><Relationship Id="rId99" Type="http://schemas.openxmlformats.org/officeDocument/2006/relationships/customXml" Target="../ink/ink1623.xml"/><Relationship Id="rId101" Type="http://schemas.openxmlformats.org/officeDocument/2006/relationships/customXml" Target="../ink/ink1624.xml"/><Relationship Id="rId122" Type="http://schemas.openxmlformats.org/officeDocument/2006/relationships/image" Target="../media/image1648.png"/><Relationship Id="rId143" Type="http://schemas.openxmlformats.org/officeDocument/2006/relationships/customXml" Target="../ink/ink1645.xml"/><Relationship Id="rId164" Type="http://schemas.openxmlformats.org/officeDocument/2006/relationships/image" Target="../media/image1669.png"/><Relationship Id="rId185" Type="http://schemas.openxmlformats.org/officeDocument/2006/relationships/customXml" Target="../ink/ink1666.xml"/><Relationship Id="rId9" Type="http://schemas.openxmlformats.org/officeDocument/2006/relationships/customXml" Target="../ink/ink1578.xml"/><Relationship Id="rId210" Type="http://schemas.openxmlformats.org/officeDocument/2006/relationships/image" Target="../media/image1692.png"/><Relationship Id="rId26" Type="http://schemas.openxmlformats.org/officeDocument/2006/relationships/image" Target="../media/image1600.png"/><Relationship Id="rId231" Type="http://schemas.openxmlformats.org/officeDocument/2006/relationships/customXml" Target="../ink/ink1689.xml"/><Relationship Id="rId252" Type="http://schemas.openxmlformats.org/officeDocument/2006/relationships/image" Target="../media/image1713.png"/><Relationship Id="rId273" Type="http://schemas.openxmlformats.org/officeDocument/2006/relationships/customXml" Target="../ink/ink1710.xml"/><Relationship Id="rId47" Type="http://schemas.openxmlformats.org/officeDocument/2006/relationships/customXml" Target="../ink/ink1597.xml"/><Relationship Id="rId68" Type="http://schemas.openxmlformats.org/officeDocument/2006/relationships/image" Target="../media/image1621.png"/><Relationship Id="rId89" Type="http://schemas.openxmlformats.org/officeDocument/2006/relationships/customXml" Target="../ink/ink1618.xml"/><Relationship Id="rId112" Type="http://schemas.openxmlformats.org/officeDocument/2006/relationships/image" Target="../media/image1643.png"/><Relationship Id="rId133" Type="http://schemas.openxmlformats.org/officeDocument/2006/relationships/customXml" Target="../ink/ink1640.xml"/><Relationship Id="rId154" Type="http://schemas.openxmlformats.org/officeDocument/2006/relationships/image" Target="../media/image1664.png"/><Relationship Id="rId175" Type="http://schemas.openxmlformats.org/officeDocument/2006/relationships/customXml" Target="../ink/ink1661.xml"/><Relationship Id="rId196" Type="http://schemas.openxmlformats.org/officeDocument/2006/relationships/image" Target="../media/image1685.png"/><Relationship Id="rId200" Type="http://schemas.openxmlformats.org/officeDocument/2006/relationships/image" Target="../media/image1687.png"/><Relationship Id="rId16" Type="http://schemas.openxmlformats.org/officeDocument/2006/relationships/image" Target="../media/image1595.png"/><Relationship Id="rId221" Type="http://schemas.openxmlformats.org/officeDocument/2006/relationships/customXml" Target="../ink/ink1684.xml"/><Relationship Id="rId242" Type="http://schemas.openxmlformats.org/officeDocument/2006/relationships/image" Target="../media/image1708.png"/><Relationship Id="rId263" Type="http://schemas.openxmlformats.org/officeDocument/2006/relationships/customXml" Target="../ink/ink1705.xml"/><Relationship Id="rId37" Type="http://schemas.openxmlformats.org/officeDocument/2006/relationships/customXml" Target="../ink/ink1592.xml"/><Relationship Id="rId58" Type="http://schemas.openxmlformats.org/officeDocument/2006/relationships/image" Target="../media/image1616.png"/><Relationship Id="rId79" Type="http://schemas.openxmlformats.org/officeDocument/2006/relationships/customXml" Target="../ink/ink1613.xml"/><Relationship Id="rId102" Type="http://schemas.openxmlformats.org/officeDocument/2006/relationships/image" Target="../media/image1638.png"/><Relationship Id="rId123" Type="http://schemas.openxmlformats.org/officeDocument/2006/relationships/customXml" Target="../ink/ink1635.xml"/><Relationship Id="rId144" Type="http://schemas.openxmlformats.org/officeDocument/2006/relationships/image" Target="../media/image1659.png"/><Relationship Id="rId90" Type="http://schemas.openxmlformats.org/officeDocument/2006/relationships/image" Target="../media/image1632.png"/><Relationship Id="rId165" Type="http://schemas.openxmlformats.org/officeDocument/2006/relationships/customXml" Target="../ink/ink1656.xml"/><Relationship Id="rId186" Type="http://schemas.openxmlformats.org/officeDocument/2006/relationships/image" Target="../media/image1680.png"/><Relationship Id="rId211" Type="http://schemas.openxmlformats.org/officeDocument/2006/relationships/customXml" Target="../ink/ink1679.xml"/><Relationship Id="rId232" Type="http://schemas.openxmlformats.org/officeDocument/2006/relationships/image" Target="../media/image1703.png"/><Relationship Id="rId253" Type="http://schemas.openxmlformats.org/officeDocument/2006/relationships/customXml" Target="../ink/ink1700.xml"/><Relationship Id="rId274" Type="http://schemas.openxmlformats.org/officeDocument/2006/relationships/image" Target="../media/image1724.png"/><Relationship Id="rId27" Type="http://schemas.openxmlformats.org/officeDocument/2006/relationships/customXml" Target="../ink/ink1587.xml"/><Relationship Id="rId48" Type="http://schemas.openxmlformats.org/officeDocument/2006/relationships/image" Target="../media/image1611.png"/><Relationship Id="rId69" Type="http://schemas.openxmlformats.org/officeDocument/2006/relationships/customXml" Target="../ink/ink1608.xml"/><Relationship Id="rId113" Type="http://schemas.openxmlformats.org/officeDocument/2006/relationships/customXml" Target="../ink/ink1630.xml"/><Relationship Id="rId134" Type="http://schemas.openxmlformats.org/officeDocument/2006/relationships/image" Target="../media/image1654.png"/><Relationship Id="rId80" Type="http://schemas.openxmlformats.org/officeDocument/2006/relationships/image" Target="../media/image1627.png"/><Relationship Id="rId155" Type="http://schemas.openxmlformats.org/officeDocument/2006/relationships/customXml" Target="../ink/ink1651.xml"/><Relationship Id="rId176" Type="http://schemas.openxmlformats.org/officeDocument/2006/relationships/image" Target="../media/image1675.png"/><Relationship Id="rId197" Type="http://schemas.openxmlformats.org/officeDocument/2006/relationships/customXml" Target="../ink/ink1672.xml"/><Relationship Id="rId201" Type="http://schemas.openxmlformats.org/officeDocument/2006/relationships/customXml" Target="../ink/ink1674.xml"/><Relationship Id="rId222" Type="http://schemas.openxmlformats.org/officeDocument/2006/relationships/image" Target="../media/image1698.png"/><Relationship Id="rId243" Type="http://schemas.openxmlformats.org/officeDocument/2006/relationships/customXml" Target="../ink/ink1695.xml"/><Relationship Id="rId264" Type="http://schemas.openxmlformats.org/officeDocument/2006/relationships/image" Target="../media/image1719.png"/><Relationship Id="rId17" Type="http://schemas.openxmlformats.org/officeDocument/2006/relationships/customXml" Target="../ink/ink1582.xml"/><Relationship Id="rId38" Type="http://schemas.openxmlformats.org/officeDocument/2006/relationships/image" Target="../media/image1606.png"/><Relationship Id="rId59" Type="http://schemas.openxmlformats.org/officeDocument/2006/relationships/customXml" Target="../ink/ink1603.xml"/><Relationship Id="rId103" Type="http://schemas.openxmlformats.org/officeDocument/2006/relationships/customXml" Target="../ink/ink1625.xml"/><Relationship Id="rId124" Type="http://schemas.openxmlformats.org/officeDocument/2006/relationships/image" Target="../media/image1649.png"/><Relationship Id="rId70" Type="http://schemas.openxmlformats.org/officeDocument/2006/relationships/image" Target="../media/image1622.png"/><Relationship Id="rId91" Type="http://schemas.openxmlformats.org/officeDocument/2006/relationships/customXml" Target="../ink/ink1619.xml"/><Relationship Id="rId145" Type="http://schemas.openxmlformats.org/officeDocument/2006/relationships/customXml" Target="../ink/ink1646.xml"/><Relationship Id="rId166" Type="http://schemas.openxmlformats.org/officeDocument/2006/relationships/image" Target="../media/image1670.png"/><Relationship Id="rId187" Type="http://schemas.openxmlformats.org/officeDocument/2006/relationships/customXml" Target="../ink/ink1667.xml"/><Relationship Id="rId1" Type="http://schemas.openxmlformats.org/officeDocument/2006/relationships/slideLayout" Target="../slideLayouts/slideLayout2.xml"/><Relationship Id="rId212" Type="http://schemas.openxmlformats.org/officeDocument/2006/relationships/image" Target="../media/image1693.png"/><Relationship Id="rId233" Type="http://schemas.openxmlformats.org/officeDocument/2006/relationships/customXml" Target="../ink/ink1690.xml"/><Relationship Id="rId254" Type="http://schemas.openxmlformats.org/officeDocument/2006/relationships/image" Target="../media/image1714.png"/><Relationship Id="rId28" Type="http://schemas.openxmlformats.org/officeDocument/2006/relationships/image" Target="../media/image1601.png"/><Relationship Id="rId49" Type="http://schemas.openxmlformats.org/officeDocument/2006/relationships/customXml" Target="../ink/ink1598.xml"/><Relationship Id="rId114" Type="http://schemas.openxmlformats.org/officeDocument/2006/relationships/image" Target="../media/image1644.png"/><Relationship Id="rId275" Type="http://schemas.openxmlformats.org/officeDocument/2006/relationships/customXml" Target="../ink/ink1711.xml"/><Relationship Id="rId60" Type="http://schemas.openxmlformats.org/officeDocument/2006/relationships/image" Target="../media/image1617.png"/><Relationship Id="rId81" Type="http://schemas.openxmlformats.org/officeDocument/2006/relationships/customXml" Target="../ink/ink1614.xml"/><Relationship Id="rId135" Type="http://schemas.openxmlformats.org/officeDocument/2006/relationships/customXml" Target="../ink/ink1641.xml"/><Relationship Id="rId156" Type="http://schemas.openxmlformats.org/officeDocument/2006/relationships/image" Target="../media/image1665.png"/><Relationship Id="rId177" Type="http://schemas.openxmlformats.org/officeDocument/2006/relationships/customXml" Target="../ink/ink1662.xml"/><Relationship Id="rId198" Type="http://schemas.openxmlformats.org/officeDocument/2006/relationships/image" Target="../media/image1686.png"/><Relationship Id="rId202" Type="http://schemas.openxmlformats.org/officeDocument/2006/relationships/image" Target="../media/image1688.png"/><Relationship Id="rId223" Type="http://schemas.openxmlformats.org/officeDocument/2006/relationships/customXml" Target="../ink/ink1685.xml"/><Relationship Id="rId244" Type="http://schemas.openxmlformats.org/officeDocument/2006/relationships/image" Target="../media/image1709.png"/><Relationship Id="rId18" Type="http://schemas.openxmlformats.org/officeDocument/2006/relationships/image" Target="../media/image1596.png"/><Relationship Id="rId39" Type="http://schemas.openxmlformats.org/officeDocument/2006/relationships/customXml" Target="../ink/ink1593.xml"/><Relationship Id="rId265" Type="http://schemas.openxmlformats.org/officeDocument/2006/relationships/customXml" Target="../ink/ink1706.xml"/><Relationship Id="rId50" Type="http://schemas.openxmlformats.org/officeDocument/2006/relationships/image" Target="../media/image1612.png"/><Relationship Id="rId104" Type="http://schemas.openxmlformats.org/officeDocument/2006/relationships/image" Target="../media/image1639.png"/><Relationship Id="rId125" Type="http://schemas.openxmlformats.org/officeDocument/2006/relationships/customXml" Target="../ink/ink1636.xml"/><Relationship Id="rId146" Type="http://schemas.openxmlformats.org/officeDocument/2006/relationships/image" Target="../media/image1660.png"/><Relationship Id="rId167" Type="http://schemas.openxmlformats.org/officeDocument/2006/relationships/customXml" Target="../ink/ink1657.xml"/><Relationship Id="rId188" Type="http://schemas.openxmlformats.org/officeDocument/2006/relationships/image" Target="../media/image1681.png"/><Relationship Id="rId71" Type="http://schemas.openxmlformats.org/officeDocument/2006/relationships/customXml" Target="../ink/ink1609.xml"/><Relationship Id="rId92" Type="http://schemas.openxmlformats.org/officeDocument/2006/relationships/image" Target="../media/image1633.png"/><Relationship Id="rId213" Type="http://schemas.openxmlformats.org/officeDocument/2006/relationships/customXml" Target="../ink/ink1680.xml"/><Relationship Id="rId234" Type="http://schemas.openxmlformats.org/officeDocument/2006/relationships/image" Target="../media/image1704.png"/><Relationship Id="rId2" Type="http://schemas.openxmlformats.org/officeDocument/2006/relationships/image" Target="../media/image1588.png"/><Relationship Id="rId29" Type="http://schemas.openxmlformats.org/officeDocument/2006/relationships/customXml" Target="../ink/ink1588.xml"/><Relationship Id="rId255" Type="http://schemas.openxmlformats.org/officeDocument/2006/relationships/customXml" Target="../ink/ink1701.xml"/><Relationship Id="rId276" Type="http://schemas.openxmlformats.org/officeDocument/2006/relationships/image" Target="../media/image1725.png"/><Relationship Id="rId40" Type="http://schemas.openxmlformats.org/officeDocument/2006/relationships/image" Target="../media/image1607.png"/><Relationship Id="rId115" Type="http://schemas.openxmlformats.org/officeDocument/2006/relationships/customXml" Target="../ink/ink1631.xml"/><Relationship Id="rId136" Type="http://schemas.openxmlformats.org/officeDocument/2006/relationships/image" Target="../media/image1655.png"/><Relationship Id="rId157" Type="http://schemas.openxmlformats.org/officeDocument/2006/relationships/customXml" Target="../ink/ink1652.xml"/><Relationship Id="rId178" Type="http://schemas.openxmlformats.org/officeDocument/2006/relationships/image" Target="../media/image1676.png"/><Relationship Id="rId61" Type="http://schemas.openxmlformats.org/officeDocument/2006/relationships/customXml" Target="../ink/ink1604.xml"/><Relationship Id="rId82" Type="http://schemas.openxmlformats.org/officeDocument/2006/relationships/image" Target="../media/image1628.png"/><Relationship Id="rId199" Type="http://schemas.openxmlformats.org/officeDocument/2006/relationships/customXml" Target="../ink/ink1673.xml"/><Relationship Id="rId203" Type="http://schemas.openxmlformats.org/officeDocument/2006/relationships/customXml" Target="../ink/ink1675.xml"/><Relationship Id="rId19" Type="http://schemas.openxmlformats.org/officeDocument/2006/relationships/customXml" Target="../ink/ink1583.xml"/><Relationship Id="rId224" Type="http://schemas.openxmlformats.org/officeDocument/2006/relationships/image" Target="../media/image1699.png"/><Relationship Id="rId245" Type="http://schemas.openxmlformats.org/officeDocument/2006/relationships/customXml" Target="../ink/ink1696.xml"/><Relationship Id="rId266" Type="http://schemas.openxmlformats.org/officeDocument/2006/relationships/image" Target="../media/image1720.png"/><Relationship Id="rId30" Type="http://schemas.openxmlformats.org/officeDocument/2006/relationships/image" Target="../media/image1602.png"/><Relationship Id="rId105" Type="http://schemas.openxmlformats.org/officeDocument/2006/relationships/customXml" Target="../ink/ink1626.xml"/><Relationship Id="rId126" Type="http://schemas.openxmlformats.org/officeDocument/2006/relationships/image" Target="../media/image1650.png"/><Relationship Id="rId147" Type="http://schemas.openxmlformats.org/officeDocument/2006/relationships/customXml" Target="../ink/ink1647.xml"/><Relationship Id="rId168" Type="http://schemas.openxmlformats.org/officeDocument/2006/relationships/image" Target="../media/image1671.png"/><Relationship Id="rId51" Type="http://schemas.openxmlformats.org/officeDocument/2006/relationships/customXml" Target="../ink/ink1599.xml"/><Relationship Id="rId72" Type="http://schemas.openxmlformats.org/officeDocument/2006/relationships/image" Target="../media/image1623.png"/><Relationship Id="rId93" Type="http://schemas.openxmlformats.org/officeDocument/2006/relationships/customXml" Target="../ink/ink1620.xml"/><Relationship Id="rId189" Type="http://schemas.openxmlformats.org/officeDocument/2006/relationships/customXml" Target="../ink/ink1668.xml"/><Relationship Id="rId3" Type="http://schemas.openxmlformats.org/officeDocument/2006/relationships/customXml" Target="../ink/ink1575.xml"/><Relationship Id="rId214" Type="http://schemas.openxmlformats.org/officeDocument/2006/relationships/image" Target="../media/image1694.png"/><Relationship Id="rId235" Type="http://schemas.openxmlformats.org/officeDocument/2006/relationships/customXml" Target="../ink/ink1691.xml"/><Relationship Id="rId256" Type="http://schemas.openxmlformats.org/officeDocument/2006/relationships/image" Target="../media/image1715.png"/><Relationship Id="rId277" Type="http://schemas.openxmlformats.org/officeDocument/2006/relationships/customXml" Target="../ink/ink1712.xml"/><Relationship Id="rId116" Type="http://schemas.openxmlformats.org/officeDocument/2006/relationships/image" Target="../media/image1645.png"/><Relationship Id="rId137" Type="http://schemas.openxmlformats.org/officeDocument/2006/relationships/customXml" Target="../ink/ink1642.xml"/><Relationship Id="rId158" Type="http://schemas.openxmlformats.org/officeDocument/2006/relationships/image" Target="../media/image1666.png"/><Relationship Id="rId20" Type="http://schemas.openxmlformats.org/officeDocument/2006/relationships/image" Target="../media/image1597.png"/><Relationship Id="rId41" Type="http://schemas.openxmlformats.org/officeDocument/2006/relationships/customXml" Target="../ink/ink1594.xml"/><Relationship Id="rId62" Type="http://schemas.openxmlformats.org/officeDocument/2006/relationships/image" Target="../media/image1618.png"/><Relationship Id="rId83" Type="http://schemas.openxmlformats.org/officeDocument/2006/relationships/customXml" Target="../ink/ink1615.xml"/><Relationship Id="rId179" Type="http://schemas.openxmlformats.org/officeDocument/2006/relationships/customXml" Target="../ink/ink1663.xml"/><Relationship Id="rId190" Type="http://schemas.openxmlformats.org/officeDocument/2006/relationships/image" Target="../media/image1682.png"/><Relationship Id="rId204" Type="http://schemas.openxmlformats.org/officeDocument/2006/relationships/image" Target="../media/image1689.png"/><Relationship Id="rId225" Type="http://schemas.openxmlformats.org/officeDocument/2006/relationships/customXml" Target="../ink/ink1686.xml"/><Relationship Id="rId246" Type="http://schemas.openxmlformats.org/officeDocument/2006/relationships/image" Target="../media/image1710.png"/><Relationship Id="rId267" Type="http://schemas.openxmlformats.org/officeDocument/2006/relationships/customXml" Target="../ink/ink1707.xml"/><Relationship Id="rId106" Type="http://schemas.openxmlformats.org/officeDocument/2006/relationships/image" Target="../media/image1640.png"/><Relationship Id="rId127" Type="http://schemas.openxmlformats.org/officeDocument/2006/relationships/customXml" Target="../ink/ink1637.xml"/><Relationship Id="rId10" Type="http://schemas.openxmlformats.org/officeDocument/2006/relationships/image" Target="../media/image1592.png"/><Relationship Id="rId31" Type="http://schemas.openxmlformats.org/officeDocument/2006/relationships/customXml" Target="../ink/ink1589.xml"/><Relationship Id="rId52" Type="http://schemas.openxmlformats.org/officeDocument/2006/relationships/image" Target="../media/image1613.png"/><Relationship Id="rId73" Type="http://schemas.openxmlformats.org/officeDocument/2006/relationships/customXml" Target="../ink/ink1610.xml"/><Relationship Id="rId94" Type="http://schemas.openxmlformats.org/officeDocument/2006/relationships/image" Target="../media/image1634.png"/><Relationship Id="rId148" Type="http://schemas.openxmlformats.org/officeDocument/2006/relationships/image" Target="../media/image1661.png"/><Relationship Id="rId169" Type="http://schemas.openxmlformats.org/officeDocument/2006/relationships/customXml" Target="../ink/ink1658.xml"/><Relationship Id="rId4" Type="http://schemas.openxmlformats.org/officeDocument/2006/relationships/image" Target="../media/image1589.png"/><Relationship Id="rId180" Type="http://schemas.openxmlformats.org/officeDocument/2006/relationships/image" Target="../media/image1677.png"/><Relationship Id="rId215" Type="http://schemas.openxmlformats.org/officeDocument/2006/relationships/customXml" Target="../ink/ink1681.xml"/><Relationship Id="rId236" Type="http://schemas.openxmlformats.org/officeDocument/2006/relationships/image" Target="../media/image1705.png"/><Relationship Id="rId257" Type="http://schemas.openxmlformats.org/officeDocument/2006/relationships/customXml" Target="../ink/ink1702.xml"/><Relationship Id="rId278" Type="http://schemas.openxmlformats.org/officeDocument/2006/relationships/image" Target="../media/image1726.png"/><Relationship Id="rId42" Type="http://schemas.openxmlformats.org/officeDocument/2006/relationships/image" Target="../media/image1608.png"/><Relationship Id="rId84" Type="http://schemas.openxmlformats.org/officeDocument/2006/relationships/image" Target="../media/image1629.png"/><Relationship Id="rId138" Type="http://schemas.openxmlformats.org/officeDocument/2006/relationships/image" Target="../media/image1656.png"/><Relationship Id="rId191" Type="http://schemas.openxmlformats.org/officeDocument/2006/relationships/customXml" Target="../ink/ink1669.xml"/><Relationship Id="rId205" Type="http://schemas.openxmlformats.org/officeDocument/2006/relationships/customXml" Target="../ink/ink1676.xml"/><Relationship Id="rId247" Type="http://schemas.openxmlformats.org/officeDocument/2006/relationships/customXml" Target="../ink/ink1697.xml"/><Relationship Id="rId107" Type="http://schemas.openxmlformats.org/officeDocument/2006/relationships/customXml" Target="../ink/ink1627.xml"/><Relationship Id="rId11" Type="http://schemas.openxmlformats.org/officeDocument/2006/relationships/customXml" Target="../ink/ink1579.xml"/><Relationship Id="rId53" Type="http://schemas.openxmlformats.org/officeDocument/2006/relationships/customXml" Target="../ink/ink1600.xml"/><Relationship Id="rId149" Type="http://schemas.openxmlformats.org/officeDocument/2006/relationships/customXml" Target="../ink/ink1648.xml"/><Relationship Id="rId95" Type="http://schemas.openxmlformats.org/officeDocument/2006/relationships/customXml" Target="../ink/ink1621.xml"/><Relationship Id="rId160" Type="http://schemas.openxmlformats.org/officeDocument/2006/relationships/image" Target="../media/image1667.png"/><Relationship Id="rId216" Type="http://schemas.openxmlformats.org/officeDocument/2006/relationships/image" Target="../media/image169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8" Type="http://schemas.openxmlformats.org/officeDocument/2006/relationships/image" Target="../media/image1731.png"/><Relationship Id="rId13" Type="http://schemas.openxmlformats.org/officeDocument/2006/relationships/customXml" Target="../ink/ink1719.xml"/><Relationship Id="rId18" Type="http://schemas.openxmlformats.org/officeDocument/2006/relationships/image" Target="../media/image1736.png"/><Relationship Id="rId26" Type="http://schemas.openxmlformats.org/officeDocument/2006/relationships/image" Target="../media/image1740.png"/><Relationship Id="rId3" Type="http://schemas.openxmlformats.org/officeDocument/2006/relationships/customXml" Target="../ink/ink1714.xml"/><Relationship Id="rId21" Type="http://schemas.openxmlformats.org/officeDocument/2006/relationships/customXml" Target="../ink/ink1723.xml"/><Relationship Id="rId7" Type="http://schemas.openxmlformats.org/officeDocument/2006/relationships/customXml" Target="../ink/ink1716.xml"/><Relationship Id="rId12" Type="http://schemas.openxmlformats.org/officeDocument/2006/relationships/image" Target="../media/image1733.png"/><Relationship Id="rId17" Type="http://schemas.openxmlformats.org/officeDocument/2006/relationships/customXml" Target="../ink/ink1721.xml"/><Relationship Id="rId25" Type="http://schemas.openxmlformats.org/officeDocument/2006/relationships/customXml" Target="../ink/ink1725.xml"/><Relationship Id="rId2" Type="http://schemas.openxmlformats.org/officeDocument/2006/relationships/image" Target="../media/image1728.jpg"/><Relationship Id="rId16" Type="http://schemas.openxmlformats.org/officeDocument/2006/relationships/image" Target="../media/image1735.png"/><Relationship Id="rId20" Type="http://schemas.openxmlformats.org/officeDocument/2006/relationships/image" Target="../media/image1737.png"/><Relationship Id="rId1" Type="http://schemas.openxmlformats.org/officeDocument/2006/relationships/slideLayout" Target="../slideLayouts/slideLayout4.xml"/><Relationship Id="rId6" Type="http://schemas.openxmlformats.org/officeDocument/2006/relationships/image" Target="../media/image1730.png"/><Relationship Id="rId11" Type="http://schemas.openxmlformats.org/officeDocument/2006/relationships/customXml" Target="../ink/ink1718.xml"/><Relationship Id="rId24" Type="http://schemas.openxmlformats.org/officeDocument/2006/relationships/image" Target="../media/image1739.png"/><Relationship Id="rId5" Type="http://schemas.openxmlformats.org/officeDocument/2006/relationships/customXml" Target="../ink/ink1715.xml"/><Relationship Id="rId15" Type="http://schemas.openxmlformats.org/officeDocument/2006/relationships/customXml" Target="../ink/ink1720.xml"/><Relationship Id="rId23" Type="http://schemas.openxmlformats.org/officeDocument/2006/relationships/customXml" Target="../ink/ink1724.xml"/><Relationship Id="rId28" Type="http://schemas.openxmlformats.org/officeDocument/2006/relationships/image" Target="../media/image1741.png"/><Relationship Id="rId10" Type="http://schemas.openxmlformats.org/officeDocument/2006/relationships/image" Target="../media/image1732.png"/><Relationship Id="rId19" Type="http://schemas.openxmlformats.org/officeDocument/2006/relationships/customXml" Target="../ink/ink1722.xml"/><Relationship Id="rId4" Type="http://schemas.openxmlformats.org/officeDocument/2006/relationships/image" Target="../media/image1729.png"/><Relationship Id="rId9" Type="http://schemas.openxmlformats.org/officeDocument/2006/relationships/customXml" Target="../ink/ink1717.xml"/><Relationship Id="rId14" Type="http://schemas.openxmlformats.org/officeDocument/2006/relationships/image" Target="../media/image1734.png"/><Relationship Id="rId22" Type="http://schemas.openxmlformats.org/officeDocument/2006/relationships/image" Target="../media/image1738.png"/><Relationship Id="rId27" Type="http://schemas.openxmlformats.org/officeDocument/2006/relationships/customXml" Target="../ink/ink1726.xml"/></Relationships>
</file>

<file path=ppt/slides/_rels/slide25.xml.rels><?xml version="1.0" encoding="UTF-8" standalone="yes"?>
<Relationships xmlns="http://schemas.openxmlformats.org/package/2006/relationships"><Relationship Id="rId2" Type="http://schemas.openxmlformats.org/officeDocument/2006/relationships/image" Target="../media/image1742.jpg"/><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6" Type="http://schemas.openxmlformats.org/officeDocument/2006/relationships/image" Target="../media/image1755.png"/><Relationship Id="rId117" Type="http://schemas.openxmlformats.org/officeDocument/2006/relationships/customXml" Target="../ink/ink1784.xml"/><Relationship Id="rId21" Type="http://schemas.openxmlformats.org/officeDocument/2006/relationships/customXml" Target="../ink/ink1736.xml"/><Relationship Id="rId42" Type="http://schemas.openxmlformats.org/officeDocument/2006/relationships/image" Target="../media/image1763.png"/><Relationship Id="rId47" Type="http://schemas.openxmlformats.org/officeDocument/2006/relationships/customXml" Target="../ink/ink1749.xml"/><Relationship Id="rId63" Type="http://schemas.openxmlformats.org/officeDocument/2006/relationships/customXml" Target="../ink/ink1757.xml"/><Relationship Id="rId68" Type="http://schemas.openxmlformats.org/officeDocument/2006/relationships/image" Target="../media/image1776.png"/><Relationship Id="rId84" Type="http://schemas.openxmlformats.org/officeDocument/2006/relationships/image" Target="../media/image1784.png"/><Relationship Id="rId89" Type="http://schemas.openxmlformats.org/officeDocument/2006/relationships/customXml" Target="../ink/ink1770.xml"/><Relationship Id="rId112" Type="http://schemas.openxmlformats.org/officeDocument/2006/relationships/image" Target="../media/image1798.png"/><Relationship Id="rId16" Type="http://schemas.openxmlformats.org/officeDocument/2006/relationships/image" Target="../media/image1750.png"/><Relationship Id="rId107" Type="http://schemas.openxmlformats.org/officeDocument/2006/relationships/customXml" Target="../ink/ink1779.xml"/><Relationship Id="rId11" Type="http://schemas.openxmlformats.org/officeDocument/2006/relationships/customXml" Target="../ink/ink1731.xml"/><Relationship Id="rId32" Type="http://schemas.openxmlformats.org/officeDocument/2006/relationships/image" Target="../media/image1758.png"/><Relationship Id="rId37" Type="http://schemas.openxmlformats.org/officeDocument/2006/relationships/customXml" Target="../ink/ink1744.xml"/><Relationship Id="rId53" Type="http://schemas.openxmlformats.org/officeDocument/2006/relationships/customXml" Target="../ink/ink1752.xml"/><Relationship Id="rId58" Type="http://schemas.openxmlformats.org/officeDocument/2006/relationships/image" Target="../media/image1771.png"/><Relationship Id="rId74" Type="http://schemas.openxmlformats.org/officeDocument/2006/relationships/image" Target="../media/image1779.png"/><Relationship Id="rId79" Type="http://schemas.openxmlformats.org/officeDocument/2006/relationships/customXml" Target="../ink/ink1765.xml"/><Relationship Id="rId102" Type="http://schemas.openxmlformats.org/officeDocument/2006/relationships/image" Target="../media/image1793.png"/><Relationship Id="rId5" Type="http://schemas.openxmlformats.org/officeDocument/2006/relationships/customXml" Target="../ink/ink1728.xml"/><Relationship Id="rId90" Type="http://schemas.openxmlformats.org/officeDocument/2006/relationships/image" Target="../media/image1787.png"/><Relationship Id="rId95" Type="http://schemas.openxmlformats.org/officeDocument/2006/relationships/customXml" Target="../ink/ink1773.xml"/><Relationship Id="rId22" Type="http://schemas.openxmlformats.org/officeDocument/2006/relationships/image" Target="../media/image1753.png"/><Relationship Id="rId27" Type="http://schemas.openxmlformats.org/officeDocument/2006/relationships/customXml" Target="../ink/ink1739.xml"/><Relationship Id="rId43" Type="http://schemas.openxmlformats.org/officeDocument/2006/relationships/customXml" Target="../ink/ink1747.xml"/><Relationship Id="rId48" Type="http://schemas.openxmlformats.org/officeDocument/2006/relationships/image" Target="../media/image1766.png"/><Relationship Id="rId64" Type="http://schemas.openxmlformats.org/officeDocument/2006/relationships/image" Target="../media/image1774.png"/><Relationship Id="rId69" Type="http://schemas.openxmlformats.org/officeDocument/2006/relationships/customXml" Target="../ink/ink1760.xml"/><Relationship Id="rId113" Type="http://schemas.openxmlformats.org/officeDocument/2006/relationships/customXml" Target="../ink/ink1782.xml"/><Relationship Id="rId118" Type="http://schemas.openxmlformats.org/officeDocument/2006/relationships/image" Target="../media/image1801.png"/><Relationship Id="rId80" Type="http://schemas.openxmlformats.org/officeDocument/2006/relationships/image" Target="../media/image1782.png"/><Relationship Id="rId85" Type="http://schemas.openxmlformats.org/officeDocument/2006/relationships/customXml" Target="../ink/ink1768.xml"/><Relationship Id="rId12" Type="http://schemas.openxmlformats.org/officeDocument/2006/relationships/image" Target="../media/image1748.png"/><Relationship Id="rId17" Type="http://schemas.openxmlformats.org/officeDocument/2006/relationships/customXml" Target="../ink/ink1734.xml"/><Relationship Id="rId33" Type="http://schemas.openxmlformats.org/officeDocument/2006/relationships/customXml" Target="../ink/ink1742.xml"/><Relationship Id="rId38" Type="http://schemas.openxmlformats.org/officeDocument/2006/relationships/image" Target="../media/image1761.png"/><Relationship Id="rId59" Type="http://schemas.openxmlformats.org/officeDocument/2006/relationships/customXml" Target="../ink/ink1755.xml"/><Relationship Id="rId103" Type="http://schemas.openxmlformats.org/officeDocument/2006/relationships/customXml" Target="../ink/ink1777.xml"/><Relationship Id="rId108" Type="http://schemas.openxmlformats.org/officeDocument/2006/relationships/image" Target="../media/image1796.png"/><Relationship Id="rId54" Type="http://schemas.openxmlformats.org/officeDocument/2006/relationships/image" Target="../media/image1769.png"/><Relationship Id="rId70" Type="http://schemas.openxmlformats.org/officeDocument/2006/relationships/image" Target="../media/image1777.png"/><Relationship Id="rId75" Type="http://schemas.openxmlformats.org/officeDocument/2006/relationships/customXml" Target="../ink/ink1763.xml"/><Relationship Id="rId91" Type="http://schemas.openxmlformats.org/officeDocument/2006/relationships/customXml" Target="../ink/ink1771.xml"/><Relationship Id="rId96" Type="http://schemas.openxmlformats.org/officeDocument/2006/relationships/image" Target="../media/image1790.png"/><Relationship Id="rId1" Type="http://schemas.openxmlformats.org/officeDocument/2006/relationships/slideLayout" Target="../slideLayouts/slideLayout4.xml"/><Relationship Id="rId6" Type="http://schemas.openxmlformats.org/officeDocument/2006/relationships/image" Target="../media/image1745.png"/><Relationship Id="rId23" Type="http://schemas.openxmlformats.org/officeDocument/2006/relationships/customXml" Target="../ink/ink1737.xml"/><Relationship Id="rId28" Type="http://schemas.openxmlformats.org/officeDocument/2006/relationships/image" Target="../media/image1756.png"/><Relationship Id="rId49" Type="http://schemas.openxmlformats.org/officeDocument/2006/relationships/customXml" Target="../ink/ink1750.xml"/><Relationship Id="rId114" Type="http://schemas.openxmlformats.org/officeDocument/2006/relationships/image" Target="../media/image1799.png"/><Relationship Id="rId119" Type="http://schemas.openxmlformats.org/officeDocument/2006/relationships/customXml" Target="../ink/ink1785.xml"/><Relationship Id="rId10" Type="http://schemas.openxmlformats.org/officeDocument/2006/relationships/image" Target="../media/image1747.png"/><Relationship Id="rId31" Type="http://schemas.openxmlformats.org/officeDocument/2006/relationships/customXml" Target="../ink/ink1741.xml"/><Relationship Id="rId44" Type="http://schemas.openxmlformats.org/officeDocument/2006/relationships/image" Target="../media/image1764.png"/><Relationship Id="rId52" Type="http://schemas.openxmlformats.org/officeDocument/2006/relationships/image" Target="../media/image1768.png"/><Relationship Id="rId60" Type="http://schemas.openxmlformats.org/officeDocument/2006/relationships/image" Target="../media/image1772.png"/><Relationship Id="rId65" Type="http://schemas.openxmlformats.org/officeDocument/2006/relationships/customXml" Target="../ink/ink1758.xml"/><Relationship Id="rId73" Type="http://schemas.openxmlformats.org/officeDocument/2006/relationships/customXml" Target="../ink/ink1762.xml"/><Relationship Id="rId78" Type="http://schemas.openxmlformats.org/officeDocument/2006/relationships/image" Target="../media/image1781.png"/><Relationship Id="rId81" Type="http://schemas.openxmlformats.org/officeDocument/2006/relationships/customXml" Target="../ink/ink1766.xml"/><Relationship Id="rId86" Type="http://schemas.openxmlformats.org/officeDocument/2006/relationships/image" Target="../media/image1785.png"/><Relationship Id="rId94" Type="http://schemas.openxmlformats.org/officeDocument/2006/relationships/image" Target="../media/image1789.png"/><Relationship Id="rId99" Type="http://schemas.openxmlformats.org/officeDocument/2006/relationships/customXml" Target="../ink/ink1775.xml"/><Relationship Id="rId101" Type="http://schemas.openxmlformats.org/officeDocument/2006/relationships/customXml" Target="../ink/ink1776.xml"/><Relationship Id="rId4" Type="http://schemas.openxmlformats.org/officeDocument/2006/relationships/image" Target="../media/image1744.png"/><Relationship Id="rId9" Type="http://schemas.openxmlformats.org/officeDocument/2006/relationships/customXml" Target="../ink/ink1730.xml"/><Relationship Id="rId13" Type="http://schemas.openxmlformats.org/officeDocument/2006/relationships/customXml" Target="../ink/ink1732.xml"/><Relationship Id="rId18" Type="http://schemas.openxmlformats.org/officeDocument/2006/relationships/image" Target="../media/image1751.png"/><Relationship Id="rId39" Type="http://schemas.openxmlformats.org/officeDocument/2006/relationships/customXml" Target="../ink/ink1745.xml"/><Relationship Id="rId109" Type="http://schemas.openxmlformats.org/officeDocument/2006/relationships/customXml" Target="../ink/ink1780.xml"/><Relationship Id="rId34" Type="http://schemas.openxmlformats.org/officeDocument/2006/relationships/image" Target="../media/image1759.png"/><Relationship Id="rId50" Type="http://schemas.openxmlformats.org/officeDocument/2006/relationships/image" Target="../media/image1767.png"/><Relationship Id="rId55" Type="http://schemas.openxmlformats.org/officeDocument/2006/relationships/customXml" Target="../ink/ink1753.xml"/><Relationship Id="rId76" Type="http://schemas.openxmlformats.org/officeDocument/2006/relationships/image" Target="../media/image1780.png"/><Relationship Id="rId97" Type="http://schemas.openxmlformats.org/officeDocument/2006/relationships/customXml" Target="../ink/ink1774.xml"/><Relationship Id="rId104" Type="http://schemas.openxmlformats.org/officeDocument/2006/relationships/image" Target="../media/image1794.png"/><Relationship Id="rId120" Type="http://schemas.openxmlformats.org/officeDocument/2006/relationships/image" Target="../media/image1802.png"/><Relationship Id="rId7" Type="http://schemas.openxmlformats.org/officeDocument/2006/relationships/customXml" Target="../ink/ink1729.xml"/><Relationship Id="rId71" Type="http://schemas.openxmlformats.org/officeDocument/2006/relationships/customXml" Target="../ink/ink1761.xml"/><Relationship Id="rId92" Type="http://schemas.openxmlformats.org/officeDocument/2006/relationships/image" Target="../media/image1788.png"/><Relationship Id="rId2" Type="http://schemas.openxmlformats.org/officeDocument/2006/relationships/image" Target="../media/image1743.jpg"/><Relationship Id="rId29" Type="http://schemas.openxmlformats.org/officeDocument/2006/relationships/customXml" Target="../ink/ink1740.xml"/><Relationship Id="rId24" Type="http://schemas.openxmlformats.org/officeDocument/2006/relationships/image" Target="../media/image1754.png"/><Relationship Id="rId40" Type="http://schemas.openxmlformats.org/officeDocument/2006/relationships/image" Target="../media/image1762.png"/><Relationship Id="rId45" Type="http://schemas.openxmlformats.org/officeDocument/2006/relationships/customXml" Target="../ink/ink1748.xml"/><Relationship Id="rId66" Type="http://schemas.openxmlformats.org/officeDocument/2006/relationships/image" Target="../media/image1775.png"/><Relationship Id="rId87" Type="http://schemas.openxmlformats.org/officeDocument/2006/relationships/customXml" Target="../ink/ink1769.xml"/><Relationship Id="rId110" Type="http://schemas.openxmlformats.org/officeDocument/2006/relationships/image" Target="../media/image1797.png"/><Relationship Id="rId115" Type="http://schemas.openxmlformats.org/officeDocument/2006/relationships/customXml" Target="../ink/ink1783.xml"/><Relationship Id="rId61" Type="http://schemas.openxmlformats.org/officeDocument/2006/relationships/customXml" Target="../ink/ink1756.xml"/><Relationship Id="rId82" Type="http://schemas.openxmlformats.org/officeDocument/2006/relationships/image" Target="../media/image1783.png"/><Relationship Id="rId19" Type="http://schemas.openxmlformats.org/officeDocument/2006/relationships/customXml" Target="../ink/ink1735.xml"/><Relationship Id="rId14" Type="http://schemas.openxmlformats.org/officeDocument/2006/relationships/image" Target="../media/image1749.png"/><Relationship Id="rId30" Type="http://schemas.openxmlformats.org/officeDocument/2006/relationships/image" Target="../media/image1757.png"/><Relationship Id="rId35" Type="http://schemas.openxmlformats.org/officeDocument/2006/relationships/customXml" Target="../ink/ink1743.xml"/><Relationship Id="rId56" Type="http://schemas.openxmlformats.org/officeDocument/2006/relationships/image" Target="../media/image1770.png"/><Relationship Id="rId77" Type="http://schemas.openxmlformats.org/officeDocument/2006/relationships/customXml" Target="../ink/ink1764.xml"/><Relationship Id="rId100" Type="http://schemas.openxmlformats.org/officeDocument/2006/relationships/image" Target="../media/image1792.png"/><Relationship Id="rId105" Type="http://schemas.openxmlformats.org/officeDocument/2006/relationships/customXml" Target="../ink/ink1778.xml"/><Relationship Id="rId8" Type="http://schemas.openxmlformats.org/officeDocument/2006/relationships/image" Target="../media/image1746.png"/><Relationship Id="rId51" Type="http://schemas.openxmlformats.org/officeDocument/2006/relationships/customXml" Target="../ink/ink1751.xml"/><Relationship Id="rId72" Type="http://schemas.openxmlformats.org/officeDocument/2006/relationships/image" Target="../media/image1778.png"/><Relationship Id="rId93" Type="http://schemas.openxmlformats.org/officeDocument/2006/relationships/customXml" Target="../ink/ink1772.xml"/><Relationship Id="rId98" Type="http://schemas.openxmlformats.org/officeDocument/2006/relationships/image" Target="../media/image1791.png"/><Relationship Id="rId3" Type="http://schemas.openxmlformats.org/officeDocument/2006/relationships/customXml" Target="../ink/ink1727.xml"/><Relationship Id="rId25" Type="http://schemas.openxmlformats.org/officeDocument/2006/relationships/customXml" Target="../ink/ink1738.xml"/><Relationship Id="rId46" Type="http://schemas.openxmlformats.org/officeDocument/2006/relationships/image" Target="../media/image1765.png"/><Relationship Id="rId67" Type="http://schemas.openxmlformats.org/officeDocument/2006/relationships/customXml" Target="../ink/ink1759.xml"/><Relationship Id="rId116" Type="http://schemas.openxmlformats.org/officeDocument/2006/relationships/image" Target="../media/image1800.png"/><Relationship Id="rId20" Type="http://schemas.openxmlformats.org/officeDocument/2006/relationships/image" Target="../media/image1752.png"/><Relationship Id="rId41" Type="http://schemas.openxmlformats.org/officeDocument/2006/relationships/customXml" Target="../ink/ink1746.xml"/><Relationship Id="rId62" Type="http://schemas.openxmlformats.org/officeDocument/2006/relationships/image" Target="../media/image1773.png"/><Relationship Id="rId83" Type="http://schemas.openxmlformats.org/officeDocument/2006/relationships/customXml" Target="../ink/ink1767.xml"/><Relationship Id="rId88" Type="http://schemas.openxmlformats.org/officeDocument/2006/relationships/image" Target="../media/image1786.png"/><Relationship Id="rId111" Type="http://schemas.openxmlformats.org/officeDocument/2006/relationships/customXml" Target="../ink/ink1781.xml"/><Relationship Id="rId15" Type="http://schemas.openxmlformats.org/officeDocument/2006/relationships/customXml" Target="../ink/ink1733.xml"/><Relationship Id="rId36" Type="http://schemas.openxmlformats.org/officeDocument/2006/relationships/image" Target="../media/image1760.png"/><Relationship Id="rId57" Type="http://schemas.openxmlformats.org/officeDocument/2006/relationships/customXml" Target="../ink/ink1754.xml"/><Relationship Id="rId106" Type="http://schemas.openxmlformats.org/officeDocument/2006/relationships/image" Target="../media/image1795.png"/></Relationships>
</file>

<file path=ppt/slides/_rels/slide27.xml.rels><?xml version="1.0" encoding="UTF-8" standalone="yes"?>
<Relationships xmlns="http://schemas.openxmlformats.org/package/2006/relationships"><Relationship Id="rId2" Type="http://schemas.openxmlformats.org/officeDocument/2006/relationships/image" Target="../media/image1803.jpg"/><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17" Type="http://schemas.openxmlformats.org/officeDocument/2006/relationships/customXml" Target="../ink/ink1842.xml"/><Relationship Id="rId299" Type="http://schemas.openxmlformats.org/officeDocument/2006/relationships/customXml" Target="../ink/ink1933.xml"/><Relationship Id="rId21" Type="http://schemas.openxmlformats.org/officeDocument/2006/relationships/customXml" Target="../ink/ink1794.xml"/><Relationship Id="rId63" Type="http://schemas.openxmlformats.org/officeDocument/2006/relationships/customXml" Target="../ink/ink1815.xml"/><Relationship Id="rId159" Type="http://schemas.openxmlformats.org/officeDocument/2006/relationships/customXml" Target="../ink/ink1863.xml"/><Relationship Id="rId324" Type="http://schemas.openxmlformats.org/officeDocument/2006/relationships/image" Target="../media/image1964.png"/><Relationship Id="rId366" Type="http://schemas.openxmlformats.org/officeDocument/2006/relationships/image" Target="../media/image1985.png"/><Relationship Id="rId170" Type="http://schemas.openxmlformats.org/officeDocument/2006/relationships/image" Target="../media/image1887.png"/><Relationship Id="rId226" Type="http://schemas.openxmlformats.org/officeDocument/2006/relationships/image" Target="../media/image1915.png"/><Relationship Id="rId268" Type="http://schemas.openxmlformats.org/officeDocument/2006/relationships/image" Target="../media/image1936.png"/><Relationship Id="rId32" Type="http://schemas.openxmlformats.org/officeDocument/2006/relationships/image" Target="../media/image1818.png"/><Relationship Id="rId74" Type="http://schemas.openxmlformats.org/officeDocument/2006/relationships/image" Target="../media/image1839.png"/><Relationship Id="rId128" Type="http://schemas.openxmlformats.org/officeDocument/2006/relationships/image" Target="../media/image1866.png"/><Relationship Id="rId335" Type="http://schemas.openxmlformats.org/officeDocument/2006/relationships/customXml" Target="../ink/ink1951.xml"/><Relationship Id="rId5" Type="http://schemas.openxmlformats.org/officeDocument/2006/relationships/customXml" Target="../ink/ink1786.xml"/><Relationship Id="rId181" Type="http://schemas.openxmlformats.org/officeDocument/2006/relationships/customXml" Target="../ink/ink1874.xml"/><Relationship Id="rId237" Type="http://schemas.openxmlformats.org/officeDocument/2006/relationships/customXml" Target="../ink/ink1902.xml"/><Relationship Id="rId279" Type="http://schemas.openxmlformats.org/officeDocument/2006/relationships/customXml" Target="../ink/ink1923.xml"/><Relationship Id="rId43" Type="http://schemas.openxmlformats.org/officeDocument/2006/relationships/customXml" Target="../ink/ink1805.xml"/><Relationship Id="rId139" Type="http://schemas.openxmlformats.org/officeDocument/2006/relationships/customXml" Target="../ink/ink1853.xml"/><Relationship Id="rId290" Type="http://schemas.openxmlformats.org/officeDocument/2006/relationships/image" Target="../media/image1947.png"/><Relationship Id="rId304" Type="http://schemas.openxmlformats.org/officeDocument/2006/relationships/image" Target="../media/image1954.png"/><Relationship Id="rId346" Type="http://schemas.openxmlformats.org/officeDocument/2006/relationships/image" Target="../media/image1975.png"/><Relationship Id="rId85" Type="http://schemas.openxmlformats.org/officeDocument/2006/relationships/customXml" Target="../ink/ink1826.xml"/><Relationship Id="rId150" Type="http://schemas.openxmlformats.org/officeDocument/2006/relationships/image" Target="../media/image1877.png"/><Relationship Id="rId192" Type="http://schemas.openxmlformats.org/officeDocument/2006/relationships/image" Target="../media/image1898.png"/><Relationship Id="rId206" Type="http://schemas.openxmlformats.org/officeDocument/2006/relationships/image" Target="../media/image1905.png"/><Relationship Id="rId248" Type="http://schemas.openxmlformats.org/officeDocument/2006/relationships/image" Target="../media/image1926.png"/><Relationship Id="rId12" Type="http://schemas.openxmlformats.org/officeDocument/2006/relationships/image" Target="../media/image1808.png"/><Relationship Id="rId108" Type="http://schemas.openxmlformats.org/officeDocument/2006/relationships/image" Target="../media/image1856.png"/><Relationship Id="rId315" Type="http://schemas.openxmlformats.org/officeDocument/2006/relationships/customXml" Target="../ink/ink1941.xml"/><Relationship Id="rId357" Type="http://schemas.openxmlformats.org/officeDocument/2006/relationships/customXml" Target="../ink/ink1962.xml"/><Relationship Id="rId54" Type="http://schemas.openxmlformats.org/officeDocument/2006/relationships/image" Target="../media/image1829.png"/><Relationship Id="rId96" Type="http://schemas.openxmlformats.org/officeDocument/2006/relationships/image" Target="../media/image1850.png"/><Relationship Id="rId161" Type="http://schemas.openxmlformats.org/officeDocument/2006/relationships/customXml" Target="../ink/ink1864.xml"/><Relationship Id="rId217" Type="http://schemas.openxmlformats.org/officeDocument/2006/relationships/customXml" Target="../ink/ink1892.xml"/><Relationship Id="rId259" Type="http://schemas.openxmlformats.org/officeDocument/2006/relationships/customXml" Target="../ink/ink1913.xml"/><Relationship Id="rId23" Type="http://schemas.openxmlformats.org/officeDocument/2006/relationships/customXml" Target="../ink/ink1795.xml"/><Relationship Id="rId119" Type="http://schemas.openxmlformats.org/officeDocument/2006/relationships/customXml" Target="../ink/ink1843.xml"/><Relationship Id="rId270" Type="http://schemas.openxmlformats.org/officeDocument/2006/relationships/image" Target="../media/image1937.png"/><Relationship Id="rId326" Type="http://schemas.openxmlformats.org/officeDocument/2006/relationships/image" Target="../media/image1965.png"/><Relationship Id="rId65" Type="http://schemas.openxmlformats.org/officeDocument/2006/relationships/customXml" Target="../ink/ink1816.xml"/><Relationship Id="rId130" Type="http://schemas.openxmlformats.org/officeDocument/2006/relationships/image" Target="../media/image1867.png"/><Relationship Id="rId172" Type="http://schemas.openxmlformats.org/officeDocument/2006/relationships/image" Target="../media/image1888.png"/><Relationship Id="rId228" Type="http://schemas.openxmlformats.org/officeDocument/2006/relationships/image" Target="../media/image1916.png"/><Relationship Id="rId281" Type="http://schemas.openxmlformats.org/officeDocument/2006/relationships/customXml" Target="../ink/ink1924.xml"/><Relationship Id="rId337" Type="http://schemas.openxmlformats.org/officeDocument/2006/relationships/customXml" Target="../ink/ink1952.xml"/><Relationship Id="rId34" Type="http://schemas.openxmlformats.org/officeDocument/2006/relationships/image" Target="../media/image1819.png"/><Relationship Id="rId76" Type="http://schemas.openxmlformats.org/officeDocument/2006/relationships/image" Target="../media/image1840.png"/><Relationship Id="rId141" Type="http://schemas.openxmlformats.org/officeDocument/2006/relationships/customXml" Target="../ink/ink1854.xml"/><Relationship Id="rId7" Type="http://schemas.openxmlformats.org/officeDocument/2006/relationships/customXml" Target="../ink/ink1787.xml"/><Relationship Id="rId183" Type="http://schemas.openxmlformats.org/officeDocument/2006/relationships/customXml" Target="../ink/ink1875.xml"/><Relationship Id="rId239" Type="http://schemas.openxmlformats.org/officeDocument/2006/relationships/customXml" Target="../ink/ink1903.xml"/><Relationship Id="rId250" Type="http://schemas.openxmlformats.org/officeDocument/2006/relationships/image" Target="../media/image1927.png"/><Relationship Id="rId292" Type="http://schemas.openxmlformats.org/officeDocument/2006/relationships/image" Target="../media/image1948.png"/><Relationship Id="rId306" Type="http://schemas.openxmlformats.org/officeDocument/2006/relationships/image" Target="../media/image1955.png"/><Relationship Id="rId45" Type="http://schemas.openxmlformats.org/officeDocument/2006/relationships/customXml" Target="../ink/ink1806.xml"/><Relationship Id="rId87" Type="http://schemas.openxmlformats.org/officeDocument/2006/relationships/customXml" Target="../ink/ink1827.xml"/><Relationship Id="rId110" Type="http://schemas.openxmlformats.org/officeDocument/2006/relationships/image" Target="../media/image1857.png"/><Relationship Id="rId348" Type="http://schemas.openxmlformats.org/officeDocument/2006/relationships/image" Target="../media/image1976.png"/><Relationship Id="rId152" Type="http://schemas.openxmlformats.org/officeDocument/2006/relationships/image" Target="../media/image1878.png"/><Relationship Id="rId194" Type="http://schemas.openxmlformats.org/officeDocument/2006/relationships/image" Target="../media/image1899.png"/><Relationship Id="rId208" Type="http://schemas.openxmlformats.org/officeDocument/2006/relationships/image" Target="../media/image1906.png"/><Relationship Id="rId261" Type="http://schemas.openxmlformats.org/officeDocument/2006/relationships/customXml" Target="../ink/ink1914.xml"/><Relationship Id="rId14" Type="http://schemas.openxmlformats.org/officeDocument/2006/relationships/image" Target="../media/image1809.png"/><Relationship Id="rId56" Type="http://schemas.openxmlformats.org/officeDocument/2006/relationships/image" Target="../media/image1830.png"/><Relationship Id="rId317" Type="http://schemas.openxmlformats.org/officeDocument/2006/relationships/customXml" Target="../ink/ink1942.xml"/><Relationship Id="rId359" Type="http://schemas.openxmlformats.org/officeDocument/2006/relationships/customXml" Target="../ink/ink1963.xml"/><Relationship Id="rId98" Type="http://schemas.openxmlformats.org/officeDocument/2006/relationships/image" Target="../media/image1851.png"/><Relationship Id="rId121" Type="http://schemas.openxmlformats.org/officeDocument/2006/relationships/customXml" Target="../ink/ink1844.xml"/><Relationship Id="rId163" Type="http://schemas.openxmlformats.org/officeDocument/2006/relationships/customXml" Target="../ink/ink1865.xml"/><Relationship Id="rId219" Type="http://schemas.openxmlformats.org/officeDocument/2006/relationships/customXml" Target="../ink/ink1893.xml"/><Relationship Id="rId230" Type="http://schemas.openxmlformats.org/officeDocument/2006/relationships/image" Target="../media/image1917.png"/><Relationship Id="rId25" Type="http://schemas.openxmlformats.org/officeDocument/2006/relationships/customXml" Target="../ink/ink1796.xml"/><Relationship Id="rId67" Type="http://schemas.openxmlformats.org/officeDocument/2006/relationships/customXml" Target="../ink/ink1817.xml"/><Relationship Id="rId272" Type="http://schemas.openxmlformats.org/officeDocument/2006/relationships/image" Target="../media/image1938.png"/><Relationship Id="rId328" Type="http://schemas.openxmlformats.org/officeDocument/2006/relationships/image" Target="../media/image1966.png"/><Relationship Id="rId132" Type="http://schemas.openxmlformats.org/officeDocument/2006/relationships/image" Target="../media/image1868.png"/><Relationship Id="rId174" Type="http://schemas.openxmlformats.org/officeDocument/2006/relationships/image" Target="../media/image1889.png"/><Relationship Id="rId220" Type="http://schemas.openxmlformats.org/officeDocument/2006/relationships/image" Target="../media/image1912.png"/><Relationship Id="rId241" Type="http://schemas.openxmlformats.org/officeDocument/2006/relationships/customXml" Target="../ink/ink1904.xml"/><Relationship Id="rId15" Type="http://schemas.openxmlformats.org/officeDocument/2006/relationships/customXml" Target="../ink/ink1791.xml"/><Relationship Id="rId36" Type="http://schemas.openxmlformats.org/officeDocument/2006/relationships/image" Target="../media/image1820.png"/><Relationship Id="rId57" Type="http://schemas.openxmlformats.org/officeDocument/2006/relationships/customXml" Target="../ink/ink1812.xml"/><Relationship Id="rId262" Type="http://schemas.openxmlformats.org/officeDocument/2006/relationships/image" Target="../media/image1933.png"/><Relationship Id="rId283" Type="http://schemas.openxmlformats.org/officeDocument/2006/relationships/customXml" Target="../ink/ink1925.xml"/><Relationship Id="rId318" Type="http://schemas.openxmlformats.org/officeDocument/2006/relationships/image" Target="../media/image1961.png"/><Relationship Id="rId339" Type="http://schemas.openxmlformats.org/officeDocument/2006/relationships/customXml" Target="../ink/ink1953.xml"/><Relationship Id="rId78" Type="http://schemas.openxmlformats.org/officeDocument/2006/relationships/image" Target="../media/image1841.png"/><Relationship Id="rId99" Type="http://schemas.openxmlformats.org/officeDocument/2006/relationships/customXml" Target="../ink/ink1833.xml"/><Relationship Id="rId101" Type="http://schemas.openxmlformats.org/officeDocument/2006/relationships/customXml" Target="../ink/ink1834.xml"/><Relationship Id="rId122" Type="http://schemas.openxmlformats.org/officeDocument/2006/relationships/image" Target="../media/image1863.png"/><Relationship Id="rId143" Type="http://schemas.openxmlformats.org/officeDocument/2006/relationships/customXml" Target="../ink/ink1855.xml"/><Relationship Id="rId164" Type="http://schemas.openxmlformats.org/officeDocument/2006/relationships/image" Target="../media/image1884.png"/><Relationship Id="rId185" Type="http://schemas.openxmlformats.org/officeDocument/2006/relationships/customXml" Target="../ink/ink1876.xml"/><Relationship Id="rId350" Type="http://schemas.openxmlformats.org/officeDocument/2006/relationships/image" Target="../media/image1977.png"/><Relationship Id="rId9" Type="http://schemas.openxmlformats.org/officeDocument/2006/relationships/customXml" Target="../ink/ink1788.xml"/><Relationship Id="rId210" Type="http://schemas.openxmlformats.org/officeDocument/2006/relationships/image" Target="../media/image1907.png"/><Relationship Id="rId26" Type="http://schemas.openxmlformats.org/officeDocument/2006/relationships/image" Target="../media/image1815.png"/><Relationship Id="rId231" Type="http://schemas.openxmlformats.org/officeDocument/2006/relationships/customXml" Target="../ink/ink1899.xml"/><Relationship Id="rId252" Type="http://schemas.openxmlformats.org/officeDocument/2006/relationships/image" Target="../media/image1928.png"/><Relationship Id="rId273" Type="http://schemas.openxmlformats.org/officeDocument/2006/relationships/customXml" Target="../ink/ink1920.xml"/><Relationship Id="rId294" Type="http://schemas.openxmlformats.org/officeDocument/2006/relationships/image" Target="../media/image1949.png"/><Relationship Id="rId308" Type="http://schemas.openxmlformats.org/officeDocument/2006/relationships/image" Target="../media/image1956.png"/><Relationship Id="rId329" Type="http://schemas.openxmlformats.org/officeDocument/2006/relationships/customXml" Target="../ink/ink1948.xml"/><Relationship Id="rId47" Type="http://schemas.openxmlformats.org/officeDocument/2006/relationships/customXml" Target="../ink/ink1807.xml"/><Relationship Id="rId68" Type="http://schemas.openxmlformats.org/officeDocument/2006/relationships/image" Target="../media/image1836.png"/><Relationship Id="rId89" Type="http://schemas.openxmlformats.org/officeDocument/2006/relationships/customXml" Target="../ink/ink1828.xml"/><Relationship Id="rId112" Type="http://schemas.openxmlformats.org/officeDocument/2006/relationships/image" Target="../media/image1858.png"/><Relationship Id="rId133" Type="http://schemas.openxmlformats.org/officeDocument/2006/relationships/customXml" Target="../ink/ink1850.xml"/><Relationship Id="rId154" Type="http://schemas.openxmlformats.org/officeDocument/2006/relationships/image" Target="../media/image1879.png"/><Relationship Id="rId175" Type="http://schemas.openxmlformats.org/officeDocument/2006/relationships/customXml" Target="../ink/ink1871.xml"/><Relationship Id="rId340" Type="http://schemas.openxmlformats.org/officeDocument/2006/relationships/image" Target="../media/image1972.png"/><Relationship Id="rId361" Type="http://schemas.openxmlformats.org/officeDocument/2006/relationships/customXml" Target="../ink/ink1964.xml"/><Relationship Id="rId196" Type="http://schemas.openxmlformats.org/officeDocument/2006/relationships/image" Target="../media/image1900.png"/><Relationship Id="rId200" Type="http://schemas.openxmlformats.org/officeDocument/2006/relationships/image" Target="../media/image1902.png"/><Relationship Id="rId16" Type="http://schemas.openxmlformats.org/officeDocument/2006/relationships/image" Target="../media/image1810.png"/><Relationship Id="rId221" Type="http://schemas.openxmlformats.org/officeDocument/2006/relationships/customXml" Target="../ink/ink1894.xml"/><Relationship Id="rId242" Type="http://schemas.openxmlformats.org/officeDocument/2006/relationships/image" Target="../media/image1923.png"/><Relationship Id="rId263" Type="http://schemas.openxmlformats.org/officeDocument/2006/relationships/customXml" Target="../ink/ink1915.xml"/><Relationship Id="rId284" Type="http://schemas.openxmlformats.org/officeDocument/2006/relationships/image" Target="../media/image1944.png"/><Relationship Id="rId319" Type="http://schemas.openxmlformats.org/officeDocument/2006/relationships/customXml" Target="../ink/ink1943.xml"/><Relationship Id="rId37" Type="http://schemas.openxmlformats.org/officeDocument/2006/relationships/customXml" Target="../ink/ink1802.xml"/><Relationship Id="rId58" Type="http://schemas.openxmlformats.org/officeDocument/2006/relationships/image" Target="../media/image1831.png"/><Relationship Id="rId79" Type="http://schemas.openxmlformats.org/officeDocument/2006/relationships/customXml" Target="../ink/ink1823.xml"/><Relationship Id="rId102" Type="http://schemas.openxmlformats.org/officeDocument/2006/relationships/image" Target="../media/image1853.png"/><Relationship Id="rId123" Type="http://schemas.openxmlformats.org/officeDocument/2006/relationships/customXml" Target="../ink/ink1845.xml"/><Relationship Id="rId144" Type="http://schemas.openxmlformats.org/officeDocument/2006/relationships/image" Target="../media/image1874.png"/><Relationship Id="rId330" Type="http://schemas.openxmlformats.org/officeDocument/2006/relationships/image" Target="../media/image1967.png"/><Relationship Id="rId90" Type="http://schemas.openxmlformats.org/officeDocument/2006/relationships/image" Target="../media/image1847.png"/><Relationship Id="rId165" Type="http://schemas.openxmlformats.org/officeDocument/2006/relationships/customXml" Target="../ink/ink1866.xml"/><Relationship Id="rId186" Type="http://schemas.openxmlformats.org/officeDocument/2006/relationships/image" Target="../media/image1895.png"/><Relationship Id="rId351" Type="http://schemas.openxmlformats.org/officeDocument/2006/relationships/customXml" Target="../ink/ink1959.xml"/><Relationship Id="rId211" Type="http://schemas.openxmlformats.org/officeDocument/2006/relationships/customXml" Target="../ink/ink1889.xml"/><Relationship Id="rId232" Type="http://schemas.openxmlformats.org/officeDocument/2006/relationships/image" Target="../media/image1918.png"/><Relationship Id="rId253" Type="http://schemas.openxmlformats.org/officeDocument/2006/relationships/customXml" Target="../ink/ink1910.xml"/><Relationship Id="rId274" Type="http://schemas.openxmlformats.org/officeDocument/2006/relationships/image" Target="../media/image1939.png"/><Relationship Id="rId295" Type="http://schemas.openxmlformats.org/officeDocument/2006/relationships/customXml" Target="../ink/ink1931.xml"/><Relationship Id="rId309" Type="http://schemas.openxmlformats.org/officeDocument/2006/relationships/customXml" Target="../ink/ink1938.xml"/><Relationship Id="rId27" Type="http://schemas.openxmlformats.org/officeDocument/2006/relationships/customXml" Target="../ink/ink1797.xml"/><Relationship Id="rId48" Type="http://schemas.openxmlformats.org/officeDocument/2006/relationships/image" Target="../media/image1826.png"/><Relationship Id="rId69" Type="http://schemas.openxmlformats.org/officeDocument/2006/relationships/customXml" Target="../ink/ink1818.xml"/><Relationship Id="rId113" Type="http://schemas.openxmlformats.org/officeDocument/2006/relationships/customXml" Target="../ink/ink1840.xml"/><Relationship Id="rId134" Type="http://schemas.openxmlformats.org/officeDocument/2006/relationships/image" Target="../media/image1869.png"/><Relationship Id="rId320" Type="http://schemas.openxmlformats.org/officeDocument/2006/relationships/image" Target="../media/image1962.png"/><Relationship Id="rId80" Type="http://schemas.openxmlformats.org/officeDocument/2006/relationships/image" Target="../media/image1842.png"/><Relationship Id="rId155" Type="http://schemas.openxmlformats.org/officeDocument/2006/relationships/customXml" Target="../ink/ink1861.xml"/><Relationship Id="rId176" Type="http://schemas.openxmlformats.org/officeDocument/2006/relationships/image" Target="../media/image1890.png"/><Relationship Id="rId197" Type="http://schemas.openxmlformats.org/officeDocument/2006/relationships/customXml" Target="../ink/ink1882.xml"/><Relationship Id="rId341" Type="http://schemas.openxmlformats.org/officeDocument/2006/relationships/customXml" Target="../ink/ink1954.xml"/><Relationship Id="rId362" Type="http://schemas.openxmlformats.org/officeDocument/2006/relationships/image" Target="../media/image1983.png"/><Relationship Id="rId201" Type="http://schemas.openxmlformats.org/officeDocument/2006/relationships/customXml" Target="../ink/ink1884.xml"/><Relationship Id="rId222" Type="http://schemas.openxmlformats.org/officeDocument/2006/relationships/image" Target="../media/image1913.png"/><Relationship Id="rId243" Type="http://schemas.openxmlformats.org/officeDocument/2006/relationships/customXml" Target="../ink/ink1905.xml"/><Relationship Id="rId264" Type="http://schemas.openxmlformats.org/officeDocument/2006/relationships/image" Target="../media/image1934.png"/><Relationship Id="rId285" Type="http://schemas.openxmlformats.org/officeDocument/2006/relationships/customXml" Target="../ink/ink1926.xml"/><Relationship Id="rId17" Type="http://schemas.openxmlformats.org/officeDocument/2006/relationships/customXml" Target="../ink/ink1792.xml"/><Relationship Id="rId38" Type="http://schemas.openxmlformats.org/officeDocument/2006/relationships/image" Target="../media/image1821.png"/><Relationship Id="rId59" Type="http://schemas.openxmlformats.org/officeDocument/2006/relationships/customXml" Target="../ink/ink1813.xml"/><Relationship Id="rId103" Type="http://schemas.openxmlformats.org/officeDocument/2006/relationships/customXml" Target="../ink/ink1835.xml"/><Relationship Id="rId124" Type="http://schemas.openxmlformats.org/officeDocument/2006/relationships/image" Target="../media/image1864.png"/><Relationship Id="rId310" Type="http://schemas.openxmlformats.org/officeDocument/2006/relationships/image" Target="../media/image1957.png"/><Relationship Id="rId70" Type="http://schemas.openxmlformats.org/officeDocument/2006/relationships/image" Target="../media/image1837.png"/><Relationship Id="rId91" Type="http://schemas.openxmlformats.org/officeDocument/2006/relationships/customXml" Target="../ink/ink1829.xml"/><Relationship Id="rId145" Type="http://schemas.openxmlformats.org/officeDocument/2006/relationships/customXml" Target="../ink/ink1856.xml"/><Relationship Id="rId166" Type="http://schemas.openxmlformats.org/officeDocument/2006/relationships/image" Target="../media/image1885.png"/><Relationship Id="rId187" Type="http://schemas.openxmlformats.org/officeDocument/2006/relationships/customXml" Target="../ink/ink1877.xml"/><Relationship Id="rId331" Type="http://schemas.openxmlformats.org/officeDocument/2006/relationships/customXml" Target="../ink/ink1949.xml"/><Relationship Id="rId352" Type="http://schemas.openxmlformats.org/officeDocument/2006/relationships/image" Target="../media/image1978.png"/><Relationship Id="rId1" Type="http://schemas.openxmlformats.org/officeDocument/2006/relationships/slideLayout" Target="../slideLayouts/slideLayout4.xml"/><Relationship Id="rId212" Type="http://schemas.openxmlformats.org/officeDocument/2006/relationships/image" Target="../media/image1908.png"/><Relationship Id="rId233" Type="http://schemas.openxmlformats.org/officeDocument/2006/relationships/customXml" Target="../ink/ink1900.xml"/><Relationship Id="rId254" Type="http://schemas.openxmlformats.org/officeDocument/2006/relationships/image" Target="../media/image1929.png"/><Relationship Id="rId28" Type="http://schemas.openxmlformats.org/officeDocument/2006/relationships/image" Target="../media/image1816.png"/><Relationship Id="rId49" Type="http://schemas.openxmlformats.org/officeDocument/2006/relationships/customXml" Target="../ink/ink1808.xml"/><Relationship Id="rId114" Type="http://schemas.openxmlformats.org/officeDocument/2006/relationships/image" Target="../media/image1859.png"/><Relationship Id="rId275" Type="http://schemas.openxmlformats.org/officeDocument/2006/relationships/customXml" Target="../ink/ink1921.xml"/><Relationship Id="rId296" Type="http://schemas.openxmlformats.org/officeDocument/2006/relationships/image" Target="../media/image1950.png"/><Relationship Id="rId300" Type="http://schemas.openxmlformats.org/officeDocument/2006/relationships/image" Target="../media/image1952.png"/><Relationship Id="rId60" Type="http://schemas.openxmlformats.org/officeDocument/2006/relationships/image" Target="../media/image1832.png"/><Relationship Id="rId81" Type="http://schemas.openxmlformats.org/officeDocument/2006/relationships/customXml" Target="../ink/ink1824.xml"/><Relationship Id="rId135" Type="http://schemas.openxmlformats.org/officeDocument/2006/relationships/customXml" Target="../ink/ink1851.xml"/><Relationship Id="rId156" Type="http://schemas.openxmlformats.org/officeDocument/2006/relationships/image" Target="../media/image1880.png"/><Relationship Id="rId177" Type="http://schemas.openxmlformats.org/officeDocument/2006/relationships/customXml" Target="../ink/ink1872.xml"/><Relationship Id="rId198" Type="http://schemas.openxmlformats.org/officeDocument/2006/relationships/image" Target="../media/image1901.png"/><Relationship Id="rId321" Type="http://schemas.openxmlformats.org/officeDocument/2006/relationships/customXml" Target="../ink/ink1944.xml"/><Relationship Id="rId342" Type="http://schemas.openxmlformats.org/officeDocument/2006/relationships/image" Target="../media/image1973.png"/><Relationship Id="rId363" Type="http://schemas.openxmlformats.org/officeDocument/2006/relationships/customXml" Target="../ink/ink1965.xml"/><Relationship Id="rId202" Type="http://schemas.openxmlformats.org/officeDocument/2006/relationships/image" Target="../media/image1903.png"/><Relationship Id="rId223" Type="http://schemas.openxmlformats.org/officeDocument/2006/relationships/customXml" Target="../ink/ink1895.xml"/><Relationship Id="rId244" Type="http://schemas.openxmlformats.org/officeDocument/2006/relationships/image" Target="../media/image1924.png"/><Relationship Id="rId18" Type="http://schemas.openxmlformats.org/officeDocument/2006/relationships/image" Target="../media/image1811.png"/><Relationship Id="rId39" Type="http://schemas.openxmlformats.org/officeDocument/2006/relationships/customXml" Target="../ink/ink1803.xml"/><Relationship Id="rId265" Type="http://schemas.openxmlformats.org/officeDocument/2006/relationships/customXml" Target="../ink/ink1916.xml"/><Relationship Id="rId286" Type="http://schemas.openxmlformats.org/officeDocument/2006/relationships/image" Target="../media/image1945.png"/><Relationship Id="rId50" Type="http://schemas.openxmlformats.org/officeDocument/2006/relationships/image" Target="../media/image1827.png"/><Relationship Id="rId104" Type="http://schemas.openxmlformats.org/officeDocument/2006/relationships/image" Target="../media/image1854.png"/><Relationship Id="rId125" Type="http://schemas.openxmlformats.org/officeDocument/2006/relationships/customXml" Target="../ink/ink1846.xml"/><Relationship Id="rId146" Type="http://schemas.openxmlformats.org/officeDocument/2006/relationships/image" Target="../media/image1875.png"/><Relationship Id="rId167" Type="http://schemas.openxmlformats.org/officeDocument/2006/relationships/customXml" Target="../ink/ink1867.xml"/><Relationship Id="rId188" Type="http://schemas.openxmlformats.org/officeDocument/2006/relationships/image" Target="../media/image1896.png"/><Relationship Id="rId311" Type="http://schemas.openxmlformats.org/officeDocument/2006/relationships/customXml" Target="../ink/ink1939.xml"/><Relationship Id="rId332" Type="http://schemas.openxmlformats.org/officeDocument/2006/relationships/image" Target="../media/image1968.png"/><Relationship Id="rId353" Type="http://schemas.openxmlformats.org/officeDocument/2006/relationships/customXml" Target="../ink/ink1960.xml"/><Relationship Id="rId71" Type="http://schemas.openxmlformats.org/officeDocument/2006/relationships/customXml" Target="../ink/ink1819.xml"/><Relationship Id="rId92" Type="http://schemas.openxmlformats.org/officeDocument/2006/relationships/image" Target="../media/image1848.png"/><Relationship Id="rId213" Type="http://schemas.openxmlformats.org/officeDocument/2006/relationships/customXml" Target="../ink/ink1890.xml"/><Relationship Id="rId234" Type="http://schemas.openxmlformats.org/officeDocument/2006/relationships/image" Target="../media/image1919.png"/><Relationship Id="rId2" Type="http://schemas.openxmlformats.org/officeDocument/2006/relationships/image" Target="../media/image1804.jpg"/><Relationship Id="rId29" Type="http://schemas.openxmlformats.org/officeDocument/2006/relationships/customXml" Target="../ink/ink1798.xml"/><Relationship Id="rId255" Type="http://schemas.openxmlformats.org/officeDocument/2006/relationships/customXml" Target="../ink/ink1911.xml"/><Relationship Id="rId276" Type="http://schemas.openxmlformats.org/officeDocument/2006/relationships/image" Target="../media/image1940.png"/><Relationship Id="rId297" Type="http://schemas.openxmlformats.org/officeDocument/2006/relationships/customXml" Target="../ink/ink1932.xml"/><Relationship Id="rId40" Type="http://schemas.openxmlformats.org/officeDocument/2006/relationships/image" Target="../media/image1822.png"/><Relationship Id="rId115" Type="http://schemas.openxmlformats.org/officeDocument/2006/relationships/customXml" Target="../ink/ink1841.xml"/><Relationship Id="rId136" Type="http://schemas.openxmlformats.org/officeDocument/2006/relationships/image" Target="../media/image1870.png"/><Relationship Id="rId157" Type="http://schemas.openxmlformats.org/officeDocument/2006/relationships/customXml" Target="../ink/ink1862.xml"/><Relationship Id="rId178" Type="http://schemas.openxmlformats.org/officeDocument/2006/relationships/image" Target="../media/image1891.png"/><Relationship Id="rId301" Type="http://schemas.openxmlformats.org/officeDocument/2006/relationships/customXml" Target="../ink/ink1934.xml"/><Relationship Id="rId322" Type="http://schemas.openxmlformats.org/officeDocument/2006/relationships/image" Target="../media/image1963.png"/><Relationship Id="rId343" Type="http://schemas.openxmlformats.org/officeDocument/2006/relationships/customXml" Target="../ink/ink1955.xml"/><Relationship Id="rId364" Type="http://schemas.openxmlformats.org/officeDocument/2006/relationships/image" Target="../media/image1984.png"/><Relationship Id="rId61" Type="http://schemas.openxmlformats.org/officeDocument/2006/relationships/customXml" Target="../ink/ink1814.xml"/><Relationship Id="rId82" Type="http://schemas.openxmlformats.org/officeDocument/2006/relationships/image" Target="../media/image1843.png"/><Relationship Id="rId199" Type="http://schemas.openxmlformats.org/officeDocument/2006/relationships/customXml" Target="../ink/ink1883.xml"/><Relationship Id="rId203" Type="http://schemas.openxmlformats.org/officeDocument/2006/relationships/customXml" Target="../ink/ink1885.xml"/><Relationship Id="rId19" Type="http://schemas.openxmlformats.org/officeDocument/2006/relationships/customXml" Target="../ink/ink1793.xml"/><Relationship Id="rId224" Type="http://schemas.openxmlformats.org/officeDocument/2006/relationships/image" Target="../media/image1914.png"/><Relationship Id="rId245" Type="http://schemas.openxmlformats.org/officeDocument/2006/relationships/customXml" Target="../ink/ink1906.xml"/><Relationship Id="rId266" Type="http://schemas.openxmlformats.org/officeDocument/2006/relationships/image" Target="../media/image1935.png"/><Relationship Id="rId287" Type="http://schemas.openxmlformats.org/officeDocument/2006/relationships/customXml" Target="../ink/ink1927.xml"/><Relationship Id="rId30" Type="http://schemas.openxmlformats.org/officeDocument/2006/relationships/image" Target="../media/image1817.png"/><Relationship Id="rId105" Type="http://schemas.openxmlformats.org/officeDocument/2006/relationships/customXml" Target="../ink/ink1836.xml"/><Relationship Id="rId126" Type="http://schemas.openxmlformats.org/officeDocument/2006/relationships/image" Target="../media/image1865.png"/><Relationship Id="rId147" Type="http://schemas.openxmlformats.org/officeDocument/2006/relationships/customXml" Target="../ink/ink1857.xml"/><Relationship Id="rId168" Type="http://schemas.openxmlformats.org/officeDocument/2006/relationships/image" Target="../media/image1886.png"/><Relationship Id="rId312" Type="http://schemas.openxmlformats.org/officeDocument/2006/relationships/image" Target="../media/image1958.png"/><Relationship Id="rId333" Type="http://schemas.openxmlformats.org/officeDocument/2006/relationships/customXml" Target="../ink/ink1950.xml"/><Relationship Id="rId354" Type="http://schemas.openxmlformats.org/officeDocument/2006/relationships/image" Target="../media/image1979.png"/><Relationship Id="rId51" Type="http://schemas.openxmlformats.org/officeDocument/2006/relationships/customXml" Target="../ink/ink1809.xml"/><Relationship Id="rId72" Type="http://schemas.openxmlformats.org/officeDocument/2006/relationships/image" Target="../media/image1838.png"/><Relationship Id="rId93" Type="http://schemas.openxmlformats.org/officeDocument/2006/relationships/customXml" Target="../ink/ink1830.xml"/><Relationship Id="rId189" Type="http://schemas.openxmlformats.org/officeDocument/2006/relationships/customXml" Target="../ink/ink1878.xml"/><Relationship Id="rId3" Type="http://schemas.openxmlformats.org/officeDocument/2006/relationships/image" Target="../media/image1418.png"/><Relationship Id="rId214" Type="http://schemas.openxmlformats.org/officeDocument/2006/relationships/image" Target="../media/image1909.png"/><Relationship Id="rId235" Type="http://schemas.openxmlformats.org/officeDocument/2006/relationships/customXml" Target="../ink/ink1901.xml"/><Relationship Id="rId256" Type="http://schemas.openxmlformats.org/officeDocument/2006/relationships/image" Target="../media/image1930.png"/><Relationship Id="rId277" Type="http://schemas.openxmlformats.org/officeDocument/2006/relationships/customXml" Target="../ink/ink1922.xml"/><Relationship Id="rId298" Type="http://schemas.openxmlformats.org/officeDocument/2006/relationships/image" Target="../media/image1951.png"/><Relationship Id="rId116" Type="http://schemas.openxmlformats.org/officeDocument/2006/relationships/image" Target="../media/image1860.png"/><Relationship Id="rId137" Type="http://schemas.openxmlformats.org/officeDocument/2006/relationships/customXml" Target="../ink/ink1852.xml"/><Relationship Id="rId158" Type="http://schemas.openxmlformats.org/officeDocument/2006/relationships/image" Target="../media/image1881.png"/><Relationship Id="rId302" Type="http://schemas.openxmlformats.org/officeDocument/2006/relationships/image" Target="../media/image1953.png"/><Relationship Id="rId323" Type="http://schemas.openxmlformats.org/officeDocument/2006/relationships/customXml" Target="../ink/ink1945.xml"/><Relationship Id="rId344" Type="http://schemas.openxmlformats.org/officeDocument/2006/relationships/image" Target="../media/image1974.png"/><Relationship Id="rId20" Type="http://schemas.openxmlformats.org/officeDocument/2006/relationships/image" Target="../media/image1812.png"/><Relationship Id="rId41" Type="http://schemas.openxmlformats.org/officeDocument/2006/relationships/customXml" Target="../ink/ink1804.xml"/><Relationship Id="rId62" Type="http://schemas.openxmlformats.org/officeDocument/2006/relationships/image" Target="../media/image1833.png"/><Relationship Id="rId83" Type="http://schemas.openxmlformats.org/officeDocument/2006/relationships/customXml" Target="../ink/ink1825.xml"/><Relationship Id="rId179" Type="http://schemas.openxmlformats.org/officeDocument/2006/relationships/customXml" Target="../ink/ink1873.xml"/><Relationship Id="rId365" Type="http://schemas.openxmlformats.org/officeDocument/2006/relationships/customXml" Target="../ink/ink1966.xml"/><Relationship Id="rId190" Type="http://schemas.openxmlformats.org/officeDocument/2006/relationships/image" Target="../media/image1897.png"/><Relationship Id="rId204" Type="http://schemas.openxmlformats.org/officeDocument/2006/relationships/image" Target="../media/image1904.png"/><Relationship Id="rId225" Type="http://schemas.openxmlformats.org/officeDocument/2006/relationships/customXml" Target="../ink/ink1896.xml"/><Relationship Id="rId246" Type="http://schemas.openxmlformats.org/officeDocument/2006/relationships/image" Target="../media/image1925.png"/><Relationship Id="rId267" Type="http://schemas.openxmlformats.org/officeDocument/2006/relationships/customXml" Target="../ink/ink1917.xml"/><Relationship Id="rId288" Type="http://schemas.openxmlformats.org/officeDocument/2006/relationships/image" Target="../media/image1946.png"/><Relationship Id="rId106" Type="http://schemas.openxmlformats.org/officeDocument/2006/relationships/image" Target="../media/image1855.png"/><Relationship Id="rId127" Type="http://schemas.openxmlformats.org/officeDocument/2006/relationships/customXml" Target="../ink/ink1847.xml"/><Relationship Id="rId313" Type="http://schemas.openxmlformats.org/officeDocument/2006/relationships/customXml" Target="../ink/ink1940.xml"/><Relationship Id="rId10" Type="http://schemas.openxmlformats.org/officeDocument/2006/relationships/image" Target="../media/image1807.png"/><Relationship Id="rId31" Type="http://schemas.openxmlformats.org/officeDocument/2006/relationships/customXml" Target="../ink/ink1799.xml"/><Relationship Id="rId52" Type="http://schemas.openxmlformats.org/officeDocument/2006/relationships/image" Target="../media/image1828.png"/><Relationship Id="rId73" Type="http://schemas.openxmlformats.org/officeDocument/2006/relationships/customXml" Target="../ink/ink1820.xml"/><Relationship Id="rId94" Type="http://schemas.openxmlformats.org/officeDocument/2006/relationships/image" Target="../media/image1849.png"/><Relationship Id="rId148" Type="http://schemas.openxmlformats.org/officeDocument/2006/relationships/image" Target="../media/image1876.png"/><Relationship Id="rId169" Type="http://schemas.openxmlformats.org/officeDocument/2006/relationships/customXml" Target="../ink/ink1868.xml"/><Relationship Id="rId334" Type="http://schemas.openxmlformats.org/officeDocument/2006/relationships/image" Target="../media/image1969.png"/><Relationship Id="rId355" Type="http://schemas.openxmlformats.org/officeDocument/2006/relationships/customXml" Target="../ink/ink1961.xml"/><Relationship Id="rId4" Type="http://schemas.openxmlformats.org/officeDocument/2006/relationships/image" Target="../media/image1588.png"/><Relationship Id="rId180" Type="http://schemas.openxmlformats.org/officeDocument/2006/relationships/image" Target="../media/image1892.png"/><Relationship Id="rId215" Type="http://schemas.openxmlformats.org/officeDocument/2006/relationships/customXml" Target="../ink/ink1891.xml"/><Relationship Id="rId236" Type="http://schemas.openxmlformats.org/officeDocument/2006/relationships/image" Target="../media/image1920.png"/><Relationship Id="rId257" Type="http://schemas.openxmlformats.org/officeDocument/2006/relationships/customXml" Target="../ink/ink1912.xml"/><Relationship Id="rId278" Type="http://schemas.openxmlformats.org/officeDocument/2006/relationships/image" Target="../media/image1941.png"/><Relationship Id="rId303" Type="http://schemas.openxmlformats.org/officeDocument/2006/relationships/customXml" Target="../ink/ink1935.xml"/><Relationship Id="rId42" Type="http://schemas.openxmlformats.org/officeDocument/2006/relationships/image" Target="../media/image1823.png"/><Relationship Id="rId84" Type="http://schemas.openxmlformats.org/officeDocument/2006/relationships/image" Target="../media/image1844.png"/><Relationship Id="rId138" Type="http://schemas.openxmlformats.org/officeDocument/2006/relationships/image" Target="../media/image1871.png"/><Relationship Id="rId345" Type="http://schemas.openxmlformats.org/officeDocument/2006/relationships/customXml" Target="../ink/ink1956.xml"/><Relationship Id="rId191" Type="http://schemas.openxmlformats.org/officeDocument/2006/relationships/customXml" Target="../ink/ink1879.xml"/><Relationship Id="rId205" Type="http://schemas.openxmlformats.org/officeDocument/2006/relationships/customXml" Target="../ink/ink1886.xml"/><Relationship Id="rId247" Type="http://schemas.openxmlformats.org/officeDocument/2006/relationships/customXml" Target="../ink/ink1907.xml"/><Relationship Id="rId107" Type="http://schemas.openxmlformats.org/officeDocument/2006/relationships/customXml" Target="../ink/ink1837.xml"/><Relationship Id="rId289" Type="http://schemas.openxmlformats.org/officeDocument/2006/relationships/customXml" Target="../ink/ink1928.xml"/><Relationship Id="rId11" Type="http://schemas.openxmlformats.org/officeDocument/2006/relationships/customXml" Target="../ink/ink1789.xml"/><Relationship Id="rId53" Type="http://schemas.openxmlformats.org/officeDocument/2006/relationships/customXml" Target="../ink/ink1810.xml"/><Relationship Id="rId149" Type="http://schemas.openxmlformats.org/officeDocument/2006/relationships/customXml" Target="../ink/ink1858.xml"/><Relationship Id="rId314" Type="http://schemas.openxmlformats.org/officeDocument/2006/relationships/image" Target="../media/image1959.png"/><Relationship Id="rId356" Type="http://schemas.openxmlformats.org/officeDocument/2006/relationships/image" Target="../media/image1980.png"/><Relationship Id="rId95" Type="http://schemas.openxmlformats.org/officeDocument/2006/relationships/customXml" Target="../ink/ink1831.xml"/><Relationship Id="rId160" Type="http://schemas.openxmlformats.org/officeDocument/2006/relationships/image" Target="../media/image1882.png"/><Relationship Id="rId216" Type="http://schemas.openxmlformats.org/officeDocument/2006/relationships/image" Target="../media/image1910.png"/><Relationship Id="rId258" Type="http://schemas.openxmlformats.org/officeDocument/2006/relationships/image" Target="../media/image1931.png"/><Relationship Id="rId22" Type="http://schemas.openxmlformats.org/officeDocument/2006/relationships/image" Target="../media/image1813.png"/><Relationship Id="rId64" Type="http://schemas.openxmlformats.org/officeDocument/2006/relationships/image" Target="../media/image1834.png"/><Relationship Id="rId118" Type="http://schemas.openxmlformats.org/officeDocument/2006/relationships/image" Target="../media/image1861.png"/><Relationship Id="rId325" Type="http://schemas.openxmlformats.org/officeDocument/2006/relationships/customXml" Target="../ink/ink1946.xml"/><Relationship Id="rId171" Type="http://schemas.openxmlformats.org/officeDocument/2006/relationships/customXml" Target="../ink/ink1869.xml"/><Relationship Id="rId227" Type="http://schemas.openxmlformats.org/officeDocument/2006/relationships/customXml" Target="../ink/ink1897.xml"/><Relationship Id="rId269" Type="http://schemas.openxmlformats.org/officeDocument/2006/relationships/customXml" Target="../ink/ink1918.xml"/><Relationship Id="rId33" Type="http://schemas.openxmlformats.org/officeDocument/2006/relationships/customXml" Target="../ink/ink1800.xml"/><Relationship Id="rId129" Type="http://schemas.openxmlformats.org/officeDocument/2006/relationships/customXml" Target="../ink/ink1848.xml"/><Relationship Id="rId280" Type="http://schemas.openxmlformats.org/officeDocument/2006/relationships/image" Target="../media/image1942.png"/><Relationship Id="rId336" Type="http://schemas.openxmlformats.org/officeDocument/2006/relationships/image" Target="../media/image1970.png"/><Relationship Id="rId75" Type="http://schemas.openxmlformats.org/officeDocument/2006/relationships/customXml" Target="../ink/ink1821.xml"/><Relationship Id="rId140" Type="http://schemas.openxmlformats.org/officeDocument/2006/relationships/image" Target="../media/image1872.png"/><Relationship Id="rId182" Type="http://schemas.openxmlformats.org/officeDocument/2006/relationships/image" Target="../media/image1893.png"/><Relationship Id="rId6" Type="http://schemas.openxmlformats.org/officeDocument/2006/relationships/image" Target="../media/image1805.png"/><Relationship Id="rId238" Type="http://schemas.openxmlformats.org/officeDocument/2006/relationships/image" Target="../media/image1921.png"/><Relationship Id="rId291" Type="http://schemas.openxmlformats.org/officeDocument/2006/relationships/customXml" Target="../ink/ink1929.xml"/><Relationship Id="rId305" Type="http://schemas.openxmlformats.org/officeDocument/2006/relationships/customXml" Target="../ink/ink1936.xml"/><Relationship Id="rId347" Type="http://schemas.openxmlformats.org/officeDocument/2006/relationships/customXml" Target="../ink/ink1957.xml"/><Relationship Id="rId44" Type="http://schemas.openxmlformats.org/officeDocument/2006/relationships/image" Target="../media/image1824.png"/><Relationship Id="rId86" Type="http://schemas.openxmlformats.org/officeDocument/2006/relationships/image" Target="../media/image1845.png"/><Relationship Id="rId151" Type="http://schemas.openxmlformats.org/officeDocument/2006/relationships/customXml" Target="../ink/ink1859.xml"/><Relationship Id="rId193" Type="http://schemas.openxmlformats.org/officeDocument/2006/relationships/customXml" Target="../ink/ink1880.xml"/><Relationship Id="rId207" Type="http://schemas.openxmlformats.org/officeDocument/2006/relationships/customXml" Target="../ink/ink1887.xml"/><Relationship Id="rId249" Type="http://schemas.openxmlformats.org/officeDocument/2006/relationships/customXml" Target="../ink/ink1908.xml"/><Relationship Id="rId13" Type="http://schemas.openxmlformats.org/officeDocument/2006/relationships/customXml" Target="../ink/ink1790.xml"/><Relationship Id="rId109" Type="http://schemas.openxmlformats.org/officeDocument/2006/relationships/customXml" Target="../ink/ink1838.xml"/><Relationship Id="rId260" Type="http://schemas.openxmlformats.org/officeDocument/2006/relationships/image" Target="../media/image1932.png"/><Relationship Id="rId316" Type="http://schemas.openxmlformats.org/officeDocument/2006/relationships/image" Target="../media/image1960.png"/><Relationship Id="rId55" Type="http://schemas.openxmlformats.org/officeDocument/2006/relationships/customXml" Target="../ink/ink1811.xml"/><Relationship Id="rId97" Type="http://schemas.openxmlformats.org/officeDocument/2006/relationships/customXml" Target="../ink/ink1832.xml"/><Relationship Id="rId120" Type="http://schemas.openxmlformats.org/officeDocument/2006/relationships/image" Target="../media/image1862.png"/><Relationship Id="rId358" Type="http://schemas.openxmlformats.org/officeDocument/2006/relationships/image" Target="../media/image1981.png"/><Relationship Id="rId162" Type="http://schemas.openxmlformats.org/officeDocument/2006/relationships/image" Target="../media/image1883.png"/><Relationship Id="rId218" Type="http://schemas.openxmlformats.org/officeDocument/2006/relationships/image" Target="../media/image1911.png"/><Relationship Id="rId271" Type="http://schemas.openxmlformats.org/officeDocument/2006/relationships/customXml" Target="../ink/ink1919.xml"/><Relationship Id="rId24" Type="http://schemas.openxmlformats.org/officeDocument/2006/relationships/image" Target="../media/image1814.png"/><Relationship Id="rId66" Type="http://schemas.openxmlformats.org/officeDocument/2006/relationships/image" Target="../media/image1835.png"/><Relationship Id="rId131" Type="http://schemas.openxmlformats.org/officeDocument/2006/relationships/customXml" Target="../ink/ink1849.xml"/><Relationship Id="rId327" Type="http://schemas.openxmlformats.org/officeDocument/2006/relationships/customXml" Target="../ink/ink1947.xml"/><Relationship Id="rId173" Type="http://schemas.openxmlformats.org/officeDocument/2006/relationships/customXml" Target="../ink/ink1870.xml"/><Relationship Id="rId229" Type="http://schemas.openxmlformats.org/officeDocument/2006/relationships/customXml" Target="../ink/ink1898.xml"/><Relationship Id="rId240" Type="http://schemas.openxmlformats.org/officeDocument/2006/relationships/image" Target="../media/image1922.png"/><Relationship Id="rId35" Type="http://schemas.openxmlformats.org/officeDocument/2006/relationships/customXml" Target="../ink/ink1801.xml"/><Relationship Id="rId77" Type="http://schemas.openxmlformats.org/officeDocument/2006/relationships/customXml" Target="../ink/ink1822.xml"/><Relationship Id="rId100" Type="http://schemas.openxmlformats.org/officeDocument/2006/relationships/image" Target="../media/image1852.png"/><Relationship Id="rId282" Type="http://schemas.openxmlformats.org/officeDocument/2006/relationships/image" Target="../media/image1943.png"/><Relationship Id="rId338" Type="http://schemas.openxmlformats.org/officeDocument/2006/relationships/image" Target="../media/image1971.png"/><Relationship Id="rId8" Type="http://schemas.openxmlformats.org/officeDocument/2006/relationships/image" Target="../media/image1806.png"/><Relationship Id="rId142" Type="http://schemas.openxmlformats.org/officeDocument/2006/relationships/image" Target="../media/image1873.png"/><Relationship Id="rId184" Type="http://schemas.openxmlformats.org/officeDocument/2006/relationships/image" Target="../media/image1894.png"/><Relationship Id="rId251" Type="http://schemas.openxmlformats.org/officeDocument/2006/relationships/customXml" Target="../ink/ink1909.xml"/><Relationship Id="rId46" Type="http://schemas.openxmlformats.org/officeDocument/2006/relationships/image" Target="../media/image1825.png"/><Relationship Id="rId293" Type="http://schemas.openxmlformats.org/officeDocument/2006/relationships/customXml" Target="../ink/ink1930.xml"/><Relationship Id="rId307" Type="http://schemas.openxmlformats.org/officeDocument/2006/relationships/customXml" Target="../ink/ink1937.xml"/><Relationship Id="rId349" Type="http://schemas.openxmlformats.org/officeDocument/2006/relationships/customXml" Target="../ink/ink1958.xml"/><Relationship Id="rId88" Type="http://schemas.openxmlformats.org/officeDocument/2006/relationships/image" Target="../media/image1846.png"/><Relationship Id="rId111" Type="http://schemas.openxmlformats.org/officeDocument/2006/relationships/customXml" Target="../ink/ink1839.xml"/><Relationship Id="rId153" Type="http://schemas.openxmlformats.org/officeDocument/2006/relationships/customXml" Target="../ink/ink1860.xml"/><Relationship Id="rId195" Type="http://schemas.openxmlformats.org/officeDocument/2006/relationships/customXml" Target="../ink/ink1881.xml"/><Relationship Id="rId209" Type="http://schemas.openxmlformats.org/officeDocument/2006/relationships/customXml" Target="../ink/ink1888.xml"/><Relationship Id="rId360" Type="http://schemas.openxmlformats.org/officeDocument/2006/relationships/image" Target="../media/image1982.png"/></Relationships>
</file>

<file path=ppt/slides/_rels/slide29.xml.rels><?xml version="1.0" encoding="UTF-8" standalone="yes"?>
<Relationships xmlns="http://schemas.openxmlformats.org/package/2006/relationships"><Relationship Id="rId2" Type="http://schemas.openxmlformats.org/officeDocument/2006/relationships/image" Target="../media/image1986.png"/><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17" Type="http://schemas.openxmlformats.org/officeDocument/2006/relationships/customXml" Target="../ink/ink2024.xml"/><Relationship Id="rId21" Type="http://schemas.openxmlformats.org/officeDocument/2006/relationships/customXml" Target="../ink/ink1976.xml"/><Relationship Id="rId42" Type="http://schemas.openxmlformats.org/officeDocument/2006/relationships/image" Target="../media/image2007.png"/><Relationship Id="rId63" Type="http://schemas.openxmlformats.org/officeDocument/2006/relationships/customXml" Target="../ink/ink1997.xml"/><Relationship Id="rId84" Type="http://schemas.openxmlformats.org/officeDocument/2006/relationships/image" Target="../media/image2028.png"/><Relationship Id="rId138" Type="http://schemas.openxmlformats.org/officeDocument/2006/relationships/image" Target="../media/image2055.png"/><Relationship Id="rId159" Type="http://schemas.openxmlformats.org/officeDocument/2006/relationships/customXml" Target="../ink/ink2045.xml"/><Relationship Id="rId107" Type="http://schemas.openxmlformats.org/officeDocument/2006/relationships/customXml" Target="../ink/ink2019.xml"/><Relationship Id="rId11" Type="http://schemas.openxmlformats.org/officeDocument/2006/relationships/customXml" Target="../ink/ink1971.xml"/><Relationship Id="rId32" Type="http://schemas.openxmlformats.org/officeDocument/2006/relationships/image" Target="../media/image2002.png"/><Relationship Id="rId53" Type="http://schemas.openxmlformats.org/officeDocument/2006/relationships/customXml" Target="../ink/ink1992.xml"/><Relationship Id="rId74" Type="http://schemas.openxmlformats.org/officeDocument/2006/relationships/image" Target="../media/image2023.png"/><Relationship Id="rId128" Type="http://schemas.openxmlformats.org/officeDocument/2006/relationships/image" Target="../media/image2050.png"/><Relationship Id="rId149" Type="http://schemas.openxmlformats.org/officeDocument/2006/relationships/customXml" Target="../ink/ink2040.xml"/><Relationship Id="rId5" Type="http://schemas.openxmlformats.org/officeDocument/2006/relationships/customXml" Target="../ink/ink1968.xml"/><Relationship Id="rId95" Type="http://schemas.openxmlformats.org/officeDocument/2006/relationships/customXml" Target="../ink/ink2013.xml"/><Relationship Id="rId160" Type="http://schemas.openxmlformats.org/officeDocument/2006/relationships/image" Target="../media/image2066.png"/><Relationship Id="rId22" Type="http://schemas.openxmlformats.org/officeDocument/2006/relationships/image" Target="../media/image1997.png"/><Relationship Id="rId43" Type="http://schemas.openxmlformats.org/officeDocument/2006/relationships/customXml" Target="../ink/ink1987.xml"/><Relationship Id="rId64" Type="http://schemas.openxmlformats.org/officeDocument/2006/relationships/image" Target="../media/image2018.png"/><Relationship Id="rId118" Type="http://schemas.openxmlformats.org/officeDocument/2006/relationships/image" Target="../media/image2045.png"/><Relationship Id="rId139" Type="http://schemas.openxmlformats.org/officeDocument/2006/relationships/customXml" Target="../ink/ink2035.xml"/><Relationship Id="rId85" Type="http://schemas.openxmlformats.org/officeDocument/2006/relationships/customXml" Target="../ink/ink2008.xml"/><Relationship Id="rId150" Type="http://schemas.openxmlformats.org/officeDocument/2006/relationships/image" Target="../media/image2061.png"/><Relationship Id="rId12" Type="http://schemas.openxmlformats.org/officeDocument/2006/relationships/image" Target="../media/image1992.png"/><Relationship Id="rId17" Type="http://schemas.openxmlformats.org/officeDocument/2006/relationships/customXml" Target="../ink/ink1974.xml"/><Relationship Id="rId33" Type="http://schemas.openxmlformats.org/officeDocument/2006/relationships/customXml" Target="../ink/ink1982.xml"/><Relationship Id="rId38" Type="http://schemas.openxmlformats.org/officeDocument/2006/relationships/image" Target="../media/image2005.png"/><Relationship Id="rId59" Type="http://schemas.openxmlformats.org/officeDocument/2006/relationships/customXml" Target="../ink/ink1995.xml"/><Relationship Id="rId103" Type="http://schemas.openxmlformats.org/officeDocument/2006/relationships/customXml" Target="../ink/ink2017.xml"/><Relationship Id="rId108" Type="http://schemas.openxmlformats.org/officeDocument/2006/relationships/image" Target="../media/image2040.png"/><Relationship Id="rId124" Type="http://schemas.openxmlformats.org/officeDocument/2006/relationships/image" Target="../media/image2048.png"/><Relationship Id="rId129" Type="http://schemas.openxmlformats.org/officeDocument/2006/relationships/customXml" Target="../ink/ink2030.xml"/><Relationship Id="rId54" Type="http://schemas.openxmlformats.org/officeDocument/2006/relationships/image" Target="../media/image2013.png"/><Relationship Id="rId70" Type="http://schemas.openxmlformats.org/officeDocument/2006/relationships/image" Target="../media/image2021.png"/><Relationship Id="rId75" Type="http://schemas.openxmlformats.org/officeDocument/2006/relationships/customXml" Target="../ink/ink2003.xml"/><Relationship Id="rId91" Type="http://schemas.openxmlformats.org/officeDocument/2006/relationships/customXml" Target="../ink/ink2011.xml"/><Relationship Id="rId96" Type="http://schemas.openxmlformats.org/officeDocument/2006/relationships/image" Target="../media/image2034.png"/><Relationship Id="rId140" Type="http://schemas.openxmlformats.org/officeDocument/2006/relationships/image" Target="../media/image2056.png"/><Relationship Id="rId145" Type="http://schemas.openxmlformats.org/officeDocument/2006/relationships/customXml" Target="../ink/ink2038.xml"/><Relationship Id="rId161" Type="http://schemas.openxmlformats.org/officeDocument/2006/relationships/customXml" Target="../ink/ink2046.xml"/><Relationship Id="rId1" Type="http://schemas.openxmlformats.org/officeDocument/2006/relationships/slideLayout" Target="../slideLayouts/slideLayout4.xml"/><Relationship Id="rId6" Type="http://schemas.openxmlformats.org/officeDocument/2006/relationships/image" Target="../media/image1989.png"/><Relationship Id="rId23" Type="http://schemas.openxmlformats.org/officeDocument/2006/relationships/customXml" Target="../ink/ink1977.xml"/><Relationship Id="rId28" Type="http://schemas.openxmlformats.org/officeDocument/2006/relationships/image" Target="../media/image2000.png"/><Relationship Id="rId49" Type="http://schemas.openxmlformats.org/officeDocument/2006/relationships/customXml" Target="../ink/ink1990.xml"/><Relationship Id="rId114" Type="http://schemas.openxmlformats.org/officeDocument/2006/relationships/image" Target="../media/image2043.png"/><Relationship Id="rId119" Type="http://schemas.openxmlformats.org/officeDocument/2006/relationships/customXml" Target="../ink/ink2025.xml"/><Relationship Id="rId44" Type="http://schemas.openxmlformats.org/officeDocument/2006/relationships/image" Target="../media/image2008.png"/><Relationship Id="rId60" Type="http://schemas.openxmlformats.org/officeDocument/2006/relationships/image" Target="../media/image2016.png"/><Relationship Id="rId65" Type="http://schemas.openxmlformats.org/officeDocument/2006/relationships/customXml" Target="../ink/ink1998.xml"/><Relationship Id="rId81" Type="http://schemas.openxmlformats.org/officeDocument/2006/relationships/customXml" Target="../ink/ink2006.xml"/><Relationship Id="rId86" Type="http://schemas.openxmlformats.org/officeDocument/2006/relationships/image" Target="../media/image2029.png"/><Relationship Id="rId130" Type="http://schemas.openxmlformats.org/officeDocument/2006/relationships/image" Target="../media/image2051.png"/><Relationship Id="rId135" Type="http://schemas.openxmlformats.org/officeDocument/2006/relationships/customXml" Target="../ink/ink2033.xml"/><Relationship Id="rId151" Type="http://schemas.openxmlformats.org/officeDocument/2006/relationships/customXml" Target="../ink/ink2041.xml"/><Relationship Id="rId156" Type="http://schemas.openxmlformats.org/officeDocument/2006/relationships/image" Target="../media/image2064.png"/><Relationship Id="rId13" Type="http://schemas.openxmlformats.org/officeDocument/2006/relationships/customXml" Target="../ink/ink1972.xml"/><Relationship Id="rId18" Type="http://schemas.openxmlformats.org/officeDocument/2006/relationships/image" Target="../media/image1995.png"/><Relationship Id="rId39" Type="http://schemas.openxmlformats.org/officeDocument/2006/relationships/customXml" Target="../ink/ink1985.xml"/><Relationship Id="rId109" Type="http://schemas.openxmlformats.org/officeDocument/2006/relationships/customXml" Target="../ink/ink2020.xml"/><Relationship Id="rId34" Type="http://schemas.openxmlformats.org/officeDocument/2006/relationships/image" Target="../media/image2003.png"/><Relationship Id="rId50" Type="http://schemas.openxmlformats.org/officeDocument/2006/relationships/image" Target="../media/image2011.png"/><Relationship Id="rId55" Type="http://schemas.openxmlformats.org/officeDocument/2006/relationships/customXml" Target="../ink/ink1993.xml"/><Relationship Id="rId76" Type="http://schemas.openxmlformats.org/officeDocument/2006/relationships/image" Target="../media/image2024.png"/><Relationship Id="rId97" Type="http://schemas.openxmlformats.org/officeDocument/2006/relationships/customXml" Target="../ink/ink2014.xml"/><Relationship Id="rId104" Type="http://schemas.openxmlformats.org/officeDocument/2006/relationships/image" Target="../media/image2038.png"/><Relationship Id="rId120" Type="http://schemas.openxmlformats.org/officeDocument/2006/relationships/image" Target="../media/image2046.png"/><Relationship Id="rId125" Type="http://schemas.openxmlformats.org/officeDocument/2006/relationships/customXml" Target="../ink/ink2028.xml"/><Relationship Id="rId141" Type="http://schemas.openxmlformats.org/officeDocument/2006/relationships/customXml" Target="../ink/ink2036.xml"/><Relationship Id="rId146" Type="http://schemas.openxmlformats.org/officeDocument/2006/relationships/image" Target="../media/image2059.png"/><Relationship Id="rId7" Type="http://schemas.openxmlformats.org/officeDocument/2006/relationships/customXml" Target="../ink/ink1969.xml"/><Relationship Id="rId71" Type="http://schemas.openxmlformats.org/officeDocument/2006/relationships/customXml" Target="../ink/ink2001.xml"/><Relationship Id="rId92" Type="http://schemas.openxmlformats.org/officeDocument/2006/relationships/image" Target="../media/image2032.png"/><Relationship Id="rId162" Type="http://schemas.openxmlformats.org/officeDocument/2006/relationships/image" Target="../media/image2067.png"/><Relationship Id="rId2" Type="http://schemas.openxmlformats.org/officeDocument/2006/relationships/image" Target="../media/image1987.png"/><Relationship Id="rId29" Type="http://schemas.openxmlformats.org/officeDocument/2006/relationships/customXml" Target="../ink/ink1980.xml"/><Relationship Id="rId24" Type="http://schemas.openxmlformats.org/officeDocument/2006/relationships/image" Target="../media/image1998.png"/><Relationship Id="rId40" Type="http://schemas.openxmlformats.org/officeDocument/2006/relationships/image" Target="../media/image2006.png"/><Relationship Id="rId45" Type="http://schemas.openxmlformats.org/officeDocument/2006/relationships/customXml" Target="../ink/ink1988.xml"/><Relationship Id="rId66" Type="http://schemas.openxmlformats.org/officeDocument/2006/relationships/image" Target="../media/image2019.png"/><Relationship Id="rId87" Type="http://schemas.openxmlformats.org/officeDocument/2006/relationships/customXml" Target="../ink/ink2009.xml"/><Relationship Id="rId110" Type="http://schemas.openxmlformats.org/officeDocument/2006/relationships/image" Target="../media/image2041.png"/><Relationship Id="rId115" Type="http://schemas.openxmlformats.org/officeDocument/2006/relationships/customXml" Target="../ink/ink2023.xml"/><Relationship Id="rId131" Type="http://schemas.openxmlformats.org/officeDocument/2006/relationships/customXml" Target="../ink/ink2031.xml"/><Relationship Id="rId136" Type="http://schemas.openxmlformats.org/officeDocument/2006/relationships/image" Target="../media/image2054.png"/><Relationship Id="rId157" Type="http://schemas.openxmlformats.org/officeDocument/2006/relationships/customXml" Target="../ink/ink2044.xml"/><Relationship Id="rId61" Type="http://schemas.openxmlformats.org/officeDocument/2006/relationships/customXml" Target="../ink/ink1996.xml"/><Relationship Id="rId82" Type="http://schemas.openxmlformats.org/officeDocument/2006/relationships/image" Target="../media/image2027.png"/><Relationship Id="rId152" Type="http://schemas.openxmlformats.org/officeDocument/2006/relationships/image" Target="../media/image2062.png"/><Relationship Id="rId19" Type="http://schemas.openxmlformats.org/officeDocument/2006/relationships/customXml" Target="../ink/ink1975.xml"/><Relationship Id="rId14" Type="http://schemas.openxmlformats.org/officeDocument/2006/relationships/image" Target="../media/image1993.png"/><Relationship Id="rId30" Type="http://schemas.openxmlformats.org/officeDocument/2006/relationships/image" Target="../media/image2001.png"/><Relationship Id="rId35" Type="http://schemas.openxmlformats.org/officeDocument/2006/relationships/customXml" Target="../ink/ink1983.xml"/><Relationship Id="rId56" Type="http://schemas.openxmlformats.org/officeDocument/2006/relationships/image" Target="../media/image2014.png"/><Relationship Id="rId77" Type="http://schemas.openxmlformats.org/officeDocument/2006/relationships/customXml" Target="../ink/ink2004.xml"/><Relationship Id="rId100" Type="http://schemas.openxmlformats.org/officeDocument/2006/relationships/image" Target="../media/image2036.png"/><Relationship Id="rId105" Type="http://schemas.openxmlformats.org/officeDocument/2006/relationships/customXml" Target="../ink/ink2018.xml"/><Relationship Id="rId126" Type="http://schemas.openxmlformats.org/officeDocument/2006/relationships/image" Target="../media/image2049.png"/><Relationship Id="rId147" Type="http://schemas.openxmlformats.org/officeDocument/2006/relationships/customXml" Target="../ink/ink2039.xml"/><Relationship Id="rId8" Type="http://schemas.openxmlformats.org/officeDocument/2006/relationships/image" Target="../media/image1990.png"/><Relationship Id="rId51" Type="http://schemas.openxmlformats.org/officeDocument/2006/relationships/customXml" Target="../ink/ink1991.xml"/><Relationship Id="rId72" Type="http://schemas.openxmlformats.org/officeDocument/2006/relationships/image" Target="../media/image2022.png"/><Relationship Id="rId93" Type="http://schemas.openxmlformats.org/officeDocument/2006/relationships/customXml" Target="../ink/ink2012.xml"/><Relationship Id="rId98" Type="http://schemas.openxmlformats.org/officeDocument/2006/relationships/image" Target="../media/image2035.png"/><Relationship Id="rId121" Type="http://schemas.openxmlformats.org/officeDocument/2006/relationships/customXml" Target="../ink/ink2026.xml"/><Relationship Id="rId142" Type="http://schemas.openxmlformats.org/officeDocument/2006/relationships/image" Target="../media/image2057.png"/><Relationship Id="rId3" Type="http://schemas.openxmlformats.org/officeDocument/2006/relationships/customXml" Target="../ink/ink1967.xml"/><Relationship Id="rId25" Type="http://schemas.openxmlformats.org/officeDocument/2006/relationships/customXml" Target="../ink/ink1978.xml"/><Relationship Id="rId46" Type="http://schemas.openxmlformats.org/officeDocument/2006/relationships/image" Target="../media/image2009.png"/><Relationship Id="rId67" Type="http://schemas.openxmlformats.org/officeDocument/2006/relationships/customXml" Target="../ink/ink1999.xml"/><Relationship Id="rId116" Type="http://schemas.openxmlformats.org/officeDocument/2006/relationships/image" Target="../media/image2044.png"/><Relationship Id="rId137" Type="http://schemas.openxmlformats.org/officeDocument/2006/relationships/customXml" Target="../ink/ink2034.xml"/><Relationship Id="rId158" Type="http://schemas.openxmlformats.org/officeDocument/2006/relationships/image" Target="../media/image2065.png"/><Relationship Id="rId20" Type="http://schemas.openxmlformats.org/officeDocument/2006/relationships/image" Target="../media/image1996.png"/><Relationship Id="rId41" Type="http://schemas.openxmlformats.org/officeDocument/2006/relationships/customXml" Target="../ink/ink1986.xml"/><Relationship Id="rId62" Type="http://schemas.openxmlformats.org/officeDocument/2006/relationships/image" Target="../media/image2017.png"/><Relationship Id="rId83" Type="http://schemas.openxmlformats.org/officeDocument/2006/relationships/customXml" Target="../ink/ink2007.xml"/><Relationship Id="rId88" Type="http://schemas.openxmlformats.org/officeDocument/2006/relationships/image" Target="../media/image2030.png"/><Relationship Id="rId111" Type="http://schemas.openxmlformats.org/officeDocument/2006/relationships/customXml" Target="../ink/ink2021.xml"/><Relationship Id="rId132" Type="http://schemas.openxmlformats.org/officeDocument/2006/relationships/image" Target="../media/image2052.png"/><Relationship Id="rId153" Type="http://schemas.openxmlformats.org/officeDocument/2006/relationships/customXml" Target="../ink/ink2042.xml"/><Relationship Id="rId15" Type="http://schemas.openxmlformats.org/officeDocument/2006/relationships/customXml" Target="../ink/ink1973.xml"/><Relationship Id="rId36" Type="http://schemas.openxmlformats.org/officeDocument/2006/relationships/image" Target="../media/image2004.png"/><Relationship Id="rId57" Type="http://schemas.openxmlformats.org/officeDocument/2006/relationships/customXml" Target="../ink/ink1994.xml"/><Relationship Id="rId106" Type="http://schemas.openxmlformats.org/officeDocument/2006/relationships/image" Target="../media/image2039.png"/><Relationship Id="rId127" Type="http://schemas.openxmlformats.org/officeDocument/2006/relationships/customXml" Target="../ink/ink2029.xml"/><Relationship Id="rId10" Type="http://schemas.openxmlformats.org/officeDocument/2006/relationships/image" Target="../media/image1991.png"/><Relationship Id="rId31" Type="http://schemas.openxmlformats.org/officeDocument/2006/relationships/customXml" Target="../ink/ink1981.xml"/><Relationship Id="rId52" Type="http://schemas.openxmlformats.org/officeDocument/2006/relationships/image" Target="../media/image2012.png"/><Relationship Id="rId73" Type="http://schemas.openxmlformats.org/officeDocument/2006/relationships/customXml" Target="../ink/ink2002.xml"/><Relationship Id="rId78" Type="http://schemas.openxmlformats.org/officeDocument/2006/relationships/image" Target="../media/image2025.png"/><Relationship Id="rId94" Type="http://schemas.openxmlformats.org/officeDocument/2006/relationships/image" Target="../media/image2033.png"/><Relationship Id="rId99" Type="http://schemas.openxmlformats.org/officeDocument/2006/relationships/customXml" Target="../ink/ink2015.xml"/><Relationship Id="rId101" Type="http://schemas.openxmlformats.org/officeDocument/2006/relationships/customXml" Target="../ink/ink2016.xml"/><Relationship Id="rId122" Type="http://schemas.openxmlformats.org/officeDocument/2006/relationships/image" Target="../media/image2047.png"/><Relationship Id="rId143" Type="http://schemas.openxmlformats.org/officeDocument/2006/relationships/customXml" Target="../ink/ink2037.xml"/><Relationship Id="rId148" Type="http://schemas.openxmlformats.org/officeDocument/2006/relationships/image" Target="../media/image2060.png"/><Relationship Id="rId4" Type="http://schemas.openxmlformats.org/officeDocument/2006/relationships/image" Target="../media/image1988.png"/><Relationship Id="rId9" Type="http://schemas.openxmlformats.org/officeDocument/2006/relationships/customXml" Target="../ink/ink1970.xml"/><Relationship Id="rId26" Type="http://schemas.openxmlformats.org/officeDocument/2006/relationships/image" Target="../media/image1999.png"/><Relationship Id="rId47" Type="http://schemas.openxmlformats.org/officeDocument/2006/relationships/customXml" Target="../ink/ink1989.xml"/><Relationship Id="rId68" Type="http://schemas.openxmlformats.org/officeDocument/2006/relationships/image" Target="../media/image2020.png"/><Relationship Id="rId89" Type="http://schemas.openxmlformats.org/officeDocument/2006/relationships/customXml" Target="../ink/ink2010.xml"/><Relationship Id="rId112" Type="http://schemas.openxmlformats.org/officeDocument/2006/relationships/image" Target="../media/image2042.png"/><Relationship Id="rId133" Type="http://schemas.openxmlformats.org/officeDocument/2006/relationships/customXml" Target="../ink/ink2032.xml"/><Relationship Id="rId154" Type="http://schemas.openxmlformats.org/officeDocument/2006/relationships/image" Target="../media/image2063.png"/><Relationship Id="rId16" Type="http://schemas.openxmlformats.org/officeDocument/2006/relationships/image" Target="../media/image1994.png"/><Relationship Id="rId37" Type="http://schemas.openxmlformats.org/officeDocument/2006/relationships/customXml" Target="../ink/ink1984.xml"/><Relationship Id="rId58" Type="http://schemas.openxmlformats.org/officeDocument/2006/relationships/image" Target="../media/image2015.png"/><Relationship Id="rId79" Type="http://schemas.openxmlformats.org/officeDocument/2006/relationships/customXml" Target="../ink/ink2005.xml"/><Relationship Id="rId102" Type="http://schemas.openxmlformats.org/officeDocument/2006/relationships/image" Target="../media/image2037.png"/><Relationship Id="rId123" Type="http://schemas.openxmlformats.org/officeDocument/2006/relationships/customXml" Target="../ink/ink2027.xml"/><Relationship Id="rId144" Type="http://schemas.openxmlformats.org/officeDocument/2006/relationships/image" Target="../media/image2058.png"/><Relationship Id="rId90" Type="http://schemas.openxmlformats.org/officeDocument/2006/relationships/image" Target="../media/image2031.png"/><Relationship Id="rId27" Type="http://schemas.openxmlformats.org/officeDocument/2006/relationships/customXml" Target="../ink/ink1979.xml"/><Relationship Id="rId48" Type="http://schemas.openxmlformats.org/officeDocument/2006/relationships/image" Target="../media/image2010.png"/><Relationship Id="rId69" Type="http://schemas.openxmlformats.org/officeDocument/2006/relationships/customXml" Target="../ink/ink2000.xml"/><Relationship Id="rId113" Type="http://schemas.openxmlformats.org/officeDocument/2006/relationships/customXml" Target="../ink/ink2022.xml"/><Relationship Id="rId134" Type="http://schemas.openxmlformats.org/officeDocument/2006/relationships/image" Target="../media/image2053.png"/><Relationship Id="rId80" Type="http://schemas.openxmlformats.org/officeDocument/2006/relationships/image" Target="../media/image2026.png"/><Relationship Id="rId155" Type="http://schemas.openxmlformats.org/officeDocument/2006/relationships/customXml" Target="../ink/ink2043.xml"/></Relationships>
</file>

<file path=ppt/slides/_rels/slide31.xml.rels><?xml version="1.0" encoding="UTF-8" standalone="yes"?>
<Relationships xmlns="http://schemas.openxmlformats.org/package/2006/relationships"><Relationship Id="rId3" Type="http://schemas.openxmlformats.org/officeDocument/2006/relationships/image" Target="../media/image2068.png"/><Relationship Id="rId2" Type="http://schemas.openxmlformats.org/officeDocument/2006/relationships/customXml" Target="../ink/ink2047.xml"/><Relationship Id="rId1" Type="http://schemas.openxmlformats.org/officeDocument/2006/relationships/slideLayout" Target="../slideLayouts/slideLayout2.xml"/><Relationship Id="rId5" Type="http://schemas.openxmlformats.org/officeDocument/2006/relationships/image" Target="../media/image2069.png"/><Relationship Id="rId4" Type="http://schemas.openxmlformats.org/officeDocument/2006/relationships/customXml" Target="../ink/ink2048.xml"/></Relationships>
</file>

<file path=ppt/slides/_rels/slide32.xml.rels><?xml version="1.0" encoding="UTF-8" standalone="yes"?>
<Relationships xmlns="http://schemas.openxmlformats.org/package/2006/relationships"><Relationship Id="rId8" Type="http://schemas.openxmlformats.org/officeDocument/2006/relationships/image" Target="../media/image2073.png"/><Relationship Id="rId13" Type="http://schemas.openxmlformats.org/officeDocument/2006/relationships/customXml" Target="../ink/ink2054.xml"/><Relationship Id="rId3" Type="http://schemas.openxmlformats.org/officeDocument/2006/relationships/customXml" Target="../ink/ink2049.xml"/><Relationship Id="rId7" Type="http://schemas.openxmlformats.org/officeDocument/2006/relationships/customXml" Target="../ink/ink2051.xml"/><Relationship Id="rId12" Type="http://schemas.openxmlformats.org/officeDocument/2006/relationships/image" Target="../media/image2075.png"/><Relationship Id="rId2" Type="http://schemas.openxmlformats.org/officeDocument/2006/relationships/image" Target="../media/image2070.png"/><Relationship Id="rId1" Type="http://schemas.openxmlformats.org/officeDocument/2006/relationships/slideLayout" Target="../slideLayouts/slideLayout2.xml"/><Relationship Id="rId6" Type="http://schemas.openxmlformats.org/officeDocument/2006/relationships/image" Target="../media/image2072.png"/><Relationship Id="rId11" Type="http://schemas.openxmlformats.org/officeDocument/2006/relationships/customXml" Target="../ink/ink2053.xml"/><Relationship Id="rId5" Type="http://schemas.openxmlformats.org/officeDocument/2006/relationships/customXml" Target="../ink/ink2050.xml"/><Relationship Id="rId10" Type="http://schemas.openxmlformats.org/officeDocument/2006/relationships/image" Target="../media/image2074.png"/><Relationship Id="rId4" Type="http://schemas.openxmlformats.org/officeDocument/2006/relationships/image" Target="../media/image2071.png"/><Relationship Id="rId9" Type="http://schemas.openxmlformats.org/officeDocument/2006/relationships/customXml" Target="../ink/ink2052.xml"/><Relationship Id="rId14" Type="http://schemas.openxmlformats.org/officeDocument/2006/relationships/image" Target="../media/image2076.png"/></Relationships>
</file>

<file path=ppt/slides/_rels/slide33.xml.rels><?xml version="1.0" encoding="UTF-8" standalone="yes"?>
<Relationships xmlns="http://schemas.openxmlformats.org/package/2006/relationships"><Relationship Id="rId2" Type="http://schemas.openxmlformats.org/officeDocument/2006/relationships/image" Target="../media/image2077.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078.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079.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080.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17" Type="http://schemas.openxmlformats.org/officeDocument/2006/relationships/image" Target="../media/image2139.png"/><Relationship Id="rId21" Type="http://schemas.openxmlformats.org/officeDocument/2006/relationships/image" Target="../media/image2091.png"/><Relationship Id="rId42" Type="http://schemas.openxmlformats.org/officeDocument/2006/relationships/customXml" Target="../ink/ink2074.xml"/><Relationship Id="rId63" Type="http://schemas.openxmlformats.org/officeDocument/2006/relationships/image" Target="../media/image2112.png"/><Relationship Id="rId84" Type="http://schemas.openxmlformats.org/officeDocument/2006/relationships/customXml" Target="../ink/ink2095.xml"/><Relationship Id="rId138" Type="http://schemas.openxmlformats.org/officeDocument/2006/relationships/customXml" Target="../ink/ink2122.xml"/><Relationship Id="rId107" Type="http://schemas.openxmlformats.org/officeDocument/2006/relationships/image" Target="../media/image2134.png"/><Relationship Id="rId11" Type="http://schemas.openxmlformats.org/officeDocument/2006/relationships/image" Target="../media/image2086.png"/><Relationship Id="rId32" Type="http://schemas.openxmlformats.org/officeDocument/2006/relationships/customXml" Target="../ink/ink2069.xml"/><Relationship Id="rId53" Type="http://schemas.openxmlformats.org/officeDocument/2006/relationships/image" Target="../media/image2107.png"/><Relationship Id="rId74" Type="http://schemas.openxmlformats.org/officeDocument/2006/relationships/customXml" Target="../ink/ink2090.xml"/><Relationship Id="rId128" Type="http://schemas.openxmlformats.org/officeDocument/2006/relationships/customXml" Target="../ink/ink2117.xml"/><Relationship Id="rId5" Type="http://schemas.openxmlformats.org/officeDocument/2006/relationships/image" Target="../media/image2083.png"/><Relationship Id="rId90" Type="http://schemas.openxmlformats.org/officeDocument/2006/relationships/customXml" Target="../ink/ink2098.xml"/><Relationship Id="rId95" Type="http://schemas.openxmlformats.org/officeDocument/2006/relationships/image" Target="../media/image2128.png"/><Relationship Id="rId22" Type="http://schemas.openxmlformats.org/officeDocument/2006/relationships/customXml" Target="../ink/ink2064.xml"/><Relationship Id="rId27" Type="http://schemas.openxmlformats.org/officeDocument/2006/relationships/image" Target="../media/image2094.png"/><Relationship Id="rId43" Type="http://schemas.openxmlformats.org/officeDocument/2006/relationships/image" Target="../media/image2102.png"/><Relationship Id="rId48" Type="http://schemas.openxmlformats.org/officeDocument/2006/relationships/customXml" Target="../ink/ink2077.xml"/><Relationship Id="rId64" Type="http://schemas.openxmlformats.org/officeDocument/2006/relationships/customXml" Target="../ink/ink2085.xml"/><Relationship Id="rId69" Type="http://schemas.openxmlformats.org/officeDocument/2006/relationships/image" Target="../media/image2115.png"/><Relationship Id="rId113" Type="http://schemas.openxmlformats.org/officeDocument/2006/relationships/image" Target="../media/image2137.png"/><Relationship Id="rId118" Type="http://schemas.openxmlformats.org/officeDocument/2006/relationships/customXml" Target="../ink/ink2112.xml"/><Relationship Id="rId134" Type="http://schemas.openxmlformats.org/officeDocument/2006/relationships/customXml" Target="../ink/ink2120.xml"/><Relationship Id="rId139" Type="http://schemas.openxmlformats.org/officeDocument/2006/relationships/image" Target="../media/image2150.png"/><Relationship Id="rId80" Type="http://schemas.openxmlformats.org/officeDocument/2006/relationships/customXml" Target="../ink/ink2093.xml"/><Relationship Id="rId85" Type="http://schemas.openxmlformats.org/officeDocument/2006/relationships/image" Target="../media/image2123.png"/><Relationship Id="rId12" Type="http://schemas.openxmlformats.org/officeDocument/2006/relationships/customXml" Target="../ink/ink2059.xml"/><Relationship Id="rId17" Type="http://schemas.openxmlformats.org/officeDocument/2006/relationships/image" Target="../media/image2089.png"/><Relationship Id="rId33" Type="http://schemas.openxmlformats.org/officeDocument/2006/relationships/image" Target="../media/image2097.png"/><Relationship Id="rId38" Type="http://schemas.openxmlformats.org/officeDocument/2006/relationships/customXml" Target="../ink/ink2072.xml"/><Relationship Id="rId59" Type="http://schemas.openxmlformats.org/officeDocument/2006/relationships/image" Target="../media/image2110.png"/><Relationship Id="rId103" Type="http://schemas.openxmlformats.org/officeDocument/2006/relationships/image" Target="../media/image2132.png"/><Relationship Id="rId108" Type="http://schemas.openxmlformats.org/officeDocument/2006/relationships/customXml" Target="../ink/ink2107.xml"/><Relationship Id="rId124" Type="http://schemas.openxmlformats.org/officeDocument/2006/relationships/customXml" Target="../ink/ink2115.xml"/><Relationship Id="rId129" Type="http://schemas.openxmlformats.org/officeDocument/2006/relationships/image" Target="../media/image2145.png"/><Relationship Id="rId54" Type="http://schemas.openxmlformats.org/officeDocument/2006/relationships/customXml" Target="../ink/ink2080.xml"/><Relationship Id="rId70" Type="http://schemas.openxmlformats.org/officeDocument/2006/relationships/customXml" Target="../ink/ink2088.xml"/><Relationship Id="rId75" Type="http://schemas.openxmlformats.org/officeDocument/2006/relationships/image" Target="../media/image2118.png"/><Relationship Id="rId91" Type="http://schemas.openxmlformats.org/officeDocument/2006/relationships/image" Target="../media/image2126.png"/><Relationship Id="rId96" Type="http://schemas.openxmlformats.org/officeDocument/2006/relationships/customXml" Target="../ink/ink2101.xml"/><Relationship Id="rId140" Type="http://schemas.openxmlformats.org/officeDocument/2006/relationships/customXml" Target="../ink/ink2123.xml"/><Relationship Id="rId145" Type="http://schemas.openxmlformats.org/officeDocument/2006/relationships/image" Target="../media/image2153.png"/><Relationship Id="rId1" Type="http://schemas.openxmlformats.org/officeDocument/2006/relationships/slideLayout" Target="../slideLayouts/slideLayout2.xml"/><Relationship Id="rId6" Type="http://schemas.openxmlformats.org/officeDocument/2006/relationships/customXml" Target="../ink/ink2056.xml"/><Relationship Id="rId23" Type="http://schemas.openxmlformats.org/officeDocument/2006/relationships/image" Target="../media/image2092.png"/><Relationship Id="rId28" Type="http://schemas.openxmlformats.org/officeDocument/2006/relationships/customXml" Target="../ink/ink2067.xml"/><Relationship Id="rId49" Type="http://schemas.openxmlformats.org/officeDocument/2006/relationships/image" Target="../media/image2105.png"/><Relationship Id="rId114" Type="http://schemas.openxmlformats.org/officeDocument/2006/relationships/customXml" Target="../ink/ink2110.xml"/><Relationship Id="rId119" Type="http://schemas.openxmlformats.org/officeDocument/2006/relationships/image" Target="../media/image2140.png"/><Relationship Id="rId44" Type="http://schemas.openxmlformats.org/officeDocument/2006/relationships/customXml" Target="../ink/ink2075.xml"/><Relationship Id="rId60" Type="http://schemas.openxmlformats.org/officeDocument/2006/relationships/customXml" Target="../ink/ink2083.xml"/><Relationship Id="rId65" Type="http://schemas.openxmlformats.org/officeDocument/2006/relationships/image" Target="../media/image2113.png"/><Relationship Id="rId81" Type="http://schemas.openxmlformats.org/officeDocument/2006/relationships/image" Target="../media/image2121.png"/><Relationship Id="rId86" Type="http://schemas.openxmlformats.org/officeDocument/2006/relationships/customXml" Target="../ink/ink2096.xml"/><Relationship Id="rId130" Type="http://schemas.openxmlformats.org/officeDocument/2006/relationships/customXml" Target="../ink/ink2118.xml"/><Relationship Id="rId135" Type="http://schemas.openxmlformats.org/officeDocument/2006/relationships/image" Target="../media/image2148.png"/><Relationship Id="rId13" Type="http://schemas.openxmlformats.org/officeDocument/2006/relationships/image" Target="../media/image2087.png"/><Relationship Id="rId18" Type="http://schemas.openxmlformats.org/officeDocument/2006/relationships/customXml" Target="../ink/ink2062.xml"/><Relationship Id="rId39" Type="http://schemas.openxmlformats.org/officeDocument/2006/relationships/image" Target="../media/image2100.png"/><Relationship Id="rId109" Type="http://schemas.openxmlformats.org/officeDocument/2006/relationships/image" Target="../media/image2135.png"/><Relationship Id="rId34" Type="http://schemas.openxmlformats.org/officeDocument/2006/relationships/customXml" Target="../ink/ink2070.xml"/><Relationship Id="rId50" Type="http://schemas.openxmlformats.org/officeDocument/2006/relationships/customXml" Target="../ink/ink2078.xml"/><Relationship Id="rId55" Type="http://schemas.openxmlformats.org/officeDocument/2006/relationships/image" Target="../media/image2108.png"/><Relationship Id="rId76" Type="http://schemas.openxmlformats.org/officeDocument/2006/relationships/customXml" Target="../ink/ink2091.xml"/><Relationship Id="rId97" Type="http://schemas.openxmlformats.org/officeDocument/2006/relationships/image" Target="../media/image2129.png"/><Relationship Id="rId104" Type="http://schemas.openxmlformats.org/officeDocument/2006/relationships/customXml" Target="../ink/ink2105.xml"/><Relationship Id="rId120" Type="http://schemas.openxmlformats.org/officeDocument/2006/relationships/customXml" Target="../ink/ink2113.xml"/><Relationship Id="rId125" Type="http://schemas.openxmlformats.org/officeDocument/2006/relationships/image" Target="../media/image2143.png"/><Relationship Id="rId141" Type="http://schemas.openxmlformats.org/officeDocument/2006/relationships/image" Target="../media/image2151.png"/><Relationship Id="rId146" Type="http://schemas.openxmlformats.org/officeDocument/2006/relationships/customXml" Target="../ink/ink2126.xml"/><Relationship Id="rId7" Type="http://schemas.openxmlformats.org/officeDocument/2006/relationships/image" Target="../media/image2084.png"/><Relationship Id="rId71" Type="http://schemas.openxmlformats.org/officeDocument/2006/relationships/image" Target="../media/image2116.png"/><Relationship Id="rId92" Type="http://schemas.openxmlformats.org/officeDocument/2006/relationships/customXml" Target="../ink/ink2099.xml"/><Relationship Id="rId2" Type="http://schemas.openxmlformats.org/officeDocument/2006/relationships/image" Target="../media/image2081.png"/><Relationship Id="rId29" Type="http://schemas.openxmlformats.org/officeDocument/2006/relationships/image" Target="../media/image2095.png"/><Relationship Id="rId24" Type="http://schemas.openxmlformats.org/officeDocument/2006/relationships/customXml" Target="../ink/ink2065.xml"/><Relationship Id="rId40" Type="http://schemas.openxmlformats.org/officeDocument/2006/relationships/customXml" Target="../ink/ink2073.xml"/><Relationship Id="rId45" Type="http://schemas.openxmlformats.org/officeDocument/2006/relationships/image" Target="../media/image2103.png"/><Relationship Id="rId66" Type="http://schemas.openxmlformats.org/officeDocument/2006/relationships/customXml" Target="../ink/ink2086.xml"/><Relationship Id="rId87" Type="http://schemas.openxmlformats.org/officeDocument/2006/relationships/image" Target="../media/image2124.png"/><Relationship Id="rId110" Type="http://schemas.openxmlformats.org/officeDocument/2006/relationships/customXml" Target="../ink/ink2108.xml"/><Relationship Id="rId115" Type="http://schemas.openxmlformats.org/officeDocument/2006/relationships/image" Target="../media/image2138.png"/><Relationship Id="rId131" Type="http://schemas.openxmlformats.org/officeDocument/2006/relationships/image" Target="../media/image2146.png"/><Relationship Id="rId136" Type="http://schemas.openxmlformats.org/officeDocument/2006/relationships/customXml" Target="../ink/ink2121.xml"/><Relationship Id="rId61" Type="http://schemas.openxmlformats.org/officeDocument/2006/relationships/image" Target="../media/image2111.png"/><Relationship Id="rId82" Type="http://schemas.openxmlformats.org/officeDocument/2006/relationships/customXml" Target="../ink/ink2094.xml"/><Relationship Id="rId19" Type="http://schemas.openxmlformats.org/officeDocument/2006/relationships/image" Target="../media/image2090.png"/><Relationship Id="rId14" Type="http://schemas.openxmlformats.org/officeDocument/2006/relationships/customXml" Target="../ink/ink2060.xml"/><Relationship Id="rId30" Type="http://schemas.openxmlformats.org/officeDocument/2006/relationships/customXml" Target="../ink/ink2068.xml"/><Relationship Id="rId35" Type="http://schemas.openxmlformats.org/officeDocument/2006/relationships/image" Target="../media/image2098.png"/><Relationship Id="rId56" Type="http://schemas.openxmlformats.org/officeDocument/2006/relationships/customXml" Target="../ink/ink2081.xml"/><Relationship Id="rId77" Type="http://schemas.openxmlformats.org/officeDocument/2006/relationships/image" Target="../media/image2119.png"/><Relationship Id="rId100" Type="http://schemas.openxmlformats.org/officeDocument/2006/relationships/customXml" Target="../ink/ink2103.xml"/><Relationship Id="rId105" Type="http://schemas.openxmlformats.org/officeDocument/2006/relationships/image" Target="../media/image2133.png"/><Relationship Id="rId126" Type="http://schemas.openxmlformats.org/officeDocument/2006/relationships/customXml" Target="../ink/ink2116.xml"/><Relationship Id="rId147" Type="http://schemas.openxmlformats.org/officeDocument/2006/relationships/image" Target="../media/image2154.png"/><Relationship Id="rId8" Type="http://schemas.openxmlformats.org/officeDocument/2006/relationships/customXml" Target="../ink/ink2057.xml"/><Relationship Id="rId51" Type="http://schemas.openxmlformats.org/officeDocument/2006/relationships/image" Target="../media/image2106.png"/><Relationship Id="rId72" Type="http://schemas.openxmlformats.org/officeDocument/2006/relationships/customXml" Target="../ink/ink2089.xml"/><Relationship Id="rId93" Type="http://schemas.openxmlformats.org/officeDocument/2006/relationships/image" Target="../media/image2127.png"/><Relationship Id="rId98" Type="http://schemas.openxmlformats.org/officeDocument/2006/relationships/customXml" Target="../ink/ink2102.xml"/><Relationship Id="rId121" Type="http://schemas.openxmlformats.org/officeDocument/2006/relationships/image" Target="../media/image2141.png"/><Relationship Id="rId142" Type="http://schemas.openxmlformats.org/officeDocument/2006/relationships/customXml" Target="../ink/ink2124.xml"/><Relationship Id="rId3" Type="http://schemas.openxmlformats.org/officeDocument/2006/relationships/image" Target="../media/image2082.jpg"/><Relationship Id="rId25" Type="http://schemas.openxmlformats.org/officeDocument/2006/relationships/image" Target="../media/image2093.png"/><Relationship Id="rId46" Type="http://schemas.openxmlformats.org/officeDocument/2006/relationships/customXml" Target="../ink/ink2076.xml"/><Relationship Id="rId67" Type="http://schemas.openxmlformats.org/officeDocument/2006/relationships/image" Target="../media/image2114.png"/><Relationship Id="rId116" Type="http://schemas.openxmlformats.org/officeDocument/2006/relationships/customXml" Target="../ink/ink2111.xml"/><Relationship Id="rId137" Type="http://schemas.openxmlformats.org/officeDocument/2006/relationships/image" Target="../media/image2149.png"/><Relationship Id="rId20" Type="http://schemas.openxmlformats.org/officeDocument/2006/relationships/customXml" Target="../ink/ink2063.xml"/><Relationship Id="rId41" Type="http://schemas.openxmlformats.org/officeDocument/2006/relationships/image" Target="../media/image2101.png"/><Relationship Id="rId62" Type="http://schemas.openxmlformats.org/officeDocument/2006/relationships/customXml" Target="../ink/ink2084.xml"/><Relationship Id="rId83" Type="http://schemas.openxmlformats.org/officeDocument/2006/relationships/image" Target="../media/image2122.png"/><Relationship Id="rId88" Type="http://schemas.openxmlformats.org/officeDocument/2006/relationships/customXml" Target="../ink/ink2097.xml"/><Relationship Id="rId111" Type="http://schemas.openxmlformats.org/officeDocument/2006/relationships/image" Target="../media/image2136.png"/><Relationship Id="rId132" Type="http://schemas.openxmlformats.org/officeDocument/2006/relationships/customXml" Target="../ink/ink2119.xml"/><Relationship Id="rId15" Type="http://schemas.openxmlformats.org/officeDocument/2006/relationships/image" Target="../media/image2088.png"/><Relationship Id="rId36" Type="http://schemas.openxmlformats.org/officeDocument/2006/relationships/customXml" Target="../ink/ink2071.xml"/><Relationship Id="rId57" Type="http://schemas.openxmlformats.org/officeDocument/2006/relationships/image" Target="../media/image2109.png"/><Relationship Id="rId106" Type="http://schemas.openxmlformats.org/officeDocument/2006/relationships/customXml" Target="../ink/ink2106.xml"/><Relationship Id="rId127" Type="http://schemas.openxmlformats.org/officeDocument/2006/relationships/image" Target="../media/image2144.png"/><Relationship Id="rId10" Type="http://schemas.openxmlformats.org/officeDocument/2006/relationships/customXml" Target="../ink/ink2058.xml"/><Relationship Id="rId31" Type="http://schemas.openxmlformats.org/officeDocument/2006/relationships/image" Target="../media/image2096.png"/><Relationship Id="rId52" Type="http://schemas.openxmlformats.org/officeDocument/2006/relationships/customXml" Target="../ink/ink2079.xml"/><Relationship Id="rId73" Type="http://schemas.openxmlformats.org/officeDocument/2006/relationships/image" Target="../media/image2117.png"/><Relationship Id="rId78" Type="http://schemas.openxmlformats.org/officeDocument/2006/relationships/customXml" Target="../ink/ink2092.xml"/><Relationship Id="rId94" Type="http://schemas.openxmlformats.org/officeDocument/2006/relationships/customXml" Target="../ink/ink2100.xml"/><Relationship Id="rId99" Type="http://schemas.openxmlformats.org/officeDocument/2006/relationships/image" Target="../media/image2130.png"/><Relationship Id="rId101" Type="http://schemas.openxmlformats.org/officeDocument/2006/relationships/image" Target="../media/image2131.png"/><Relationship Id="rId122" Type="http://schemas.openxmlformats.org/officeDocument/2006/relationships/customXml" Target="../ink/ink2114.xml"/><Relationship Id="rId143" Type="http://schemas.openxmlformats.org/officeDocument/2006/relationships/image" Target="../media/image2152.png"/><Relationship Id="rId4" Type="http://schemas.openxmlformats.org/officeDocument/2006/relationships/customXml" Target="../ink/ink2055.xml"/><Relationship Id="rId9" Type="http://schemas.openxmlformats.org/officeDocument/2006/relationships/image" Target="../media/image2085.png"/><Relationship Id="rId26" Type="http://schemas.openxmlformats.org/officeDocument/2006/relationships/customXml" Target="../ink/ink2066.xml"/><Relationship Id="rId47" Type="http://schemas.openxmlformats.org/officeDocument/2006/relationships/image" Target="../media/image2104.png"/><Relationship Id="rId68" Type="http://schemas.openxmlformats.org/officeDocument/2006/relationships/customXml" Target="../ink/ink2087.xml"/><Relationship Id="rId89" Type="http://schemas.openxmlformats.org/officeDocument/2006/relationships/image" Target="../media/image2125.png"/><Relationship Id="rId112" Type="http://schemas.openxmlformats.org/officeDocument/2006/relationships/customXml" Target="../ink/ink2109.xml"/><Relationship Id="rId133" Type="http://schemas.openxmlformats.org/officeDocument/2006/relationships/image" Target="../media/image2147.png"/><Relationship Id="rId16" Type="http://schemas.openxmlformats.org/officeDocument/2006/relationships/customXml" Target="../ink/ink2061.xml"/><Relationship Id="rId37" Type="http://schemas.openxmlformats.org/officeDocument/2006/relationships/image" Target="../media/image2099.png"/><Relationship Id="rId58" Type="http://schemas.openxmlformats.org/officeDocument/2006/relationships/customXml" Target="../ink/ink2082.xml"/><Relationship Id="rId79" Type="http://schemas.openxmlformats.org/officeDocument/2006/relationships/image" Target="../media/image2120.png"/><Relationship Id="rId102" Type="http://schemas.openxmlformats.org/officeDocument/2006/relationships/customXml" Target="../ink/ink2104.xml"/><Relationship Id="rId123" Type="http://schemas.openxmlformats.org/officeDocument/2006/relationships/image" Target="../media/image2142.png"/><Relationship Id="rId144" Type="http://schemas.openxmlformats.org/officeDocument/2006/relationships/customXml" Target="../ink/ink212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156.jpg"/><Relationship Id="rId2" Type="http://schemas.openxmlformats.org/officeDocument/2006/relationships/image" Target="../media/image2155.jp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2157.jp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157.jp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158.jp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3" Type="http://schemas.openxmlformats.org/officeDocument/2006/relationships/image" Target="../media/image2163.png"/><Relationship Id="rId18" Type="http://schemas.openxmlformats.org/officeDocument/2006/relationships/customXml" Target="../ink/ink2134.xml"/><Relationship Id="rId26" Type="http://schemas.openxmlformats.org/officeDocument/2006/relationships/customXml" Target="../ink/ink2138.xml"/><Relationship Id="rId39" Type="http://schemas.openxmlformats.org/officeDocument/2006/relationships/image" Target="../media/image2176.png"/><Relationship Id="rId21" Type="http://schemas.openxmlformats.org/officeDocument/2006/relationships/image" Target="../media/image2167.png"/><Relationship Id="rId34" Type="http://schemas.openxmlformats.org/officeDocument/2006/relationships/customXml" Target="../ink/ink2142.xml"/><Relationship Id="rId42" Type="http://schemas.openxmlformats.org/officeDocument/2006/relationships/customXml" Target="../ink/ink2146.xml"/><Relationship Id="rId47" Type="http://schemas.openxmlformats.org/officeDocument/2006/relationships/image" Target="../media/image2180.png"/><Relationship Id="rId7" Type="http://schemas.openxmlformats.org/officeDocument/2006/relationships/image" Target="../media/image2160.png"/><Relationship Id="rId2" Type="http://schemas.openxmlformats.org/officeDocument/2006/relationships/image" Target="../media/image2158.jpg"/><Relationship Id="rId16" Type="http://schemas.openxmlformats.org/officeDocument/2006/relationships/customXml" Target="../ink/ink2133.xml"/><Relationship Id="rId29" Type="http://schemas.openxmlformats.org/officeDocument/2006/relationships/image" Target="../media/image2171.png"/><Relationship Id="rId1" Type="http://schemas.openxmlformats.org/officeDocument/2006/relationships/slideLayout" Target="../slideLayouts/slideLayout2.xml"/><Relationship Id="rId6" Type="http://schemas.openxmlformats.org/officeDocument/2006/relationships/customXml" Target="../ink/ink2128.xml"/><Relationship Id="rId11" Type="http://schemas.openxmlformats.org/officeDocument/2006/relationships/image" Target="../media/image2162.png"/><Relationship Id="rId24" Type="http://schemas.openxmlformats.org/officeDocument/2006/relationships/customXml" Target="../ink/ink2137.xml"/><Relationship Id="rId32" Type="http://schemas.openxmlformats.org/officeDocument/2006/relationships/customXml" Target="../ink/ink2141.xml"/><Relationship Id="rId37" Type="http://schemas.openxmlformats.org/officeDocument/2006/relationships/image" Target="../media/image2175.png"/><Relationship Id="rId40" Type="http://schemas.openxmlformats.org/officeDocument/2006/relationships/customXml" Target="../ink/ink2145.xml"/><Relationship Id="rId45" Type="http://schemas.openxmlformats.org/officeDocument/2006/relationships/image" Target="../media/image2179.png"/><Relationship Id="rId5" Type="http://schemas.openxmlformats.org/officeDocument/2006/relationships/image" Target="../media/image2159.png"/><Relationship Id="rId15" Type="http://schemas.openxmlformats.org/officeDocument/2006/relationships/image" Target="../media/image2164.png"/><Relationship Id="rId23" Type="http://schemas.openxmlformats.org/officeDocument/2006/relationships/image" Target="../media/image2168.png"/><Relationship Id="rId28" Type="http://schemas.openxmlformats.org/officeDocument/2006/relationships/customXml" Target="../ink/ink2139.xml"/><Relationship Id="rId36" Type="http://schemas.openxmlformats.org/officeDocument/2006/relationships/customXml" Target="../ink/ink2143.xml"/><Relationship Id="rId10" Type="http://schemas.openxmlformats.org/officeDocument/2006/relationships/customXml" Target="../ink/ink2130.xml"/><Relationship Id="rId19" Type="http://schemas.openxmlformats.org/officeDocument/2006/relationships/image" Target="../media/image2166.png"/><Relationship Id="rId31" Type="http://schemas.openxmlformats.org/officeDocument/2006/relationships/image" Target="../media/image2172.png"/><Relationship Id="rId44" Type="http://schemas.openxmlformats.org/officeDocument/2006/relationships/customXml" Target="../ink/ink2147.xml"/><Relationship Id="rId4" Type="http://schemas.openxmlformats.org/officeDocument/2006/relationships/customXml" Target="../ink/ink2127.xml"/><Relationship Id="rId9" Type="http://schemas.openxmlformats.org/officeDocument/2006/relationships/image" Target="../media/image2161.png"/><Relationship Id="rId14" Type="http://schemas.openxmlformats.org/officeDocument/2006/relationships/customXml" Target="../ink/ink2132.xml"/><Relationship Id="rId22" Type="http://schemas.openxmlformats.org/officeDocument/2006/relationships/customXml" Target="../ink/ink2136.xml"/><Relationship Id="rId27" Type="http://schemas.openxmlformats.org/officeDocument/2006/relationships/image" Target="../media/image2170.png"/><Relationship Id="rId30" Type="http://schemas.openxmlformats.org/officeDocument/2006/relationships/customXml" Target="../ink/ink2140.xml"/><Relationship Id="rId35" Type="http://schemas.openxmlformats.org/officeDocument/2006/relationships/image" Target="../media/image2174.png"/><Relationship Id="rId43" Type="http://schemas.openxmlformats.org/officeDocument/2006/relationships/image" Target="../media/image2178.png"/><Relationship Id="rId8" Type="http://schemas.openxmlformats.org/officeDocument/2006/relationships/customXml" Target="../ink/ink2129.xml"/><Relationship Id="rId3" Type="http://schemas.openxmlformats.org/officeDocument/2006/relationships/image" Target="../media/image2080.png"/><Relationship Id="rId12" Type="http://schemas.openxmlformats.org/officeDocument/2006/relationships/customXml" Target="../ink/ink2131.xml"/><Relationship Id="rId17" Type="http://schemas.openxmlformats.org/officeDocument/2006/relationships/image" Target="../media/image2165.png"/><Relationship Id="rId25" Type="http://schemas.openxmlformats.org/officeDocument/2006/relationships/image" Target="../media/image2169.png"/><Relationship Id="rId33" Type="http://schemas.openxmlformats.org/officeDocument/2006/relationships/image" Target="../media/image2173.png"/><Relationship Id="rId38" Type="http://schemas.openxmlformats.org/officeDocument/2006/relationships/customXml" Target="../ink/ink2144.xml"/><Relationship Id="rId46" Type="http://schemas.openxmlformats.org/officeDocument/2006/relationships/customXml" Target="../ink/ink2148.xml"/><Relationship Id="rId20" Type="http://schemas.openxmlformats.org/officeDocument/2006/relationships/customXml" Target="../ink/ink2135.xml"/><Relationship Id="rId41" Type="http://schemas.openxmlformats.org/officeDocument/2006/relationships/image" Target="../media/image217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166998" y="747217"/>
            <a:ext cx="5857875" cy="1301115"/>
          </a:xfrm>
          <a:prstGeom prst="rect">
            <a:avLst/>
          </a:prstGeom>
        </p:spPr>
        <p:txBody>
          <a:bodyPr vert="horz" wrap="square" lIns="0" tIns="89535" rIns="0" bIns="0" rtlCol="0">
            <a:spAutoFit/>
          </a:bodyPr>
          <a:lstStyle/>
          <a:p>
            <a:pPr marL="311150" marR="5080" indent="-299085">
              <a:lnSpc>
                <a:spcPts val="4750"/>
              </a:lnSpc>
              <a:spcBef>
                <a:spcPts val="705"/>
              </a:spcBef>
            </a:pPr>
            <a:r>
              <a:rPr sz="4400" spc="175" dirty="0"/>
              <a:t>ECE</a:t>
            </a:r>
            <a:r>
              <a:rPr sz="4400" spc="190" dirty="0"/>
              <a:t> </a:t>
            </a:r>
            <a:r>
              <a:rPr sz="4400" spc="75" dirty="0"/>
              <a:t>105:</a:t>
            </a:r>
            <a:r>
              <a:rPr sz="4400" spc="175" dirty="0"/>
              <a:t> </a:t>
            </a:r>
            <a:r>
              <a:rPr sz="4400" spc="55" dirty="0"/>
              <a:t>Introduction</a:t>
            </a:r>
            <a:r>
              <a:rPr sz="4400" spc="160" dirty="0"/>
              <a:t> </a:t>
            </a:r>
            <a:r>
              <a:rPr sz="4400" spc="-25" dirty="0"/>
              <a:t>to </a:t>
            </a:r>
            <a:r>
              <a:rPr sz="4400" spc="105" dirty="0"/>
              <a:t>Electrical</a:t>
            </a:r>
            <a:r>
              <a:rPr sz="4400" spc="204" dirty="0"/>
              <a:t> </a:t>
            </a:r>
            <a:r>
              <a:rPr sz="4400" spc="105" dirty="0"/>
              <a:t>Engineering</a:t>
            </a:r>
            <a:endParaRPr sz="4400"/>
          </a:p>
        </p:txBody>
      </p:sp>
      <p:sp>
        <p:nvSpPr>
          <p:cNvPr id="3" name="object 3"/>
          <p:cNvSpPr txBox="1"/>
          <p:nvPr/>
        </p:nvSpPr>
        <p:spPr>
          <a:xfrm>
            <a:off x="2362200" y="3361905"/>
            <a:ext cx="8153400" cy="2086340"/>
          </a:xfrm>
          <a:prstGeom prst="rect">
            <a:avLst/>
          </a:prstGeom>
        </p:spPr>
        <p:txBody>
          <a:bodyPr vert="horz" wrap="square" lIns="0" tIns="13970" rIns="0" bIns="0" rtlCol="0">
            <a:spAutoFit/>
          </a:bodyPr>
          <a:lstStyle/>
          <a:p>
            <a:pPr marL="12065" marR="5080" indent="1905" algn="ctr">
              <a:lnSpc>
                <a:spcPct val="119800"/>
              </a:lnSpc>
              <a:spcBef>
                <a:spcPts val="110"/>
              </a:spcBef>
            </a:pPr>
            <a:r>
              <a:rPr sz="2800" dirty="0">
                <a:latin typeface="Calibri"/>
                <a:cs typeface="Calibri"/>
              </a:rPr>
              <a:t>Lecture</a:t>
            </a:r>
            <a:r>
              <a:rPr sz="2800" spc="345" dirty="0">
                <a:latin typeface="Calibri"/>
                <a:cs typeface="Calibri"/>
              </a:rPr>
              <a:t> </a:t>
            </a:r>
            <a:r>
              <a:rPr lang="en-US" sz="2800" spc="70" dirty="0">
                <a:latin typeface="Calibri"/>
                <a:cs typeface="Calibri"/>
              </a:rPr>
              <a:t>21</a:t>
            </a:r>
          </a:p>
          <a:p>
            <a:pPr marL="12065" marR="5080" indent="1905" algn="ctr">
              <a:lnSpc>
                <a:spcPct val="119800"/>
              </a:lnSpc>
              <a:spcBef>
                <a:spcPts val="110"/>
              </a:spcBef>
            </a:pPr>
            <a:r>
              <a:rPr lang="en-US" sz="2800" spc="50" dirty="0">
                <a:latin typeface="Calibri"/>
                <a:cs typeface="Calibri"/>
              </a:rPr>
              <a:t>Optical Communications</a:t>
            </a:r>
          </a:p>
          <a:p>
            <a:pPr marL="12065" marR="5080" indent="1905" algn="ctr">
              <a:lnSpc>
                <a:spcPct val="119800"/>
              </a:lnSpc>
              <a:spcBef>
                <a:spcPts val="110"/>
              </a:spcBef>
            </a:pPr>
            <a:r>
              <a:rPr sz="2800" dirty="0">
                <a:latin typeface="Calibri"/>
                <a:cs typeface="Calibri"/>
              </a:rPr>
              <a:t>Yasser</a:t>
            </a:r>
            <a:r>
              <a:rPr sz="2800" spc="270" dirty="0">
                <a:latin typeface="Calibri"/>
                <a:cs typeface="Calibri"/>
              </a:rPr>
              <a:t> </a:t>
            </a:r>
            <a:r>
              <a:rPr sz="2800" spc="80" dirty="0">
                <a:latin typeface="Calibri"/>
                <a:cs typeface="Calibri"/>
              </a:rPr>
              <a:t>Khan </a:t>
            </a:r>
            <a:endParaRPr lang="en-US" sz="2800" spc="80" dirty="0">
              <a:latin typeface="Calibri"/>
              <a:cs typeface="Calibri"/>
            </a:endParaRPr>
          </a:p>
          <a:p>
            <a:pPr marL="12065" marR="5080" indent="1905" algn="ctr">
              <a:lnSpc>
                <a:spcPct val="119800"/>
              </a:lnSpc>
              <a:spcBef>
                <a:spcPts val="110"/>
              </a:spcBef>
            </a:pPr>
            <a:r>
              <a:rPr sz="2800" dirty="0">
                <a:latin typeface="Calibri"/>
                <a:cs typeface="Calibri"/>
              </a:rPr>
              <a:t>Rehan</a:t>
            </a:r>
            <a:r>
              <a:rPr sz="2800" spc="275" dirty="0">
                <a:latin typeface="Calibri"/>
                <a:cs typeface="Calibri"/>
              </a:rPr>
              <a:t> </a:t>
            </a:r>
            <a:r>
              <a:rPr sz="2800" spc="55" dirty="0">
                <a:latin typeface="Calibri"/>
                <a:cs typeface="Calibri"/>
              </a:rPr>
              <a:t>Kapadia</a:t>
            </a:r>
            <a:endParaRPr sz="2800" dirty="0">
              <a:latin typeface="Calibri"/>
              <a:cs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9933E9-79E6-7CC8-3E61-FF97BF184FC0}"/>
              </a:ext>
            </a:extLst>
          </p:cNvPr>
          <p:cNvSpPr>
            <a:spLocks noGrp="1"/>
          </p:cNvSpPr>
          <p:nvPr>
            <p:ph type="title"/>
          </p:nvPr>
        </p:nvSpPr>
        <p:spPr>
          <a:xfrm>
            <a:off x="78739" y="14986"/>
            <a:ext cx="10328275" cy="492443"/>
          </a:xfrm>
        </p:spPr>
        <p:txBody>
          <a:bodyPr/>
          <a:lstStyle/>
          <a:p>
            <a:r>
              <a:rPr lang="en-US" dirty="0"/>
              <a:t>How have we done optical communications in the past?</a:t>
            </a:r>
          </a:p>
        </p:txBody>
      </p:sp>
      <p:sp>
        <p:nvSpPr>
          <p:cNvPr id="4" name="TextBox 3">
            <a:extLst>
              <a:ext uri="{FF2B5EF4-FFF2-40B4-BE49-F238E27FC236}">
                <a16:creationId xmlns:a16="http://schemas.microsoft.com/office/drawing/2014/main" id="{4B35E24B-0E96-1029-6CF8-00A58E791C10}"/>
              </a:ext>
            </a:extLst>
          </p:cNvPr>
          <p:cNvSpPr txBox="1"/>
          <p:nvPr/>
        </p:nvSpPr>
        <p:spPr>
          <a:xfrm>
            <a:off x="807871" y="1504317"/>
            <a:ext cx="11125200" cy="1384995"/>
          </a:xfrm>
          <a:prstGeom prst="rect">
            <a:avLst/>
          </a:prstGeom>
          <a:noFill/>
        </p:spPr>
        <p:txBody>
          <a:bodyPr wrap="square" rtlCol="0">
            <a:spAutoFit/>
          </a:bodyPr>
          <a:lstStyle/>
          <a:p>
            <a:r>
              <a:rPr lang="en-US" sz="2800" dirty="0"/>
              <a:t>What kind of systems have people used in the past to do optical communications?</a:t>
            </a:r>
          </a:p>
          <a:p>
            <a:endParaRPr lang="en-US" sz="2800" dirty="0"/>
          </a:p>
        </p:txBody>
      </p:sp>
      <p:grpSp>
        <p:nvGrpSpPr>
          <p:cNvPr id="31" name="Group 30">
            <a:extLst>
              <a:ext uri="{FF2B5EF4-FFF2-40B4-BE49-F238E27FC236}">
                <a16:creationId xmlns:a16="http://schemas.microsoft.com/office/drawing/2014/main" id="{C72D1353-D73D-EFD0-012B-7A55D9B5EB4B}"/>
              </a:ext>
            </a:extLst>
          </p:cNvPr>
          <p:cNvGrpSpPr/>
          <p:nvPr/>
        </p:nvGrpSpPr>
        <p:grpSpPr>
          <a:xfrm>
            <a:off x="685800" y="3276600"/>
            <a:ext cx="10728658" cy="2235771"/>
            <a:chOff x="838200" y="914400"/>
            <a:chExt cx="10728658" cy="2235771"/>
          </a:xfrm>
        </p:grpSpPr>
        <p:pic>
          <p:nvPicPr>
            <p:cNvPr id="19" name="Picture 18" descr="A drawing of a campfire in a field&#10;&#10;Description automatically generated">
              <a:extLst>
                <a:ext uri="{FF2B5EF4-FFF2-40B4-BE49-F238E27FC236}">
                  <a16:creationId xmlns:a16="http://schemas.microsoft.com/office/drawing/2014/main" id="{02DE8758-05E9-48BD-C352-04E1FB41B76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14400" y="990600"/>
              <a:ext cx="1676400" cy="1676400"/>
            </a:xfrm>
            <a:prstGeom prst="rect">
              <a:avLst/>
            </a:prstGeom>
          </p:spPr>
        </p:pic>
        <p:sp>
          <p:nvSpPr>
            <p:cNvPr id="20" name="TextBox 19">
              <a:extLst>
                <a:ext uri="{FF2B5EF4-FFF2-40B4-BE49-F238E27FC236}">
                  <a16:creationId xmlns:a16="http://schemas.microsoft.com/office/drawing/2014/main" id="{0AF565C8-F838-F5F1-764C-A3FCB5C47E52}"/>
                </a:ext>
              </a:extLst>
            </p:cNvPr>
            <p:cNvSpPr txBox="1"/>
            <p:nvPr/>
          </p:nvSpPr>
          <p:spPr>
            <a:xfrm>
              <a:off x="838200" y="2780839"/>
              <a:ext cx="1752600" cy="369332"/>
            </a:xfrm>
            <a:prstGeom prst="rect">
              <a:avLst/>
            </a:prstGeom>
            <a:noFill/>
          </p:spPr>
          <p:txBody>
            <a:bodyPr wrap="square" rtlCol="0">
              <a:spAutoFit/>
            </a:bodyPr>
            <a:lstStyle/>
            <a:p>
              <a:r>
                <a:rPr lang="en-US" dirty="0"/>
                <a:t>Smoke Signals </a:t>
              </a:r>
            </a:p>
          </p:txBody>
        </p:sp>
        <p:pic>
          <p:nvPicPr>
            <p:cNvPr id="22" name="Picture 21">
              <a:extLst>
                <a:ext uri="{FF2B5EF4-FFF2-40B4-BE49-F238E27FC236}">
                  <a16:creationId xmlns:a16="http://schemas.microsoft.com/office/drawing/2014/main" id="{5252FB3A-A3E3-47D1-6709-172B7FF883F2}"/>
                </a:ext>
              </a:extLst>
            </p:cNvPr>
            <p:cNvPicPr>
              <a:picLocks noChangeAspect="1"/>
            </p:cNvPicPr>
            <p:nvPr/>
          </p:nvPicPr>
          <p:blipFill>
            <a:blip r:embed="rId3"/>
            <a:stretch>
              <a:fillRect/>
            </a:stretch>
          </p:blipFill>
          <p:spPr>
            <a:xfrm>
              <a:off x="3716807" y="914400"/>
              <a:ext cx="1726105" cy="1676400"/>
            </a:xfrm>
            <a:prstGeom prst="rect">
              <a:avLst/>
            </a:prstGeom>
          </p:spPr>
        </p:pic>
        <p:sp>
          <p:nvSpPr>
            <p:cNvPr id="23" name="TextBox 22">
              <a:extLst>
                <a:ext uri="{FF2B5EF4-FFF2-40B4-BE49-F238E27FC236}">
                  <a16:creationId xmlns:a16="http://schemas.microsoft.com/office/drawing/2014/main" id="{54969397-FABE-30AF-1162-E8D95EAFA7F2}"/>
                </a:ext>
              </a:extLst>
            </p:cNvPr>
            <p:cNvSpPr txBox="1"/>
            <p:nvPr/>
          </p:nvSpPr>
          <p:spPr>
            <a:xfrm>
              <a:off x="3690312" y="2704639"/>
              <a:ext cx="1752600" cy="369332"/>
            </a:xfrm>
            <a:prstGeom prst="rect">
              <a:avLst/>
            </a:prstGeom>
            <a:noFill/>
          </p:spPr>
          <p:txBody>
            <a:bodyPr wrap="square" rtlCol="0">
              <a:spAutoFit/>
            </a:bodyPr>
            <a:lstStyle/>
            <a:p>
              <a:pPr algn="ctr"/>
              <a:r>
                <a:rPr lang="en-US" dirty="0"/>
                <a:t>Signal Lamp </a:t>
              </a:r>
            </a:p>
          </p:txBody>
        </p:sp>
        <p:pic>
          <p:nvPicPr>
            <p:cNvPr id="25" name="Picture 24">
              <a:extLst>
                <a:ext uri="{FF2B5EF4-FFF2-40B4-BE49-F238E27FC236}">
                  <a16:creationId xmlns:a16="http://schemas.microsoft.com/office/drawing/2014/main" id="{8DDDE6C4-5533-B340-22E3-6E43E454920E}"/>
                </a:ext>
              </a:extLst>
            </p:cNvPr>
            <p:cNvPicPr>
              <a:picLocks noChangeAspect="1"/>
            </p:cNvPicPr>
            <p:nvPr/>
          </p:nvPicPr>
          <p:blipFill>
            <a:blip r:embed="rId4"/>
            <a:stretch>
              <a:fillRect/>
            </a:stretch>
          </p:blipFill>
          <p:spPr>
            <a:xfrm>
              <a:off x="7162800" y="914400"/>
              <a:ext cx="1669818" cy="1676400"/>
            </a:xfrm>
            <a:prstGeom prst="rect">
              <a:avLst/>
            </a:prstGeom>
          </p:spPr>
        </p:pic>
        <p:sp>
          <p:nvSpPr>
            <p:cNvPr id="28" name="TextBox 27">
              <a:extLst>
                <a:ext uri="{FF2B5EF4-FFF2-40B4-BE49-F238E27FC236}">
                  <a16:creationId xmlns:a16="http://schemas.microsoft.com/office/drawing/2014/main" id="{6B8B8E2C-3F6F-D08D-10B9-555F939A347B}"/>
                </a:ext>
              </a:extLst>
            </p:cNvPr>
            <p:cNvSpPr txBox="1"/>
            <p:nvPr/>
          </p:nvSpPr>
          <p:spPr>
            <a:xfrm>
              <a:off x="7182722" y="2697488"/>
              <a:ext cx="1752600" cy="369332"/>
            </a:xfrm>
            <a:prstGeom prst="rect">
              <a:avLst/>
            </a:prstGeom>
            <a:noFill/>
          </p:spPr>
          <p:txBody>
            <a:bodyPr wrap="square" rtlCol="0">
              <a:spAutoFit/>
            </a:bodyPr>
            <a:lstStyle/>
            <a:p>
              <a:pPr algn="ctr"/>
              <a:r>
                <a:rPr lang="en-US" dirty="0"/>
                <a:t>Heliograph</a:t>
              </a:r>
            </a:p>
          </p:txBody>
        </p:sp>
        <p:pic>
          <p:nvPicPr>
            <p:cNvPr id="1026" name="Picture 2">
              <a:extLst>
                <a:ext uri="{FF2B5EF4-FFF2-40B4-BE49-F238E27FC236}">
                  <a16:creationId xmlns:a16="http://schemas.microsoft.com/office/drawing/2014/main" id="{58957C5A-E272-D874-44C5-78EB007DE8B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962072" y="914400"/>
              <a:ext cx="1391728" cy="1676400"/>
            </a:xfrm>
            <a:prstGeom prst="rect">
              <a:avLst/>
            </a:prstGeom>
            <a:noFill/>
            <a:extLst>
              <a:ext uri="{909E8E84-426E-40DD-AFC4-6F175D3DCCD1}">
                <a14:hiddenFill xmlns:a14="http://schemas.microsoft.com/office/drawing/2010/main">
                  <a:solidFill>
                    <a:srgbClr val="FFFFFF"/>
                  </a:solidFill>
                </a14:hiddenFill>
              </a:ext>
            </a:extLst>
          </p:spPr>
        </p:pic>
        <p:sp>
          <p:nvSpPr>
            <p:cNvPr id="29" name="TextBox 28">
              <a:extLst>
                <a:ext uri="{FF2B5EF4-FFF2-40B4-BE49-F238E27FC236}">
                  <a16:creationId xmlns:a16="http://schemas.microsoft.com/office/drawing/2014/main" id="{0AFB6F05-1696-C106-5B87-85E14A611C67}"/>
                </a:ext>
              </a:extLst>
            </p:cNvPr>
            <p:cNvSpPr txBox="1"/>
            <p:nvPr/>
          </p:nvSpPr>
          <p:spPr>
            <a:xfrm>
              <a:off x="9814258" y="2697487"/>
              <a:ext cx="1752600" cy="369332"/>
            </a:xfrm>
            <a:prstGeom prst="rect">
              <a:avLst/>
            </a:prstGeom>
            <a:noFill/>
          </p:spPr>
          <p:txBody>
            <a:bodyPr wrap="square" rtlCol="0">
              <a:spAutoFit/>
            </a:bodyPr>
            <a:lstStyle/>
            <a:p>
              <a:pPr algn="ctr"/>
              <a:r>
                <a:rPr lang="en-US" dirty="0"/>
                <a:t>Fiber Optics</a:t>
              </a:r>
            </a:p>
          </p:txBody>
        </p:sp>
      </p:grpSp>
    </p:spTree>
    <p:extLst>
      <p:ext uri="{BB962C8B-B14F-4D97-AF65-F5344CB8AC3E}">
        <p14:creationId xmlns:p14="http://schemas.microsoft.com/office/powerpoint/2010/main" val="2244660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7F9AC1-228B-AD9A-780B-48622CCEB9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DCA1B6-5442-F5C6-82B1-C8C76692DF0F}"/>
              </a:ext>
            </a:extLst>
          </p:cNvPr>
          <p:cNvSpPr>
            <a:spLocks noGrp="1"/>
          </p:cNvSpPr>
          <p:nvPr>
            <p:ph type="title"/>
          </p:nvPr>
        </p:nvSpPr>
        <p:spPr>
          <a:xfrm>
            <a:off x="78739" y="14986"/>
            <a:ext cx="10328275" cy="492443"/>
          </a:xfrm>
        </p:spPr>
        <p:txBody>
          <a:bodyPr/>
          <a:lstStyle/>
          <a:p>
            <a:r>
              <a:rPr lang="en-US" dirty="0"/>
              <a:t>How fast could we communicate using smoke signals?</a:t>
            </a:r>
          </a:p>
        </p:txBody>
      </p:sp>
      <p:sp>
        <p:nvSpPr>
          <p:cNvPr id="3" name="object 3">
            <a:extLst>
              <a:ext uri="{FF2B5EF4-FFF2-40B4-BE49-F238E27FC236}">
                <a16:creationId xmlns:a16="http://schemas.microsoft.com/office/drawing/2014/main" id="{9579EFD2-CAC5-8F88-B4F6-890C92A91714}"/>
              </a:ext>
            </a:extLst>
          </p:cNvPr>
          <p:cNvSpPr txBox="1"/>
          <p:nvPr/>
        </p:nvSpPr>
        <p:spPr>
          <a:xfrm>
            <a:off x="1143000" y="1447800"/>
            <a:ext cx="9448800" cy="4671792"/>
          </a:xfrm>
          <a:prstGeom prst="rect">
            <a:avLst/>
          </a:prstGeom>
        </p:spPr>
        <p:txBody>
          <a:bodyPr vert="horz" wrap="square" lIns="0" tIns="54610" rIns="0" bIns="0" rtlCol="0">
            <a:spAutoFit/>
          </a:bodyPr>
          <a:lstStyle/>
          <a:p>
            <a:pPr marL="469900" indent="-457200">
              <a:lnSpc>
                <a:spcPct val="100000"/>
              </a:lnSpc>
              <a:spcBef>
                <a:spcPts val="430"/>
              </a:spcBef>
              <a:buFont typeface="Courier New" panose="02070309020205020404" pitchFamily="49" charset="0"/>
              <a:buChar char="o"/>
              <a:tabLst>
                <a:tab pos="240665" algn="l"/>
              </a:tabLst>
            </a:pPr>
            <a:r>
              <a:rPr lang="en-US" sz="2800" dirty="0">
                <a:latin typeface="Calibri"/>
                <a:cs typeface="Calibri"/>
              </a:rPr>
              <a:t>We could have a short or long pulse to represent a 1 or 0.</a:t>
            </a:r>
          </a:p>
          <a:p>
            <a:pPr marL="469900" lvl="6" indent="-457200">
              <a:spcBef>
                <a:spcPts val="430"/>
              </a:spcBef>
              <a:buFont typeface="Courier New" panose="02070309020205020404" pitchFamily="49" charset="0"/>
              <a:buChar char="o"/>
              <a:tabLst>
                <a:tab pos="240665" algn="l"/>
              </a:tabLst>
            </a:pPr>
            <a:r>
              <a:rPr lang="en-US" sz="2800" dirty="0">
                <a:latin typeface="Calibri"/>
                <a:cs typeface="Calibri"/>
              </a:rPr>
              <a:t>Let’s assume 0.5 seconds for short and 1.5 seconds for long pulse</a:t>
            </a:r>
          </a:p>
          <a:p>
            <a:pPr marL="469900" lvl="6" indent="-457200">
              <a:spcBef>
                <a:spcPts val="430"/>
              </a:spcBef>
              <a:buFont typeface="Courier New" panose="02070309020205020404" pitchFamily="49" charset="0"/>
              <a:buChar char="o"/>
              <a:tabLst>
                <a:tab pos="240665" algn="l"/>
              </a:tabLst>
            </a:pPr>
            <a:r>
              <a:rPr lang="en-US" sz="2800" dirty="0">
                <a:latin typeface="Calibri"/>
                <a:cs typeface="Calibri"/>
              </a:rPr>
              <a:t>The gap between the pulses needs to be at least 0.5 seconds for it to be seen</a:t>
            </a:r>
          </a:p>
          <a:p>
            <a:pPr marL="469900" lvl="6" indent="-457200">
              <a:spcBef>
                <a:spcPts val="430"/>
              </a:spcBef>
              <a:buFont typeface="Courier New" panose="02070309020205020404" pitchFamily="49" charset="0"/>
              <a:buChar char="o"/>
              <a:tabLst>
                <a:tab pos="240665" algn="l"/>
              </a:tabLst>
            </a:pPr>
            <a:r>
              <a:rPr lang="en-US" sz="2800" dirty="0">
                <a:latin typeface="Calibri"/>
                <a:cs typeface="Calibri"/>
              </a:rPr>
              <a:t>That means that we would need 0.5+0.5 to send out a short pulse</a:t>
            </a:r>
          </a:p>
          <a:p>
            <a:pPr marL="469900" lvl="6" indent="-457200">
              <a:spcBef>
                <a:spcPts val="430"/>
              </a:spcBef>
              <a:buFont typeface="Courier New" panose="02070309020205020404" pitchFamily="49" charset="0"/>
              <a:buChar char="o"/>
              <a:tabLst>
                <a:tab pos="240665" algn="l"/>
              </a:tabLst>
            </a:pPr>
            <a:r>
              <a:rPr lang="en-US" sz="2800" dirty="0">
                <a:latin typeface="Calibri"/>
                <a:cs typeface="Calibri"/>
              </a:rPr>
              <a:t>We would need 1.5+0.5 to send out a long pulse</a:t>
            </a:r>
          </a:p>
          <a:p>
            <a:pPr marL="469900" lvl="6" indent="-457200">
              <a:spcBef>
                <a:spcPts val="430"/>
              </a:spcBef>
              <a:buFont typeface="Courier New" panose="02070309020205020404" pitchFamily="49" charset="0"/>
              <a:buChar char="o"/>
              <a:tabLst>
                <a:tab pos="240665" algn="l"/>
              </a:tabLst>
            </a:pPr>
            <a:r>
              <a:rPr lang="en-US" sz="2800" dirty="0">
                <a:latin typeface="Calibri"/>
                <a:cs typeface="Calibri"/>
              </a:rPr>
              <a:t>Average time to send a bit = (Short + Long)/2 = 1.5 s</a:t>
            </a:r>
          </a:p>
          <a:p>
            <a:pPr marL="469900" lvl="6" indent="-457200">
              <a:spcBef>
                <a:spcPts val="430"/>
              </a:spcBef>
              <a:buFont typeface="Courier New" panose="02070309020205020404" pitchFamily="49" charset="0"/>
              <a:buChar char="o"/>
              <a:tabLst>
                <a:tab pos="240665" algn="l"/>
              </a:tabLst>
            </a:pPr>
            <a:r>
              <a:rPr lang="en-US" sz="2800" dirty="0">
                <a:latin typeface="Calibri"/>
                <a:cs typeface="Calibri"/>
              </a:rPr>
              <a:t>Our bitrate is 1 bit/1.5s = 0.66 bps </a:t>
            </a:r>
          </a:p>
        </p:txBody>
      </p:sp>
      <p:grpSp>
        <p:nvGrpSpPr>
          <p:cNvPr id="12" name="Group 11">
            <a:extLst>
              <a:ext uri="{FF2B5EF4-FFF2-40B4-BE49-F238E27FC236}">
                <a16:creationId xmlns:a16="http://schemas.microsoft.com/office/drawing/2014/main" id="{0D57B02F-08F7-09A8-3FB0-CC68EBEFABDC}"/>
              </a:ext>
            </a:extLst>
          </p:cNvPr>
          <p:cNvGrpSpPr/>
          <p:nvPr/>
        </p:nvGrpSpPr>
        <p:grpSpPr>
          <a:xfrm>
            <a:off x="2323190" y="519157"/>
            <a:ext cx="333360" cy="282240"/>
            <a:chOff x="2323190" y="519157"/>
            <a:chExt cx="333360" cy="282240"/>
          </a:xfrm>
        </p:grpSpPr>
        <mc:AlternateContent xmlns:mc="http://schemas.openxmlformats.org/markup-compatibility/2006">
          <mc:Choice xmlns:p14="http://schemas.microsoft.com/office/powerpoint/2010/main" Requires="p14">
            <p:contentPart p14:bwMode="auto" r:id="rId2">
              <p14:nvContentPartPr>
                <p14:cNvPr id="4" name="Ink 3">
                  <a:extLst>
                    <a:ext uri="{FF2B5EF4-FFF2-40B4-BE49-F238E27FC236}">
                      <a16:creationId xmlns:a16="http://schemas.microsoft.com/office/drawing/2014/main" id="{D7204E96-CFF0-FF64-8826-FD9922C47378}"/>
                    </a:ext>
                  </a:extLst>
                </p14:cNvPr>
                <p14:cNvContentPartPr/>
                <p14:nvPr/>
              </p14:nvContentPartPr>
              <p14:xfrm>
                <a:off x="2418230" y="540037"/>
                <a:ext cx="25920" cy="261360"/>
              </p14:xfrm>
            </p:contentPart>
          </mc:Choice>
          <mc:Fallback>
            <p:pic>
              <p:nvPicPr>
                <p:cNvPr id="4" name="Ink 3">
                  <a:extLst>
                    <a:ext uri="{FF2B5EF4-FFF2-40B4-BE49-F238E27FC236}">
                      <a16:creationId xmlns:a16="http://schemas.microsoft.com/office/drawing/2014/main" id="{D7204E96-CFF0-FF64-8826-FD9922C47378}"/>
                    </a:ext>
                  </a:extLst>
                </p:cNvPr>
                <p:cNvPicPr/>
                <p:nvPr/>
              </p:nvPicPr>
              <p:blipFill>
                <a:blip r:embed="rId3"/>
                <a:stretch>
                  <a:fillRect/>
                </a:stretch>
              </p:blipFill>
              <p:spPr>
                <a:xfrm>
                  <a:off x="2400590" y="522397"/>
                  <a:ext cx="61560" cy="297000"/>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5" name="Ink 4">
                  <a:extLst>
                    <a:ext uri="{FF2B5EF4-FFF2-40B4-BE49-F238E27FC236}">
                      <a16:creationId xmlns:a16="http://schemas.microsoft.com/office/drawing/2014/main" id="{FCA8646F-5E0B-79BB-D55E-FB7DCC585367}"/>
                    </a:ext>
                  </a:extLst>
                </p14:cNvPr>
                <p14:cNvContentPartPr/>
                <p14:nvPr/>
              </p14:nvContentPartPr>
              <p14:xfrm>
                <a:off x="2323190" y="519157"/>
                <a:ext cx="104400" cy="92880"/>
              </p14:xfrm>
            </p:contentPart>
          </mc:Choice>
          <mc:Fallback>
            <p:pic>
              <p:nvPicPr>
                <p:cNvPr id="5" name="Ink 4">
                  <a:extLst>
                    <a:ext uri="{FF2B5EF4-FFF2-40B4-BE49-F238E27FC236}">
                      <a16:creationId xmlns:a16="http://schemas.microsoft.com/office/drawing/2014/main" id="{FCA8646F-5E0B-79BB-D55E-FB7DCC585367}"/>
                    </a:ext>
                  </a:extLst>
                </p:cNvPr>
                <p:cNvPicPr/>
                <p:nvPr/>
              </p:nvPicPr>
              <p:blipFill>
                <a:blip r:embed="rId5"/>
                <a:stretch>
                  <a:fillRect/>
                </a:stretch>
              </p:blipFill>
              <p:spPr>
                <a:xfrm>
                  <a:off x="2305190" y="501157"/>
                  <a:ext cx="140040" cy="12852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6" name="Ink 5">
                  <a:extLst>
                    <a:ext uri="{FF2B5EF4-FFF2-40B4-BE49-F238E27FC236}">
                      <a16:creationId xmlns:a16="http://schemas.microsoft.com/office/drawing/2014/main" id="{C74F949D-7930-A295-F8B3-78A6272FB906}"/>
                    </a:ext>
                  </a:extLst>
                </p14:cNvPr>
                <p14:cNvContentPartPr/>
                <p14:nvPr/>
              </p14:nvContentPartPr>
              <p14:xfrm>
                <a:off x="2366030" y="786997"/>
                <a:ext cx="93240" cy="13680"/>
              </p14:xfrm>
            </p:contentPart>
          </mc:Choice>
          <mc:Fallback>
            <p:pic>
              <p:nvPicPr>
                <p:cNvPr id="6" name="Ink 5">
                  <a:extLst>
                    <a:ext uri="{FF2B5EF4-FFF2-40B4-BE49-F238E27FC236}">
                      <a16:creationId xmlns:a16="http://schemas.microsoft.com/office/drawing/2014/main" id="{C74F949D-7930-A295-F8B3-78A6272FB906}"/>
                    </a:ext>
                  </a:extLst>
                </p:cNvPr>
                <p:cNvPicPr/>
                <p:nvPr/>
              </p:nvPicPr>
              <p:blipFill>
                <a:blip r:embed="rId7"/>
                <a:stretch>
                  <a:fillRect/>
                </a:stretch>
              </p:blipFill>
              <p:spPr>
                <a:xfrm>
                  <a:off x="2348390" y="768997"/>
                  <a:ext cx="128880" cy="4932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7" name="Ink 6">
                  <a:extLst>
                    <a:ext uri="{FF2B5EF4-FFF2-40B4-BE49-F238E27FC236}">
                      <a16:creationId xmlns:a16="http://schemas.microsoft.com/office/drawing/2014/main" id="{E8999100-5144-0FD8-5AA5-7ED74D93C291}"/>
                    </a:ext>
                  </a:extLst>
                </p14:cNvPr>
                <p14:cNvContentPartPr/>
                <p14:nvPr/>
              </p14:nvContentPartPr>
              <p14:xfrm>
                <a:off x="2575190" y="658837"/>
                <a:ext cx="81360" cy="139320"/>
              </p14:xfrm>
            </p:contentPart>
          </mc:Choice>
          <mc:Fallback>
            <p:pic>
              <p:nvPicPr>
                <p:cNvPr id="7" name="Ink 6">
                  <a:extLst>
                    <a:ext uri="{FF2B5EF4-FFF2-40B4-BE49-F238E27FC236}">
                      <a16:creationId xmlns:a16="http://schemas.microsoft.com/office/drawing/2014/main" id="{E8999100-5144-0FD8-5AA5-7ED74D93C291}"/>
                    </a:ext>
                  </a:extLst>
                </p:cNvPr>
                <p:cNvPicPr/>
                <p:nvPr/>
              </p:nvPicPr>
              <p:blipFill>
                <a:blip r:embed="rId9"/>
                <a:stretch>
                  <a:fillRect/>
                </a:stretch>
              </p:blipFill>
              <p:spPr>
                <a:xfrm>
                  <a:off x="2557550" y="640837"/>
                  <a:ext cx="117000" cy="174960"/>
                </a:xfrm>
                <a:prstGeom prst="rect">
                  <a:avLst/>
                </a:prstGeom>
              </p:spPr>
            </p:pic>
          </mc:Fallback>
        </mc:AlternateContent>
      </p:grpSp>
      <p:grpSp>
        <p:nvGrpSpPr>
          <p:cNvPr id="11" name="Group 10">
            <a:extLst>
              <a:ext uri="{FF2B5EF4-FFF2-40B4-BE49-F238E27FC236}">
                <a16:creationId xmlns:a16="http://schemas.microsoft.com/office/drawing/2014/main" id="{FEF0BAB5-6570-4BF8-F91E-4B6FCF3B5EA2}"/>
              </a:ext>
            </a:extLst>
          </p:cNvPr>
          <p:cNvGrpSpPr/>
          <p:nvPr/>
        </p:nvGrpSpPr>
        <p:grpSpPr>
          <a:xfrm>
            <a:off x="2406710" y="1056637"/>
            <a:ext cx="406080" cy="333360"/>
            <a:chOff x="2406710" y="1056637"/>
            <a:chExt cx="406080" cy="333360"/>
          </a:xfrm>
        </p:grpSpPr>
        <mc:AlternateContent xmlns:mc="http://schemas.openxmlformats.org/markup-compatibility/2006">
          <mc:Choice xmlns:p14="http://schemas.microsoft.com/office/powerpoint/2010/main" Requires="p14">
            <p:contentPart p14:bwMode="auto" r:id="rId10">
              <p14:nvContentPartPr>
                <p14:cNvPr id="8" name="Ink 7">
                  <a:extLst>
                    <a:ext uri="{FF2B5EF4-FFF2-40B4-BE49-F238E27FC236}">
                      <a16:creationId xmlns:a16="http://schemas.microsoft.com/office/drawing/2014/main" id="{1147257C-E84D-D36B-1F2D-BFFB2D3265BC}"/>
                    </a:ext>
                  </a:extLst>
                </p14:cNvPr>
                <p14:cNvContentPartPr/>
                <p14:nvPr/>
              </p14:nvContentPartPr>
              <p14:xfrm>
                <a:off x="2406710" y="1056637"/>
                <a:ext cx="180720" cy="289080"/>
              </p14:xfrm>
            </p:contentPart>
          </mc:Choice>
          <mc:Fallback>
            <p:pic>
              <p:nvPicPr>
                <p:cNvPr id="8" name="Ink 7">
                  <a:extLst>
                    <a:ext uri="{FF2B5EF4-FFF2-40B4-BE49-F238E27FC236}">
                      <a16:creationId xmlns:a16="http://schemas.microsoft.com/office/drawing/2014/main" id="{1147257C-E84D-D36B-1F2D-BFFB2D3265BC}"/>
                    </a:ext>
                  </a:extLst>
                </p:cNvPr>
                <p:cNvPicPr/>
                <p:nvPr/>
              </p:nvPicPr>
              <p:blipFill>
                <a:blip r:embed="rId11"/>
                <a:stretch>
                  <a:fillRect/>
                </a:stretch>
              </p:blipFill>
              <p:spPr>
                <a:xfrm>
                  <a:off x="2389070" y="1038637"/>
                  <a:ext cx="216360" cy="324720"/>
                </a:xfrm>
                <a:prstGeom prst="rect">
                  <a:avLst/>
                </a:prstGeom>
              </p:spPr>
            </p:pic>
          </mc:Fallback>
        </mc:AlternateContent>
        <mc:AlternateContent xmlns:mc="http://schemas.openxmlformats.org/markup-compatibility/2006">
          <mc:Choice xmlns:p14="http://schemas.microsoft.com/office/powerpoint/2010/main" Requires="p14">
            <p:contentPart p14:bwMode="auto" r:id="rId12">
              <p14:nvContentPartPr>
                <p14:cNvPr id="9" name="Ink 8">
                  <a:extLst>
                    <a:ext uri="{FF2B5EF4-FFF2-40B4-BE49-F238E27FC236}">
                      <a16:creationId xmlns:a16="http://schemas.microsoft.com/office/drawing/2014/main" id="{F9DFF0C5-8BD0-34CE-D80C-E8688CB3D719}"/>
                    </a:ext>
                  </a:extLst>
                </p14:cNvPr>
                <p14:cNvContentPartPr/>
                <p14:nvPr/>
              </p14:nvContentPartPr>
              <p14:xfrm>
                <a:off x="2697230" y="1198477"/>
                <a:ext cx="26640" cy="99360"/>
              </p14:xfrm>
            </p:contentPart>
          </mc:Choice>
          <mc:Fallback>
            <p:pic>
              <p:nvPicPr>
                <p:cNvPr id="9" name="Ink 8">
                  <a:extLst>
                    <a:ext uri="{FF2B5EF4-FFF2-40B4-BE49-F238E27FC236}">
                      <a16:creationId xmlns:a16="http://schemas.microsoft.com/office/drawing/2014/main" id="{F9DFF0C5-8BD0-34CE-D80C-E8688CB3D719}"/>
                    </a:ext>
                  </a:extLst>
                </p:cNvPr>
                <p:cNvPicPr/>
                <p:nvPr/>
              </p:nvPicPr>
              <p:blipFill>
                <a:blip r:embed="rId13"/>
                <a:stretch>
                  <a:fillRect/>
                </a:stretch>
              </p:blipFill>
              <p:spPr>
                <a:xfrm>
                  <a:off x="2679230" y="1180477"/>
                  <a:ext cx="62280" cy="135000"/>
                </a:xfrm>
                <a:prstGeom prst="rect">
                  <a:avLst/>
                </a:prstGeom>
              </p:spPr>
            </p:pic>
          </mc:Fallback>
        </mc:AlternateContent>
        <mc:AlternateContent xmlns:mc="http://schemas.openxmlformats.org/markup-compatibility/2006">
          <mc:Choice xmlns:p14="http://schemas.microsoft.com/office/powerpoint/2010/main" Requires="p14">
            <p:contentPart p14:bwMode="auto" r:id="rId14">
              <p14:nvContentPartPr>
                <p14:cNvPr id="10" name="Ink 9">
                  <a:extLst>
                    <a:ext uri="{FF2B5EF4-FFF2-40B4-BE49-F238E27FC236}">
                      <a16:creationId xmlns:a16="http://schemas.microsoft.com/office/drawing/2014/main" id="{13CD9A56-95DC-DDAF-CBA9-A1ACDE79FEFD}"/>
                    </a:ext>
                  </a:extLst>
                </p14:cNvPr>
                <p14:cNvContentPartPr/>
                <p14:nvPr/>
              </p14:nvContentPartPr>
              <p14:xfrm>
                <a:off x="2701190" y="1176157"/>
                <a:ext cx="111600" cy="213840"/>
              </p14:xfrm>
            </p:contentPart>
          </mc:Choice>
          <mc:Fallback>
            <p:pic>
              <p:nvPicPr>
                <p:cNvPr id="10" name="Ink 9">
                  <a:extLst>
                    <a:ext uri="{FF2B5EF4-FFF2-40B4-BE49-F238E27FC236}">
                      <a16:creationId xmlns:a16="http://schemas.microsoft.com/office/drawing/2014/main" id="{13CD9A56-95DC-DDAF-CBA9-A1ACDE79FEFD}"/>
                    </a:ext>
                  </a:extLst>
                </p:cNvPr>
                <p:cNvPicPr/>
                <p:nvPr/>
              </p:nvPicPr>
              <p:blipFill>
                <a:blip r:embed="rId15"/>
                <a:stretch>
                  <a:fillRect/>
                </a:stretch>
              </p:blipFill>
              <p:spPr>
                <a:xfrm>
                  <a:off x="2683550" y="1158157"/>
                  <a:ext cx="147240" cy="249480"/>
                </a:xfrm>
                <a:prstGeom prst="rect">
                  <a:avLst/>
                </a:prstGeom>
              </p:spPr>
            </p:pic>
          </mc:Fallback>
        </mc:AlternateContent>
      </p:grpSp>
      <p:grpSp>
        <p:nvGrpSpPr>
          <p:cNvPr id="22" name="Group 21">
            <a:extLst>
              <a:ext uri="{FF2B5EF4-FFF2-40B4-BE49-F238E27FC236}">
                <a16:creationId xmlns:a16="http://schemas.microsoft.com/office/drawing/2014/main" id="{168DEA47-EBAC-12B8-025B-863F03B72EB8}"/>
              </a:ext>
            </a:extLst>
          </p:cNvPr>
          <p:cNvGrpSpPr/>
          <p:nvPr/>
        </p:nvGrpSpPr>
        <p:grpSpPr>
          <a:xfrm>
            <a:off x="5415590" y="727237"/>
            <a:ext cx="2007360" cy="493200"/>
            <a:chOff x="5415590" y="727237"/>
            <a:chExt cx="2007360" cy="493200"/>
          </a:xfrm>
        </p:grpSpPr>
        <mc:AlternateContent xmlns:mc="http://schemas.openxmlformats.org/markup-compatibility/2006">
          <mc:Choice xmlns:p14="http://schemas.microsoft.com/office/powerpoint/2010/main" Requires="p14">
            <p:contentPart p14:bwMode="auto" r:id="rId16">
              <p14:nvContentPartPr>
                <p14:cNvPr id="13" name="Ink 12">
                  <a:extLst>
                    <a:ext uri="{FF2B5EF4-FFF2-40B4-BE49-F238E27FC236}">
                      <a16:creationId xmlns:a16="http://schemas.microsoft.com/office/drawing/2014/main" id="{BC8E93A6-6138-BB67-08D6-222BC5A42224}"/>
                    </a:ext>
                  </a:extLst>
                </p14:cNvPr>
                <p14:cNvContentPartPr/>
                <p14:nvPr/>
              </p14:nvContentPartPr>
              <p14:xfrm>
                <a:off x="5528630" y="730477"/>
                <a:ext cx="47520" cy="225720"/>
              </p14:xfrm>
            </p:contentPart>
          </mc:Choice>
          <mc:Fallback>
            <p:pic>
              <p:nvPicPr>
                <p:cNvPr id="13" name="Ink 12">
                  <a:extLst>
                    <a:ext uri="{FF2B5EF4-FFF2-40B4-BE49-F238E27FC236}">
                      <a16:creationId xmlns:a16="http://schemas.microsoft.com/office/drawing/2014/main" id="{BC8E93A6-6138-BB67-08D6-222BC5A42224}"/>
                    </a:ext>
                  </a:extLst>
                </p:cNvPr>
                <p:cNvPicPr/>
                <p:nvPr/>
              </p:nvPicPr>
              <p:blipFill>
                <a:blip r:embed="rId17"/>
                <a:stretch>
                  <a:fillRect/>
                </a:stretch>
              </p:blipFill>
              <p:spPr>
                <a:xfrm>
                  <a:off x="5510990" y="712477"/>
                  <a:ext cx="83160" cy="261360"/>
                </a:xfrm>
                <a:prstGeom prst="rect">
                  <a:avLst/>
                </a:prstGeom>
              </p:spPr>
            </p:pic>
          </mc:Fallback>
        </mc:AlternateContent>
        <mc:AlternateContent xmlns:mc="http://schemas.openxmlformats.org/markup-compatibility/2006">
          <mc:Choice xmlns:p14="http://schemas.microsoft.com/office/powerpoint/2010/main" Requires="p14">
            <p:contentPart p14:bwMode="auto" r:id="rId18">
              <p14:nvContentPartPr>
                <p14:cNvPr id="14" name="Ink 13">
                  <a:extLst>
                    <a:ext uri="{FF2B5EF4-FFF2-40B4-BE49-F238E27FC236}">
                      <a16:creationId xmlns:a16="http://schemas.microsoft.com/office/drawing/2014/main" id="{38DD90BB-E086-8284-C7FF-2D5094460A6B}"/>
                    </a:ext>
                  </a:extLst>
                </p14:cNvPr>
                <p14:cNvContentPartPr/>
                <p14:nvPr/>
              </p14:nvContentPartPr>
              <p14:xfrm>
                <a:off x="5771270" y="742717"/>
                <a:ext cx="39240" cy="278640"/>
              </p14:xfrm>
            </p:contentPart>
          </mc:Choice>
          <mc:Fallback>
            <p:pic>
              <p:nvPicPr>
                <p:cNvPr id="14" name="Ink 13">
                  <a:extLst>
                    <a:ext uri="{FF2B5EF4-FFF2-40B4-BE49-F238E27FC236}">
                      <a16:creationId xmlns:a16="http://schemas.microsoft.com/office/drawing/2014/main" id="{38DD90BB-E086-8284-C7FF-2D5094460A6B}"/>
                    </a:ext>
                  </a:extLst>
                </p:cNvPr>
                <p:cNvPicPr/>
                <p:nvPr/>
              </p:nvPicPr>
              <p:blipFill>
                <a:blip r:embed="rId19"/>
                <a:stretch>
                  <a:fillRect/>
                </a:stretch>
              </p:blipFill>
              <p:spPr>
                <a:xfrm>
                  <a:off x="5753630" y="724717"/>
                  <a:ext cx="74880" cy="314280"/>
                </a:xfrm>
                <a:prstGeom prst="rect">
                  <a:avLst/>
                </a:prstGeom>
              </p:spPr>
            </p:pic>
          </mc:Fallback>
        </mc:AlternateContent>
        <mc:AlternateContent xmlns:mc="http://schemas.openxmlformats.org/markup-compatibility/2006">
          <mc:Choice xmlns:p14="http://schemas.microsoft.com/office/powerpoint/2010/main" Requires="p14">
            <p:contentPart p14:bwMode="auto" r:id="rId20">
              <p14:nvContentPartPr>
                <p14:cNvPr id="15" name="Ink 14">
                  <a:extLst>
                    <a:ext uri="{FF2B5EF4-FFF2-40B4-BE49-F238E27FC236}">
                      <a16:creationId xmlns:a16="http://schemas.microsoft.com/office/drawing/2014/main" id="{E107243D-07B6-205E-C807-0F6C17A3B1BA}"/>
                    </a:ext>
                  </a:extLst>
                </p14:cNvPr>
                <p14:cNvContentPartPr/>
                <p14:nvPr/>
              </p14:nvContentPartPr>
              <p14:xfrm>
                <a:off x="6007070" y="768997"/>
                <a:ext cx="125280" cy="174600"/>
              </p14:xfrm>
            </p:contentPart>
          </mc:Choice>
          <mc:Fallback>
            <p:pic>
              <p:nvPicPr>
                <p:cNvPr id="15" name="Ink 14">
                  <a:extLst>
                    <a:ext uri="{FF2B5EF4-FFF2-40B4-BE49-F238E27FC236}">
                      <a16:creationId xmlns:a16="http://schemas.microsoft.com/office/drawing/2014/main" id="{E107243D-07B6-205E-C807-0F6C17A3B1BA}"/>
                    </a:ext>
                  </a:extLst>
                </p:cNvPr>
                <p:cNvPicPr/>
                <p:nvPr/>
              </p:nvPicPr>
              <p:blipFill>
                <a:blip r:embed="rId21"/>
                <a:stretch>
                  <a:fillRect/>
                </a:stretch>
              </p:blipFill>
              <p:spPr>
                <a:xfrm>
                  <a:off x="5989070" y="750997"/>
                  <a:ext cx="160920" cy="210240"/>
                </a:xfrm>
                <a:prstGeom prst="rect">
                  <a:avLst/>
                </a:prstGeom>
              </p:spPr>
            </p:pic>
          </mc:Fallback>
        </mc:AlternateContent>
        <mc:AlternateContent xmlns:mc="http://schemas.openxmlformats.org/markup-compatibility/2006">
          <mc:Choice xmlns:p14="http://schemas.microsoft.com/office/powerpoint/2010/main" Requires="p14">
            <p:contentPart p14:bwMode="auto" r:id="rId22">
              <p14:nvContentPartPr>
                <p14:cNvPr id="16" name="Ink 15">
                  <a:extLst>
                    <a:ext uri="{FF2B5EF4-FFF2-40B4-BE49-F238E27FC236}">
                      <a16:creationId xmlns:a16="http://schemas.microsoft.com/office/drawing/2014/main" id="{52651646-FF9C-5C8B-0642-98AB9087BD9D}"/>
                    </a:ext>
                  </a:extLst>
                </p14:cNvPr>
                <p14:cNvContentPartPr/>
                <p14:nvPr/>
              </p14:nvContentPartPr>
              <p14:xfrm>
                <a:off x="6289310" y="727237"/>
                <a:ext cx="31320" cy="294120"/>
              </p14:xfrm>
            </p:contentPart>
          </mc:Choice>
          <mc:Fallback>
            <p:pic>
              <p:nvPicPr>
                <p:cNvPr id="16" name="Ink 15">
                  <a:extLst>
                    <a:ext uri="{FF2B5EF4-FFF2-40B4-BE49-F238E27FC236}">
                      <a16:creationId xmlns:a16="http://schemas.microsoft.com/office/drawing/2014/main" id="{52651646-FF9C-5C8B-0642-98AB9087BD9D}"/>
                    </a:ext>
                  </a:extLst>
                </p:cNvPr>
                <p:cNvPicPr/>
                <p:nvPr/>
              </p:nvPicPr>
              <p:blipFill>
                <a:blip r:embed="rId23"/>
                <a:stretch>
                  <a:fillRect/>
                </a:stretch>
              </p:blipFill>
              <p:spPr>
                <a:xfrm>
                  <a:off x="6271670" y="709597"/>
                  <a:ext cx="66960" cy="329760"/>
                </a:xfrm>
                <a:prstGeom prst="rect">
                  <a:avLst/>
                </a:prstGeom>
              </p:spPr>
            </p:pic>
          </mc:Fallback>
        </mc:AlternateContent>
        <mc:AlternateContent xmlns:mc="http://schemas.openxmlformats.org/markup-compatibility/2006">
          <mc:Choice xmlns:p14="http://schemas.microsoft.com/office/powerpoint/2010/main" Requires="p14">
            <p:contentPart p14:bwMode="auto" r:id="rId24">
              <p14:nvContentPartPr>
                <p14:cNvPr id="17" name="Ink 16">
                  <a:extLst>
                    <a:ext uri="{FF2B5EF4-FFF2-40B4-BE49-F238E27FC236}">
                      <a16:creationId xmlns:a16="http://schemas.microsoft.com/office/drawing/2014/main" id="{8ADE2DF8-0933-47CA-4041-4140AC804D74}"/>
                    </a:ext>
                  </a:extLst>
                </p14:cNvPr>
                <p14:cNvContentPartPr/>
                <p14:nvPr/>
              </p14:nvContentPartPr>
              <p14:xfrm>
                <a:off x="6601790" y="748477"/>
                <a:ext cx="5760" cy="153000"/>
              </p14:xfrm>
            </p:contentPart>
          </mc:Choice>
          <mc:Fallback>
            <p:pic>
              <p:nvPicPr>
                <p:cNvPr id="17" name="Ink 16">
                  <a:extLst>
                    <a:ext uri="{FF2B5EF4-FFF2-40B4-BE49-F238E27FC236}">
                      <a16:creationId xmlns:a16="http://schemas.microsoft.com/office/drawing/2014/main" id="{8ADE2DF8-0933-47CA-4041-4140AC804D74}"/>
                    </a:ext>
                  </a:extLst>
                </p:cNvPr>
                <p:cNvPicPr/>
                <p:nvPr/>
              </p:nvPicPr>
              <p:blipFill>
                <a:blip r:embed="rId25"/>
                <a:stretch>
                  <a:fillRect/>
                </a:stretch>
              </p:blipFill>
              <p:spPr>
                <a:xfrm>
                  <a:off x="6583790" y="730837"/>
                  <a:ext cx="41400" cy="188640"/>
                </a:xfrm>
                <a:prstGeom prst="rect">
                  <a:avLst/>
                </a:prstGeom>
              </p:spPr>
            </p:pic>
          </mc:Fallback>
        </mc:AlternateContent>
        <mc:AlternateContent xmlns:mc="http://schemas.openxmlformats.org/markup-compatibility/2006">
          <mc:Choice xmlns:p14="http://schemas.microsoft.com/office/powerpoint/2010/main" Requires="p14">
            <p:contentPart p14:bwMode="auto" r:id="rId26">
              <p14:nvContentPartPr>
                <p14:cNvPr id="18" name="Ink 17">
                  <a:extLst>
                    <a:ext uri="{FF2B5EF4-FFF2-40B4-BE49-F238E27FC236}">
                      <a16:creationId xmlns:a16="http://schemas.microsoft.com/office/drawing/2014/main" id="{63EBD176-B08C-C251-53DD-504B9DD8019A}"/>
                    </a:ext>
                  </a:extLst>
                </p14:cNvPr>
                <p14:cNvContentPartPr/>
                <p14:nvPr/>
              </p14:nvContentPartPr>
              <p14:xfrm>
                <a:off x="6732830" y="772237"/>
                <a:ext cx="173160" cy="246600"/>
              </p14:xfrm>
            </p:contentPart>
          </mc:Choice>
          <mc:Fallback>
            <p:pic>
              <p:nvPicPr>
                <p:cNvPr id="18" name="Ink 17">
                  <a:extLst>
                    <a:ext uri="{FF2B5EF4-FFF2-40B4-BE49-F238E27FC236}">
                      <a16:creationId xmlns:a16="http://schemas.microsoft.com/office/drawing/2014/main" id="{63EBD176-B08C-C251-53DD-504B9DD8019A}"/>
                    </a:ext>
                  </a:extLst>
                </p:cNvPr>
                <p:cNvPicPr/>
                <p:nvPr/>
              </p:nvPicPr>
              <p:blipFill>
                <a:blip r:embed="rId27"/>
                <a:stretch>
                  <a:fillRect/>
                </a:stretch>
              </p:blipFill>
              <p:spPr>
                <a:xfrm>
                  <a:off x="6714830" y="754237"/>
                  <a:ext cx="208800" cy="282240"/>
                </a:xfrm>
                <a:prstGeom prst="rect">
                  <a:avLst/>
                </a:prstGeom>
              </p:spPr>
            </p:pic>
          </mc:Fallback>
        </mc:AlternateContent>
        <mc:AlternateContent xmlns:mc="http://schemas.openxmlformats.org/markup-compatibility/2006">
          <mc:Choice xmlns:p14="http://schemas.microsoft.com/office/powerpoint/2010/main" Requires="p14">
            <p:contentPart p14:bwMode="auto" r:id="rId28">
              <p14:nvContentPartPr>
                <p14:cNvPr id="19" name="Ink 18">
                  <a:extLst>
                    <a:ext uri="{FF2B5EF4-FFF2-40B4-BE49-F238E27FC236}">
                      <a16:creationId xmlns:a16="http://schemas.microsoft.com/office/drawing/2014/main" id="{5F07C83E-709F-EB51-E25B-14F73B2C0CFC}"/>
                    </a:ext>
                  </a:extLst>
                </p14:cNvPr>
                <p14:cNvContentPartPr/>
                <p14:nvPr/>
              </p14:nvContentPartPr>
              <p14:xfrm>
                <a:off x="7053590" y="764677"/>
                <a:ext cx="28080" cy="204480"/>
              </p14:xfrm>
            </p:contentPart>
          </mc:Choice>
          <mc:Fallback>
            <p:pic>
              <p:nvPicPr>
                <p:cNvPr id="19" name="Ink 18">
                  <a:extLst>
                    <a:ext uri="{FF2B5EF4-FFF2-40B4-BE49-F238E27FC236}">
                      <a16:creationId xmlns:a16="http://schemas.microsoft.com/office/drawing/2014/main" id="{5F07C83E-709F-EB51-E25B-14F73B2C0CFC}"/>
                    </a:ext>
                  </a:extLst>
                </p:cNvPr>
                <p:cNvPicPr/>
                <p:nvPr/>
              </p:nvPicPr>
              <p:blipFill>
                <a:blip r:embed="rId29"/>
                <a:stretch>
                  <a:fillRect/>
                </a:stretch>
              </p:blipFill>
              <p:spPr>
                <a:xfrm>
                  <a:off x="7035950" y="747037"/>
                  <a:ext cx="63720" cy="240120"/>
                </a:xfrm>
                <a:prstGeom prst="rect">
                  <a:avLst/>
                </a:prstGeom>
              </p:spPr>
            </p:pic>
          </mc:Fallback>
        </mc:AlternateContent>
        <mc:AlternateContent xmlns:mc="http://schemas.openxmlformats.org/markup-compatibility/2006">
          <mc:Choice xmlns:p14="http://schemas.microsoft.com/office/powerpoint/2010/main" Requires="p14">
            <p:contentPart p14:bwMode="auto" r:id="rId30">
              <p14:nvContentPartPr>
                <p14:cNvPr id="20" name="Ink 19">
                  <a:extLst>
                    <a:ext uri="{FF2B5EF4-FFF2-40B4-BE49-F238E27FC236}">
                      <a16:creationId xmlns:a16="http://schemas.microsoft.com/office/drawing/2014/main" id="{449BA295-498F-620E-5313-0CECEFEC1C70}"/>
                    </a:ext>
                  </a:extLst>
                </p14:cNvPr>
                <p14:cNvContentPartPr/>
                <p14:nvPr/>
              </p14:nvContentPartPr>
              <p14:xfrm>
                <a:off x="7185350" y="760357"/>
                <a:ext cx="11520" cy="206640"/>
              </p14:xfrm>
            </p:contentPart>
          </mc:Choice>
          <mc:Fallback>
            <p:pic>
              <p:nvPicPr>
                <p:cNvPr id="20" name="Ink 19">
                  <a:extLst>
                    <a:ext uri="{FF2B5EF4-FFF2-40B4-BE49-F238E27FC236}">
                      <a16:creationId xmlns:a16="http://schemas.microsoft.com/office/drawing/2014/main" id="{449BA295-498F-620E-5313-0CECEFEC1C70}"/>
                    </a:ext>
                  </a:extLst>
                </p:cNvPr>
                <p:cNvPicPr/>
                <p:nvPr/>
              </p:nvPicPr>
              <p:blipFill>
                <a:blip r:embed="rId31"/>
                <a:stretch>
                  <a:fillRect/>
                </a:stretch>
              </p:blipFill>
              <p:spPr>
                <a:xfrm>
                  <a:off x="7167710" y="742717"/>
                  <a:ext cx="47160" cy="242280"/>
                </a:xfrm>
                <a:prstGeom prst="rect">
                  <a:avLst/>
                </a:prstGeom>
              </p:spPr>
            </p:pic>
          </mc:Fallback>
        </mc:AlternateContent>
        <mc:AlternateContent xmlns:mc="http://schemas.openxmlformats.org/markup-compatibility/2006">
          <mc:Choice xmlns:p14="http://schemas.microsoft.com/office/powerpoint/2010/main" Requires="p14">
            <p:contentPart p14:bwMode="auto" r:id="rId32">
              <p14:nvContentPartPr>
                <p14:cNvPr id="21" name="Ink 20">
                  <a:extLst>
                    <a:ext uri="{FF2B5EF4-FFF2-40B4-BE49-F238E27FC236}">
                      <a16:creationId xmlns:a16="http://schemas.microsoft.com/office/drawing/2014/main" id="{0A46D494-B03F-95E7-820A-31AE1E89B97F}"/>
                    </a:ext>
                  </a:extLst>
                </p14:cNvPr>
                <p14:cNvContentPartPr/>
                <p14:nvPr/>
              </p14:nvContentPartPr>
              <p14:xfrm>
                <a:off x="5415590" y="1132237"/>
                <a:ext cx="2007360" cy="88200"/>
              </p14:xfrm>
            </p:contentPart>
          </mc:Choice>
          <mc:Fallback>
            <p:pic>
              <p:nvPicPr>
                <p:cNvPr id="21" name="Ink 20">
                  <a:extLst>
                    <a:ext uri="{FF2B5EF4-FFF2-40B4-BE49-F238E27FC236}">
                      <a16:creationId xmlns:a16="http://schemas.microsoft.com/office/drawing/2014/main" id="{0A46D494-B03F-95E7-820A-31AE1E89B97F}"/>
                    </a:ext>
                  </a:extLst>
                </p:cNvPr>
                <p:cNvPicPr/>
                <p:nvPr/>
              </p:nvPicPr>
              <p:blipFill>
                <a:blip r:embed="rId33"/>
                <a:stretch>
                  <a:fillRect/>
                </a:stretch>
              </p:blipFill>
              <p:spPr>
                <a:xfrm>
                  <a:off x="5397950" y="1114237"/>
                  <a:ext cx="2043000" cy="123840"/>
                </a:xfrm>
                <a:prstGeom prst="rect">
                  <a:avLst/>
                </a:prstGeom>
              </p:spPr>
            </p:pic>
          </mc:Fallback>
        </mc:AlternateContent>
      </p:grpSp>
      <p:grpSp>
        <p:nvGrpSpPr>
          <p:cNvPr id="30" name="Group 29">
            <a:extLst>
              <a:ext uri="{FF2B5EF4-FFF2-40B4-BE49-F238E27FC236}">
                <a16:creationId xmlns:a16="http://schemas.microsoft.com/office/drawing/2014/main" id="{44C77752-2684-6D13-3F20-FA878AC304AE}"/>
              </a:ext>
            </a:extLst>
          </p:cNvPr>
          <p:cNvGrpSpPr/>
          <p:nvPr/>
        </p:nvGrpSpPr>
        <p:grpSpPr>
          <a:xfrm>
            <a:off x="6131990" y="1271557"/>
            <a:ext cx="745560" cy="304200"/>
            <a:chOff x="6131990" y="1271557"/>
            <a:chExt cx="745560" cy="304200"/>
          </a:xfrm>
        </p:grpSpPr>
        <mc:AlternateContent xmlns:mc="http://schemas.openxmlformats.org/markup-compatibility/2006">
          <mc:Choice xmlns:p14="http://schemas.microsoft.com/office/powerpoint/2010/main" Requires="p14">
            <p:contentPart p14:bwMode="auto" r:id="rId34">
              <p14:nvContentPartPr>
                <p14:cNvPr id="23" name="Ink 22">
                  <a:extLst>
                    <a:ext uri="{FF2B5EF4-FFF2-40B4-BE49-F238E27FC236}">
                      <a16:creationId xmlns:a16="http://schemas.microsoft.com/office/drawing/2014/main" id="{CA4C2C2A-A8CF-E338-662B-DF101B90C579}"/>
                    </a:ext>
                  </a:extLst>
                </p14:cNvPr>
                <p14:cNvContentPartPr/>
                <p14:nvPr/>
              </p14:nvContentPartPr>
              <p14:xfrm>
                <a:off x="6155750" y="1409077"/>
                <a:ext cx="18000" cy="47160"/>
              </p14:xfrm>
            </p:contentPart>
          </mc:Choice>
          <mc:Fallback>
            <p:pic>
              <p:nvPicPr>
                <p:cNvPr id="23" name="Ink 22">
                  <a:extLst>
                    <a:ext uri="{FF2B5EF4-FFF2-40B4-BE49-F238E27FC236}">
                      <a16:creationId xmlns:a16="http://schemas.microsoft.com/office/drawing/2014/main" id="{CA4C2C2A-A8CF-E338-662B-DF101B90C579}"/>
                    </a:ext>
                  </a:extLst>
                </p:cNvPr>
                <p:cNvPicPr/>
                <p:nvPr/>
              </p:nvPicPr>
              <p:blipFill>
                <a:blip r:embed="rId35"/>
                <a:stretch>
                  <a:fillRect/>
                </a:stretch>
              </p:blipFill>
              <p:spPr>
                <a:xfrm>
                  <a:off x="6137750" y="1391437"/>
                  <a:ext cx="53640" cy="82800"/>
                </a:xfrm>
                <a:prstGeom prst="rect">
                  <a:avLst/>
                </a:prstGeom>
              </p:spPr>
            </p:pic>
          </mc:Fallback>
        </mc:AlternateContent>
        <mc:AlternateContent xmlns:mc="http://schemas.openxmlformats.org/markup-compatibility/2006">
          <mc:Choice xmlns:p14="http://schemas.microsoft.com/office/powerpoint/2010/main" Requires="p14">
            <p:contentPart p14:bwMode="auto" r:id="rId36">
              <p14:nvContentPartPr>
                <p14:cNvPr id="24" name="Ink 23">
                  <a:extLst>
                    <a:ext uri="{FF2B5EF4-FFF2-40B4-BE49-F238E27FC236}">
                      <a16:creationId xmlns:a16="http://schemas.microsoft.com/office/drawing/2014/main" id="{A0554EC9-92B9-CD86-5A7F-566AE8CC885A}"/>
                    </a:ext>
                  </a:extLst>
                </p14:cNvPr>
                <p14:cNvContentPartPr/>
                <p14:nvPr/>
              </p14:nvContentPartPr>
              <p14:xfrm>
                <a:off x="6131990" y="1305757"/>
                <a:ext cx="46800" cy="232920"/>
              </p14:xfrm>
            </p:contentPart>
          </mc:Choice>
          <mc:Fallback>
            <p:pic>
              <p:nvPicPr>
                <p:cNvPr id="24" name="Ink 23">
                  <a:extLst>
                    <a:ext uri="{FF2B5EF4-FFF2-40B4-BE49-F238E27FC236}">
                      <a16:creationId xmlns:a16="http://schemas.microsoft.com/office/drawing/2014/main" id="{A0554EC9-92B9-CD86-5A7F-566AE8CC885A}"/>
                    </a:ext>
                  </a:extLst>
                </p:cNvPr>
                <p:cNvPicPr/>
                <p:nvPr/>
              </p:nvPicPr>
              <p:blipFill>
                <a:blip r:embed="rId37"/>
                <a:stretch>
                  <a:fillRect/>
                </a:stretch>
              </p:blipFill>
              <p:spPr>
                <a:xfrm>
                  <a:off x="6114350" y="1287757"/>
                  <a:ext cx="82440" cy="268560"/>
                </a:xfrm>
                <a:prstGeom prst="rect">
                  <a:avLst/>
                </a:prstGeom>
              </p:spPr>
            </p:pic>
          </mc:Fallback>
        </mc:AlternateContent>
        <mc:AlternateContent xmlns:mc="http://schemas.openxmlformats.org/markup-compatibility/2006">
          <mc:Choice xmlns:p14="http://schemas.microsoft.com/office/powerpoint/2010/main" Requires="p14">
            <p:contentPart p14:bwMode="auto" r:id="rId38">
              <p14:nvContentPartPr>
                <p14:cNvPr id="25" name="Ink 24">
                  <a:extLst>
                    <a:ext uri="{FF2B5EF4-FFF2-40B4-BE49-F238E27FC236}">
                      <a16:creationId xmlns:a16="http://schemas.microsoft.com/office/drawing/2014/main" id="{4F2D124F-BAFC-0292-41E5-DCEFE3EEE04D}"/>
                    </a:ext>
                  </a:extLst>
                </p14:cNvPr>
                <p14:cNvContentPartPr/>
                <p14:nvPr/>
              </p14:nvContentPartPr>
              <p14:xfrm>
                <a:off x="6149270" y="1271557"/>
                <a:ext cx="156240" cy="187200"/>
              </p14:xfrm>
            </p:contentPart>
          </mc:Choice>
          <mc:Fallback>
            <p:pic>
              <p:nvPicPr>
                <p:cNvPr id="25" name="Ink 24">
                  <a:extLst>
                    <a:ext uri="{FF2B5EF4-FFF2-40B4-BE49-F238E27FC236}">
                      <a16:creationId xmlns:a16="http://schemas.microsoft.com/office/drawing/2014/main" id="{4F2D124F-BAFC-0292-41E5-DCEFE3EEE04D}"/>
                    </a:ext>
                  </a:extLst>
                </p:cNvPr>
                <p:cNvPicPr/>
                <p:nvPr/>
              </p:nvPicPr>
              <p:blipFill>
                <a:blip r:embed="rId39"/>
                <a:stretch>
                  <a:fillRect/>
                </a:stretch>
              </p:blipFill>
              <p:spPr>
                <a:xfrm>
                  <a:off x="6131270" y="1253557"/>
                  <a:ext cx="191880" cy="222840"/>
                </a:xfrm>
                <a:prstGeom prst="rect">
                  <a:avLst/>
                </a:prstGeom>
              </p:spPr>
            </p:pic>
          </mc:Fallback>
        </mc:AlternateContent>
        <mc:AlternateContent xmlns:mc="http://schemas.openxmlformats.org/markup-compatibility/2006">
          <mc:Choice xmlns:p14="http://schemas.microsoft.com/office/powerpoint/2010/main" Requires="p14">
            <p:contentPart p14:bwMode="auto" r:id="rId40">
              <p14:nvContentPartPr>
                <p14:cNvPr id="26" name="Ink 25">
                  <a:extLst>
                    <a:ext uri="{FF2B5EF4-FFF2-40B4-BE49-F238E27FC236}">
                      <a16:creationId xmlns:a16="http://schemas.microsoft.com/office/drawing/2014/main" id="{1B03E482-F1EB-38B4-16E6-EE60FC0B9277}"/>
                    </a:ext>
                  </a:extLst>
                </p14:cNvPr>
                <p14:cNvContentPartPr/>
                <p14:nvPr/>
              </p14:nvContentPartPr>
              <p14:xfrm>
                <a:off x="6325310" y="1388197"/>
                <a:ext cx="124200" cy="187560"/>
              </p14:xfrm>
            </p:contentPart>
          </mc:Choice>
          <mc:Fallback>
            <p:pic>
              <p:nvPicPr>
                <p:cNvPr id="26" name="Ink 25">
                  <a:extLst>
                    <a:ext uri="{FF2B5EF4-FFF2-40B4-BE49-F238E27FC236}">
                      <a16:creationId xmlns:a16="http://schemas.microsoft.com/office/drawing/2014/main" id="{1B03E482-F1EB-38B4-16E6-EE60FC0B9277}"/>
                    </a:ext>
                  </a:extLst>
                </p:cNvPr>
                <p:cNvPicPr/>
                <p:nvPr/>
              </p:nvPicPr>
              <p:blipFill>
                <a:blip r:embed="rId41"/>
                <a:stretch>
                  <a:fillRect/>
                </a:stretch>
              </p:blipFill>
              <p:spPr>
                <a:xfrm>
                  <a:off x="6307310" y="1370557"/>
                  <a:ext cx="159840" cy="223200"/>
                </a:xfrm>
                <a:prstGeom prst="rect">
                  <a:avLst/>
                </a:prstGeom>
              </p:spPr>
            </p:pic>
          </mc:Fallback>
        </mc:AlternateContent>
        <mc:AlternateContent xmlns:mc="http://schemas.openxmlformats.org/markup-compatibility/2006">
          <mc:Choice xmlns:p14="http://schemas.microsoft.com/office/powerpoint/2010/main" Requires="p14">
            <p:contentPart p14:bwMode="auto" r:id="rId42">
              <p14:nvContentPartPr>
                <p14:cNvPr id="27" name="Ink 26">
                  <a:extLst>
                    <a:ext uri="{FF2B5EF4-FFF2-40B4-BE49-F238E27FC236}">
                      <a16:creationId xmlns:a16="http://schemas.microsoft.com/office/drawing/2014/main" id="{87ACC665-66C4-015E-EAD1-9CA0BF26C9F7}"/>
                    </a:ext>
                  </a:extLst>
                </p14:cNvPr>
                <p14:cNvContentPartPr/>
                <p14:nvPr/>
              </p14:nvContentPartPr>
              <p14:xfrm>
                <a:off x="6552830" y="1306837"/>
                <a:ext cx="83880" cy="181440"/>
              </p14:xfrm>
            </p:contentPart>
          </mc:Choice>
          <mc:Fallback>
            <p:pic>
              <p:nvPicPr>
                <p:cNvPr id="27" name="Ink 26">
                  <a:extLst>
                    <a:ext uri="{FF2B5EF4-FFF2-40B4-BE49-F238E27FC236}">
                      <a16:creationId xmlns:a16="http://schemas.microsoft.com/office/drawing/2014/main" id="{87ACC665-66C4-015E-EAD1-9CA0BF26C9F7}"/>
                    </a:ext>
                  </a:extLst>
                </p:cNvPr>
                <p:cNvPicPr/>
                <p:nvPr/>
              </p:nvPicPr>
              <p:blipFill>
                <a:blip r:embed="rId43"/>
                <a:stretch>
                  <a:fillRect/>
                </a:stretch>
              </p:blipFill>
              <p:spPr>
                <a:xfrm>
                  <a:off x="6535190" y="1289197"/>
                  <a:ext cx="119520" cy="217080"/>
                </a:xfrm>
                <a:prstGeom prst="rect">
                  <a:avLst/>
                </a:prstGeom>
              </p:spPr>
            </p:pic>
          </mc:Fallback>
        </mc:AlternateContent>
        <mc:AlternateContent xmlns:mc="http://schemas.openxmlformats.org/markup-compatibility/2006">
          <mc:Choice xmlns:p14="http://schemas.microsoft.com/office/powerpoint/2010/main" Requires="p14">
            <p:contentPart p14:bwMode="auto" r:id="rId44">
              <p14:nvContentPartPr>
                <p14:cNvPr id="28" name="Ink 27">
                  <a:extLst>
                    <a:ext uri="{FF2B5EF4-FFF2-40B4-BE49-F238E27FC236}">
                      <a16:creationId xmlns:a16="http://schemas.microsoft.com/office/drawing/2014/main" id="{8C6F6C07-C53A-D6BA-7A31-CBE1073FA21C}"/>
                    </a:ext>
                  </a:extLst>
                </p14:cNvPr>
                <p14:cNvContentPartPr/>
                <p14:nvPr/>
              </p14:nvContentPartPr>
              <p14:xfrm>
                <a:off x="6556790" y="1399357"/>
                <a:ext cx="83160" cy="49680"/>
              </p14:xfrm>
            </p:contentPart>
          </mc:Choice>
          <mc:Fallback>
            <p:pic>
              <p:nvPicPr>
                <p:cNvPr id="28" name="Ink 27">
                  <a:extLst>
                    <a:ext uri="{FF2B5EF4-FFF2-40B4-BE49-F238E27FC236}">
                      <a16:creationId xmlns:a16="http://schemas.microsoft.com/office/drawing/2014/main" id="{8C6F6C07-C53A-D6BA-7A31-CBE1073FA21C}"/>
                    </a:ext>
                  </a:extLst>
                </p:cNvPr>
                <p:cNvPicPr/>
                <p:nvPr/>
              </p:nvPicPr>
              <p:blipFill>
                <a:blip r:embed="rId45"/>
                <a:stretch>
                  <a:fillRect/>
                </a:stretch>
              </p:blipFill>
              <p:spPr>
                <a:xfrm>
                  <a:off x="6539150" y="1381717"/>
                  <a:ext cx="118800" cy="85320"/>
                </a:xfrm>
                <a:prstGeom prst="rect">
                  <a:avLst/>
                </a:prstGeom>
              </p:spPr>
            </p:pic>
          </mc:Fallback>
        </mc:AlternateContent>
        <mc:AlternateContent xmlns:mc="http://schemas.openxmlformats.org/markup-compatibility/2006">
          <mc:Choice xmlns:p14="http://schemas.microsoft.com/office/powerpoint/2010/main" Requires="p14">
            <p:contentPart p14:bwMode="auto" r:id="rId46">
              <p14:nvContentPartPr>
                <p14:cNvPr id="29" name="Ink 28">
                  <a:extLst>
                    <a:ext uri="{FF2B5EF4-FFF2-40B4-BE49-F238E27FC236}">
                      <a16:creationId xmlns:a16="http://schemas.microsoft.com/office/drawing/2014/main" id="{17EEEA59-F0BB-2E94-308E-3171F81759D6}"/>
                    </a:ext>
                  </a:extLst>
                </p14:cNvPr>
                <p14:cNvContentPartPr/>
                <p14:nvPr/>
              </p14:nvContentPartPr>
              <p14:xfrm>
                <a:off x="6715910" y="1364797"/>
                <a:ext cx="161640" cy="114840"/>
              </p14:xfrm>
            </p:contentPart>
          </mc:Choice>
          <mc:Fallback>
            <p:pic>
              <p:nvPicPr>
                <p:cNvPr id="29" name="Ink 28">
                  <a:extLst>
                    <a:ext uri="{FF2B5EF4-FFF2-40B4-BE49-F238E27FC236}">
                      <a16:creationId xmlns:a16="http://schemas.microsoft.com/office/drawing/2014/main" id="{17EEEA59-F0BB-2E94-308E-3171F81759D6}"/>
                    </a:ext>
                  </a:extLst>
                </p:cNvPr>
                <p:cNvPicPr/>
                <p:nvPr/>
              </p:nvPicPr>
              <p:blipFill>
                <a:blip r:embed="rId47"/>
                <a:stretch>
                  <a:fillRect/>
                </a:stretch>
              </p:blipFill>
              <p:spPr>
                <a:xfrm>
                  <a:off x="6697910" y="1346797"/>
                  <a:ext cx="197280" cy="150480"/>
                </a:xfrm>
                <a:prstGeom prst="rect">
                  <a:avLst/>
                </a:prstGeom>
              </p:spPr>
            </p:pic>
          </mc:Fallback>
        </mc:AlternateContent>
      </p:grpSp>
      <p:grpSp>
        <p:nvGrpSpPr>
          <p:cNvPr id="39" name="Group 38">
            <a:extLst>
              <a:ext uri="{FF2B5EF4-FFF2-40B4-BE49-F238E27FC236}">
                <a16:creationId xmlns:a16="http://schemas.microsoft.com/office/drawing/2014/main" id="{FCCFCB10-B804-B8C1-7D0B-39AAD5D6125A}"/>
              </a:ext>
            </a:extLst>
          </p:cNvPr>
          <p:cNvGrpSpPr/>
          <p:nvPr/>
        </p:nvGrpSpPr>
        <p:grpSpPr>
          <a:xfrm>
            <a:off x="2946710" y="505117"/>
            <a:ext cx="1073160" cy="311760"/>
            <a:chOff x="2946710" y="505117"/>
            <a:chExt cx="1073160" cy="311760"/>
          </a:xfrm>
        </p:grpSpPr>
        <mc:AlternateContent xmlns:mc="http://schemas.openxmlformats.org/markup-compatibility/2006">
          <mc:Choice xmlns:p14="http://schemas.microsoft.com/office/powerpoint/2010/main" Requires="p14">
            <p:contentPart p14:bwMode="auto" r:id="rId48">
              <p14:nvContentPartPr>
                <p14:cNvPr id="31" name="Ink 30">
                  <a:extLst>
                    <a:ext uri="{FF2B5EF4-FFF2-40B4-BE49-F238E27FC236}">
                      <a16:creationId xmlns:a16="http://schemas.microsoft.com/office/drawing/2014/main" id="{58FB16DB-B343-8D2E-4E53-F18FE23A25F1}"/>
                    </a:ext>
                  </a:extLst>
                </p14:cNvPr>
                <p14:cNvContentPartPr/>
                <p14:nvPr/>
              </p14:nvContentPartPr>
              <p14:xfrm>
                <a:off x="2946710" y="687637"/>
                <a:ext cx="268920" cy="47160"/>
              </p14:xfrm>
            </p:contentPart>
          </mc:Choice>
          <mc:Fallback>
            <p:pic>
              <p:nvPicPr>
                <p:cNvPr id="31" name="Ink 30">
                  <a:extLst>
                    <a:ext uri="{FF2B5EF4-FFF2-40B4-BE49-F238E27FC236}">
                      <a16:creationId xmlns:a16="http://schemas.microsoft.com/office/drawing/2014/main" id="{58FB16DB-B343-8D2E-4E53-F18FE23A25F1}"/>
                    </a:ext>
                  </a:extLst>
                </p:cNvPr>
                <p:cNvPicPr/>
                <p:nvPr/>
              </p:nvPicPr>
              <p:blipFill>
                <a:blip r:embed="rId49"/>
                <a:stretch>
                  <a:fillRect/>
                </a:stretch>
              </p:blipFill>
              <p:spPr>
                <a:xfrm>
                  <a:off x="2928710" y="669637"/>
                  <a:ext cx="304560" cy="82800"/>
                </a:xfrm>
                <a:prstGeom prst="rect">
                  <a:avLst/>
                </a:prstGeom>
              </p:spPr>
            </p:pic>
          </mc:Fallback>
        </mc:AlternateContent>
        <mc:AlternateContent xmlns:mc="http://schemas.openxmlformats.org/markup-compatibility/2006">
          <mc:Choice xmlns:p14="http://schemas.microsoft.com/office/powerpoint/2010/main" Requires="p14">
            <p:contentPart p14:bwMode="auto" r:id="rId50">
              <p14:nvContentPartPr>
                <p14:cNvPr id="32" name="Ink 31">
                  <a:extLst>
                    <a:ext uri="{FF2B5EF4-FFF2-40B4-BE49-F238E27FC236}">
                      <a16:creationId xmlns:a16="http://schemas.microsoft.com/office/drawing/2014/main" id="{213F1FFA-D84E-738D-B0E9-4DCB1EA5AE23}"/>
                    </a:ext>
                  </a:extLst>
                </p14:cNvPr>
                <p14:cNvContentPartPr/>
                <p14:nvPr/>
              </p14:nvContentPartPr>
              <p14:xfrm>
                <a:off x="3200150" y="631477"/>
                <a:ext cx="28800" cy="123120"/>
              </p14:xfrm>
            </p:contentPart>
          </mc:Choice>
          <mc:Fallback>
            <p:pic>
              <p:nvPicPr>
                <p:cNvPr id="32" name="Ink 31">
                  <a:extLst>
                    <a:ext uri="{FF2B5EF4-FFF2-40B4-BE49-F238E27FC236}">
                      <a16:creationId xmlns:a16="http://schemas.microsoft.com/office/drawing/2014/main" id="{213F1FFA-D84E-738D-B0E9-4DCB1EA5AE23}"/>
                    </a:ext>
                  </a:extLst>
                </p:cNvPr>
                <p:cNvPicPr/>
                <p:nvPr/>
              </p:nvPicPr>
              <p:blipFill>
                <a:blip r:embed="rId51"/>
                <a:stretch>
                  <a:fillRect/>
                </a:stretch>
              </p:blipFill>
              <p:spPr>
                <a:xfrm>
                  <a:off x="3182510" y="613477"/>
                  <a:ext cx="64440" cy="158760"/>
                </a:xfrm>
                <a:prstGeom prst="rect">
                  <a:avLst/>
                </a:prstGeom>
              </p:spPr>
            </p:pic>
          </mc:Fallback>
        </mc:AlternateContent>
        <mc:AlternateContent xmlns:mc="http://schemas.openxmlformats.org/markup-compatibility/2006">
          <mc:Choice xmlns:p14="http://schemas.microsoft.com/office/powerpoint/2010/main" Requires="p14">
            <p:contentPart p14:bwMode="auto" r:id="rId52">
              <p14:nvContentPartPr>
                <p14:cNvPr id="33" name="Ink 32">
                  <a:extLst>
                    <a:ext uri="{FF2B5EF4-FFF2-40B4-BE49-F238E27FC236}">
                      <a16:creationId xmlns:a16="http://schemas.microsoft.com/office/drawing/2014/main" id="{00EC063E-7C6E-8C35-5427-24C233F19043}"/>
                    </a:ext>
                  </a:extLst>
                </p14:cNvPr>
                <p14:cNvContentPartPr/>
                <p14:nvPr/>
              </p14:nvContentPartPr>
              <p14:xfrm>
                <a:off x="3347030" y="526357"/>
                <a:ext cx="34920" cy="270360"/>
              </p14:xfrm>
            </p:contentPart>
          </mc:Choice>
          <mc:Fallback>
            <p:pic>
              <p:nvPicPr>
                <p:cNvPr id="33" name="Ink 32">
                  <a:extLst>
                    <a:ext uri="{FF2B5EF4-FFF2-40B4-BE49-F238E27FC236}">
                      <a16:creationId xmlns:a16="http://schemas.microsoft.com/office/drawing/2014/main" id="{00EC063E-7C6E-8C35-5427-24C233F19043}"/>
                    </a:ext>
                  </a:extLst>
                </p:cNvPr>
                <p:cNvPicPr/>
                <p:nvPr/>
              </p:nvPicPr>
              <p:blipFill>
                <a:blip r:embed="rId53"/>
                <a:stretch>
                  <a:fillRect/>
                </a:stretch>
              </p:blipFill>
              <p:spPr>
                <a:xfrm>
                  <a:off x="3329030" y="508357"/>
                  <a:ext cx="70560" cy="306000"/>
                </a:xfrm>
                <a:prstGeom prst="rect">
                  <a:avLst/>
                </a:prstGeom>
              </p:spPr>
            </p:pic>
          </mc:Fallback>
        </mc:AlternateContent>
        <mc:AlternateContent xmlns:mc="http://schemas.openxmlformats.org/markup-compatibility/2006">
          <mc:Choice xmlns:p14="http://schemas.microsoft.com/office/powerpoint/2010/main" Requires="p14">
            <p:contentPart p14:bwMode="auto" r:id="rId54">
              <p14:nvContentPartPr>
                <p14:cNvPr id="34" name="Ink 33">
                  <a:extLst>
                    <a:ext uri="{FF2B5EF4-FFF2-40B4-BE49-F238E27FC236}">
                      <a16:creationId xmlns:a16="http://schemas.microsoft.com/office/drawing/2014/main" id="{F71DF4DB-6C38-D9C3-D721-4580658D0EBE}"/>
                    </a:ext>
                  </a:extLst>
                </p14:cNvPr>
                <p14:cNvContentPartPr/>
                <p14:nvPr/>
              </p14:nvContentPartPr>
              <p14:xfrm>
                <a:off x="3489230" y="609517"/>
                <a:ext cx="32760" cy="35640"/>
              </p14:xfrm>
            </p:contentPart>
          </mc:Choice>
          <mc:Fallback>
            <p:pic>
              <p:nvPicPr>
                <p:cNvPr id="34" name="Ink 33">
                  <a:extLst>
                    <a:ext uri="{FF2B5EF4-FFF2-40B4-BE49-F238E27FC236}">
                      <a16:creationId xmlns:a16="http://schemas.microsoft.com/office/drawing/2014/main" id="{F71DF4DB-6C38-D9C3-D721-4580658D0EBE}"/>
                    </a:ext>
                  </a:extLst>
                </p:cNvPr>
                <p:cNvPicPr/>
                <p:nvPr/>
              </p:nvPicPr>
              <p:blipFill>
                <a:blip r:embed="rId55"/>
                <a:stretch>
                  <a:fillRect/>
                </a:stretch>
              </p:blipFill>
              <p:spPr>
                <a:xfrm>
                  <a:off x="3471590" y="591517"/>
                  <a:ext cx="68400" cy="71280"/>
                </a:xfrm>
                <a:prstGeom prst="rect">
                  <a:avLst/>
                </a:prstGeom>
              </p:spPr>
            </p:pic>
          </mc:Fallback>
        </mc:AlternateContent>
        <mc:AlternateContent xmlns:mc="http://schemas.openxmlformats.org/markup-compatibility/2006">
          <mc:Choice xmlns:p14="http://schemas.microsoft.com/office/powerpoint/2010/main" Requires="p14">
            <p:contentPart p14:bwMode="auto" r:id="rId56">
              <p14:nvContentPartPr>
                <p14:cNvPr id="35" name="Ink 34">
                  <a:extLst>
                    <a:ext uri="{FF2B5EF4-FFF2-40B4-BE49-F238E27FC236}">
                      <a16:creationId xmlns:a16="http://schemas.microsoft.com/office/drawing/2014/main" id="{5CAA6921-C81F-62EA-AEB4-A2E89B350847}"/>
                    </a:ext>
                  </a:extLst>
                </p14:cNvPr>
                <p14:cNvContentPartPr/>
                <p14:nvPr/>
              </p14:nvContentPartPr>
              <p14:xfrm>
                <a:off x="3660590" y="505117"/>
                <a:ext cx="119520" cy="16920"/>
              </p14:xfrm>
            </p:contentPart>
          </mc:Choice>
          <mc:Fallback>
            <p:pic>
              <p:nvPicPr>
                <p:cNvPr id="35" name="Ink 34">
                  <a:extLst>
                    <a:ext uri="{FF2B5EF4-FFF2-40B4-BE49-F238E27FC236}">
                      <a16:creationId xmlns:a16="http://schemas.microsoft.com/office/drawing/2014/main" id="{5CAA6921-C81F-62EA-AEB4-A2E89B350847}"/>
                    </a:ext>
                  </a:extLst>
                </p:cNvPr>
                <p:cNvPicPr/>
                <p:nvPr/>
              </p:nvPicPr>
              <p:blipFill>
                <a:blip r:embed="rId57"/>
                <a:stretch>
                  <a:fillRect/>
                </a:stretch>
              </p:blipFill>
              <p:spPr>
                <a:xfrm>
                  <a:off x="3642590" y="487117"/>
                  <a:ext cx="155160" cy="52560"/>
                </a:xfrm>
                <a:prstGeom prst="rect">
                  <a:avLst/>
                </a:prstGeom>
              </p:spPr>
            </p:pic>
          </mc:Fallback>
        </mc:AlternateContent>
        <mc:AlternateContent xmlns:mc="http://schemas.openxmlformats.org/markup-compatibility/2006">
          <mc:Choice xmlns:p14="http://schemas.microsoft.com/office/powerpoint/2010/main" Requires="p14">
            <p:contentPart p14:bwMode="auto" r:id="rId58">
              <p14:nvContentPartPr>
                <p14:cNvPr id="36" name="Ink 35">
                  <a:extLst>
                    <a:ext uri="{FF2B5EF4-FFF2-40B4-BE49-F238E27FC236}">
                      <a16:creationId xmlns:a16="http://schemas.microsoft.com/office/drawing/2014/main" id="{E25DC82E-77B7-E794-452A-84473661EA45}"/>
                    </a:ext>
                  </a:extLst>
                </p14:cNvPr>
                <p14:cNvContentPartPr/>
                <p14:nvPr/>
              </p14:nvContentPartPr>
              <p14:xfrm>
                <a:off x="3639710" y="547957"/>
                <a:ext cx="136440" cy="197280"/>
              </p14:xfrm>
            </p:contentPart>
          </mc:Choice>
          <mc:Fallback>
            <p:pic>
              <p:nvPicPr>
                <p:cNvPr id="36" name="Ink 35">
                  <a:extLst>
                    <a:ext uri="{FF2B5EF4-FFF2-40B4-BE49-F238E27FC236}">
                      <a16:creationId xmlns:a16="http://schemas.microsoft.com/office/drawing/2014/main" id="{E25DC82E-77B7-E794-452A-84473661EA45}"/>
                    </a:ext>
                  </a:extLst>
                </p:cNvPr>
                <p:cNvPicPr/>
                <p:nvPr/>
              </p:nvPicPr>
              <p:blipFill>
                <a:blip r:embed="rId59"/>
                <a:stretch>
                  <a:fillRect/>
                </a:stretch>
              </p:blipFill>
              <p:spPr>
                <a:xfrm>
                  <a:off x="3621710" y="529957"/>
                  <a:ext cx="172080" cy="232920"/>
                </a:xfrm>
                <a:prstGeom prst="rect">
                  <a:avLst/>
                </a:prstGeom>
              </p:spPr>
            </p:pic>
          </mc:Fallback>
        </mc:AlternateContent>
        <mc:AlternateContent xmlns:mc="http://schemas.openxmlformats.org/markup-compatibility/2006">
          <mc:Choice xmlns:p14="http://schemas.microsoft.com/office/powerpoint/2010/main" Requires="p14">
            <p:contentPart p14:bwMode="auto" r:id="rId60">
              <p14:nvContentPartPr>
                <p14:cNvPr id="38" name="Ink 37">
                  <a:extLst>
                    <a:ext uri="{FF2B5EF4-FFF2-40B4-BE49-F238E27FC236}">
                      <a16:creationId xmlns:a16="http://schemas.microsoft.com/office/drawing/2014/main" id="{2187C358-8B8D-9C82-091B-7C7089A58740}"/>
                    </a:ext>
                  </a:extLst>
                </p14:cNvPr>
                <p14:cNvContentPartPr/>
                <p14:nvPr/>
              </p14:nvContentPartPr>
              <p14:xfrm>
                <a:off x="3901430" y="616357"/>
                <a:ext cx="118440" cy="200520"/>
              </p14:xfrm>
            </p:contentPart>
          </mc:Choice>
          <mc:Fallback>
            <p:pic>
              <p:nvPicPr>
                <p:cNvPr id="38" name="Ink 37">
                  <a:extLst>
                    <a:ext uri="{FF2B5EF4-FFF2-40B4-BE49-F238E27FC236}">
                      <a16:creationId xmlns:a16="http://schemas.microsoft.com/office/drawing/2014/main" id="{2187C358-8B8D-9C82-091B-7C7089A58740}"/>
                    </a:ext>
                  </a:extLst>
                </p:cNvPr>
                <p:cNvPicPr/>
                <p:nvPr/>
              </p:nvPicPr>
              <p:blipFill>
                <a:blip r:embed="rId61"/>
                <a:stretch>
                  <a:fillRect/>
                </a:stretch>
              </p:blipFill>
              <p:spPr>
                <a:xfrm>
                  <a:off x="3883790" y="598357"/>
                  <a:ext cx="154080" cy="236160"/>
                </a:xfrm>
                <a:prstGeom prst="rect">
                  <a:avLst/>
                </a:prstGeom>
              </p:spPr>
            </p:pic>
          </mc:Fallback>
        </mc:AlternateContent>
      </p:grpSp>
      <p:grpSp>
        <p:nvGrpSpPr>
          <p:cNvPr id="42" name="Group 41">
            <a:extLst>
              <a:ext uri="{FF2B5EF4-FFF2-40B4-BE49-F238E27FC236}">
                <a16:creationId xmlns:a16="http://schemas.microsoft.com/office/drawing/2014/main" id="{95770B0A-2FB4-B874-3364-0AD274C18101}"/>
              </a:ext>
            </a:extLst>
          </p:cNvPr>
          <p:cNvGrpSpPr/>
          <p:nvPr/>
        </p:nvGrpSpPr>
        <p:grpSpPr>
          <a:xfrm>
            <a:off x="3092150" y="1087597"/>
            <a:ext cx="285480" cy="156960"/>
            <a:chOff x="3092150" y="1087597"/>
            <a:chExt cx="285480" cy="156960"/>
          </a:xfrm>
        </p:grpSpPr>
        <mc:AlternateContent xmlns:mc="http://schemas.openxmlformats.org/markup-compatibility/2006">
          <mc:Choice xmlns:p14="http://schemas.microsoft.com/office/powerpoint/2010/main" Requires="p14">
            <p:contentPart p14:bwMode="auto" r:id="rId62">
              <p14:nvContentPartPr>
                <p14:cNvPr id="40" name="Ink 39">
                  <a:extLst>
                    <a:ext uri="{FF2B5EF4-FFF2-40B4-BE49-F238E27FC236}">
                      <a16:creationId xmlns:a16="http://schemas.microsoft.com/office/drawing/2014/main" id="{9A6F51E4-DECB-D3AA-A4A3-0FDC99769932}"/>
                    </a:ext>
                  </a:extLst>
                </p14:cNvPr>
                <p14:cNvContentPartPr/>
                <p14:nvPr/>
              </p14:nvContentPartPr>
              <p14:xfrm>
                <a:off x="3092150" y="1173997"/>
                <a:ext cx="251280" cy="55800"/>
              </p14:xfrm>
            </p:contentPart>
          </mc:Choice>
          <mc:Fallback>
            <p:pic>
              <p:nvPicPr>
                <p:cNvPr id="40" name="Ink 39">
                  <a:extLst>
                    <a:ext uri="{FF2B5EF4-FFF2-40B4-BE49-F238E27FC236}">
                      <a16:creationId xmlns:a16="http://schemas.microsoft.com/office/drawing/2014/main" id="{9A6F51E4-DECB-D3AA-A4A3-0FDC99769932}"/>
                    </a:ext>
                  </a:extLst>
                </p:cNvPr>
                <p:cNvPicPr/>
                <p:nvPr/>
              </p:nvPicPr>
              <p:blipFill>
                <a:blip r:embed="rId63"/>
                <a:stretch>
                  <a:fillRect/>
                </a:stretch>
              </p:blipFill>
              <p:spPr>
                <a:xfrm>
                  <a:off x="3074510" y="1156357"/>
                  <a:ext cx="286920" cy="91440"/>
                </a:xfrm>
                <a:prstGeom prst="rect">
                  <a:avLst/>
                </a:prstGeom>
              </p:spPr>
            </p:pic>
          </mc:Fallback>
        </mc:AlternateContent>
        <mc:AlternateContent xmlns:mc="http://schemas.openxmlformats.org/markup-compatibility/2006">
          <mc:Choice xmlns:p14="http://schemas.microsoft.com/office/powerpoint/2010/main" Requires="p14">
            <p:contentPart p14:bwMode="auto" r:id="rId64">
              <p14:nvContentPartPr>
                <p14:cNvPr id="41" name="Ink 40">
                  <a:extLst>
                    <a:ext uri="{FF2B5EF4-FFF2-40B4-BE49-F238E27FC236}">
                      <a16:creationId xmlns:a16="http://schemas.microsoft.com/office/drawing/2014/main" id="{1A52AA7A-5CE4-B53F-8E01-AF73199CAF94}"/>
                    </a:ext>
                  </a:extLst>
                </p14:cNvPr>
                <p14:cNvContentPartPr/>
                <p14:nvPr/>
              </p14:nvContentPartPr>
              <p14:xfrm>
                <a:off x="3295190" y="1087597"/>
                <a:ext cx="82440" cy="156960"/>
              </p14:xfrm>
            </p:contentPart>
          </mc:Choice>
          <mc:Fallback>
            <p:pic>
              <p:nvPicPr>
                <p:cNvPr id="41" name="Ink 40">
                  <a:extLst>
                    <a:ext uri="{FF2B5EF4-FFF2-40B4-BE49-F238E27FC236}">
                      <a16:creationId xmlns:a16="http://schemas.microsoft.com/office/drawing/2014/main" id="{1A52AA7A-5CE4-B53F-8E01-AF73199CAF94}"/>
                    </a:ext>
                  </a:extLst>
                </p:cNvPr>
                <p:cNvPicPr/>
                <p:nvPr/>
              </p:nvPicPr>
              <p:blipFill>
                <a:blip r:embed="rId65"/>
                <a:stretch>
                  <a:fillRect/>
                </a:stretch>
              </p:blipFill>
              <p:spPr>
                <a:xfrm>
                  <a:off x="3277190" y="1069597"/>
                  <a:ext cx="118080" cy="192600"/>
                </a:xfrm>
                <a:prstGeom prst="rect">
                  <a:avLst/>
                </a:prstGeom>
              </p:spPr>
            </p:pic>
          </mc:Fallback>
        </mc:AlternateContent>
      </p:grpSp>
      <p:grpSp>
        <p:nvGrpSpPr>
          <p:cNvPr id="47" name="Group 46">
            <a:extLst>
              <a:ext uri="{FF2B5EF4-FFF2-40B4-BE49-F238E27FC236}">
                <a16:creationId xmlns:a16="http://schemas.microsoft.com/office/drawing/2014/main" id="{8ED49440-DB61-EAD9-976D-79FAC6D50C92}"/>
              </a:ext>
            </a:extLst>
          </p:cNvPr>
          <p:cNvGrpSpPr/>
          <p:nvPr/>
        </p:nvGrpSpPr>
        <p:grpSpPr>
          <a:xfrm>
            <a:off x="3604430" y="1045837"/>
            <a:ext cx="426240" cy="308520"/>
            <a:chOff x="3604430" y="1045837"/>
            <a:chExt cx="426240" cy="308520"/>
          </a:xfrm>
        </p:grpSpPr>
        <mc:AlternateContent xmlns:mc="http://schemas.openxmlformats.org/markup-compatibility/2006">
          <mc:Choice xmlns:p14="http://schemas.microsoft.com/office/powerpoint/2010/main" Requires="p14">
            <p:contentPart p14:bwMode="auto" r:id="rId66">
              <p14:nvContentPartPr>
                <p14:cNvPr id="43" name="Ink 42">
                  <a:extLst>
                    <a:ext uri="{FF2B5EF4-FFF2-40B4-BE49-F238E27FC236}">
                      <a16:creationId xmlns:a16="http://schemas.microsoft.com/office/drawing/2014/main" id="{E61DC9D4-D534-532E-0815-03DCB16669F7}"/>
                    </a:ext>
                  </a:extLst>
                </p14:cNvPr>
                <p14:cNvContentPartPr/>
                <p14:nvPr/>
              </p14:nvContentPartPr>
              <p14:xfrm>
                <a:off x="3604430" y="1085077"/>
                <a:ext cx="5040" cy="30240"/>
              </p14:xfrm>
            </p:contentPart>
          </mc:Choice>
          <mc:Fallback>
            <p:pic>
              <p:nvPicPr>
                <p:cNvPr id="43" name="Ink 42">
                  <a:extLst>
                    <a:ext uri="{FF2B5EF4-FFF2-40B4-BE49-F238E27FC236}">
                      <a16:creationId xmlns:a16="http://schemas.microsoft.com/office/drawing/2014/main" id="{E61DC9D4-D534-532E-0815-03DCB16669F7}"/>
                    </a:ext>
                  </a:extLst>
                </p:cNvPr>
                <p:cNvPicPr/>
                <p:nvPr/>
              </p:nvPicPr>
              <p:blipFill>
                <a:blip r:embed="rId67"/>
                <a:stretch>
                  <a:fillRect/>
                </a:stretch>
              </p:blipFill>
              <p:spPr>
                <a:xfrm>
                  <a:off x="3586430" y="1067077"/>
                  <a:ext cx="40680" cy="65880"/>
                </a:xfrm>
                <a:prstGeom prst="rect">
                  <a:avLst/>
                </a:prstGeom>
              </p:spPr>
            </p:pic>
          </mc:Fallback>
        </mc:AlternateContent>
        <mc:AlternateContent xmlns:mc="http://schemas.openxmlformats.org/markup-compatibility/2006">
          <mc:Choice xmlns:p14="http://schemas.microsoft.com/office/powerpoint/2010/main" Requires="p14">
            <p:contentPart p14:bwMode="auto" r:id="rId68">
              <p14:nvContentPartPr>
                <p14:cNvPr id="44" name="Ink 43">
                  <a:extLst>
                    <a:ext uri="{FF2B5EF4-FFF2-40B4-BE49-F238E27FC236}">
                      <a16:creationId xmlns:a16="http://schemas.microsoft.com/office/drawing/2014/main" id="{D2AC8053-B62B-5585-565B-52B33F43FC0A}"/>
                    </a:ext>
                  </a:extLst>
                </p14:cNvPr>
                <p14:cNvContentPartPr/>
                <p14:nvPr/>
              </p14:nvContentPartPr>
              <p14:xfrm>
                <a:off x="3753830" y="1045837"/>
                <a:ext cx="77760" cy="8640"/>
              </p14:xfrm>
            </p:contentPart>
          </mc:Choice>
          <mc:Fallback>
            <p:pic>
              <p:nvPicPr>
                <p:cNvPr id="44" name="Ink 43">
                  <a:extLst>
                    <a:ext uri="{FF2B5EF4-FFF2-40B4-BE49-F238E27FC236}">
                      <a16:creationId xmlns:a16="http://schemas.microsoft.com/office/drawing/2014/main" id="{D2AC8053-B62B-5585-565B-52B33F43FC0A}"/>
                    </a:ext>
                  </a:extLst>
                </p:cNvPr>
                <p:cNvPicPr/>
                <p:nvPr/>
              </p:nvPicPr>
              <p:blipFill>
                <a:blip r:embed="rId69"/>
                <a:stretch>
                  <a:fillRect/>
                </a:stretch>
              </p:blipFill>
              <p:spPr>
                <a:xfrm>
                  <a:off x="3736190" y="1027837"/>
                  <a:ext cx="113400" cy="44280"/>
                </a:xfrm>
                <a:prstGeom prst="rect">
                  <a:avLst/>
                </a:prstGeom>
              </p:spPr>
            </p:pic>
          </mc:Fallback>
        </mc:AlternateContent>
        <mc:AlternateContent xmlns:mc="http://schemas.openxmlformats.org/markup-compatibility/2006">
          <mc:Choice xmlns:p14="http://schemas.microsoft.com/office/powerpoint/2010/main" Requires="p14">
            <p:contentPart p14:bwMode="auto" r:id="rId70">
              <p14:nvContentPartPr>
                <p14:cNvPr id="45" name="Ink 44">
                  <a:extLst>
                    <a:ext uri="{FF2B5EF4-FFF2-40B4-BE49-F238E27FC236}">
                      <a16:creationId xmlns:a16="http://schemas.microsoft.com/office/drawing/2014/main" id="{91F652A5-CBAB-907A-2E40-495BD131FE92}"/>
                    </a:ext>
                  </a:extLst>
                </p14:cNvPr>
                <p14:cNvContentPartPr/>
                <p14:nvPr/>
              </p14:nvContentPartPr>
              <p14:xfrm>
                <a:off x="3751670" y="1072837"/>
                <a:ext cx="81360" cy="218520"/>
              </p14:xfrm>
            </p:contentPart>
          </mc:Choice>
          <mc:Fallback>
            <p:pic>
              <p:nvPicPr>
                <p:cNvPr id="45" name="Ink 44">
                  <a:extLst>
                    <a:ext uri="{FF2B5EF4-FFF2-40B4-BE49-F238E27FC236}">
                      <a16:creationId xmlns:a16="http://schemas.microsoft.com/office/drawing/2014/main" id="{91F652A5-CBAB-907A-2E40-495BD131FE92}"/>
                    </a:ext>
                  </a:extLst>
                </p:cNvPr>
                <p:cNvPicPr/>
                <p:nvPr/>
              </p:nvPicPr>
              <p:blipFill>
                <a:blip r:embed="rId71"/>
                <a:stretch>
                  <a:fillRect/>
                </a:stretch>
              </p:blipFill>
              <p:spPr>
                <a:xfrm>
                  <a:off x="3733670" y="1055197"/>
                  <a:ext cx="117000" cy="254160"/>
                </a:xfrm>
                <a:prstGeom prst="rect">
                  <a:avLst/>
                </a:prstGeom>
              </p:spPr>
            </p:pic>
          </mc:Fallback>
        </mc:AlternateContent>
        <mc:AlternateContent xmlns:mc="http://schemas.openxmlformats.org/markup-compatibility/2006">
          <mc:Choice xmlns:p14="http://schemas.microsoft.com/office/powerpoint/2010/main" Requires="p14">
            <p:contentPart p14:bwMode="auto" r:id="rId72">
              <p14:nvContentPartPr>
                <p14:cNvPr id="46" name="Ink 45">
                  <a:extLst>
                    <a:ext uri="{FF2B5EF4-FFF2-40B4-BE49-F238E27FC236}">
                      <a16:creationId xmlns:a16="http://schemas.microsoft.com/office/drawing/2014/main" id="{BB29E7DD-FF84-4FC8-E626-65AAF9158629}"/>
                    </a:ext>
                  </a:extLst>
                </p14:cNvPr>
                <p14:cNvContentPartPr/>
                <p14:nvPr/>
              </p14:nvContentPartPr>
              <p14:xfrm>
                <a:off x="3934550" y="1164277"/>
                <a:ext cx="96120" cy="190080"/>
              </p14:xfrm>
            </p:contentPart>
          </mc:Choice>
          <mc:Fallback>
            <p:pic>
              <p:nvPicPr>
                <p:cNvPr id="46" name="Ink 45">
                  <a:extLst>
                    <a:ext uri="{FF2B5EF4-FFF2-40B4-BE49-F238E27FC236}">
                      <a16:creationId xmlns:a16="http://schemas.microsoft.com/office/drawing/2014/main" id="{BB29E7DD-FF84-4FC8-E626-65AAF9158629}"/>
                    </a:ext>
                  </a:extLst>
                </p:cNvPr>
                <p:cNvPicPr/>
                <p:nvPr/>
              </p:nvPicPr>
              <p:blipFill>
                <a:blip r:embed="rId73"/>
                <a:stretch>
                  <a:fillRect/>
                </a:stretch>
              </p:blipFill>
              <p:spPr>
                <a:xfrm>
                  <a:off x="3916910" y="1146277"/>
                  <a:ext cx="131760" cy="225720"/>
                </a:xfrm>
                <a:prstGeom prst="rect">
                  <a:avLst/>
                </a:prstGeom>
              </p:spPr>
            </p:pic>
          </mc:Fallback>
        </mc:AlternateContent>
      </p:grpSp>
      <p:grpSp>
        <p:nvGrpSpPr>
          <p:cNvPr id="89" name="Group 88">
            <a:extLst>
              <a:ext uri="{FF2B5EF4-FFF2-40B4-BE49-F238E27FC236}">
                <a16:creationId xmlns:a16="http://schemas.microsoft.com/office/drawing/2014/main" id="{4D82BFBB-A0F2-91C4-37AE-C49B0EB0BE74}"/>
              </a:ext>
            </a:extLst>
          </p:cNvPr>
          <p:cNvGrpSpPr/>
          <p:nvPr/>
        </p:nvGrpSpPr>
        <p:grpSpPr>
          <a:xfrm>
            <a:off x="8673590" y="1432837"/>
            <a:ext cx="3074040" cy="1782360"/>
            <a:chOff x="8673590" y="1432837"/>
            <a:chExt cx="3074040" cy="1782360"/>
          </a:xfrm>
        </p:grpSpPr>
        <mc:AlternateContent xmlns:mc="http://schemas.openxmlformats.org/markup-compatibility/2006">
          <mc:Choice xmlns:p14="http://schemas.microsoft.com/office/powerpoint/2010/main" Requires="p14">
            <p:contentPart p14:bwMode="auto" r:id="rId74">
              <p14:nvContentPartPr>
                <p14:cNvPr id="72" name="Ink 71">
                  <a:extLst>
                    <a:ext uri="{FF2B5EF4-FFF2-40B4-BE49-F238E27FC236}">
                      <a16:creationId xmlns:a16="http://schemas.microsoft.com/office/drawing/2014/main" id="{7ED52D91-D201-3F6F-5FD3-C28C46E626BF}"/>
                    </a:ext>
                  </a:extLst>
                </p14:cNvPr>
                <p14:cNvContentPartPr/>
                <p14:nvPr/>
              </p14:nvContentPartPr>
              <p14:xfrm>
                <a:off x="8732270" y="1432837"/>
                <a:ext cx="1541880" cy="774360"/>
              </p14:xfrm>
            </p:contentPart>
          </mc:Choice>
          <mc:Fallback>
            <p:pic>
              <p:nvPicPr>
                <p:cNvPr id="72" name="Ink 71">
                  <a:extLst>
                    <a:ext uri="{FF2B5EF4-FFF2-40B4-BE49-F238E27FC236}">
                      <a16:creationId xmlns:a16="http://schemas.microsoft.com/office/drawing/2014/main" id="{7ED52D91-D201-3F6F-5FD3-C28C46E626BF}"/>
                    </a:ext>
                  </a:extLst>
                </p:cNvPr>
                <p:cNvPicPr/>
                <p:nvPr/>
              </p:nvPicPr>
              <p:blipFill>
                <a:blip r:embed="rId75"/>
                <a:stretch>
                  <a:fillRect/>
                </a:stretch>
              </p:blipFill>
              <p:spPr>
                <a:xfrm>
                  <a:off x="8669630" y="1369837"/>
                  <a:ext cx="1667520" cy="900000"/>
                </a:xfrm>
                <a:prstGeom prst="rect">
                  <a:avLst/>
                </a:prstGeom>
              </p:spPr>
            </p:pic>
          </mc:Fallback>
        </mc:AlternateContent>
        <mc:AlternateContent xmlns:mc="http://schemas.openxmlformats.org/markup-compatibility/2006">
          <mc:Choice xmlns:p14="http://schemas.microsoft.com/office/powerpoint/2010/main" Requires="p14">
            <p:contentPart p14:bwMode="auto" r:id="rId76">
              <p14:nvContentPartPr>
                <p14:cNvPr id="73" name="Ink 72">
                  <a:extLst>
                    <a:ext uri="{FF2B5EF4-FFF2-40B4-BE49-F238E27FC236}">
                      <a16:creationId xmlns:a16="http://schemas.microsoft.com/office/drawing/2014/main" id="{C7234EFC-1DA1-F940-E02D-0B7B3AA256D1}"/>
                    </a:ext>
                  </a:extLst>
                </p14:cNvPr>
                <p14:cNvContentPartPr/>
                <p14:nvPr/>
              </p14:nvContentPartPr>
              <p14:xfrm>
                <a:off x="8673590" y="1438957"/>
                <a:ext cx="308160" cy="198360"/>
              </p14:xfrm>
            </p:contentPart>
          </mc:Choice>
          <mc:Fallback>
            <p:pic>
              <p:nvPicPr>
                <p:cNvPr id="73" name="Ink 72">
                  <a:extLst>
                    <a:ext uri="{FF2B5EF4-FFF2-40B4-BE49-F238E27FC236}">
                      <a16:creationId xmlns:a16="http://schemas.microsoft.com/office/drawing/2014/main" id="{C7234EFC-1DA1-F940-E02D-0B7B3AA256D1}"/>
                    </a:ext>
                  </a:extLst>
                </p:cNvPr>
                <p:cNvPicPr/>
                <p:nvPr/>
              </p:nvPicPr>
              <p:blipFill>
                <a:blip r:embed="rId77"/>
                <a:stretch>
                  <a:fillRect/>
                </a:stretch>
              </p:blipFill>
              <p:spPr>
                <a:xfrm>
                  <a:off x="8610590" y="1375957"/>
                  <a:ext cx="433800" cy="324000"/>
                </a:xfrm>
                <a:prstGeom prst="rect">
                  <a:avLst/>
                </a:prstGeom>
              </p:spPr>
            </p:pic>
          </mc:Fallback>
        </mc:AlternateContent>
        <mc:AlternateContent xmlns:mc="http://schemas.openxmlformats.org/markup-compatibility/2006">
          <mc:Choice xmlns:p14="http://schemas.microsoft.com/office/powerpoint/2010/main" Requires="p14">
            <p:contentPart p14:bwMode="auto" r:id="rId78">
              <p14:nvContentPartPr>
                <p14:cNvPr id="75" name="Ink 74">
                  <a:extLst>
                    <a:ext uri="{FF2B5EF4-FFF2-40B4-BE49-F238E27FC236}">
                      <a16:creationId xmlns:a16="http://schemas.microsoft.com/office/drawing/2014/main" id="{ECB21083-924B-9F8E-5B2A-56F17FB2A53B}"/>
                    </a:ext>
                  </a:extLst>
                </p14:cNvPr>
                <p14:cNvContentPartPr/>
                <p14:nvPr/>
              </p14:nvContentPartPr>
              <p14:xfrm>
                <a:off x="10574390" y="2022517"/>
                <a:ext cx="47520" cy="343080"/>
              </p14:xfrm>
            </p:contentPart>
          </mc:Choice>
          <mc:Fallback>
            <p:pic>
              <p:nvPicPr>
                <p:cNvPr id="75" name="Ink 74">
                  <a:extLst>
                    <a:ext uri="{FF2B5EF4-FFF2-40B4-BE49-F238E27FC236}">
                      <a16:creationId xmlns:a16="http://schemas.microsoft.com/office/drawing/2014/main" id="{ECB21083-924B-9F8E-5B2A-56F17FB2A53B}"/>
                    </a:ext>
                  </a:extLst>
                </p:cNvPr>
                <p:cNvPicPr/>
                <p:nvPr/>
              </p:nvPicPr>
              <p:blipFill>
                <a:blip r:embed="rId79"/>
                <a:stretch>
                  <a:fillRect/>
                </a:stretch>
              </p:blipFill>
              <p:spPr>
                <a:xfrm>
                  <a:off x="10511750" y="1959517"/>
                  <a:ext cx="173160" cy="468720"/>
                </a:xfrm>
                <a:prstGeom prst="rect">
                  <a:avLst/>
                </a:prstGeom>
              </p:spPr>
            </p:pic>
          </mc:Fallback>
        </mc:AlternateContent>
        <mc:AlternateContent xmlns:mc="http://schemas.openxmlformats.org/markup-compatibility/2006">
          <mc:Choice xmlns:p14="http://schemas.microsoft.com/office/powerpoint/2010/main" Requires="p14">
            <p:contentPart p14:bwMode="auto" r:id="rId80">
              <p14:nvContentPartPr>
                <p14:cNvPr id="76" name="Ink 75">
                  <a:extLst>
                    <a:ext uri="{FF2B5EF4-FFF2-40B4-BE49-F238E27FC236}">
                      <a16:creationId xmlns:a16="http://schemas.microsoft.com/office/drawing/2014/main" id="{35B5E767-7A44-8EFE-4799-403D624B753F}"/>
                    </a:ext>
                  </a:extLst>
                </p14:cNvPr>
                <p14:cNvContentPartPr/>
                <p14:nvPr/>
              </p14:nvContentPartPr>
              <p14:xfrm>
                <a:off x="10783910" y="2183077"/>
                <a:ext cx="1440" cy="2160"/>
              </p14:xfrm>
            </p:contentPart>
          </mc:Choice>
          <mc:Fallback>
            <p:pic>
              <p:nvPicPr>
                <p:cNvPr id="76" name="Ink 75">
                  <a:extLst>
                    <a:ext uri="{FF2B5EF4-FFF2-40B4-BE49-F238E27FC236}">
                      <a16:creationId xmlns:a16="http://schemas.microsoft.com/office/drawing/2014/main" id="{35B5E767-7A44-8EFE-4799-403D624B753F}"/>
                    </a:ext>
                  </a:extLst>
                </p:cNvPr>
                <p:cNvPicPr/>
                <p:nvPr/>
              </p:nvPicPr>
              <p:blipFill>
                <a:blip r:embed="rId81"/>
                <a:stretch>
                  <a:fillRect/>
                </a:stretch>
              </p:blipFill>
              <p:spPr>
                <a:xfrm>
                  <a:off x="10721270" y="2120077"/>
                  <a:ext cx="127080" cy="127800"/>
                </a:xfrm>
                <a:prstGeom prst="rect">
                  <a:avLst/>
                </a:prstGeom>
              </p:spPr>
            </p:pic>
          </mc:Fallback>
        </mc:AlternateContent>
        <mc:AlternateContent xmlns:mc="http://schemas.openxmlformats.org/markup-compatibility/2006">
          <mc:Choice xmlns:p14="http://schemas.microsoft.com/office/powerpoint/2010/main" Requires="p14">
            <p:contentPart p14:bwMode="auto" r:id="rId82">
              <p14:nvContentPartPr>
                <p14:cNvPr id="77" name="Ink 76">
                  <a:extLst>
                    <a:ext uri="{FF2B5EF4-FFF2-40B4-BE49-F238E27FC236}">
                      <a16:creationId xmlns:a16="http://schemas.microsoft.com/office/drawing/2014/main" id="{D1776E54-AF15-55F6-98DB-94508708948F}"/>
                    </a:ext>
                  </a:extLst>
                </p14:cNvPr>
                <p14:cNvContentPartPr/>
                <p14:nvPr/>
              </p14:nvContentPartPr>
              <p14:xfrm>
                <a:off x="10909550" y="2107117"/>
                <a:ext cx="163440" cy="6120"/>
              </p14:xfrm>
            </p:contentPart>
          </mc:Choice>
          <mc:Fallback>
            <p:pic>
              <p:nvPicPr>
                <p:cNvPr id="77" name="Ink 76">
                  <a:extLst>
                    <a:ext uri="{FF2B5EF4-FFF2-40B4-BE49-F238E27FC236}">
                      <a16:creationId xmlns:a16="http://schemas.microsoft.com/office/drawing/2014/main" id="{D1776E54-AF15-55F6-98DB-94508708948F}"/>
                    </a:ext>
                  </a:extLst>
                </p:cNvPr>
                <p:cNvPicPr/>
                <p:nvPr/>
              </p:nvPicPr>
              <p:blipFill>
                <a:blip r:embed="rId83"/>
                <a:stretch>
                  <a:fillRect/>
                </a:stretch>
              </p:blipFill>
              <p:spPr>
                <a:xfrm>
                  <a:off x="10846550" y="2044477"/>
                  <a:ext cx="289080" cy="131760"/>
                </a:xfrm>
                <a:prstGeom prst="rect">
                  <a:avLst/>
                </a:prstGeom>
              </p:spPr>
            </p:pic>
          </mc:Fallback>
        </mc:AlternateContent>
        <mc:AlternateContent xmlns:mc="http://schemas.openxmlformats.org/markup-compatibility/2006">
          <mc:Choice xmlns:p14="http://schemas.microsoft.com/office/powerpoint/2010/main" Requires="p14">
            <p:contentPart p14:bwMode="auto" r:id="rId84">
              <p14:nvContentPartPr>
                <p14:cNvPr id="78" name="Ink 77">
                  <a:extLst>
                    <a:ext uri="{FF2B5EF4-FFF2-40B4-BE49-F238E27FC236}">
                      <a16:creationId xmlns:a16="http://schemas.microsoft.com/office/drawing/2014/main" id="{F657C18E-441F-7362-C8E4-74E4C484018D}"/>
                    </a:ext>
                  </a:extLst>
                </p14:cNvPr>
                <p14:cNvContentPartPr/>
                <p14:nvPr/>
              </p14:nvContentPartPr>
              <p14:xfrm>
                <a:off x="10928990" y="2070397"/>
                <a:ext cx="149760" cy="306720"/>
              </p14:xfrm>
            </p:contentPart>
          </mc:Choice>
          <mc:Fallback>
            <p:pic>
              <p:nvPicPr>
                <p:cNvPr id="78" name="Ink 77">
                  <a:extLst>
                    <a:ext uri="{FF2B5EF4-FFF2-40B4-BE49-F238E27FC236}">
                      <a16:creationId xmlns:a16="http://schemas.microsoft.com/office/drawing/2014/main" id="{F657C18E-441F-7362-C8E4-74E4C484018D}"/>
                    </a:ext>
                  </a:extLst>
                </p:cNvPr>
                <p:cNvPicPr/>
                <p:nvPr/>
              </p:nvPicPr>
              <p:blipFill>
                <a:blip r:embed="rId85"/>
                <a:stretch>
                  <a:fillRect/>
                </a:stretch>
              </p:blipFill>
              <p:spPr>
                <a:xfrm>
                  <a:off x="10866350" y="2007397"/>
                  <a:ext cx="275400" cy="432360"/>
                </a:xfrm>
                <a:prstGeom prst="rect">
                  <a:avLst/>
                </a:prstGeom>
              </p:spPr>
            </p:pic>
          </mc:Fallback>
        </mc:AlternateContent>
        <mc:AlternateContent xmlns:mc="http://schemas.openxmlformats.org/markup-compatibility/2006">
          <mc:Choice xmlns:p14="http://schemas.microsoft.com/office/powerpoint/2010/main" Requires="p14">
            <p:contentPart p14:bwMode="auto" r:id="rId86">
              <p14:nvContentPartPr>
                <p14:cNvPr id="79" name="Ink 78">
                  <a:extLst>
                    <a:ext uri="{FF2B5EF4-FFF2-40B4-BE49-F238E27FC236}">
                      <a16:creationId xmlns:a16="http://schemas.microsoft.com/office/drawing/2014/main" id="{D36628BB-8CE3-1927-E20A-8949B1CCE558}"/>
                    </a:ext>
                  </a:extLst>
                </p14:cNvPr>
                <p14:cNvContentPartPr/>
                <p14:nvPr/>
              </p14:nvContentPartPr>
              <p14:xfrm>
                <a:off x="11211590" y="2195677"/>
                <a:ext cx="124560" cy="238320"/>
              </p14:xfrm>
            </p:contentPart>
          </mc:Choice>
          <mc:Fallback>
            <p:pic>
              <p:nvPicPr>
                <p:cNvPr id="79" name="Ink 78">
                  <a:extLst>
                    <a:ext uri="{FF2B5EF4-FFF2-40B4-BE49-F238E27FC236}">
                      <a16:creationId xmlns:a16="http://schemas.microsoft.com/office/drawing/2014/main" id="{D36628BB-8CE3-1927-E20A-8949B1CCE558}"/>
                    </a:ext>
                  </a:extLst>
                </p:cNvPr>
                <p:cNvPicPr/>
                <p:nvPr/>
              </p:nvPicPr>
              <p:blipFill>
                <a:blip r:embed="rId87"/>
                <a:stretch>
                  <a:fillRect/>
                </a:stretch>
              </p:blipFill>
              <p:spPr>
                <a:xfrm>
                  <a:off x="11148590" y="2133037"/>
                  <a:ext cx="250200" cy="363960"/>
                </a:xfrm>
                <a:prstGeom prst="rect">
                  <a:avLst/>
                </a:prstGeom>
              </p:spPr>
            </p:pic>
          </mc:Fallback>
        </mc:AlternateContent>
        <mc:AlternateContent xmlns:mc="http://schemas.openxmlformats.org/markup-compatibility/2006">
          <mc:Choice xmlns:p14="http://schemas.microsoft.com/office/powerpoint/2010/main" Requires="p14">
            <p:contentPart p14:bwMode="auto" r:id="rId88">
              <p14:nvContentPartPr>
                <p14:cNvPr id="81" name="Ink 80">
                  <a:extLst>
                    <a:ext uri="{FF2B5EF4-FFF2-40B4-BE49-F238E27FC236}">
                      <a16:creationId xmlns:a16="http://schemas.microsoft.com/office/drawing/2014/main" id="{03239352-246A-FA07-DCEC-D77695C44556}"/>
                    </a:ext>
                  </a:extLst>
                </p14:cNvPr>
                <p14:cNvContentPartPr/>
                <p14:nvPr/>
              </p14:nvContentPartPr>
              <p14:xfrm>
                <a:off x="9293870" y="1457317"/>
                <a:ext cx="1430280" cy="1337400"/>
              </p14:xfrm>
            </p:contentPart>
          </mc:Choice>
          <mc:Fallback>
            <p:pic>
              <p:nvPicPr>
                <p:cNvPr id="81" name="Ink 80">
                  <a:extLst>
                    <a:ext uri="{FF2B5EF4-FFF2-40B4-BE49-F238E27FC236}">
                      <a16:creationId xmlns:a16="http://schemas.microsoft.com/office/drawing/2014/main" id="{03239352-246A-FA07-DCEC-D77695C44556}"/>
                    </a:ext>
                  </a:extLst>
                </p:cNvPr>
                <p:cNvPicPr/>
                <p:nvPr/>
              </p:nvPicPr>
              <p:blipFill>
                <a:blip r:embed="rId89"/>
                <a:stretch>
                  <a:fillRect/>
                </a:stretch>
              </p:blipFill>
              <p:spPr>
                <a:xfrm>
                  <a:off x="9231230" y="1394677"/>
                  <a:ext cx="1555920" cy="1463040"/>
                </a:xfrm>
                <a:prstGeom prst="rect">
                  <a:avLst/>
                </a:prstGeom>
              </p:spPr>
            </p:pic>
          </mc:Fallback>
        </mc:AlternateContent>
        <mc:AlternateContent xmlns:mc="http://schemas.openxmlformats.org/markup-compatibility/2006">
          <mc:Choice xmlns:p14="http://schemas.microsoft.com/office/powerpoint/2010/main" Requires="p14">
            <p:contentPart p14:bwMode="auto" r:id="rId90">
              <p14:nvContentPartPr>
                <p14:cNvPr id="82" name="Ink 81">
                  <a:extLst>
                    <a:ext uri="{FF2B5EF4-FFF2-40B4-BE49-F238E27FC236}">
                      <a16:creationId xmlns:a16="http://schemas.microsoft.com/office/drawing/2014/main" id="{62E4B434-C607-623A-C54C-B92E90FCD95B}"/>
                    </a:ext>
                  </a:extLst>
                </p14:cNvPr>
                <p14:cNvContentPartPr/>
                <p14:nvPr/>
              </p14:nvContentPartPr>
              <p14:xfrm>
                <a:off x="10628750" y="2678437"/>
                <a:ext cx="168120" cy="358560"/>
              </p14:xfrm>
            </p:contentPart>
          </mc:Choice>
          <mc:Fallback>
            <p:pic>
              <p:nvPicPr>
                <p:cNvPr id="82" name="Ink 81">
                  <a:extLst>
                    <a:ext uri="{FF2B5EF4-FFF2-40B4-BE49-F238E27FC236}">
                      <a16:creationId xmlns:a16="http://schemas.microsoft.com/office/drawing/2014/main" id="{62E4B434-C607-623A-C54C-B92E90FCD95B}"/>
                    </a:ext>
                  </a:extLst>
                </p:cNvPr>
                <p:cNvPicPr/>
                <p:nvPr/>
              </p:nvPicPr>
              <p:blipFill>
                <a:blip r:embed="rId91"/>
                <a:stretch>
                  <a:fillRect/>
                </a:stretch>
              </p:blipFill>
              <p:spPr>
                <a:xfrm>
                  <a:off x="10566110" y="2615797"/>
                  <a:ext cx="293760" cy="484200"/>
                </a:xfrm>
                <a:prstGeom prst="rect">
                  <a:avLst/>
                </a:prstGeom>
              </p:spPr>
            </p:pic>
          </mc:Fallback>
        </mc:AlternateContent>
        <mc:AlternateContent xmlns:mc="http://schemas.openxmlformats.org/markup-compatibility/2006">
          <mc:Choice xmlns:p14="http://schemas.microsoft.com/office/powerpoint/2010/main" Requires="p14">
            <p:contentPart p14:bwMode="auto" r:id="rId92">
              <p14:nvContentPartPr>
                <p14:cNvPr id="83" name="Ink 82">
                  <a:extLst>
                    <a:ext uri="{FF2B5EF4-FFF2-40B4-BE49-F238E27FC236}">
                      <a16:creationId xmlns:a16="http://schemas.microsoft.com/office/drawing/2014/main" id="{5C129543-30F6-7513-7031-64473D9E70C8}"/>
                    </a:ext>
                  </a:extLst>
                </p14:cNvPr>
                <p14:cNvContentPartPr/>
                <p14:nvPr/>
              </p14:nvContentPartPr>
              <p14:xfrm>
                <a:off x="10241750" y="2058877"/>
                <a:ext cx="154080" cy="290880"/>
              </p14:xfrm>
            </p:contentPart>
          </mc:Choice>
          <mc:Fallback>
            <p:pic>
              <p:nvPicPr>
                <p:cNvPr id="83" name="Ink 82">
                  <a:extLst>
                    <a:ext uri="{FF2B5EF4-FFF2-40B4-BE49-F238E27FC236}">
                      <a16:creationId xmlns:a16="http://schemas.microsoft.com/office/drawing/2014/main" id="{5C129543-30F6-7513-7031-64473D9E70C8}"/>
                    </a:ext>
                  </a:extLst>
                </p:cNvPr>
                <p:cNvPicPr/>
                <p:nvPr/>
              </p:nvPicPr>
              <p:blipFill>
                <a:blip r:embed="rId93"/>
                <a:stretch>
                  <a:fillRect/>
                </a:stretch>
              </p:blipFill>
              <p:spPr>
                <a:xfrm>
                  <a:off x="10178750" y="1996237"/>
                  <a:ext cx="279720" cy="416520"/>
                </a:xfrm>
                <a:prstGeom prst="rect">
                  <a:avLst/>
                </a:prstGeom>
              </p:spPr>
            </p:pic>
          </mc:Fallback>
        </mc:AlternateContent>
        <mc:AlternateContent xmlns:mc="http://schemas.openxmlformats.org/markup-compatibility/2006">
          <mc:Choice xmlns:p14="http://schemas.microsoft.com/office/powerpoint/2010/main" Requires="p14">
            <p:contentPart p14:bwMode="auto" r:id="rId94">
              <p14:nvContentPartPr>
                <p14:cNvPr id="84" name="Ink 83">
                  <a:extLst>
                    <a:ext uri="{FF2B5EF4-FFF2-40B4-BE49-F238E27FC236}">
                      <a16:creationId xmlns:a16="http://schemas.microsoft.com/office/drawing/2014/main" id="{44168AA6-180A-6620-32EE-7EC739D33DBB}"/>
                    </a:ext>
                  </a:extLst>
                </p14:cNvPr>
                <p14:cNvContentPartPr/>
                <p14:nvPr/>
              </p14:nvContentPartPr>
              <p14:xfrm>
                <a:off x="9245270" y="1447597"/>
                <a:ext cx="177120" cy="159120"/>
              </p14:xfrm>
            </p:contentPart>
          </mc:Choice>
          <mc:Fallback>
            <p:pic>
              <p:nvPicPr>
                <p:cNvPr id="84" name="Ink 83">
                  <a:extLst>
                    <a:ext uri="{FF2B5EF4-FFF2-40B4-BE49-F238E27FC236}">
                      <a16:creationId xmlns:a16="http://schemas.microsoft.com/office/drawing/2014/main" id="{44168AA6-180A-6620-32EE-7EC739D33DBB}"/>
                    </a:ext>
                  </a:extLst>
                </p:cNvPr>
                <p:cNvPicPr/>
                <p:nvPr/>
              </p:nvPicPr>
              <p:blipFill>
                <a:blip r:embed="rId95"/>
                <a:stretch>
                  <a:fillRect/>
                </a:stretch>
              </p:blipFill>
              <p:spPr>
                <a:xfrm>
                  <a:off x="9182630" y="1384957"/>
                  <a:ext cx="302760" cy="284760"/>
                </a:xfrm>
                <a:prstGeom prst="rect">
                  <a:avLst/>
                </a:prstGeom>
              </p:spPr>
            </p:pic>
          </mc:Fallback>
        </mc:AlternateContent>
        <mc:AlternateContent xmlns:mc="http://schemas.openxmlformats.org/markup-compatibility/2006">
          <mc:Choice xmlns:p14="http://schemas.microsoft.com/office/powerpoint/2010/main" Requires="p14">
            <p:contentPart p14:bwMode="auto" r:id="rId96">
              <p14:nvContentPartPr>
                <p14:cNvPr id="85" name="Ink 84">
                  <a:extLst>
                    <a:ext uri="{FF2B5EF4-FFF2-40B4-BE49-F238E27FC236}">
                      <a16:creationId xmlns:a16="http://schemas.microsoft.com/office/drawing/2014/main" id="{948D0EC3-7BA9-A87D-30D5-E36F78ED785D}"/>
                    </a:ext>
                  </a:extLst>
                </p14:cNvPr>
                <p14:cNvContentPartPr/>
                <p14:nvPr/>
              </p14:nvContentPartPr>
              <p14:xfrm>
                <a:off x="11082350" y="2859517"/>
                <a:ext cx="2880" cy="15840"/>
              </p14:xfrm>
            </p:contentPart>
          </mc:Choice>
          <mc:Fallback>
            <p:pic>
              <p:nvPicPr>
                <p:cNvPr id="85" name="Ink 84">
                  <a:extLst>
                    <a:ext uri="{FF2B5EF4-FFF2-40B4-BE49-F238E27FC236}">
                      <a16:creationId xmlns:a16="http://schemas.microsoft.com/office/drawing/2014/main" id="{948D0EC3-7BA9-A87D-30D5-E36F78ED785D}"/>
                    </a:ext>
                  </a:extLst>
                </p:cNvPr>
                <p:cNvPicPr/>
                <p:nvPr/>
              </p:nvPicPr>
              <p:blipFill>
                <a:blip r:embed="rId97"/>
                <a:stretch>
                  <a:fillRect/>
                </a:stretch>
              </p:blipFill>
              <p:spPr>
                <a:xfrm>
                  <a:off x="11019350" y="2796877"/>
                  <a:ext cx="128520" cy="141480"/>
                </a:xfrm>
                <a:prstGeom prst="rect">
                  <a:avLst/>
                </a:prstGeom>
              </p:spPr>
            </p:pic>
          </mc:Fallback>
        </mc:AlternateContent>
        <mc:AlternateContent xmlns:mc="http://schemas.openxmlformats.org/markup-compatibility/2006">
          <mc:Choice xmlns:p14="http://schemas.microsoft.com/office/powerpoint/2010/main" Requires="p14">
            <p:contentPart p14:bwMode="auto" r:id="rId98">
              <p14:nvContentPartPr>
                <p14:cNvPr id="86" name="Ink 85">
                  <a:extLst>
                    <a:ext uri="{FF2B5EF4-FFF2-40B4-BE49-F238E27FC236}">
                      <a16:creationId xmlns:a16="http://schemas.microsoft.com/office/drawing/2014/main" id="{53D5B3F5-F01A-2B47-522E-1D187209EF84}"/>
                    </a:ext>
                  </a:extLst>
                </p14:cNvPr>
                <p14:cNvContentPartPr/>
                <p14:nvPr/>
              </p14:nvContentPartPr>
              <p14:xfrm>
                <a:off x="11307350" y="2811277"/>
                <a:ext cx="115560" cy="21960"/>
              </p14:xfrm>
            </p:contentPart>
          </mc:Choice>
          <mc:Fallback>
            <p:pic>
              <p:nvPicPr>
                <p:cNvPr id="86" name="Ink 85">
                  <a:extLst>
                    <a:ext uri="{FF2B5EF4-FFF2-40B4-BE49-F238E27FC236}">
                      <a16:creationId xmlns:a16="http://schemas.microsoft.com/office/drawing/2014/main" id="{53D5B3F5-F01A-2B47-522E-1D187209EF84}"/>
                    </a:ext>
                  </a:extLst>
                </p:cNvPr>
                <p:cNvPicPr/>
                <p:nvPr/>
              </p:nvPicPr>
              <p:blipFill>
                <a:blip r:embed="rId99"/>
                <a:stretch>
                  <a:fillRect/>
                </a:stretch>
              </p:blipFill>
              <p:spPr>
                <a:xfrm>
                  <a:off x="11244710" y="2748277"/>
                  <a:ext cx="241200" cy="147600"/>
                </a:xfrm>
                <a:prstGeom prst="rect">
                  <a:avLst/>
                </a:prstGeom>
              </p:spPr>
            </p:pic>
          </mc:Fallback>
        </mc:AlternateContent>
        <mc:AlternateContent xmlns:mc="http://schemas.openxmlformats.org/markup-compatibility/2006">
          <mc:Choice xmlns:p14="http://schemas.microsoft.com/office/powerpoint/2010/main" Requires="p14">
            <p:contentPart p14:bwMode="auto" r:id="rId100">
              <p14:nvContentPartPr>
                <p14:cNvPr id="87" name="Ink 86">
                  <a:extLst>
                    <a:ext uri="{FF2B5EF4-FFF2-40B4-BE49-F238E27FC236}">
                      <a16:creationId xmlns:a16="http://schemas.microsoft.com/office/drawing/2014/main" id="{A81503E5-3A7B-BF33-90B5-9078ED859054}"/>
                    </a:ext>
                  </a:extLst>
                </p14:cNvPr>
                <p14:cNvContentPartPr/>
                <p14:nvPr/>
              </p14:nvContentPartPr>
              <p14:xfrm>
                <a:off x="11265230" y="2826037"/>
                <a:ext cx="162360" cy="279720"/>
              </p14:xfrm>
            </p:contentPart>
          </mc:Choice>
          <mc:Fallback>
            <p:pic>
              <p:nvPicPr>
                <p:cNvPr id="87" name="Ink 86">
                  <a:extLst>
                    <a:ext uri="{FF2B5EF4-FFF2-40B4-BE49-F238E27FC236}">
                      <a16:creationId xmlns:a16="http://schemas.microsoft.com/office/drawing/2014/main" id="{A81503E5-3A7B-BF33-90B5-9078ED859054}"/>
                    </a:ext>
                  </a:extLst>
                </p:cNvPr>
                <p:cNvPicPr/>
                <p:nvPr/>
              </p:nvPicPr>
              <p:blipFill>
                <a:blip r:embed="rId101"/>
                <a:stretch>
                  <a:fillRect/>
                </a:stretch>
              </p:blipFill>
              <p:spPr>
                <a:xfrm>
                  <a:off x="11202590" y="2763037"/>
                  <a:ext cx="288000" cy="405360"/>
                </a:xfrm>
                <a:prstGeom prst="rect">
                  <a:avLst/>
                </a:prstGeom>
              </p:spPr>
            </p:pic>
          </mc:Fallback>
        </mc:AlternateContent>
        <mc:AlternateContent xmlns:mc="http://schemas.openxmlformats.org/markup-compatibility/2006">
          <mc:Choice xmlns:p14="http://schemas.microsoft.com/office/powerpoint/2010/main" Requires="p14">
            <p:contentPart p14:bwMode="auto" r:id="rId102">
              <p14:nvContentPartPr>
                <p14:cNvPr id="88" name="Ink 87">
                  <a:extLst>
                    <a:ext uri="{FF2B5EF4-FFF2-40B4-BE49-F238E27FC236}">
                      <a16:creationId xmlns:a16="http://schemas.microsoft.com/office/drawing/2014/main" id="{D4D0172E-EA47-397A-5B31-03F9113957CB}"/>
                    </a:ext>
                  </a:extLst>
                </p14:cNvPr>
                <p14:cNvContentPartPr/>
                <p14:nvPr/>
              </p14:nvContentPartPr>
              <p14:xfrm>
                <a:off x="11595350" y="2901637"/>
                <a:ext cx="152280" cy="313560"/>
              </p14:xfrm>
            </p:contentPart>
          </mc:Choice>
          <mc:Fallback>
            <p:pic>
              <p:nvPicPr>
                <p:cNvPr id="88" name="Ink 87">
                  <a:extLst>
                    <a:ext uri="{FF2B5EF4-FFF2-40B4-BE49-F238E27FC236}">
                      <a16:creationId xmlns:a16="http://schemas.microsoft.com/office/drawing/2014/main" id="{D4D0172E-EA47-397A-5B31-03F9113957CB}"/>
                    </a:ext>
                  </a:extLst>
                </p:cNvPr>
                <p:cNvPicPr/>
                <p:nvPr/>
              </p:nvPicPr>
              <p:blipFill>
                <a:blip r:embed="rId103"/>
                <a:stretch>
                  <a:fillRect/>
                </a:stretch>
              </p:blipFill>
              <p:spPr>
                <a:xfrm>
                  <a:off x="11532710" y="2838997"/>
                  <a:ext cx="277920" cy="439200"/>
                </a:xfrm>
                <a:prstGeom prst="rect">
                  <a:avLst/>
                </a:prstGeom>
              </p:spPr>
            </p:pic>
          </mc:Fallback>
        </mc:AlternateContent>
      </p:grpSp>
      <p:grpSp>
        <p:nvGrpSpPr>
          <p:cNvPr id="94" name="Group 93">
            <a:extLst>
              <a:ext uri="{FF2B5EF4-FFF2-40B4-BE49-F238E27FC236}">
                <a16:creationId xmlns:a16="http://schemas.microsoft.com/office/drawing/2014/main" id="{42634A12-3AA9-5BAB-B3CD-F42EFA64DEE6}"/>
              </a:ext>
            </a:extLst>
          </p:cNvPr>
          <p:cNvGrpSpPr/>
          <p:nvPr/>
        </p:nvGrpSpPr>
        <p:grpSpPr>
          <a:xfrm>
            <a:off x="10854470" y="3639637"/>
            <a:ext cx="765720" cy="384480"/>
            <a:chOff x="10854470" y="3639637"/>
            <a:chExt cx="765720" cy="384480"/>
          </a:xfrm>
        </p:grpSpPr>
        <mc:AlternateContent xmlns:mc="http://schemas.openxmlformats.org/markup-compatibility/2006">
          <mc:Choice xmlns:p14="http://schemas.microsoft.com/office/powerpoint/2010/main" Requires="p14">
            <p:contentPart p14:bwMode="auto" r:id="rId104">
              <p14:nvContentPartPr>
                <p14:cNvPr id="90" name="Ink 89">
                  <a:extLst>
                    <a:ext uri="{FF2B5EF4-FFF2-40B4-BE49-F238E27FC236}">
                      <a16:creationId xmlns:a16="http://schemas.microsoft.com/office/drawing/2014/main" id="{7C1703B9-F49A-CF59-BC67-E50824577CF5}"/>
                    </a:ext>
                  </a:extLst>
                </p14:cNvPr>
                <p14:cNvContentPartPr/>
                <p14:nvPr/>
              </p14:nvContentPartPr>
              <p14:xfrm>
                <a:off x="10854470" y="3679237"/>
                <a:ext cx="17640" cy="7560"/>
              </p14:xfrm>
            </p:contentPart>
          </mc:Choice>
          <mc:Fallback>
            <p:pic>
              <p:nvPicPr>
                <p:cNvPr id="90" name="Ink 89">
                  <a:extLst>
                    <a:ext uri="{FF2B5EF4-FFF2-40B4-BE49-F238E27FC236}">
                      <a16:creationId xmlns:a16="http://schemas.microsoft.com/office/drawing/2014/main" id="{7C1703B9-F49A-CF59-BC67-E50824577CF5}"/>
                    </a:ext>
                  </a:extLst>
                </p:cNvPr>
                <p:cNvPicPr/>
                <p:nvPr/>
              </p:nvPicPr>
              <p:blipFill>
                <a:blip r:embed="rId105"/>
                <a:stretch>
                  <a:fillRect/>
                </a:stretch>
              </p:blipFill>
              <p:spPr>
                <a:xfrm>
                  <a:off x="10791470" y="3616237"/>
                  <a:ext cx="143280" cy="133200"/>
                </a:xfrm>
                <a:prstGeom prst="rect">
                  <a:avLst/>
                </a:prstGeom>
              </p:spPr>
            </p:pic>
          </mc:Fallback>
        </mc:AlternateContent>
        <mc:AlternateContent xmlns:mc="http://schemas.openxmlformats.org/markup-compatibility/2006">
          <mc:Choice xmlns:p14="http://schemas.microsoft.com/office/powerpoint/2010/main" Requires="p14">
            <p:contentPart p14:bwMode="auto" r:id="rId106">
              <p14:nvContentPartPr>
                <p14:cNvPr id="91" name="Ink 90">
                  <a:extLst>
                    <a:ext uri="{FF2B5EF4-FFF2-40B4-BE49-F238E27FC236}">
                      <a16:creationId xmlns:a16="http://schemas.microsoft.com/office/drawing/2014/main" id="{41FE241C-B5C1-5328-D100-32A3DE823040}"/>
                    </a:ext>
                  </a:extLst>
                </p14:cNvPr>
                <p14:cNvContentPartPr/>
                <p14:nvPr/>
              </p14:nvContentPartPr>
              <p14:xfrm>
                <a:off x="11165150" y="3639637"/>
                <a:ext cx="117000" cy="24480"/>
              </p14:xfrm>
            </p:contentPart>
          </mc:Choice>
          <mc:Fallback>
            <p:pic>
              <p:nvPicPr>
                <p:cNvPr id="91" name="Ink 90">
                  <a:extLst>
                    <a:ext uri="{FF2B5EF4-FFF2-40B4-BE49-F238E27FC236}">
                      <a16:creationId xmlns:a16="http://schemas.microsoft.com/office/drawing/2014/main" id="{41FE241C-B5C1-5328-D100-32A3DE823040}"/>
                    </a:ext>
                  </a:extLst>
                </p:cNvPr>
                <p:cNvPicPr/>
                <p:nvPr/>
              </p:nvPicPr>
              <p:blipFill>
                <a:blip r:embed="rId107"/>
                <a:stretch>
                  <a:fillRect/>
                </a:stretch>
              </p:blipFill>
              <p:spPr>
                <a:xfrm>
                  <a:off x="11102510" y="3576997"/>
                  <a:ext cx="242640" cy="150120"/>
                </a:xfrm>
                <a:prstGeom prst="rect">
                  <a:avLst/>
                </a:prstGeom>
              </p:spPr>
            </p:pic>
          </mc:Fallback>
        </mc:AlternateContent>
        <mc:AlternateContent xmlns:mc="http://schemas.openxmlformats.org/markup-compatibility/2006">
          <mc:Choice xmlns:p14="http://schemas.microsoft.com/office/powerpoint/2010/main" Requires="p14">
            <p:contentPart p14:bwMode="auto" r:id="rId108">
              <p14:nvContentPartPr>
                <p14:cNvPr id="92" name="Ink 91">
                  <a:extLst>
                    <a:ext uri="{FF2B5EF4-FFF2-40B4-BE49-F238E27FC236}">
                      <a16:creationId xmlns:a16="http://schemas.microsoft.com/office/drawing/2014/main" id="{11D30720-7F10-5207-F89A-BF515A9FCED4}"/>
                    </a:ext>
                  </a:extLst>
                </p14:cNvPr>
                <p14:cNvContentPartPr/>
                <p14:nvPr/>
              </p14:nvContentPartPr>
              <p14:xfrm>
                <a:off x="11111510" y="3667717"/>
                <a:ext cx="144360" cy="251640"/>
              </p14:xfrm>
            </p:contentPart>
          </mc:Choice>
          <mc:Fallback>
            <p:pic>
              <p:nvPicPr>
                <p:cNvPr id="92" name="Ink 91">
                  <a:extLst>
                    <a:ext uri="{FF2B5EF4-FFF2-40B4-BE49-F238E27FC236}">
                      <a16:creationId xmlns:a16="http://schemas.microsoft.com/office/drawing/2014/main" id="{11D30720-7F10-5207-F89A-BF515A9FCED4}"/>
                    </a:ext>
                  </a:extLst>
                </p:cNvPr>
                <p:cNvPicPr/>
                <p:nvPr/>
              </p:nvPicPr>
              <p:blipFill>
                <a:blip r:embed="rId109"/>
                <a:stretch>
                  <a:fillRect/>
                </a:stretch>
              </p:blipFill>
              <p:spPr>
                <a:xfrm>
                  <a:off x="11048870" y="3604717"/>
                  <a:ext cx="270000" cy="377280"/>
                </a:xfrm>
                <a:prstGeom prst="rect">
                  <a:avLst/>
                </a:prstGeom>
              </p:spPr>
            </p:pic>
          </mc:Fallback>
        </mc:AlternateContent>
        <mc:AlternateContent xmlns:mc="http://schemas.openxmlformats.org/markup-compatibility/2006">
          <mc:Choice xmlns:p14="http://schemas.microsoft.com/office/powerpoint/2010/main" Requires="p14">
            <p:contentPart p14:bwMode="auto" r:id="rId110">
              <p14:nvContentPartPr>
                <p14:cNvPr id="93" name="Ink 92">
                  <a:extLst>
                    <a:ext uri="{FF2B5EF4-FFF2-40B4-BE49-F238E27FC236}">
                      <a16:creationId xmlns:a16="http://schemas.microsoft.com/office/drawing/2014/main" id="{85F74CE5-2949-0A99-52CF-B4977176C344}"/>
                    </a:ext>
                  </a:extLst>
                </p14:cNvPr>
                <p14:cNvContentPartPr/>
                <p14:nvPr/>
              </p14:nvContentPartPr>
              <p14:xfrm>
                <a:off x="11485550" y="3705517"/>
                <a:ext cx="134640" cy="318600"/>
              </p14:xfrm>
            </p:contentPart>
          </mc:Choice>
          <mc:Fallback>
            <p:pic>
              <p:nvPicPr>
                <p:cNvPr id="93" name="Ink 92">
                  <a:extLst>
                    <a:ext uri="{FF2B5EF4-FFF2-40B4-BE49-F238E27FC236}">
                      <a16:creationId xmlns:a16="http://schemas.microsoft.com/office/drawing/2014/main" id="{85F74CE5-2949-0A99-52CF-B4977176C344}"/>
                    </a:ext>
                  </a:extLst>
                </p:cNvPr>
                <p:cNvPicPr/>
                <p:nvPr/>
              </p:nvPicPr>
              <p:blipFill>
                <a:blip r:embed="rId111"/>
                <a:stretch>
                  <a:fillRect/>
                </a:stretch>
              </p:blipFill>
              <p:spPr>
                <a:xfrm>
                  <a:off x="11422550" y="3642877"/>
                  <a:ext cx="260280" cy="444240"/>
                </a:xfrm>
                <a:prstGeom prst="rect">
                  <a:avLst/>
                </a:prstGeom>
              </p:spPr>
            </p:pic>
          </mc:Fallback>
        </mc:AlternateContent>
      </p:grpSp>
      <p:grpSp>
        <p:nvGrpSpPr>
          <p:cNvPr id="104" name="Group 103">
            <a:extLst>
              <a:ext uri="{FF2B5EF4-FFF2-40B4-BE49-F238E27FC236}">
                <a16:creationId xmlns:a16="http://schemas.microsoft.com/office/drawing/2014/main" id="{F33D953E-84B6-93B4-387F-A0A51BD665BD}"/>
              </a:ext>
            </a:extLst>
          </p:cNvPr>
          <p:cNvGrpSpPr/>
          <p:nvPr/>
        </p:nvGrpSpPr>
        <p:grpSpPr>
          <a:xfrm>
            <a:off x="8228270" y="228997"/>
            <a:ext cx="3784320" cy="4837680"/>
            <a:chOff x="8228270" y="228997"/>
            <a:chExt cx="3784320" cy="4837680"/>
          </a:xfrm>
        </p:grpSpPr>
        <mc:AlternateContent xmlns:mc="http://schemas.openxmlformats.org/markup-compatibility/2006">
          <mc:Choice xmlns:p14="http://schemas.microsoft.com/office/powerpoint/2010/main" Requires="p14">
            <p:contentPart p14:bwMode="auto" r:id="rId112">
              <p14:nvContentPartPr>
                <p14:cNvPr id="48" name="Ink 47">
                  <a:extLst>
                    <a:ext uri="{FF2B5EF4-FFF2-40B4-BE49-F238E27FC236}">
                      <a16:creationId xmlns:a16="http://schemas.microsoft.com/office/drawing/2014/main" id="{C24786BA-26C7-6EFF-D8A4-2363DD755E22}"/>
                    </a:ext>
                  </a:extLst>
                </p14:cNvPr>
                <p14:cNvContentPartPr/>
                <p14:nvPr/>
              </p14:nvContentPartPr>
              <p14:xfrm>
                <a:off x="8320790" y="871597"/>
                <a:ext cx="57960" cy="532080"/>
              </p14:xfrm>
            </p:contentPart>
          </mc:Choice>
          <mc:Fallback>
            <p:pic>
              <p:nvPicPr>
                <p:cNvPr id="48" name="Ink 47">
                  <a:extLst>
                    <a:ext uri="{FF2B5EF4-FFF2-40B4-BE49-F238E27FC236}">
                      <a16:creationId xmlns:a16="http://schemas.microsoft.com/office/drawing/2014/main" id="{C24786BA-26C7-6EFF-D8A4-2363DD755E22}"/>
                    </a:ext>
                  </a:extLst>
                </p:cNvPr>
                <p:cNvPicPr/>
                <p:nvPr/>
              </p:nvPicPr>
              <p:blipFill>
                <a:blip r:embed="rId113"/>
                <a:stretch>
                  <a:fillRect/>
                </a:stretch>
              </p:blipFill>
              <p:spPr>
                <a:xfrm>
                  <a:off x="8303150" y="853957"/>
                  <a:ext cx="93600" cy="567720"/>
                </a:xfrm>
                <a:prstGeom prst="rect">
                  <a:avLst/>
                </a:prstGeom>
              </p:spPr>
            </p:pic>
          </mc:Fallback>
        </mc:AlternateContent>
        <mc:AlternateContent xmlns:mc="http://schemas.openxmlformats.org/markup-compatibility/2006">
          <mc:Choice xmlns:p14="http://schemas.microsoft.com/office/powerpoint/2010/main" Requires="p14">
            <p:contentPart p14:bwMode="auto" r:id="rId114">
              <p14:nvContentPartPr>
                <p14:cNvPr id="49" name="Ink 48">
                  <a:extLst>
                    <a:ext uri="{FF2B5EF4-FFF2-40B4-BE49-F238E27FC236}">
                      <a16:creationId xmlns:a16="http://schemas.microsoft.com/office/drawing/2014/main" id="{911FD06B-0484-DB9D-BD20-304634ADB56F}"/>
                    </a:ext>
                  </a:extLst>
                </p14:cNvPr>
                <p14:cNvContentPartPr/>
                <p14:nvPr/>
              </p14:nvContentPartPr>
              <p14:xfrm>
                <a:off x="8228270" y="778717"/>
                <a:ext cx="2763720" cy="96840"/>
              </p14:xfrm>
            </p:contentPart>
          </mc:Choice>
          <mc:Fallback>
            <p:pic>
              <p:nvPicPr>
                <p:cNvPr id="49" name="Ink 48">
                  <a:extLst>
                    <a:ext uri="{FF2B5EF4-FFF2-40B4-BE49-F238E27FC236}">
                      <a16:creationId xmlns:a16="http://schemas.microsoft.com/office/drawing/2014/main" id="{911FD06B-0484-DB9D-BD20-304634ADB56F}"/>
                    </a:ext>
                  </a:extLst>
                </p:cNvPr>
                <p:cNvPicPr/>
                <p:nvPr/>
              </p:nvPicPr>
              <p:blipFill>
                <a:blip r:embed="rId115"/>
                <a:stretch>
                  <a:fillRect/>
                </a:stretch>
              </p:blipFill>
              <p:spPr>
                <a:xfrm>
                  <a:off x="8210270" y="761077"/>
                  <a:ext cx="2799360" cy="132480"/>
                </a:xfrm>
                <a:prstGeom prst="rect">
                  <a:avLst/>
                </a:prstGeom>
              </p:spPr>
            </p:pic>
          </mc:Fallback>
        </mc:AlternateContent>
        <mc:AlternateContent xmlns:mc="http://schemas.openxmlformats.org/markup-compatibility/2006">
          <mc:Choice xmlns:p14="http://schemas.microsoft.com/office/powerpoint/2010/main" Requires="p14">
            <p:contentPart p14:bwMode="auto" r:id="rId116">
              <p14:nvContentPartPr>
                <p14:cNvPr id="50" name="Ink 49">
                  <a:extLst>
                    <a:ext uri="{FF2B5EF4-FFF2-40B4-BE49-F238E27FC236}">
                      <a16:creationId xmlns:a16="http://schemas.microsoft.com/office/drawing/2014/main" id="{5682DDCC-2D3A-628A-BD68-8F0164797B8C}"/>
                    </a:ext>
                  </a:extLst>
                </p14:cNvPr>
                <p14:cNvContentPartPr/>
                <p14:nvPr/>
              </p14:nvContentPartPr>
              <p14:xfrm>
                <a:off x="8338790" y="838117"/>
                <a:ext cx="2729160" cy="492120"/>
              </p14:xfrm>
            </p:contentPart>
          </mc:Choice>
          <mc:Fallback>
            <p:pic>
              <p:nvPicPr>
                <p:cNvPr id="50" name="Ink 49">
                  <a:extLst>
                    <a:ext uri="{FF2B5EF4-FFF2-40B4-BE49-F238E27FC236}">
                      <a16:creationId xmlns:a16="http://schemas.microsoft.com/office/drawing/2014/main" id="{5682DDCC-2D3A-628A-BD68-8F0164797B8C}"/>
                    </a:ext>
                  </a:extLst>
                </p:cNvPr>
                <p:cNvPicPr/>
                <p:nvPr/>
              </p:nvPicPr>
              <p:blipFill>
                <a:blip r:embed="rId117"/>
                <a:stretch>
                  <a:fillRect/>
                </a:stretch>
              </p:blipFill>
              <p:spPr>
                <a:xfrm>
                  <a:off x="8320790" y="820117"/>
                  <a:ext cx="2764800" cy="527760"/>
                </a:xfrm>
                <a:prstGeom prst="rect">
                  <a:avLst/>
                </a:prstGeom>
              </p:spPr>
            </p:pic>
          </mc:Fallback>
        </mc:AlternateContent>
        <mc:AlternateContent xmlns:mc="http://schemas.openxmlformats.org/markup-compatibility/2006">
          <mc:Choice xmlns:p14="http://schemas.microsoft.com/office/powerpoint/2010/main" Requires="p14">
            <p:contentPart p14:bwMode="auto" r:id="rId118">
              <p14:nvContentPartPr>
                <p14:cNvPr id="51" name="Ink 50">
                  <a:extLst>
                    <a:ext uri="{FF2B5EF4-FFF2-40B4-BE49-F238E27FC236}">
                      <a16:creationId xmlns:a16="http://schemas.microsoft.com/office/drawing/2014/main" id="{B0B366C7-9476-0714-38AA-7E142FE3739A}"/>
                    </a:ext>
                  </a:extLst>
                </p14:cNvPr>
                <p14:cNvContentPartPr/>
                <p14:nvPr/>
              </p14:nvContentPartPr>
              <p14:xfrm>
                <a:off x="8774390" y="821917"/>
                <a:ext cx="74880" cy="426240"/>
              </p14:xfrm>
            </p:contentPart>
          </mc:Choice>
          <mc:Fallback>
            <p:pic>
              <p:nvPicPr>
                <p:cNvPr id="51" name="Ink 50">
                  <a:extLst>
                    <a:ext uri="{FF2B5EF4-FFF2-40B4-BE49-F238E27FC236}">
                      <a16:creationId xmlns:a16="http://schemas.microsoft.com/office/drawing/2014/main" id="{B0B366C7-9476-0714-38AA-7E142FE3739A}"/>
                    </a:ext>
                  </a:extLst>
                </p:cNvPr>
                <p:cNvPicPr/>
                <p:nvPr/>
              </p:nvPicPr>
              <p:blipFill>
                <a:blip r:embed="rId119"/>
                <a:stretch>
                  <a:fillRect/>
                </a:stretch>
              </p:blipFill>
              <p:spPr>
                <a:xfrm>
                  <a:off x="8756750" y="803917"/>
                  <a:ext cx="110520" cy="461880"/>
                </a:xfrm>
                <a:prstGeom prst="rect">
                  <a:avLst/>
                </a:prstGeom>
              </p:spPr>
            </p:pic>
          </mc:Fallback>
        </mc:AlternateContent>
        <mc:AlternateContent xmlns:mc="http://schemas.openxmlformats.org/markup-compatibility/2006">
          <mc:Choice xmlns:p14="http://schemas.microsoft.com/office/powerpoint/2010/main" Requires="p14">
            <p:contentPart p14:bwMode="auto" r:id="rId120">
              <p14:nvContentPartPr>
                <p14:cNvPr id="52" name="Ink 51">
                  <a:extLst>
                    <a:ext uri="{FF2B5EF4-FFF2-40B4-BE49-F238E27FC236}">
                      <a16:creationId xmlns:a16="http://schemas.microsoft.com/office/drawing/2014/main" id="{5D2F64B3-E032-2FF0-4BE2-9C47111B94BC}"/>
                    </a:ext>
                  </a:extLst>
                </p14:cNvPr>
                <p14:cNvContentPartPr/>
                <p14:nvPr/>
              </p14:nvContentPartPr>
              <p14:xfrm>
                <a:off x="8867630" y="808957"/>
                <a:ext cx="108000" cy="474480"/>
              </p14:xfrm>
            </p:contentPart>
          </mc:Choice>
          <mc:Fallback>
            <p:pic>
              <p:nvPicPr>
                <p:cNvPr id="52" name="Ink 51">
                  <a:extLst>
                    <a:ext uri="{FF2B5EF4-FFF2-40B4-BE49-F238E27FC236}">
                      <a16:creationId xmlns:a16="http://schemas.microsoft.com/office/drawing/2014/main" id="{5D2F64B3-E032-2FF0-4BE2-9C47111B94BC}"/>
                    </a:ext>
                  </a:extLst>
                </p:cNvPr>
                <p:cNvPicPr/>
                <p:nvPr/>
              </p:nvPicPr>
              <p:blipFill>
                <a:blip r:embed="rId121"/>
                <a:stretch>
                  <a:fillRect/>
                </a:stretch>
              </p:blipFill>
              <p:spPr>
                <a:xfrm>
                  <a:off x="8849630" y="791317"/>
                  <a:ext cx="143640" cy="510120"/>
                </a:xfrm>
                <a:prstGeom prst="rect">
                  <a:avLst/>
                </a:prstGeom>
              </p:spPr>
            </p:pic>
          </mc:Fallback>
        </mc:AlternateContent>
        <mc:AlternateContent xmlns:mc="http://schemas.openxmlformats.org/markup-compatibility/2006">
          <mc:Choice xmlns:p14="http://schemas.microsoft.com/office/powerpoint/2010/main" Requires="p14">
            <p:contentPart p14:bwMode="auto" r:id="rId122">
              <p14:nvContentPartPr>
                <p14:cNvPr id="54" name="Ink 53">
                  <a:extLst>
                    <a:ext uri="{FF2B5EF4-FFF2-40B4-BE49-F238E27FC236}">
                      <a16:creationId xmlns:a16="http://schemas.microsoft.com/office/drawing/2014/main" id="{E00DCE83-0952-2600-2B0B-0B7FB573E691}"/>
                    </a:ext>
                  </a:extLst>
                </p14:cNvPr>
                <p14:cNvContentPartPr/>
                <p14:nvPr/>
              </p14:nvContentPartPr>
              <p14:xfrm>
                <a:off x="9386750" y="791317"/>
                <a:ext cx="96120" cy="531360"/>
              </p14:xfrm>
            </p:contentPart>
          </mc:Choice>
          <mc:Fallback>
            <p:pic>
              <p:nvPicPr>
                <p:cNvPr id="54" name="Ink 53">
                  <a:extLst>
                    <a:ext uri="{FF2B5EF4-FFF2-40B4-BE49-F238E27FC236}">
                      <a16:creationId xmlns:a16="http://schemas.microsoft.com/office/drawing/2014/main" id="{E00DCE83-0952-2600-2B0B-0B7FB573E691}"/>
                    </a:ext>
                  </a:extLst>
                </p:cNvPr>
                <p:cNvPicPr/>
                <p:nvPr/>
              </p:nvPicPr>
              <p:blipFill>
                <a:blip r:embed="rId123"/>
                <a:stretch>
                  <a:fillRect/>
                </a:stretch>
              </p:blipFill>
              <p:spPr>
                <a:xfrm>
                  <a:off x="9369110" y="773317"/>
                  <a:ext cx="131760" cy="567000"/>
                </a:xfrm>
                <a:prstGeom prst="rect">
                  <a:avLst/>
                </a:prstGeom>
              </p:spPr>
            </p:pic>
          </mc:Fallback>
        </mc:AlternateContent>
        <mc:AlternateContent xmlns:mc="http://schemas.openxmlformats.org/markup-compatibility/2006">
          <mc:Choice xmlns:p14="http://schemas.microsoft.com/office/powerpoint/2010/main" Requires="p14">
            <p:contentPart p14:bwMode="auto" r:id="rId124">
              <p14:nvContentPartPr>
                <p14:cNvPr id="56" name="Ink 55">
                  <a:extLst>
                    <a:ext uri="{FF2B5EF4-FFF2-40B4-BE49-F238E27FC236}">
                      <a16:creationId xmlns:a16="http://schemas.microsoft.com/office/drawing/2014/main" id="{81D67B6F-2052-1CF4-2547-4B113630AC4A}"/>
                    </a:ext>
                  </a:extLst>
                </p14:cNvPr>
                <p14:cNvContentPartPr/>
                <p14:nvPr/>
              </p14:nvContentPartPr>
              <p14:xfrm>
                <a:off x="9510950" y="805717"/>
                <a:ext cx="106920" cy="488880"/>
              </p14:xfrm>
            </p:contentPart>
          </mc:Choice>
          <mc:Fallback>
            <p:pic>
              <p:nvPicPr>
                <p:cNvPr id="56" name="Ink 55">
                  <a:extLst>
                    <a:ext uri="{FF2B5EF4-FFF2-40B4-BE49-F238E27FC236}">
                      <a16:creationId xmlns:a16="http://schemas.microsoft.com/office/drawing/2014/main" id="{81D67B6F-2052-1CF4-2547-4B113630AC4A}"/>
                    </a:ext>
                  </a:extLst>
                </p:cNvPr>
                <p:cNvPicPr/>
                <p:nvPr/>
              </p:nvPicPr>
              <p:blipFill>
                <a:blip r:embed="rId125"/>
                <a:stretch>
                  <a:fillRect/>
                </a:stretch>
              </p:blipFill>
              <p:spPr>
                <a:xfrm>
                  <a:off x="9492950" y="788077"/>
                  <a:ext cx="142560" cy="524520"/>
                </a:xfrm>
                <a:prstGeom prst="rect">
                  <a:avLst/>
                </a:prstGeom>
              </p:spPr>
            </p:pic>
          </mc:Fallback>
        </mc:AlternateContent>
        <mc:AlternateContent xmlns:mc="http://schemas.openxmlformats.org/markup-compatibility/2006">
          <mc:Choice xmlns:p14="http://schemas.microsoft.com/office/powerpoint/2010/main" Requires="p14">
            <p:contentPart p14:bwMode="auto" r:id="rId126">
              <p14:nvContentPartPr>
                <p14:cNvPr id="58" name="Ink 57">
                  <a:extLst>
                    <a:ext uri="{FF2B5EF4-FFF2-40B4-BE49-F238E27FC236}">
                      <a16:creationId xmlns:a16="http://schemas.microsoft.com/office/drawing/2014/main" id="{356D7F09-3C38-0044-5747-8A35865FC5B8}"/>
                    </a:ext>
                  </a:extLst>
                </p14:cNvPr>
                <p14:cNvContentPartPr/>
                <p14:nvPr/>
              </p14:nvContentPartPr>
              <p14:xfrm>
                <a:off x="10051670" y="815077"/>
                <a:ext cx="88920" cy="501480"/>
              </p14:xfrm>
            </p:contentPart>
          </mc:Choice>
          <mc:Fallback>
            <p:pic>
              <p:nvPicPr>
                <p:cNvPr id="58" name="Ink 57">
                  <a:extLst>
                    <a:ext uri="{FF2B5EF4-FFF2-40B4-BE49-F238E27FC236}">
                      <a16:creationId xmlns:a16="http://schemas.microsoft.com/office/drawing/2014/main" id="{356D7F09-3C38-0044-5747-8A35865FC5B8}"/>
                    </a:ext>
                  </a:extLst>
                </p:cNvPr>
                <p:cNvPicPr/>
                <p:nvPr/>
              </p:nvPicPr>
              <p:blipFill>
                <a:blip r:embed="rId127"/>
                <a:stretch>
                  <a:fillRect/>
                </a:stretch>
              </p:blipFill>
              <p:spPr>
                <a:xfrm>
                  <a:off x="10033670" y="797437"/>
                  <a:ext cx="124560" cy="537120"/>
                </a:xfrm>
                <a:prstGeom prst="rect">
                  <a:avLst/>
                </a:prstGeom>
              </p:spPr>
            </p:pic>
          </mc:Fallback>
        </mc:AlternateContent>
        <mc:AlternateContent xmlns:mc="http://schemas.openxmlformats.org/markup-compatibility/2006">
          <mc:Choice xmlns:p14="http://schemas.microsoft.com/office/powerpoint/2010/main" Requires="p14">
            <p:contentPart p14:bwMode="auto" r:id="rId128">
              <p14:nvContentPartPr>
                <p14:cNvPr id="59" name="Ink 58">
                  <a:extLst>
                    <a:ext uri="{FF2B5EF4-FFF2-40B4-BE49-F238E27FC236}">
                      <a16:creationId xmlns:a16="http://schemas.microsoft.com/office/drawing/2014/main" id="{6CAA8628-20A0-2F81-DCF9-3DA45B739ADD}"/>
                    </a:ext>
                  </a:extLst>
                </p14:cNvPr>
                <p14:cNvContentPartPr/>
                <p14:nvPr/>
              </p14:nvContentPartPr>
              <p14:xfrm>
                <a:off x="10178030" y="820837"/>
                <a:ext cx="58320" cy="470520"/>
              </p14:xfrm>
            </p:contentPart>
          </mc:Choice>
          <mc:Fallback>
            <p:pic>
              <p:nvPicPr>
                <p:cNvPr id="59" name="Ink 58">
                  <a:extLst>
                    <a:ext uri="{FF2B5EF4-FFF2-40B4-BE49-F238E27FC236}">
                      <a16:creationId xmlns:a16="http://schemas.microsoft.com/office/drawing/2014/main" id="{6CAA8628-20A0-2F81-DCF9-3DA45B739ADD}"/>
                    </a:ext>
                  </a:extLst>
                </p:cNvPr>
                <p:cNvPicPr/>
                <p:nvPr/>
              </p:nvPicPr>
              <p:blipFill>
                <a:blip r:embed="rId129"/>
                <a:stretch>
                  <a:fillRect/>
                </a:stretch>
              </p:blipFill>
              <p:spPr>
                <a:xfrm>
                  <a:off x="10160030" y="803197"/>
                  <a:ext cx="93960" cy="506160"/>
                </a:xfrm>
                <a:prstGeom prst="rect">
                  <a:avLst/>
                </a:prstGeom>
              </p:spPr>
            </p:pic>
          </mc:Fallback>
        </mc:AlternateContent>
        <mc:AlternateContent xmlns:mc="http://schemas.openxmlformats.org/markup-compatibility/2006">
          <mc:Choice xmlns:p14="http://schemas.microsoft.com/office/powerpoint/2010/main" Requires="p14">
            <p:contentPart p14:bwMode="auto" r:id="rId130">
              <p14:nvContentPartPr>
                <p14:cNvPr id="61" name="Ink 60">
                  <a:extLst>
                    <a:ext uri="{FF2B5EF4-FFF2-40B4-BE49-F238E27FC236}">
                      <a16:creationId xmlns:a16="http://schemas.microsoft.com/office/drawing/2014/main" id="{F167FDBB-A327-2E56-29CC-CAE4BE6CA9F5}"/>
                    </a:ext>
                  </a:extLst>
                </p14:cNvPr>
                <p14:cNvContentPartPr/>
                <p14:nvPr/>
              </p14:nvContentPartPr>
              <p14:xfrm>
                <a:off x="8531030" y="931717"/>
                <a:ext cx="39240" cy="205560"/>
              </p14:xfrm>
            </p:contentPart>
          </mc:Choice>
          <mc:Fallback>
            <p:pic>
              <p:nvPicPr>
                <p:cNvPr id="61" name="Ink 60">
                  <a:extLst>
                    <a:ext uri="{FF2B5EF4-FFF2-40B4-BE49-F238E27FC236}">
                      <a16:creationId xmlns:a16="http://schemas.microsoft.com/office/drawing/2014/main" id="{F167FDBB-A327-2E56-29CC-CAE4BE6CA9F5}"/>
                    </a:ext>
                  </a:extLst>
                </p:cNvPr>
                <p:cNvPicPr/>
                <p:nvPr/>
              </p:nvPicPr>
              <p:blipFill>
                <a:blip r:embed="rId131"/>
                <a:stretch>
                  <a:fillRect/>
                </a:stretch>
              </p:blipFill>
              <p:spPr>
                <a:xfrm>
                  <a:off x="8513030" y="914077"/>
                  <a:ext cx="74880" cy="241200"/>
                </a:xfrm>
                <a:prstGeom prst="rect">
                  <a:avLst/>
                </a:prstGeom>
              </p:spPr>
            </p:pic>
          </mc:Fallback>
        </mc:AlternateContent>
        <mc:AlternateContent xmlns:mc="http://schemas.openxmlformats.org/markup-compatibility/2006">
          <mc:Choice xmlns:p14="http://schemas.microsoft.com/office/powerpoint/2010/main" Requires="p14">
            <p:contentPart p14:bwMode="auto" r:id="rId132">
              <p14:nvContentPartPr>
                <p14:cNvPr id="62" name="Ink 61">
                  <a:extLst>
                    <a:ext uri="{FF2B5EF4-FFF2-40B4-BE49-F238E27FC236}">
                      <a16:creationId xmlns:a16="http://schemas.microsoft.com/office/drawing/2014/main" id="{37D0B747-E951-FEB8-F958-87A9BB1E37E0}"/>
                    </a:ext>
                  </a:extLst>
                </p14:cNvPr>
                <p14:cNvContentPartPr/>
                <p14:nvPr/>
              </p14:nvContentPartPr>
              <p14:xfrm>
                <a:off x="9083990" y="965557"/>
                <a:ext cx="142920" cy="162720"/>
              </p14:xfrm>
            </p:contentPart>
          </mc:Choice>
          <mc:Fallback>
            <p:pic>
              <p:nvPicPr>
                <p:cNvPr id="62" name="Ink 61">
                  <a:extLst>
                    <a:ext uri="{FF2B5EF4-FFF2-40B4-BE49-F238E27FC236}">
                      <a16:creationId xmlns:a16="http://schemas.microsoft.com/office/drawing/2014/main" id="{37D0B747-E951-FEB8-F958-87A9BB1E37E0}"/>
                    </a:ext>
                  </a:extLst>
                </p:cNvPr>
                <p:cNvPicPr/>
                <p:nvPr/>
              </p:nvPicPr>
              <p:blipFill>
                <a:blip r:embed="rId133"/>
                <a:stretch>
                  <a:fillRect/>
                </a:stretch>
              </p:blipFill>
              <p:spPr>
                <a:xfrm>
                  <a:off x="9066350" y="947557"/>
                  <a:ext cx="178560" cy="198360"/>
                </a:xfrm>
                <a:prstGeom prst="rect">
                  <a:avLst/>
                </a:prstGeom>
              </p:spPr>
            </p:pic>
          </mc:Fallback>
        </mc:AlternateContent>
        <mc:AlternateContent xmlns:mc="http://schemas.openxmlformats.org/markup-compatibility/2006">
          <mc:Choice xmlns:p14="http://schemas.microsoft.com/office/powerpoint/2010/main" Requires="p14">
            <p:contentPart p14:bwMode="auto" r:id="rId134">
              <p14:nvContentPartPr>
                <p14:cNvPr id="63" name="Ink 62">
                  <a:extLst>
                    <a:ext uri="{FF2B5EF4-FFF2-40B4-BE49-F238E27FC236}">
                      <a16:creationId xmlns:a16="http://schemas.microsoft.com/office/drawing/2014/main" id="{E6B719B3-4B67-4D51-26E7-C4DD5445B767}"/>
                    </a:ext>
                  </a:extLst>
                </p14:cNvPr>
                <p14:cNvContentPartPr/>
                <p14:nvPr/>
              </p14:nvContentPartPr>
              <p14:xfrm>
                <a:off x="9800750" y="964117"/>
                <a:ext cx="11160" cy="183240"/>
              </p14:xfrm>
            </p:contentPart>
          </mc:Choice>
          <mc:Fallback>
            <p:pic>
              <p:nvPicPr>
                <p:cNvPr id="63" name="Ink 62">
                  <a:extLst>
                    <a:ext uri="{FF2B5EF4-FFF2-40B4-BE49-F238E27FC236}">
                      <a16:creationId xmlns:a16="http://schemas.microsoft.com/office/drawing/2014/main" id="{E6B719B3-4B67-4D51-26E7-C4DD5445B767}"/>
                    </a:ext>
                  </a:extLst>
                </p:cNvPr>
                <p:cNvPicPr/>
                <p:nvPr/>
              </p:nvPicPr>
              <p:blipFill>
                <a:blip r:embed="rId135"/>
                <a:stretch>
                  <a:fillRect/>
                </a:stretch>
              </p:blipFill>
              <p:spPr>
                <a:xfrm>
                  <a:off x="9782750" y="946117"/>
                  <a:ext cx="46800" cy="218880"/>
                </a:xfrm>
                <a:prstGeom prst="rect">
                  <a:avLst/>
                </a:prstGeom>
              </p:spPr>
            </p:pic>
          </mc:Fallback>
        </mc:AlternateContent>
        <mc:AlternateContent xmlns:mc="http://schemas.openxmlformats.org/markup-compatibility/2006">
          <mc:Choice xmlns:p14="http://schemas.microsoft.com/office/powerpoint/2010/main" Requires="p14">
            <p:contentPart p14:bwMode="auto" r:id="rId136">
              <p14:nvContentPartPr>
                <p14:cNvPr id="64" name="Ink 63">
                  <a:extLst>
                    <a:ext uri="{FF2B5EF4-FFF2-40B4-BE49-F238E27FC236}">
                      <a16:creationId xmlns:a16="http://schemas.microsoft.com/office/drawing/2014/main" id="{2C3FA25B-9F71-AE45-F598-A5350531AB5D}"/>
                    </a:ext>
                  </a:extLst>
                </p14:cNvPr>
                <p14:cNvContentPartPr/>
                <p14:nvPr/>
              </p14:nvContentPartPr>
              <p14:xfrm>
                <a:off x="10429310" y="888877"/>
                <a:ext cx="161280" cy="211320"/>
              </p14:xfrm>
            </p:contentPart>
          </mc:Choice>
          <mc:Fallback>
            <p:pic>
              <p:nvPicPr>
                <p:cNvPr id="64" name="Ink 63">
                  <a:extLst>
                    <a:ext uri="{FF2B5EF4-FFF2-40B4-BE49-F238E27FC236}">
                      <a16:creationId xmlns:a16="http://schemas.microsoft.com/office/drawing/2014/main" id="{2C3FA25B-9F71-AE45-F598-A5350531AB5D}"/>
                    </a:ext>
                  </a:extLst>
                </p:cNvPr>
                <p:cNvPicPr/>
                <p:nvPr/>
              </p:nvPicPr>
              <p:blipFill>
                <a:blip r:embed="rId137"/>
                <a:stretch>
                  <a:fillRect/>
                </a:stretch>
              </p:blipFill>
              <p:spPr>
                <a:xfrm>
                  <a:off x="10411310" y="870877"/>
                  <a:ext cx="196920" cy="246960"/>
                </a:xfrm>
                <a:prstGeom prst="rect">
                  <a:avLst/>
                </a:prstGeom>
              </p:spPr>
            </p:pic>
          </mc:Fallback>
        </mc:AlternateContent>
        <mc:AlternateContent xmlns:mc="http://schemas.openxmlformats.org/markup-compatibility/2006">
          <mc:Choice xmlns:p14="http://schemas.microsoft.com/office/powerpoint/2010/main" Requires="p14">
            <p:contentPart p14:bwMode="auto" r:id="rId138">
              <p14:nvContentPartPr>
                <p14:cNvPr id="65" name="Ink 64">
                  <a:extLst>
                    <a:ext uri="{FF2B5EF4-FFF2-40B4-BE49-F238E27FC236}">
                      <a16:creationId xmlns:a16="http://schemas.microsoft.com/office/drawing/2014/main" id="{D8D08215-8646-EE87-F7ED-9DE49A8A7C89}"/>
                    </a:ext>
                  </a:extLst>
                </p14:cNvPr>
                <p14:cNvContentPartPr/>
                <p14:nvPr/>
              </p14:nvContentPartPr>
              <p14:xfrm>
                <a:off x="8837390" y="412957"/>
                <a:ext cx="255600" cy="340200"/>
              </p14:xfrm>
            </p:contentPart>
          </mc:Choice>
          <mc:Fallback>
            <p:pic>
              <p:nvPicPr>
                <p:cNvPr id="65" name="Ink 64">
                  <a:extLst>
                    <a:ext uri="{FF2B5EF4-FFF2-40B4-BE49-F238E27FC236}">
                      <a16:creationId xmlns:a16="http://schemas.microsoft.com/office/drawing/2014/main" id="{D8D08215-8646-EE87-F7ED-9DE49A8A7C89}"/>
                    </a:ext>
                  </a:extLst>
                </p:cNvPr>
                <p:cNvPicPr/>
                <p:nvPr/>
              </p:nvPicPr>
              <p:blipFill>
                <a:blip r:embed="rId139"/>
                <a:stretch>
                  <a:fillRect/>
                </a:stretch>
              </p:blipFill>
              <p:spPr>
                <a:xfrm>
                  <a:off x="8819750" y="395317"/>
                  <a:ext cx="291240" cy="375840"/>
                </a:xfrm>
                <a:prstGeom prst="rect">
                  <a:avLst/>
                </a:prstGeom>
              </p:spPr>
            </p:pic>
          </mc:Fallback>
        </mc:AlternateContent>
        <mc:AlternateContent xmlns:mc="http://schemas.openxmlformats.org/markup-compatibility/2006">
          <mc:Choice xmlns:p14="http://schemas.microsoft.com/office/powerpoint/2010/main" Requires="p14">
            <p:contentPart p14:bwMode="auto" r:id="rId140">
              <p14:nvContentPartPr>
                <p14:cNvPr id="66" name="Ink 65">
                  <a:extLst>
                    <a:ext uri="{FF2B5EF4-FFF2-40B4-BE49-F238E27FC236}">
                      <a16:creationId xmlns:a16="http://schemas.microsoft.com/office/drawing/2014/main" id="{FD33BFF5-2C68-F49C-01B5-92B349D11F93}"/>
                    </a:ext>
                  </a:extLst>
                </p14:cNvPr>
                <p14:cNvContentPartPr/>
                <p14:nvPr/>
              </p14:nvContentPartPr>
              <p14:xfrm>
                <a:off x="8867270" y="585397"/>
                <a:ext cx="88200" cy="153720"/>
              </p14:xfrm>
            </p:contentPart>
          </mc:Choice>
          <mc:Fallback>
            <p:pic>
              <p:nvPicPr>
                <p:cNvPr id="66" name="Ink 65">
                  <a:extLst>
                    <a:ext uri="{FF2B5EF4-FFF2-40B4-BE49-F238E27FC236}">
                      <a16:creationId xmlns:a16="http://schemas.microsoft.com/office/drawing/2014/main" id="{FD33BFF5-2C68-F49C-01B5-92B349D11F93}"/>
                    </a:ext>
                  </a:extLst>
                </p:cNvPr>
                <p:cNvPicPr/>
                <p:nvPr/>
              </p:nvPicPr>
              <p:blipFill>
                <a:blip r:embed="rId141"/>
                <a:stretch>
                  <a:fillRect/>
                </a:stretch>
              </p:blipFill>
              <p:spPr>
                <a:xfrm>
                  <a:off x="8849270" y="567757"/>
                  <a:ext cx="123840" cy="189360"/>
                </a:xfrm>
                <a:prstGeom prst="rect">
                  <a:avLst/>
                </a:prstGeom>
              </p:spPr>
            </p:pic>
          </mc:Fallback>
        </mc:AlternateContent>
        <mc:AlternateContent xmlns:mc="http://schemas.openxmlformats.org/markup-compatibility/2006">
          <mc:Choice xmlns:p14="http://schemas.microsoft.com/office/powerpoint/2010/main" Requires="p14">
            <p:contentPart p14:bwMode="auto" r:id="rId142">
              <p14:nvContentPartPr>
                <p14:cNvPr id="67" name="Ink 66">
                  <a:extLst>
                    <a:ext uri="{FF2B5EF4-FFF2-40B4-BE49-F238E27FC236}">
                      <a16:creationId xmlns:a16="http://schemas.microsoft.com/office/drawing/2014/main" id="{90BA5C19-777F-B822-CD20-6A32ADF53088}"/>
                    </a:ext>
                  </a:extLst>
                </p14:cNvPr>
                <p14:cNvContentPartPr/>
                <p14:nvPr/>
              </p14:nvContentPartPr>
              <p14:xfrm>
                <a:off x="9216830" y="284077"/>
                <a:ext cx="132120" cy="228240"/>
              </p14:xfrm>
            </p:contentPart>
          </mc:Choice>
          <mc:Fallback>
            <p:pic>
              <p:nvPicPr>
                <p:cNvPr id="67" name="Ink 66">
                  <a:extLst>
                    <a:ext uri="{FF2B5EF4-FFF2-40B4-BE49-F238E27FC236}">
                      <a16:creationId xmlns:a16="http://schemas.microsoft.com/office/drawing/2014/main" id="{90BA5C19-777F-B822-CD20-6A32ADF53088}"/>
                    </a:ext>
                  </a:extLst>
                </p:cNvPr>
                <p:cNvPicPr/>
                <p:nvPr/>
              </p:nvPicPr>
              <p:blipFill>
                <a:blip r:embed="rId143"/>
                <a:stretch>
                  <a:fillRect/>
                </a:stretch>
              </p:blipFill>
              <p:spPr>
                <a:xfrm>
                  <a:off x="9198830" y="266077"/>
                  <a:ext cx="167760" cy="263880"/>
                </a:xfrm>
                <a:prstGeom prst="rect">
                  <a:avLst/>
                </a:prstGeom>
              </p:spPr>
            </p:pic>
          </mc:Fallback>
        </mc:AlternateContent>
        <mc:AlternateContent xmlns:mc="http://schemas.openxmlformats.org/markup-compatibility/2006">
          <mc:Choice xmlns:p14="http://schemas.microsoft.com/office/powerpoint/2010/main" Requires="p14">
            <p:contentPart p14:bwMode="auto" r:id="rId144">
              <p14:nvContentPartPr>
                <p14:cNvPr id="68" name="Ink 67">
                  <a:extLst>
                    <a:ext uri="{FF2B5EF4-FFF2-40B4-BE49-F238E27FC236}">
                      <a16:creationId xmlns:a16="http://schemas.microsoft.com/office/drawing/2014/main" id="{631948E3-52F6-C186-CFFC-349FAC7F75D6}"/>
                    </a:ext>
                  </a:extLst>
                </p14:cNvPr>
                <p14:cNvContentPartPr/>
                <p14:nvPr/>
              </p14:nvContentPartPr>
              <p14:xfrm>
                <a:off x="9383870" y="287677"/>
                <a:ext cx="104040" cy="78840"/>
              </p14:xfrm>
            </p:contentPart>
          </mc:Choice>
          <mc:Fallback>
            <p:pic>
              <p:nvPicPr>
                <p:cNvPr id="68" name="Ink 67">
                  <a:extLst>
                    <a:ext uri="{FF2B5EF4-FFF2-40B4-BE49-F238E27FC236}">
                      <a16:creationId xmlns:a16="http://schemas.microsoft.com/office/drawing/2014/main" id="{631948E3-52F6-C186-CFFC-349FAC7F75D6}"/>
                    </a:ext>
                  </a:extLst>
                </p:cNvPr>
                <p:cNvPicPr/>
                <p:nvPr/>
              </p:nvPicPr>
              <p:blipFill>
                <a:blip r:embed="rId145"/>
                <a:stretch>
                  <a:fillRect/>
                </a:stretch>
              </p:blipFill>
              <p:spPr>
                <a:xfrm>
                  <a:off x="9365870" y="270037"/>
                  <a:ext cx="139680" cy="114480"/>
                </a:xfrm>
                <a:prstGeom prst="rect">
                  <a:avLst/>
                </a:prstGeom>
              </p:spPr>
            </p:pic>
          </mc:Fallback>
        </mc:AlternateContent>
        <mc:AlternateContent xmlns:mc="http://schemas.openxmlformats.org/markup-compatibility/2006">
          <mc:Choice xmlns:p14="http://schemas.microsoft.com/office/powerpoint/2010/main" Requires="p14">
            <p:contentPart p14:bwMode="auto" r:id="rId146">
              <p14:nvContentPartPr>
                <p14:cNvPr id="69" name="Ink 68">
                  <a:extLst>
                    <a:ext uri="{FF2B5EF4-FFF2-40B4-BE49-F238E27FC236}">
                      <a16:creationId xmlns:a16="http://schemas.microsoft.com/office/drawing/2014/main" id="{48A90BF4-8AF6-12EF-82E5-585787BD36AA}"/>
                    </a:ext>
                  </a:extLst>
                </p14:cNvPr>
                <p14:cNvContentPartPr/>
                <p14:nvPr/>
              </p14:nvContentPartPr>
              <p14:xfrm>
                <a:off x="9532550" y="273637"/>
                <a:ext cx="56520" cy="175320"/>
              </p14:xfrm>
            </p:contentPart>
          </mc:Choice>
          <mc:Fallback>
            <p:pic>
              <p:nvPicPr>
                <p:cNvPr id="69" name="Ink 68">
                  <a:extLst>
                    <a:ext uri="{FF2B5EF4-FFF2-40B4-BE49-F238E27FC236}">
                      <a16:creationId xmlns:a16="http://schemas.microsoft.com/office/drawing/2014/main" id="{48A90BF4-8AF6-12EF-82E5-585787BD36AA}"/>
                    </a:ext>
                  </a:extLst>
                </p:cNvPr>
                <p:cNvPicPr/>
                <p:nvPr/>
              </p:nvPicPr>
              <p:blipFill>
                <a:blip r:embed="rId147"/>
                <a:stretch>
                  <a:fillRect/>
                </a:stretch>
              </p:blipFill>
              <p:spPr>
                <a:xfrm>
                  <a:off x="9514910" y="255637"/>
                  <a:ext cx="92160" cy="210960"/>
                </a:xfrm>
                <a:prstGeom prst="rect">
                  <a:avLst/>
                </a:prstGeom>
              </p:spPr>
            </p:pic>
          </mc:Fallback>
        </mc:AlternateContent>
        <mc:AlternateContent xmlns:mc="http://schemas.openxmlformats.org/markup-compatibility/2006">
          <mc:Choice xmlns:p14="http://schemas.microsoft.com/office/powerpoint/2010/main" Requires="p14">
            <p:contentPart p14:bwMode="auto" r:id="rId148">
              <p14:nvContentPartPr>
                <p14:cNvPr id="70" name="Ink 69">
                  <a:extLst>
                    <a:ext uri="{FF2B5EF4-FFF2-40B4-BE49-F238E27FC236}">
                      <a16:creationId xmlns:a16="http://schemas.microsoft.com/office/drawing/2014/main" id="{CAC7A11B-DA05-5BF2-EDF2-BCB41FFEF692}"/>
                    </a:ext>
                  </a:extLst>
                </p14:cNvPr>
                <p14:cNvContentPartPr/>
                <p14:nvPr/>
              </p14:nvContentPartPr>
              <p14:xfrm>
                <a:off x="9549470" y="228997"/>
                <a:ext cx="66240" cy="72720"/>
              </p14:xfrm>
            </p:contentPart>
          </mc:Choice>
          <mc:Fallback>
            <p:pic>
              <p:nvPicPr>
                <p:cNvPr id="70" name="Ink 69">
                  <a:extLst>
                    <a:ext uri="{FF2B5EF4-FFF2-40B4-BE49-F238E27FC236}">
                      <a16:creationId xmlns:a16="http://schemas.microsoft.com/office/drawing/2014/main" id="{CAC7A11B-DA05-5BF2-EDF2-BCB41FFEF692}"/>
                    </a:ext>
                  </a:extLst>
                </p:cNvPr>
                <p:cNvPicPr/>
                <p:nvPr/>
              </p:nvPicPr>
              <p:blipFill>
                <a:blip r:embed="rId149"/>
                <a:stretch>
                  <a:fillRect/>
                </a:stretch>
              </p:blipFill>
              <p:spPr>
                <a:xfrm>
                  <a:off x="9531470" y="211357"/>
                  <a:ext cx="101880" cy="108360"/>
                </a:xfrm>
                <a:prstGeom prst="rect">
                  <a:avLst/>
                </a:prstGeom>
              </p:spPr>
            </p:pic>
          </mc:Fallback>
        </mc:AlternateContent>
        <mc:AlternateContent xmlns:mc="http://schemas.openxmlformats.org/markup-compatibility/2006">
          <mc:Choice xmlns:p14="http://schemas.microsoft.com/office/powerpoint/2010/main" Requires="p14">
            <p:contentPart p14:bwMode="auto" r:id="rId150">
              <p14:nvContentPartPr>
                <p14:cNvPr id="95" name="Ink 94">
                  <a:extLst>
                    <a:ext uri="{FF2B5EF4-FFF2-40B4-BE49-F238E27FC236}">
                      <a16:creationId xmlns:a16="http://schemas.microsoft.com/office/drawing/2014/main" id="{61088D9A-FF3F-266B-BD25-EEB51B776A43}"/>
                    </a:ext>
                  </a:extLst>
                </p14:cNvPr>
                <p14:cNvContentPartPr/>
                <p14:nvPr/>
              </p14:nvContentPartPr>
              <p14:xfrm>
                <a:off x="10756910" y="4246957"/>
                <a:ext cx="175320" cy="254520"/>
              </p14:xfrm>
            </p:contentPart>
          </mc:Choice>
          <mc:Fallback>
            <p:pic>
              <p:nvPicPr>
                <p:cNvPr id="95" name="Ink 94">
                  <a:extLst>
                    <a:ext uri="{FF2B5EF4-FFF2-40B4-BE49-F238E27FC236}">
                      <a16:creationId xmlns:a16="http://schemas.microsoft.com/office/drawing/2014/main" id="{61088D9A-FF3F-266B-BD25-EEB51B776A43}"/>
                    </a:ext>
                  </a:extLst>
                </p:cNvPr>
                <p:cNvPicPr/>
                <p:nvPr/>
              </p:nvPicPr>
              <p:blipFill>
                <a:blip r:embed="rId151"/>
                <a:stretch>
                  <a:fillRect/>
                </a:stretch>
              </p:blipFill>
              <p:spPr>
                <a:xfrm>
                  <a:off x="10739270" y="4228957"/>
                  <a:ext cx="210960" cy="290160"/>
                </a:xfrm>
                <a:prstGeom prst="rect">
                  <a:avLst/>
                </a:prstGeom>
              </p:spPr>
            </p:pic>
          </mc:Fallback>
        </mc:AlternateContent>
        <mc:AlternateContent xmlns:mc="http://schemas.openxmlformats.org/markup-compatibility/2006">
          <mc:Choice xmlns:p14="http://schemas.microsoft.com/office/powerpoint/2010/main" Requires="p14">
            <p:contentPart p14:bwMode="auto" r:id="rId152">
              <p14:nvContentPartPr>
                <p14:cNvPr id="96" name="Ink 95">
                  <a:extLst>
                    <a:ext uri="{FF2B5EF4-FFF2-40B4-BE49-F238E27FC236}">
                      <a16:creationId xmlns:a16="http://schemas.microsoft.com/office/drawing/2014/main" id="{AAF8C747-864E-85E1-6449-2646731C8BF9}"/>
                    </a:ext>
                  </a:extLst>
                </p14:cNvPr>
                <p14:cNvContentPartPr/>
                <p14:nvPr/>
              </p14:nvContentPartPr>
              <p14:xfrm>
                <a:off x="11011430" y="4381237"/>
                <a:ext cx="102600" cy="171000"/>
              </p14:xfrm>
            </p:contentPart>
          </mc:Choice>
          <mc:Fallback>
            <p:pic>
              <p:nvPicPr>
                <p:cNvPr id="96" name="Ink 95">
                  <a:extLst>
                    <a:ext uri="{FF2B5EF4-FFF2-40B4-BE49-F238E27FC236}">
                      <a16:creationId xmlns:a16="http://schemas.microsoft.com/office/drawing/2014/main" id="{AAF8C747-864E-85E1-6449-2646731C8BF9}"/>
                    </a:ext>
                  </a:extLst>
                </p:cNvPr>
                <p:cNvPicPr/>
                <p:nvPr/>
              </p:nvPicPr>
              <p:blipFill>
                <a:blip r:embed="rId153"/>
                <a:stretch>
                  <a:fillRect/>
                </a:stretch>
              </p:blipFill>
              <p:spPr>
                <a:xfrm>
                  <a:off x="10993430" y="4363597"/>
                  <a:ext cx="138240" cy="206640"/>
                </a:xfrm>
                <a:prstGeom prst="rect">
                  <a:avLst/>
                </a:prstGeom>
              </p:spPr>
            </p:pic>
          </mc:Fallback>
        </mc:AlternateContent>
        <mc:AlternateContent xmlns:mc="http://schemas.openxmlformats.org/markup-compatibility/2006">
          <mc:Choice xmlns:p14="http://schemas.microsoft.com/office/powerpoint/2010/main" Requires="p14">
            <p:contentPart p14:bwMode="auto" r:id="rId154">
              <p14:nvContentPartPr>
                <p14:cNvPr id="97" name="Ink 96">
                  <a:extLst>
                    <a:ext uri="{FF2B5EF4-FFF2-40B4-BE49-F238E27FC236}">
                      <a16:creationId xmlns:a16="http://schemas.microsoft.com/office/drawing/2014/main" id="{163F3F6C-9B64-FC98-49B9-5E3680DEB089}"/>
                    </a:ext>
                  </a:extLst>
                </p14:cNvPr>
                <p14:cNvContentPartPr/>
                <p14:nvPr/>
              </p14:nvContentPartPr>
              <p14:xfrm>
                <a:off x="11197190" y="4295197"/>
                <a:ext cx="51840" cy="267120"/>
              </p14:xfrm>
            </p:contentPart>
          </mc:Choice>
          <mc:Fallback>
            <p:pic>
              <p:nvPicPr>
                <p:cNvPr id="97" name="Ink 96">
                  <a:extLst>
                    <a:ext uri="{FF2B5EF4-FFF2-40B4-BE49-F238E27FC236}">
                      <a16:creationId xmlns:a16="http://schemas.microsoft.com/office/drawing/2014/main" id="{163F3F6C-9B64-FC98-49B9-5E3680DEB089}"/>
                    </a:ext>
                  </a:extLst>
                </p:cNvPr>
                <p:cNvPicPr/>
                <p:nvPr/>
              </p:nvPicPr>
              <p:blipFill>
                <a:blip r:embed="rId155"/>
                <a:stretch>
                  <a:fillRect/>
                </a:stretch>
              </p:blipFill>
              <p:spPr>
                <a:xfrm>
                  <a:off x="11179550" y="4277197"/>
                  <a:ext cx="87480" cy="302760"/>
                </a:xfrm>
                <a:prstGeom prst="rect">
                  <a:avLst/>
                </a:prstGeom>
              </p:spPr>
            </p:pic>
          </mc:Fallback>
        </mc:AlternateContent>
        <mc:AlternateContent xmlns:mc="http://schemas.openxmlformats.org/markup-compatibility/2006">
          <mc:Choice xmlns:p14="http://schemas.microsoft.com/office/powerpoint/2010/main" Requires="p14">
            <p:contentPart p14:bwMode="auto" r:id="rId156">
              <p14:nvContentPartPr>
                <p14:cNvPr id="98" name="Ink 97">
                  <a:extLst>
                    <a:ext uri="{FF2B5EF4-FFF2-40B4-BE49-F238E27FC236}">
                      <a16:creationId xmlns:a16="http://schemas.microsoft.com/office/drawing/2014/main" id="{0BCEB3E1-059C-B28E-0359-14E2C9982F49}"/>
                    </a:ext>
                  </a:extLst>
                </p14:cNvPr>
                <p14:cNvContentPartPr/>
                <p14:nvPr/>
              </p14:nvContentPartPr>
              <p14:xfrm>
                <a:off x="11300510" y="4345957"/>
                <a:ext cx="224280" cy="195120"/>
              </p14:xfrm>
            </p:contentPart>
          </mc:Choice>
          <mc:Fallback>
            <p:pic>
              <p:nvPicPr>
                <p:cNvPr id="98" name="Ink 97">
                  <a:extLst>
                    <a:ext uri="{FF2B5EF4-FFF2-40B4-BE49-F238E27FC236}">
                      <a16:creationId xmlns:a16="http://schemas.microsoft.com/office/drawing/2014/main" id="{0BCEB3E1-059C-B28E-0359-14E2C9982F49}"/>
                    </a:ext>
                  </a:extLst>
                </p:cNvPr>
                <p:cNvPicPr/>
                <p:nvPr/>
              </p:nvPicPr>
              <p:blipFill>
                <a:blip r:embed="rId157"/>
                <a:stretch>
                  <a:fillRect/>
                </a:stretch>
              </p:blipFill>
              <p:spPr>
                <a:xfrm>
                  <a:off x="11282870" y="4328317"/>
                  <a:ext cx="259920" cy="230760"/>
                </a:xfrm>
                <a:prstGeom prst="rect">
                  <a:avLst/>
                </a:prstGeom>
              </p:spPr>
            </p:pic>
          </mc:Fallback>
        </mc:AlternateContent>
        <mc:AlternateContent xmlns:mc="http://schemas.openxmlformats.org/markup-compatibility/2006">
          <mc:Choice xmlns:p14="http://schemas.microsoft.com/office/powerpoint/2010/main" Requires="p14">
            <p:contentPart p14:bwMode="auto" r:id="rId158">
              <p14:nvContentPartPr>
                <p14:cNvPr id="99" name="Ink 98">
                  <a:extLst>
                    <a:ext uri="{FF2B5EF4-FFF2-40B4-BE49-F238E27FC236}">
                      <a16:creationId xmlns:a16="http://schemas.microsoft.com/office/drawing/2014/main" id="{87B2EB2F-0C71-6408-AD75-B0C0EBDFC3A1}"/>
                    </a:ext>
                  </a:extLst>
                </p14:cNvPr>
                <p14:cNvContentPartPr/>
                <p14:nvPr/>
              </p14:nvContentPartPr>
              <p14:xfrm>
                <a:off x="11525150" y="4353877"/>
                <a:ext cx="164520" cy="366840"/>
              </p14:xfrm>
            </p:contentPart>
          </mc:Choice>
          <mc:Fallback>
            <p:pic>
              <p:nvPicPr>
                <p:cNvPr id="99" name="Ink 98">
                  <a:extLst>
                    <a:ext uri="{FF2B5EF4-FFF2-40B4-BE49-F238E27FC236}">
                      <a16:creationId xmlns:a16="http://schemas.microsoft.com/office/drawing/2014/main" id="{87B2EB2F-0C71-6408-AD75-B0C0EBDFC3A1}"/>
                    </a:ext>
                  </a:extLst>
                </p:cNvPr>
                <p:cNvPicPr/>
                <p:nvPr/>
              </p:nvPicPr>
              <p:blipFill>
                <a:blip r:embed="rId159"/>
                <a:stretch>
                  <a:fillRect/>
                </a:stretch>
              </p:blipFill>
              <p:spPr>
                <a:xfrm>
                  <a:off x="11507150" y="4335877"/>
                  <a:ext cx="200160" cy="402480"/>
                </a:xfrm>
                <a:prstGeom prst="rect">
                  <a:avLst/>
                </a:prstGeom>
              </p:spPr>
            </p:pic>
          </mc:Fallback>
        </mc:AlternateContent>
        <mc:AlternateContent xmlns:mc="http://schemas.openxmlformats.org/markup-compatibility/2006">
          <mc:Choice xmlns:p14="http://schemas.microsoft.com/office/powerpoint/2010/main" Requires="p14">
            <p:contentPart p14:bwMode="auto" r:id="rId160">
              <p14:nvContentPartPr>
                <p14:cNvPr id="100" name="Ink 99">
                  <a:extLst>
                    <a:ext uri="{FF2B5EF4-FFF2-40B4-BE49-F238E27FC236}">
                      <a16:creationId xmlns:a16="http://schemas.microsoft.com/office/drawing/2014/main" id="{0407E5DE-70E8-FB7D-1085-D061F7235C1C}"/>
                    </a:ext>
                  </a:extLst>
                </p14:cNvPr>
                <p14:cNvContentPartPr/>
                <p14:nvPr/>
              </p14:nvContentPartPr>
              <p14:xfrm>
                <a:off x="10574390" y="3386197"/>
                <a:ext cx="1438200" cy="1680480"/>
              </p14:xfrm>
            </p:contentPart>
          </mc:Choice>
          <mc:Fallback>
            <p:pic>
              <p:nvPicPr>
                <p:cNvPr id="100" name="Ink 99">
                  <a:extLst>
                    <a:ext uri="{FF2B5EF4-FFF2-40B4-BE49-F238E27FC236}">
                      <a16:creationId xmlns:a16="http://schemas.microsoft.com/office/drawing/2014/main" id="{0407E5DE-70E8-FB7D-1085-D061F7235C1C}"/>
                    </a:ext>
                  </a:extLst>
                </p:cNvPr>
                <p:cNvPicPr/>
                <p:nvPr/>
              </p:nvPicPr>
              <p:blipFill>
                <a:blip r:embed="rId161"/>
                <a:stretch>
                  <a:fillRect/>
                </a:stretch>
              </p:blipFill>
              <p:spPr>
                <a:xfrm>
                  <a:off x="10556390" y="3368557"/>
                  <a:ext cx="1473840" cy="1716120"/>
                </a:xfrm>
                <a:prstGeom prst="rect">
                  <a:avLst/>
                </a:prstGeom>
              </p:spPr>
            </p:pic>
          </mc:Fallback>
        </mc:AlternateContent>
        <mc:AlternateContent xmlns:mc="http://schemas.openxmlformats.org/markup-compatibility/2006">
          <mc:Choice xmlns:p14="http://schemas.microsoft.com/office/powerpoint/2010/main" Requires="p14">
            <p:contentPart p14:bwMode="auto" r:id="rId162">
              <p14:nvContentPartPr>
                <p14:cNvPr id="101" name="Ink 100">
                  <a:extLst>
                    <a:ext uri="{FF2B5EF4-FFF2-40B4-BE49-F238E27FC236}">
                      <a16:creationId xmlns:a16="http://schemas.microsoft.com/office/drawing/2014/main" id="{AA5BDC29-C41C-F5A1-7ABE-A06CBA96DB01}"/>
                    </a:ext>
                  </a:extLst>
                </p14:cNvPr>
                <p14:cNvContentPartPr/>
                <p14:nvPr/>
              </p14:nvContentPartPr>
              <p14:xfrm>
                <a:off x="10464230" y="3419677"/>
                <a:ext cx="230760" cy="1462320"/>
              </p14:xfrm>
            </p:contentPart>
          </mc:Choice>
          <mc:Fallback>
            <p:pic>
              <p:nvPicPr>
                <p:cNvPr id="101" name="Ink 100">
                  <a:extLst>
                    <a:ext uri="{FF2B5EF4-FFF2-40B4-BE49-F238E27FC236}">
                      <a16:creationId xmlns:a16="http://schemas.microsoft.com/office/drawing/2014/main" id="{AA5BDC29-C41C-F5A1-7ABE-A06CBA96DB01}"/>
                    </a:ext>
                  </a:extLst>
                </p:cNvPr>
                <p:cNvPicPr/>
                <p:nvPr/>
              </p:nvPicPr>
              <p:blipFill>
                <a:blip r:embed="rId163"/>
                <a:stretch>
                  <a:fillRect/>
                </a:stretch>
              </p:blipFill>
              <p:spPr>
                <a:xfrm>
                  <a:off x="10446590" y="3402037"/>
                  <a:ext cx="266400" cy="1497960"/>
                </a:xfrm>
                <a:prstGeom prst="rect">
                  <a:avLst/>
                </a:prstGeom>
              </p:spPr>
            </p:pic>
          </mc:Fallback>
        </mc:AlternateContent>
        <mc:AlternateContent xmlns:mc="http://schemas.openxmlformats.org/markup-compatibility/2006">
          <mc:Choice xmlns:p14="http://schemas.microsoft.com/office/powerpoint/2010/main" Requires="p14">
            <p:contentPart p14:bwMode="auto" r:id="rId164">
              <p14:nvContentPartPr>
                <p14:cNvPr id="103" name="Ink 102">
                  <a:extLst>
                    <a:ext uri="{FF2B5EF4-FFF2-40B4-BE49-F238E27FC236}">
                      <a16:creationId xmlns:a16="http://schemas.microsoft.com/office/drawing/2014/main" id="{B9EC3109-2691-0E06-008A-09F63E3BC478}"/>
                    </a:ext>
                  </a:extLst>
                </p14:cNvPr>
                <p14:cNvContentPartPr/>
                <p14:nvPr/>
              </p14:nvContentPartPr>
              <p14:xfrm>
                <a:off x="10202870" y="1317277"/>
                <a:ext cx="945720" cy="2277000"/>
              </p14:xfrm>
            </p:contentPart>
          </mc:Choice>
          <mc:Fallback>
            <p:pic>
              <p:nvPicPr>
                <p:cNvPr id="103" name="Ink 102">
                  <a:extLst>
                    <a:ext uri="{FF2B5EF4-FFF2-40B4-BE49-F238E27FC236}">
                      <a16:creationId xmlns:a16="http://schemas.microsoft.com/office/drawing/2014/main" id="{B9EC3109-2691-0E06-008A-09F63E3BC478}"/>
                    </a:ext>
                  </a:extLst>
                </p:cNvPr>
                <p:cNvPicPr/>
                <p:nvPr/>
              </p:nvPicPr>
              <p:blipFill>
                <a:blip r:embed="rId165"/>
                <a:stretch>
                  <a:fillRect/>
                </a:stretch>
              </p:blipFill>
              <p:spPr>
                <a:xfrm>
                  <a:off x="10185230" y="1299637"/>
                  <a:ext cx="981360" cy="231264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166">
            <p14:nvContentPartPr>
              <p14:cNvPr id="105" name="Ink 104">
                <a:extLst>
                  <a:ext uri="{FF2B5EF4-FFF2-40B4-BE49-F238E27FC236}">
                    <a16:creationId xmlns:a16="http://schemas.microsoft.com/office/drawing/2014/main" id="{96CFDF6D-3A6D-2C18-1F91-F9F47B9EEC08}"/>
                  </a:ext>
                </a:extLst>
              </p14:cNvPr>
              <p14:cNvContentPartPr/>
              <p14:nvPr/>
            </p14:nvContentPartPr>
            <p14:xfrm>
              <a:off x="5793590" y="5601637"/>
              <a:ext cx="2331360" cy="60840"/>
            </p14:xfrm>
          </p:contentPart>
        </mc:Choice>
        <mc:Fallback>
          <p:pic>
            <p:nvPicPr>
              <p:cNvPr id="105" name="Ink 104">
                <a:extLst>
                  <a:ext uri="{FF2B5EF4-FFF2-40B4-BE49-F238E27FC236}">
                    <a16:creationId xmlns:a16="http://schemas.microsoft.com/office/drawing/2014/main" id="{96CFDF6D-3A6D-2C18-1F91-F9F47B9EEC08}"/>
                  </a:ext>
                </a:extLst>
              </p:cNvPr>
              <p:cNvPicPr/>
              <p:nvPr/>
            </p:nvPicPr>
            <p:blipFill>
              <a:blip r:embed="rId167"/>
              <a:stretch>
                <a:fillRect/>
              </a:stretch>
            </p:blipFill>
            <p:spPr>
              <a:xfrm>
                <a:off x="5775590" y="5583637"/>
                <a:ext cx="2367000" cy="96480"/>
              </a:xfrm>
              <a:prstGeom prst="rect">
                <a:avLst/>
              </a:prstGeom>
            </p:spPr>
          </p:pic>
        </mc:Fallback>
      </mc:AlternateContent>
      <mc:AlternateContent xmlns:mc="http://schemas.openxmlformats.org/markup-compatibility/2006">
        <mc:Choice xmlns:p14="http://schemas.microsoft.com/office/powerpoint/2010/main" Requires="p14">
          <p:contentPart p14:bwMode="auto" r:id="rId168">
            <p14:nvContentPartPr>
              <p14:cNvPr id="106" name="Ink 105">
                <a:extLst>
                  <a:ext uri="{FF2B5EF4-FFF2-40B4-BE49-F238E27FC236}">
                    <a16:creationId xmlns:a16="http://schemas.microsoft.com/office/drawing/2014/main" id="{8A2081BE-5132-75C1-E4A1-DF8A1C4BEAE0}"/>
                  </a:ext>
                </a:extLst>
              </p14:cNvPr>
              <p14:cNvContentPartPr/>
              <p14:nvPr/>
            </p14:nvContentPartPr>
            <p14:xfrm>
              <a:off x="8448950" y="5555557"/>
              <a:ext cx="607320" cy="58320"/>
            </p14:xfrm>
          </p:contentPart>
        </mc:Choice>
        <mc:Fallback>
          <p:pic>
            <p:nvPicPr>
              <p:cNvPr id="106" name="Ink 105">
                <a:extLst>
                  <a:ext uri="{FF2B5EF4-FFF2-40B4-BE49-F238E27FC236}">
                    <a16:creationId xmlns:a16="http://schemas.microsoft.com/office/drawing/2014/main" id="{8A2081BE-5132-75C1-E4A1-DF8A1C4BEAE0}"/>
                  </a:ext>
                </a:extLst>
              </p:cNvPr>
              <p:cNvPicPr/>
              <p:nvPr/>
            </p:nvPicPr>
            <p:blipFill>
              <a:blip r:embed="rId169"/>
              <a:stretch>
                <a:fillRect/>
              </a:stretch>
            </p:blipFill>
            <p:spPr>
              <a:xfrm>
                <a:off x="8430950" y="5537557"/>
                <a:ext cx="642960" cy="93960"/>
              </a:xfrm>
              <a:prstGeom prst="rect">
                <a:avLst/>
              </a:prstGeom>
            </p:spPr>
          </p:pic>
        </mc:Fallback>
      </mc:AlternateContent>
      <p:grpSp>
        <p:nvGrpSpPr>
          <p:cNvPr id="120" name="Group 119">
            <a:extLst>
              <a:ext uri="{FF2B5EF4-FFF2-40B4-BE49-F238E27FC236}">
                <a16:creationId xmlns:a16="http://schemas.microsoft.com/office/drawing/2014/main" id="{E2BA61BB-C3A8-3648-0B60-47B9C41E1B26}"/>
              </a:ext>
            </a:extLst>
          </p:cNvPr>
          <p:cNvGrpSpPr/>
          <p:nvPr/>
        </p:nvGrpSpPr>
        <p:grpSpPr>
          <a:xfrm>
            <a:off x="7331150" y="5888197"/>
            <a:ext cx="1266120" cy="318960"/>
            <a:chOff x="7331150" y="5888197"/>
            <a:chExt cx="1266120" cy="318960"/>
          </a:xfrm>
        </p:grpSpPr>
        <mc:AlternateContent xmlns:mc="http://schemas.openxmlformats.org/markup-compatibility/2006">
          <mc:Choice xmlns:p14="http://schemas.microsoft.com/office/powerpoint/2010/main" Requires="p14">
            <p:contentPart p14:bwMode="auto" r:id="rId170">
              <p14:nvContentPartPr>
                <p14:cNvPr id="107" name="Ink 106">
                  <a:extLst>
                    <a:ext uri="{FF2B5EF4-FFF2-40B4-BE49-F238E27FC236}">
                      <a16:creationId xmlns:a16="http://schemas.microsoft.com/office/drawing/2014/main" id="{2B646A83-4FD1-95B0-1C4D-68F4FAD0CFAE}"/>
                    </a:ext>
                  </a:extLst>
                </p14:cNvPr>
                <p14:cNvContentPartPr/>
                <p14:nvPr/>
              </p14:nvContentPartPr>
              <p14:xfrm>
                <a:off x="7331150" y="5924917"/>
                <a:ext cx="145440" cy="282240"/>
              </p14:xfrm>
            </p:contentPart>
          </mc:Choice>
          <mc:Fallback>
            <p:pic>
              <p:nvPicPr>
                <p:cNvPr id="107" name="Ink 106">
                  <a:extLst>
                    <a:ext uri="{FF2B5EF4-FFF2-40B4-BE49-F238E27FC236}">
                      <a16:creationId xmlns:a16="http://schemas.microsoft.com/office/drawing/2014/main" id="{2B646A83-4FD1-95B0-1C4D-68F4FAD0CFAE}"/>
                    </a:ext>
                  </a:extLst>
                </p:cNvPr>
                <p:cNvPicPr/>
                <p:nvPr/>
              </p:nvPicPr>
              <p:blipFill>
                <a:blip r:embed="rId171"/>
                <a:stretch>
                  <a:fillRect/>
                </a:stretch>
              </p:blipFill>
              <p:spPr>
                <a:xfrm>
                  <a:off x="7313150" y="5906917"/>
                  <a:ext cx="181080" cy="317880"/>
                </a:xfrm>
                <a:prstGeom prst="rect">
                  <a:avLst/>
                </a:prstGeom>
              </p:spPr>
            </p:pic>
          </mc:Fallback>
        </mc:AlternateContent>
        <mc:AlternateContent xmlns:mc="http://schemas.openxmlformats.org/markup-compatibility/2006">
          <mc:Choice xmlns:p14="http://schemas.microsoft.com/office/powerpoint/2010/main" Requires="p14">
            <p:contentPart p14:bwMode="auto" r:id="rId172">
              <p14:nvContentPartPr>
                <p14:cNvPr id="108" name="Ink 107">
                  <a:extLst>
                    <a:ext uri="{FF2B5EF4-FFF2-40B4-BE49-F238E27FC236}">
                      <a16:creationId xmlns:a16="http://schemas.microsoft.com/office/drawing/2014/main" id="{4BA584C2-9D78-0F48-88E2-3D26074721E2}"/>
                    </a:ext>
                  </a:extLst>
                </p14:cNvPr>
                <p14:cNvContentPartPr/>
                <p14:nvPr/>
              </p14:nvContentPartPr>
              <p14:xfrm>
                <a:off x="7634270" y="6010957"/>
                <a:ext cx="250920" cy="131400"/>
              </p14:xfrm>
            </p:contentPart>
          </mc:Choice>
          <mc:Fallback>
            <p:pic>
              <p:nvPicPr>
                <p:cNvPr id="108" name="Ink 107">
                  <a:extLst>
                    <a:ext uri="{FF2B5EF4-FFF2-40B4-BE49-F238E27FC236}">
                      <a16:creationId xmlns:a16="http://schemas.microsoft.com/office/drawing/2014/main" id="{4BA584C2-9D78-0F48-88E2-3D26074721E2}"/>
                    </a:ext>
                  </a:extLst>
                </p:cNvPr>
                <p:cNvPicPr/>
                <p:nvPr/>
              </p:nvPicPr>
              <p:blipFill>
                <a:blip r:embed="rId173"/>
                <a:stretch>
                  <a:fillRect/>
                </a:stretch>
              </p:blipFill>
              <p:spPr>
                <a:xfrm>
                  <a:off x="7616270" y="5992957"/>
                  <a:ext cx="286560" cy="167040"/>
                </a:xfrm>
                <a:prstGeom prst="rect">
                  <a:avLst/>
                </a:prstGeom>
              </p:spPr>
            </p:pic>
          </mc:Fallback>
        </mc:AlternateContent>
        <mc:AlternateContent xmlns:mc="http://schemas.openxmlformats.org/markup-compatibility/2006">
          <mc:Choice xmlns:p14="http://schemas.microsoft.com/office/powerpoint/2010/main" Requires="p14">
            <p:contentPart p14:bwMode="auto" r:id="rId174">
              <p14:nvContentPartPr>
                <p14:cNvPr id="109" name="Ink 108">
                  <a:extLst>
                    <a:ext uri="{FF2B5EF4-FFF2-40B4-BE49-F238E27FC236}">
                      <a16:creationId xmlns:a16="http://schemas.microsoft.com/office/drawing/2014/main" id="{9A6C6AC5-82F9-5D37-B6DC-880178510E38}"/>
                    </a:ext>
                  </a:extLst>
                </p14:cNvPr>
                <p14:cNvContentPartPr/>
                <p14:nvPr/>
              </p14:nvContentPartPr>
              <p14:xfrm>
                <a:off x="7987790" y="6015637"/>
                <a:ext cx="65160" cy="113400"/>
              </p14:xfrm>
            </p:contentPart>
          </mc:Choice>
          <mc:Fallback>
            <p:pic>
              <p:nvPicPr>
                <p:cNvPr id="109" name="Ink 108">
                  <a:extLst>
                    <a:ext uri="{FF2B5EF4-FFF2-40B4-BE49-F238E27FC236}">
                      <a16:creationId xmlns:a16="http://schemas.microsoft.com/office/drawing/2014/main" id="{9A6C6AC5-82F9-5D37-B6DC-880178510E38}"/>
                    </a:ext>
                  </a:extLst>
                </p:cNvPr>
                <p:cNvPicPr/>
                <p:nvPr/>
              </p:nvPicPr>
              <p:blipFill>
                <a:blip r:embed="rId175"/>
                <a:stretch>
                  <a:fillRect/>
                </a:stretch>
              </p:blipFill>
              <p:spPr>
                <a:xfrm>
                  <a:off x="7969790" y="5997997"/>
                  <a:ext cx="100800" cy="149040"/>
                </a:xfrm>
                <a:prstGeom prst="rect">
                  <a:avLst/>
                </a:prstGeom>
              </p:spPr>
            </p:pic>
          </mc:Fallback>
        </mc:AlternateContent>
        <mc:AlternateContent xmlns:mc="http://schemas.openxmlformats.org/markup-compatibility/2006">
          <mc:Choice xmlns:p14="http://schemas.microsoft.com/office/powerpoint/2010/main" Requires="p14">
            <p:contentPart p14:bwMode="auto" r:id="rId176">
              <p14:nvContentPartPr>
                <p14:cNvPr id="110" name="Ink 109">
                  <a:extLst>
                    <a:ext uri="{FF2B5EF4-FFF2-40B4-BE49-F238E27FC236}">
                      <a16:creationId xmlns:a16="http://schemas.microsoft.com/office/drawing/2014/main" id="{5A30D3E4-154A-15CA-5F0A-F5A7856D4A45}"/>
                    </a:ext>
                  </a:extLst>
                </p14:cNvPr>
                <p14:cNvContentPartPr/>
                <p14:nvPr/>
              </p14:nvContentPartPr>
              <p14:xfrm>
                <a:off x="8147270" y="5888197"/>
                <a:ext cx="68040" cy="293400"/>
              </p14:xfrm>
            </p:contentPart>
          </mc:Choice>
          <mc:Fallback>
            <p:pic>
              <p:nvPicPr>
                <p:cNvPr id="110" name="Ink 109">
                  <a:extLst>
                    <a:ext uri="{FF2B5EF4-FFF2-40B4-BE49-F238E27FC236}">
                      <a16:creationId xmlns:a16="http://schemas.microsoft.com/office/drawing/2014/main" id="{5A30D3E4-154A-15CA-5F0A-F5A7856D4A45}"/>
                    </a:ext>
                  </a:extLst>
                </p:cNvPr>
                <p:cNvPicPr/>
                <p:nvPr/>
              </p:nvPicPr>
              <p:blipFill>
                <a:blip r:embed="rId177"/>
                <a:stretch>
                  <a:fillRect/>
                </a:stretch>
              </p:blipFill>
              <p:spPr>
                <a:xfrm>
                  <a:off x="8129630" y="5870197"/>
                  <a:ext cx="103680" cy="329040"/>
                </a:xfrm>
                <a:prstGeom prst="rect">
                  <a:avLst/>
                </a:prstGeom>
              </p:spPr>
            </p:pic>
          </mc:Fallback>
        </mc:AlternateContent>
        <mc:AlternateContent xmlns:mc="http://schemas.openxmlformats.org/markup-compatibility/2006">
          <mc:Choice xmlns:p14="http://schemas.microsoft.com/office/powerpoint/2010/main" Requires="p14">
            <p:contentPart p14:bwMode="auto" r:id="rId178">
              <p14:nvContentPartPr>
                <p14:cNvPr id="111" name="Ink 110">
                  <a:extLst>
                    <a:ext uri="{FF2B5EF4-FFF2-40B4-BE49-F238E27FC236}">
                      <a16:creationId xmlns:a16="http://schemas.microsoft.com/office/drawing/2014/main" id="{E68E3E4E-0B2B-4419-6845-8A920A0E41E3}"/>
                    </a:ext>
                  </a:extLst>
                </p14:cNvPr>
                <p14:cNvContentPartPr/>
                <p14:nvPr/>
              </p14:nvContentPartPr>
              <p14:xfrm>
                <a:off x="8233310" y="5947597"/>
                <a:ext cx="115920" cy="132120"/>
              </p14:xfrm>
            </p:contentPart>
          </mc:Choice>
          <mc:Fallback>
            <p:pic>
              <p:nvPicPr>
                <p:cNvPr id="111" name="Ink 110">
                  <a:extLst>
                    <a:ext uri="{FF2B5EF4-FFF2-40B4-BE49-F238E27FC236}">
                      <a16:creationId xmlns:a16="http://schemas.microsoft.com/office/drawing/2014/main" id="{E68E3E4E-0B2B-4419-6845-8A920A0E41E3}"/>
                    </a:ext>
                  </a:extLst>
                </p:cNvPr>
                <p:cNvPicPr/>
                <p:nvPr/>
              </p:nvPicPr>
              <p:blipFill>
                <a:blip r:embed="rId179"/>
                <a:stretch>
                  <a:fillRect/>
                </a:stretch>
              </p:blipFill>
              <p:spPr>
                <a:xfrm>
                  <a:off x="8215670" y="5929597"/>
                  <a:ext cx="151560" cy="167760"/>
                </a:xfrm>
                <a:prstGeom prst="rect">
                  <a:avLst/>
                </a:prstGeom>
              </p:spPr>
            </p:pic>
          </mc:Fallback>
        </mc:AlternateContent>
        <mc:AlternateContent xmlns:mc="http://schemas.openxmlformats.org/markup-compatibility/2006">
          <mc:Choice xmlns:p14="http://schemas.microsoft.com/office/powerpoint/2010/main" Requires="p14">
            <p:contentPart p14:bwMode="auto" r:id="rId180">
              <p14:nvContentPartPr>
                <p14:cNvPr id="112" name="Ink 111">
                  <a:extLst>
                    <a:ext uri="{FF2B5EF4-FFF2-40B4-BE49-F238E27FC236}">
                      <a16:creationId xmlns:a16="http://schemas.microsoft.com/office/drawing/2014/main" id="{BF56680A-684C-1AD9-945E-32A215480B1C}"/>
                    </a:ext>
                  </a:extLst>
                </p14:cNvPr>
                <p14:cNvContentPartPr/>
                <p14:nvPr/>
              </p14:nvContentPartPr>
              <p14:xfrm>
                <a:off x="8481350" y="5961277"/>
                <a:ext cx="115920" cy="111960"/>
              </p14:xfrm>
            </p:contentPart>
          </mc:Choice>
          <mc:Fallback>
            <p:pic>
              <p:nvPicPr>
                <p:cNvPr id="112" name="Ink 111">
                  <a:extLst>
                    <a:ext uri="{FF2B5EF4-FFF2-40B4-BE49-F238E27FC236}">
                      <a16:creationId xmlns:a16="http://schemas.microsoft.com/office/drawing/2014/main" id="{BF56680A-684C-1AD9-945E-32A215480B1C}"/>
                    </a:ext>
                  </a:extLst>
                </p:cNvPr>
                <p:cNvPicPr/>
                <p:nvPr/>
              </p:nvPicPr>
              <p:blipFill>
                <a:blip r:embed="rId181"/>
                <a:stretch>
                  <a:fillRect/>
                </a:stretch>
              </p:blipFill>
              <p:spPr>
                <a:xfrm>
                  <a:off x="8463350" y="5943637"/>
                  <a:ext cx="151560" cy="147600"/>
                </a:xfrm>
                <a:prstGeom prst="rect">
                  <a:avLst/>
                </a:prstGeom>
              </p:spPr>
            </p:pic>
          </mc:Fallback>
        </mc:AlternateContent>
      </p:grpSp>
      <p:grpSp>
        <p:nvGrpSpPr>
          <p:cNvPr id="119" name="Group 118">
            <a:extLst>
              <a:ext uri="{FF2B5EF4-FFF2-40B4-BE49-F238E27FC236}">
                <a16:creationId xmlns:a16="http://schemas.microsoft.com/office/drawing/2014/main" id="{CA8BA017-EDA5-B580-769C-74CB3BC106D1}"/>
              </a:ext>
            </a:extLst>
          </p:cNvPr>
          <p:cNvGrpSpPr/>
          <p:nvPr/>
        </p:nvGrpSpPr>
        <p:grpSpPr>
          <a:xfrm>
            <a:off x="9053030" y="5783077"/>
            <a:ext cx="709200" cy="338760"/>
            <a:chOff x="9053030" y="5783077"/>
            <a:chExt cx="709200" cy="338760"/>
          </a:xfrm>
        </p:grpSpPr>
        <mc:AlternateContent xmlns:mc="http://schemas.openxmlformats.org/markup-compatibility/2006">
          <mc:Choice xmlns:p14="http://schemas.microsoft.com/office/powerpoint/2010/main" Requires="p14">
            <p:contentPart p14:bwMode="auto" r:id="rId182">
              <p14:nvContentPartPr>
                <p14:cNvPr id="113" name="Ink 112">
                  <a:extLst>
                    <a:ext uri="{FF2B5EF4-FFF2-40B4-BE49-F238E27FC236}">
                      <a16:creationId xmlns:a16="http://schemas.microsoft.com/office/drawing/2014/main" id="{82174BF5-C8DD-F5C6-8149-FAC3DA59AECD}"/>
                    </a:ext>
                  </a:extLst>
                </p14:cNvPr>
                <p14:cNvContentPartPr/>
                <p14:nvPr/>
              </p14:nvContentPartPr>
              <p14:xfrm>
                <a:off x="9053030" y="5783077"/>
                <a:ext cx="52920" cy="338760"/>
              </p14:xfrm>
            </p:contentPart>
          </mc:Choice>
          <mc:Fallback>
            <p:pic>
              <p:nvPicPr>
                <p:cNvPr id="113" name="Ink 112">
                  <a:extLst>
                    <a:ext uri="{FF2B5EF4-FFF2-40B4-BE49-F238E27FC236}">
                      <a16:creationId xmlns:a16="http://schemas.microsoft.com/office/drawing/2014/main" id="{82174BF5-C8DD-F5C6-8149-FAC3DA59AECD}"/>
                    </a:ext>
                  </a:extLst>
                </p:cNvPr>
                <p:cNvPicPr/>
                <p:nvPr/>
              </p:nvPicPr>
              <p:blipFill>
                <a:blip r:embed="rId183"/>
                <a:stretch>
                  <a:fillRect/>
                </a:stretch>
              </p:blipFill>
              <p:spPr>
                <a:xfrm>
                  <a:off x="9035030" y="5765077"/>
                  <a:ext cx="88560" cy="374400"/>
                </a:xfrm>
                <a:prstGeom prst="rect">
                  <a:avLst/>
                </a:prstGeom>
              </p:spPr>
            </p:pic>
          </mc:Fallback>
        </mc:AlternateContent>
        <mc:AlternateContent xmlns:mc="http://schemas.openxmlformats.org/markup-compatibility/2006">
          <mc:Choice xmlns:p14="http://schemas.microsoft.com/office/powerpoint/2010/main" Requires="p14">
            <p:contentPart p14:bwMode="auto" r:id="rId184">
              <p14:nvContentPartPr>
                <p14:cNvPr id="114" name="Ink 113">
                  <a:extLst>
                    <a:ext uri="{FF2B5EF4-FFF2-40B4-BE49-F238E27FC236}">
                      <a16:creationId xmlns:a16="http://schemas.microsoft.com/office/drawing/2014/main" id="{D61F144A-54D6-6E75-17C5-55975457505E}"/>
                    </a:ext>
                  </a:extLst>
                </p14:cNvPr>
                <p14:cNvContentPartPr/>
                <p14:nvPr/>
              </p14:nvContentPartPr>
              <p14:xfrm>
                <a:off x="9262550" y="5850397"/>
                <a:ext cx="51840" cy="205920"/>
              </p14:xfrm>
            </p:contentPart>
          </mc:Choice>
          <mc:Fallback>
            <p:pic>
              <p:nvPicPr>
                <p:cNvPr id="114" name="Ink 113">
                  <a:extLst>
                    <a:ext uri="{FF2B5EF4-FFF2-40B4-BE49-F238E27FC236}">
                      <a16:creationId xmlns:a16="http://schemas.microsoft.com/office/drawing/2014/main" id="{D61F144A-54D6-6E75-17C5-55975457505E}"/>
                    </a:ext>
                  </a:extLst>
                </p:cNvPr>
                <p:cNvPicPr/>
                <p:nvPr/>
              </p:nvPicPr>
              <p:blipFill>
                <a:blip r:embed="rId185"/>
                <a:stretch>
                  <a:fillRect/>
                </a:stretch>
              </p:blipFill>
              <p:spPr>
                <a:xfrm>
                  <a:off x="9244550" y="5832397"/>
                  <a:ext cx="87480" cy="241560"/>
                </a:xfrm>
                <a:prstGeom prst="rect">
                  <a:avLst/>
                </a:prstGeom>
              </p:spPr>
            </p:pic>
          </mc:Fallback>
        </mc:AlternateContent>
        <mc:AlternateContent xmlns:mc="http://schemas.openxmlformats.org/markup-compatibility/2006">
          <mc:Choice xmlns:p14="http://schemas.microsoft.com/office/powerpoint/2010/main" Requires="p14">
            <p:contentPart p14:bwMode="auto" r:id="rId186">
              <p14:nvContentPartPr>
                <p14:cNvPr id="115" name="Ink 114">
                  <a:extLst>
                    <a:ext uri="{FF2B5EF4-FFF2-40B4-BE49-F238E27FC236}">
                      <a16:creationId xmlns:a16="http://schemas.microsoft.com/office/drawing/2014/main" id="{D65179B7-0E5D-C6E2-0151-A71DA80804D1}"/>
                    </a:ext>
                  </a:extLst>
                </p14:cNvPr>
                <p14:cNvContentPartPr/>
                <p14:nvPr/>
              </p14:nvContentPartPr>
              <p14:xfrm>
                <a:off x="9254270" y="5933557"/>
                <a:ext cx="140760" cy="155160"/>
              </p14:xfrm>
            </p:contentPart>
          </mc:Choice>
          <mc:Fallback>
            <p:pic>
              <p:nvPicPr>
                <p:cNvPr id="115" name="Ink 114">
                  <a:extLst>
                    <a:ext uri="{FF2B5EF4-FFF2-40B4-BE49-F238E27FC236}">
                      <a16:creationId xmlns:a16="http://schemas.microsoft.com/office/drawing/2014/main" id="{D65179B7-0E5D-C6E2-0151-A71DA80804D1}"/>
                    </a:ext>
                  </a:extLst>
                </p:cNvPr>
                <p:cNvPicPr/>
                <p:nvPr/>
              </p:nvPicPr>
              <p:blipFill>
                <a:blip r:embed="rId187"/>
                <a:stretch>
                  <a:fillRect/>
                </a:stretch>
              </p:blipFill>
              <p:spPr>
                <a:xfrm>
                  <a:off x="9236270" y="5915557"/>
                  <a:ext cx="176400" cy="190800"/>
                </a:xfrm>
                <a:prstGeom prst="rect">
                  <a:avLst/>
                </a:prstGeom>
              </p:spPr>
            </p:pic>
          </mc:Fallback>
        </mc:AlternateContent>
        <mc:AlternateContent xmlns:mc="http://schemas.openxmlformats.org/markup-compatibility/2006">
          <mc:Choice xmlns:p14="http://schemas.microsoft.com/office/powerpoint/2010/main" Requires="p14">
            <p:contentPart p14:bwMode="auto" r:id="rId188">
              <p14:nvContentPartPr>
                <p14:cNvPr id="116" name="Ink 115">
                  <a:extLst>
                    <a:ext uri="{FF2B5EF4-FFF2-40B4-BE49-F238E27FC236}">
                      <a16:creationId xmlns:a16="http://schemas.microsoft.com/office/drawing/2014/main" id="{F6D94E0B-0E3A-E397-521A-FCF9B45DB5F7}"/>
                    </a:ext>
                  </a:extLst>
                </p14:cNvPr>
                <p14:cNvContentPartPr/>
                <p14:nvPr/>
              </p14:nvContentPartPr>
              <p14:xfrm>
                <a:off x="9482510" y="5896837"/>
                <a:ext cx="44280" cy="213480"/>
              </p14:xfrm>
            </p:contentPart>
          </mc:Choice>
          <mc:Fallback>
            <p:pic>
              <p:nvPicPr>
                <p:cNvPr id="116" name="Ink 115">
                  <a:extLst>
                    <a:ext uri="{FF2B5EF4-FFF2-40B4-BE49-F238E27FC236}">
                      <a16:creationId xmlns:a16="http://schemas.microsoft.com/office/drawing/2014/main" id="{F6D94E0B-0E3A-E397-521A-FCF9B45DB5F7}"/>
                    </a:ext>
                  </a:extLst>
                </p:cNvPr>
                <p:cNvPicPr/>
                <p:nvPr/>
              </p:nvPicPr>
              <p:blipFill>
                <a:blip r:embed="rId189"/>
                <a:stretch>
                  <a:fillRect/>
                </a:stretch>
              </p:blipFill>
              <p:spPr>
                <a:xfrm>
                  <a:off x="9464870" y="5879197"/>
                  <a:ext cx="79920" cy="249120"/>
                </a:xfrm>
                <a:prstGeom prst="rect">
                  <a:avLst/>
                </a:prstGeom>
              </p:spPr>
            </p:pic>
          </mc:Fallback>
        </mc:AlternateContent>
        <mc:AlternateContent xmlns:mc="http://schemas.openxmlformats.org/markup-compatibility/2006">
          <mc:Choice xmlns:p14="http://schemas.microsoft.com/office/powerpoint/2010/main" Requires="p14">
            <p:contentPart p14:bwMode="auto" r:id="rId190">
              <p14:nvContentPartPr>
                <p14:cNvPr id="117" name="Ink 116">
                  <a:extLst>
                    <a:ext uri="{FF2B5EF4-FFF2-40B4-BE49-F238E27FC236}">
                      <a16:creationId xmlns:a16="http://schemas.microsoft.com/office/drawing/2014/main" id="{2C8ACF74-8BEA-D704-5F5B-97244B629173}"/>
                    </a:ext>
                  </a:extLst>
                </p14:cNvPr>
                <p14:cNvContentPartPr/>
                <p14:nvPr/>
              </p14:nvContentPartPr>
              <p14:xfrm>
                <a:off x="9466310" y="5874517"/>
                <a:ext cx="82440" cy="90720"/>
              </p14:xfrm>
            </p:contentPart>
          </mc:Choice>
          <mc:Fallback>
            <p:pic>
              <p:nvPicPr>
                <p:cNvPr id="117" name="Ink 116">
                  <a:extLst>
                    <a:ext uri="{FF2B5EF4-FFF2-40B4-BE49-F238E27FC236}">
                      <a16:creationId xmlns:a16="http://schemas.microsoft.com/office/drawing/2014/main" id="{2C8ACF74-8BEA-D704-5F5B-97244B629173}"/>
                    </a:ext>
                  </a:extLst>
                </p:cNvPr>
                <p:cNvPicPr/>
                <p:nvPr/>
              </p:nvPicPr>
              <p:blipFill>
                <a:blip r:embed="rId191"/>
                <a:stretch>
                  <a:fillRect/>
                </a:stretch>
              </p:blipFill>
              <p:spPr>
                <a:xfrm>
                  <a:off x="9448310" y="5856877"/>
                  <a:ext cx="118080" cy="126360"/>
                </a:xfrm>
                <a:prstGeom prst="rect">
                  <a:avLst/>
                </a:prstGeom>
              </p:spPr>
            </p:pic>
          </mc:Fallback>
        </mc:AlternateContent>
        <mc:AlternateContent xmlns:mc="http://schemas.openxmlformats.org/markup-compatibility/2006">
          <mc:Choice xmlns:p14="http://schemas.microsoft.com/office/powerpoint/2010/main" Requires="p14">
            <p:contentPart p14:bwMode="auto" r:id="rId192">
              <p14:nvContentPartPr>
                <p14:cNvPr id="118" name="Ink 117">
                  <a:extLst>
                    <a:ext uri="{FF2B5EF4-FFF2-40B4-BE49-F238E27FC236}">
                      <a16:creationId xmlns:a16="http://schemas.microsoft.com/office/drawing/2014/main" id="{596A1661-825C-5FE0-B773-50DC456D8E48}"/>
                    </a:ext>
                  </a:extLst>
                </p14:cNvPr>
                <p14:cNvContentPartPr/>
                <p14:nvPr/>
              </p14:nvContentPartPr>
              <p14:xfrm>
                <a:off x="9674390" y="5838157"/>
                <a:ext cx="87840" cy="222840"/>
              </p14:xfrm>
            </p:contentPart>
          </mc:Choice>
          <mc:Fallback>
            <p:pic>
              <p:nvPicPr>
                <p:cNvPr id="118" name="Ink 117">
                  <a:extLst>
                    <a:ext uri="{FF2B5EF4-FFF2-40B4-BE49-F238E27FC236}">
                      <a16:creationId xmlns:a16="http://schemas.microsoft.com/office/drawing/2014/main" id="{596A1661-825C-5FE0-B773-50DC456D8E48}"/>
                    </a:ext>
                  </a:extLst>
                </p:cNvPr>
                <p:cNvPicPr/>
                <p:nvPr/>
              </p:nvPicPr>
              <p:blipFill>
                <a:blip r:embed="rId193"/>
                <a:stretch>
                  <a:fillRect/>
                </a:stretch>
              </p:blipFill>
              <p:spPr>
                <a:xfrm>
                  <a:off x="9656390" y="5820157"/>
                  <a:ext cx="123480" cy="258480"/>
                </a:xfrm>
                <a:prstGeom prst="rect">
                  <a:avLst/>
                </a:prstGeom>
              </p:spPr>
            </p:pic>
          </mc:Fallback>
        </mc:AlternateContent>
      </p:grpSp>
      <p:grpSp>
        <p:nvGrpSpPr>
          <p:cNvPr id="129" name="Group 128">
            <a:extLst>
              <a:ext uri="{FF2B5EF4-FFF2-40B4-BE49-F238E27FC236}">
                <a16:creationId xmlns:a16="http://schemas.microsoft.com/office/drawing/2014/main" id="{17EE52A5-A3C0-54E6-B6B1-F8FFF177621A}"/>
              </a:ext>
            </a:extLst>
          </p:cNvPr>
          <p:cNvGrpSpPr/>
          <p:nvPr/>
        </p:nvGrpSpPr>
        <p:grpSpPr>
          <a:xfrm>
            <a:off x="7349510" y="6439717"/>
            <a:ext cx="785880" cy="300240"/>
            <a:chOff x="7349510" y="6439717"/>
            <a:chExt cx="785880" cy="300240"/>
          </a:xfrm>
        </p:grpSpPr>
        <mc:AlternateContent xmlns:mc="http://schemas.openxmlformats.org/markup-compatibility/2006">
          <mc:Choice xmlns:p14="http://schemas.microsoft.com/office/powerpoint/2010/main" Requires="p14">
            <p:contentPart p14:bwMode="auto" r:id="rId194">
              <p14:nvContentPartPr>
                <p14:cNvPr id="121" name="Ink 120">
                  <a:extLst>
                    <a:ext uri="{FF2B5EF4-FFF2-40B4-BE49-F238E27FC236}">
                      <a16:creationId xmlns:a16="http://schemas.microsoft.com/office/drawing/2014/main" id="{5D94BECD-6E96-F121-BB1C-113068F965BC}"/>
                    </a:ext>
                  </a:extLst>
                </p14:cNvPr>
                <p14:cNvContentPartPr/>
                <p14:nvPr/>
              </p14:nvContentPartPr>
              <p14:xfrm>
                <a:off x="7355630" y="6477517"/>
                <a:ext cx="55080" cy="262440"/>
              </p14:xfrm>
            </p:contentPart>
          </mc:Choice>
          <mc:Fallback>
            <p:pic>
              <p:nvPicPr>
                <p:cNvPr id="121" name="Ink 120">
                  <a:extLst>
                    <a:ext uri="{FF2B5EF4-FFF2-40B4-BE49-F238E27FC236}">
                      <a16:creationId xmlns:a16="http://schemas.microsoft.com/office/drawing/2014/main" id="{5D94BECD-6E96-F121-BB1C-113068F965BC}"/>
                    </a:ext>
                  </a:extLst>
                </p:cNvPr>
                <p:cNvPicPr/>
                <p:nvPr/>
              </p:nvPicPr>
              <p:blipFill>
                <a:blip r:embed="rId195"/>
                <a:stretch>
                  <a:fillRect/>
                </a:stretch>
              </p:blipFill>
              <p:spPr>
                <a:xfrm>
                  <a:off x="7337990" y="6459877"/>
                  <a:ext cx="90720" cy="298080"/>
                </a:xfrm>
                <a:prstGeom prst="rect">
                  <a:avLst/>
                </a:prstGeom>
              </p:spPr>
            </p:pic>
          </mc:Fallback>
        </mc:AlternateContent>
        <mc:AlternateContent xmlns:mc="http://schemas.openxmlformats.org/markup-compatibility/2006">
          <mc:Choice xmlns:p14="http://schemas.microsoft.com/office/powerpoint/2010/main" Requires="p14">
            <p:contentPart p14:bwMode="auto" r:id="rId196">
              <p14:nvContentPartPr>
                <p14:cNvPr id="122" name="Ink 121">
                  <a:extLst>
                    <a:ext uri="{FF2B5EF4-FFF2-40B4-BE49-F238E27FC236}">
                      <a16:creationId xmlns:a16="http://schemas.microsoft.com/office/drawing/2014/main" id="{2449286D-D652-247E-E1D8-C0DA4BFC70A8}"/>
                    </a:ext>
                  </a:extLst>
                </p14:cNvPr>
                <p14:cNvContentPartPr/>
                <p14:nvPr/>
              </p14:nvContentPartPr>
              <p14:xfrm>
                <a:off x="7349510" y="6466717"/>
                <a:ext cx="83160" cy="29880"/>
              </p14:xfrm>
            </p:contentPart>
          </mc:Choice>
          <mc:Fallback>
            <p:pic>
              <p:nvPicPr>
                <p:cNvPr id="122" name="Ink 121">
                  <a:extLst>
                    <a:ext uri="{FF2B5EF4-FFF2-40B4-BE49-F238E27FC236}">
                      <a16:creationId xmlns:a16="http://schemas.microsoft.com/office/drawing/2014/main" id="{2449286D-D652-247E-E1D8-C0DA4BFC70A8}"/>
                    </a:ext>
                  </a:extLst>
                </p:cNvPr>
                <p:cNvPicPr/>
                <p:nvPr/>
              </p:nvPicPr>
              <p:blipFill>
                <a:blip r:embed="rId197"/>
                <a:stretch>
                  <a:fillRect/>
                </a:stretch>
              </p:blipFill>
              <p:spPr>
                <a:xfrm>
                  <a:off x="7331510" y="6448717"/>
                  <a:ext cx="118800" cy="65520"/>
                </a:xfrm>
                <a:prstGeom prst="rect">
                  <a:avLst/>
                </a:prstGeom>
              </p:spPr>
            </p:pic>
          </mc:Fallback>
        </mc:AlternateContent>
        <mc:AlternateContent xmlns:mc="http://schemas.openxmlformats.org/markup-compatibility/2006">
          <mc:Choice xmlns:p14="http://schemas.microsoft.com/office/powerpoint/2010/main" Requires="p14">
            <p:contentPart p14:bwMode="auto" r:id="rId198">
              <p14:nvContentPartPr>
                <p14:cNvPr id="123" name="Ink 122">
                  <a:extLst>
                    <a:ext uri="{FF2B5EF4-FFF2-40B4-BE49-F238E27FC236}">
                      <a16:creationId xmlns:a16="http://schemas.microsoft.com/office/drawing/2014/main" id="{FC1CE9D6-699C-8D96-905F-A5D4596BC6CB}"/>
                    </a:ext>
                  </a:extLst>
                </p14:cNvPr>
                <p14:cNvContentPartPr/>
                <p14:nvPr/>
              </p14:nvContentPartPr>
              <p14:xfrm>
                <a:off x="7369670" y="6605677"/>
                <a:ext cx="120960" cy="61560"/>
              </p14:xfrm>
            </p:contentPart>
          </mc:Choice>
          <mc:Fallback>
            <p:pic>
              <p:nvPicPr>
                <p:cNvPr id="123" name="Ink 122">
                  <a:extLst>
                    <a:ext uri="{FF2B5EF4-FFF2-40B4-BE49-F238E27FC236}">
                      <a16:creationId xmlns:a16="http://schemas.microsoft.com/office/drawing/2014/main" id="{FC1CE9D6-699C-8D96-905F-A5D4596BC6CB}"/>
                    </a:ext>
                  </a:extLst>
                </p:cNvPr>
                <p:cNvPicPr/>
                <p:nvPr/>
              </p:nvPicPr>
              <p:blipFill>
                <a:blip r:embed="rId199"/>
                <a:stretch>
                  <a:fillRect/>
                </a:stretch>
              </p:blipFill>
              <p:spPr>
                <a:xfrm>
                  <a:off x="7351670" y="6588037"/>
                  <a:ext cx="156600" cy="97200"/>
                </a:xfrm>
                <a:prstGeom prst="rect">
                  <a:avLst/>
                </a:prstGeom>
              </p:spPr>
            </p:pic>
          </mc:Fallback>
        </mc:AlternateContent>
        <mc:AlternateContent xmlns:mc="http://schemas.openxmlformats.org/markup-compatibility/2006">
          <mc:Choice xmlns:p14="http://schemas.microsoft.com/office/powerpoint/2010/main" Requires="p14">
            <p:contentPart p14:bwMode="auto" r:id="rId200">
              <p14:nvContentPartPr>
                <p14:cNvPr id="124" name="Ink 123">
                  <a:extLst>
                    <a:ext uri="{FF2B5EF4-FFF2-40B4-BE49-F238E27FC236}">
                      <a16:creationId xmlns:a16="http://schemas.microsoft.com/office/drawing/2014/main" id="{1665F708-492A-1581-3771-C2CCB065F208}"/>
                    </a:ext>
                  </a:extLst>
                </p14:cNvPr>
                <p14:cNvContentPartPr/>
                <p14:nvPr/>
              </p14:nvContentPartPr>
              <p14:xfrm>
                <a:off x="7573070" y="6557797"/>
                <a:ext cx="18360" cy="118440"/>
              </p14:xfrm>
            </p:contentPart>
          </mc:Choice>
          <mc:Fallback>
            <p:pic>
              <p:nvPicPr>
                <p:cNvPr id="124" name="Ink 123">
                  <a:extLst>
                    <a:ext uri="{FF2B5EF4-FFF2-40B4-BE49-F238E27FC236}">
                      <a16:creationId xmlns:a16="http://schemas.microsoft.com/office/drawing/2014/main" id="{1665F708-492A-1581-3771-C2CCB065F208}"/>
                    </a:ext>
                  </a:extLst>
                </p:cNvPr>
                <p:cNvPicPr/>
                <p:nvPr/>
              </p:nvPicPr>
              <p:blipFill>
                <a:blip r:embed="rId201"/>
                <a:stretch>
                  <a:fillRect/>
                </a:stretch>
              </p:blipFill>
              <p:spPr>
                <a:xfrm>
                  <a:off x="7555430" y="6539797"/>
                  <a:ext cx="54000" cy="154080"/>
                </a:xfrm>
                <a:prstGeom prst="rect">
                  <a:avLst/>
                </a:prstGeom>
              </p:spPr>
            </p:pic>
          </mc:Fallback>
        </mc:AlternateContent>
        <mc:AlternateContent xmlns:mc="http://schemas.openxmlformats.org/markup-compatibility/2006">
          <mc:Choice xmlns:p14="http://schemas.microsoft.com/office/powerpoint/2010/main" Requires="p14">
            <p:contentPart p14:bwMode="auto" r:id="rId202">
              <p14:nvContentPartPr>
                <p14:cNvPr id="125" name="Ink 124">
                  <a:extLst>
                    <a:ext uri="{FF2B5EF4-FFF2-40B4-BE49-F238E27FC236}">
                      <a16:creationId xmlns:a16="http://schemas.microsoft.com/office/drawing/2014/main" id="{4060A162-F00E-2565-EEF2-D41D2C8985B9}"/>
                    </a:ext>
                  </a:extLst>
                </p14:cNvPr>
                <p14:cNvContentPartPr/>
                <p14:nvPr/>
              </p14:nvContentPartPr>
              <p14:xfrm>
                <a:off x="7545350" y="6440797"/>
                <a:ext cx="7200" cy="1800"/>
              </p14:xfrm>
            </p:contentPart>
          </mc:Choice>
          <mc:Fallback>
            <p:pic>
              <p:nvPicPr>
                <p:cNvPr id="125" name="Ink 124">
                  <a:extLst>
                    <a:ext uri="{FF2B5EF4-FFF2-40B4-BE49-F238E27FC236}">
                      <a16:creationId xmlns:a16="http://schemas.microsoft.com/office/drawing/2014/main" id="{4060A162-F00E-2565-EEF2-D41D2C8985B9}"/>
                    </a:ext>
                  </a:extLst>
                </p:cNvPr>
                <p:cNvPicPr/>
                <p:nvPr/>
              </p:nvPicPr>
              <p:blipFill>
                <a:blip r:embed="rId203"/>
                <a:stretch>
                  <a:fillRect/>
                </a:stretch>
              </p:blipFill>
              <p:spPr>
                <a:xfrm>
                  <a:off x="7527350" y="6422797"/>
                  <a:ext cx="42840" cy="37440"/>
                </a:xfrm>
                <a:prstGeom prst="rect">
                  <a:avLst/>
                </a:prstGeom>
              </p:spPr>
            </p:pic>
          </mc:Fallback>
        </mc:AlternateContent>
        <mc:AlternateContent xmlns:mc="http://schemas.openxmlformats.org/markup-compatibility/2006">
          <mc:Choice xmlns:p14="http://schemas.microsoft.com/office/powerpoint/2010/main" Requires="p14">
            <p:contentPart p14:bwMode="auto" r:id="rId204">
              <p14:nvContentPartPr>
                <p14:cNvPr id="126" name="Ink 125">
                  <a:extLst>
                    <a:ext uri="{FF2B5EF4-FFF2-40B4-BE49-F238E27FC236}">
                      <a16:creationId xmlns:a16="http://schemas.microsoft.com/office/drawing/2014/main" id="{0ACD3E76-8D33-699F-FFC5-0E3B04AB6A13}"/>
                    </a:ext>
                  </a:extLst>
                </p14:cNvPr>
                <p14:cNvContentPartPr/>
                <p14:nvPr/>
              </p14:nvContentPartPr>
              <p14:xfrm>
                <a:off x="7678550" y="6439717"/>
                <a:ext cx="130320" cy="195840"/>
              </p14:xfrm>
            </p:contentPart>
          </mc:Choice>
          <mc:Fallback>
            <p:pic>
              <p:nvPicPr>
                <p:cNvPr id="126" name="Ink 125">
                  <a:extLst>
                    <a:ext uri="{FF2B5EF4-FFF2-40B4-BE49-F238E27FC236}">
                      <a16:creationId xmlns:a16="http://schemas.microsoft.com/office/drawing/2014/main" id="{0ACD3E76-8D33-699F-FFC5-0E3B04AB6A13}"/>
                    </a:ext>
                  </a:extLst>
                </p:cNvPr>
                <p:cNvPicPr/>
                <p:nvPr/>
              </p:nvPicPr>
              <p:blipFill>
                <a:blip r:embed="rId205"/>
                <a:stretch>
                  <a:fillRect/>
                </a:stretch>
              </p:blipFill>
              <p:spPr>
                <a:xfrm>
                  <a:off x="7660550" y="6421717"/>
                  <a:ext cx="165960" cy="231480"/>
                </a:xfrm>
                <a:prstGeom prst="rect">
                  <a:avLst/>
                </a:prstGeom>
              </p:spPr>
            </p:pic>
          </mc:Fallback>
        </mc:AlternateContent>
        <mc:AlternateContent xmlns:mc="http://schemas.openxmlformats.org/markup-compatibility/2006">
          <mc:Choice xmlns:p14="http://schemas.microsoft.com/office/powerpoint/2010/main" Requires="p14">
            <p:contentPart p14:bwMode="auto" r:id="rId206">
              <p14:nvContentPartPr>
                <p14:cNvPr id="127" name="Ink 126">
                  <a:extLst>
                    <a:ext uri="{FF2B5EF4-FFF2-40B4-BE49-F238E27FC236}">
                      <a16:creationId xmlns:a16="http://schemas.microsoft.com/office/drawing/2014/main" id="{59B3E885-1154-45B3-F489-51DDFA32D364}"/>
                    </a:ext>
                  </a:extLst>
                </p14:cNvPr>
                <p14:cNvContentPartPr/>
                <p14:nvPr/>
              </p14:nvContentPartPr>
              <p14:xfrm>
                <a:off x="7883750" y="6525397"/>
                <a:ext cx="88560" cy="157680"/>
              </p14:xfrm>
            </p:contentPart>
          </mc:Choice>
          <mc:Fallback>
            <p:pic>
              <p:nvPicPr>
                <p:cNvPr id="127" name="Ink 126">
                  <a:extLst>
                    <a:ext uri="{FF2B5EF4-FFF2-40B4-BE49-F238E27FC236}">
                      <a16:creationId xmlns:a16="http://schemas.microsoft.com/office/drawing/2014/main" id="{59B3E885-1154-45B3-F489-51DDFA32D364}"/>
                    </a:ext>
                  </a:extLst>
                </p:cNvPr>
                <p:cNvPicPr/>
                <p:nvPr/>
              </p:nvPicPr>
              <p:blipFill>
                <a:blip r:embed="rId207"/>
                <a:stretch>
                  <a:fillRect/>
                </a:stretch>
              </p:blipFill>
              <p:spPr>
                <a:xfrm>
                  <a:off x="7865750" y="6507757"/>
                  <a:ext cx="124200" cy="193320"/>
                </a:xfrm>
                <a:prstGeom prst="rect">
                  <a:avLst/>
                </a:prstGeom>
              </p:spPr>
            </p:pic>
          </mc:Fallback>
        </mc:AlternateContent>
        <mc:AlternateContent xmlns:mc="http://schemas.openxmlformats.org/markup-compatibility/2006">
          <mc:Choice xmlns:p14="http://schemas.microsoft.com/office/powerpoint/2010/main" Requires="p14">
            <p:contentPart p14:bwMode="auto" r:id="rId208">
              <p14:nvContentPartPr>
                <p14:cNvPr id="128" name="Ink 127">
                  <a:extLst>
                    <a:ext uri="{FF2B5EF4-FFF2-40B4-BE49-F238E27FC236}">
                      <a16:creationId xmlns:a16="http://schemas.microsoft.com/office/drawing/2014/main" id="{58BB26FB-ADCC-15E6-28DA-9A0EDE4BC594}"/>
                    </a:ext>
                  </a:extLst>
                </p14:cNvPr>
                <p14:cNvContentPartPr/>
                <p14:nvPr/>
              </p14:nvContentPartPr>
              <p14:xfrm>
                <a:off x="8070950" y="6482557"/>
                <a:ext cx="64440" cy="92520"/>
              </p14:xfrm>
            </p:contentPart>
          </mc:Choice>
          <mc:Fallback>
            <p:pic>
              <p:nvPicPr>
                <p:cNvPr id="128" name="Ink 127">
                  <a:extLst>
                    <a:ext uri="{FF2B5EF4-FFF2-40B4-BE49-F238E27FC236}">
                      <a16:creationId xmlns:a16="http://schemas.microsoft.com/office/drawing/2014/main" id="{58BB26FB-ADCC-15E6-28DA-9A0EDE4BC594}"/>
                    </a:ext>
                  </a:extLst>
                </p:cNvPr>
                <p:cNvPicPr/>
                <p:nvPr/>
              </p:nvPicPr>
              <p:blipFill>
                <a:blip r:embed="rId209"/>
                <a:stretch>
                  <a:fillRect/>
                </a:stretch>
              </p:blipFill>
              <p:spPr>
                <a:xfrm>
                  <a:off x="8053310" y="6464557"/>
                  <a:ext cx="100080" cy="128160"/>
                </a:xfrm>
                <a:prstGeom prst="rect">
                  <a:avLst/>
                </a:prstGeom>
              </p:spPr>
            </p:pic>
          </mc:Fallback>
        </mc:AlternateContent>
      </p:grpSp>
      <p:grpSp>
        <p:nvGrpSpPr>
          <p:cNvPr id="137" name="Group 136">
            <a:extLst>
              <a:ext uri="{FF2B5EF4-FFF2-40B4-BE49-F238E27FC236}">
                <a16:creationId xmlns:a16="http://schemas.microsoft.com/office/drawing/2014/main" id="{2E264B8D-29F1-A4E1-F6B7-06DDAAF6DDDF}"/>
              </a:ext>
            </a:extLst>
          </p:cNvPr>
          <p:cNvGrpSpPr/>
          <p:nvPr/>
        </p:nvGrpSpPr>
        <p:grpSpPr>
          <a:xfrm>
            <a:off x="9086510" y="6329557"/>
            <a:ext cx="1145160" cy="397080"/>
            <a:chOff x="9086510" y="6329557"/>
            <a:chExt cx="1145160" cy="397080"/>
          </a:xfrm>
        </p:grpSpPr>
        <mc:AlternateContent xmlns:mc="http://schemas.openxmlformats.org/markup-compatibility/2006">
          <mc:Choice xmlns:p14="http://schemas.microsoft.com/office/powerpoint/2010/main" Requires="p14">
            <p:contentPart p14:bwMode="auto" r:id="rId210">
              <p14:nvContentPartPr>
                <p14:cNvPr id="130" name="Ink 129">
                  <a:extLst>
                    <a:ext uri="{FF2B5EF4-FFF2-40B4-BE49-F238E27FC236}">
                      <a16:creationId xmlns:a16="http://schemas.microsoft.com/office/drawing/2014/main" id="{F2001ABC-28B2-E4C5-739F-46B5D70C6D7D}"/>
                    </a:ext>
                  </a:extLst>
                </p14:cNvPr>
                <p14:cNvContentPartPr/>
                <p14:nvPr/>
              </p14:nvContentPartPr>
              <p14:xfrm>
                <a:off x="9086510" y="6365917"/>
                <a:ext cx="93600" cy="294480"/>
              </p14:xfrm>
            </p:contentPart>
          </mc:Choice>
          <mc:Fallback>
            <p:pic>
              <p:nvPicPr>
                <p:cNvPr id="130" name="Ink 129">
                  <a:extLst>
                    <a:ext uri="{FF2B5EF4-FFF2-40B4-BE49-F238E27FC236}">
                      <a16:creationId xmlns:a16="http://schemas.microsoft.com/office/drawing/2014/main" id="{F2001ABC-28B2-E4C5-739F-46B5D70C6D7D}"/>
                    </a:ext>
                  </a:extLst>
                </p:cNvPr>
                <p:cNvPicPr/>
                <p:nvPr/>
              </p:nvPicPr>
              <p:blipFill>
                <a:blip r:embed="rId211"/>
                <a:stretch>
                  <a:fillRect/>
                </a:stretch>
              </p:blipFill>
              <p:spPr>
                <a:xfrm>
                  <a:off x="9068510" y="6348277"/>
                  <a:ext cx="129240" cy="330120"/>
                </a:xfrm>
                <a:prstGeom prst="rect">
                  <a:avLst/>
                </a:prstGeom>
              </p:spPr>
            </p:pic>
          </mc:Fallback>
        </mc:AlternateContent>
        <mc:AlternateContent xmlns:mc="http://schemas.openxmlformats.org/markup-compatibility/2006">
          <mc:Choice xmlns:p14="http://schemas.microsoft.com/office/powerpoint/2010/main" Requires="p14">
            <p:contentPart p14:bwMode="auto" r:id="rId212">
              <p14:nvContentPartPr>
                <p14:cNvPr id="131" name="Ink 130">
                  <a:extLst>
                    <a:ext uri="{FF2B5EF4-FFF2-40B4-BE49-F238E27FC236}">
                      <a16:creationId xmlns:a16="http://schemas.microsoft.com/office/drawing/2014/main" id="{6CF6F993-1B92-6DD5-3ECB-7C534D775A74}"/>
                    </a:ext>
                  </a:extLst>
                </p14:cNvPr>
                <p14:cNvContentPartPr/>
                <p14:nvPr/>
              </p14:nvContentPartPr>
              <p14:xfrm>
                <a:off x="9355790" y="6329557"/>
                <a:ext cx="189000" cy="315000"/>
              </p14:xfrm>
            </p:contentPart>
          </mc:Choice>
          <mc:Fallback>
            <p:pic>
              <p:nvPicPr>
                <p:cNvPr id="131" name="Ink 130">
                  <a:extLst>
                    <a:ext uri="{FF2B5EF4-FFF2-40B4-BE49-F238E27FC236}">
                      <a16:creationId xmlns:a16="http://schemas.microsoft.com/office/drawing/2014/main" id="{6CF6F993-1B92-6DD5-3ECB-7C534D775A74}"/>
                    </a:ext>
                  </a:extLst>
                </p:cNvPr>
                <p:cNvPicPr/>
                <p:nvPr/>
              </p:nvPicPr>
              <p:blipFill>
                <a:blip r:embed="rId213"/>
                <a:stretch>
                  <a:fillRect/>
                </a:stretch>
              </p:blipFill>
              <p:spPr>
                <a:xfrm>
                  <a:off x="9337790" y="6311917"/>
                  <a:ext cx="224640" cy="350640"/>
                </a:xfrm>
                <a:prstGeom prst="rect">
                  <a:avLst/>
                </a:prstGeom>
              </p:spPr>
            </p:pic>
          </mc:Fallback>
        </mc:AlternateContent>
        <mc:AlternateContent xmlns:mc="http://schemas.openxmlformats.org/markup-compatibility/2006">
          <mc:Choice xmlns:p14="http://schemas.microsoft.com/office/powerpoint/2010/main" Requires="p14">
            <p:contentPart p14:bwMode="auto" r:id="rId214">
              <p14:nvContentPartPr>
                <p14:cNvPr id="132" name="Ink 131">
                  <a:extLst>
                    <a:ext uri="{FF2B5EF4-FFF2-40B4-BE49-F238E27FC236}">
                      <a16:creationId xmlns:a16="http://schemas.microsoft.com/office/drawing/2014/main" id="{F63C2E97-9D53-796D-1E92-8EBFECF4B655}"/>
                    </a:ext>
                  </a:extLst>
                </p14:cNvPr>
                <p14:cNvContentPartPr/>
                <p14:nvPr/>
              </p14:nvContentPartPr>
              <p14:xfrm>
                <a:off x="9651710" y="6359437"/>
                <a:ext cx="71640" cy="274680"/>
              </p14:xfrm>
            </p:contentPart>
          </mc:Choice>
          <mc:Fallback>
            <p:pic>
              <p:nvPicPr>
                <p:cNvPr id="132" name="Ink 131">
                  <a:extLst>
                    <a:ext uri="{FF2B5EF4-FFF2-40B4-BE49-F238E27FC236}">
                      <a16:creationId xmlns:a16="http://schemas.microsoft.com/office/drawing/2014/main" id="{F63C2E97-9D53-796D-1E92-8EBFECF4B655}"/>
                    </a:ext>
                  </a:extLst>
                </p:cNvPr>
                <p:cNvPicPr/>
                <p:nvPr/>
              </p:nvPicPr>
              <p:blipFill>
                <a:blip r:embed="rId215"/>
                <a:stretch>
                  <a:fillRect/>
                </a:stretch>
              </p:blipFill>
              <p:spPr>
                <a:xfrm>
                  <a:off x="9633710" y="6341797"/>
                  <a:ext cx="107280" cy="310320"/>
                </a:xfrm>
                <a:prstGeom prst="rect">
                  <a:avLst/>
                </a:prstGeom>
              </p:spPr>
            </p:pic>
          </mc:Fallback>
        </mc:AlternateContent>
        <mc:AlternateContent xmlns:mc="http://schemas.openxmlformats.org/markup-compatibility/2006">
          <mc:Choice xmlns:p14="http://schemas.microsoft.com/office/powerpoint/2010/main" Requires="p14">
            <p:contentPart p14:bwMode="auto" r:id="rId216">
              <p14:nvContentPartPr>
                <p14:cNvPr id="133" name="Ink 132">
                  <a:extLst>
                    <a:ext uri="{FF2B5EF4-FFF2-40B4-BE49-F238E27FC236}">
                      <a16:creationId xmlns:a16="http://schemas.microsoft.com/office/drawing/2014/main" id="{41492131-9FA4-80B7-0268-BF8DB4398EDD}"/>
                    </a:ext>
                  </a:extLst>
                </p14:cNvPr>
                <p14:cNvContentPartPr/>
                <p14:nvPr/>
              </p14:nvContentPartPr>
              <p14:xfrm>
                <a:off x="9674390" y="6485437"/>
                <a:ext cx="158760" cy="123120"/>
              </p14:xfrm>
            </p:contentPart>
          </mc:Choice>
          <mc:Fallback>
            <p:pic>
              <p:nvPicPr>
                <p:cNvPr id="133" name="Ink 132">
                  <a:extLst>
                    <a:ext uri="{FF2B5EF4-FFF2-40B4-BE49-F238E27FC236}">
                      <a16:creationId xmlns:a16="http://schemas.microsoft.com/office/drawing/2014/main" id="{41492131-9FA4-80B7-0268-BF8DB4398EDD}"/>
                    </a:ext>
                  </a:extLst>
                </p:cNvPr>
                <p:cNvPicPr/>
                <p:nvPr/>
              </p:nvPicPr>
              <p:blipFill>
                <a:blip r:embed="rId217"/>
                <a:stretch>
                  <a:fillRect/>
                </a:stretch>
              </p:blipFill>
              <p:spPr>
                <a:xfrm>
                  <a:off x="9656390" y="6467797"/>
                  <a:ext cx="194400" cy="158760"/>
                </a:xfrm>
                <a:prstGeom prst="rect">
                  <a:avLst/>
                </a:prstGeom>
              </p:spPr>
            </p:pic>
          </mc:Fallback>
        </mc:AlternateContent>
        <mc:AlternateContent xmlns:mc="http://schemas.openxmlformats.org/markup-compatibility/2006">
          <mc:Choice xmlns:p14="http://schemas.microsoft.com/office/powerpoint/2010/main" Requires="p14">
            <p:contentPart p14:bwMode="auto" r:id="rId218">
              <p14:nvContentPartPr>
                <p14:cNvPr id="134" name="Ink 133">
                  <a:extLst>
                    <a:ext uri="{FF2B5EF4-FFF2-40B4-BE49-F238E27FC236}">
                      <a16:creationId xmlns:a16="http://schemas.microsoft.com/office/drawing/2014/main" id="{C9AD73BA-B37D-C061-AC18-9498E529F648}"/>
                    </a:ext>
                  </a:extLst>
                </p14:cNvPr>
                <p14:cNvContentPartPr/>
                <p14:nvPr/>
              </p14:nvContentPartPr>
              <p14:xfrm>
                <a:off x="9928910" y="6492277"/>
                <a:ext cx="38880" cy="234360"/>
              </p14:xfrm>
            </p:contentPart>
          </mc:Choice>
          <mc:Fallback>
            <p:pic>
              <p:nvPicPr>
                <p:cNvPr id="134" name="Ink 133">
                  <a:extLst>
                    <a:ext uri="{FF2B5EF4-FFF2-40B4-BE49-F238E27FC236}">
                      <a16:creationId xmlns:a16="http://schemas.microsoft.com/office/drawing/2014/main" id="{C9AD73BA-B37D-C061-AC18-9498E529F648}"/>
                    </a:ext>
                  </a:extLst>
                </p:cNvPr>
                <p:cNvPicPr/>
                <p:nvPr/>
              </p:nvPicPr>
              <p:blipFill>
                <a:blip r:embed="rId219"/>
                <a:stretch>
                  <a:fillRect/>
                </a:stretch>
              </p:blipFill>
              <p:spPr>
                <a:xfrm>
                  <a:off x="9911270" y="6474637"/>
                  <a:ext cx="74520" cy="270000"/>
                </a:xfrm>
                <a:prstGeom prst="rect">
                  <a:avLst/>
                </a:prstGeom>
              </p:spPr>
            </p:pic>
          </mc:Fallback>
        </mc:AlternateContent>
        <mc:AlternateContent xmlns:mc="http://schemas.openxmlformats.org/markup-compatibility/2006">
          <mc:Choice xmlns:p14="http://schemas.microsoft.com/office/powerpoint/2010/main" Requires="p14">
            <p:contentPart p14:bwMode="auto" r:id="rId220">
              <p14:nvContentPartPr>
                <p14:cNvPr id="135" name="Ink 134">
                  <a:extLst>
                    <a:ext uri="{FF2B5EF4-FFF2-40B4-BE49-F238E27FC236}">
                      <a16:creationId xmlns:a16="http://schemas.microsoft.com/office/drawing/2014/main" id="{FA759AD4-F6F2-A7B6-4551-6FBDB431495B}"/>
                    </a:ext>
                  </a:extLst>
                </p14:cNvPr>
                <p14:cNvContentPartPr/>
                <p14:nvPr/>
              </p14:nvContentPartPr>
              <p14:xfrm>
                <a:off x="9956270" y="6486517"/>
                <a:ext cx="87840" cy="74520"/>
              </p14:xfrm>
            </p:contentPart>
          </mc:Choice>
          <mc:Fallback>
            <p:pic>
              <p:nvPicPr>
                <p:cNvPr id="135" name="Ink 134">
                  <a:extLst>
                    <a:ext uri="{FF2B5EF4-FFF2-40B4-BE49-F238E27FC236}">
                      <a16:creationId xmlns:a16="http://schemas.microsoft.com/office/drawing/2014/main" id="{FA759AD4-F6F2-A7B6-4551-6FBDB431495B}"/>
                    </a:ext>
                  </a:extLst>
                </p:cNvPr>
                <p:cNvPicPr/>
                <p:nvPr/>
              </p:nvPicPr>
              <p:blipFill>
                <a:blip r:embed="rId221"/>
                <a:stretch>
                  <a:fillRect/>
                </a:stretch>
              </p:blipFill>
              <p:spPr>
                <a:xfrm>
                  <a:off x="9938270" y="6468517"/>
                  <a:ext cx="123480" cy="110160"/>
                </a:xfrm>
                <a:prstGeom prst="rect">
                  <a:avLst/>
                </a:prstGeom>
              </p:spPr>
            </p:pic>
          </mc:Fallback>
        </mc:AlternateContent>
        <mc:AlternateContent xmlns:mc="http://schemas.openxmlformats.org/markup-compatibility/2006">
          <mc:Choice xmlns:p14="http://schemas.microsoft.com/office/powerpoint/2010/main" Requires="p14">
            <p:contentPart p14:bwMode="auto" r:id="rId222">
              <p14:nvContentPartPr>
                <p14:cNvPr id="136" name="Ink 135">
                  <a:extLst>
                    <a:ext uri="{FF2B5EF4-FFF2-40B4-BE49-F238E27FC236}">
                      <a16:creationId xmlns:a16="http://schemas.microsoft.com/office/drawing/2014/main" id="{1AF11238-565C-8FCC-D990-08B3AA40774A}"/>
                    </a:ext>
                  </a:extLst>
                </p14:cNvPr>
                <p14:cNvContentPartPr/>
                <p14:nvPr/>
              </p14:nvContentPartPr>
              <p14:xfrm>
                <a:off x="10151030" y="6436117"/>
                <a:ext cx="80640" cy="173160"/>
              </p14:xfrm>
            </p:contentPart>
          </mc:Choice>
          <mc:Fallback>
            <p:pic>
              <p:nvPicPr>
                <p:cNvPr id="136" name="Ink 135">
                  <a:extLst>
                    <a:ext uri="{FF2B5EF4-FFF2-40B4-BE49-F238E27FC236}">
                      <a16:creationId xmlns:a16="http://schemas.microsoft.com/office/drawing/2014/main" id="{1AF11238-565C-8FCC-D990-08B3AA40774A}"/>
                    </a:ext>
                  </a:extLst>
                </p:cNvPr>
                <p:cNvPicPr/>
                <p:nvPr/>
              </p:nvPicPr>
              <p:blipFill>
                <a:blip r:embed="rId223"/>
                <a:stretch>
                  <a:fillRect/>
                </a:stretch>
              </p:blipFill>
              <p:spPr>
                <a:xfrm>
                  <a:off x="10133030" y="6418477"/>
                  <a:ext cx="116280" cy="208800"/>
                </a:xfrm>
                <a:prstGeom prst="rect">
                  <a:avLst/>
                </a:prstGeom>
              </p:spPr>
            </p:pic>
          </mc:Fallback>
        </mc:AlternateContent>
      </p:grpSp>
      <p:grpSp>
        <p:nvGrpSpPr>
          <p:cNvPr id="143" name="Group 142">
            <a:extLst>
              <a:ext uri="{FF2B5EF4-FFF2-40B4-BE49-F238E27FC236}">
                <a16:creationId xmlns:a16="http://schemas.microsoft.com/office/drawing/2014/main" id="{BCA2FD1C-00C1-0E4F-783C-301210478145}"/>
              </a:ext>
            </a:extLst>
          </p:cNvPr>
          <p:cNvGrpSpPr/>
          <p:nvPr/>
        </p:nvGrpSpPr>
        <p:grpSpPr>
          <a:xfrm>
            <a:off x="10399790" y="5565637"/>
            <a:ext cx="1033560" cy="1103040"/>
            <a:chOff x="10399790" y="5565637"/>
            <a:chExt cx="1033560" cy="1103040"/>
          </a:xfrm>
        </p:grpSpPr>
        <mc:AlternateContent xmlns:mc="http://schemas.openxmlformats.org/markup-compatibility/2006">
          <mc:Choice xmlns:p14="http://schemas.microsoft.com/office/powerpoint/2010/main" Requires="p14">
            <p:contentPart p14:bwMode="auto" r:id="rId224">
              <p14:nvContentPartPr>
                <p14:cNvPr id="138" name="Ink 137">
                  <a:extLst>
                    <a:ext uri="{FF2B5EF4-FFF2-40B4-BE49-F238E27FC236}">
                      <a16:creationId xmlns:a16="http://schemas.microsoft.com/office/drawing/2014/main" id="{942C38BA-338C-1122-8A97-938F5FBDC22D}"/>
                    </a:ext>
                  </a:extLst>
                </p14:cNvPr>
                <p14:cNvContentPartPr/>
                <p14:nvPr/>
              </p14:nvContentPartPr>
              <p14:xfrm>
                <a:off x="10555670" y="5905837"/>
                <a:ext cx="78120" cy="393120"/>
              </p14:xfrm>
            </p:contentPart>
          </mc:Choice>
          <mc:Fallback>
            <p:pic>
              <p:nvPicPr>
                <p:cNvPr id="138" name="Ink 137">
                  <a:extLst>
                    <a:ext uri="{FF2B5EF4-FFF2-40B4-BE49-F238E27FC236}">
                      <a16:creationId xmlns:a16="http://schemas.microsoft.com/office/drawing/2014/main" id="{942C38BA-338C-1122-8A97-938F5FBDC22D}"/>
                    </a:ext>
                  </a:extLst>
                </p:cNvPr>
                <p:cNvPicPr/>
                <p:nvPr/>
              </p:nvPicPr>
              <p:blipFill>
                <a:blip r:embed="rId225"/>
                <a:stretch>
                  <a:fillRect/>
                </a:stretch>
              </p:blipFill>
              <p:spPr>
                <a:xfrm>
                  <a:off x="10538030" y="5887837"/>
                  <a:ext cx="113760" cy="428760"/>
                </a:xfrm>
                <a:prstGeom prst="rect">
                  <a:avLst/>
                </a:prstGeom>
              </p:spPr>
            </p:pic>
          </mc:Fallback>
        </mc:AlternateContent>
        <mc:AlternateContent xmlns:mc="http://schemas.openxmlformats.org/markup-compatibility/2006">
          <mc:Choice xmlns:p14="http://schemas.microsoft.com/office/powerpoint/2010/main" Requires="p14">
            <p:contentPart p14:bwMode="auto" r:id="rId226">
              <p14:nvContentPartPr>
                <p14:cNvPr id="139" name="Ink 138">
                  <a:extLst>
                    <a:ext uri="{FF2B5EF4-FFF2-40B4-BE49-F238E27FC236}">
                      <a16:creationId xmlns:a16="http://schemas.microsoft.com/office/drawing/2014/main" id="{17ACE38F-92E4-B08E-27E1-910E84C2B846}"/>
                    </a:ext>
                  </a:extLst>
                </p14:cNvPr>
                <p14:cNvContentPartPr/>
                <p14:nvPr/>
              </p14:nvContentPartPr>
              <p14:xfrm>
                <a:off x="10751510" y="5956957"/>
                <a:ext cx="150120" cy="270000"/>
              </p14:xfrm>
            </p:contentPart>
          </mc:Choice>
          <mc:Fallback>
            <p:pic>
              <p:nvPicPr>
                <p:cNvPr id="139" name="Ink 138">
                  <a:extLst>
                    <a:ext uri="{FF2B5EF4-FFF2-40B4-BE49-F238E27FC236}">
                      <a16:creationId xmlns:a16="http://schemas.microsoft.com/office/drawing/2014/main" id="{17ACE38F-92E4-B08E-27E1-910E84C2B846}"/>
                    </a:ext>
                  </a:extLst>
                </p:cNvPr>
                <p:cNvPicPr/>
                <p:nvPr/>
              </p:nvPicPr>
              <p:blipFill>
                <a:blip r:embed="rId227"/>
                <a:stretch>
                  <a:fillRect/>
                </a:stretch>
              </p:blipFill>
              <p:spPr>
                <a:xfrm>
                  <a:off x="10733870" y="5939317"/>
                  <a:ext cx="185760" cy="305640"/>
                </a:xfrm>
                <a:prstGeom prst="rect">
                  <a:avLst/>
                </a:prstGeom>
              </p:spPr>
            </p:pic>
          </mc:Fallback>
        </mc:AlternateContent>
        <mc:AlternateContent xmlns:mc="http://schemas.openxmlformats.org/markup-compatibility/2006">
          <mc:Choice xmlns:p14="http://schemas.microsoft.com/office/powerpoint/2010/main" Requires="p14">
            <p:contentPart p14:bwMode="auto" r:id="rId228">
              <p14:nvContentPartPr>
                <p14:cNvPr id="140" name="Ink 139">
                  <a:extLst>
                    <a:ext uri="{FF2B5EF4-FFF2-40B4-BE49-F238E27FC236}">
                      <a16:creationId xmlns:a16="http://schemas.microsoft.com/office/drawing/2014/main" id="{6370C3F1-115C-782D-55C7-A3106CCC9C86}"/>
                    </a:ext>
                  </a:extLst>
                </p14:cNvPr>
                <p14:cNvContentPartPr/>
                <p14:nvPr/>
              </p14:nvContentPartPr>
              <p14:xfrm>
                <a:off x="10933670" y="5698477"/>
                <a:ext cx="142920" cy="268560"/>
              </p14:xfrm>
            </p:contentPart>
          </mc:Choice>
          <mc:Fallback>
            <p:pic>
              <p:nvPicPr>
                <p:cNvPr id="140" name="Ink 139">
                  <a:extLst>
                    <a:ext uri="{FF2B5EF4-FFF2-40B4-BE49-F238E27FC236}">
                      <a16:creationId xmlns:a16="http://schemas.microsoft.com/office/drawing/2014/main" id="{6370C3F1-115C-782D-55C7-A3106CCC9C86}"/>
                    </a:ext>
                  </a:extLst>
                </p:cNvPr>
                <p:cNvPicPr/>
                <p:nvPr/>
              </p:nvPicPr>
              <p:blipFill>
                <a:blip r:embed="rId229"/>
                <a:stretch>
                  <a:fillRect/>
                </a:stretch>
              </p:blipFill>
              <p:spPr>
                <a:xfrm>
                  <a:off x="10915670" y="5680477"/>
                  <a:ext cx="178560" cy="304200"/>
                </a:xfrm>
                <a:prstGeom prst="rect">
                  <a:avLst/>
                </a:prstGeom>
              </p:spPr>
            </p:pic>
          </mc:Fallback>
        </mc:AlternateContent>
        <mc:AlternateContent xmlns:mc="http://schemas.openxmlformats.org/markup-compatibility/2006">
          <mc:Choice xmlns:p14="http://schemas.microsoft.com/office/powerpoint/2010/main" Requires="p14">
            <p:contentPart p14:bwMode="auto" r:id="rId230">
              <p14:nvContentPartPr>
                <p14:cNvPr id="141" name="Ink 140">
                  <a:extLst>
                    <a:ext uri="{FF2B5EF4-FFF2-40B4-BE49-F238E27FC236}">
                      <a16:creationId xmlns:a16="http://schemas.microsoft.com/office/drawing/2014/main" id="{02181FAF-EAA0-F745-A0FA-14580CB45E7F}"/>
                    </a:ext>
                  </a:extLst>
                </p14:cNvPr>
                <p14:cNvContentPartPr/>
                <p14:nvPr/>
              </p14:nvContentPartPr>
              <p14:xfrm>
                <a:off x="10399790" y="5565637"/>
                <a:ext cx="1033560" cy="994680"/>
              </p14:xfrm>
            </p:contentPart>
          </mc:Choice>
          <mc:Fallback>
            <p:pic>
              <p:nvPicPr>
                <p:cNvPr id="141" name="Ink 140">
                  <a:extLst>
                    <a:ext uri="{FF2B5EF4-FFF2-40B4-BE49-F238E27FC236}">
                      <a16:creationId xmlns:a16="http://schemas.microsoft.com/office/drawing/2014/main" id="{02181FAF-EAA0-F745-A0FA-14580CB45E7F}"/>
                    </a:ext>
                  </a:extLst>
                </p:cNvPr>
                <p:cNvPicPr/>
                <p:nvPr/>
              </p:nvPicPr>
              <p:blipFill>
                <a:blip r:embed="rId231"/>
                <a:stretch>
                  <a:fillRect/>
                </a:stretch>
              </p:blipFill>
              <p:spPr>
                <a:xfrm>
                  <a:off x="10381790" y="5547997"/>
                  <a:ext cx="1069200" cy="1030320"/>
                </a:xfrm>
                <a:prstGeom prst="rect">
                  <a:avLst/>
                </a:prstGeom>
              </p:spPr>
            </p:pic>
          </mc:Fallback>
        </mc:AlternateContent>
        <mc:AlternateContent xmlns:mc="http://schemas.openxmlformats.org/markup-compatibility/2006">
          <mc:Choice xmlns:p14="http://schemas.microsoft.com/office/powerpoint/2010/main" Requires="p14">
            <p:contentPart p14:bwMode="auto" r:id="rId232">
              <p14:nvContentPartPr>
                <p14:cNvPr id="142" name="Ink 141">
                  <a:extLst>
                    <a:ext uri="{FF2B5EF4-FFF2-40B4-BE49-F238E27FC236}">
                      <a16:creationId xmlns:a16="http://schemas.microsoft.com/office/drawing/2014/main" id="{B10DAA3E-C096-0ABA-BEFE-798189089C76}"/>
                    </a:ext>
                  </a:extLst>
                </p14:cNvPr>
                <p14:cNvContentPartPr/>
                <p14:nvPr/>
              </p14:nvContentPartPr>
              <p14:xfrm>
                <a:off x="10406630" y="5716117"/>
                <a:ext cx="74880" cy="952560"/>
              </p14:xfrm>
            </p:contentPart>
          </mc:Choice>
          <mc:Fallback>
            <p:pic>
              <p:nvPicPr>
                <p:cNvPr id="142" name="Ink 141">
                  <a:extLst>
                    <a:ext uri="{FF2B5EF4-FFF2-40B4-BE49-F238E27FC236}">
                      <a16:creationId xmlns:a16="http://schemas.microsoft.com/office/drawing/2014/main" id="{B10DAA3E-C096-0ABA-BEFE-798189089C76}"/>
                    </a:ext>
                  </a:extLst>
                </p:cNvPr>
                <p:cNvPicPr/>
                <p:nvPr/>
              </p:nvPicPr>
              <p:blipFill>
                <a:blip r:embed="rId233"/>
                <a:stretch>
                  <a:fillRect/>
                </a:stretch>
              </p:blipFill>
              <p:spPr>
                <a:xfrm>
                  <a:off x="10388630" y="5698117"/>
                  <a:ext cx="110520" cy="988200"/>
                </a:xfrm>
                <a:prstGeom prst="rect">
                  <a:avLst/>
                </a:prstGeom>
              </p:spPr>
            </p:pic>
          </mc:Fallback>
        </mc:AlternateContent>
      </p:grpSp>
    </p:spTree>
    <p:extLst>
      <p:ext uri="{BB962C8B-B14F-4D97-AF65-F5344CB8AC3E}">
        <p14:creationId xmlns:p14="http://schemas.microsoft.com/office/powerpoint/2010/main" val="22910192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F47B7-4FE8-BB82-796E-9D00942217FB}"/>
              </a:ext>
            </a:extLst>
          </p:cNvPr>
          <p:cNvSpPr>
            <a:spLocks noGrp="1"/>
          </p:cNvSpPr>
          <p:nvPr>
            <p:ph type="title"/>
          </p:nvPr>
        </p:nvSpPr>
        <p:spPr>
          <a:xfrm>
            <a:off x="78739" y="14986"/>
            <a:ext cx="10328275" cy="492443"/>
          </a:xfrm>
        </p:spPr>
        <p:txBody>
          <a:bodyPr/>
          <a:lstStyle/>
          <a:p>
            <a:r>
              <a:rPr lang="en-US" dirty="0"/>
              <a:t>Optical Fiber </a:t>
            </a:r>
          </a:p>
        </p:txBody>
      </p:sp>
      <p:sp>
        <p:nvSpPr>
          <p:cNvPr id="3" name="Text Placeholder 2">
            <a:extLst>
              <a:ext uri="{FF2B5EF4-FFF2-40B4-BE49-F238E27FC236}">
                <a16:creationId xmlns:a16="http://schemas.microsoft.com/office/drawing/2014/main" id="{697F1B70-1B6C-5109-F8FE-0999BA3050EC}"/>
              </a:ext>
            </a:extLst>
          </p:cNvPr>
          <p:cNvSpPr>
            <a:spLocks noGrp="1"/>
          </p:cNvSpPr>
          <p:nvPr>
            <p:ph type="body" idx="1"/>
          </p:nvPr>
        </p:nvSpPr>
        <p:spPr>
          <a:xfrm>
            <a:off x="838200" y="3962401"/>
            <a:ext cx="9378315" cy="2215991"/>
          </a:xfrm>
        </p:spPr>
        <p:txBody>
          <a:bodyPr/>
          <a:lstStyle/>
          <a:p>
            <a:r>
              <a:rPr lang="en-US" sz="2400" dirty="0"/>
              <a:t>Optical fibers guide light from one point to another confined inside a fiber core.</a:t>
            </a:r>
          </a:p>
          <a:p>
            <a:endParaRPr lang="en-US" sz="2400" dirty="0"/>
          </a:p>
          <a:p>
            <a:r>
              <a:rPr lang="en-US" sz="2400" dirty="0"/>
              <a:t>These work based on the principle of total internal reflection. Depending on the angle that light hits the fiber/cladding interface, it can be fully reflected</a:t>
            </a:r>
          </a:p>
        </p:txBody>
      </p:sp>
      <p:pic>
        <p:nvPicPr>
          <p:cNvPr id="2050" name="Picture 2" descr="Fiber Optic Cable Types: What You ...">
            <a:extLst>
              <a:ext uri="{FF2B5EF4-FFF2-40B4-BE49-F238E27FC236}">
                <a16:creationId xmlns:a16="http://schemas.microsoft.com/office/drawing/2014/main" id="{2B36E2BF-A8D8-A530-E858-52D1EAEAB80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09800" y="1143000"/>
            <a:ext cx="2857500" cy="1600200"/>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Total Internal Reflection in Optical ...">
            <a:extLst>
              <a:ext uri="{FF2B5EF4-FFF2-40B4-BE49-F238E27FC236}">
                <a16:creationId xmlns:a16="http://schemas.microsoft.com/office/drawing/2014/main" id="{8A5C0C93-A551-08BD-AA02-EFF9F978A1E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248400" y="1143000"/>
            <a:ext cx="2876550" cy="1590675"/>
          </a:xfrm>
          <a:prstGeom prst="rect">
            <a:avLst/>
          </a:prstGeom>
          <a:noFill/>
          <a:extLst>
            <a:ext uri="{909E8E84-426E-40DD-AFC4-6F175D3DCCD1}">
              <a14:hiddenFill xmlns:a14="http://schemas.microsoft.com/office/drawing/2010/main">
                <a:solidFill>
                  <a:srgbClr val="FFFFFF"/>
                </a:solidFill>
              </a14:hiddenFill>
            </a:ext>
          </a:extLst>
        </p:spPr>
      </p:pic>
      <p:grpSp>
        <p:nvGrpSpPr>
          <p:cNvPr id="12" name="Group 11">
            <a:extLst>
              <a:ext uri="{FF2B5EF4-FFF2-40B4-BE49-F238E27FC236}">
                <a16:creationId xmlns:a16="http://schemas.microsoft.com/office/drawing/2014/main" id="{70B993C0-5B60-53A9-2040-985D4EC5F33A}"/>
              </a:ext>
            </a:extLst>
          </p:cNvPr>
          <p:cNvGrpSpPr/>
          <p:nvPr/>
        </p:nvGrpSpPr>
        <p:grpSpPr>
          <a:xfrm>
            <a:off x="9627950" y="1455877"/>
            <a:ext cx="676440" cy="1132920"/>
            <a:chOff x="9627950" y="1455877"/>
            <a:chExt cx="676440" cy="1132920"/>
          </a:xfrm>
        </p:grpSpPr>
        <mc:AlternateContent xmlns:mc="http://schemas.openxmlformats.org/markup-compatibility/2006">
          <mc:Choice xmlns:p14="http://schemas.microsoft.com/office/powerpoint/2010/main" Requires="p14">
            <p:contentPart p14:bwMode="auto" r:id="rId4">
              <p14:nvContentPartPr>
                <p14:cNvPr id="4" name="Ink 3">
                  <a:extLst>
                    <a:ext uri="{FF2B5EF4-FFF2-40B4-BE49-F238E27FC236}">
                      <a16:creationId xmlns:a16="http://schemas.microsoft.com/office/drawing/2014/main" id="{6009CCE9-F533-D403-E07E-D5ADC5D12772}"/>
                    </a:ext>
                  </a:extLst>
                </p14:cNvPr>
                <p14:cNvContentPartPr/>
                <p14:nvPr/>
              </p14:nvContentPartPr>
              <p14:xfrm>
                <a:off x="9666470" y="1717237"/>
                <a:ext cx="61200" cy="325440"/>
              </p14:xfrm>
            </p:contentPart>
          </mc:Choice>
          <mc:Fallback>
            <p:pic>
              <p:nvPicPr>
                <p:cNvPr id="4" name="Ink 3">
                  <a:extLst>
                    <a:ext uri="{FF2B5EF4-FFF2-40B4-BE49-F238E27FC236}">
                      <a16:creationId xmlns:a16="http://schemas.microsoft.com/office/drawing/2014/main" id="{6009CCE9-F533-D403-E07E-D5ADC5D12772}"/>
                    </a:ext>
                  </a:extLst>
                </p:cNvPr>
                <p:cNvPicPr/>
                <p:nvPr/>
              </p:nvPicPr>
              <p:blipFill>
                <a:blip r:embed="rId5"/>
                <a:stretch>
                  <a:fillRect/>
                </a:stretch>
              </p:blipFill>
              <p:spPr>
                <a:xfrm>
                  <a:off x="9648470" y="1699237"/>
                  <a:ext cx="96840" cy="36108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5" name="Ink 4">
                  <a:extLst>
                    <a:ext uri="{FF2B5EF4-FFF2-40B4-BE49-F238E27FC236}">
                      <a16:creationId xmlns:a16="http://schemas.microsoft.com/office/drawing/2014/main" id="{74C58830-0899-47F5-3756-B1006CC3F12D}"/>
                    </a:ext>
                  </a:extLst>
                </p14:cNvPr>
                <p14:cNvContentPartPr/>
                <p14:nvPr/>
              </p14:nvContentPartPr>
              <p14:xfrm>
                <a:off x="9627950" y="1759717"/>
                <a:ext cx="343800" cy="371520"/>
              </p14:xfrm>
            </p:contentPart>
          </mc:Choice>
          <mc:Fallback>
            <p:pic>
              <p:nvPicPr>
                <p:cNvPr id="5" name="Ink 4">
                  <a:extLst>
                    <a:ext uri="{FF2B5EF4-FFF2-40B4-BE49-F238E27FC236}">
                      <a16:creationId xmlns:a16="http://schemas.microsoft.com/office/drawing/2014/main" id="{74C58830-0899-47F5-3756-B1006CC3F12D}"/>
                    </a:ext>
                  </a:extLst>
                </p:cNvPr>
                <p:cNvPicPr/>
                <p:nvPr/>
              </p:nvPicPr>
              <p:blipFill>
                <a:blip r:embed="rId7"/>
                <a:stretch>
                  <a:fillRect/>
                </a:stretch>
              </p:blipFill>
              <p:spPr>
                <a:xfrm>
                  <a:off x="9610310" y="1741717"/>
                  <a:ext cx="379440" cy="40716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6" name="Ink 5">
                  <a:extLst>
                    <a:ext uri="{FF2B5EF4-FFF2-40B4-BE49-F238E27FC236}">
                      <a16:creationId xmlns:a16="http://schemas.microsoft.com/office/drawing/2014/main" id="{6F76F86A-C5DB-20D2-12AF-DDE7A4FC2B07}"/>
                    </a:ext>
                  </a:extLst>
                </p14:cNvPr>
                <p14:cNvContentPartPr/>
                <p14:nvPr/>
              </p14:nvContentPartPr>
              <p14:xfrm>
                <a:off x="10026470" y="1455877"/>
                <a:ext cx="125280" cy="162720"/>
              </p14:xfrm>
            </p:contentPart>
          </mc:Choice>
          <mc:Fallback>
            <p:pic>
              <p:nvPicPr>
                <p:cNvPr id="6" name="Ink 5">
                  <a:extLst>
                    <a:ext uri="{FF2B5EF4-FFF2-40B4-BE49-F238E27FC236}">
                      <a16:creationId xmlns:a16="http://schemas.microsoft.com/office/drawing/2014/main" id="{6F76F86A-C5DB-20D2-12AF-DDE7A4FC2B07}"/>
                    </a:ext>
                  </a:extLst>
                </p:cNvPr>
                <p:cNvPicPr/>
                <p:nvPr/>
              </p:nvPicPr>
              <p:blipFill>
                <a:blip r:embed="rId9"/>
                <a:stretch>
                  <a:fillRect/>
                </a:stretch>
              </p:blipFill>
              <p:spPr>
                <a:xfrm>
                  <a:off x="10008470" y="1438237"/>
                  <a:ext cx="160920" cy="198360"/>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7" name="Ink 6">
                  <a:extLst>
                    <a:ext uri="{FF2B5EF4-FFF2-40B4-BE49-F238E27FC236}">
                      <a16:creationId xmlns:a16="http://schemas.microsoft.com/office/drawing/2014/main" id="{67EDFB9E-29AF-76EE-7E51-C6C332F04B06}"/>
                    </a:ext>
                  </a:extLst>
                </p14:cNvPr>
                <p14:cNvContentPartPr/>
                <p14:nvPr/>
              </p14:nvContentPartPr>
              <p14:xfrm>
                <a:off x="10142390" y="1616437"/>
                <a:ext cx="64800" cy="57600"/>
              </p14:xfrm>
            </p:contentPart>
          </mc:Choice>
          <mc:Fallback>
            <p:pic>
              <p:nvPicPr>
                <p:cNvPr id="7" name="Ink 6">
                  <a:extLst>
                    <a:ext uri="{FF2B5EF4-FFF2-40B4-BE49-F238E27FC236}">
                      <a16:creationId xmlns:a16="http://schemas.microsoft.com/office/drawing/2014/main" id="{67EDFB9E-29AF-76EE-7E51-C6C332F04B06}"/>
                    </a:ext>
                  </a:extLst>
                </p:cNvPr>
                <p:cNvPicPr/>
                <p:nvPr/>
              </p:nvPicPr>
              <p:blipFill>
                <a:blip r:embed="rId11"/>
                <a:stretch>
                  <a:fillRect/>
                </a:stretch>
              </p:blipFill>
              <p:spPr>
                <a:xfrm>
                  <a:off x="10124750" y="1598437"/>
                  <a:ext cx="100440" cy="93240"/>
                </a:xfrm>
                <a:prstGeom prst="rect">
                  <a:avLst/>
                </a:prstGeom>
              </p:spPr>
            </p:pic>
          </mc:Fallback>
        </mc:AlternateContent>
        <mc:AlternateContent xmlns:mc="http://schemas.openxmlformats.org/markup-compatibility/2006">
          <mc:Choice xmlns:p14="http://schemas.microsoft.com/office/powerpoint/2010/main" Requires="p14">
            <p:contentPart p14:bwMode="auto" r:id="rId12">
              <p14:nvContentPartPr>
                <p14:cNvPr id="8" name="Ink 7">
                  <a:extLst>
                    <a:ext uri="{FF2B5EF4-FFF2-40B4-BE49-F238E27FC236}">
                      <a16:creationId xmlns:a16="http://schemas.microsoft.com/office/drawing/2014/main" id="{AFA6CB3E-682E-1427-0537-9D0197F0E8A5}"/>
                    </a:ext>
                  </a:extLst>
                </p14:cNvPr>
                <p14:cNvContentPartPr/>
                <p14:nvPr/>
              </p14:nvContentPartPr>
              <p14:xfrm>
                <a:off x="10166150" y="1929277"/>
                <a:ext cx="138240" cy="10800"/>
              </p14:xfrm>
            </p:contentPart>
          </mc:Choice>
          <mc:Fallback>
            <p:pic>
              <p:nvPicPr>
                <p:cNvPr id="8" name="Ink 7">
                  <a:extLst>
                    <a:ext uri="{FF2B5EF4-FFF2-40B4-BE49-F238E27FC236}">
                      <a16:creationId xmlns:a16="http://schemas.microsoft.com/office/drawing/2014/main" id="{AFA6CB3E-682E-1427-0537-9D0197F0E8A5}"/>
                    </a:ext>
                  </a:extLst>
                </p:cNvPr>
                <p:cNvPicPr/>
                <p:nvPr/>
              </p:nvPicPr>
              <p:blipFill>
                <a:blip r:embed="rId13"/>
                <a:stretch>
                  <a:fillRect/>
                </a:stretch>
              </p:blipFill>
              <p:spPr>
                <a:xfrm>
                  <a:off x="10148510" y="1911277"/>
                  <a:ext cx="173880" cy="46440"/>
                </a:xfrm>
                <a:prstGeom prst="rect">
                  <a:avLst/>
                </a:prstGeom>
              </p:spPr>
            </p:pic>
          </mc:Fallback>
        </mc:AlternateContent>
        <mc:AlternateContent xmlns:mc="http://schemas.openxmlformats.org/markup-compatibility/2006">
          <mc:Choice xmlns:p14="http://schemas.microsoft.com/office/powerpoint/2010/main" Requires="p14">
            <p:contentPart p14:bwMode="auto" r:id="rId14">
              <p14:nvContentPartPr>
                <p14:cNvPr id="9" name="Ink 8">
                  <a:extLst>
                    <a:ext uri="{FF2B5EF4-FFF2-40B4-BE49-F238E27FC236}">
                      <a16:creationId xmlns:a16="http://schemas.microsoft.com/office/drawing/2014/main" id="{02FF62D0-8860-FF83-2D24-C08242E793DB}"/>
                    </a:ext>
                  </a:extLst>
                </p14:cNvPr>
                <p14:cNvContentPartPr/>
                <p14:nvPr/>
              </p14:nvContentPartPr>
              <p14:xfrm>
                <a:off x="10140230" y="2145277"/>
                <a:ext cx="155160" cy="54360"/>
              </p14:xfrm>
            </p:contentPart>
          </mc:Choice>
          <mc:Fallback>
            <p:pic>
              <p:nvPicPr>
                <p:cNvPr id="9" name="Ink 8">
                  <a:extLst>
                    <a:ext uri="{FF2B5EF4-FFF2-40B4-BE49-F238E27FC236}">
                      <a16:creationId xmlns:a16="http://schemas.microsoft.com/office/drawing/2014/main" id="{02FF62D0-8860-FF83-2D24-C08242E793DB}"/>
                    </a:ext>
                  </a:extLst>
                </p:cNvPr>
                <p:cNvPicPr/>
                <p:nvPr/>
              </p:nvPicPr>
              <p:blipFill>
                <a:blip r:embed="rId15"/>
                <a:stretch>
                  <a:fillRect/>
                </a:stretch>
              </p:blipFill>
              <p:spPr>
                <a:xfrm>
                  <a:off x="10122230" y="2127277"/>
                  <a:ext cx="190800" cy="90000"/>
                </a:xfrm>
                <a:prstGeom prst="rect">
                  <a:avLst/>
                </a:prstGeom>
              </p:spPr>
            </p:pic>
          </mc:Fallback>
        </mc:AlternateContent>
        <mc:AlternateContent xmlns:mc="http://schemas.openxmlformats.org/markup-compatibility/2006">
          <mc:Choice xmlns:p14="http://schemas.microsoft.com/office/powerpoint/2010/main" Requires="p14">
            <p:contentPart p14:bwMode="auto" r:id="rId16">
              <p14:nvContentPartPr>
                <p14:cNvPr id="10" name="Ink 9">
                  <a:extLst>
                    <a:ext uri="{FF2B5EF4-FFF2-40B4-BE49-F238E27FC236}">
                      <a16:creationId xmlns:a16="http://schemas.microsoft.com/office/drawing/2014/main" id="{8094ABEB-0EA5-29BD-88B2-DB9E9B07010F}"/>
                    </a:ext>
                  </a:extLst>
                </p14:cNvPr>
                <p14:cNvContentPartPr/>
                <p14:nvPr/>
              </p14:nvContentPartPr>
              <p14:xfrm>
                <a:off x="9991190" y="2297557"/>
                <a:ext cx="133200" cy="68400"/>
              </p14:xfrm>
            </p:contentPart>
          </mc:Choice>
          <mc:Fallback>
            <p:pic>
              <p:nvPicPr>
                <p:cNvPr id="10" name="Ink 9">
                  <a:extLst>
                    <a:ext uri="{FF2B5EF4-FFF2-40B4-BE49-F238E27FC236}">
                      <a16:creationId xmlns:a16="http://schemas.microsoft.com/office/drawing/2014/main" id="{8094ABEB-0EA5-29BD-88B2-DB9E9B07010F}"/>
                    </a:ext>
                  </a:extLst>
                </p:cNvPr>
                <p:cNvPicPr/>
                <p:nvPr/>
              </p:nvPicPr>
              <p:blipFill>
                <a:blip r:embed="rId17"/>
                <a:stretch>
                  <a:fillRect/>
                </a:stretch>
              </p:blipFill>
              <p:spPr>
                <a:xfrm>
                  <a:off x="9973190" y="2279917"/>
                  <a:ext cx="168840" cy="104040"/>
                </a:xfrm>
                <a:prstGeom prst="rect">
                  <a:avLst/>
                </a:prstGeom>
              </p:spPr>
            </p:pic>
          </mc:Fallback>
        </mc:AlternateContent>
        <mc:AlternateContent xmlns:mc="http://schemas.openxmlformats.org/markup-compatibility/2006">
          <mc:Choice xmlns:p14="http://schemas.microsoft.com/office/powerpoint/2010/main" Requires="p14">
            <p:contentPart p14:bwMode="auto" r:id="rId18">
              <p14:nvContentPartPr>
                <p14:cNvPr id="11" name="Ink 10">
                  <a:extLst>
                    <a:ext uri="{FF2B5EF4-FFF2-40B4-BE49-F238E27FC236}">
                      <a16:creationId xmlns:a16="http://schemas.microsoft.com/office/drawing/2014/main" id="{2122156E-341B-B4EE-BC04-C86317F326D2}"/>
                    </a:ext>
                  </a:extLst>
                </p14:cNvPr>
                <p14:cNvContentPartPr/>
                <p14:nvPr/>
              </p14:nvContentPartPr>
              <p14:xfrm>
                <a:off x="9830630" y="2432917"/>
                <a:ext cx="93240" cy="155880"/>
              </p14:xfrm>
            </p:contentPart>
          </mc:Choice>
          <mc:Fallback>
            <p:pic>
              <p:nvPicPr>
                <p:cNvPr id="11" name="Ink 10">
                  <a:extLst>
                    <a:ext uri="{FF2B5EF4-FFF2-40B4-BE49-F238E27FC236}">
                      <a16:creationId xmlns:a16="http://schemas.microsoft.com/office/drawing/2014/main" id="{2122156E-341B-B4EE-BC04-C86317F326D2}"/>
                    </a:ext>
                  </a:extLst>
                </p:cNvPr>
                <p:cNvPicPr/>
                <p:nvPr/>
              </p:nvPicPr>
              <p:blipFill>
                <a:blip r:embed="rId19"/>
                <a:stretch>
                  <a:fillRect/>
                </a:stretch>
              </p:blipFill>
              <p:spPr>
                <a:xfrm>
                  <a:off x="9812990" y="2414917"/>
                  <a:ext cx="128880" cy="191520"/>
                </a:xfrm>
                <a:prstGeom prst="rect">
                  <a:avLst/>
                </a:prstGeom>
              </p:spPr>
            </p:pic>
          </mc:Fallback>
        </mc:AlternateContent>
      </p:grpSp>
      <p:grpSp>
        <p:nvGrpSpPr>
          <p:cNvPr id="35" name="Group 34">
            <a:extLst>
              <a:ext uri="{FF2B5EF4-FFF2-40B4-BE49-F238E27FC236}">
                <a16:creationId xmlns:a16="http://schemas.microsoft.com/office/drawing/2014/main" id="{EAA5785C-EB8C-2463-7584-C87B8F103C79}"/>
              </a:ext>
            </a:extLst>
          </p:cNvPr>
          <p:cNvGrpSpPr/>
          <p:nvPr/>
        </p:nvGrpSpPr>
        <p:grpSpPr>
          <a:xfrm>
            <a:off x="10989470" y="1276957"/>
            <a:ext cx="535680" cy="1440360"/>
            <a:chOff x="10989470" y="1276957"/>
            <a:chExt cx="535680" cy="1440360"/>
          </a:xfrm>
        </p:grpSpPr>
        <mc:AlternateContent xmlns:mc="http://schemas.openxmlformats.org/markup-compatibility/2006">
          <mc:Choice xmlns:p14="http://schemas.microsoft.com/office/powerpoint/2010/main" Requires="p14">
            <p:contentPart p14:bwMode="auto" r:id="rId20">
              <p14:nvContentPartPr>
                <p14:cNvPr id="13" name="Ink 12">
                  <a:extLst>
                    <a:ext uri="{FF2B5EF4-FFF2-40B4-BE49-F238E27FC236}">
                      <a16:creationId xmlns:a16="http://schemas.microsoft.com/office/drawing/2014/main" id="{5597E8C7-DA63-1CB7-06C0-6988D6557383}"/>
                    </a:ext>
                  </a:extLst>
                </p14:cNvPr>
                <p14:cNvContentPartPr/>
                <p14:nvPr/>
              </p14:nvContentPartPr>
              <p14:xfrm>
                <a:off x="11287910" y="1276957"/>
                <a:ext cx="56520" cy="508680"/>
              </p14:xfrm>
            </p:contentPart>
          </mc:Choice>
          <mc:Fallback>
            <p:pic>
              <p:nvPicPr>
                <p:cNvPr id="13" name="Ink 12">
                  <a:extLst>
                    <a:ext uri="{FF2B5EF4-FFF2-40B4-BE49-F238E27FC236}">
                      <a16:creationId xmlns:a16="http://schemas.microsoft.com/office/drawing/2014/main" id="{5597E8C7-DA63-1CB7-06C0-6988D6557383}"/>
                    </a:ext>
                  </a:extLst>
                </p:cNvPr>
                <p:cNvPicPr/>
                <p:nvPr/>
              </p:nvPicPr>
              <p:blipFill>
                <a:blip r:embed="rId21"/>
                <a:stretch>
                  <a:fillRect/>
                </a:stretch>
              </p:blipFill>
              <p:spPr>
                <a:xfrm>
                  <a:off x="11269910" y="1258957"/>
                  <a:ext cx="92160" cy="544320"/>
                </a:xfrm>
                <a:prstGeom prst="rect">
                  <a:avLst/>
                </a:prstGeom>
              </p:spPr>
            </p:pic>
          </mc:Fallback>
        </mc:AlternateContent>
        <mc:AlternateContent xmlns:mc="http://schemas.openxmlformats.org/markup-compatibility/2006">
          <mc:Choice xmlns:p14="http://schemas.microsoft.com/office/powerpoint/2010/main" Requires="p14">
            <p:contentPart p14:bwMode="auto" r:id="rId22">
              <p14:nvContentPartPr>
                <p14:cNvPr id="14" name="Ink 13">
                  <a:extLst>
                    <a:ext uri="{FF2B5EF4-FFF2-40B4-BE49-F238E27FC236}">
                      <a16:creationId xmlns:a16="http://schemas.microsoft.com/office/drawing/2014/main" id="{2FA9D5D7-2762-FD45-2275-D7034FF7887E}"/>
                    </a:ext>
                  </a:extLst>
                </p14:cNvPr>
                <p14:cNvContentPartPr/>
                <p14:nvPr/>
              </p14:nvContentPartPr>
              <p14:xfrm>
                <a:off x="11172350" y="1762957"/>
                <a:ext cx="352800" cy="82080"/>
              </p14:xfrm>
            </p:contentPart>
          </mc:Choice>
          <mc:Fallback>
            <p:pic>
              <p:nvPicPr>
                <p:cNvPr id="14" name="Ink 13">
                  <a:extLst>
                    <a:ext uri="{FF2B5EF4-FFF2-40B4-BE49-F238E27FC236}">
                      <a16:creationId xmlns:a16="http://schemas.microsoft.com/office/drawing/2014/main" id="{2FA9D5D7-2762-FD45-2275-D7034FF7887E}"/>
                    </a:ext>
                  </a:extLst>
                </p:cNvPr>
                <p:cNvPicPr/>
                <p:nvPr/>
              </p:nvPicPr>
              <p:blipFill>
                <a:blip r:embed="rId23"/>
                <a:stretch>
                  <a:fillRect/>
                </a:stretch>
              </p:blipFill>
              <p:spPr>
                <a:xfrm>
                  <a:off x="11154710" y="1744957"/>
                  <a:ext cx="388440" cy="117720"/>
                </a:xfrm>
                <a:prstGeom prst="rect">
                  <a:avLst/>
                </a:prstGeom>
              </p:spPr>
            </p:pic>
          </mc:Fallback>
        </mc:AlternateContent>
        <mc:AlternateContent xmlns:mc="http://schemas.openxmlformats.org/markup-compatibility/2006">
          <mc:Choice xmlns:p14="http://schemas.microsoft.com/office/powerpoint/2010/main" Requires="p14">
            <p:contentPart p14:bwMode="auto" r:id="rId24">
              <p14:nvContentPartPr>
                <p14:cNvPr id="15" name="Ink 14">
                  <a:extLst>
                    <a:ext uri="{FF2B5EF4-FFF2-40B4-BE49-F238E27FC236}">
                      <a16:creationId xmlns:a16="http://schemas.microsoft.com/office/drawing/2014/main" id="{8969FB32-D725-D5E0-1321-7A9F2E272203}"/>
                    </a:ext>
                  </a:extLst>
                </p14:cNvPr>
                <p14:cNvContentPartPr/>
                <p14:nvPr/>
              </p14:nvContentPartPr>
              <p14:xfrm>
                <a:off x="11127710" y="1846837"/>
                <a:ext cx="280800" cy="184320"/>
              </p14:xfrm>
            </p:contentPart>
          </mc:Choice>
          <mc:Fallback>
            <p:pic>
              <p:nvPicPr>
                <p:cNvPr id="15" name="Ink 14">
                  <a:extLst>
                    <a:ext uri="{FF2B5EF4-FFF2-40B4-BE49-F238E27FC236}">
                      <a16:creationId xmlns:a16="http://schemas.microsoft.com/office/drawing/2014/main" id="{8969FB32-D725-D5E0-1321-7A9F2E272203}"/>
                    </a:ext>
                  </a:extLst>
                </p:cNvPr>
                <p:cNvPicPr/>
                <p:nvPr/>
              </p:nvPicPr>
              <p:blipFill>
                <a:blip r:embed="rId25"/>
                <a:stretch>
                  <a:fillRect/>
                </a:stretch>
              </p:blipFill>
              <p:spPr>
                <a:xfrm>
                  <a:off x="11109710" y="1829197"/>
                  <a:ext cx="316440" cy="219960"/>
                </a:xfrm>
                <a:prstGeom prst="rect">
                  <a:avLst/>
                </a:prstGeom>
              </p:spPr>
            </p:pic>
          </mc:Fallback>
        </mc:AlternateContent>
        <mc:AlternateContent xmlns:mc="http://schemas.openxmlformats.org/markup-compatibility/2006">
          <mc:Choice xmlns:p14="http://schemas.microsoft.com/office/powerpoint/2010/main" Requires="p14">
            <p:contentPart p14:bwMode="auto" r:id="rId26">
              <p14:nvContentPartPr>
                <p14:cNvPr id="16" name="Ink 15">
                  <a:extLst>
                    <a:ext uri="{FF2B5EF4-FFF2-40B4-BE49-F238E27FC236}">
                      <a16:creationId xmlns:a16="http://schemas.microsoft.com/office/drawing/2014/main" id="{64E601AF-5EEB-2F1D-0EA0-3F005A2511DC}"/>
                    </a:ext>
                  </a:extLst>
                </p14:cNvPr>
                <p14:cNvContentPartPr/>
                <p14:nvPr/>
              </p14:nvContentPartPr>
              <p14:xfrm>
                <a:off x="11442350" y="1790317"/>
                <a:ext cx="71280" cy="220680"/>
              </p14:xfrm>
            </p:contentPart>
          </mc:Choice>
          <mc:Fallback>
            <p:pic>
              <p:nvPicPr>
                <p:cNvPr id="16" name="Ink 15">
                  <a:extLst>
                    <a:ext uri="{FF2B5EF4-FFF2-40B4-BE49-F238E27FC236}">
                      <a16:creationId xmlns:a16="http://schemas.microsoft.com/office/drawing/2014/main" id="{64E601AF-5EEB-2F1D-0EA0-3F005A2511DC}"/>
                    </a:ext>
                  </a:extLst>
                </p:cNvPr>
                <p:cNvPicPr/>
                <p:nvPr/>
              </p:nvPicPr>
              <p:blipFill>
                <a:blip r:embed="rId27"/>
                <a:stretch>
                  <a:fillRect/>
                </a:stretch>
              </p:blipFill>
              <p:spPr>
                <a:xfrm>
                  <a:off x="11424350" y="1772677"/>
                  <a:ext cx="106920" cy="256320"/>
                </a:xfrm>
                <a:prstGeom prst="rect">
                  <a:avLst/>
                </a:prstGeom>
              </p:spPr>
            </p:pic>
          </mc:Fallback>
        </mc:AlternateContent>
        <mc:AlternateContent xmlns:mc="http://schemas.openxmlformats.org/markup-compatibility/2006">
          <mc:Choice xmlns:p14="http://schemas.microsoft.com/office/powerpoint/2010/main" Requires="p14">
            <p:contentPart p14:bwMode="auto" r:id="rId28">
              <p14:nvContentPartPr>
                <p14:cNvPr id="17" name="Ink 16">
                  <a:extLst>
                    <a:ext uri="{FF2B5EF4-FFF2-40B4-BE49-F238E27FC236}">
                      <a16:creationId xmlns:a16="http://schemas.microsoft.com/office/drawing/2014/main" id="{BDA93CC4-F3A1-64B6-FF1C-65DC5FA0FED2}"/>
                    </a:ext>
                  </a:extLst>
                </p14:cNvPr>
                <p14:cNvContentPartPr/>
                <p14:nvPr/>
              </p14:nvContentPartPr>
              <p14:xfrm>
                <a:off x="11407790" y="2066437"/>
                <a:ext cx="61560" cy="650880"/>
              </p14:xfrm>
            </p:contentPart>
          </mc:Choice>
          <mc:Fallback>
            <p:pic>
              <p:nvPicPr>
                <p:cNvPr id="17" name="Ink 16">
                  <a:extLst>
                    <a:ext uri="{FF2B5EF4-FFF2-40B4-BE49-F238E27FC236}">
                      <a16:creationId xmlns:a16="http://schemas.microsoft.com/office/drawing/2014/main" id="{BDA93CC4-F3A1-64B6-FF1C-65DC5FA0FED2}"/>
                    </a:ext>
                  </a:extLst>
                </p:cNvPr>
                <p:cNvPicPr/>
                <p:nvPr/>
              </p:nvPicPr>
              <p:blipFill>
                <a:blip r:embed="rId29"/>
                <a:stretch>
                  <a:fillRect/>
                </a:stretch>
              </p:blipFill>
              <p:spPr>
                <a:xfrm>
                  <a:off x="11389790" y="2048437"/>
                  <a:ext cx="97200" cy="686520"/>
                </a:xfrm>
                <a:prstGeom prst="rect">
                  <a:avLst/>
                </a:prstGeom>
              </p:spPr>
            </p:pic>
          </mc:Fallback>
        </mc:AlternateContent>
        <mc:AlternateContent xmlns:mc="http://schemas.openxmlformats.org/markup-compatibility/2006">
          <mc:Choice xmlns:p14="http://schemas.microsoft.com/office/powerpoint/2010/main" Requires="p14">
            <p:contentPart p14:bwMode="auto" r:id="rId30">
              <p14:nvContentPartPr>
                <p14:cNvPr id="19" name="Ink 18">
                  <a:extLst>
                    <a:ext uri="{FF2B5EF4-FFF2-40B4-BE49-F238E27FC236}">
                      <a16:creationId xmlns:a16="http://schemas.microsoft.com/office/drawing/2014/main" id="{B59CC60D-6D38-64BF-9CE6-CF37B7E2D1EF}"/>
                    </a:ext>
                  </a:extLst>
                </p14:cNvPr>
                <p14:cNvContentPartPr/>
                <p14:nvPr/>
              </p14:nvContentPartPr>
              <p14:xfrm>
                <a:off x="10989470" y="1515637"/>
                <a:ext cx="131400" cy="131400"/>
              </p14:xfrm>
            </p:contentPart>
          </mc:Choice>
          <mc:Fallback>
            <p:pic>
              <p:nvPicPr>
                <p:cNvPr id="19" name="Ink 18">
                  <a:extLst>
                    <a:ext uri="{FF2B5EF4-FFF2-40B4-BE49-F238E27FC236}">
                      <a16:creationId xmlns:a16="http://schemas.microsoft.com/office/drawing/2014/main" id="{B59CC60D-6D38-64BF-9CE6-CF37B7E2D1EF}"/>
                    </a:ext>
                  </a:extLst>
                </p:cNvPr>
                <p:cNvPicPr/>
                <p:nvPr/>
              </p:nvPicPr>
              <p:blipFill>
                <a:blip r:embed="rId31"/>
                <a:stretch>
                  <a:fillRect/>
                </a:stretch>
              </p:blipFill>
              <p:spPr>
                <a:xfrm>
                  <a:off x="10971470" y="1497997"/>
                  <a:ext cx="167040" cy="167040"/>
                </a:xfrm>
                <a:prstGeom prst="rect">
                  <a:avLst/>
                </a:prstGeom>
              </p:spPr>
            </p:pic>
          </mc:Fallback>
        </mc:AlternateContent>
        <mc:AlternateContent xmlns:mc="http://schemas.openxmlformats.org/markup-compatibility/2006">
          <mc:Choice xmlns:p14="http://schemas.microsoft.com/office/powerpoint/2010/main" Requires="p14">
            <p:contentPart p14:bwMode="auto" r:id="rId32">
              <p14:nvContentPartPr>
                <p14:cNvPr id="20" name="Ink 19">
                  <a:extLst>
                    <a:ext uri="{FF2B5EF4-FFF2-40B4-BE49-F238E27FC236}">
                      <a16:creationId xmlns:a16="http://schemas.microsoft.com/office/drawing/2014/main" id="{BF2EA735-A1EF-A2E2-32A9-2082C9F8BFA6}"/>
                    </a:ext>
                  </a:extLst>
                </p14:cNvPr>
                <p14:cNvContentPartPr/>
                <p14:nvPr/>
              </p14:nvContentPartPr>
              <p14:xfrm>
                <a:off x="11120150" y="1563517"/>
                <a:ext cx="88920" cy="119880"/>
              </p14:xfrm>
            </p:contentPart>
          </mc:Choice>
          <mc:Fallback>
            <p:pic>
              <p:nvPicPr>
                <p:cNvPr id="20" name="Ink 19">
                  <a:extLst>
                    <a:ext uri="{FF2B5EF4-FFF2-40B4-BE49-F238E27FC236}">
                      <a16:creationId xmlns:a16="http://schemas.microsoft.com/office/drawing/2014/main" id="{BF2EA735-A1EF-A2E2-32A9-2082C9F8BFA6}"/>
                    </a:ext>
                  </a:extLst>
                </p:cNvPr>
                <p:cNvPicPr/>
                <p:nvPr/>
              </p:nvPicPr>
              <p:blipFill>
                <a:blip r:embed="rId33"/>
                <a:stretch>
                  <a:fillRect/>
                </a:stretch>
              </p:blipFill>
              <p:spPr>
                <a:xfrm>
                  <a:off x="11102150" y="1545877"/>
                  <a:ext cx="124560" cy="155520"/>
                </a:xfrm>
                <a:prstGeom prst="rect">
                  <a:avLst/>
                </a:prstGeom>
              </p:spPr>
            </p:pic>
          </mc:Fallback>
        </mc:AlternateContent>
        <mc:AlternateContent xmlns:mc="http://schemas.openxmlformats.org/markup-compatibility/2006">
          <mc:Choice xmlns:p14="http://schemas.microsoft.com/office/powerpoint/2010/main" Requires="p14">
            <p:contentPart p14:bwMode="auto" r:id="rId34">
              <p14:nvContentPartPr>
                <p14:cNvPr id="21" name="Ink 20">
                  <a:extLst>
                    <a:ext uri="{FF2B5EF4-FFF2-40B4-BE49-F238E27FC236}">
                      <a16:creationId xmlns:a16="http://schemas.microsoft.com/office/drawing/2014/main" id="{2E88211C-D145-6F18-9384-3B6D252EF2FF}"/>
                    </a:ext>
                  </a:extLst>
                </p14:cNvPr>
                <p14:cNvContentPartPr/>
                <p14:nvPr/>
              </p14:nvContentPartPr>
              <p14:xfrm>
                <a:off x="11039510" y="2005957"/>
                <a:ext cx="200160" cy="162000"/>
              </p14:xfrm>
            </p:contentPart>
          </mc:Choice>
          <mc:Fallback>
            <p:pic>
              <p:nvPicPr>
                <p:cNvPr id="21" name="Ink 20">
                  <a:extLst>
                    <a:ext uri="{FF2B5EF4-FFF2-40B4-BE49-F238E27FC236}">
                      <a16:creationId xmlns:a16="http://schemas.microsoft.com/office/drawing/2014/main" id="{2E88211C-D145-6F18-9384-3B6D252EF2FF}"/>
                    </a:ext>
                  </a:extLst>
                </p:cNvPr>
                <p:cNvPicPr/>
                <p:nvPr/>
              </p:nvPicPr>
              <p:blipFill>
                <a:blip r:embed="rId35"/>
                <a:stretch>
                  <a:fillRect/>
                </a:stretch>
              </p:blipFill>
              <p:spPr>
                <a:xfrm>
                  <a:off x="11021510" y="1988317"/>
                  <a:ext cx="235800" cy="197640"/>
                </a:xfrm>
                <a:prstGeom prst="rect">
                  <a:avLst/>
                </a:prstGeom>
              </p:spPr>
            </p:pic>
          </mc:Fallback>
        </mc:AlternateContent>
        <mc:AlternateContent xmlns:mc="http://schemas.openxmlformats.org/markup-compatibility/2006">
          <mc:Choice xmlns:p14="http://schemas.microsoft.com/office/powerpoint/2010/main" Requires="p14">
            <p:contentPart p14:bwMode="auto" r:id="rId36">
              <p14:nvContentPartPr>
                <p14:cNvPr id="22" name="Ink 21">
                  <a:extLst>
                    <a:ext uri="{FF2B5EF4-FFF2-40B4-BE49-F238E27FC236}">
                      <a16:creationId xmlns:a16="http://schemas.microsoft.com/office/drawing/2014/main" id="{45D62F81-24A9-52F4-65A8-870AE537DFB4}"/>
                    </a:ext>
                  </a:extLst>
                </p14:cNvPr>
                <p14:cNvContentPartPr/>
                <p14:nvPr/>
              </p14:nvContentPartPr>
              <p14:xfrm>
                <a:off x="11155430" y="2039077"/>
                <a:ext cx="93600" cy="188280"/>
              </p14:xfrm>
            </p:contentPart>
          </mc:Choice>
          <mc:Fallback>
            <p:pic>
              <p:nvPicPr>
                <p:cNvPr id="22" name="Ink 21">
                  <a:extLst>
                    <a:ext uri="{FF2B5EF4-FFF2-40B4-BE49-F238E27FC236}">
                      <a16:creationId xmlns:a16="http://schemas.microsoft.com/office/drawing/2014/main" id="{45D62F81-24A9-52F4-65A8-870AE537DFB4}"/>
                    </a:ext>
                  </a:extLst>
                </p:cNvPr>
                <p:cNvPicPr/>
                <p:nvPr/>
              </p:nvPicPr>
              <p:blipFill>
                <a:blip r:embed="rId37"/>
                <a:stretch>
                  <a:fillRect/>
                </a:stretch>
              </p:blipFill>
              <p:spPr>
                <a:xfrm>
                  <a:off x="11137790" y="2021077"/>
                  <a:ext cx="129240" cy="223920"/>
                </a:xfrm>
                <a:prstGeom prst="rect">
                  <a:avLst/>
                </a:prstGeom>
              </p:spPr>
            </p:pic>
          </mc:Fallback>
        </mc:AlternateContent>
      </p:grpSp>
      <p:grpSp>
        <p:nvGrpSpPr>
          <p:cNvPr id="34" name="Group 33">
            <a:extLst>
              <a:ext uri="{FF2B5EF4-FFF2-40B4-BE49-F238E27FC236}">
                <a16:creationId xmlns:a16="http://schemas.microsoft.com/office/drawing/2014/main" id="{AC64B5AF-7408-4769-25CD-8BC998D20EE2}"/>
              </a:ext>
            </a:extLst>
          </p:cNvPr>
          <p:cNvGrpSpPr/>
          <p:nvPr/>
        </p:nvGrpSpPr>
        <p:grpSpPr>
          <a:xfrm>
            <a:off x="9456950" y="878077"/>
            <a:ext cx="590400" cy="263880"/>
            <a:chOff x="9456950" y="878077"/>
            <a:chExt cx="590400" cy="263880"/>
          </a:xfrm>
        </p:grpSpPr>
        <mc:AlternateContent xmlns:mc="http://schemas.openxmlformats.org/markup-compatibility/2006">
          <mc:Choice xmlns:p14="http://schemas.microsoft.com/office/powerpoint/2010/main" Requires="p14">
            <p:contentPart p14:bwMode="auto" r:id="rId38">
              <p14:nvContentPartPr>
                <p14:cNvPr id="23" name="Ink 22">
                  <a:extLst>
                    <a:ext uri="{FF2B5EF4-FFF2-40B4-BE49-F238E27FC236}">
                      <a16:creationId xmlns:a16="http://schemas.microsoft.com/office/drawing/2014/main" id="{F2E7CF32-E49A-DC6C-3993-5D5E0BDE7912}"/>
                    </a:ext>
                  </a:extLst>
                </p14:cNvPr>
                <p14:cNvContentPartPr/>
                <p14:nvPr/>
              </p14:nvContentPartPr>
              <p14:xfrm>
                <a:off x="9456950" y="923437"/>
                <a:ext cx="240480" cy="218520"/>
              </p14:xfrm>
            </p:contentPart>
          </mc:Choice>
          <mc:Fallback>
            <p:pic>
              <p:nvPicPr>
                <p:cNvPr id="23" name="Ink 22">
                  <a:extLst>
                    <a:ext uri="{FF2B5EF4-FFF2-40B4-BE49-F238E27FC236}">
                      <a16:creationId xmlns:a16="http://schemas.microsoft.com/office/drawing/2014/main" id="{F2E7CF32-E49A-DC6C-3993-5D5E0BDE7912}"/>
                    </a:ext>
                  </a:extLst>
                </p:cNvPr>
                <p:cNvPicPr/>
                <p:nvPr/>
              </p:nvPicPr>
              <p:blipFill>
                <a:blip r:embed="rId39"/>
                <a:stretch>
                  <a:fillRect/>
                </a:stretch>
              </p:blipFill>
              <p:spPr>
                <a:xfrm>
                  <a:off x="9438950" y="905437"/>
                  <a:ext cx="276120" cy="254160"/>
                </a:xfrm>
                <a:prstGeom prst="rect">
                  <a:avLst/>
                </a:prstGeom>
              </p:spPr>
            </p:pic>
          </mc:Fallback>
        </mc:AlternateContent>
        <mc:AlternateContent xmlns:mc="http://schemas.openxmlformats.org/markup-compatibility/2006">
          <mc:Choice xmlns:p14="http://schemas.microsoft.com/office/powerpoint/2010/main" Requires="p14">
            <p:contentPart p14:bwMode="auto" r:id="rId40">
              <p14:nvContentPartPr>
                <p14:cNvPr id="24" name="Ink 23">
                  <a:extLst>
                    <a:ext uri="{FF2B5EF4-FFF2-40B4-BE49-F238E27FC236}">
                      <a16:creationId xmlns:a16="http://schemas.microsoft.com/office/drawing/2014/main" id="{6A33530E-882D-4FAB-083D-9363C7CCA14D}"/>
                    </a:ext>
                  </a:extLst>
                </p14:cNvPr>
                <p14:cNvContentPartPr/>
                <p14:nvPr/>
              </p14:nvContentPartPr>
              <p14:xfrm>
                <a:off x="9699230" y="940717"/>
                <a:ext cx="27720" cy="160560"/>
              </p14:xfrm>
            </p:contentPart>
          </mc:Choice>
          <mc:Fallback>
            <p:pic>
              <p:nvPicPr>
                <p:cNvPr id="24" name="Ink 23">
                  <a:extLst>
                    <a:ext uri="{FF2B5EF4-FFF2-40B4-BE49-F238E27FC236}">
                      <a16:creationId xmlns:a16="http://schemas.microsoft.com/office/drawing/2014/main" id="{6A33530E-882D-4FAB-083D-9363C7CCA14D}"/>
                    </a:ext>
                  </a:extLst>
                </p:cNvPr>
                <p:cNvPicPr/>
                <p:nvPr/>
              </p:nvPicPr>
              <p:blipFill>
                <a:blip r:embed="rId41"/>
                <a:stretch>
                  <a:fillRect/>
                </a:stretch>
              </p:blipFill>
              <p:spPr>
                <a:xfrm>
                  <a:off x="9681590" y="922717"/>
                  <a:ext cx="63360" cy="196200"/>
                </a:xfrm>
                <a:prstGeom prst="rect">
                  <a:avLst/>
                </a:prstGeom>
              </p:spPr>
            </p:pic>
          </mc:Fallback>
        </mc:AlternateContent>
        <mc:AlternateContent xmlns:mc="http://schemas.openxmlformats.org/markup-compatibility/2006">
          <mc:Choice xmlns:p14="http://schemas.microsoft.com/office/powerpoint/2010/main" Requires="p14">
            <p:contentPart p14:bwMode="auto" r:id="rId42">
              <p14:nvContentPartPr>
                <p14:cNvPr id="25" name="Ink 24">
                  <a:extLst>
                    <a:ext uri="{FF2B5EF4-FFF2-40B4-BE49-F238E27FC236}">
                      <a16:creationId xmlns:a16="http://schemas.microsoft.com/office/drawing/2014/main" id="{A64EDBB9-3B64-3EB4-DDC4-F1A24CA940DB}"/>
                    </a:ext>
                  </a:extLst>
                </p14:cNvPr>
                <p14:cNvContentPartPr/>
                <p14:nvPr/>
              </p14:nvContentPartPr>
              <p14:xfrm>
                <a:off x="9681950" y="878077"/>
                <a:ext cx="101880" cy="80640"/>
              </p14:xfrm>
            </p:contentPart>
          </mc:Choice>
          <mc:Fallback>
            <p:pic>
              <p:nvPicPr>
                <p:cNvPr id="25" name="Ink 24">
                  <a:extLst>
                    <a:ext uri="{FF2B5EF4-FFF2-40B4-BE49-F238E27FC236}">
                      <a16:creationId xmlns:a16="http://schemas.microsoft.com/office/drawing/2014/main" id="{A64EDBB9-3B64-3EB4-DDC4-F1A24CA940DB}"/>
                    </a:ext>
                  </a:extLst>
                </p:cNvPr>
                <p:cNvPicPr/>
                <p:nvPr/>
              </p:nvPicPr>
              <p:blipFill>
                <a:blip r:embed="rId43"/>
                <a:stretch>
                  <a:fillRect/>
                </a:stretch>
              </p:blipFill>
              <p:spPr>
                <a:xfrm>
                  <a:off x="9663950" y="860437"/>
                  <a:ext cx="137520" cy="116280"/>
                </a:xfrm>
                <a:prstGeom prst="rect">
                  <a:avLst/>
                </a:prstGeom>
              </p:spPr>
            </p:pic>
          </mc:Fallback>
        </mc:AlternateContent>
        <mc:AlternateContent xmlns:mc="http://schemas.openxmlformats.org/markup-compatibility/2006">
          <mc:Choice xmlns:p14="http://schemas.microsoft.com/office/powerpoint/2010/main" Requires="p14">
            <p:contentPart p14:bwMode="auto" r:id="rId44">
              <p14:nvContentPartPr>
                <p14:cNvPr id="26" name="Ink 25">
                  <a:extLst>
                    <a:ext uri="{FF2B5EF4-FFF2-40B4-BE49-F238E27FC236}">
                      <a16:creationId xmlns:a16="http://schemas.microsoft.com/office/drawing/2014/main" id="{33939EDF-914E-E850-884B-2C30A1D03965}"/>
                    </a:ext>
                  </a:extLst>
                </p14:cNvPr>
                <p14:cNvContentPartPr/>
                <p14:nvPr/>
              </p14:nvContentPartPr>
              <p14:xfrm>
                <a:off x="9710750" y="982477"/>
                <a:ext cx="110880" cy="53280"/>
              </p14:xfrm>
            </p:contentPart>
          </mc:Choice>
          <mc:Fallback>
            <p:pic>
              <p:nvPicPr>
                <p:cNvPr id="26" name="Ink 25">
                  <a:extLst>
                    <a:ext uri="{FF2B5EF4-FFF2-40B4-BE49-F238E27FC236}">
                      <a16:creationId xmlns:a16="http://schemas.microsoft.com/office/drawing/2014/main" id="{33939EDF-914E-E850-884B-2C30A1D03965}"/>
                    </a:ext>
                  </a:extLst>
                </p:cNvPr>
                <p:cNvPicPr/>
                <p:nvPr/>
              </p:nvPicPr>
              <p:blipFill>
                <a:blip r:embed="rId45"/>
                <a:stretch>
                  <a:fillRect/>
                </a:stretch>
              </p:blipFill>
              <p:spPr>
                <a:xfrm>
                  <a:off x="9692750" y="964477"/>
                  <a:ext cx="146520" cy="88920"/>
                </a:xfrm>
                <a:prstGeom prst="rect">
                  <a:avLst/>
                </a:prstGeom>
              </p:spPr>
            </p:pic>
          </mc:Fallback>
        </mc:AlternateContent>
        <mc:AlternateContent xmlns:mc="http://schemas.openxmlformats.org/markup-compatibility/2006">
          <mc:Choice xmlns:p14="http://schemas.microsoft.com/office/powerpoint/2010/main" Requires="p14">
            <p:contentPart p14:bwMode="auto" r:id="rId46">
              <p14:nvContentPartPr>
                <p14:cNvPr id="27" name="Ink 26">
                  <a:extLst>
                    <a:ext uri="{FF2B5EF4-FFF2-40B4-BE49-F238E27FC236}">
                      <a16:creationId xmlns:a16="http://schemas.microsoft.com/office/drawing/2014/main" id="{BF714326-F124-CA40-47A6-668730D89BBC}"/>
                    </a:ext>
                  </a:extLst>
                </p14:cNvPr>
                <p14:cNvContentPartPr/>
                <p14:nvPr/>
              </p14:nvContentPartPr>
              <p14:xfrm>
                <a:off x="9744230" y="1071397"/>
                <a:ext cx="140040" cy="46440"/>
              </p14:xfrm>
            </p:contentPart>
          </mc:Choice>
          <mc:Fallback>
            <p:pic>
              <p:nvPicPr>
                <p:cNvPr id="27" name="Ink 26">
                  <a:extLst>
                    <a:ext uri="{FF2B5EF4-FFF2-40B4-BE49-F238E27FC236}">
                      <a16:creationId xmlns:a16="http://schemas.microsoft.com/office/drawing/2014/main" id="{BF714326-F124-CA40-47A6-668730D89BBC}"/>
                    </a:ext>
                  </a:extLst>
                </p:cNvPr>
                <p:cNvPicPr/>
                <p:nvPr/>
              </p:nvPicPr>
              <p:blipFill>
                <a:blip r:embed="rId47"/>
                <a:stretch>
                  <a:fillRect/>
                </a:stretch>
              </p:blipFill>
              <p:spPr>
                <a:xfrm>
                  <a:off x="9726230" y="1053397"/>
                  <a:ext cx="175680" cy="82080"/>
                </a:xfrm>
                <a:prstGeom prst="rect">
                  <a:avLst/>
                </a:prstGeom>
              </p:spPr>
            </p:pic>
          </mc:Fallback>
        </mc:AlternateContent>
        <mc:AlternateContent xmlns:mc="http://schemas.openxmlformats.org/markup-compatibility/2006">
          <mc:Choice xmlns:p14="http://schemas.microsoft.com/office/powerpoint/2010/main" Requires="p14">
            <p:contentPart p14:bwMode="auto" r:id="rId48">
              <p14:nvContentPartPr>
                <p14:cNvPr id="28" name="Ink 27">
                  <a:extLst>
                    <a:ext uri="{FF2B5EF4-FFF2-40B4-BE49-F238E27FC236}">
                      <a16:creationId xmlns:a16="http://schemas.microsoft.com/office/drawing/2014/main" id="{E00969EB-3B6C-E716-F4B8-1C4F116E1564}"/>
                    </a:ext>
                  </a:extLst>
                </p14:cNvPr>
                <p14:cNvContentPartPr/>
                <p14:nvPr/>
              </p14:nvContentPartPr>
              <p14:xfrm>
                <a:off x="9909830" y="913717"/>
                <a:ext cx="23400" cy="180360"/>
              </p14:xfrm>
            </p:contentPart>
          </mc:Choice>
          <mc:Fallback>
            <p:pic>
              <p:nvPicPr>
                <p:cNvPr id="28" name="Ink 27">
                  <a:extLst>
                    <a:ext uri="{FF2B5EF4-FFF2-40B4-BE49-F238E27FC236}">
                      <a16:creationId xmlns:a16="http://schemas.microsoft.com/office/drawing/2014/main" id="{E00969EB-3B6C-E716-F4B8-1C4F116E1564}"/>
                    </a:ext>
                  </a:extLst>
                </p:cNvPr>
                <p:cNvPicPr/>
                <p:nvPr/>
              </p:nvPicPr>
              <p:blipFill>
                <a:blip r:embed="rId49"/>
                <a:stretch>
                  <a:fillRect/>
                </a:stretch>
              </p:blipFill>
              <p:spPr>
                <a:xfrm>
                  <a:off x="9892190" y="896077"/>
                  <a:ext cx="59040" cy="216000"/>
                </a:xfrm>
                <a:prstGeom prst="rect">
                  <a:avLst/>
                </a:prstGeom>
              </p:spPr>
            </p:pic>
          </mc:Fallback>
        </mc:AlternateContent>
        <mc:AlternateContent xmlns:mc="http://schemas.openxmlformats.org/markup-compatibility/2006">
          <mc:Choice xmlns:p14="http://schemas.microsoft.com/office/powerpoint/2010/main" Requires="p14">
            <p:contentPart p14:bwMode="auto" r:id="rId50">
              <p14:nvContentPartPr>
                <p14:cNvPr id="29" name="Ink 28">
                  <a:extLst>
                    <a:ext uri="{FF2B5EF4-FFF2-40B4-BE49-F238E27FC236}">
                      <a16:creationId xmlns:a16="http://schemas.microsoft.com/office/drawing/2014/main" id="{70DD1D0F-97ED-D5E4-F448-301C967DFA27}"/>
                    </a:ext>
                  </a:extLst>
                </p14:cNvPr>
                <p14:cNvContentPartPr/>
                <p14:nvPr/>
              </p14:nvContentPartPr>
              <p14:xfrm>
                <a:off x="9910550" y="888877"/>
                <a:ext cx="136800" cy="247680"/>
              </p14:xfrm>
            </p:contentPart>
          </mc:Choice>
          <mc:Fallback>
            <p:pic>
              <p:nvPicPr>
                <p:cNvPr id="29" name="Ink 28">
                  <a:extLst>
                    <a:ext uri="{FF2B5EF4-FFF2-40B4-BE49-F238E27FC236}">
                      <a16:creationId xmlns:a16="http://schemas.microsoft.com/office/drawing/2014/main" id="{70DD1D0F-97ED-D5E4-F448-301C967DFA27}"/>
                    </a:ext>
                  </a:extLst>
                </p:cNvPr>
                <p:cNvPicPr/>
                <p:nvPr/>
              </p:nvPicPr>
              <p:blipFill>
                <a:blip r:embed="rId51"/>
                <a:stretch>
                  <a:fillRect/>
                </a:stretch>
              </p:blipFill>
              <p:spPr>
                <a:xfrm>
                  <a:off x="9892550" y="870877"/>
                  <a:ext cx="172440" cy="283320"/>
                </a:xfrm>
                <a:prstGeom prst="rect">
                  <a:avLst/>
                </a:prstGeom>
              </p:spPr>
            </p:pic>
          </mc:Fallback>
        </mc:AlternateContent>
      </p:grpSp>
      <p:grpSp>
        <p:nvGrpSpPr>
          <p:cNvPr id="37" name="Group 36">
            <a:extLst>
              <a:ext uri="{FF2B5EF4-FFF2-40B4-BE49-F238E27FC236}">
                <a16:creationId xmlns:a16="http://schemas.microsoft.com/office/drawing/2014/main" id="{75E81B98-2820-39E7-949D-844BBD769110}"/>
              </a:ext>
            </a:extLst>
          </p:cNvPr>
          <p:cNvGrpSpPr/>
          <p:nvPr/>
        </p:nvGrpSpPr>
        <p:grpSpPr>
          <a:xfrm>
            <a:off x="11133830" y="841717"/>
            <a:ext cx="401040" cy="243360"/>
            <a:chOff x="11133830" y="841717"/>
            <a:chExt cx="401040" cy="243360"/>
          </a:xfrm>
        </p:grpSpPr>
        <mc:AlternateContent xmlns:mc="http://schemas.openxmlformats.org/markup-compatibility/2006">
          <mc:Choice xmlns:p14="http://schemas.microsoft.com/office/powerpoint/2010/main" Requires="p14">
            <p:contentPart p14:bwMode="auto" r:id="rId52">
              <p14:nvContentPartPr>
                <p14:cNvPr id="30" name="Ink 29">
                  <a:extLst>
                    <a:ext uri="{FF2B5EF4-FFF2-40B4-BE49-F238E27FC236}">
                      <a16:creationId xmlns:a16="http://schemas.microsoft.com/office/drawing/2014/main" id="{190F7351-4375-E652-9112-CFDF70670E11}"/>
                    </a:ext>
                  </a:extLst>
                </p14:cNvPr>
                <p14:cNvContentPartPr/>
                <p14:nvPr/>
              </p14:nvContentPartPr>
              <p14:xfrm>
                <a:off x="11143550" y="894997"/>
                <a:ext cx="63360" cy="182880"/>
              </p14:xfrm>
            </p:contentPart>
          </mc:Choice>
          <mc:Fallback>
            <p:pic>
              <p:nvPicPr>
                <p:cNvPr id="30" name="Ink 29">
                  <a:extLst>
                    <a:ext uri="{FF2B5EF4-FFF2-40B4-BE49-F238E27FC236}">
                      <a16:creationId xmlns:a16="http://schemas.microsoft.com/office/drawing/2014/main" id="{190F7351-4375-E652-9112-CFDF70670E11}"/>
                    </a:ext>
                  </a:extLst>
                </p:cNvPr>
                <p:cNvPicPr/>
                <p:nvPr/>
              </p:nvPicPr>
              <p:blipFill>
                <a:blip r:embed="rId53"/>
                <a:stretch>
                  <a:fillRect/>
                </a:stretch>
              </p:blipFill>
              <p:spPr>
                <a:xfrm>
                  <a:off x="11125910" y="877357"/>
                  <a:ext cx="99000" cy="218520"/>
                </a:xfrm>
                <a:prstGeom prst="rect">
                  <a:avLst/>
                </a:prstGeom>
              </p:spPr>
            </p:pic>
          </mc:Fallback>
        </mc:AlternateContent>
        <mc:AlternateContent xmlns:mc="http://schemas.openxmlformats.org/markup-compatibility/2006">
          <mc:Choice xmlns:p14="http://schemas.microsoft.com/office/powerpoint/2010/main" Requires="p14">
            <p:contentPart p14:bwMode="auto" r:id="rId54">
              <p14:nvContentPartPr>
                <p14:cNvPr id="31" name="Ink 30">
                  <a:extLst>
                    <a:ext uri="{FF2B5EF4-FFF2-40B4-BE49-F238E27FC236}">
                      <a16:creationId xmlns:a16="http://schemas.microsoft.com/office/drawing/2014/main" id="{9F854C34-568F-9967-92B9-A12EABD76B35}"/>
                    </a:ext>
                  </a:extLst>
                </p14:cNvPr>
                <p14:cNvContentPartPr/>
                <p14:nvPr/>
              </p14:nvContentPartPr>
              <p14:xfrm>
                <a:off x="11133830" y="841717"/>
                <a:ext cx="133200" cy="117000"/>
              </p14:xfrm>
            </p:contentPart>
          </mc:Choice>
          <mc:Fallback>
            <p:pic>
              <p:nvPicPr>
                <p:cNvPr id="31" name="Ink 30">
                  <a:extLst>
                    <a:ext uri="{FF2B5EF4-FFF2-40B4-BE49-F238E27FC236}">
                      <a16:creationId xmlns:a16="http://schemas.microsoft.com/office/drawing/2014/main" id="{9F854C34-568F-9967-92B9-A12EABD76B35}"/>
                    </a:ext>
                  </a:extLst>
                </p:cNvPr>
                <p:cNvPicPr/>
                <p:nvPr/>
              </p:nvPicPr>
              <p:blipFill>
                <a:blip r:embed="rId55"/>
                <a:stretch>
                  <a:fillRect/>
                </a:stretch>
              </p:blipFill>
              <p:spPr>
                <a:xfrm>
                  <a:off x="11116190" y="823717"/>
                  <a:ext cx="168840" cy="152640"/>
                </a:xfrm>
                <a:prstGeom prst="rect">
                  <a:avLst/>
                </a:prstGeom>
              </p:spPr>
            </p:pic>
          </mc:Fallback>
        </mc:AlternateContent>
        <mc:AlternateContent xmlns:mc="http://schemas.openxmlformats.org/markup-compatibility/2006">
          <mc:Choice xmlns:p14="http://schemas.microsoft.com/office/powerpoint/2010/main" Requires="p14">
            <p:contentPart p14:bwMode="auto" r:id="rId56">
              <p14:nvContentPartPr>
                <p14:cNvPr id="32" name="Ink 31">
                  <a:extLst>
                    <a:ext uri="{FF2B5EF4-FFF2-40B4-BE49-F238E27FC236}">
                      <a16:creationId xmlns:a16="http://schemas.microsoft.com/office/drawing/2014/main" id="{AC2A8245-F60F-0CAF-8B11-37CD081BFAE4}"/>
                    </a:ext>
                  </a:extLst>
                </p14:cNvPr>
                <p14:cNvContentPartPr/>
                <p14:nvPr/>
              </p14:nvContentPartPr>
              <p14:xfrm>
                <a:off x="11329670" y="893557"/>
                <a:ext cx="34560" cy="191520"/>
              </p14:xfrm>
            </p:contentPart>
          </mc:Choice>
          <mc:Fallback>
            <p:pic>
              <p:nvPicPr>
                <p:cNvPr id="32" name="Ink 31">
                  <a:extLst>
                    <a:ext uri="{FF2B5EF4-FFF2-40B4-BE49-F238E27FC236}">
                      <a16:creationId xmlns:a16="http://schemas.microsoft.com/office/drawing/2014/main" id="{AC2A8245-F60F-0CAF-8B11-37CD081BFAE4}"/>
                    </a:ext>
                  </a:extLst>
                </p:cNvPr>
                <p:cNvPicPr/>
                <p:nvPr/>
              </p:nvPicPr>
              <p:blipFill>
                <a:blip r:embed="rId57"/>
                <a:stretch>
                  <a:fillRect/>
                </a:stretch>
              </p:blipFill>
              <p:spPr>
                <a:xfrm>
                  <a:off x="11311670" y="875557"/>
                  <a:ext cx="70200" cy="227160"/>
                </a:xfrm>
                <a:prstGeom prst="rect">
                  <a:avLst/>
                </a:prstGeom>
              </p:spPr>
            </p:pic>
          </mc:Fallback>
        </mc:AlternateContent>
        <mc:AlternateContent xmlns:mc="http://schemas.openxmlformats.org/markup-compatibility/2006">
          <mc:Choice xmlns:p14="http://schemas.microsoft.com/office/powerpoint/2010/main" Requires="p14">
            <p:contentPart p14:bwMode="auto" r:id="rId58">
              <p14:nvContentPartPr>
                <p14:cNvPr id="36" name="Ink 35">
                  <a:extLst>
                    <a:ext uri="{FF2B5EF4-FFF2-40B4-BE49-F238E27FC236}">
                      <a16:creationId xmlns:a16="http://schemas.microsoft.com/office/drawing/2014/main" id="{E093BBA0-8E1B-DF5B-97D3-BF1E2A7F5AF0}"/>
                    </a:ext>
                  </a:extLst>
                </p14:cNvPr>
                <p14:cNvContentPartPr/>
                <p14:nvPr/>
              </p14:nvContentPartPr>
              <p14:xfrm>
                <a:off x="11355230" y="907237"/>
                <a:ext cx="179640" cy="176400"/>
              </p14:xfrm>
            </p:contentPart>
          </mc:Choice>
          <mc:Fallback>
            <p:pic>
              <p:nvPicPr>
                <p:cNvPr id="36" name="Ink 35">
                  <a:extLst>
                    <a:ext uri="{FF2B5EF4-FFF2-40B4-BE49-F238E27FC236}">
                      <a16:creationId xmlns:a16="http://schemas.microsoft.com/office/drawing/2014/main" id="{E093BBA0-8E1B-DF5B-97D3-BF1E2A7F5AF0}"/>
                    </a:ext>
                  </a:extLst>
                </p:cNvPr>
                <p:cNvPicPr/>
                <p:nvPr/>
              </p:nvPicPr>
              <p:blipFill>
                <a:blip r:embed="rId59"/>
                <a:stretch>
                  <a:fillRect/>
                </a:stretch>
              </p:blipFill>
              <p:spPr>
                <a:xfrm>
                  <a:off x="11337230" y="889237"/>
                  <a:ext cx="215280" cy="212040"/>
                </a:xfrm>
                <a:prstGeom prst="rect">
                  <a:avLst/>
                </a:prstGeom>
              </p:spPr>
            </p:pic>
          </mc:Fallback>
        </mc:AlternateContent>
      </p:grpSp>
      <p:grpSp>
        <p:nvGrpSpPr>
          <p:cNvPr id="48" name="Group 47">
            <a:extLst>
              <a:ext uri="{FF2B5EF4-FFF2-40B4-BE49-F238E27FC236}">
                <a16:creationId xmlns:a16="http://schemas.microsoft.com/office/drawing/2014/main" id="{CA2BB4BE-B59B-307F-6701-8A1D75890C7D}"/>
              </a:ext>
            </a:extLst>
          </p:cNvPr>
          <p:cNvGrpSpPr/>
          <p:nvPr/>
        </p:nvGrpSpPr>
        <p:grpSpPr>
          <a:xfrm>
            <a:off x="9733070" y="2673037"/>
            <a:ext cx="736560" cy="1165680"/>
            <a:chOff x="9733070" y="2673037"/>
            <a:chExt cx="736560" cy="1165680"/>
          </a:xfrm>
        </p:grpSpPr>
        <mc:AlternateContent xmlns:mc="http://schemas.openxmlformats.org/markup-compatibility/2006">
          <mc:Choice xmlns:p14="http://schemas.microsoft.com/office/powerpoint/2010/main" Requires="p14">
            <p:contentPart p14:bwMode="auto" r:id="rId60">
              <p14:nvContentPartPr>
                <p14:cNvPr id="38" name="Ink 37">
                  <a:extLst>
                    <a:ext uri="{FF2B5EF4-FFF2-40B4-BE49-F238E27FC236}">
                      <a16:creationId xmlns:a16="http://schemas.microsoft.com/office/drawing/2014/main" id="{2721A894-B13A-9DDF-5B39-AB24CEFF68B3}"/>
                    </a:ext>
                  </a:extLst>
                </p14:cNvPr>
                <p14:cNvContentPartPr/>
                <p14:nvPr/>
              </p14:nvContentPartPr>
              <p14:xfrm>
                <a:off x="9867350" y="2673037"/>
                <a:ext cx="74880" cy="427320"/>
              </p14:xfrm>
            </p:contentPart>
          </mc:Choice>
          <mc:Fallback>
            <p:pic>
              <p:nvPicPr>
                <p:cNvPr id="38" name="Ink 37">
                  <a:extLst>
                    <a:ext uri="{FF2B5EF4-FFF2-40B4-BE49-F238E27FC236}">
                      <a16:creationId xmlns:a16="http://schemas.microsoft.com/office/drawing/2014/main" id="{2721A894-B13A-9DDF-5B39-AB24CEFF68B3}"/>
                    </a:ext>
                  </a:extLst>
                </p:cNvPr>
                <p:cNvPicPr/>
                <p:nvPr/>
              </p:nvPicPr>
              <p:blipFill>
                <a:blip r:embed="rId61"/>
                <a:stretch>
                  <a:fillRect/>
                </a:stretch>
              </p:blipFill>
              <p:spPr>
                <a:xfrm>
                  <a:off x="9849350" y="2655397"/>
                  <a:ext cx="110520" cy="462960"/>
                </a:xfrm>
                <a:prstGeom prst="rect">
                  <a:avLst/>
                </a:prstGeom>
              </p:spPr>
            </p:pic>
          </mc:Fallback>
        </mc:AlternateContent>
        <mc:AlternateContent xmlns:mc="http://schemas.openxmlformats.org/markup-compatibility/2006">
          <mc:Choice xmlns:p14="http://schemas.microsoft.com/office/powerpoint/2010/main" Requires="p14">
            <p:contentPart p14:bwMode="auto" r:id="rId62">
              <p14:nvContentPartPr>
                <p14:cNvPr id="39" name="Ink 38">
                  <a:extLst>
                    <a:ext uri="{FF2B5EF4-FFF2-40B4-BE49-F238E27FC236}">
                      <a16:creationId xmlns:a16="http://schemas.microsoft.com/office/drawing/2014/main" id="{CD921282-1E93-0911-60B5-A73BCC5E0C09}"/>
                    </a:ext>
                  </a:extLst>
                </p14:cNvPr>
                <p14:cNvContentPartPr/>
                <p14:nvPr/>
              </p14:nvContentPartPr>
              <p14:xfrm>
                <a:off x="9741710" y="3035917"/>
                <a:ext cx="487080" cy="65880"/>
              </p14:xfrm>
            </p:contentPart>
          </mc:Choice>
          <mc:Fallback>
            <p:pic>
              <p:nvPicPr>
                <p:cNvPr id="39" name="Ink 38">
                  <a:extLst>
                    <a:ext uri="{FF2B5EF4-FFF2-40B4-BE49-F238E27FC236}">
                      <a16:creationId xmlns:a16="http://schemas.microsoft.com/office/drawing/2014/main" id="{CD921282-1E93-0911-60B5-A73BCC5E0C09}"/>
                    </a:ext>
                  </a:extLst>
                </p:cNvPr>
                <p:cNvPicPr/>
                <p:nvPr/>
              </p:nvPicPr>
              <p:blipFill>
                <a:blip r:embed="rId63"/>
                <a:stretch>
                  <a:fillRect/>
                </a:stretch>
              </p:blipFill>
              <p:spPr>
                <a:xfrm>
                  <a:off x="9724070" y="3018277"/>
                  <a:ext cx="522720" cy="101520"/>
                </a:xfrm>
                <a:prstGeom prst="rect">
                  <a:avLst/>
                </a:prstGeom>
              </p:spPr>
            </p:pic>
          </mc:Fallback>
        </mc:AlternateContent>
        <mc:AlternateContent xmlns:mc="http://schemas.openxmlformats.org/markup-compatibility/2006">
          <mc:Choice xmlns:p14="http://schemas.microsoft.com/office/powerpoint/2010/main" Requires="p14">
            <p:contentPart p14:bwMode="auto" r:id="rId64">
              <p14:nvContentPartPr>
                <p14:cNvPr id="40" name="Ink 39">
                  <a:extLst>
                    <a:ext uri="{FF2B5EF4-FFF2-40B4-BE49-F238E27FC236}">
                      <a16:creationId xmlns:a16="http://schemas.microsoft.com/office/drawing/2014/main" id="{6ED086EF-B82D-B353-4BA4-B994B539D4B5}"/>
                    </a:ext>
                  </a:extLst>
                </p14:cNvPr>
                <p14:cNvContentPartPr/>
                <p14:nvPr/>
              </p14:nvContentPartPr>
              <p14:xfrm>
                <a:off x="9733070" y="3135637"/>
                <a:ext cx="246600" cy="100800"/>
              </p14:xfrm>
            </p:contentPart>
          </mc:Choice>
          <mc:Fallback>
            <p:pic>
              <p:nvPicPr>
                <p:cNvPr id="40" name="Ink 39">
                  <a:extLst>
                    <a:ext uri="{FF2B5EF4-FFF2-40B4-BE49-F238E27FC236}">
                      <a16:creationId xmlns:a16="http://schemas.microsoft.com/office/drawing/2014/main" id="{6ED086EF-B82D-B353-4BA4-B994B539D4B5}"/>
                    </a:ext>
                  </a:extLst>
                </p:cNvPr>
                <p:cNvPicPr/>
                <p:nvPr/>
              </p:nvPicPr>
              <p:blipFill>
                <a:blip r:embed="rId65"/>
                <a:stretch>
                  <a:fillRect/>
                </a:stretch>
              </p:blipFill>
              <p:spPr>
                <a:xfrm>
                  <a:off x="9715070" y="3117637"/>
                  <a:ext cx="282240" cy="136440"/>
                </a:xfrm>
                <a:prstGeom prst="rect">
                  <a:avLst/>
                </a:prstGeom>
              </p:spPr>
            </p:pic>
          </mc:Fallback>
        </mc:AlternateContent>
        <mc:AlternateContent xmlns:mc="http://schemas.openxmlformats.org/markup-compatibility/2006">
          <mc:Choice xmlns:p14="http://schemas.microsoft.com/office/powerpoint/2010/main" Requires="p14">
            <p:contentPart p14:bwMode="auto" r:id="rId66">
              <p14:nvContentPartPr>
                <p14:cNvPr id="41" name="Ink 40">
                  <a:extLst>
                    <a:ext uri="{FF2B5EF4-FFF2-40B4-BE49-F238E27FC236}">
                      <a16:creationId xmlns:a16="http://schemas.microsoft.com/office/drawing/2014/main" id="{5DA69AFB-EA5B-9246-522A-9279B6F837EE}"/>
                    </a:ext>
                  </a:extLst>
                </p14:cNvPr>
                <p14:cNvContentPartPr/>
                <p14:nvPr/>
              </p14:nvContentPartPr>
              <p14:xfrm>
                <a:off x="10011710" y="3054277"/>
                <a:ext cx="149400" cy="219600"/>
              </p14:xfrm>
            </p:contentPart>
          </mc:Choice>
          <mc:Fallback>
            <p:pic>
              <p:nvPicPr>
                <p:cNvPr id="41" name="Ink 40">
                  <a:extLst>
                    <a:ext uri="{FF2B5EF4-FFF2-40B4-BE49-F238E27FC236}">
                      <a16:creationId xmlns:a16="http://schemas.microsoft.com/office/drawing/2014/main" id="{5DA69AFB-EA5B-9246-522A-9279B6F837EE}"/>
                    </a:ext>
                  </a:extLst>
                </p:cNvPr>
                <p:cNvPicPr/>
                <p:nvPr/>
              </p:nvPicPr>
              <p:blipFill>
                <a:blip r:embed="rId67"/>
                <a:stretch>
                  <a:fillRect/>
                </a:stretch>
              </p:blipFill>
              <p:spPr>
                <a:xfrm>
                  <a:off x="9994070" y="3036277"/>
                  <a:ext cx="185040" cy="255240"/>
                </a:xfrm>
                <a:prstGeom prst="rect">
                  <a:avLst/>
                </a:prstGeom>
              </p:spPr>
            </p:pic>
          </mc:Fallback>
        </mc:AlternateContent>
        <mc:AlternateContent xmlns:mc="http://schemas.openxmlformats.org/markup-compatibility/2006">
          <mc:Choice xmlns:p14="http://schemas.microsoft.com/office/powerpoint/2010/main" Requires="p14">
            <p:contentPart p14:bwMode="auto" r:id="rId68">
              <p14:nvContentPartPr>
                <p14:cNvPr id="42" name="Ink 41">
                  <a:extLst>
                    <a:ext uri="{FF2B5EF4-FFF2-40B4-BE49-F238E27FC236}">
                      <a16:creationId xmlns:a16="http://schemas.microsoft.com/office/drawing/2014/main" id="{99B23F9C-D067-4DC9-3299-2EAD5F1331BF}"/>
                    </a:ext>
                  </a:extLst>
                </p14:cNvPr>
                <p14:cNvContentPartPr/>
                <p14:nvPr/>
              </p14:nvContentPartPr>
              <p14:xfrm>
                <a:off x="9986510" y="3255517"/>
                <a:ext cx="102600" cy="583200"/>
              </p14:xfrm>
            </p:contentPart>
          </mc:Choice>
          <mc:Fallback>
            <p:pic>
              <p:nvPicPr>
                <p:cNvPr id="42" name="Ink 41">
                  <a:extLst>
                    <a:ext uri="{FF2B5EF4-FFF2-40B4-BE49-F238E27FC236}">
                      <a16:creationId xmlns:a16="http://schemas.microsoft.com/office/drawing/2014/main" id="{99B23F9C-D067-4DC9-3299-2EAD5F1331BF}"/>
                    </a:ext>
                  </a:extLst>
                </p:cNvPr>
                <p:cNvPicPr/>
                <p:nvPr/>
              </p:nvPicPr>
              <p:blipFill>
                <a:blip r:embed="rId69"/>
                <a:stretch>
                  <a:fillRect/>
                </a:stretch>
              </p:blipFill>
              <p:spPr>
                <a:xfrm>
                  <a:off x="9968870" y="3237517"/>
                  <a:ext cx="138240" cy="618840"/>
                </a:xfrm>
                <a:prstGeom prst="rect">
                  <a:avLst/>
                </a:prstGeom>
              </p:spPr>
            </p:pic>
          </mc:Fallback>
        </mc:AlternateContent>
        <mc:AlternateContent xmlns:mc="http://schemas.openxmlformats.org/markup-compatibility/2006">
          <mc:Choice xmlns:p14="http://schemas.microsoft.com/office/powerpoint/2010/main" Requires="p14">
            <p:contentPart p14:bwMode="auto" r:id="rId70">
              <p14:nvContentPartPr>
                <p14:cNvPr id="43" name="Ink 42">
                  <a:extLst>
                    <a:ext uri="{FF2B5EF4-FFF2-40B4-BE49-F238E27FC236}">
                      <a16:creationId xmlns:a16="http://schemas.microsoft.com/office/drawing/2014/main" id="{DCE7E7B2-FE3D-9E74-774B-50A1C41B33A3}"/>
                    </a:ext>
                  </a:extLst>
                </p14:cNvPr>
                <p14:cNvContentPartPr/>
                <p14:nvPr/>
              </p14:nvContentPartPr>
              <p14:xfrm>
                <a:off x="9838550" y="3289717"/>
                <a:ext cx="311760" cy="34920"/>
              </p14:xfrm>
            </p:contentPart>
          </mc:Choice>
          <mc:Fallback>
            <p:pic>
              <p:nvPicPr>
                <p:cNvPr id="43" name="Ink 42">
                  <a:extLst>
                    <a:ext uri="{FF2B5EF4-FFF2-40B4-BE49-F238E27FC236}">
                      <a16:creationId xmlns:a16="http://schemas.microsoft.com/office/drawing/2014/main" id="{DCE7E7B2-FE3D-9E74-774B-50A1C41B33A3}"/>
                    </a:ext>
                  </a:extLst>
                </p:cNvPr>
                <p:cNvPicPr/>
                <p:nvPr/>
              </p:nvPicPr>
              <p:blipFill>
                <a:blip r:embed="rId71"/>
                <a:stretch>
                  <a:fillRect/>
                </a:stretch>
              </p:blipFill>
              <p:spPr>
                <a:xfrm>
                  <a:off x="9820910" y="3272077"/>
                  <a:ext cx="347400" cy="70560"/>
                </a:xfrm>
                <a:prstGeom prst="rect">
                  <a:avLst/>
                </a:prstGeom>
              </p:spPr>
            </p:pic>
          </mc:Fallback>
        </mc:AlternateContent>
        <mc:AlternateContent xmlns:mc="http://schemas.openxmlformats.org/markup-compatibility/2006">
          <mc:Choice xmlns:p14="http://schemas.microsoft.com/office/powerpoint/2010/main" Requires="p14">
            <p:contentPart p14:bwMode="auto" r:id="rId72">
              <p14:nvContentPartPr>
                <p14:cNvPr id="44" name="Ink 43">
                  <a:extLst>
                    <a:ext uri="{FF2B5EF4-FFF2-40B4-BE49-F238E27FC236}">
                      <a16:creationId xmlns:a16="http://schemas.microsoft.com/office/drawing/2014/main" id="{43F0AF03-2971-D330-1532-021915F9353E}"/>
                    </a:ext>
                  </a:extLst>
                </p14:cNvPr>
                <p14:cNvContentPartPr/>
                <p14:nvPr/>
              </p14:nvContentPartPr>
              <p14:xfrm>
                <a:off x="10145630" y="2792557"/>
                <a:ext cx="129960" cy="124560"/>
              </p14:xfrm>
            </p:contentPart>
          </mc:Choice>
          <mc:Fallback>
            <p:pic>
              <p:nvPicPr>
                <p:cNvPr id="44" name="Ink 43">
                  <a:extLst>
                    <a:ext uri="{FF2B5EF4-FFF2-40B4-BE49-F238E27FC236}">
                      <a16:creationId xmlns:a16="http://schemas.microsoft.com/office/drawing/2014/main" id="{43F0AF03-2971-D330-1532-021915F9353E}"/>
                    </a:ext>
                  </a:extLst>
                </p:cNvPr>
                <p:cNvPicPr/>
                <p:nvPr/>
              </p:nvPicPr>
              <p:blipFill>
                <a:blip r:embed="rId73"/>
                <a:stretch>
                  <a:fillRect/>
                </a:stretch>
              </p:blipFill>
              <p:spPr>
                <a:xfrm>
                  <a:off x="10127630" y="2774917"/>
                  <a:ext cx="165600" cy="160200"/>
                </a:xfrm>
                <a:prstGeom prst="rect">
                  <a:avLst/>
                </a:prstGeom>
              </p:spPr>
            </p:pic>
          </mc:Fallback>
        </mc:AlternateContent>
        <mc:AlternateContent xmlns:mc="http://schemas.openxmlformats.org/markup-compatibility/2006">
          <mc:Choice xmlns:p14="http://schemas.microsoft.com/office/powerpoint/2010/main" Requires="p14">
            <p:contentPart p14:bwMode="auto" r:id="rId74">
              <p14:nvContentPartPr>
                <p14:cNvPr id="45" name="Ink 44">
                  <a:extLst>
                    <a:ext uri="{FF2B5EF4-FFF2-40B4-BE49-F238E27FC236}">
                      <a16:creationId xmlns:a16="http://schemas.microsoft.com/office/drawing/2014/main" id="{B9976D7D-203C-4BE9-2932-7DEAB680477D}"/>
                    </a:ext>
                  </a:extLst>
                </p14:cNvPr>
                <p14:cNvContentPartPr/>
                <p14:nvPr/>
              </p14:nvContentPartPr>
              <p14:xfrm>
                <a:off x="10161470" y="2765557"/>
                <a:ext cx="143280" cy="73440"/>
              </p14:xfrm>
            </p:contentPart>
          </mc:Choice>
          <mc:Fallback>
            <p:pic>
              <p:nvPicPr>
                <p:cNvPr id="45" name="Ink 44">
                  <a:extLst>
                    <a:ext uri="{FF2B5EF4-FFF2-40B4-BE49-F238E27FC236}">
                      <a16:creationId xmlns:a16="http://schemas.microsoft.com/office/drawing/2014/main" id="{B9976D7D-203C-4BE9-2932-7DEAB680477D}"/>
                    </a:ext>
                  </a:extLst>
                </p:cNvPr>
                <p:cNvPicPr/>
                <p:nvPr/>
              </p:nvPicPr>
              <p:blipFill>
                <a:blip r:embed="rId75"/>
                <a:stretch>
                  <a:fillRect/>
                </a:stretch>
              </p:blipFill>
              <p:spPr>
                <a:xfrm>
                  <a:off x="10143470" y="2747557"/>
                  <a:ext cx="178920" cy="109080"/>
                </a:xfrm>
                <a:prstGeom prst="rect">
                  <a:avLst/>
                </a:prstGeom>
              </p:spPr>
            </p:pic>
          </mc:Fallback>
        </mc:AlternateContent>
        <mc:AlternateContent xmlns:mc="http://schemas.openxmlformats.org/markup-compatibility/2006">
          <mc:Choice xmlns:p14="http://schemas.microsoft.com/office/powerpoint/2010/main" Requires="p14">
            <p:contentPart p14:bwMode="auto" r:id="rId76">
              <p14:nvContentPartPr>
                <p14:cNvPr id="46" name="Ink 45">
                  <a:extLst>
                    <a:ext uri="{FF2B5EF4-FFF2-40B4-BE49-F238E27FC236}">
                      <a16:creationId xmlns:a16="http://schemas.microsoft.com/office/drawing/2014/main" id="{F3A93401-D8E1-18F8-66F5-3588FA4B5C1F}"/>
                    </a:ext>
                  </a:extLst>
                </p14:cNvPr>
                <p14:cNvContentPartPr/>
                <p14:nvPr/>
              </p14:nvContentPartPr>
              <p14:xfrm>
                <a:off x="10270190" y="2973277"/>
                <a:ext cx="148680" cy="208080"/>
              </p14:xfrm>
            </p:contentPart>
          </mc:Choice>
          <mc:Fallback>
            <p:pic>
              <p:nvPicPr>
                <p:cNvPr id="46" name="Ink 45">
                  <a:extLst>
                    <a:ext uri="{FF2B5EF4-FFF2-40B4-BE49-F238E27FC236}">
                      <a16:creationId xmlns:a16="http://schemas.microsoft.com/office/drawing/2014/main" id="{F3A93401-D8E1-18F8-66F5-3588FA4B5C1F}"/>
                    </a:ext>
                  </a:extLst>
                </p:cNvPr>
                <p:cNvPicPr/>
                <p:nvPr/>
              </p:nvPicPr>
              <p:blipFill>
                <a:blip r:embed="rId77"/>
                <a:stretch>
                  <a:fillRect/>
                </a:stretch>
              </p:blipFill>
              <p:spPr>
                <a:xfrm>
                  <a:off x="10252190" y="2955637"/>
                  <a:ext cx="184320" cy="243720"/>
                </a:xfrm>
                <a:prstGeom prst="rect">
                  <a:avLst/>
                </a:prstGeom>
              </p:spPr>
            </p:pic>
          </mc:Fallback>
        </mc:AlternateContent>
        <mc:AlternateContent xmlns:mc="http://schemas.openxmlformats.org/markup-compatibility/2006">
          <mc:Choice xmlns:p14="http://schemas.microsoft.com/office/powerpoint/2010/main" Requires="p14">
            <p:contentPart p14:bwMode="auto" r:id="rId78">
              <p14:nvContentPartPr>
                <p14:cNvPr id="47" name="Ink 46">
                  <a:extLst>
                    <a:ext uri="{FF2B5EF4-FFF2-40B4-BE49-F238E27FC236}">
                      <a16:creationId xmlns:a16="http://schemas.microsoft.com/office/drawing/2014/main" id="{39807C7C-2885-B0B6-DDB7-605C10BDAB67}"/>
                    </a:ext>
                  </a:extLst>
                </p14:cNvPr>
                <p14:cNvContentPartPr/>
                <p14:nvPr/>
              </p14:nvContentPartPr>
              <p14:xfrm>
                <a:off x="10320590" y="2939077"/>
                <a:ext cx="149040" cy="128880"/>
              </p14:xfrm>
            </p:contentPart>
          </mc:Choice>
          <mc:Fallback>
            <p:pic>
              <p:nvPicPr>
                <p:cNvPr id="47" name="Ink 46">
                  <a:extLst>
                    <a:ext uri="{FF2B5EF4-FFF2-40B4-BE49-F238E27FC236}">
                      <a16:creationId xmlns:a16="http://schemas.microsoft.com/office/drawing/2014/main" id="{39807C7C-2885-B0B6-DDB7-605C10BDAB67}"/>
                    </a:ext>
                  </a:extLst>
                </p:cNvPr>
                <p:cNvPicPr/>
                <p:nvPr/>
              </p:nvPicPr>
              <p:blipFill>
                <a:blip r:embed="rId79"/>
                <a:stretch>
                  <a:fillRect/>
                </a:stretch>
              </p:blipFill>
              <p:spPr>
                <a:xfrm>
                  <a:off x="10302950" y="2921077"/>
                  <a:ext cx="184680" cy="164520"/>
                </a:xfrm>
                <a:prstGeom prst="rect">
                  <a:avLst/>
                </a:prstGeom>
              </p:spPr>
            </p:pic>
          </mc:Fallback>
        </mc:AlternateContent>
      </p:grpSp>
      <p:grpSp>
        <p:nvGrpSpPr>
          <p:cNvPr id="54" name="Group 53">
            <a:extLst>
              <a:ext uri="{FF2B5EF4-FFF2-40B4-BE49-F238E27FC236}">
                <a16:creationId xmlns:a16="http://schemas.microsoft.com/office/drawing/2014/main" id="{5776C28B-91B1-567E-10BE-1553861C891D}"/>
              </a:ext>
            </a:extLst>
          </p:cNvPr>
          <p:cNvGrpSpPr/>
          <p:nvPr/>
        </p:nvGrpSpPr>
        <p:grpSpPr>
          <a:xfrm>
            <a:off x="10408430" y="1080037"/>
            <a:ext cx="234000" cy="521280"/>
            <a:chOff x="10408430" y="1080037"/>
            <a:chExt cx="234000" cy="521280"/>
          </a:xfrm>
        </p:grpSpPr>
        <mc:AlternateContent xmlns:mc="http://schemas.openxmlformats.org/markup-compatibility/2006">
          <mc:Choice xmlns:p14="http://schemas.microsoft.com/office/powerpoint/2010/main" Requires="p14">
            <p:contentPart p14:bwMode="auto" r:id="rId80">
              <p14:nvContentPartPr>
                <p14:cNvPr id="49" name="Ink 48">
                  <a:extLst>
                    <a:ext uri="{FF2B5EF4-FFF2-40B4-BE49-F238E27FC236}">
                      <a16:creationId xmlns:a16="http://schemas.microsoft.com/office/drawing/2014/main" id="{0D57C7F5-0171-D476-A8DF-5892CB2D6B2E}"/>
                    </a:ext>
                  </a:extLst>
                </p14:cNvPr>
                <p14:cNvContentPartPr/>
                <p14:nvPr/>
              </p14:nvContentPartPr>
              <p14:xfrm>
                <a:off x="10421390" y="1080037"/>
                <a:ext cx="137160" cy="521280"/>
              </p14:xfrm>
            </p:contentPart>
          </mc:Choice>
          <mc:Fallback>
            <p:pic>
              <p:nvPicPr>
                <p:cNvPr id="49" name="Ink 48">
                  <a:extLst>
                    <a:ext uri="{FF2B5EF4-FFF2-40B4-BE49-F238E27FC236}">
                      <a16:creationId xmlns:a16="http://schemas.microsoft.com/office/drawing/2014/main" id="{0D57C7F5-0171-D476-A8DF-5892CB2D6B2E}"/>
                    </a:ext>
                  </a:extLst>
                </p:cNvPr>
                <p:cNvPicPr/>
                <p:nvPr/>
              </p:nvPicPr>
              <p:blipFill>
                <a:blip r:embed="rId81"/>
                <a:stretch>
                  <a:fillRect/>
                </a:stretch>
              </p:blipFill>
              <p:spPr>
                <a:xfrm>
                  <a:off x="10403750" y="1062397"/>
                  <a:ext cx="172800" cy="556920"/>
                </a:xfrm>
                <a:prstGeom prst="rect">
                  <a:avLst/>
                </a:prstGeom>
              </p:spPr>
            </p:pic>
          </mc:Fallback>
        </mc:AlternateContent>
        <mc:AlternateContent xmlns:mc="http://schemas.openxmlformats.org/markup-compatibility/2006">
          <mc:Choice xmlns:p14="http://schemas.microsoft.com/office/powerpoint/2010/main" Requires="p14">
            <p:contentPart p14:bwMode="auto" r:id="rId82">
              <p14:nvContentPartPr>
                <p14:cNvPr id="50" name="Ink 49">
                  <a:extLst>
                    <a:ext uri="{FF2B5EF4-FFF2-40B4-BE49-F238E27FC236}">
                      <a16:creationId xmlns:a16="http://schemas.microsoft.com/office/drawing/2014/main" id="{36AE34E4-78B5-6C4E-D2BF-7275D3712B48}"/>
                    </a:ext>
                  </a:extLst>
                </p14:cNvPr>
                <p14:cNvContentPartPr/>
                <p14:nvPr/>
              </p14:nvContentPartPr>
              <p14:xfrm>
                <a:off x="10408430" y="1093357"/>
                <a:ext cx="234000" cy="116280"/>
              </p14:xfrm>
            </p:contentPart>
          </mc:Choice>
          <mc:Fallback>
            <p:pic>
              <p:nvPicPr>
                <p:cNvPr id="50" name="Ink 49">
                  <a:extLst>
                    <a:ext uri="{FF2B5EF4-FFF2-40B4-BE49-F238E27FC236}">
                      <a16:creationId xmlns:a16="http://schemas.microsoft.com/office/drawing/2014/main" id="{36AE34E4-78B5-6C4E-D2BF-7275D3712B48}"/>
                    </a:ext>
                  </a:extLst>
                </p:cNvPr>
                <p:cNvPicPr/>
                <p:nvPr/>
              </p:nvPicPr>
              <p:blipFill>
                <a:blip r:embed="rId83"/>
                <a:stretch>
                  <a:fillRect/>
                </a:stretch>
              </p:blipFill>
              <p:spPr>
                <a:xfrm>
                  <a:off x="10390430" y="1075717"/>
                  <a:ext cx="269640" cy="151920"/>
                </a:xfrm>
                <a:prstGeom prst="rect">
                  <a:avLst/>
                </a:prstGeom>
              </p:spPr>
            </p:pic>
          </mc:Fallback>
        </mc:AlternateContent>
      </p:grpSp>
      <p:grpSp>
        <p:nvGrpSpPr>
          <p:cNvPr id="53" name="Group 52">
            <a:extLst>
              <a:ext uri="{FF2B5EF4-FFF2-40B4-BE49-F238E27FC236}">
                <a16:creationId xmlns:a16="http://schemas.microsoft.com/office/drawing/2014/main" id="{465DFA1C-46CE-20FF-1F12-7EAA8FECAF97}"/>
              </a:ext>
            </a:extLst>
          </p:cNvPr>
          <p:cNvGrpSpPr/>
          <p:nvPr/>
        </p:nvGrpSpPr>
        <p:grpSpPr>
          <a:xfrm>
            <a:off x="10512470" y="2076157"/>
            <a:ext cx="268200" cy="509040"/>
            <a:chOff x="10512470" y="2076157"/>
            <a:chExt cx="268200" cy="509040"/>
          </a:xfrm>
        </p:grpSpPr>
        <mc:AlternateContent xmlns:mc="http://schemas.openxmlformats.org/markup-compatibility/2006">
          <mc:Choice xmlns:p14="http://schemas.microsoft.com/office/powerpoint/2010/main" Requires="p14">
            <p:contentPart p14:bwMode="auto" r:id="rId84">
              <p14:nvContentPartPr>
                <p14:cNvPr id="51" name="Ink 50">
                  <a:extLst>
                    <a:ext uri="{FF2B5EF4-FFF2-40B4-BE49-F238E27FC236}">
                      <a16:creationId xmlns:a16="http://schemas.microsoft.com/office/drawing/2014/main" id="{FB220D6D-AE95-B941-6DC8-C7FB659EC4C9}"/>
                    </a:ext>
                  </a:extLst>
                </p14:cNvPr>
                <p14:cNvContentPartPr/>
                <p14:nvPr/>
              </p14:nvContentPartPr>
              <p14:xfrm>
                <a:off x="10512470" y="2076157"/>
                <a:ext cx="183960" cy="461160"/>
              </p14:xfrm>
            </p:contentPart>
          </mc:Choice>
          <mc:Fallback>
            <p:pic>
              <p:nvPicPr>
                <p:cNvPr id="51" name="Ink 50">
                  <a:extLst>
                    <a:ext uri="{FF2B5EF4-FFF2-40B4-BE49-F238E27FC236}">
                      <a16:creationId xmlns:a16="http://schemas.microsoft.com/office/drawing/2014/main" id="{FB220D6D-AE95-B941-6DC8-C7FB659EC4C9}"/>
                    </a:ext>
                  </a:extLst>
                </p:cNvPr>
                <p:cNvPicPr/>
                <p:nvPr/>
              </p:nvPicPr>
              <p:blipFill>
                <a:blip r:embed="rId85"/>
                <a:stretch>
                  <a:fillRect/>
                </a:stretch>
              </p:blipFill>
              <p:spPr>
                <a:xfrm>
                  <a:off x="10494830" y="2058517"/>
                  <a:ext cx="219600" cy="496800"/>
                </a:xfrm>
                <a:prstGeom prst="rect">
                  <a:avLst/>
                </a:prstGeom>
              </p:spPr>
            </p:pic>
          </mc:Fallback>
        </mc:AlternateContent>
        <mc:AlternateContent xmlns:mc="http://schemas.openxmlformats.org/markup-compatibility/2006">
          <mc:Choice xmlns:p14="http://schemas.microsoft.com/office/powerpoint/2010/main" Requires="p14">
            <p:contentPart p14:bwMode="auto" r:id="rId86">
              <p14:nvContentPartPr>
                <p14:cNvPr id="52" name="Ink 51">
                  <a:extLst>
                    <a:ext uri="{FF2B5EF4-FFF2-40B4-BE49-F238E27FC236}">
                      <a16:creationId xmlns:a16="http://schemas.microsoft.com/office/drawing/2014/main" id="{392B0CF4-9E41-A59D-3BD1-6FFB4E977A63}"/>
                    </a:ext>
                  </a:extLst>
                </p14:cNvPr>
                <p14:cNvContentPartPr/>
                <p14:nvPr/>
              </p14:nvContentPartPr>
              <p14:xfrm>
                <a:off x="10583390" y="2470717"/>
                <a:ext cx="197280" cy="114480"/>
              </p14:xfrm>
            </p:contentPart>
          </mc:Choice>
          <mc:Fallback>
            <p:pic>
              <p:nvPicPr>
                <p:cNvPr id="52" name="Ink 51">
                  <a:extLst>
                    <a:ext uri="{FF2B5EF4-FFF2-40B4-BE49-F238E27FC236}">
                      <a16:creationId xmlns:a16="http://schemas.microsoft.com/office/drawing/2014/main" id="{392B0CF4-9E41-A59D-3BD1-6FFB4E977A63}"/>
                    </a:ext>
                  </a:extLst>
                </p:cNvPr>
                <p:cNvPicPr/>
                <p:nvPr/>
              </p:nvPicPr>
              <p:blipFill>
                <a:blip r:embed="rId87"/>
                <a:stretch>
                  <a:fillRect/>
                </a:stretch>
              </p:blipFill>
              <p:spPr>
                <a:xfrm>
                  <a:off x="10565390" y="2453077"/>
                  <a:ext cx="232920" cy="150120"/>
                </a:xfrm>
                <a:prstGeom prst="rect">
                  <a:avLst/>
                </a:prstGeom>
              </p:spPr>
            </p:pic>
          </mc:Fallback>
        </mc:AlternateContent>
      </p:grpSp>
      <p:grpSp>
        <p:nvGrpSpPr>
          <p:cNvPr id="2051" name="Group 2050">
            <a:extLst>
              <a:ext uri="{FF2B5EF4-FFF2-40B4-BE49-F238E27FC236}">
                <a16:creationId xmlns:a16="http://schemas.microsoft.com/office/drawing/2014/main" id="{427DFF92-7E89-3A1E-3535-59568C3C3656}"/>
              </a:ext>
            </a:extLst>
          </p:cNvPr>
          <p:cNvGrpSpPr/>
          <p:nvPr/>
        </p:nvGrpSpPr>
        <p:grpSpPr>
          <a:xfrm>
            <a:off x="10253270" y="648397"/>
            <a:ext cx="583200" cy="244800"/>
            <a:chOff x="10253270" y="648397"/>
            <a:chExt cx="583200" cy="244800"/>
          </a:xfrm>
        </p:grpSpPr>
        <mc:AlternateContent xmlns:mc="http://schemas.openxmlformats.org/markup-compatibility/2006">
          <mc:Choice xmlns:p14="http://schemas.microsoft.com/office/powerpoint/2010/main" Requires="p14">
            <p:contentPart p14:bwMode="auto" r:id="rId88">
              <p14:nvContentPartPr>
                <p14:cNvPr id="55" name="Ink 54">
                  <a:extLst>
                    <a:ext uri="{FF2B5EF4-FFF2-40B4-BE49-F238E27FC236}">
                      <a16:creationId xmlns:a16="http://schemas.microsoft.com/office/drawing/2014/main" id="{1A7492C8-42C5-AFD9-D083-FB1DC9E6FF45}"/>
                    </a:ext>
                  </a:extLst>
                </p14:cNvPr>
                <p14:cNvContentPartPr/>
                <p14:nvPr/>
              </p14:nvContentPartPr>
              <p14:xfrm>
                <a:off x="10253270" y="648397"/>
                <a:ext cx="160560" cy="235800"/>
              </p14:xfrm>
            </p:contentPart>
          </mc:Choice>
          <mc:Fallback>
            <p:pic>
              <p:nvPicPr>
                <p:cNvPr id="55" name="Ink 54">
                  <a:extLst>
                    <a:ext uri="{FF2B5EF4-FFF2-40B4-BE49-F238E27FC236}">
                      <a16:creationId xmlns:a16="http://schemas.microsoft.com/office/drawing/2014/main" id="{1A7492C8-42C5-AFD9-D083-FB1DC9E6FF45}"/>
                    </a:ext>
                  </a:extLst>
                </p:cNvPr>
                <p:cNvPicPr/>
                <p:nvPr/>
              </p:nvPicPr>
              <p:blipFill>
                <a:blip r:embed="rId89"/>
                <a:stretch>
                  <a:fillRect/>
                </a:stretch>
              </p:blipFill>
              <p:spPr>
                <a:xfrm>
                  <a:off x="10235630" y="630397"/>
                  <a:ext cx="196200" cy="271440"/>
                </a:xfrm>
                <a:prstGeom prst="rect">
                  <a:avLst/>
                </a:prstGeom>
              </p:spPr>
            </p:pic>
          </mc:Fallback>
        </mc:AlternateContent>
        <mc:AlternateContent xmlns:mc="http://schemas.openxmlformats.org/markup-compatibility/2006">
          <mc:Choice xmlns:p14="http://schemas.microsoft.com/office/powerpoint/2010/main" Requires="p14">
            <p:contentPart p14:bwMode="auto" r:id="rId90">
              <p14:nvContentPartPr>
                <p14:cNvPr id="56" name="Ink 55">
                  <a:extLst>
                    <a:ext uri="{FF2B5EF4-FFF2-40B4-BE49-F238E27FC236}">
                      <a16:creationId xmlns:a16="http://schemas.microsoft.com/office/drawing/2014/main" id="{E73AFC37-16D5-61A1-7679-C2AF390A1978}"/>
                    </a:ext>
                  </a:extLst>
                </p14:cNvPr>
                <p14:cNvContentPartPr/>
                <p14:nvPr/>
              </p14:nvContentPartPr>
              <p14:xfrm>
                <a:off x="10459550" y="718957"/>
                <a:ext cx="109800" cy="128880"/>
              </p14:xfrm>
            </p:contentPart>
          </mc:Choice>
          <mc:Fallback>
            <p:pic>
              <p:nvPicPr>
                <p:cNvPr id="56" name="Ink 55">
                  <a:extLst>
                    <a:ext uri="{FF2B5EF4-FFF2-40B4-BE49-F238E27FC236}">
                      <a16:creationId xmlns:a16="http://schemas.microsoft.com/office/drawing/2014/main" id="{E73AFC37-16D5-61A1-7679-C2AF390A1978}"/>
                    </a:ext>
                  </a:extLst>
                </p:cNvPr>
                <p:cNvPicPr/>
                <p:nvPr/>
              </p:nvPicPr>
              <p:blipFill>
                <a:blip r:embed="rId91"/>
                <a:stretch>
                  <a:fillRect/>
                </a:stretch>
              </p:blipFill>
              <p:spPr>
                <a:xfrm>
                  <a:off x="10441550" y="701317"/>
                  <a:ext cx="145440" cy="164520"/>
                </a:xfrm>
                <a:prstGeom prst="rect">
                  <a:avLst/>
                </a:prstGeom>
              </p:spPr>
            </p:pic>
          </mc:Fallback>
        </mc:AlternateContent>
        <mc:AlternateContent xmlns:mc="http://schemas.openxmlformats.org/markup-compatibility/2006">
          <mc:Choice xmlns:p14="http://schemas.microsoft.com/office/powerpoint/2010/main" Requires="p14">
            <p:contentPart p14:bwMode="auto" r:id="rId92">
              <p14:nvContentPartPr>
                <p14:cNvPr id="57" name="Ink 56">
                  <a:extLst>
                    <a:ext uri="{FF2B5EF4-FFF2-40B4-BE49-F238E27FC236}">
                      <a16:creationId xmlns:a16="http://schemas.microsoft.com/office/drawing/2014/main" id="{2DB8237D-ABEC-E4F0-0F14-B29D6B14EE4C}"/>
                    </a:ext>
                  </a:extLst>
                </p14:cNvPr>
                <p14:cNvContentPartPr/>
                <p14:nvPr/>
              </p14:nvContentPartPr>
              <p14:xfrm>
                <a:off x="10611470" y="696637"/>
                <a:ext cx="96120" cy="175680"/>
              </p14:xfrm>
            </p:contentPart>
          </mc:Choice>
          <mc:Fallback>
            <p:pic>
              <p:nvPicPr>
                <p:cNvPr id="57" name="Ink 56">
                  <a:extLst>
                    <a:ext uri="{FF2B5EF4-FFF2-40B4-BE49-F238E27FC236}">
                      <a16:creationId xmlns:a16="http://schemas.microsoft.com/office/drawing/2014/main" id="{2DB8237D-ABEC-E4F0-0F14-B29D6B14EE4C}"/>
                    </a:ext>
                  </a:extLst>
                </p:cNvPr>
                <p:cNvPicPr/>
                <p:nvPr/>
              </p:nvPicPr>
              <p:blipFill>
                <a:blip r:embed="rId93"/>
                <a:stretch>
                  <a:fillRect/>
                </a:stretch>
              </p:blipFill>
              <p:spPr>
                <a:xfrm>
                  <a:off x="10593470" y="678637"/>
                  <a:ext cx="131760" cy="211320"/>
                </a:xfrm>
                <a:prstGeom prst="rect">
                  <a:avLst/>
                </a:prstGeom>
              </p:spPr>
            </p:pic>
          </mc:Fallback>
        </mc:AlternateContent>
        <mc:AlternateContent xmlns:mc="http://schemas.openxmlformats.org/markup-compatibility/2006">
          <mc:Choice xmlns:p14="http://schemas.microsoft.com/office/powerpoint/2010/main" Requires="p14">
            <p:contentPart p14:bwMode="auto" r:id="rId94">
              <p14:nvContentPartPr>
                <p14:cNvPr id="58" name="Ink 57">
                  <a:extLst>
                    <a:ext uri="{FF2B5EF4-FFF2-40B4-BE49-F238E27FC236}">
                      <a16:creationId xmlns:a16="http://schemas.microsoft.com/office/drawing/2014/main" id="{1D35E462-574B-60A1-072C-A19257CA5742}"/>
                    </a:ext>
                  </a:extLst>
                </p14:cNvPr>
                <p14:cNvContentPartPr/>
                <p14:nvPr/>
              </p14:nvContentPartPr>
              <p14:xfrm>
                <a:off x="10763750" y="664597"/>
                <a:ext cx="19440" cy="228600"/>
              </p14:xfrm>
            </p:contentPart>
          </mc:Choice>
          <mc:Fallback>
            <p:pic>
              <p:nvPicPr>
                <p:cNvPr id="58" name="Ink 57">
                  <a:extLst>
                    <a:ext uri="{FF2B5EF4-FFF2-40B4-BE49-F238E27FC236}">
                      <a16:creationId xmlns:a16="http://schemas.microsoft.com/office/drawing/2014/main" id="{1D35E462-574B-60A1-072C-A19257CA5742}"/>
                    </a:ext>
                  </a:extLst>
                </p:cNvPr>
                <p:cNvPicPr/>
                <p:nvPr/>
              </p:nvPicPr>
              <p:blipFill>
                <a:blip r:embed="rId95"/>
                <a:stretch>
                  <a:fillRect/>
                </a:stretch>
              </p:blipFill>
              <p:spPr>
                <a:xfrm>
                  <a:off x="10746110" y="646597"/>
                  <a:ext cx="55080" cy="264240"/>
                </a:xfrm>
                <a:prstGeom prst="rect">
                  <a:avLst/>
                </a:prstGeom>
              </p:spPr>
            </p:pic>
          </mc:Fallback>
        </mc:AlternateContent>
        <mc:AlternateContent xmlns:mc="http://schemas.openxmlformats.org/markup-compatibility/2006">
          <mc:Choice xmlns:p14="http://schemas.microsoft.com/office/powerpoint/2010/main" Requires="p14">
            <p:contentPart p14:bwMode="auto" r:id="rId96">
              <p14:nvContentPartPr>
                <p14:cNvPr id="59" name="Ink 58">
                  <a:extLst>
                    <a:ext uri="{FF2B5EF4-FFF2-40B4-BE49-F238E27FC236}">
                      <a16:creationId xmlns:a16="http://schemas.microsoft.com/office/drawing/2014/main" id="{3B3746F9-6E4F-B562-3484-5F97A5E805D3}"/>
                    </a:ext>
                  </a:extLst>
                </p14:cNvPr>
                <p14:cNvContentPartPr/>
                <p14:nvPr/>
              </p14:nvContentPartPr>
              <p14:xfrm>
                <a:off x="10703270" y="753157"/>
                <a:ext cx="133200" cy="66600"/>
              </p14:xfrm>
            </p:contentPart>
          </mc:Choice>
          <mc:Fallback>
            <p:pic>
              <p:nvPicPr>
                <p:cNvPr id="59" name="Ink 58">
                  <a:extLst>
                    <a:ext uri="{FF2B5EF4-FFF2-40B4-BE49-F238E27FC236}">
                      <a16:creationId xmlns:a16="http://schemas.microsoft.com/office/drawing/2014/main" id="{3B3746F9-6E4F-B562-3484-5F97A5E805D3}"/>
                    </a:ext>
                  </a:extLst>
                </p:cNvPr>
                <p:cNvPicPr/>
                <p:nvPr/>
              </p:nvPicPr>
              <p:blipFill>
                <a:blip r:embed="rId97"/>
                <a:stretch>
                  <a:fillRect/>
                </a:stretch>
              </p:blipFill>
              <p:spPr>
                <a:xfrm>
                  <a:off x="10685630" y="735157"/>
                  <a:ext cx="168840" cy="10224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98">
            <p14:nvContentPartPr>
              <p14:cNvPr id="2053" name="Ink 2052">
                <a:extLst>
                  <a:ext uri="{FF2B5EF4-FFF2-40B4-BE49-F238E27FC236}">
                    <a16:creationId xmlns:a16="http://schemas.microsoft.com/office/drawing/2014/main" id="{32640F85-6747-02B5-3E18-C1393F3DD981}"/>
                  </a:ext>
                </a:extLst>
              </p14:cNvPr>
              <p14:cNvContentPartPr/>
              <p14:nvPr/>
            </p14:nvContentPartPr>
            <p14:xfrm>
              <a:off x="10009190" y="1889317"/>
              <a:ext cx="1122840" cy="43200"/>
            </p14:xfrm>
          </p:contentPart>
        </mc:Choice>
        <mc:Fallback>
          <p:pic>
            <p:nvPicPr>
              <p:cNvPr id="2053" name="Ink 2052">
                <a:extLst>
                  <a:ext uri="{FF2B5EF4-FFF2-40B4-BE49-F238E27FC236}">
                    <a16:creationId xmlns:a16="http://schemas.microsoft.com/office/drawing/2014/main" id="{32640F85-6747-02B5-3E18-C1393F3DD981}"/>
                  </a:ext>
                </a:extLst>
              </p:cNvPr>
              <p:cNvPicPr/>
              <p:nvPr/>
            </p:nvPicPr>
            <p:blipFill>
              <a:blip r:embed="rId99"/>
              <a:stretch>
                <a:fillRect/>
              </a:stretch>
            </p:blipFill>
            <p:spPr>
              <a:xfrm>
                <a:off x="9946550" y="1826677"/>
                <a:ext cx="1248480" cy="168840"/>
              </a:xfrm>
              <a:prstGeom prst="rect">
                <a:avLst/>
              </a:prstGeom>
            </p:spPr>
          </p:pic>
        </mc:Fallback>
      </mc:AlternateContent>
      <p:grpSp>
        <p:nvGrpSpPr>
          <p:cNvPr id="2064" name="Group 2063">
            <a:extLst>
              <a:ext uri="{FF2B5EF4-FFF2-40B4-BE49-F238E27FC236}">
                <a16:creationId xmlns:a16="http://schemas.microsoft.com/office/drawing/2014/main" id="{41F39B43-6EE4-8A03-684E-330E895751F7}"/>
              </a:ext>
            </a:extLst>
          </p:cNvPr>
          <p:cNvGrpSpPr/>
          <p:nvPr/>
        </p:nvGrpSpPr>
        <p:grpSpPr>
          <a:xfrm>
            <a:off x="8283350" y="2088037"/>
            <a:ext cx="2038320" cy="1938240"/>
            <a:chOff x="8283350" y="2088037"/>
            <a:chExt cx="2038320" cy="1938240"/>
          </a:xfrm>
        </p:grpSpPr>
        <mc:AlternateContent xmlns:mc="http://schemas.openxmlformats.org/markup-compatibility/2006">
          <mc:Choice xmlns:p14="http://schemas.microsoft.com/office/powerpoint/2010/main" Requires="p14">
            <p:contentPart p14:bwMode="auto" r:id="rId100">
              <p14:nvContentPartPr>
                <p14:cNvPr id="2054" name="Ink 2053">
                  <a:extLst>
                    <a:ext uri="{FF2B5EF4-FFF2-40B4-BE49-F238E27FC236}">
                      <a16:creationId xmlns:a16="http://schemas.microsoft.com/office/drawing/2014/main" id="{96859849-4018-09E4-0E0E-264BF3E79636}"/>
                    </a:ext>
                  </a:extLst>
                </p14:cNvPr>
                <p14:cNvContentPartPr/>
                <p14:nvPr/>
              </p14:nvContentPartPr>
              <p14:xfrm>
                <a:off x="8690870" y="2088037"/>
                <a:ext cx="1630800" cy="1529640"/>
              </p14:xfrm>
            </p:contentPart>
          </mc:Choice>
          <mc:Fallback>
            <p:pic>
              <p:nvPicPr>
                <p:cNvPr id="2054" name="Ink 2053">
                  <a:extLst>
                    <a:ext uri="{FF2B5EF4-FFF2-40B4-BE49-F238E27FC236}">
                      <a16:creationId xmlns:a16="http://schemas.microsoft.com/office/drawing/2014/main" id="{96859849-4018-09E4-0E0E-264BF3E79636}"/>
                    </a:ext>
                  </a:extLst>
                </p:cNvPr>
                <p:cNvPicPr/>
                <p:nvPr/>
              </p:nvPicPr>
              <p:blipFill>
                <a:blip r:embed="rId101"/>
                <a:stretch>
                  <a:fillRect/>
                </a:stretch>
              </p:blipFill>
              <p:spPr>
                <a:xfrm>
                  <a:off x="8673230" y="2070397"/>
                  <a:ext cx="1666440" cy="1565280"/>
                </a:xfrm>
                <a:prstGeom prst="rect">
                  <a:avLst/>
                </a:prstGeom>
              </p:spPr>
            </p:pic>
          </mc:Fallback>
        </mc:AlternateContent>
        <mc:AlternateContent xmlns:mc="http://schemas.openxmlformats.org/markup-compatibility/2006">
          <mc:Choice xmlns:p14="http://schemas.microsoft.com/office/powerpoint/2010/main" Requires="p14">
            <p:contentPart p14:bwMode="auto" r:id="rId102">
              <p14:nvContentPartPr>
                <p14:cNvPr id="2055" name="Ink 2054">
                  <a:extLst>
                    <a:ext uri="{FF2B5EF4-FFF2-40B4-BE49-F238E27FC236}">
                      <a16:creationId xmlns:a16="http://schemas.microsoft.com/office/drawing/2014/main" id="{CEA0EE13-E7DE-2517-CC96-1E13589E3E00}"/>
                    </a:ext>
                  </a:extLst>
                </p14:cNvPr>
                <p14:cNvContentPartPr/>
                <p14:nvPr/>
              </p14:nvContentPartPr>
              <p14:xfrm>
                <a:off x="8642630" y="3478717"/>
                <a:ext cx="239760" cy="162720"/>
              </p14:xfrm>
            </p:contentPart>
          </mc:Choice>
          <mc:Fallback>
            <p:pic>
              <p:nvPicPr>
                <p:cNvPr id="2055" name="Ink 2054">
                  <a:extLst>
                    <a:ext uri="{FF2B5EF4-FFF2-40B4-BE49-F238E27FC236}">
                      <a16:creationId xmlns:a16="http://schemas.microsoft.com/office/drawing/2014/main" id="{CEA0EE13-E7DE-2517-CC96-1E13589E3E00}"/>
                    </a:ext>
                  </a:extLst>
                </p:cNvPr>
                <p:cNvPicPr/>
                <p:nvPr/>
              </p:nvPicPr>
              <p:blipFill>
                <a:blip r:embed="rId103"/>
                <a:stretch>
                  <a:fillRect/>
                </a:stretch>
              </p:blipFill>
              <p:spPr>
                <a:xfrm>
                  <a:off x="8624990" y="3460717"/>
                  <a:ext cx="275400" cy="198360"/>
                </a:xfrm>
                <a:prstGeom prst="rect">
                  <a:avLst/>
                </a:prstGeom>
              </p:spPr>
            </p:pic>
          </mc:Fallback>
        </mc:AlternateContent>
        <mc:AlternateContent xmlns:mc="http://schemas.openxmlformats.org/markup-compatibility/2006">
          <mc:Choice xmlns:p14="http://schemas.microsoft.com/office/powerpoint/2010/main" Requires="p14">
            <p:contentPart p14:bwMode="auto" r:id="rId104">
              <p14:nvContentPartPr>
                <p14:cNvPr id="2056" name="Ink 2055">
                  <a:extLst>
                    <a:ext uri="{FF2B5EF4-FFF2-40B4-BE49-F238E27FC236}">
                      <a16:creationId xmlns:a16="http://schemas.microsoft.com/office/drawing/2014/main" id="{AEF58301-8436-0D8A-D44E-BDDAC8D30FC3}"/>
                    </a:ext>
                  </a:extLst>
                </p14:cNvPr>
                <p14:cNvContentPartPr/>
                <p14:nvPr/>
              </p14:nvContentPartPr>
              <p14:xfrm>
                <a:off x="8345990" y="3776077"/>
                <a:ext cx="24480" cy="250200"/>
              </p14:xfrm>
            </p:contentPart>
          </mc:Choice>
          <mc:Fallback>
            <p:pic>
              <p:nvPicPr>
                <p:cNvPr id="2056" name="Ink 2055">
                  <a:extLst>
                    <a:ext uri="{FF2B5EF4-FFF2-40B4-BE49-F238E27FC236}">
                      <a16:creationId xmlns:a16="http://schemas.microsoft.com/office/drawing/2014/main" id="{AEF58301-8436-0D8A-D44E-BDDAC8D30FC3}"/>
                    </a:ext>
                  </a:extLst>
                </p:cNvPr>
                <p:cNvPicPr/>
                <p:nvPr/>
              </p:nvPicPr>
              <p:blipFill>
                <a:blip r:embed="rId105"/>
                <a:stretch>
                  <a:fillRect/>
                </a:stretch>
              </p:blipFill>
              <p:spPr>
                <a:xfrm>
                  <a:off x="8328350" y="3758437"/>
                  <a:ext cx="60120" cy="285840"/>
                </a:xfrm>
                <a:prstGeom prst="rect">
                  <a:avLst/>
                </a:prstGeom>
              </p:spPr>
            </p:pic>
          </mc:Fallback>
        </mc:AlternateContent>
        <mc:AlternateContent xmlns:mc="http://schemas.openxmlformats.org/markup-compatibility/2006">
          <mc:Choice xmlns:p14="http://schemas.microsoft.com/office/powerpoint/2010/main" Requires="p14">
            <p:contentPart p14:bwMode="auto" r:id="rId106">
              <p14:nvContentPartPr>
                <p14:cNvPr id="2057" name="Ink 2056">
                  <a:extLst>
                    <a:ext uri="{FF2B5EF4-FFF2-40B4-BE49-F238E27FC236}">
                      <a16:creationId xmlns:a16="http://schemas.microsoft.com/office/drawing/2014/main" id="{45308BA3-99BB-9E57-3CFE-4C2048442E93}"/>
                    </a:ext>
                  </a:extLst>
                </p14:cNvPr>
                <p14:cNvContentPartPr/>
                <p14:nvPr/>
              </p14:nvContentPartPr>
              <p14:xfrm>
                <a:off x="8283350" y="3768517"/>
                <a:ext cx="123840" cy="106200"/>
              </p14:xfrm>
            </p:contentPart>
          </mc:Choice>
          <mc:Fallback>
            <p:pic>
              <p:nvPicPr>
                <p:cNvPr id="2057" name="Ink 2056">
                  <a:extLst>
                    <a:ext uri="{FF2B5EF4-FFF2-40B4-BE49-F238E27FC236}">
                      <a16:creationId xmlns:a16="http://schemas.microsoft.com/office/drawing/2014/main" id="{45308BA3-99BB-9E57-3CFE-4C2048442E93}"/>
                    </a:ext>
                  </a:extLst>
                </p:cNvPr>
                <p:cNvPicPr/>
                <p:nvPr/>
              </p:nvPicPr>
              <p:blipFill>
                <a:blip r:embed="rId107"/>
                <a:stretch>
                  <a:fillRect/>
                </a:stretch>
              </p:blipFill>
              <p:spPr>
                <a:xfrm>
                  <a:off x="8265350" y="3750517"/>
                  <a:ext cx="159480" cy="141840"/>
                </a:xfrm>
                <a:prstGeom prst="rect">
                  <a:avLst/>
                </a:prstGeom>
              </p:spPr>
            </p:pic>
          </mc:Fallback>
        </mc:AlternateContent>
        <mc:AlternateContent xmlns:mc="http://schemas.openxmlformats.org/markup-compatibility/2006">
          <mc:Choice xmlns:p14="http://schemas.microsoft.com/office/powerpoint/2010/main" Requires="p14">
            <p:contentPart p14:bwMode="auto" r:id="rId108">
              <p14:nvContentPartPr>
                <p14:cNvPr id="2058" name="Ink 2057">
                  <a:extLst>
                    <a:ext uri="{FF2B5EF4-FFF2-40B4-BE49-F238E27FC236}">
                      <a16:creationId xmlns:a16="http://schemas.microsoft.com/office/drawing/2014/main" id="{3602534E-8002-89AC-F4FE-0A9007ACEAEE}"/>
                    </a:ext>
                  </a:extLst>
                </p14:cNvPr>
                <p14:cNvContentPartPr/>
                <p14:nvPr/>
              </p14:nvContentPartPr>
              <p14:xfrm>
                <a:off x="8387030" y="3872917"/>
                <a:ext cx="75960" cy="42120"/>
              </p14:xfrm>
            </p:contentPart>
          </mc:Choice>
          <mc:Fallback>
            <p:pic>
              <p:nvPicPr>
                <p:cNvPr id="2058" name="Ink 2057">
                  <a:extLst>
                    <a:ext uri="{FF2B5EF4-FFF2-40B4-BE49-F238E27FC236}">
                      <a16:creationId xmlns:a16="http://schemas.microsoft.com/office/drawing/2014/main" id="{3602534E-8002-89AC-F4FE-0A9007ACEAEE}"/>
                    </a:ext>
                  </a:extLst>
                </p:cNvPr>
                <p:cNvPicPr/>
                <p:nvPr/>
              </p:nvPicPr>
              <p:blipFill>
                <a:blip r:embed="rId109"/>
                <a:stretch>
                  <a:fillRect/>
                </a:stretch>
              </p:blipFill>
              <p:spPr>
                <a:xfrm>
                  <a:off x="8369030" y="3854917"/>
                  <a:ext cx="111600" cy="77760"/>
                </a:xfrm>
                <a:prstGeom prst="rect">
                  <a:avLst/>
                </a:prstGeom>
              </p:spPr>
            </p:pic>
          </mc:Fallback>
        </mc:AlternateContent>
        <mc:AlternateContent xmlns:mc="http://schemas.openxmlformats.org/markup-compatibility/2006">
          <mc:Choice xmlns:p14="http://schemas.microsoft.com/office/powerpoint/2010/main" Requires="p14">
            <p:contentPart p14:bwMode="auto" r:id="rId110">
              <p14:nvContentPartPr>
                <p14:cNvPr id="2059" name="Ink 2058">
                  <a:extLst>
                    <a:ext uri="{FF2B5EF4-FFF2-40B4-BE49-F238E27FC236}">
                      <a16:creationId xmlns:a16="http://schemas.microsoft.com/office/drawing/2014/main" id="{233564FE-E006-45E4-2D8D-049112E083F5}"/>
                    </a:ext>
                  </a:extLst>
                </p14:cNvPr>
                <p14:cNvContentPartPr/>
                <p14:nvPr/>
              </p14:nvContentPartPr>
              <p14:xfrm>
                <a:off x="8549750" y="3869677"/>
                <a:ext cx="7200" cy="110880"/>
              </p14:xfrm>
            </p:contentPart>
          </mc:Choice>
          <mc:Fallback>
            <p:pic>
              <p:nvPicPr>
                <p:cNvPr id="2059" name="Ink 2058">
                  <a:extLst>
                    <a:ext uri="{FF2B5EF4-FFF2-40B4-BE49-F238E27FC236}">
                      <a16:creationId xmlns:a16="http://schemas.microsoft.com/office/drawing/2014/main" id="{233564FE-E006-45E4-2D8D-049112E083F5}"/>
                    </a:ext>
                  </a:extLst>
                </p:cNvPr>
                <p:cNvPicPr/>
                <p:nvPr/>
              </p:nvPicPr>
              <p:blipFill>
                <a:blip r:embed="rId111"/>
                <a:stretch>
                  <a:fillRect/>
                </a:stretch>
              </p:blipFill>
              <p:spPr>
                <a:xfrm>
                  <a:off x="8532110" y="3852037"/>
                  <a:ext cx="42840" cy="146520"/>
                </a:xfrm>
                <a:prstGeom prst="rect">
                  <a:avLst/>
                </a:prstGeom>
              </p:spPr>
            </p:pic>
          </mc:Fallback>
        </mc:AlternateContent>
        <mc:AlternateContent xmlns:mc="http://schemas.openxmlformats.org/markup-compatibility/2006">
          <mc:Choice xmlns:p14="http://schemas.microsoft.com/office/powerpoint/2010/main" Requires="p14">
            <p:contentPart p14:bwMode="auto" r:id="rId112">
              <p14:nvContentPartPr>
                <p14:cNvPr id="2060" name="Ink 2059">
                  <a:extLst>
                    <a:ext uri="{FF2B5EF4-FFF2-40B4-BE49-F238E27FC236}">
                      <a16:creationId xmlns:a16="http://schemas.microsoft.com/office/drawing/2014/main" id="{7B078C90-7CB4-8159-36C9-6FE9CC0D9637}"/>
                    </a:ext>
                  </a:extLst>
                </p14:cNvPr>
                <p14:cNvContentPartPr/>
                <p14:nvPr/>
              </p14:nvContentPartPr>
              <p14:xfrm>
                <a:off x="8534270" y="3749797"/>
                <a:ext cx="41040" cy="28800"/>
              </p14:xfrm>
            </p:contentPart>
          </mc:Choice>
          <mc:Fallback>
            <p:pic>
              <p:nvPicPr>
                <p:cNvPr id="2060" name="Ink 2059">
                  <a:extLst>
                    <a:ext uri="{FF2B5EF4-FFF2-40B4-BE49-F238E27FC236}">
                      <a16:creationId xmlns:a16="http://schemas.microsoft.com/office/drawing/2014/main" id="{7B078C90-7CB4-8159-36C9-6FE9CC0D9637}"/>
                    </a:ext>
                  </a:extLst>
                </p:cNvPr>
                <p:cNvPicPr/>
                <p:nvPr/>
              </p:nvPicPr>
              <p:blipFill>
                <a:blip r:embed="rId113"/>
                <a:stretch>
                  <a:fillRect/>
                </a:stretch>
              </p:blipFill>
              <p:spPr>
                <a:xfrm>
                  <a:off x="8516630" y="3731797"/>
                  <a:ext cx="76680" cy="64440"/>
                </a:xfrm>
                <a:prstGeom prst="rect">
                  <a:avLst/>
                </a:prstGeom>
              </p:spPr>
            </p:pic>
          </mc:Fallback>
        </mc:AlternateContent>
        <mc:AlternateContent xmlns:mc="http://schemas.openxmlformats.org/markup-compatibility/2006">
          <mc:Choice xmlns:p14="http://schemas.microsoft.com/office/powerpoint/2010/main" Requires="p14">
            <p:contentPart p14:bwMode="auto" r:id="rId114">
              <p14:nvContentPartPr>
                <p14:cNvPr id="2061" name="Ink 2060">
                  <a:extLst>
                    <a:ext uri="{FF2B5EF4-FFF2-40B4-BE49-F238E27FC236}">
                      <a16:creationId xmlns:a16="http://schemas.microsoft.com/office/drawing/2014/main" id="{A03FD322-3787-732D-4C4D-B30DD91DE125}"/>
                    </a:ext>
                  </a:extLst>
                </p14:cNvPr>
                <p14:cNvContentPartPr/>
                <p14:nvPr/>
              </p14:nvContentPartPr>
              <p14:xfrm>
                <a:off x="8672150" y="3788317"/>
                <a:ext cx="100440" cy="174240"/>
              </p14:xfrm>
            </p:contentPart>
          </mc:Choice>
          <mc:Fallback>
            <p:pic>
              <p:nvPicPr>
                <p:cNvPr id="2061" name="Ink 2060">
                  <a:extLst>
                    <a:ext uri="{FF2B5EF4-FFF2-40B4-BE49-F238E27FC236}">
                      <a16:creationId xmlns:a16="http://schemas.microsoft.com/office/drawing/2014/main" id="{A03FD322-3787-732D-4C4D-B30DD91DE125}"/>
                    </a:ext>
                  </a:extLst>
                </p:cNvPr>
                <p:cNvPicPr/>
                <p:nvPr/>
              </p:nvPicPr>
              <p:blipFill>
                <a:blip r:embed="rId115"/>
                <a:stretch>
                  <a:fillRect/>
                </a:stretch>
              </p:blipFill>
              <p:spPr>
                <a:xfrm>
                  <a:off x="8654510" y="3770677"/>
                  <a:ext cx="136080" cy="209880"/>
                </a:xfrm>
                <a:prstGeom prst="rect">
                  <a:avLst/>
                </a:prstGeom>
              </p:spPr>
            </p:pic>
          </mc:Fallback>
        </mc:AlternateContent>
        <mc:AlternateContent xmlns:mc="http://schemas.openxmlformats.org/markup-compatibility/2006">
          <mc:Choice xmlns:p14="http://schemas.microsoft.com/office/powerpoint/2010/main" Requires="p14">
            <p:contentPart p14:bwMode="auto" r:id="rId116">
              <p14:nvContentPartPr>
                <p14:cNvPr id="2062" name="Ink 2061">
                  <a:extLst>
                    <a:ext uri="{FF2B5EF4-FFF2-40B4-BE49-F238E27FC236}">
                      <a16:creationId xmlns:a16="http://schemas.microsoft.com/office/drawing/2014/main" id="{38DBE25F-654D-B605-B06F-E1F8068C27C1}"/>
                    </a:ext>
                  </a:extLst>
                </p14:cNvPr>
                <p14:cNvContentPartPr/>
                <p14:nvPr/>
              </p14:nvContentPartPr>
              <p14:xfrm>
                <a:off x="8806070" y="3828997"/>
                <a:ext cx="89280" cy="130680"/>
              </p14:xfrm>
            </p:contentPart>
          </mc:Choice>
          <mc:Fallback>
            <p:pic>
              <p:nvPicPr>
                <p:cNvPr id="2062" name="Ink 2061">
                  <a:extLst>
                    <a:ext uri="{FF2B5EF4-FFF2-40B4-BE49-F238E27FC236}">
                      <a16:creationId xmlns:a16="http://schemas.microsoft.com/office/drawing/2014/main" id="{38DBE25F-654D-B605-B06F-E1F8068C27C1}"/>
                    </a:ext>
                  </a:extLst>
                </p:cNvPr>
                <p:cNvPicPr/>
                <p:nvPr/>
              </p:nvPicPr>
              <p:blipFill>
                <a:blip r:embed="rId117"/>
                <a:stretch>
                  <a:fillRect/>
                </a:stretch>
              </p:blipFill>
              <p:spPr>
                <a:xfrm>
                  <a:off x="8788070" y="3810997"/>
                  <a:ext cx="124920" cy="166320"/>
                </a:xfrm>
                <a:prstGeom prst="rect">
                  <a:avLst/>
                </a:prstGeom>
              </p:spPr>
            </p:pic>
          </mc:Fallback>
        </mc:AlternateContent>
        <mc:AlternateContent xmlns:mc="http://schemas.openxmlformats.org/markup-compatibility/2006">
          <mc:Choice xmlns:p14="http://schemas.microsoft.com/office/powerpoint/2010/main" Requires="p14">
            <p:contentPart p14:bwMode="auto" r:id="rId118">
              <p14:nvContentPartPr>
                <p14:cNvPr id="2063" name="Ink 2062">
                  <a:extLst>
                    <a:ext uri="{FF2B5EF4-FFF2-40B4-BE49-F238E27FC236}">
                      <a16:creationId xmlns:a16="http://schemas.microsoft.com/office/drawing/2014/main" id="{51F228E0-CAA5-58FA-B151-5CD37E3D960D}"/>
                    </a:ext>
                  </a:extLst>
                </p14:cNvPr>
                <p14:cNvContentPartPr/>
                <p14:nvPr/>
              </p14:nvContentPartPr>
              <p14:xfrm>
                <a:off x="8939630" y="3823597"/>
                <a:ext cx="87480" cy="93240"/>
              </p14:xfrm>
            </p:contentPart>
          </mc:Choice>
          <mc:Fallback>
            <p:pic>
              <p:nvPicPr>
                <p:cNvPr id="2063" name="Ink 2062">
                  <a:extLst>
                    <a:ext uri="{FF2B5EF4-FFF2-40B4-BE49-F238E27FC236}">
                      <a16:creationId xmlns:a16="http://schemas.microsoft.com/office/drawing/2014/main" id="{51F228E0-CAA5-58FA-B151-5CD37E3D960D}"/>
                    </a:ext>
                  </a:extLst>
                </p:cNvPr>
                <p:cNvPicPr/>
                <p:nvPr/>
              </p:nvPicPr>
              <p:blipFill>
                <a:blip r:embed="rId119"/>
                <a:stretch>
                  <a:fillRect/>
                </a:stretch>
              </p:blipFill>
              <p:spPr>
                <a:xfrm>
                  <a:off x="8921630" y="3805597"/>
                  <a:ext cx="123120" cy="128880"/>
                </a:xfrm>
                <a:prstGeom prst="rect">
                  <a:avLst/>
                </a:prstGeom>
              </p:spPr>
            </p:pic>
          </mc:Fallback>
        </mc:AlternateContent>
      </p:grpSp>
      <p:grpSp>
        <p:nvGrpSpPr>
          <p:cNvPr id="2082" name="Group 2081">
            <a:extLst>
              <a:ext uri="{FF2B5EF4-FFF2-40B4-BE49-F238E27FC236}">
                <a16:creationId xmlns:a16="http://schemas.microsoft.com/office/drawing/2014/main" id="{F471676A-EEDB-5EB6-A80A-596AA1BA6D3E}"/>
              </a:ext>
            </a:extLst>
          </p:cNvPr>
          <p:cNvGrpSpPr/>
          <p:nvPr/>
        </p:nvGrpSpPr>
        <p:grpSpPr>
          <a:xfrm>
            <a:off x="10164710" y="1957717"/>
            <a:ext cx="1798920" cy="4296600"/>
            <a:chOff x="10164710" y="1957717"/>
            <a:chExt cx="1798920" cy="4296600"/>
          </a:xfrm>
        </p:grpSpPr>
        <mc:AlternateContent xmlns:mc="http://schemas.openxmlformats.org/markup-compatibility/2006">
          <mc:Choice xmlns:p14="http://schemas.microsoft.com/office/powerpoint/2010/main" Requires="p14">
            <p:contentPart p14:bwMode="auto" r:id="rId120">
              <p14:nvContentPartPr>
                <p14:cNvPr id="60" name="Ink 59">
                  <a:extLst>
                    <a:ext uri="{FF2B5EF4-FFF2-40B4-BE49-F238E27FC236}">
                      <a16:creationId xmlns:a16="http://schemas.microsoft.com/office/drawing/2014/main" id="{667D38B3-E636-035A-5D14-C0CCF0085020}"/>
                    </a:ext>
                  </a:extLst>
                </p14:cNvPr>
                <p14:cNvContentPartPr/>
                <p14:nvPr/>
              </p14:nvContentPartPr>
              <p14:xfrm>
                <a:off x="10781030" y="2845837"/>
                <a:ext cx="125640" cy="195840"/>
              </p14:xfrm>
            </p:contentPart>
          </mc:Choice>
          <mc:Fallback>
            <p:pic>
              <p:nvPicPr>
                <p:cNvPr id="60" name="Ink 59">
                  <a:extLst>
                    <a:ext uri="{FF2B5EF4-FFF2-40B4-BE49-F238E27FC236}">
                      <a16:creationId xmlns:a16="http://schemas.microsoft.com/office/drawing/2014/main" id="{667D38B3-E636-035A-5D14-C0CCF0085020}"/>
                    </a:ext>
                  </a:extLst>
                </p:cNvPr>
                <p:cNvPicPr/>
                <p:nvPr/>
              </p:nvPicPr>
              <p:blipFill>
                <a:blip r:embed="rId121"/>
                <a:stretch>
                  <a:fillRect/>
                </a:stretch>
              </p:blipFill>
              <p:spPr>
                <a:xfrm>
                  <a:off x="10763390" y="2827837"/>
                  <a:ext cx="161280" cy="231480"/>
                </a:xfrm>
                <a:prstGeom prst="rect">
                  <a:avLst/>
                </a:prstGeom>
              </p:spPr>
            </p:pic>
          </mc:Fallback>
        </mc:AlternateContent>
        <mc:AlternateContent xmlns:mc="http://schemas.openxmlformats.org/markup-compatibility/2006">
          <mc:Choice xmlns:p14="http://schemas.microsoft.com/office/powerpoint/2010/main" Requires="p14">
            <p:contentPart p14:bwMode="auto" r:id="rId122">
              <p14:nvContentPartPr>
                <p14:cNvPr id="61" name="Ink 60">
                  <a:extLst>
                    <a:ext uri="{FF2B5EF4-FFF2-40B4-BE49-F238E27FC236}">
                      <a16:creationId xmlns:a16="http://schemas.microsoft.com/office/drawing/2014/main" id="{2AFF63A0-11E1-452C-AE28-55DE79178EE4}"/>
                    </a:ext>
                  </a:extLst>
                </p14:cNvPr>
                <p14:cNvContentPartPr/>
                <p14:nvPr/>
              </p14:nvContentPartPr>
              <p14:xfrm>
                <a:off x="10949870" y="2959237"/>
                <a:ext cx="152640" cy="168840"/>
              </p14:xfrm>
            </p:contentPart>
          </mc:Choice>
          <mc:Fallback>
            <p:pic>
              <p:nvPicPr>
                <p:cNvPr id="61" name="Ink 60">
                  <a:extLst>
                    <a:ext uri="{FF2B5EF4-FFF2-40B4-BE49-F238E27FC236}">
                      <a16:creationId xmlns:a16="http://schemas.microsoft.com/office/drawing/2014/main" id="{2AFF63A0-11E1-452C-AE28-55DE79178EE4}"/>
                    </a:ext>
                  </a:extLst>
                </p:cNvPr>
                <p:cNvPicPr/>
                <p:nvPr/>
              </p:nvPicPr>
              <p:blipFill>
                <a:blip r:embed="rId123"/>
                <a:stretch>
                  <a:fillRect/>
                </a:stretch>
              </p:blipFill>
              <p:spPr>
                <a:xfrm>
                  <a:off x="10932230" y="2941597"/>
                  <a:ext cx="188280" cy="204480"/>
                </a:xfrm>
                <a:prstGeom prst="rect">
                  <a:avLst/>
                </a:prstGeom>
              </p:spPr>
            </p:pic>
          </mc:Fallback>
        </mc:AlternateContent>
        <mc:AlternateContent xmlns:mc="http://schemas.openxmlformats.org/markup-compatibility/2006">
          <mc:Choice xmlns:p14="http://schemas.microsoft.com/office/powerpoint/2010/main" Requires="p14">
            <p:contentPart p14:bwMode="auto" r:id="rId124">
              <p14:nvContentPartPr>
                <p14:cNvPr id="62" name="Ink 61">
                  <a:extLst>
                    <a:ext uri="{FF2B5EF4-FFF2-40B4-BE49-F238E27FC236}">
                      <a16:creationId xmlns:a16="http://schemas.microsoft.com/office/drawing/2014/main" id="{6F0160A3-2ABA-EC20-7BB9-8683A4776DC9}"/>
                    </a:ext>
                  </a:extLst>
                </p14:cNvPr>
                <p14:cNvContentPartPr/>
                <p14:nvPr/>
              </p14:nvContentPartPr>
              <p14:xfrm>
                <a:off x="11158670" y="2963197"/>
                <a:ext cx="90360" cy="165240"/>
              </p14:xfrm>
            </p:contentPart>
          </mc:Choice>
          <mc:Fallback>
            <p:pic>
              <p:nvPicPr>
                <p:cNvPr id="62" name="Ink 61">
                  <a:extLst>
                    <a:ext uri="{FF2B5EF4-FFF2-40B4-BE49-F238E27FC236}">
                      <a16:creationId xmlns:a16="http://schemas.microsoft.com/office/drawing/2014/main" id="{6F0160A3-2ABA-EC20-7BB9-8683A4776DC9}"/>
                    </a:ext>
                  </a:extLst>
                </p:cNvPr>
                <p:cNvPicPr/>
                <p:nvPr/>
              </p:nvPicPr>
              <p:blipFill>
                <a:blip r:embed="rId125"/>
                <a:stretch>
                  <a:fillRect/>
                </a:stretch>
              </p:blipFill>
              <p:spPr>
                <a:xfrm>
                  <a:off x="11141030" y="2945557"/>
                  <a:ext cx="126000" cy="200880"/>
                </a:xfrm>
                <a:prstGeom prst="rect">
                  <a:avLst/>
                </a:prstGeom>
              </p:spPr>
            </p:pic>
          </mc:Fallback>
        </mc:AlternateContent>
        <mc:AlternateContent xmlns:mc="http://schemas.openxmlformats.org/markup-compatibility/2006">
          <mc:Choice xmlns:p14="http://schemas.microsoft.com/office/powerpoint/2010/main" Requires="p14">
            <p:contentPart p14:bwMode="auto" r:id="rId126">
              <p14:nvContentPartPr>
                <p14:cNvPr id="63" name="Ink 62">
                  <a:extLst>
                    <a:ext uri="{FF2B5EF4-FFF2-40B4-BE49-F238E27FC236}">
                      <a16:creationId xmlns:a16="http://schemas.microsoft.com/office/drawing/2014/main" id="{88976388-995B-AE68-EAAC-6C9971ECD597}"/>
                    </a:ext>
                  </a:extLst>
                </p14:cNvPr>
                <p14:cNvContentPartPr/>
                <p14:nvPr/>
              </p14:nvContentPartPr>
              <p14:xfrm>
                <a:off x="11332190" y="2935837"/>
                <a:ext cx="48960" cy="250200"/>
              </p14:xfrm>
            </p:contentPart>
          </mc:Choice>
          <mc:Fallback>
            <p:pic>
              <p:nvPicPr>
                <p:cNvPr id="63" name="Ink 62">
                  <a:extLst>
                    <a:ext uri="{FF2B5EF4-FFF2-40B4-BE49-F238E27FC236}">
                      <a16:creationId xmlns:a16="http://schemas.microsoft.com/office/drawing/2014/main" id="{88976388-995B-AE68-EAAC-6C9971ECD597}"/>
                    </a:ext>
                  </a:extLst>
                </p:cNvPr>
                <p:cNvPicPr/>
                <p:nvPr/>
              </p:nvPicPr>
              <p:blipFill>
                <a:blip r:embed="rId127"/>
                <a:stretch>
                  <a:fillRect/>
                </a:stretch>
              </p:blipFill>
              <p:spPr>
                <a:xfrm>
                  <a:off x="11314190" y="2917837"/>
                  <a:ext cx="84600" cy="285840"/>
                </a:xfrm>
                <a:prstGeom prst="rect">
                  <a:avLst/>
                </a:prstGeom>
              </p:spPr>
            </p:pic>
          </mc:Fallback>
        </mc:AlternateContent>
        <mc:AlternateContent xmlns:mc="http://schemas.openxmlformats.org/markup-compatibility/2006">
          <mc:Choice xmlns:p14="http://schemas.microsoft.com/office/powerpoint/2010/main" Requires="p14">
            <p:contentPart p14:bwMode="auto" r:id="rId128">
              <p14:nvContentPartPr>
                <p14:cNvPr id="2048" name="Ink 2047">
                  <a:extLst>
                    <a:ext uri="{FF2B5EF4-FFF2-40B4-BE49-F238E27FC236}">
                      <a16:creationId xmlns:a16="http://schemas.microsoft.com/office/drawing/2014/main" id="{EBC03E6F-B600-3E46-938F-EF8A1DF81E83}"/>
                    </a:ext>
                  </a:extLst>
                </p14:cNvPr>
                <p14:cNvContentPartPr/>
                <p14:nvPr/>
              </p14:nvContentPartPr>
              <p14:xfrm>
                <a:off x="11291150" y="3029797"/>
                <a:ext cx="102240" cy="73080"/>
              </p14:xfrm>
            </p:contentPart>
          </mc:Choice>
          <mc:Fallback>
            <p:pic>
              <p:nvPicPr>
                <p:cNvPr id="2048" name="Ink 2047">
                  <a:extLst>
                    <a:ext uri="{FF2B5EF4-FFF2-40B4-BE49-F238E27FC236}">
                      <a16:creationId xmlns:a16="http://schemas.microsoft.com/office/drawing/2014/main" id="{EBC03E6F-B600-3E46-938F-EF8A1DF81E83}"/>
                    </a:ext>
                  </a:extLst>
                </p:cNvPr>
                <p:cNvPicPr/>
                <p:nvPr/>
              </p:nvPicPr>
              <p:blipFill>
                <a:blip r:embed="rId129"/>
                <a:stretch>
                  <a:fillRect/>
                </a:stretch>
              </p:blipFill>
              <p:spPr>
                <a:xfrm>
                  <a:off x="11273510" y="3011797"/>
                  <a:ext cx="137880" cy="108720"/>
                </a:xfrm>
                <a:prstGeom prst="rect">
                  <a:avLst/>
                </a:prstGeom>
              </p:spPr>
            </p:pic>
          </mc:Fallback>
        </mc:AlternateContent>
        <mc:AlternateContent xmlns:mc="http://schemas.openxmlformats.org/markup-compatibility/2006">
          <mc:Choice xmlns:p14="http://schemas.microsoft.com/office/powerpoint/2010/main" Requires="p14">
            <p:contentPart p14:bwMode="auto" r:id="rId130">
              <p14:nvContentPartPr>
                <p14:cNvPr id="2065" name="Ink 2064">
                  <a:extLst>
                    <a:ext uri="{FF2B5EF4-FFF2-40B4-BE49-F238E27FC236}">
                      <a16:creationId xmlns:a16="http://schemas.microsoft.com/office/drawing/2014/main" id="{146D4066-AF76-333F-AB39-7553508B6BC2}"/>
                    </a:ext>
                  </a:extLst>
                </p14:cNvPr>
                <p14:cNvContentPartPr/>
                <p14:nvPr/>
              </p14:nvContentPartPr>
              <p14:xfrm>
                <a:off x="11576990" y="1957717"/>
                <a:ext cx="377640" cy="2337120"/>
              </p14:xfrm>
            </p:contentPart>
          </mc:Choice>
          <mc:Fallback>
            <p:pic>
              <p:nvPicPr>
                <p:cNvPr id="2065" name="Ink 2064">
                  <a:extLst>
                    <a:ext uri="{FF2B5EF4-FFF2-40B4-BE49-F238E27FC236}">
                      <a16:creationId xmlns:a16="http://schemas.microsoft.com/office/drawing/2014/main" id="{146D4066-AF76-333F-AB39-7553508B6BC2}"/>
                    </a:ext>
                  </a:extLst>
                </p:cNvPr>
                <p:cNvPicPr/>
                <p:nvPr/>
              </p:nvPicPr>
              <p:blipFill>
                <a:blip r:embed="rId131"/>
                <a:stretch>
                  <a:fillRect/>
                </a:stretch>
              </p:blipFill>
              <p:spPr>
                <a:xfrm>
                  <a:off x="11559350" y="1939717"/>
                  <a:ext cx="413280" cy="2372760"/>
                </a:xfrm>
                <a:prstGeom prst="rect">
                  <a:avLst/>
                </a:prstGeom>
              </p:spPr>
            </p:pic>
          </mc:Fallback>
        </mc:AlternateContent>
        <mc:AlternateContent xmlns:mc="http://schemas.openxmlformats.org/markup-compatibility/2006">
          <mc:Choice xmlns:p14="http://schemas.microsoft.com/office/powerpoint/2010/main" Requires="p14">
            <p:contentPart p14:bwMode="auto" r:id="rId132">
              <p14:nvContentPartPr>
                <p14:cNvPr id="2066" name="Ink 2065">
                  <a:extLst>
                    <a:ext uri="{FF2B5EF4-FFF2-40B4-BE49-F238E27FC236}">
                      <a16:creationId xmlns:a16="http://schemas.microsoft.com/office/drawing/2014/main" id="{7938E63D-EB02-7E80-5F84-D68A6F35B105}"/>
                    </a:ext>
                  </a:extLst>
                </p14:cNvPr>
                <p14:cNvContentPartPr/>
                <p14:nvPr/>
              </p14:nvContentPartPr>
              <p14:xfrm>
                <a:off x="11457470" y="4264237"/>
                <a:ext cx="209880" cy="75960"/>
              </p14:xfrm>
            </p:contentPart>
          </mc:Choice>
          <mc:Fallback>
            <p:pic>
              <p:nvPicPr>
                <p:cNvPr id="2066" name="Ink 2065">
                  <a:extLst>
                    <a:ext uri="{FF2B5EF4-FFF2-40B4-BE49-F238E27FC236}">
                      <a16:creationId xmlns:a16="http://schemas.microsoft.com/office/drawing/2014/main" id="{7938E63D-EB02-7E80-5F84-D68A6F35B105}"/>
                    </a:ext>
                  </a:extLst>
                </p:cNvPr>
                <p:cNvPicPr/>
                <p:nvPr/>
              </p:nvPicPr>
              <p:blipFill>
                <a:blip r:embed="rId133"/>
                <a:stretch>
                  <a:fillRect/>
                </a:stretch>
              </p:blipFill>
              <p:spPr>
                <a:xfrm>
                  <a:off x="11439830" y="4246237"/>
                  <a:ext cx="245520" cy="111600"/>
                </a:xfrm>
                <a:prstGeom prst="rect">
                  <a:avLst/>
                </a:prstGeom>
              </p:spPr>
            </p:pic>
          </mc:Fallback>
        </mc:AlternateContent>
        <mc:AlternateContent xmlns:mc="http://schemas.openxmlformats.org/markup-compatibility/2006">
          <mc:Choice xmlns:p14="http://schemas.microsoft.com/office/powerpoint/2010/main" Requires="p14">
            <p:contentPart p14:bwMode="auto" r:id="rId134">
              <p14:nvContentPartPr>
                <p14:cNvPr id="2067" name="Ink 2066">
                  <a:extLst>
                    <a:ext uri="{FF2B5EF4-FFF2-40B4-BE49-F238E27FC236}">
                      <a16:creationId xmlns:a16="http://schemas.microsoft.com/office/drawing/2014/main" id="{625A5BD0-6162-2482-D154-2932EE4EE02A}"/>
                    </a:ext>
                  </a:extLst>
                </p14:cNvPr>
                <p14:cNvContentPartPr/>
                <p14:nvPr/>
              </p14:nvContentPartPr>
              <p14:xfrm>
                <a:off x="10393310" y="4841317"/>
                <a:ext cx="163800" cy="153000"/>
              </p14:xfrm>
            </p:contentPart>
          </mc:Choice>
          <mc:Fallback>
            <p:pic>
              <p:nvPicPr>
                <p:cNvPr id="2067" name="Ink 2066">
                  <a:extLst>
                    <a:ext uri="{FF2B5EF4-FFF2-40B4-BE49-F238E27FC236}">
                      <a16:creationId xmlns:a16="http://schemas.microsoft.com/office/drawing/2014/main" id="{625A5BD0-6162-2482-D154-2932EE4EE02A}"/>
                    </a:ext>
                  </a:extLst>
                </p:cNvPr>
                <p:cNvPicPr/>
                <p:nvPr/>
              </p:nvPicPr>
              <p:blipFill>
                <a:blip r:embed="rId135"/>
                <a:stretch>
                  <a:fillRect/>
                </a:stretch>
              </p:blipFill>
              <p:spPr>
                <a:xfrm>
                  <a:off x="10375670" y="4823677"/>
                  <a:ext cx="199440" cy="188640"/>
                </a:xfrm>
                <a:prstGeom prst="rect">
                  <a:avLst/>
                </a:prstGeom>
              </p:spPr>
            </p:pic>
          </mc:Fallback>
        </mc:AlternateContent>
        <mc:AlternateContent xmlns:mc="http://schemas.openxmlformats.org/markup-compatibility/2006">
          <mc:Choice xmlns:p14="http://schemas.microsoft.com/office/powerpoint/2010/main" Requires="p14">
            <p:contentPart p14:bwMode="auto" r:id="rId136">
              <p14:nvContentPartPr>
                <p14:cNvPr id="2068" name="Ink 2067">
                  <a:extLst>
                    <a:ext uri="{FF2B5EF4-FFF2-40B4-BE49-F238E27FC236}">
                      <a16:creationId xmlns:a16="http://schemas.microsoft.com/office/drawing/2014/main" id="{22895FCD-8CA8-26DF-C7EF-B21E91B61D9F}"/>
                    </a:ext>
                  </a:extLst>
                </p14:cNvPr>
                <p14:cNvContentPartPr/>
                <p14:nvPr/>
              </p14:nvContentPartPr>
              <p14:xfrm>
                <a:off x="10635590" y="4731157"/>
                <a:ext cx="45360" cy="248040"/>
              </p14:xfrm>
            </p:contentPart>
          </mc:Choice>
          <mc:Fallback>
            <p:pic>
              <p:nvPicPr>
                <p:cNvPr id="2068" name="Ink 2067">
                  <a:extLst>
                    <a:ext uri="{FF2B5EF4-FFF2-40B4-BE49-F238E27FC236}">
                      <a16:creationId xmlns:a16="http://schemas.microsoft.com/office/drawing/2014/main" id="{22895FCD-8CA8-26DF-C7EF-B21E91B61D9F}"/>
                    </a:ext>
                  </a:extLst>
                </p:cNvPr>
                <p:cNvPicPr/>
                <p:nvPr/>
              </p:nvPicPr>
              <p:blipFill>
                <a:blip r:embed="rId137"/>
                <a:stretch>
                  <a:fillRect/>
                </a:stretch>
              </p:blipFill>
              <p:spPr>
                <a:xfrm>
                  <a:off x="10617950" y="4713517"/>
                  <a:ext cx="81000" cy="283680"/>
                </a:xfrm>
                <a:prstGeom prst="rect">
                  <a:avLst/>
                </a:prstGeom>
              </p:spPr>
            </p:pic>
          </mc:Fallback>
        </mc:AlternateContent>
        <mc:AlternateContent xmlns:mc="http://schemas.openxmlformats.org/markup-compatibility/2006">
          <mc:Choice xmlns:p14="http://schemas.microsoft.com/office/powerpoint/2010/main" Requires="p14">
            <p:contentPart p14:bwMode="auto" r:id="rId138">
              <p14:nvContentPartPr>
                <p14:cNvPr id="2069" name="Ink 2068">
                  <a:extLst>
                    <a:ext uri="{FF2B5EF4-FFF2-40B4-BE49-F238E27FC236}">
                      <a16:creationId xmlns:a16="http://schemas.microsoft.com/office/drawing/2014/main" id="{6FC77E51-35D7-D2E6-B1F3-16DFE7A4BDB8}"/>
                    </a:ext>
                  </a:extLst>
                </p14:cNvPr>
                <p14:cNvContentPartPr/>
                <p14:nvPr/>
              </p14:nvContentPartPr>
              <p14:xfrm>
                <a:off x="10713710" y="4894237"/>
                <a:ext cx="266400" cy="120960"/>
              </p14:xfrm>
            </p:contentPart>
          </mc:Choice>
          <mc:Fallback>
            <p:pic>
              <p:nvPicPr>
                <p:cNvPr id="2069" name="Ink 2068">
                  <a:extLst>
                    <a:ext uri="{FF2B5EF4-FFF2-40B4-BE49-F238E27FC236}">
                      <a16:creationId xmlns:a16="http://schemas.microsoft.com/office/drawing/2014/main" id="{6FC77E51-35D7-D2E6-B1F3-16DFE7A4BDB8}"/>
                    </a:ext>
                  </a:extLst>
                </p:cNvPr>
                <p:cNvPicPr/>
                <p:nvPr/>
              </p:nvPicPr>
              <p:blipFill>
                <a:blip r:embed="rId139"/>
                <a:stretch>
                  <a:fillRect/>
                </a:stretch>
              </p:blipFill>
              <p:spPr>
                <a:xfrm>
                  <a:off x="10695710" y="4876597"/>
                  <a:ext cx="302040" cy="156600"/>
                </a:xfrm>
                <a:prstGeom prst="rect">
                  <a:avLst/>
                </a:prstGeom>
              </p:spPr>
            </p:pic>
          </mc:Fallback>
        </mc:AlternateContent>
        <mc:AlternateContent xmlns:mc="http://schemas.openxmlformats.org/markup-compatibility/2006">
          <mc:Choice xmlns:p14="http://schemas.microsoft.com/office/powerpoint/2010/main" Requires="p14">
            <p:contentPart p14:bwMode="auto" r:id="rId140">
              <p14:nvContentPartPr>
                <p14:cNvPr id="2070" name="Ink 2069">
                  <a:extLst>
                    <a:ext uri="{FF2B5EF4-FFF2-40B4-BE49-F238E27FC236}">
                      <a16:creationId xmlns:a16="http://schemas.microsoft.com/office/drawing/2014/main" id="{AF9BD656-4BF3-D6CC-3175-D5D6FB7B1C50}"/>
                    </a:ext>
                  </a:extLst>
                </p14:cNvPr>
                <p14:cNvContentPartPr/>
                <p14:nvPr/>
              </p14:nvContentPartPr>
              <p14:xfrm>
                <a:off x="11078030" y="4892077"/>
                <a:ext cx="86400" cy="90000"/>
              </p14:xfrm>
            </p:contentPart>
          </mc:Choice>
          <mc:Fallback>
            <p:pic>
              <p:nvPicPr>
                <p:cNvPr id="2070" name="Ink 2069">
                  <a:extLst>
                    <a:ext uri="{FF2B5EF4-FFF2-40B4-BE49-F238E27FC236}">
                      <a16:creationId xmlns:a16="http://schemas.microsoft.com/office/drawing/2014/main" id="{AF9BD656-4BF3-D6CC-3175-D5D6FB7B1C50}"/>
                    </a:ext>
                  </a:extLst>
                </p:cNvPr>
                <p:cNvPicPr/>
                <p:nvPr/>
              </p:nvPicPr>
              <p:blipFill>
                <a:blip r:embed="rId141"/>
                <a:stretch>
                  <a:fillRect/>
                </a:stretch>
              </p:blipFill>
              <p:spPr>
                <a:xfrm>
                  <a:off x="11060390" y="4874077"/>
                  <a:ext cx="122040" cy="125640"/>
                </a:xfrm>
                <a:prstGeom prst="rect">
                  <a:avLst/>
                </a:prstGeom>
              </p:spPr>
            </p:pic>
          </mc:Fallback>
        </mc:AlternateContent>
        <mc:AlternateContent xmlns:mc="http://schemas.openxmlformats.org/markup-compatibility/2006">
          <mc:Choice xmlns:p14="http://schemas.microsoft.com/office/powerpoint/2010/main" Requires="p14">
            <p:contentPart p14:bwMode="auto" r:id="rId142">
              <p14:nvContentPartPr>
                <p14:cNvPr id="2071" name="Ink 2070">
                  <a:extLst>
                    <a:ext uri="{FF2B5EF4-FFF2-40B4-BE49-F238E27FC236}">
                      <a16:creationId xmlns:a16="http://schemas.microsoft.com/office/drawing/2014/main" id="{886EFE46-F2BF-E91D-116D-521C1D95951A}"/>
                    </a:ext>
                  </a:extLst>
                </p14:cNvPr>
                <p14:cNvContentPartPr/>
                <p14:nvPr/>
              </p14:nvContentPartPr>
              <p14:xfrm>
                <a:off x="11268830" y="4862557"/>
                <a:ext cx="64440" cy="149760"/>
              </p14:xfrm>
            </p:contentPart>
          </mc:Choice>
          <mc:Fallback>
            <p:pic>
              <p:nvPicPr>
                <p:cNvPr id="2071" name="Ink 2070">
                  <a:extLst>
                    <a:ext uri="{FF2B5EF4-FFF2-40B4-BE49-F238E27FC236}">
                      <a16:creationId xmlns:a16="http://schemas.microsoft.com/office/drawing/2014/main" id="{886EFE46-F2BF-E91D-116D-521C1D95951A}"/>
                    </a:ext>
                  </a:extLst>
                </p:cNvPr>
                <p:cNvPicPr/>
                <p:nvPr/>
              </p:nvPicPr>
              <p:blipFill>
                <a:blip r:embed="rId143"/>
                <a:stretch>
                  <a:fillRect/>
                </a:stretch>
              </p:blipFill>
              <p:spPr>
                <a:xfrm>
                  <a:off x="11250830" y="4844917"/>
                  <a:ext cx="100080" cy="185400"/>
                </a:xfrm>
                <a:prstGeom prst="rect">
                  <a:avLst/>
                </a:prstGeom>
              </p:spPr>
            </p:pic>
          </mc:Fallback>
        </mc:AlternateContent>
        <mc:AlternateContent xmlns:mc="http://schemas.openxmlformats.org/markup-compatibility/2006">
          <mc:Choice xmlns:p14="http://schemas.microsoft.com/office/powerpoint/2010/main" Requires="p14">
            <p:contentPart p14:bwMode="auto" r:id="rId144">
              <p14:nvContentPartPr>
                <p14:cNvPr id="2072" name="Ink 2071">
                  <a:extLst>
                    <a:ext uri="{FF2B5EF4-FFF2-40B4-BE49-F238E27FC236}">
                      <a16:creationId xmlns:a16="http://schemas.microsoft.com/office/drawing/2014/main" id="{0C750529-01DF-7A64-95C8-BAE930416E48}"/>
                    </a:ext>
                  </a:extLst>
                </p14:cNvPr>
                <p14:cNvContentPartPr/>
                <p14:nvPr/>
              </p14:nvContentPartPr>
              <p14:xfrm>
                <a:off x="11420750" y="4734037"/>
                <a:ext cx="89280" cy="242280"/>
              </p14:xfrm>
            </p:contentPart>
          </mc:Choice>
          <mc:Fallback>
            <p:pic>
              <p:nvPicPr>
                <p:cNvPr id="2072" name="Ink 2071">
                  <a:extLst>
                    <a:ext uri="{FF2B5EF4-FFF2-40B4-BE49-F238E27FC236}">
                      <a16:creationId xmlns:a16="http://schemas.microsoft.com/office/drawing/2014/main" id="{0C750529-01DF-7A64-95C8-BAE930416E48}"/>
                    </a:ext>
                  </a:extLst>
                </p:cNvPr>
                <p:cNvPicPr/>
                <p:nvPr/>
              </p:nvPicPr>
              <p:blipFill>
                <a:blip r:embed="rId145"/>
                <a:stretch>
                  <a:fillRect/>
                </a:stretch>
              </p:blipFill>
              <p:spPr>
                <a:xfrm>
                  <a:off x="11402750" y="4716397"/>
                  <a:ext cx="124920" cy="277920"/>
                </a:xfrm>
                <a:prstGeom prst="rect">
                  <a:avLst/>
                </a:prstGeom>
              </p:spPr>
            </p:pic>
          </mc:Fallback>
        </mc:AlternateContent>
        <mc:AlternateContent xmlns:mc="http://schemas.openxmlformats.org/markup-compatibility/2006">
          <mc:Choice xmlns:p14="http://schemas.microsoft.com/office/powerpoint/2010/main" Requires="p14">
            <p:contentPart p14:bwMode="auto" r:id="rId146">
              <p14:nvContentPartPr>
                <p14:cNvPr id="2073" name="Ink 2072">
                  <a:extLst>
                    <a:ext uri="{FF2B5EF4-FFF2-40B4-BE49-F238E27FC236}">
                      <a16:creationId xmlns:a16="http://schemas.microsoft.com/office/drawing/2014/main" id="{591A2F07-CD62-1701-C47D-1AE8D402F182}"/>
                    </a:ext>
                  </a:extLst>
                </p14:cNvPr>
                <p14:cNvContentPartPr/>
                <p14:nvPr/>
              </p14:nvContentPartPr>
              <p14:xfrm>
                <a:off x="11389790" y="4882717"/>
                <a:ext cx="168840" cy="60480"/>
              </p14:xfrm>
            </p:contentPart>
          </mc:Choice>
          <mc:Fallback>
            <p:pic>
              <p:nvPicPr>
                <p:cNvPr id="2073" name="Ink 2072">
                  <a:extLst>
                    <a:ext uri="{FF2B5EF4-FFF2-40B4-BE49-F238E27FC236}">
                      <a16:creationId xmlns:a16="http://schemas.microsoft.com/office/drawing/2014/main" id="{591A2F07-CD62-1701-C47D-1AE8D402F182}"/>
                    </a:ext>
                  </a:extLst>
                </p:cNvPr>
                <p:cNvPicPr/>
                <p:nvPr/>
              </p:nvPicPr>
              <p:blipFill>
                <a:blip r:embed="rId147"/>
                <a:stretch>
                  <a:fillRect/>
                </a:stretch>
              </p:blipFill>
              <p:spPr>
                <a:xfrm>
                  <a:off x="11372150" y="4864717"/>
                  <a:ext cx="204480" cy="96120"/>
                </a:xfrm>
                <a:prstGeom prst="rect">
                  <a:avLst/>
                </a:prstGeom>
              </p:spPr>
            </p:pic>
          </mc:Fallback>
        </mc:AlternateContent>
        <mc:AlternateContent xmlns:mc="http://schemas.openxmlformats.org/markup-compatibility/2006">
          <mc:Choice xmlns:p14="http://schemas.microsoft.com/office/powerpoint/2010/main" Requires="p14">
            <p:contentPart p14:bwMode="auto" r:id="rId148">
              <p14:nvContentPartPr>
                <p14:cNvPr id="2074" name="Ink 2073">
                  <a:extLst>
                    <a:ext uri="{FF2B5EF4-FFF2-40B4-BE49-F238E27FC236}">
                      <a16:creationId xmlns:a16="http://schemas.microsoft.com/office/drawing/2014/main" id="{294C80CD-99BF-3A02-71B1-4C12E9FEE7EF}"/>
                    </a:ext>
                  </a:extLst>
                </p14:cNvPr>
                <p14:cNvContentPartPr/>
                <p14:nvPr/>
              </p14:nvContentPartPr>
              <p14:xfrm>
                <a:off x="10685270" y="5281957"/>
                <a:ext cx="161640" cy="126720"/>
              </p14:xfrm>
            </p:contentPart>
          </mc:Choice>
          <mc:Fallback>
            <p:pic>
              <p:nvPicPr>
                <p:cNvPr id="2074" name="Ink 2073">
                  <a:extLst>
                    <a:ext uri="{FF2B5EF4-FFF2-40B4-BE49-F238E27FC236}">
                      <a16:creationId xmlns:a16="http://schemas.microsoft.com/office/drawing/2014/main" id="{294C80CD-99BF-3A02-71B1-4C12E9FEE7EF}"/>
                    </a:ext>
                  </a:extLst>
                </p:cNvPr>
                <p:cNvPicPr/>
                <p:nvPr/>
              </p:nvPicPr>
              <p:blipFill>
                <a:blip r:embed="rId149"/>
                <a:stretch>
                  <a:fillRect/>
                </a:stretch>
              </p:blipFill>
              <p:spPr>
                <a:xfrm>
                  <a:off x="10667270" y="5263957"/>
                  <a:ext cx="197280" cy="162360"/>
                </a:xfrm>
                <a:prstGeom prst="rect">
                  <a:avLst/>
                </a:prstGeom>
              </p:spPr>
            </p:pic>
          </mc:Fallback>
        </mc:AlternateContent>
        <mc:AlternateContent xmlns:mc="http://schemas.openxmlformats.org/markup-compatibility/2006">
          <mc:Choice xmlns:p14="http://schemas.microsoft.com/office/powerpoint/2010/main" Requires="p14">
            <p:contentPart p14:bwMode="auto" r:id="rId150">
              <p14:nvContentPartPr>
                <p14:cNvPr id="2075" name="Ink 2074">
                  <a:extLst>
                    <a:ext uri="{FF2B5EF4-FFF2-40B4-BE49-F238E27FC236}">
                      <a16:creationId xmlns:a16="http://schemas.microsoft.com/office/drawing/2014/main" id="{72FFBEEF-5EA5-3E72-A692-5A54C311977D}"/>
                    </a:ext>
                  </a:extLst>
                </p14:cNvPr>
                <p14:cNvContentPartPr/>
                <p14:nvPr/>
              </p14:nvContentPartPr>
              <p14:xfrm>
                <a:off x="10948790" y="5279437"/>
                <a:ext cx="77040" cy="96120"/>
              </p14:xfrm>
            </p:contentPart>
          </mc:Choice>
          <mc:Fallback>
            <p:pic>
              <p:nvPicPr>
                <p:cNvPr id="2075" name="Ink 2074">
                  <a:extLst>
                    <a:ext uri="{FF2B5EF4-FFF2-40B4-BE49-F238E27FC236}">
                      <a16:creationId xmlns:a16="http://schemas.microsoft.com/office/drawing/2014/main" id="{72FFBEEF-5EA5-3E72-A692-5A54C311977D}"/>
                    </a:ext>
                  </a:extLst>
                </p:cNvPr>
                <p:cNvPicPr/>
                <p:nvPr/>
              </p:nvPicPr>
              <p:blipFill>
                <a:blip r:embed="rId151"/>
                <a:stretch>
                  <a:fillRect/>
                </a:stretch>
              </p:blipFill>
              <p:spPr>
                <a:xfrm>
                  <a:off x="10930790" y="5261437"/>
                  <a:ext cx="112680" cy="131760"/>
                </a:xfrm>
                <a:prstGeom prst="rect">
                  <a:avLst/>
                </a:prstGeom>
              </p:spPr>
            </p:pic>
          </mc:Fallback>
        </mc:AlternateContent>
        <mc:AlternateContent xmlns:mc="http://schemas.openxmlformats.org/markup-compatibility/2006">
          <mc:Choice xmlns:p14="http://schemas.microsoft.com/office/powerpoint/2010/main" Requires="p14">
            <p:contentPart p14:bwMode="auto" r:id="rId152">
              <p14:nvContentPartPr>
                <p14:cNvPr id="2076" name="Ink 2075">
                  <a:extLst>
                    <a:ext uri="{FF2B5EF4-FFF2-40B4-BE49-F238E27FC236}">
                      <a16:creationId xmlns:a16="http://schemas.microsoft.com/office/drawing/2014/main" id="{93054F9C-1C69-AA10-2449-21DD102A8026}"/>
                    </a:ext>
                  </a:extLst>
                </p14:cNvPr>
                <p14:cNvContentPartPr/>
                <p14:nvPr/>
              </p14:nvContentPartPr>
              <p14:xfrm>
                <a:off x="10602110" y="5653477"/>
                <a:ext cx="59040" cy="186840"/>
              </p14:xfrm>
            </p:contentPart>
          </mc:Choice>
          <mc:Fallback>
            <p:pic>
              <p:nvPicPr>
                <p:cNvPr id="2076" name="Ink 2075">
                  <a:extLst>
                    <a:ext uri="{FF2B5EF4-FFF2-40B4-BE49-F238E27FC236}">
                      <a16:creationId xmlns:a16="http://schemas.microsoft.com/office/drawing/2014/main" id="{93054F9C-1C69-AA10-2449-21DD102A8026}"/>
                    </a:ext>
                  </a:extLst>
                </p:cNvPr>
                <p:cNvPicPr/>
                <p:nvPr/>
              </p:nvPicPr>
              <p:blipFill>
                <a:blip r:embed="rId153"/>
                <a:stretch>
                  <a:fillRect/>
                </a:stretch>
              </p:blipFill>
              <p:spPr>
                <a:xfrm>
                  <a:off x="10584470" y="5635477"/>
                  <a:ext cx="94680" cy="222480"/>
                </a:xfrm>
                <a:prstGeom prst="rect">
                  <a:avLst/>
                </a:prstGeom>
              </p:spPr>
            </p:pic>
          </mc:Fallback>
        </mc:AlternateContent>
        <mc:AlternateContent xmlns:mc="http://schemas.openxmlformats.org/markup-compatibility/2006">
          <mc:Choice xmlns:p14="http://schemas.microsoft.com/office/powerpoint/2010/main" Requires="p14">
            <p:contentPart p14:bwMode="auto" r:id="rId154">
              <p14:nvContentPartPr>
                <p14:cNvPr id="2077" name="Ink 2076">
                  <a:extLst>
                    <a:ext uri="{FF2B5EF4-FFF2-40B4-BE49-F238E27FC236}">
                      <a16:creationId xmlns:a16="http://schemas.microsoft.com/office/drawing/2014/main" id="{0C7E4DF5-BEC7-A323-7A16-0E829F67E424}"/>
                    </a:ext>
                  </a:extLst>
                </p14:cNvPr>
                <p14:cNvContentPartPr/>
                <p14:nvPr/>
              </p14:nvContentPartPr>
              <p14:xfrm>
                <a:off x="10769150" y="5725117"/>
                <a:ext cx="86040" cy="123840"/>
              </p14:xfrm>
            </p:contentPart>
          </mc:Choice>
          <mc:Fallback>
            <p:pic>
              <p:nvPicPr>
                <p:cNvPr id="2077" name="Ink 2076">
                  <a:extLst>
                    <a:ext uri="{FF2B5EF4-FFF2-40B4-BE49-F238E27FC236}">
                      <a16:creationId xmlns:a16="http://schemas.microsoft.com/office/drawing/2014/main" id="{0C7E4DF5-BEC7-A323-7A16-0E829F67E424}"/>
                    </a:ext>
                  </a:extLst>
                </p:cNvPr>
                <p:cNvPicPr/>
                <p:nvPr/>
              </p:nvPicPr>
              <p:blipFill>
                <a:blip r:embed="rId155"/>
                <a:stretch>
                  <a:fillRect/>
                </a:stretch>
              </p:blipFill>
              <p:spPr>
                <a:xfrm>
                  <a:off x="10751150" y="5707117"/>
                  <a:ext cx="121680" cy="159480"/>
                </a:xfrm>
                <a:prstGeom prst="rect">
                  <a:avLst/>
                </a:prstGeom>
              </p:spPr>
            </p:pic>
          </mc:Fallback>
        </mc:AlternateContent>
        <mc:AlternateContent xmlns:mc="http://schemas.openxmlformats.org/markup-compatibility/2006">
          <mc:Choice xmlns:p14="http://schemas.microsoft.com/office/powerpoint/2010/main" Requires="p14">
            <p:contentPart p14:bwMode="auto" r:id="rId156">
              <p14:nvContentPartPr>
                <p14:cNvPr id="2078" name="Ink 2077">
                  <a:extLst>
                    <a:ext uri="{FF2B5EF4-FFF2-40B4-BE49-F238E27FC236}">
                      <a16:creationId xmlns:a16="http://schemas.microsoft.com/office/drawing/2014/main" id="{0B80F755-77C7-347D-67EE-D6FCDD6A13F4}"/>
                    </a:ext>
                  </a:extLst>
                </p14:cNvPr>
                <p14:cNvContentPartPr/>
                <p14:nvPr/>
              </p14:nvContentPartPr>
              <p14:xfrm>
                <a:off x="10982630" y="5661397"/>
                <a:ext cx="123120" cy="169200"/>
              </p14:xfrm>
            </p:contentPart>
          </mc:Choice>
          <mc:Fallback>
            <p:pic>
              <p:nvPicPr>
                <p:cNvPr id="2078" name="Ink 2077">
                  <a:extLst>
                    <a:ext uri="{FF2B5EF4-FFF2-40B4-BE49-F238E27FC236}">
                      <a16:creationId xmlns:a16="http://schemas.microsoft.com/office/drawing/2014/main" id="{0B80F755-77C7-347D-67EE-D6FCDD6A13F4}"/>
                    </a:ext>
                  </a:extLst>
                </p:cNvPr>
                <p:cNvPicPr/>
                <p:nvPr/>
              </p:nvPicPr>
              <p:blipFill>
                <a:blip r:embed="rId157"/>
                <a:stretch>
                  <a:fillRect/>
                </a:stretch>
              </p:blipFill>
              <p:spPr>
                <a:xfrm>
                  <a:off x="10964990" y="5643397"/>
                  <a:ext cx="158760" cy="204840"/>
                </a:xfrm>
                <a:prstGeom prst="rect">
                  <a:avLst/>
                </a:prstGeom>
              </p:spPr>
            </p:pic>
          </mc:Fallback>
        </mc:AlternateContent>
        <mc:AlternateContent xmlns:mc="http://schemas.openxmlformats.org/markup-compatibility/2006">
          <mc:Choice xmlns:p14="http://schemas.microsoft.com/office/powerpoint/2010/main" Requires="p14">
            <p:contentPart p14:bwMode="auto" r:id="rId158">
              <p14:nvContentPartPr>
                <p14:cNvPr id="2079" name="Ink 2078">
                  <a:extLst>
                    <a:ext uri="{FF2B5EF4-FFF2-40B4-BE49-F238E27FC236}">
                      <a16:creationId xmlns:a16="http://schemas.microsoft.com/office/drawing/2014/main" id="{795232CA-5570-6032-9572-5E7337C61E8F}"/>
                    </a:ext>
                  </a:extLst>
                </p14:cNvPr>
                <p14:cNvContentPartPr/>
                <p14:nvPr/>
              </p14:nvContentPartPr>
              <p14:xfrm>
                <a:off x="11237510" y="5635117"/>
                <a:ext cx="49320" cy="203040"/>
              </p14:xfrm>
            </p:contentPart>
          </mc:Choice>
          <mc:Fallback>
            <p:pic>
              <p:nvPicPr>
                <p:cNvPr id="2079" name="Ink 2078">
                  <a:extLst>
                    <a:ext uri="{FF2B5EF4-FFF2-40B4-BE49-F238E27FC236}">
                      <a16:creationId xmlns:a16="http://schemas.microsoft.com/office/drawing/2014/main" id="{795232CA-5570-6032-9572-5E7337C61E8F}"/>
                    </a:ext>
                  </a:extLst>
                </p:cNvPr>
                <p:cNvPicPr/>
                <p:nvPr/>
              </p:nvPicPr>
              <p:blipFill>
                <a:blip r:embed="rId159"/>
                <a:stretch>
                  <a:fillRect/>
                </a:stretch>
              </p:blipFill>
              <p:spPr>
                <a:xfrm>
                  <a:off x="11219870" y="5617477"/>
                  <a:ext cx="84960" cy="238680"/>
                </a:xfrm>
                <a:prstGeom prst="rect">
                  <a:avLst/>
                </a:prstGeom>
              </p:spPr>
            </p:pic>
          </mc:Fallback>
        </mc:AlternateContent>
        <mc:AlternateContent xmlns:mc="http://schemas.openxmlformats.org/markup-compatibility/2006">
          <mc:Choice xmlns:p14="http://schemas.microsoft.com/office/powerpoint/2010/main" Requires="p14">
            <p:contentPart p14:bwMode="auto" r:id="rId160">
              <p14:nvContentPartPr>
                <p14:cNvPr id="2080" name="Ink 2079">
                  <a:extLst>
                    <a:ext uri="{FF2B5EF4-FFF2-40B4-BE49-F238E27FC236}">
                      <a16:creationId xmlns:a16="http://schemas.microsoft.com/office/drawing/2014/main" id="{4B40B137-29CE-B0AC-5F48-CD0016943C1E}"/>
                    </a:ext>
                  </a:extLst>
                </p14:cNvPr>
                <p14:cNvContentPartPr/>
                <p14:nvPr/>
              </p14:nvContentPartPr>
              <p14:xfrm>
                <a:off x="10237430" y="4488157"/>
                <a:ext cx="1726200" cy="1766160"/>
              </p14:xfrm>
            </p:contentPart>
          </mc:Choice>
          <mc:Fallback>
            <p:pic>
              <p:nvPicPr>
                <p:cNvPr id="2080" name="Ink 2079">
                  <a:extLst>
                    <a:ext uri="{FF2B5EF4-FFF2-40B4-BE49-F238E27FC236}">
                      <a16:creationId xmlns:a16="http://schemas.microsoft.com/office/drawing/2014/main" id="{4B40B137-29CE-B0AC-5F48-CD0016943C1E}"/>
                    </a:ext>
                  </a:extLst>
                </p:cNvPr>
                <p:cNvPicPr/>
                <p:nvPr/>
              </p:nvPicPr>
              <p:blipFill>
                <a:blip r:embed="rId161"/>
                <a:stretch>
                  <a:fillRect/>
                </a:stretch>
              </p:blipFill>
              <p:spPr>
                <a:xfrm>
                  <a:off x="10219790" y="4470157"/>
                  <a:ext cx="1761840" cy="1801800"/>
                </a:xfrm>
                <a:prstGeom prst="rect">
                  <a:avLst/>
                </a:prstGeom>
              </p:spPr>
            </p:pic>
          </mc:Fallback>
        </mc:AlternateContent>
        <mc:AlternateContent xmlns:mc="http://schemas.openxmlformats.org/markup-compatibility/2006">
          <mc:Choice xmlns:p14="http://schemas.microsoft.com/office/powerpoint/2010/main" Requires="p14">
            <p:contentPart p14:bwMode="auto" r:id="rId162">
              <p14:nvContentPartPr>
                <p14:cNvPr id="2081" name="Ink 2080">
                  <a:extLst>
                    <a:ext uri="{FF2B5EF4-FFF2-40B4-BE49-F238E27FC236}">
                      <a16:creationId xmlns:a16="http://schemas.microsoft.com/office/drawing/2014/main" id="{9B72CD95-1C10-850C-2594-4A0C7FD6C09B}"/>
                    </a:ext>
                  </a:extLst>
                </p14:cNvPr>
                <p14:cNvContentPartPr/>
                <p14:nvPr/>
              </p14:nvContentPartPr>
              <p14:xfrm>
                <a:off x="10164710" y="4817917"/>
                <a:ext cx="228960" cy="1414800"/>
              </p14:xfrm>
            </p:contentPart>
          </mc:Choice>
          <mc:Fallback>
            <p:pic>
              <p:nvPicPr>
                <p:cNvPr id="2081" name="Ink 2080">
                  <a:extLst>
                    <a:ext uri="{FF2B5EF4-FFF2-40B4-BE49-F238E27FC236}">
                      <a16:creationId xmlns:a16="http://schemas.microsoft.com/office/drawing/2014/main" id="{9B72CD95-1C10-850C-2594-4A0C7FD6C09B}"/>
                    </a:ext>
                  </a:extLst>
                </p:cNvPr>
                <p:cNvPicPr/>
                <p:nvPr/>
              </p:nvPicPr>
              <p:blipFill>
                <a:blip r:embed="rId163"/>
                <a:stretch>
                  <a:fillRect/>
                </a:stretch>
              </p:blipFill>
              <p:spPr>
                <a:xfrm>
                  <a:off x="10146710" y="4799917"/>
                  <a:ext cx="264600" cy="1450440"/>
                </a:xfrm>
                <a:prstGeom prst="rect">
                  <a:avLst/>
                </a:prstGeom>
              </p:spPr>
            </p:pic>
          </mc:Fallback>
        </mc:AlternateContent>
      </p:grpSp>
    </p:spTree>
    <p:extLst>
      <p:ext uri="{BB962C8B-B14F-4D97-AF65-F5344CB8AC3E}">
        <p14:creationId xmlns:p14="http://schemas.microsoft.com/office/powerpoint/2010/main" val="20212794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110299-DC0C-8198-6F81-476AECA9AAB0}"/>
              </a:ext>
            </a:extLst>
          </p:cNvPr>
          <p:cNvSpPr>
            <a:spLocks noGrp="1"/>
          </p:cNvSpPr>
          <p:nvPr>
            <p:ph type="title"/>
          </p:nvPr>
        </p:nvSpPr>
        <p:spPr>
          <a:xfrm>
            <a:off x="78739" y="14986"/>
            <a:ext cx="10328275" cy="492443"/>
          </a:xfrm>
        </p:spPr>
        <p:txBody>
          <a:bodyPr/>
          <a:lstStyle/>
          <a:p>
            <a:r>
              <a:rPr lang="en-US" dirty="0"/>
              <a:t>Total internal reflection</a:t>
            </a:r>
          </a:p>
        </p:txBody>
      </p:sp>
      <p:sp>
        <p:nvSpPr>
          <p:cNvPr id="3" name="Text Placeholder 2">
            <a:extLst>
              <a:ext uri="{FF2B5EF4-FFF2-40B4-BE49-F238E27FC236}">
                <a16:creationId xmlns:a16="http://schemas.microsoft.com/office/drawing/2014/main" id="{79F08B83-E01C-C09E-41DC-AE3FBCCC87BD}"/>
              </a:ext>
            </a:extLst>
          </p:cNvPr>
          <p:cNvSpPr>
            <a:spLocks noGrp="1"/>
          </p:cNvSpPr>
          <p:nvPr>
            <p:ph type="body" idx="1"/>
          </p:nvPr>
        </p:nvSpPr>
        <p:spPr>
          <a:xfrm>
            <a:off x="914400" y="3810000"/>
            <a:ext cx="10586086" cy="2154436"/>
          </a:xfrm>
        </p:spPr>
        <p:txBody>
          <a:bodyPr/>
          <a:lstStyle/>
          <a:p>
            <a:r>
              <a:rPr lang="en-US" dirty="0"/>
              <a:t>When light moves from a medium of high refractive index to a medium of low refractive index, or vice versa, there is a change in the angle of propagation of light. </a:t>
            </a:r>
          </a:p>
          <a:p>
            <a:endParaRPr lang="en-US" dirty="0"/>
          </a:p>
          <a:p>
            <a:endParaRPr lang="en-US" dirty="0"/>
          </a:p>
        </p:txBody>
      </p:sp>
      <p:pic>
        <p:nvPicPr>
          <p:cNvPr id="3074" name="Picture 2">
            <a:extLst>
              <a:ext uri="{FF2B5EF4-FFF2-40B4-BE49-F238E27FC236}">
                <a16:creationId xmlns:a16="http://schemas.microsoft.com/office/drawing/2014/main" id="{6D924D64-6E4E-2886-A868-7452EDFBE88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10000" y="1066800"/>
            <a:ext cx="5095875" cy="1752600"/>
          </a:xfrm>
          <a:prstGeom prst="rect">
            <a:avLst/>
          </a:prstGeom>
          <a:noFill/>
          <a:extLst>
            <a:ext uri="{909E8E84-426E-40DD-AFC4-6F175D3DCCD1}">
              <a14:hiddenFill xmlns:a14="http://schemas.microsoft.com/office/drawing/2010/main">
                <a:solidFill>
                  <a:srgbClr val="FFFFFF"/>
                </a:solidFill>
              </a14:hiddenFill>
            </a:ext>
          </a:extLst>
        </p:spPr>
      </p:pic>
      <p:grpSp>
        <p:nvGrpSpPr>
          <p:cNvPr id="14" name="Group 13">
            <a:extLst>
              <a:ext uri="{FF2B5EF4-FFF2-40B4-BE49-F238E27FC236}">
                <a16:creationId xmlns:a16="http://schemas.microsoft.com/office/drawing/2014/main" id="{FC8C7B08-C9FF-90BA-01A6-56AFF3E05FBE}"/>
              </a:ext>
            </a:extLst>
          </p:cNvPr>
          <p:cNvGrpSpPr/>
          <p:nvPr/>
        </p:nvGrpSpPr>
        <p:grpSpPr>
          <a:xfrm>
            <a:off x="6315950" y="1062037"/>
            <a:ext cx="1073160" cy="403200"/>
            <a:chOff x="6315950" y="1062037"/>
            <a:chExt cx="1073160" cy="403200"/>
          </a:xfrm>
        </p:grpSpPr>
        <mc:AlternateContent xmlns:mc="http://schemas.openxmlformats.org/markup-compatibility/2006">
          <mc:Choice xmlns:p14="http://schemas.microsoft.com/office/powerpoint/2010/main" Requires="p14">
            <p:contentPart p14:bwMode="auto" r:id="rId3">
              <p14:nvContentPartPr>
                <p14:cNvPr id="4" name="Ink 3">
                  <a:extLst>
                    <a:ext uri="{FF2B5EF4-FFF2-40B4-BE49-F238E27FC236}">
                      <a16:creationId xmlns:a16="http://schemas.microsoft.com/office/drawing/2014/main" id="{77CD1D9F-09F5-6E92-8151-A73ECC913A17}"/>
                    </a:ext>
                  </a:extLst>
                </p14:cNvPr>
                <p14:cNvContentPartPr/>
                <p14:nvPr/>
              </p14:nvContentPartPr>
              <p14:xfrm>
                <a:off x="6315950" y="1181197"/>
                <a:ext cx="270720" cy="284040"/>
              </p14:xfrm>
            </p:contentPart>
          </mc:Choice>
          <mc:Fallback>
            <p:pic>
              <p:nvPicPr>
                <p:cNvPr id="4" name="Ink 3">
                  <a:extLst>
                    <a:ext uri="{FF2B5EF4-FFF2-40B4-BE49-F238E27FC236}">
                      <a16:creationId xmlns:a16="http://schemas.microsoft.com/office/drawing/2014/main" id="{77CD1D9F-09F5-6E92-8151-A73ECC913A17}"/>
                    </a:ext>
                  </a:extLst>
                </p:cNvPr>
                <p:cNvPicPr/>
                <p:nvPr/>
              </p:nvPicPr>
              <p:blipFill>
                <a:blip r:embed="rId4"/>
                <a:stretch>
                  <a:fillRect/>
                </a:stretch>
              </p:blipFill>
              <p:spPr>
                <a:xfrm>
                  <a:off x="6298310" y="1163197"/>
                  <a:ext cx="306360" cy="319680"/>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5" name="Ink 4">
                  <a:extLst>
                    <a:ext uri="{FF2B5EF4-FFF2-40B4-BE49-F238E27FC236}">
                      <a16:creationId xmlns:a16="http://schemas.microsoft.com/office/drawing/2014/main" id="{644E4F43-51C8-9929-CF66-1DA7D1064048}"/>
                    </a:ext>
                  </a:extLst>
                </p14:cNvPr>
                <p14:cNvContentPartPr/>
                <p14:nvPr/>
              </p14:nvContentPartPr>
              <p14:xfrm>
                <a:off x="6732830" y="1235557"/>
                <a:ext cx="68760" cy="30960"/>
              </p14:xfrm>
            </p:contentPart>
          </mc:Choice>
          <mc:Fallback>
            <p:pic>
              <p:nvPicPr>
                <p:cNvPr id="5" name="Ink 4">
                  <a:extLst>
                    <a:ext uri="{FF2B5EF4-FFF2-40B4-BE49-F238E27FC236}">
                      <a16:creationId xmlns:a16="http://schemas.microsoft.com/office/drawing/2014/main" id="{644E4F43-51C8-9929-CF66-1DA7D1064048}"/>
                    </a:ext>
                  </a:extLst>
                </p:cNvPr>
                <p:cNvPicPr/>
                <p:nvPr/>
              </p:nvPicPr>
              <p:blipFill>
                <a:blip r:embed="rId6"/>
                <a:stretch>
                  <a:fillRect/>
                </a:stretch>
              </p:blipFill>
              <p:spPr>
                <a:xfrm>
                  <a:off x="6715190" y="1217557"/>
                  <a:ext cx="104400" cy="66600"/>
                </a:xfrm>
                <a:prstGeom prst="rect">
                  <a:avLst/>
                </a:prstGeom>
              </p:spPr>
            </p:pic>
          </mc:Fallback>
        </mc:AlternateContent>
        <mc:AlternateContent xmlns:mc="http://schemas.openxmlformats.org/markup-compatibility/2006">
          <mc:Choice xmlns:p14="http://schemas.microsoft.com/office/powerpoint/2010/main" Requires="p14">
            <p:contentPart p14:bwMode="auto" r:id="rId7">
              <p14:nvContentPartPr>
                <p14:cNvPr id="6" name="Ink 5">
                  <a:extLst>
                    <a:ext uri="{FF2B5EF4-FFF2-40B4-BE49-F238E27FC236}">
                      <a16:creationId xmlns:a16="http://schemas.microsoft.com/office/drawing/2014/main" id="{AA15B820-5D50-82B8-9FE5-8BF43F7BF47B}"/>
                    </a:ext>
                  </a:extLst>
                </p14:cNvPr>
                <p14:cNvContentPartPr/>
                <p14:nvPr/>
              </p14:nvContentPartPr>
              <p14:xfrm>
                <a:off x="6813830" y="1323037"/>
                <a:ext cx="86040" cy="49680"/>
              </p14:xfrm>
            </p:contentPart>
          </mc:Choice>
          <mc:Fallback>
            <p:pic>
              <p:nvPicPr>
                <p:cNvPr id="6" name="Ink 5">
                  <a:extLst>
                    <a:ext uri="{FF2B5EF4-FFF2-40B4-BE49-F238E27FC236}">
                      <a16:creationId xmlns:a16="http://schemas.microsoft.com/office/drawing/2014/main" id="{AA15B820-5D50-82B8-9FE5-8BF43F7BF47B}"/>
                    </a:ext>
                  </a:extLst>
                </p:cNvPr>
                <p:cNvPicPr/>
                <p:nvPr/>
              </p:nvPicPr>
              <p:blipFill>
                <a:blip r:embed="rId8"/>
                <a:stretch>
                  <a:fillRect/>
                </a:stretch>
              </p:blipFill>
              <p:spPr>
                <a:xfrm>
                  <a:off x="6795830" y="1305397"/>
                  <a:ext cx="121680" cy="85320"/>
                </a:xfrm>
                <a:prstGeom prst="rect">
                  <a:avLst/>
                </a:prstGeom>
              </p:spPr>
            </p:pic>
          </mc:Fallback>
        </mc:AlternateContent>
        <mc:AlternateContent xmlns:mc="http://schemas.openxmlformats.org/markup-compatibility/2006">
          <mc:Choice xmlns:p14="http://schemas.microsoft.com/office/powerpoint/2010/main" Requires="p14">
            <p:contentPart p14:bwMode="auto" r:id="rId9">
              <p14:nvContentPartPr>
                <p14:cNvPr id="8" name="Ink 7">
                  <a:extLst>
                    <a:ext uri="{FF2B5EF4-FFF2-40B4-BE49-F238E27FC236}">
                      <a16:creationId xmlns:a16="http://schemas.microsoft.com/office/drawing/2014/main" id="{68CF6929-7652-5138-2A68-1977E81CABF7}"/>
                    </a:ext>
                  </a:extLst>
                </p14:cNvPr>
                <p14:cNvContentPartPr/>
                <p14:nvPr/>
              </p14:nvContentPartPr>
              <p14:xfrm>
                <a:off x="7059710" y="1062037"/>
                <a:ext cx="329400" cy="285120"/>
              </p14:xfrm>
            </p:contentPart>
          </mc:Choice>
          <mc:Fallback>
            <p:pic>
              <p:nvPicPr>
                <p:cNvPr id="8" name="Ink 7">
                  <a:extLst>
                    <a:ext uri="{FF2B5EF4-FFF2-40B4-BE49-F238E27FC236}">
                      <a16:creationId xmlns:a16="http://schemas.microsoft.com/office/drawing/2014/main" id="{68CF6929-7652-5138-2A68-1977E81CABF7}"/>
                    </a:ext>
                  </a:extLst>
                </p:cNvPr>
                <p:cNvPicPr/>
                <p:nvPr/>
              </p:nvPicPr>
              <p:blipFill>
                <a:blip r:embed="rId10"/>
                <a:stretch>
                  <a:fillRect/>
                </a:stretch>
              </p:blipFill>
              <p:spPr>
                <a:xfrm>
                  <a:off x="7041710" y="1044397"/>
                  <a:ext cx="365040" cy="320760"/>
                </a:xfrm>
                <a:prstGeom prst="rect">
                  <a:avLst/>
                </a:prstGeom>
              </p:spPr>
            </p:pic>
          </mc:Fallback>
        </mc:AlternateContent>
      </p:grpSp>
      <p:grpSp>
        <p:nvGrpSpPr>
          <p:cNvPr id="13" name="Group 12">
            <a:extLst>
              <a:ext uri="{FF2B5EF4-FFF2-40B4-BE49-F238E27FC236}">
                <a16:creationId xmlns:a16="http://schemas.microsoft.com/office/drawing/2014/main" id="{80BEC0B5-8ADC-71AC-7F94-74EE653ADA57}"/>
              </a:ext>
            </a:extLst>
          </p:cNvPr>
          <p:cNvGrpSpPr/>
          <p:nvPr/>
        </p:nvGrpSpPr>
        <p:grpSpPr>
          <a:xfrm>
            <a:off x="6653990" y="3151477"/>
            <a:ext cx="873720" cy="308520"/>
            <a:chOff x="6653990" y="3151477"/>
            <a:chExt cx="873720" cy="308520"/>
          </a:xfrm>
        </p:grpSpPr>
        <mc:AlternateContent xmlns:mc="http://schemas.openxmlformats.org/markup-compatibility/2006">
          <mc:Choice xmlns:p14="http://schemas.microsoft.com/office/powerpoint/2010/main" Requires="p14">
            <p:contentPart p14:bwMode="auto" r:id="rId11">
              <p14:nvContentPartPr>
                <p14:cNvPr id="9" name="Ink 8">
                  <a:extLst>
                    <a:ext uri="{FF2B5EF4-FFF2-40B4-BE49-F238E27FC236}">
                      <a16:creationId xmlns:a16="http://schemas.microsoft.com/office/drawing/2014/main" id="{352EC990-6334-CA1D-B08A-1F045423E362}"/>
                    </a:ext>
                  </a:extLst>
                </p14:cNvPr>
                <p14:cNvContentPartPr/>
                <p14:nvPr/>
              </p14:nvContentPartPr>
              <p14:xfrm>
                <a:off x="6653990" y="3154357"/>
                <a:ext cx="321120" cy="305640"/>
              </p14:xfrm>
            </p:contentPart>
          </mc:Choice>
          <mc:Fallback>
            <p:pic>
              <p:nvPicPr>
                <p:cNvPr id="9" name="Ink 8">
                  <a:extLst>
                    <a:ext uri="{FF2B5EF4-FFF2-40B4-BE49-F238E27FC236}">
                      <a16:creationId xmlns:a16="http://schemas.microsoft.com/office/drawing/2014/main" id="{352EC990-6334-CA1D-B08A-1F045423E362}"/>
                    </a:ext>
                  </a:extLst>
                </p:cNvPr>
                <p:cNvPicPr/>
                <p:nvPr/>
              </p:nvPicPr>
              <p:blipFill>
                <a:blip r:embed="rId12"/>
                <a:stretch>
                  <a:fillRect/>
                </a:stretch>
              </p:blipFill>
              <p:spPr>
                <a:xfrm>
                  <a:off x="6635990" y="3136357"/>
                  <a:ext cx="356760" cy="341280"/>
                </a:xfrm>
                <a:prstGeom prst="rect">
                  <a:avLst/>
                </a:prstGeom>
              </p:spPr>
            </p:pic>
          </mc:Fallback>
        </mc:AlternateContent>
        <mc:AlternateContent xmlns:mc="http://schemas.openxmlformats.org/markup-compatibility/2006">
          <mc:Choice xmlns:p14="http://schemas.microsoft.com/office/powerpoint/2010/main" Requires="p14">
            <p:contentPart p14:bwMode="auto" r:id="rId13">
              <p14:nvContentPartPr>
                <p14:cNvPr id="10" name="Ink 9">
                  <a:extLst>
                    <a:ext uri="{FF2B5EF4-FFF2-40B4-BE49-F238E27FC236}">
                      <a16:creationId xmlns:a16="http://schemas.microsoft.com/office/drawing/2014/main" id="{4CA4DB1F-504B-2A68-C64C-4E9EBC4F4FB0}"/>
                    </a:ext>
                  </a:extLst>
                </p14:cNvPr>
                <p14:cNvContentPartPr/>
                <p14:nvPr/>
              </p14:nvContentPartPr>
              <p14:xfrm>
                <a:off x="7066910" y="3276037"/>
                <a:ext cx="78480" cy="68040"/>
              </p14:xfrm>
            </p:contentPart>
          </mc:Choice>
          <mc:Fallback>
            <p:pic>
              <p:nvPicPr>
                <p:cNvPr id="10" name="Ink 9">
                  <a:extLst>
                    <a:ext uri="{FF2B5EF4-FFF2-40B4-BE49-F238E27FC236}">
                      <a16:creationId xmlns:a16="http://schemas.microsoft.com/office/drawing/2014/main" id="{4CA4DB1F-504B-2A68-C64C-4E9EBC4F4FB0}"/>
                    </a:ext>
                  </a:extLst>
                </p:cNvPr>
                <p:cNvPicPr/>
                <p:nvPr/>
              </p:nvPicPr>
              <p:blipFill>
                <a:blip r:embed="rId14"/>
                <a:stretch>
                  <a:fillRect/>
                </a:stretch>
              </p:blipFill>
              <p:spPr>
                <a:xfrm>
                  <a:off x="7049270" y="3258397"/>
                  <a:ext cx="114120" cy="103680"/>
                </a:xfrm>
                <a:prstGeom prst="rect">
                  <a:avLst/>
                </a:prstGeom>
              </p:spPr>
            </p:pic>
          </mc:Fallback>
        </mc:AlternateContent>
        <mc:AlternateContent xmlns:mc="http://schemas.openxmlformats.org/markup-compatibility/2006">
          <mc:Choice xmlns:p14="http://schemas.microsoft.com/office/powerpoint/2010/main" Requires="p14">
            <p:contentPart p14:bwMode="auto" r:id="rId15">
              <p14:nvContentPartPr>
                <p14:cNvPr id="11" name="Ink 10">
                  <a:extLst>
                    <a:ext uri="{FF2B5EF4-FFF2-40B4-BE49-F238E27FC236}">
                      <a16:creationId xmlns:a16="http://schemas.microsoft.com/office/drawing/2014/main" id="{6F6DE88F-2573-214B-E924-C203A83C0E65}"/>
                    </a:ext>
                  </a:extLst>
                </p14:cNvPr>
                <p14:cNvContentPartPr/>
                <p14:nvPr/>
              </p14:nvContentPartPr>
              <p14:xfrm>
                <a:off x="7166990" y="3356677"/>
                <a:ext cx="98280" cy="62280"/>
              </p14:xfrm>
            </p:contentPart>
          </mc:Choice>
          <mc:Fallback>
            <p:pic>
              <p:nvPicPr>
                <p:cNvPr id="11" name="Ink 10">
                  <a:extLst>
                    <a:ext uri="{FF2B5EF4-FFF2-40B4-BE49-F238E27FC236}">
                      <a16:creationId xmlns:a16="http://schemas.microsoft.com/office/drawing/2014/main" id="{6F6DE88F-2573-214B-E924-C203A83C0E65}"/>
                    </a:ext>
                  </a:extLst>
                </p:cNvPr>
                <p:cNvPicPr/>
                <p:nvPr/>
              </p:nvPicPr>
              <p:blipFill>
                <a:blip r:embed="rId16"/>
                <a:stretch>
                  <a:fillRect/>
                </a:stretch>
              </p:blipFill>
              <p:spPr>
                <a:xfrm>
                  <a:off x="7148990" y="3339037"/>
                  <a:ext cx="133920" cy="97920"/>
                </a:xfrm>
                <a:prstGeom prst="rect">
                  <a:avLst/>
                </a:prstGeom>
              </p:spPr>
            </p:pic>
          </mc:Fallback>
        </mc:AlternateContent>
        <mc:AlternateContent xmlns:mc="http://schemas.openxmlformats.org/markup-compatibility/2006">
          <mc:Choice xmlns:p14="http://schemas.microsoft.com/office/powerpoint/2010/main" Requires="p14">
            <p:contentPart p14:bwMode="auto" r:id="rId17">
              <p14:nvContentPartPr>
                <p14:cNvPr id="12" name="Ink 11">
                  <a:extLst>
                    <a:ext uri="{FF2B5EF4-FFF2-40B4-BE49-F238E27FC236}">
                      <a16:creationId xmlns:a16="http://schemas.microsoft.com/office/drawing/2014/main" id="{5D00B56F-19F1-566E-4D06-62A47F934BB6}"/>
                    </a:ext>
                  </a:extLst>
                </p14:cNvPr>
                <p14:cNvContentPartPr/>
                <p14:nvPr/>
              </p14:nvContentPartPr>
              <p14:xfrm>
                <a:off x="7327550" y="3151477"/>
                <a:ext cx="200160" cy="171720"/>
              </p14:xfrm>
            </p:contentPart>
          </mc:Choice>
          <mc:Fallback>
            <p:pic>
              <p:nvPicPr>
                <p:cNvPr id="12" name="Ink 11">
                  <a:extLst>
                    <a:ext uri="{FF2B5EF4-FFF2-40B4-BE49-F238E27FC236}">
                      <a16:creationId xmlns:a16="http://schemas.microsoft.com/office/drawing/2014/main" id="{5D00B56F-19F1-566E-4D06-62A47F934BB6}"/>
                    </a:ext>
                  </a:extLst>
                </p:cNvPr>
                <p:cNvPicPr/>
                <p:nvPr/>
              </p:nvPicPr>
              <p:blipFill>
                <a:blip r:embed="rId18"/>
                <a:stretch>
                  <a:fillRect/>
                </a:stretch>
              </p:blipFill>
              <p:spPr>
                <a:xfrm>
                  <a:off x="7309910" y="3133477"/>
                  <a:ext cx="235800" cy="207360"/>
                </a:xfrm>
                <a:prstGeom prst="rect">
                  <a:avLst/>
                </a:prstGeom>
              </p:spPr>
            </p:pic>
          </mc:Fallback>
        </mc:AlternateContent>
      </p:grpSp>
      <p:grpSp>
        <p:nvGrpSpPr>
          <p:cNvPr id="21" name="Group 20">
            <a:extLst>
              <a:ext uri="{FF2B5EF4-FFF2-40B4-BE49-F238E27FC236}">
                <a16:creationId xmlns:a16="http://schemas.microsoft.com/office/drawing/2014/main" id="{76534DAC-4753-3279-B226-9226181DF5B2}"/>
              </a:ext>
            </a:extLst>
          </p:cNvPr>
          <p:cNvGrpSpPr/>
          <p:nvPr/>
        </p:nvGrpSpPr>
        <p:grpSpPr>
          <a:xfrm>
            <a:off x="5382110" y="1987957"/>
            <a:ext cx="829440" cy="334080"/>
            <a:chOff x="5382110" y="1987957"/>
            <a:chExt cx="829440" cy="334080"/>
          </a:xfrm>
        </p:grpSpPr>
        <mc:AlternateContent xmlns:mc="http://schemas.openxmlformats.org/markup-compatibility/2006">
          <mc:Choice xmlns:p14="http://schemas.microsoft.com/office/powerpoint/2010/main" Requires="p14">
            <p:contentPart p14:bwMode="auto" r:id="rId19">
              <p14:nvContentPartPr>
                <p14:cNvPr id="15" name="Ink 14">
                  <a:extLst>
                    <a:ext uri="{FF2B5EF4-FFF2-40B4-BE49-F238E27FC236}">
                      <a16:creationId xmlns:a16="http://schemas.microsoft.com/office/drawing/2014/main" id="{EDA3E619-4A78-C5E1-4A79-FB048959F975}"/>
                    </a:ext>
                  </a:extLst>
                </p14:cNvPr>
                <p14:cNvContentPartPr/>
                <p14:nvPr/>
              </p14:nvContentPartPr>
              <p14:xfrm>
                <a:off x="5382110" y="2066437"/>
                <a:ext cx="285840" cy="217800"/>
              </p14:xfrm>
            </p:contentPart>
          </mc:Choice>
          <mc:Fallback>
            <p:pic>
              <p:nvPicPr>
                <p:cNvPr id="15" name="Ink 14">
                  <a:extLst>
                    <a:ext uri="{FF2B5EF4-FFF2-40B4-BE49-F238E27FC236}">
                      <a16:creationId xmlns:a16="http://schemas.microsoft.com/office/drawing/2014/main" id="{EDA3E619-4A78-C5E1-4A79-FB048959F975}"/>
                    </a:ext>
                  </a:extLst>
                </p:cNvPr>
                <p:cNvPicPr/>
                <p:nvPr/>
              </p:nvPicPr>
              <p:blipFill>
                <a:blip r:embed="rId20"/>
                <a:stretch>
                  <a:fillRect/>
                </a:stretch>
              </p:blipFill>
              <p:spPr>
                <a:xfrm>
                  <a:off x="5364470" y="2048797"/>
                  <a:ext cx="321480" cy="253440"/>
                </a:xfrm>
                <a:prstGeom prst="rect">
                  <a:avLst/>
                </a:prstGeom>
              </p:spPr>
            </p:pic>
          </mc:Fallback>
        </mc:AlternateContent>
        <mc:AlternateContent xmlns:mc="http://schemas.openxmlformats.org/markup-compatibility/2006">
          <mc:Choice xmlns:p14="http://schemas.microsoft.com/office/powerpoint/2010/main" Requires="p14">
            <p:contentPart p14:bwMode="auto" r:id="rId21">
              <p14:nvContentPartPr>
                <p14:cNvPr id="16" name="Ink 15">
                  <a:extLst>
                    <a:ext uri="{FF2B5EF4-FFF2-40B4-BE49-F238E27FC236}">
                      <a16:creationId xmlns:a16="http://schemas.microsoft.com/office/drawing/2014/main" id="{4C89D51E-B576-768A-FE45-F3837277692A}"/>
                    </a:ext>
                  </a:extLst>
                </p14:cNvPr>
                <p14:cNvContentPartPr/>
                <p14:nvPr/>
              </p14:nvContentPartPr>
              <p14:xfrm>
                <a:off x="5705390" y="2262277"/>
                <a:ext cx="360" cy="360"/>
              </p14:xfrm>
            </p:contentPart>
          </mc:Choice>
          <mc:Fallback>
            <p:pic>
              <p:nvPicPr>
                <p:cNvPr id="16" name="Ink 15">
                  <a:extLst>
                    <a:ext uri="{FF2B5EF4-FFF2-40B4-BE49-F238E27FC236}">
                      <a16:creationId xmlns:a16="http://schemas.microsoft.com/office/drawing/2014/main" id="{4C89D51E-B576-768A-FE45-F3837277692A}"/>
                    </a:ext>
                  </a:extLst>
                </p:cNvPr>
                <p:cNvPicPr/>
                <p:nvPr/>
              </p:nvPicPr>
              <p:blipFill>
                <a:blip r:embed="rId22"/>
                <a:stretch>
                  <a:fillRect/>
                </a:stretch>
              </p:blipFill>
              <p:spPr>
                <a:xfrm>
                  <a:off x="5687390" y="2244277"/>
                  <a:ext cx="36000" cy="36000"/>
                </a:xfrm>
                <a:prstGeom prst="rect">
                  <a:avLst/>
                </a:prstGeom>
              </p:spPr>
            </p:pic>
          </mc:Fallback>
        </mc:AlternateContent>
        <mc:AlternateContent xmlns:mc="http://schemas.openxmlformats.org/markup-compatibility/2006">
          <mc:Choice xmlns:p14="http://schemas.microsoft.com/office/powerpoint/2010/main" Requires="p14">
            <p:contentPart p14:bwMode="auto" r:id="rId23">
              <p14:nvContentPartPr>
                <p14:cNvPr id="17" name="Ink 16">
                  <a:extLst>
                    <a:ext uri="{FF2B5EF4-FFF2-40B4-BE49-F238E27FC236}">
                      <a16:creationId xmlns:a16="http://schemas.microsoft.com/office/drawing/2014/main" id="{98D0C400-9509-0C44-ADBF-277BC5AB4A81}"/>
                    </a:ext>
                  </a:extLst>
                </p14:cNvPr>
                <p14:cNvContentPartPr/>
                <p14:nvPr/>
              </p14:nvContentPartPr>
              <p14:xfrm>
                <a:off x="5765150" y="2116837"/>
                <a:ext cx="54360" cy="56520"/>
              </p14:xfrm>
            </p:contentPart>
          </mc:Choice>
          <mc:Fallback>
            <p:pic>
              <p:nvPicPr>
                <p:cNvPr id="17" name="Ink 16">
                  <a:extLst>
                    <a:ext uri="{FF2B5EF4-FFF2-40B4-BE49-F238E27FC236}">
                      <a16:creationId xmlns:a16="http://schemas.microsoft.com/office/drawing/2014/main" id="{98D0C400-9509-0C44-ADBF-277BC5AB4A81}"/>
                    </a:ext>
                  </a:extLst>
                </p:cNvPr>
                <p:cNvPicPr/>
                <p:nvPr/>
              </p:nvPicPr>
              <p:blipFill>
                <a:blip r:embed="rId24"/>
                <a:stretch>
                  <a:fillRect/>
                </a:stretch>
              </p:blipFill>
              <p:spPr>
                <a:xfrm>
                  <a:off x="5747510" y="2098837"/>
                  <a:ext cx="90000" cy="92160"/>
                </a:xfrm>
                <a:prstGeom prst="rect">
                  <a:avLst/>
                </a:prstGeom>
              </p:spPr>
            </p:pic>
          </mc:Fallback>
        </mc:AlternateContent>
        <mc:AlternateContent xmlns:mc="http://schemas.openxmlformats.org/markup-compatibility/2006">
          <mc:Choice xmlns:p14="http://schemas.microsoft.com/office/powerpoint/2010/main" Requires="p14">
            <p:contentPart p14:bwMode="auto" r:id="rId25">
              <p14:nvContentPartPr>
                <p14:cNvPr id="18" name="Ink 17">
                  <a:extLst>
                    <a:ext uri="{FF2B5EF4-FFF2-40B4-BE49-F238E27FC236}">
                      <a16:creationId xmlns:a16="http://schemas.microsoft.com/office/drawing/2014/main" id="{93363EFC-AE88-1155-9151-B87289762E7D}"/>
                    </a:ext>
                  </a:extLst>
                </p14:cNvPr>
                <p14:cNvContentPartPr/>
                <p14:nvPr/>
              </p14:nvContentPartPr>
              <p14:xfrm>
                <a:off x="5781710" y="2185597"/>
                <a:ext cx="79920" cy="65160"/>
              </p14:xfrm>
            </p:contentPart>
          </mc:Choice>
          <mc:Fallback>
            <p:pic>
              <p:nvPicPr>
                <p:cNvPr id="18" name="Ink 17">
                  <a:extLst>
                    <a:ext uri="{FF2B5EF4-FFF2-40B4-BE49-F238E27FC236}">
                      <a16:creationId xmlns:a16="http://schemas.microsoft.com/office/drawing/2014/main" id="{93363EFC-AE88-1155-9151-B87289762E7D}"/>
                    </a:ext>
                  </a:extLst>
                </p:cNvPr>
                <p:cNvPicPr/>
                <p:nvPr/>
              </p:nvPicPr>
              <p:blipFill>
                <a:blip r:embed="rId26"/>
                <a:stretch>
                  <a:fillRect/>
                </a:stretch>
              </p:blipFill>
              <p:spPr>
                <a:xfrm>
                  <a:off x="5763710" y="2167597"/>
                  <a:ext cx="115560" cy="100800"/>
                </a:xfrm>
                <a:prstGeom prst="rect">
                  <a:avLst/>
                </a:prstGeom>
              </p:spPr>
            </p:pic>
          </mc:Fallback>
        </mc:AlternateContent>
        <mc:AlternateContent xmlns:mc="http://schemas.openxmlformats.org/markup-compatibility/2006">
          <mc:Choice xmlns:p14="http://schemas.microsoft.com/office/powerpoint/2010/main" Requires="p14">
            <p:contentPart p14:bwMode="auto" r:id="rId27">
              <p14:nvContentPartPr>
                <p14:cNvPr id="20" name="Ink 19">
                  <a:extLst>
                    <a:ext uri="{FF2B5EF4-FFF2-40B4-BE49-F238E27FC236}">
                      <a16:creationId xmlns:a16="http://schemas.microsoft.com/office/drawing/2014/main" id="{60F8CD33-C3F3-3F00-4336-B4AED850BDEA}"/>
                    </a:ext>
                  </a:extLst>
                </p14:cNvPr>
                <p14:cNvContentPartPr/>
                <p14:nvPr/>
              </p14:nvContentPartPr>
              <p14:xfrm>
                <a:off x="5982230" y="1987957"/>
                <a:ext cx="229320" cy="334080"/>
              </p14:xfrm>
            </p:contentPart>
          </mc:Choice>
          <mc:Fallback>
            <p:pic>
              <p:nvPicPr>
                <p:cNvPr id="20" name="Ink 19">
                  <a:extLst>
                    <a:ext uri="{FF2B5EF4-FFF2-40B4-BE49-F238E27FC236}">
                      <a16:creationId xmlns:a16="http://schemas.microsoft.com/office/drawing/2014/main" id="{60F8CD33-C3F3-3F00-4336-B4AED850BDEA}"/>
                    </a:ext>
                  </a:extLst>
                </p:cNvPr>
                <p:cNvPicPr/>
                <p:nvPr/>
              </p:nvPicPr>
              <p:blipFill>
                <a:blip r:embed="rId28"/>
                <a:stretch>
                  <a:fillRect/>
                </a:stretch>
              </p:blipFill>
              <p:spPr>
                <a:xfrm>
                  <a:off x="5964590" y="1970317"/>
                  <a:ext cx="264960" cy="369720"/>
                </a:xfrm>
                <a:prstGeom prst="rect">
                  <a:avLst/>
                </a:prstGeom>
              </p:spPr>
            </p:pic>
          </mc:Fallback>
        </mc:AlternateContent>
      </p:grpSp>
      <p:grpSp>
        <p:nvGrpSpPr>
          <p:cNvPr id="55" name="Group 54">
            <a:extLst>
              <a:ext uri="{FF2B5EF4-FFF2-40B4-BE49-F238E27FC236}">
                <a16:creationId xmlns:a16="http://schemas.microsoft.com/office/drawing/2014/main" id="{93C9CC2F-B4F8-EE26-4BC1-E01188C2EACA}"/>
              </a:ext>
            </a:extLst>
          </p:cNvPr>
          <p:cNvGrpSpPr/>
          <p:nvPr/>
        </p:nvGrpSpPr>
        <p:grpSpPr>
          <a:xfrm>
            <a:off x="971390" y="1508437"/>
            <a:ext cx="2621880" cy="1322640"/>
            <a:chOff x="971390" y="1508437"/>
            <a:chExt cx="2621880" cy="1322640"/>
          </a:xfrm>
        </p:grpSpPr>
        <mc:AlternateContent xmlns:mc="http://schemas.openxmlformats.org/markup-compatibility/2006">
          <mc:Choice xmlns:p14="http://schemas.microsoft.com/office/powerpoint/2010/main" Requires="p14">
            <p:contentPart p14:bwMode="auto" r:id="rId29">
              <p14:nvContentPartPr>
                <p14:cNvPr id="22" name="Ink 21">
                  <a:extLst>
                    <a:ext uri="{FF2B5EF4-FFF2-40B4-BE49-F238E27FC236}">
                      <a16:creationId xmlns:a16="http://schemas.microsoft.com/office/drawing/2014/main" id="{BAE4DE83-EC48-70FB-1DDA-388C6331A391}"/>
                    </a:ext>
                  </a:extLst>
                </p14:cNvPr>
                <p14:cNvContentPartPr/>
                <p14:nvPr/>
              </p14:nvContentPartPr>
              <p14:xfrm>
                <a:off x="971390" y="1659997"/>
                <a:ext cx="58320" cy="391680"/>
              </p14:xfrm>
            </p:contentPart>
          </mc:Choice>
          <mc:Fallback>
            <p:pic>
              <p:nvPicPr>
                <p:cNvPr id="22" name="Ink 21">
                  <a:extLst>
                    <a:ext uri="{FF2B5EF4-FFF2-40B4-BE49-F238E27FC236}">
                      <a16:creationId xmlns:a16="http://schemas.microsoft.com/office/drawing/2014/main" id="{BAE4DE83-EC48-70FB-1DDA-388C6331A391}"/>
                    </a:ext>
                  </a:extLst>
                </p:cNvPr>
                <p:cNvPicPr/>
                <p:nvPr/>
              </p:nvPicPr>
              <p:blipFill>
                <a:blip r:embed="rId30"/>
                <a:stretch>
                  <a:fillRect/>
                </a:stretch>
              </p:blipFill>
              <p:spPr>
                <a:xfrm>
                  <a:off x="953390" y="1641997"/>
                  <a:ext cx="93960" cy="427320"/>
                </a:xfrm>
                <a:prstGeom prst="rect">
                  <a:avLst/>
                </a:prstGeom>
              </p:spPr>
            </p:pic>
          </mc:Fallback>
        </mc:AlternateContent>
        <mc:AlternateContent xmlns:mc="http://schemas.openxmlformats.org/markup-compatibility/2006">
          <mc:Choice xmlns:p14="http://schemas.microsoft.com/office/powerpoint/2010/main" Requires="p14">
            <p:contentPart p14:bwMode="auto" r:id="rId31">
              <p14:nvContentPartPr>
                <p14:cNvPr id="23" name="Ink 22">
                  <a:extLst>
                    <a:ext uri="{FF2B5EF4-FFF2-40B4-BE49-F238E27FC236}">
                      <a16:creationId xmlns:a16="http://schemas.microsoft.com/office/drawing/2014/main" id="{F608196A-68F7-4CC8-7059-B46CDC25FF5A}"/>
                    </a:ext>
                  </a:extLst>
                </p14:cNvPr>
                <p14:cNvContentPartPr/>
                <p14:nvPr/>
              </p14:nvContentPartPr>
              <p14:xfrm>
                <a:off x="1039430" y="1691677"/>
                <a:ext cx="129960" cy="163080"/>
              </p14:xfrm>
            </p:contentPart>
          </mc:Choice>
          <mc:Fallback>
            <p:pic>
              <p:nvPicPr>
                <p:cNvPr id="23" name="Ink 22">
                  <a:extLst>
                    <a:ext uri="{FF2B5EF4-FFF2-40B4-BE49-F238E27FC236}">
                      <a16:creationId xmlns:a16="http://schemas.microsoft.com/office/drawing/2014/main" id="{F608196A-68F7-4CC8-7059-B46CDC25FF5A}"/>
                    </a:ext>
                  </a:extLst>
                </p:cNvPr>
                <p:cNvPicPr/>
                <p:nvPr/>
              </p:nvPicPr>
              <p:blipFill>
                <a:blip r:embed="rId32"/>
                <a:stretch>
                  <a:fillRect/>
                </a:stretch>
              </p:blipFill>
              <p:spPr>
                <a:xfrm>
                  <a:off x="1021430" y="1673677"/>
                  <a:ext cx="165600" cy="198720"/>
                </a:xfrm>
                <a:prstGeom prst="rect">
                  <a:avLst/>
                </a:prstGeom>
              </p:spPr>
            </p:pic>
          </mc:Fallback>
        </mc:AlternateContent>
        <mc:AlternateContent xmlns:mc="http://schemas.openxmlformats.org/markup-compatibility/2006">
          <mc:Choice xmlns:p14="http://schemas.microsoft.com/office/powerpoint/2010/main" Requires="p14">
            <p:contentPart p14:bwMode="auto" r:id="rId33">
              <p14:nvContentPartPr>
                <p14:cNvPr id="24" name="Ink 23">
                  <a:extLst>
                    <a:ext uri="{FF2B5EF4-FFF2-40B4-BE49-F238E27FC236}">
                      <a16:creationId xmlns:a16="http://schemas.microsoft.com/office/drawing/2014/main" id="{418049F5-EA11-0049-FDA6-78A6F1C1CDDE}"/>
                    </a:ext>
                  </a:extLst>
                </p14:cNvPr>
                <p14:cNvContentPartPr/>
                <p14:nvPr/>
              </p14:nvContentPartPr>
              <p14:xfrm>
                <a:off x="1179830" y="1779157"/>
                <a:ext cx="83520" cy="91800"/>
              </p14:xfrm>
            </p:contentPart>
          </mc:Choice>
          <mc:Fallback>
            <p:pic>
              <p:nvPicPr>
                <p:cNvPr id="24" name="Ink 23">
                  <a:extLst>
                    <a:ext uri="{FF2B5EF4-FFF2-40B4-BE49-F238E27FC236}">
                      <a16:creationId xmlns:a16="http://schemas.microsoft.com/office/drawing/2014/main" id="{418049F5-EA11-0049-FDA6-78A6F1C1CDDE}"/>
                    </a:ext>
                  </a:extLst>
                </p:cNvPr>
                <p:cNvPicPr/>
                <p:nvPr/>
              </p:nvPicPr>
              <p:blipFill>
                <a:blip r:embed="rId34"/>
                <a:stretch>
                  <a:fillRect/>
                </a:stretch>
              </p:blipFill>
              <p:spPr>
                <a:xfrm>
                  <a:off x="1161830" y="1761157"/>
                  <a:ext cx="119160" cy="127440"/>
                </a:xfrm>
                <a:prstGeom prst="rect">
                  <a:avLst/>
                </a:prstGeom>
              </p:spPr>
            </p:pic>
          </mc:Fallback>
        </mc:AlternateContent>
        <mc:AlternateContent xmlns:mc="http://schemas.openxmlformats.org/markup-compatibility/2006">
          <mc:Choice xmlns:p14="http://schemas.microsoft.com/office/powerpoint/2010/main" Requires="p14">
            <p:contentPart p14:bwMode="auto" r:id="rId35">
              <p14:nvContentPartPr>
                <p14:cNvPr id="25" name="Ink 24">
                  <a:extLst>
                    <a:ext uri="{FF2B5EF4-FFF2-40B4-BE49-F238E27FC236}">
                      <a16:creationId xmlns:a16="http://schemas.microsoft.com/office/drawing/2014/main" id="{45AF8027-BA71-78D6-E87B-88E5A35945AC}"/>
                    </a:ext>
                  </a:extLst>
                </p14:cNvPr>
                <p14:cNvContentPartPr/>
                <p14:nvPr/>
              </p14:nvContentPartPr>
              <p14:xfrm>
                <a:off x="1318070" y="1673677"/>
                <a:ext cx="93240" cy="140400"/>
              </p14:xfrm>
            </p:contentPart>
          </mc:Choice>
          <mc:Fallback>
            <p:pic>
              <p:nvPicPr>
                <p:cNvPr id="25" name="Ink 24">
                  <a:extLst>
                    <a:ext uri="{FF2B5EF4-FFF2-40B4-BE49-F238E27FC236}">
                      <a16:creationId xmlns:a16="http://schemas.microsoft.com/office/drawing/2014/main" id="{45AF8027-BA71-78D6-E87B-88E5A35945AC}"/>
                    </a:ext>
                  </a:extLst>
                </p:cNvPr>
                <p:cNvPicPr/>
                <p:nvPr/>
              </p:nvPicPr>
              <p:blipFill>
                <a:blip r:embed="rId36"/>
                <a:stretch>
                  <a:fillRect/>
                </a:stretch>
              </p:blipFill>
              <p:spPr>
                <a:xfrm>
                  <a:off x="1300070" y="1655677"/>
                  <a:ext cx="128880" cy="176040"/>
                </a:xfrm>
                <a:prstGeom prst="rect">
                  <a:avLst/>
                </a:prstGeom>
              </p:spPr>
            </p:pic>
          </mc:Fallback>
        </mc:AlternateContent>
        <mc:AlternateContent xmlns:mc="http://schemas.openxmlformats.org/markup-compatibility/2006">
          <mc:Choice xmlns:p14="http://schemas.microsoft.com/office/powerpoint/2010/main" Requires="p14">
            <p:contentPart p14:bwMode="auto" r:id="rId37">
              <p14:nvContentPartPr>
                <p14:cNvPr id="26" name="Ink 25">
                  <a:extLst>
                    <a:ext uri="{FF2B5EF4-FFF2-40B4-BE49-F238E27FC236}">
                      <a16:creationId xmlns:a16="http://schemas.microsoft.com/office/drawing/2014/main" id="{09278A27-2BFB-28FE-CF10-9F22F56EF552}"/>
                    </a:ext>
                  </a:extLst>
                </p14:cNvPr>
                <p14:cNvContentPartPr/>
                <p14:nvPr/>
              </p14:nvContentPartPr>
              <p14:xfrm>
                <a:off x="1487630" y="1632997"/>
                <a:ext cx="111960" cy="188640"/>
              </p14:xfrm>
            </p:contentPart>
          </mc:Choice>
          <mc:Fallback>
            <p:pic>
              <p:nvPicPr>
                <p:cNvPr id="26" name="Ink 25">
                  <a:extLst>
                    <a:ext uri="{FF2B5EF4-FFF2-40B4-BE49-F238E27FC236}">
                      <a16:creationId xmlns:a16="http://schemas.microsoft.com/office/drawing/2014/main" id="{09278A27-2BFB-28FE-CF10-9F22F56EF552}"/>
                    </a:ext>
                  </a:extLst>
                </p:cNvPr>
                <p:cNvPicPr/>
                <p:nvPr/>
              </p:nvPicPr>
              <p:blipFill>
                <a:blip r:embed="rId38"/>
                <a:stretch>
                  <a:fillRect/>
                </a:stretch>
              </p:blipFill>
              <p:spPr>
                <a:xfrm>
                  <a:off x="1469630" y="1615357"/>
                  <a:ext cx="147600" cy="224280"/>
                </a:xfrm>
                <a:prstGeom prst="rect">
                  <a:avLst/>
                </a:prstGeom>
              </p:spPr>
            </p:pic>
          </mc:Fallback>
        </mc:AlternateContent>
        <mc:AlternateContent xmlns:mc="http://schemas.openxmlformats.org/markup-compatibility/2006">
          <mc:Choice xmlns:p14="http://schemas.microsoft.com/office/powerpoint/2010/main" Requires="p14">
            <p:contentPart p14:bwMode="auto" r:id="rId39">
              <p14:nvContentPartPr>
                <p14:cNvPr id="27" name="Ink 26">
                  <a:extLst>
                    <a:ext uri="{FF2B5EF4-FFF2-40B4-BE49-F238E27FC236}">
                      <a16:creationId xmlns:a16="http://schemas.microsoft.com/office/drawing/2014/main" id="{1285BA4D-E39F-3012-3131-4019F7E9224E}"/>
                    </a:ext>
                  </a:extLst>
                </p14:cNvPr>
                <p14:cNvContentPartPr/>
                <p14:nvPr/>
              </p14:nvContentPartPr>
              <p14:xfrm>
                <a:off x="1557830" y="1577557"/>
                <a:ext cx="55800" cy="129240"/>
              </p14:xfrm>
            </p:contentPart>
          </mc:Choice>
          <mc:Fallback>
            <p:pic>
              <p:nvPicPr>
                <p:cNvPr id="27" name="Ink 26">
                  <a:extLst>
                    <a:ext uri="{FF2B5EF4-FFF2-40B4-BE49-F238E27FC236}">
                      <a16:creationId xmlns:a16="http://schemas.microsoft.com/office/drawing/2014/main" id="{1285BA4D-E39F-3012-3131-4019F7E9224E}"/>
                    </a:ext>
                  </a:extLst>
                </p:cNvPr>
                <p:cNvPicPr/>
                <p:nvPr/>
              </p:nvPicPr>
              <p:blipFill>
                <a:blip r:embed="rId40"/>
                <a:stretch>
                  <a:fillRect/>
                </a:stretch>
              </p:blipFill>
              <p:spPr>
                <a:xfrm>
                  <a:off x="1540190" y="1559917"/>
                  <a:ext cx="91440" cy="164880"/>
                </a:xfrm>
                <a:prstGeom prst="rect">
                  <a:avLst/>
                </a:prstGeom>
              </p:spPr>
            </p:pic>
          </mc:Fallback>
        </mc:AlternateContent>
        <mc:AlternateContent xmlns:mc="http://schemas.openxmlformats.org/markup-compatibility/2006">
          <mc:Choice xmlns:p14="http://schemas.microsoft.com/office/powerpoint/2010/main" Requires="p14">
            <p:contentPart p14:bwMode="auto" r:id="rId41">
              <p14:nvContentPartPr>
                <p14:cNvPr id="28" name="Ink 27">
                  <a:extLst>
                    <a:ext uri="{FF2B5EF4-FFF2-40B4-BE49-F238E27FC236}">
                      <a16:creationId xmlns:a16="http://schemas.microsoft.com/office/drawing/2014/main" id="{78D34838-1262-6C04-2EB2-CE03B0EBD60F}"/>
                    </a:ext>
                  </a:extLst>
                </p14:cNvPr>
                <p14:cNvContentPartPr/>
                <p14:nvPr/>
              </p14:nvContentPartPr>
              <p14:xfrm>
                <a:off x="1725950" y="1508437"/>
                <a:ext cx="52560" cy="187920"/>
              </p14:xfrm>
            </p:contentPart>
          </mc:Choice>
          <mc:Fallback>
            <p:pic>
              <p:nvPicPr>
                <p:cNvPr id="28" name="Ink 27">
                  <a:extLst>
                    <a:ext uri="{FF2B5EF4-FFF2-40B4-BE49-F238E27FC236}">
                      <a16:creationId xmlns:a16="http://schemas.microsoft.com/office/drawing/2014/main" id="{78D34838-1262-6C04-2EB2-CE03B0EBD60F}"/>
                    </a:ext>
                  </a:extLst>
                </p:cNvPr>
                <p:cNvPicPr/>
                <p:nvPr/>
              </p:nvPicPr>
              <p:blipFill>
                <a:blip r:embed="rId42"/>
                <a:stretch>
                  <a:fillRect/>
                </a:stretch>
              </p:blipFill>
              <p:spPr>
                <a:xfrm>
                  <a:off x="1707950" y="1490797"/>
                  <a:ext cx="88200" cy="223560"/>
                </a:xfrm>
                <a:prstGeom prst="rect">
                  <a:avLst/>
                </a:prstGeom>
              </p:spPr>
            </p:pic>
          </mc:Fallback>
        </mc:AlternateContent>
        <mc:AlternateContent xmlns:mc="http://schemas.openxmlformats.org/markup-compatibility/2006">
          <mc:Choice xmlns:p14="http://schemas.microsoft.com/office/powerpoint/2010/main" Requires="p14">
            <p:contentPart p14:bwMode="auto" r:id="rId43">
              <p14:nvContentPartPr>
                <p14:cNvPr id="29" name="Ink 28">
                  <a:extLst>
                    <a:ext uri="{FF2B5EF4-FFF2-40B4-BE49-F238E27FC236}">
                      <a16:creationId xmlns:a16="http://schemas.microsoft.com/office/drawing/2014/main" id="{F8CBBBC2-4BF2-E2B3-9341-2DAE8655E99D}"/>
                    </a:ext>
                  </a:extLst>
                </p14:cNvPr>
                <p14:cNvContentPartPr/>
                <p14:nvPr/>
              </p14:nvContentPartPr>
              <p14:xfrm>
                <a:off x="1389350" y="2174437"/>
                <a:ext cx="59040" cy="61920"/>
              </p14:xfrm>
            </p:contentPart>
          </mc:Choice>
          <mc:Fallback>
            <p:pic>
              <p:nvPicPr>
                <p:cNvPr id="29" name="Ink 28">
                  <a:extLst>
                    <a:ext uri="{FF2B5EF4-FFF2-40B4-BE49-F238E27FC236}">
                      <a16:creationId xmlns:a16="http://schemas.microsoft.com/office/drawing/2014/main" id="{F8CBBBC2-4BF2-E2B3-9341-2DAE8655E99D}"/>
                    </a:ext>
                  </a:extLst>
                </p:cNvPr>
                <p:cNvPicPr/>
                <p:nvPr/>
              </p:nvPicPr>
              <p:blipFill>
                <a:blip r:embed="rId44"/>
                <a:stretch>
                  <a:fillRect/>
                </a:stretch>
              </p:blipFill>
              <p:spPr>
                <a:xfrm>
                  <a:off x="1371350" y="2156437"/>
                  <a:ext cx="94680" cy="97560"/>
                </a:xfrm>
                <a:prstGeom prst="rect">
                  <a:avLst/>
                </a:prstGeom>
              </p:spPr>
            </p:pic>
          </mc:Fallback>
        </mc:AlternateContent>
        <mc:AlternateContent xmlns:mc="http://schemas.openxmlformats.org/markup-compatibility/2006">
          <mc:Choice xmlns:p14="http://schemas.microsoft.com/office/powerpoint/2010/main" Requires="p14">
            <p:contentPart p14:bwMode="auto" r:id="rId45">
              <p14:nvContentPartPr>
                <p14:cNvPr id="30" name="Ink 29">
                  <a:extLst>
                    <a:ext uri="{FF2B5EF4-FFF2-40B4-BE49-F238E27FC236}">
                      <a16:creationId xmlns:a16="http://schemas.microsoft.com/office/drawing/2014/main" id="{1A87FB49-F5DD-6813-D76F-EB09E0527455}"/>
                    </a:ext>
                  </a:extLst>
                </p14:cNvPr>
                <p14:cNvContentPartPr/>
                <p14:nvPr/>
              </p14:nvContentPartPr>
              <p14:xfrm>
                <a:off x="1394030" y="2096677"/>
                <a:ext cx="145080" cy="208800"/>
              </p14:xfrm>
            </p:contentPart>
          </mc:Choice>
          <mc:Fallback>
            <p:pic>
              <p:nvPicPr>
                <p:cNvPr id="30" name="Ink 29">
                  <a:extLst>
                    <a:ext uri="{FF2B5EF4-FFF2-40B4-BE49-F238E27FC236}">
                      <a16:creationId xmlns:a16="http://schemas.microsoft.com/office/drawing/2014/main" id="{1A87FB49-F5DD-6813-D76F-EB09E0527455}"/>
                    </a:ext>
                  </a:extLst>
                </p:cNvPr>
                <p:cNvPicPr/>
                <p:nvPr/>
              </p:nvPicPr>
              <p:blipFill>
                <a:blip r:embed="rId46"/>
                <a:stretch>
                  <a:fillRect/>
                </a:stretch>
              </p:blipFill>
              <p:spPr>
                <a:xfrm>
                  <a:off x="1376030" y="2079037"/>
                  <a:ext cx="180720" cy="244440"/>
                </a:xfrm>
                <a:prstGeom prst="rect">
                  <a:avLst/>
                </a:prstGeom>
              </p:spPr>
            </p:pic>
          </mc:Fallback>
        </mc:AlternateContent>
        <mc:AlternateContent xmlns:mc="http://schemas.openxmlformats.org/markup-compatibility/2006">
          <mc:Choice xmlns:p14="http://schemas.microsoft.com/office/powerpoint/2010/main" Requires="p14">
            <p:contentPart p14:bwMode="auto" r:id="rId47">
              <p14:nvContentPartPr>
                <p14:cNvPr id="31" name="Ink 30">
                  <a:extLst>
                    <a:ext uri="{FF2B5EF4-FFF2-40B4-BE49-F238E27FC236}">
                      <a16:creationId xmlns:a16="http://schemas.microsoft.com/office/drawing/2014/main" id="{161EB723-BA74-3B4B-8997-9262CD86EF4C}"/>
                    </a:ext>
                  </a:extLst>
                </p14:cNvPr>
                <p14:cNvContentPartPr/>
                <p14:nvPr/>
              </p14:nvContentPartPr>
              <p14:xfrm>
                <a:off x="1577270" y="2166877"/>
                <a:ext cx="22320" cy="66240"/>
              </p14:xfrm>
            </p:contentPart>
          </mc:Choice>
          <mc:Fallback>
            <p:pic>
              <p:nvPicPr>
                <p:cNvPr id="31" name="Ink 30">
                  <a:extLst>
                    <a:ext uri="{FF2B5EF4-FFF2-40B4-BE49-F238E27FC236}">
                      <a16:creationId xmlns:a16="http://schemas.microsoft.com/office/drawing/2014/main" id="{161EB723-BA74-3B4B-8997-9262CD86EF4C}"/>
                    </a:ext>
                  </a:extLst>
                </p:cNvPr>
                <p:cNvPicPr/>
                <p:nvPr/>
              </p:nvPicPr>
              <p:blipFill>
                <a:blip r:embed="rId48"/>
                <a:stretch>
                  <a:fillRect/>
                </a:stretch>
              </p:blipFill>
              <p:spPr>
                <a:xfrm>
                  <a:off x="1559270" y="2148877"/>
                  <a:ext cx="57960" cy="101880"/>
                </a:xfrm>
                <a:prstGeom prst="rect">
                  <a:avLst/>
                </a:prstGeom>
              </p:spPr>
            </p:pic>
          </mc:Fallback>
        </mc:AlternateContent>
        <mc:AlternateContent xmlns:mc="http://schemas.openxmlformats.org/markup-compatibility/2006">
          <mc:Choice xmlns:p14="http://schemas.microsoft.com/office/powerpoint/2010/main" Requires="p14">
            <p:contentPart p14:bwMode="auto" r:id="rId49">
              <p14:nvContentPartPr>
                <p14:cNvPr id="32" name="Ink 31">
                  <a:extLst>
                    <a:ext uri="{FF2B5EF4-FFF2-40B4-BE49-F238E27FC236}">
                      <a16:creationId xmlns:a16="http://schemas.microsoft.com/office/drawing/2014/main" id="{AF77A1BC-98C1-0D47-492A-4320A2533428}"/>
                    </a:ext>
                  </a:extLst>
                </p14:cNvPr>
                <p14:cNvContentPartPr/>
                <p14:nvPr/>
              </p14:nvContentPartPr>
              <p14:xfrm>
                <a:off x="1576550" y="2035117"/>
                <a:ext cx="22320" cy="53640"/>
              </p14:xfrm>
            </p:contentPart>
          </mc:Choice>
          <mc:Fallback>
            <p:pic>
              <p:nvPicPr>
                <p:cNvPr id="32" name="Ink 31">
                  <a:extLst>
                    <a:ext uri="{FF2B5EF4-FFF2-40B4-BE49-F238E27FC236}">
                      <a16:creationId xmlns:a16="http://schemas.microsoft.com/office/drawing/2014/main" id="{AF77A1BC-98C1-0D47-492A-4320A2533428}"/>
                    </a:ext>
                  </a:extLst>
                </p:cNvPr>
                <p:cNvPicPr/>
                <p:nvPr/>
              </p:nvPicPr>
              <p:blipFill>
                <a:blip r:embed="rId50"/>
                <a:stretch>
                  <a:fillRect/>
                </a:stretch>
              </p:blipFill>
              <p:spPr>
                <a:xfrm>
                  <a:off x="1558910" y="2017117"/>
                  <a:ext cx="57960" cy="89280"/>
                </a:xfrm>
                <a:prstGeom prst="rect">
                  <a:avLst/>
                </a:prstGeom>
              </p:spPr>
            </p:pic>
          </mc:Fallback>
        </mc:AlternateContent>
        <mc:AlternateContent xmlns:mc="http://schemas.openxmlformats.org/markup-compatibility/2006">
          <mc:Choice xmlns:p14="http://schemas.microsoft.com/office/powerpoint/2010/main" Requires="p14">
            <p:contentPart p14:bwMode="auto" r:id="rId51">
              <p14:nvContentPartPr>
                <p14:cNvPr id="33" name="Ink 32">
                  <a:extLst>
                    <a:ext uri="{FF2B5EF4-FFF2-40B4-BE49-F238E27FC236}">
                      <a16:creationId xmlns:a16="http://schemas.microsoft.com/office/drawing/2014/main" id="{B00C1214-D814-8124-E9C7-601083E73283}"/>
                    </a:ext>
                  </a:extLst>
                </p14:cNvPr>
                <p14:cNvContentPartPr/>
                <p14:nvPr/>
              </p14:nvContentPartPr>
              <p14:xfrm>
                <a:off x="1667630" y="2075077"/>
                <a:ext cx="120240" cy="158400"/>
              </p14:xfrm>
            </p:contentPart>
          </mc:Choice>
          <mc:Fallback>
            <p:pic>
              <p:nvPicPr>
                <p:cNvPr id="33" name="Ink 32">
                  <a:extLst>
                    <a:ext uri="{FF2B5EF4-FFF2-40B4-BE49-F238E27FC236}">
                      <a16:creationId xmlns:a16="http://schemas.microsoft.com/office/drawing/2014/main" id="{B00C1214-D814-8124-E9C7-601083E73283}"/>
                    </a:ext>
                  </a:extLst>
                </p:cNvPr>
                <p:cNvPicPr/>
                <p:nvPr/>
              </p:nvPicPr>
              <p:blipFill>
                <a:blip r:embed="rId52"/>
                <a:stretch>
                  <a:fillRect/>
                </a:stretch>
              </p:blipFill>
              <p:spPr>
                <a:xfrm>
                  <a:off x="1649990" y="2057077"/>
                  <a:ext cx="155880" cy="194040"/>
                </a:xfrm>
                <a:prstGeom prst="rect">
                  <a:avLst/>
                </a:prstGeom>
              </p:spPr>
            </p:pic>
          </mc:Fallback>
        </mc:AlternateContent>
        <mc:AlternateContent xmlns:mc="http://schemas.openxmlformats.org/markup-compatibility/2006">
          <mc:Choice xmlns:p14="http://schemas.microsoft.com/office/powerpoint/2010/main" Requires="p14">
            <p:contentPart p14:bwMode="auto" r:id="rId53">
              <p14:nvContentPartPr>
                <p14:cNvPr id="34" name="Ink 33">
                  <a:extLst>
                    <a:ext uri="{FF2B5EF4-FFF2-40B4-BE49-F238E27FC236}">
                      <a16:creationId xmlns:a16="http://schemas.microsoft.com/office/drawing/2014/main" id="{16511EF0-45A8-279F-2CC3-F0A64EA3AF69}"/>
                    </a:ext>
                  </a:extLst>
                </p14:cNvPr>
                <p14:cNvContentPartPr/>
                <p14:nvPr/>
              </p14:nvContentPartPr>
              <p14:xfrm>
                <a:off x="1790390" y="1922077"/>
                <a:ext cx="174600" cy="136800"/>
              </p14:xfrm>
            </p:contentPart>
          </mc:Choice>
          <mc:Fallback>
            <p:pic>
              <p:nvPicPr>
                <p:cNvPr id="34" name="Ink 33">
                  <a:extLst>
                    <a:ext uri="{FF2B5EF4-FFF2-40B4-BE49-F238E27FC236}">
                      <a16:creationId xmlns:a16="http://schemas.microsoft.com/office/drawing/2014/main" id="{16511EF0-45A8-279F-2CC3-F0A64EA3AF69}"/>
                    </a:ext>
                  </a:extLst>
                </p:cNvPr>
                <p:cNvPicPr/>
                <p:nvPr/>
              </p:nvPicPr>
              <p:blipFill>
                <a:blip r:embed="rId54"/>
                <a:stretch>
                  <a:fillRect/>
                </a:stretch>
              </p:blipFill>
              <p:spPr>
                <a:xfrm>
                  <a:off x="1772390" y="1904437"/>
                  <a:ext cx="210240" cy="172440"/>
                </a:xfrm>
                <a:prstGeom prst="rect">
                  <a:avLst/>
                </a:prstGeom>
              </p:spPr>
            </p:pic>
          </mc:Fallback>
        </mc:AlternateContent>
        <mc:AlternateContent xmlns:mc="http://schemas.openxmlformats.org/markup-compatibility/2006">
          <mc:Choice xmlns:p14="http://schemas.microsoft.com/office/powerpoint/2010/main" Requires="p14">
            <p:contentPart p14:bwMode="auto" r:id="rId55">
              <p14:nvContentPartPr>
                <p14:cNvPr id="35" name="Ink 34">
                  <a:extLst>
                    <a:ext uri="{FF2B5EF4-FFF2-40B4-BE49-F238E27FC236}">
                      <a16:creationId xmlns:a16="http://schemas.microsoft.com/office/drawing/2014/main" id="{D08DF3CB-0510-AAD9-1C5F-6F93016C5C85}"/>
                    </a:ext>
                  </a:extLst>
                </p14:cNvPr>
                <p14:cNvContentPartPr/>
                <p14:nvPr/>
              </p14:nvContentPartPr>
              <p14:xfrm>
                <a:off x="2004230" y="1749997"/>
                <a:ext cx="95760" cy="171720"/>
              </p14:xfrm>
            </p:contentPart>
          </mc:Choice>
          <mc:Fallback>
            <p:pic>
              <p:nvPicPr>
                <p:cNvPr id="35" name="Ink 34">
                  <a:extLst>
                    <a:ext uri="{FF2B5EF4-FFF2-40B4-BE49-F238E27FC236}">
                      <a16:creationId xmlns:a16="http://schemas.microsoft.com/office/drawing/2014/main" id="{D08DF3CB-0510-AAD9-1C5F-6F93016C5C85}"/>
                    </a:ext>
                  </a:extLst>
                </p:cNvPr>
                <p:cNvPicPr/>
                <p:nvPr/>
              </p:nvPicPr>
              <p:blipFill>
                <a:blip r:embed="rId56"/>
                <a:stretch>
                  <a:fillRect/>
                </a:stretch>
              </p:blipFill>
              <p:spPr>
                <a:xfrm>
                  <a:off x="1986230" y="1732357"/>
                  <a:ext cx="131400" cy="207360"/>
                </a:xfrm>
                <a:prstGeom prst="rect">
                  <a:avLst/>
                </a:prstGeom>
              </p:spPr>
            </p:pic>
          </mc:Fallback>
        </mc:AlternateContent>
        <mc:AlternateContent xmlns:mc="http://schemas.openxmlformats.org/markup-compatibility/2006">
          <mc:Choice xmlns:p14="http://schemas.microsoft.com/office/powerpoint/2010/main" Requires="p14">
            <p:contentPart p14:bwMode="auto" r:id="rId57">
              <p14:nvContentPartPr>
                <p14:cNvPr id="36" name="Ink 35">
                  <a:extLst>
                    <a:ext uri="{FF2B5EF4-FFF2-40B4-BE49-F238E27FC236}">
                      <a16:creationId xmlns:a16="http://schemas.microsoft.com/office/drawing/2014/main" id="{2D00166F-AB7A-2302-48DA-345FBED9F691}"/>
                    </a:ext>
                  </a:extLst>
                </p14:cNvPr>
                <p14:cNvContentPartPr/>
                <p14:nvPr/>
              </p14:nvContentPartPr>
              <p14:xfrm>
                <a:off x="1984790" y="1773757"/>
                <a:ext cx="146880" cy="109440"/>
              </p14:xfrm>
            </p:contentPart>
          </mc:Choice>
          <mc:Fallback>
            <p:pic>
              <p:nvPicPr>
                <p:cNvPr id="36" name="Ink 35">
                  <a:extLst>
                    <a:ext uri="{FF2B5EF4-FFF2-40B4-BE49-F238E27FC236}">
                      <a16:creationId xmlns:a16="http://schemas.microsoft.com/office/drawing/2014/main" id="{2D00166F-AB7A-2302-48DA-345FBED9F691}"/>
                    </a:ext>
                  </a:extLst>
                </p:cNvPr>
                <p:cNvPicPr/>
                <p:nvPr/>
              </p:nvPicPr>
              <p:blipFill>
                <a:blip r:embed="rId58"/>
                <a:stretch>
                  <a:fillRect/>
                </a:stretch>
              </p:blipFill>
              <p:spPr>
                <a:xfrm>
                  <a:off x="1967150" y="1755757"/>
                  <a:ext cx="182520" cy="145080"/>
                </a:xfrm>
                <a:prstGeom prst="rect">
                  <a:avLst/>
                </a:prstGeom>
              </p:spPr>
            </p:pic>
          </mc:Fallback>
        </mc:AlternateContent>
        <mc:AlternateContent xmlns:mc="http://schemas.openxmlformats.org/markup-compatibility/2006">
          <mc:Choice xmlns:p14="http://schemas.microsoft.com/office/powerpoint/2010/main" Requires="p14">
            <p:contentPart p14:bwMode="auto" r:id="rId59">
              <p14:nvContentPartPr>
                <p14:cNvPr id="38" name="Ink 37">
                  <a:extLst>
                    <a:ext uri="{FF2B5EF4-FFF2-40B4-BE49-F238E27FC236}">
                      <a16:creationId xmlns:a16="http://schemas.microsoft.com/office/drawing/2014/main" id="{FA573ACB-1ED7-6361-0AF8-9C8FDFE16DDE}"/>
                    </a:ext>
                  </a:extLst>
                </p14:cNvPr>
                <p14:cNvContentPartPr/>
                <p14:nvPr/>
              </p14:nvContentPartPr>
              <p14:xfrm>
                <a:off x="1855910" y="2418157"/>
                <a:ext cx="160920" cy="132840"/>
              </p14:xfrm>
            </p:contentPart>
          </mc:Choice>
          <mc:Fallback>
            <p:pic>
              <p:nvPicPr>
                <p:cNvPr id="38" name="Ink 37">
                  <a:extLst>
                    <a:ext uri="{FF2B5EF4-FFF2-40B4-BE49-F238E27FC236}">
                      <a16:creationId xmlns:a16="http://schemas.microsoft.com/office/drawing/2014/main" id="{FA573ACB-1ED7-6361-0AF8-9C8FDFE16DDE}"/>
                    </a:ext>
                  </a:extLst>
                </p:cNvPr>
                <p:cNvPicPr/>
                <p:nvPr/>
              </p:nvPicPr>
              <p:blipFill>
                <a:blip r:embed="rId60"/>
                <a:stretch>
                  <a:fillRect/>
                </a:stretch>
              </p:blipFill>
              <p:spPr>
                <a:xfrm>
                  <a:off x="1838270" y="2400157"/>
                  <a:ext cx="196560" cy="168480"/>
                </a:xfrm>
                <a:prstGeom prst="rect">
                  <a:avLst/>
                </a:prstGeom>
              </p:spPr>
            </p:pic>
          </mc:Fallback>
        </mc:AlternateContent>
        <mc:AlternateContent xmlns:mc="http://schemas.openxmlformats.org/markup-compatibility/2006">
          <mc:Choice xmlns:p14="http://schemas.microsoft.com/office/powerpoint/2010/main" Requires="p14">
            <p:contentPart p14:bwMode="auto" r:id="rId61">
              <p14:nvContentPartPr>
                <p14:cNvPr id="39" name="Ink 38">
                  <a:extLst>
                    <a:ext uri="{FF2B5EF4-FFF2-40B4-BE49-F238E27FC236}">
                      <a16:creationId xmlns:a16="http://schemas.microsoft.com/office/drawing/2014/main" id="{377FF423-8F67-B0B1-2D61-C97BD08FAD87}"/>
                    </a:ext>
                  </a:extLst>
                </p14:cNvPr>
                <p14:cNvContentPartPr/>
                <p14:nvPr/>
              </p14:nvContentPartPr>
              <p14:xfrm>
                <a:off x="2108270" y="2339317"/>
                <a:ext cx="64800" cy="87120"/>
              </p14:xfrm>
            </p:contentPart>
          </mc:Choice>
          <mc:Fallback>
            <p:pic>
              <p:nvPicPr>
                <p:cNvPr id="39" name="Ink 38">
                  <a:extLst>
                    <a:ext uri="{FF2B5EF4-FFF2-40B4-BE49-F238E27FC236}">
                      <a16:creationId xmlns:a16="http://schemas.microsoft.com/office/drawing/2014/main" id="{377FF423-8F67-B0B1-2D61-C97BD08FAD87}"/>
                    </a:ext>
                  </a:extLst>
                </p:cNvPr>
                <p:cNvPicPr/>
                <p:nvPr/>
              </p:nvPicPr>
              <p:blipFill>
                <a:blip r:embed="rId62"/>
                <a:stretch>
                  <a:fillRect/>
                </a:stretch>
              </p:blipFill>
              <p:spPr>
                <a:xfrm>
                  <a:off x="2090630" y="2321677"/>
                  <a:ext cx="100440" cy="122760"/>
                </a:xfrm>
                <a:prstGeom prst="rect">
                  <a:avLst/>
                </a:prstGeom>
              </p:spPr>
            </p:pic>
          </mc:Fallback>
        </mc:AlternateContent>
        <mc:AlternateContent xmlns:mc="http://schemas.openxmlformats.org/markup-compatibility/2006">
          <mc:Choice xmlns:p14="http://schemas.microsoft.com/office/powerpoint/2010/main" Requires="p14">
            <p:contentPart p14:bwMode="auto" r:id="rId63">
              <p14:nvContentPartPr>
                <p14:cNvPr id="40" name="Ink 39">
                  <a:extLst>
                    <a:ext uri="{FF2B5EF4-FFF2-40B4-BE49-F238E27FC236}">
                      <a16:creationId xmlns:a16="http://schemas.microsoft.com/office/drawing/2014/main" id="{3375DB74-E9A3-85B5-6754-05A083704B78}"/>
                    </a:ext>
                  </a:extLst>
                </p14:cNvPr>
                <p14:cNvContentPartPr/>
                <p14:nvPr/>
              </p14:nvContentPartPr>
              <p14:xfrm>
                <a:off x="2048510" y="2169757"/>
                <a:ext cx="50040" cy="60480"/>
              </p14:xfrm>
            </p:contentPart>
          </mc:Choice>
          <mc:Fallback>
            <p:pic>
              <p:nvPicPr>
                <p:cNvPr id="40" name="Ink 39">
                  <a:extLst>
                    <a:ext uri="{FF2B5EF4-FFF2-40B4-BE49-F238E27FC236}">
                      <a16:creationId xmlns:a16="http://schemas.microsoft.com/office/drawing/2014/main" id="{3375DB74-E9A3-85B5-6754-05A083704B78}"/>
                    </a:ext>
                  </a:extLst>
                </p:cNvPr>
                <p:cNvPicPr/>
                <p:nvPr/>
              </p:nvPicPr>
              <p:blipFill>
                <a:blip r:embed="rId64"/>
                <a:stretch>
                  <a:fillRect/>
                </a:stretch>
              </p:blipFill>
              <p:spPr>
                <a:xfrm>
                  <a:off x="2030510" y="2151757"/>
                  <a:ext cx="85680" cy="96120"/>
                </a:xfrm>
                <a:prstGeom prst="rect">
                  <a:avLst/>
                </a:prstGeom>
              </p:spPr>
            </p:pic>
          </mc:Fallback>
        </mc:AlternateContent>
        <mc:AlternateContent xmlns:mc="http://schemas.openxmlformats.org/markup-compatibility/2006">
          <mc:Choice xmlns:p14="http://schemas.microsoft.com/office/powerpoint/2010/main" Requires="p14">
            <p:contentPart p14:bwMode="auto" r:id="rId65">
              <p14:nvContentPartPr>
                <p14:cNvPr id="41" name="Ink 40">
                  <a:extLst>
                    <a:ext uri="{FF2B5EF4-FFF2-40B4-BE49-F238E27FC236}">
                      <a16:creationId xmlns:a16="http://schemas.microsoft.com/office/drawing/2014/main" id="{AAE71501-FB78-2892-2D80-C465EBDF82CD}"/>
                    </a:ext>
                  </a:extLst>
                </p14:cNvPr>
                <p14:cNvContentPartPr/>
                <p14:nvPr/>
              </p14:nvContentPartPr>
              <p14:xfrm>
                <a:off x="2194310" y="2147077"/>
                <a:ext cx="121680" cy="164160"/>
              </p14:xfrm>
            </p:contentPart>
          </mc:Choice>
          <mc:Fallback>
            <p:pic>
              <p:nvPicPr>
                <p:cNvPr id="41" name="Ink 40">
                  <a:extLst>
                    <a:ext uri="{FF2B5EF4-FFF2-40B4-BE49-F238E27FC236}">
                      <a16:creationId xmlns:a16="http://schemas.microsoft.com/office/drawing/2014/main" id="{AAE71501-FB78-2892-2D80-C465EBDF82CD}"/>
                    </a:ext>
                  </a:extLst>
                </p:cNvPr>
                <p:cNvPicPr/>
                <p:nvPr/>
              </p:nvPicPr>
              <p:blipFill>
                <a:blip r:embed="rId66"/>
                <a:stretch>
                  <a:fillRect/>
                </a:stretch>
              </p:blipFill>
              <p:spPr>
                <a:xfrm>
                  <a:off x="2176670" y="2129437"/>
                  <a:ext cx="157320" cy="199800"/>
                </a:xfrm>
                <a:prstGeom prst="rect">
                  <a:avLst/>
                </a:prstGeom>
              </p:spPr>
            </p:pic>
          </mc:Fallback>
        </mc:AlternateContent>
        <mc:AlternateContent xmlns:mc="http://schemas.openxmlformats.org/markup-compatibility/2006">
          <mc:Choice xmlns:p14="http://schemas.microsoft.com/office/powerpoint/2010/main" Requires="p14">
            <p:contentPart p14:bwMode="auto" r:id="rId67">
              <p14:nvContentPartPr>
                <p14:cNvPr id="42" name="Ink 41">
                  <a:extLst>
                    <a:ext uri="{FF2B5EF4-FFF2-40B4-BE49-F238E27FC236}">
                      <a16:creationId xmlns:a16="http://schemas.microsoft.com/office/drawing/2014/main" id="{48C6D342-E8C3-05C6-9451-F272DD97529A}"/>
                    </a:ext>
                  </a:extLst>
                </p14:cNvPr>
                <p14:cNvContentPartPr/>
                <p14:nvPr/>
              </p14:nvContentPartPr>
              <p14:xfrm>
                <a:off x="2223110" y="2121877"/>
                <a:ext cx="229320" cy="127080"/>
              </p14:xfrm>
            </p:contentPart>
          </mc:Choice>
          <mc:Fallback>
            <p:pic>
              <p:nvPicPr>
                <p:cNvPr id="42" name="Ink 41">
                  <a:extLst>
                    <a:ext uri="{FF2B5EF4-FFF2-40B4-BE49-F238E27FC236}">
                      <a16:creationId xmlns:a16="http://schemas.microsoft.com/office/drawing/2014/main" id="{48C6D342-E8C3-05C6-9451-F272DD97529A}"/>
                    </a:ext>
                  </a:extLst>
                </p:cNvPr>
                <p:cNvPicPr/>
                <p:nvPr/>
              </p:nvPicPr>
              <p:blipFill>
                <a:blip r:embed="rId68"/>
                <a:stretch>
                  <a:fillRect/>
                </a:stretch>
              </p:blipFill>
              <p:spPr>
                <a:xfrm>
                  <a:off x="2205110" y="2103877"/>
                  <a:ext cx="264960" cy="162720"/>
                </a:xfrm>
                <a:prstGeom prst="rect">
                  <a:avLst/>
                </a:prstGeom>
              </p:spPr>
            </p:pic>
          </mc:Fallback>
        </mc:AlternateContent>
        <mc:AlternateContent xmlns:mc="http://schemas.openxmlformats.org/markup-compatibility/2006">
          <mc:Choice xmlns:p14="http://schemas.microsoft.com/office/powerpoint/2010/main" Requires="p14">
            <p:contentPart p14:bwMode="auto" r:id="rId69">
              <p14:nvContentPartPr>
                <p14:cNvPr id="43" name="Ink 42">
                  <a:extLst>
                    <a:ext uri="{FF2B5EF4-FFF2-40B4-BE49-F238E27FC236}">
                      <a16:creationId xmlns:a16="http://schemas.microsoft.com/office/drawing/2014/main" id="{27654C8D-0E38-AF7B-494B-12A3A83546BA}"/>
                    </a:ext>
                  </a:extLst>
                </p14:cNvPr>
                <p14:cNvContentPartPr/>
                <p14:nvPr/>
              </p14:nvContentPartPr>
              <p14:xfrm>
                <a:off x="2590670" y="2045917"/>
                <a:ext cx="33840" cy="66960"/>
              </p14:xfrm>
            </p:contentPart>
          </mc:Choice>
          <mc:Fallback>
            <p:pic>
              <p:nvPicPr>
                <p:cNvPr id="43" name="Ink 42">
                  <a:extLst>
                    <a:ext uri="{FF2B5EF4-FFF2-40B4-BE49-F238E27FC236}">
                      <a16:creationId xmlns:a16="http://schemas.microsoft.com/office/drawing/2014/main" id="{27654C8D-0E38-AF7B-494B-12A3A83546BA}"/>
                    </a:ext>
                  </a:extLst>
                </p:cNvPr>
                <p:cNvPicPr/>
                <p:nvPr/>
              </p:nvPicPr>
              <p:blipFill>
                <a:blip r:embed="rId70"/>
                <a:stretch>
                  <a:fillRect/>
                </a:stretch>
              </p:blipFill>
              <p:spPr>
                <a:xfrm>
                  <a:off x="2572670" y="2027917"/>
                  <a:ext cx="69480" cy="102600"/>
                </a:xfrm>
                <a:prstGeom prst="rect">
                  <a:avLst/>
                </a:prstGeom>
              </p:spPr>
            </p:pic>
          </mc:Fallback>
        </mc:AlternateContent>
        <mc:AlternateContent xmlns:mc="http://schemas.openxmlformats.org/markup-compatibility/2006">
          <mc:Choice xmlns:p14="http://schemas.microsoft.com/office/powerpoint/2010/main" Requires="p14">
            <p:contentPart p14:bwMode="auto" r:id="rId71">
              <p14:nvContentPartPr>
                <p14:cNvPr id="44" name="Ink 43">
                  <a:extLst>
                    <a:ext uri="{FF2B5EF4-FFF2-40B4-BE49-F238E27FC236}">
                      <a16:creationId xmlns:a16="http://schemas.microsoft.com/office/drawing/2014/main" id="{D9B53190-3142-ED9A-14B9-2B94D315C4A5}"/>
                    </a:ext>
                  </a:extLst>
                </p14:cNvPr>
                <p14:cNvContentPartPr/>
                <p14:nvPr/>
              </p14:nvContentPartPr>
              <p14:xfrm>
                <a:off x="2533790" y="1935397"/>
                <a:ext cx="20880" cy="19440"/>
              </p14:xfrm>
            </p:contentPart>
          </mc:Choice>
          <mc:Fallback>
            <p:pic>
              <p:nvPicPr>
                <p:cNvPr id="44" name="Ink 43">
                  <a:extLst>
                    <a:ext uri="{FF2B5EF4-FFF2-40B4-BE49-F238E27FC236}">
                      <a16:creationId xmlns:a16="http://schemas.microsoft.com/office/drawing/2014/main" id="{D9B53190-3142-ED9A-14B9-2B94D315C4A5}"/>
                    </a:ext>
                  </a:extLst>
                </p:cNvPr>
                <p:cNvPicPr/>
                <p:nvPr/>
              </p:nvPicPr>
              <p:blipFill>
                <a:blip r:embed="rId72"/>
                <a:stretch>
                  <a:fillRect/>
                </a:stretch>
              </p:blipFill>
              <p:spPr>
                <a:xfrm>
                  <a:off x="2516150" y="1917757"/>
                  <a:ext cx="56520" cy="55080"/>
                </a:xfrm>
                <a:prstGeom prst="rect">
                  <a:avLst/>
                </a:prstGeom>
              </p:spPr>
            </p:pic>
          </mc:Fallback>
        </mc:AlternateContent>
        <mc:AlternateContent xmlns:mc="http://schemas.openxmlformats.org/markup-compatibility/2006">
          <mc:Choice xmlns:p14="http://schemas.microsoft.com/office/powerpoint/2010/main" Requires="p14">
            <p:contentPart p14:bwMode="auto" r:id="rId73">
              <p14:nvContentPartPr>
                <p14:cNvPr id="45" name="Ink 44">
                  <a:extLst>
                    <a:ext uri="{FF2B5EF4-FFF2-40B4-BE49-F238E27FC236}">
                      <a16:creationId xmlns:a16="http://schemas.microsoft.com/office/drawing/2014/main" id="{76F161CD-42CC-FD49-DC87-174CFD7C175E}"/>
                    </a:ext>
                  </a:extLst>
                </p14:cNvPr>
                <p14:cNvContentPartPr/>
                <p14:nvPr/>
              </p14:nvContentPartPr>
              <p14:xfrm>
                <a:off x="2745830" y="1949797"/>
                <a:ext cx="119520" cy="121320"/>
              </p14:xfrm>
            </p:contentPart>
          </mc:Choice>
          <mc:Fallback>
            <p:pic>
              <p:nvPicPr>
                <p:cNvPr id="45" name="Ink 44">
                  <a:extLst>
                    <a:ext uri="{FF2B5EF4-FFF2-40B4-BE49-F238E27FC236}">
                      <a16:creationId xmlns:a16="http://schemas.microsoft.com/office/drawing/2014/main" id="{76F161CD-42CC-FD49-DC87-174CFD7C175E}"/>
                    </a:ext>
                  </a:extLst>
                </p:cNvPr>
                <p:cNvPicPr/>
                <p:nvPr/>
              </p:nvPicPr>
              <p:blipFill>
                <a:blip r:embed="rId74"/>
                <a:stretch>
                  <a:fillRect/>
                </a:stretch>
              </p:blipFill>
              <p:spPr>
                <a:xfrm>
                  <a:off x="2728190" y="1931797"/>
                  <a:ext cx="155160" cy="156960"/>
                </a:xfrm>
                <a:prstGeom prst="rect">
                  <a:avLst/>
                </a:prstGeom>
              </p:spPr>
            </p:pic>
          </mc:Fallback>
        </mc:AlternateContent>
        <mc:AlternateContent xmlns:mc="http://schemas.openxmlformats.org/markup-compatibility/2006">
          <mc:Choice xmlns:p14="http://schemas.microsoft.com/office/powerpoint/2010/main" Requires="p14">
            <p:contentPart p14:bwMode="auto" r:id="rId75">
              <p14:nvContentPartPr>
                <p14:cNvPr id="47" name="Ink 46">
                  <a:extLst>
                    <a:ext uri="{FF2B5EF4-FFF2-40B4-BE49-F238E27FC236}">
                      <a16:creationId xmlns:a16="http://schemas.microsoft.com/office/drawing/2014/main" id="{FF57D1C6-A2BC-4DF4-17DE-FED62F7F2EF7}"/>
                    </a:ext>
                  </a:extLst>
                </p14:cNvPr>
                <p14:cNvContentPartPr/>
                <p14:nvPr/>
              </p14:nvContentPartPr>
              <p14:xfrm>
                <a:off x="2399510" y="2677717"/>
                <a:ext cx="139320" cy="153360"/>
              </p14:xfrm>
            </p:contentPart>
          </mc:Choice>
          <mc:Fallback>
            <p:pic>
              <p:nvPicPr>
                <p:cNvPr id="47" name="Ink 46">
                  <a:extLst>
                    <a:ext uri="{FF2B5EF4-FFF2-40B4-BE49-F238E27FC236}">
                      <a16:creationId xmlns:a16="http://schemas.microsoft.com/office/drawing/2014/main" id="{FF57D1C6-A2BC-4DF4-17DE-FED62F7F2EF7}"/>
                    </a:ext>
                  </a:extLst>
                </p:cNvPr>
                <p:cNvPicPr/>
                <p:nvPr/>
              </p:nvPicPr>
              <p:blipFill>
                <a:blip r:embed="rId76"/>
                <a:stretch>
                  <a:fillRect/>
                </a:stretch>
              </p:blipFill>
              <p:spPr>
                <a:xfrm>
                  <a:off x="2381870" y="2660077"/>
                  <a:ext cx="174960" cy="189000"/>
                </a:xfrm>
                <a:prstGeom prst="rect">
                  <a:avLst/>
                </a:prstGeom>
              </p:spPr>
            </p:pic>
          </mc:Fallback>
        </mc:AlternateContent>
        <mc:AlternateContent xmlns:mc="http://schemas.openxmlformats.org/markup-compatibility/2006">
          <mc:Choice xmlns:p14="http://schemas.microsoft.com/office/powerpoint/2010/main" Requires="p14">
            <p:contentPart p14:bwMode="auto" r:id="rId77">
              <p14:nvContentPartPr>
                <p14:cNvPr id="48" name="Ink 47">
                  <a:extLst>
                    <a:ext uri="{FF2B5EF4-FFF2-40B4-BE49-F238E27FC236}">
                      <a16:creationId xmlns:a16="http://schemas.microsoft.com/office/drawing/2014/main" id="{1456C7C1-F8BB-F627-5659-B7DCC91AB1B5}"/>
                    </a:ext>
                  </a:extLst>
                </p14:cNvPr>
                <p14:cNvContentPartPr/>
                <p14:nvPr/>
              </p14:nvContentPartPr>
              <p14:xfrm>
                <a:off x="2438390" y="2596357"/>
                <a:ext cx="270720" cy="176400"/>
              </p14:xfrm>
            </p:contentPart>
          </mc:Choice>
          <mc:Fallback>
            <p:pic>
              <p:nvPicPr>
                <p:cNvPr id="48" name="Ink 47">
                  <a:extLst>
                    <a:ext uri="{FF2B5EF4-FFF2-40B4-BE49-F238E27FC236}">
                      <a16:creationId xmlns:a16="http://schemas.microsoft.com/office/drawing/2014/main" id="{1456C7C1-F8BB-F627-5659-B7DCC91AB1B5}"/>
                    </a:ext>
                  </a:extLst>
                </p:cNvPr>
                <p:cNvPicPr/>
                <p:nvPr/>
              </p:nvPicPr>
              <p:blipFill>
                <a:blip r:embed="rId78"/>
                <a:stretch>
                  <a:fillRect/>
                </a:stretch>
              </p:blipFill>
              <p:spPr>
                <a:xfrm>
                  <a:off x="2420390" y="2578717"/>
                  <a:ext cx="306360" cy="212040"/>
                </a:xfrm>
                <a:prstGeom prst="rect">
                  <a:avLst/>
                </a:prstGeom>
              </p:spPr>
            </p:pic>
          </mc:Fallback>
        </mc:AlternateContent>
        <mc:AlternateContent xmlns:mc="http://schemas.openxmlformats.org/markup-compatibility/2006">
          <mc:Choice xmlns:p14="http://schemas.microsoft.com/office/powerpoint/2010/main" Requires="p14">
            <p:contentPart p14:bwMode="auto" r:id="rId79">
              <p14:nvContentPartPr>
                <p14:cNvPr id="49" name="Ink 48">
                  <a:extLst>
                    <a:ext uri="{FF2B5EF4-FFF2-40B4-BE49-F238E27FC236}">
                      <a16:creationId xmlns:a16="http://schemas.microsoft.com/office/drawing/2014/main" id="{5956A3FB-9775-BC9A-19B0-996297664FFF}"/>
                    </a:ext>
                  </a:extLst>
                </p14:cNvPr>
                <p14:cNvContentPartPr/>
                <p14:nvPr/>
              </p14:nvContentPartPr>
              <p14:xfrm>
                <a:off x="2736830" y="2510677"/>
                <a:ext cx="103320" cy="95760"/>
              </p14:xfrm>
            </p:contentPart>
          </mc:Choice>
          <mc:Fallback>
            <p:pic>
              <p:nvPicPr>
                <p:cNvPr id="49" name="Ink 48">
                  <a:extLst>
                    <a:ext uri="{FF2B5EF4-FFF2-40B4-BE49-F238E27FC236}">
                      <a16:creationId xmlns:a16="http://schemas.microsoft.com/office/drawing/2014/main" id="{5956A3FB-9775-BC9A-19B0-996297664FFF}"/>
                    </a:ext>
                  </a:extLst>
                </p:cNvPr>
                <p:cNvPicPr/>
                <p:nvPr/>
              </p:nvPicPr>
              <p:blipFill>
                <a:blip r:embed="rId80"/>
                <a:stretch>
                  <a:fillRect/>
                </a:stretch>
              </p:blipFill>
              <p:spPr>
                <a:xfrm>
                  <a:off x="2719190" y="2493037"/>
                  <a:ext cx="138960" cy="131400"/>
                </a:xfrm>
                <a:prstGeom prst="rect">
                  <a:avLst/>
                </a:prstGeom>
              </p:spPr>
            </p:pic>
          </mc:Fallback>
        </mc:AlternateContent>
        <mc:AlternateContent xmlns:mc="http://schemas.openxmlformats.org/markup-compatibility/2006">
          <mc:Choice xmlns:p14="http://schemas.microsoft.com/office/powerpoint/2010/main" Requires="p14">
            <p:contentPart p14:bwMode="auto" r:id="rId81">
              <p14:nvContentPartPr>
                <p14:cNvPr id="50" name="Ink 49">
                  <a:extLst>
                    <a:ext uri="{FF2B5EF4-FFF2-40B4-BE49-F238E27FC236}">
                      <a16:creationId xmlns:a16="http://schemas.microsoft.com/office/drawing/2014/main" id="{0F26F929-A748-7399-57BA-186C07063328}"/>
                    </a:ext>
                  </a:extLst>
                </p14:cNvPr>
                <p14:cNvContentPartPr/>
                <p14:nvPr/>
              </p14:nvContentPartPr>
              <p14:xfrm>
                <a:off x="2953550" y="2146717"/>
                <a:ext cx="199800" cy="263880"/>
              </p14:xfrm>
            </p:contentPart>
          </mc:Choice>
          <mc:Fallback>
            <p:pic>
              <p:nvPicPr>
                <p:cNvPr id="50" name="Ink 49">
                  <a:extLst>
                    <a:ext uri="{FF2B5EF4-FFF2-40B4-BE49-F238E27FC236}">
                      <a16:creationId xmlns:a16="http://schemas.microsoft.com/office/drawing/2014/main" id="{0F26F929-A748-7399-57BA-186C07063328}"/>
                    </a:ext>
                  </a:extLst>
                </p:cNvPr>
                <p:cNvPicPr/>
                <p:nvPr/>
              </p:nvPicPr>
              <p:blipFill>
                <a:blip r:embed="rId82"/>
                <a:stretch>
                  <a:fillRect/>
                </a:stretch>
              </p:blipFill>
              <p:spPr>
                <a:xfrm>
                  <a:off x="2935550" y="2128717"/>
                  <a:ext cx="235440" cy="299520"/>
                </a:xfrm>
                <a:prstGeom prst="rect">
                  <a:avLst/>
                </a:prstGeom>
              </p:spPr>
            </p:pic>
          </mc:Fallback>
        </mc:AlternateContent>
        <mc:AlternateContent xmlns:mc="http://schemas.openxmlformats.org/markup-compatibility/2006">
          <mc:Choice xmlns:p14="http://schemas.microsoft.com/office/powerpoint/2010/main" Requires="p14">
            <p:contentPart p14:bwMode="auto" r:id="rId83">
              <p14:nvContentPartPr>
                <p14:cNvPr id="51" name="Ink 50">
                  <a:extLst>
                    <a:ext uri="{FF2B5EF4-FFF2-40B4-BE49-F238E27FC236}">
                      <a16:creationId xmlns:a16="http://schemas.microsoft.com/office/drawing/2014/main" id="{7F9874BA-3636-2F9D-795C-1A375ED72CAB}"/>
                    </a:ext>
                  </a:extLst>
                </p14:cNvPr>
                <p14:cNvContentPartPr/>
                <p14:nvPr/>
              </p14:nvContentPartPr>
              <p14:xfrm>
                <a:off x="3020150" y="2185237"/>
                <a:ext cx="189360" cy="144000"/>
              </p14:xfrm>
            </p:contentPart>
          </mc:Choice>
          <mc:Fallback>
            <p:pic>
              <p:nvPicPr>
                <p:cNvPr id="51" name="Ink 50">
                  <a:extLst>
                    <a:ext uri="{FF2B5EF4-FFF2-40B4-BE49-F238E27FC236}">
                      <a16:creationId xmlns:a16="http://schemas.microsoft.com/office/drawing/2014/main" id="{7F9874BA-3636-2F9D-795C-1A375ED72CAB}"/>
                    </a:ext>
                  </a:extLst>
                </p:cNvPr>
                <p:cNvPicPr/>
                <p:nvPr/>
              </p:nvPicPr>
              <p:blipFill>
                <a:blip r:embed="rId84"/>
                <a:stretch>
                  <a:fillRect/>
                </a:stretch>
              </p:blipFill>
              <p:spPr>
                <a:xfrm>
                  <a:off x="3002150" y="2167597"/>
                  <a:ext cx="225000" cy="179640"/>
                </a:xfrm>
                <a:prstGeom prst="rect">
                  <a:avLst/>
                </a:prstGeom>
              </p:spPr>
            </p:pic>
          </mc:Fallback>
        </mc:AlternateContent>
        <mc:AlternateContent xmlns:mc="http://schemas.openxmlformats.org/markup-compatibility/2006">
          <mc:Choice xmlns:p14="http://schemas.microsoft.com/office/powerpoint/2010/main" Requires="p14">
            <p:contentPart p14:bwMode="auto" r:id="rId85">
              <p14:nvContentPartPr>
                <p14:cNvPr id="52" name="Ink 51">
                  <a:extLst>
                    <a:ext uri="{FF2B5EF4-FFF2-40B4-BE49-F238E27FC236}">
                      <a16:creationId xmlns:a16="http://schemas.microsoft.com/office/drawing/2014/main" id="{C67183A7-A9BC-02FA-D716-9BF92BEDB5A2}"/>
                    </a:ext>
                  </a:extLst>
                </p14:cNvPr>
                <p14:cNvContentPartPr/>
                <p14:nvPr/>
              </p14:nvContentPartPr>
              <p14:xfrm>
                <a:off x="3074150" y="2049157"/>
                <a:ext cx="32400" cy="37080"/>
              </p14:xfrm>
            </p:contentPart>
          </mc:Choice>
          <mc:Fallback>
            <p:pic>
              <p:nvPicPr>
                <p:cNvPr id="52" name="Ink 51">
                  <a:extLst>
                    <a:ext uri="{FF2B5EF4-FFF2-40B4-BE49-F238E27FC236}">
                      <a16:creationId xmlns:a16="http://schemas.microsoft.com/office/drawing/2014/main" id="{C67183A7-A9BC-02FA-D716-9BF92BEDB5A2}"/>
                    </a:ext>
                  </a:extLst>
                </p:cNvPr>
                <p:cNvPicPr/>
                <p:nvPr/>
              </p:nvPicPr>
              <p:blipFill>
                <a:blip r:embed="rId86"/>
                <a:stretch>
                  <a:fillRect/>
                </a:stretch>
              </p:blipFill>
              <p:spPr>
                <a:xfrm>
                  <a:off x="3056150" y="2031517"/>
                  <a:ext cx="68040" cy="72720"/>
                </a:xfrm>
                <a:prstGeom prst="rect">
                  <a:avLst/>
                </a:prstGeom>
              </p:spPr>
            </p:pic>
          </mc:Fallback>
        </mc:AlternateContent>
        <mc:AlternateContent xmlns:mc="http://schemas.openxmlformats.org/markup-compatibility/2006">
          <mc:Choice xmlns:p14="http://schemas.microsoft.com/office/powerpoint/2010/main" Requires="p14">
            <p:contentPart p14:bwMode="auto" r:id="rId87">
              <p14:nvContentPartPr>
                <p14:cNvPr id="53" name="Ink 52">
                  <a:extLst>
                    <a:ext uri="{FF2B5EF4-FFF2-40B4-BE49-F238E27FC236}">
                      <a16:creationId xmlns:a16="http://schemas.microsoft.com/office/drawing/2014/main" id="{5ADF99C6-66F7-939E-586B-FB0FB2C0B588}"/>
                    </a:ext>
                  </a:extLst>
                </p14:cNvPr>
                <p14:cNvContentPartPr/>
                <p14:nvPr/>
              </p14:nvContentPartPr>
              <p14:xfrm>
                <a:off x="3209870" y="2014237"/>
                <a:ext cx="141480" cy="131760"/>
              </p14:xfrm>
            </p:contentPart>
          </mc:Choice>
          <mc:Fallback>
            <p:pic>
              <p:nvPicPr>
                <p:cNvPr id="53" name="Ink 52">
                  <a:extLst>
                    <a:ext uri="{FF2B5EF4-FFF2-40B4-BE49-F238E27FC236}">
                      <a16:creationId xmlns:a16="http://schemas.microsoft.com/office/drawing/2014/main" id="{5ADF99C6-66F7-939E-586B-FB0FB2C0B588}"/>
                    </a:ext>
                  </a:extLst>
                </p:cNvPr>
                <p:cNvPicPr/>
                <p:nvPr/>
              </p:nvPicPr>
              <p:blipFill>
                <a:blip r:embed="rId88"/>
                <a:stretch>
                  <a:fillRect/>
                </a:stretch>
              </p:blipFill>
              <p:spPr>
                <a:xfrm>
                  <a:off x="3191870" y="1996597"/>
                  <a:ext cx="177120" cy="167400"/>
                </a:xfrm>
                <a:prstGeom prst="rect">
                  <a:avLst/>
                </a:prstGeom>
              </p:spPr>
            </p:pic>
          </mc:Fallback>
        </mc:AlternateContent>
        <mc:AlternateContent xmlns:mc="http://schemas.openxmlformats.org/markup-compatibility/2006">
          <mc:Choice xmlns:p14="http://schemas.microsoft.com/office/powerpoint/2010/main" Requires="p14">
            <p:contentPart p14:bwMode="auto" r:id="rId89">
              <p14:nvContentPartPr>
                <p14:cNvPr id="54" name="Ink 53">
                  <a:extLst>
                    <a:ext uri="{FF2B5EF4-FFF2-40B4-BE49-F238E27FC236}">
                      <a16:creationId xmlns:a16="http://schemas.microsoft.com/office/drawing/2014/main" id="{F039BD9B-6A4E-C405-6097-D4A23EECB1BB}"/>
                    </a:ext>
                  </a:extLst>
                </p14:cNvPr>
                <p14:cNvContentPartPr/>
                <p14:nvPr/>
              </p14:nvContentPartPr>
              <p14:xfrm>
                <a:off x="3433070" y="1817677"/>
                <a:ext cx="160200" cy="258480"/>
              </p14:xfrm>
            </p:contentPart>
          </mc:Choice>
          <mc:Fallback>
            <p:pic>
              <p:nvPicPr>
                <p:cNvPr id="54" name="Ink 53">
                  <a:extLst>
                    <a:ext uri="{FF2B5EF4-FFF2-40B4-BE49-F238E27FC236}">
                      <a16:creationId xmlns:a16="http://schemas.microsoft.com/office/drawing/2014/main" id="{F039BD9B-6A4E-C405-6097-D4A23EECB1BB}"/>
                    </a:ext>
                  </a:extLst>
                </p:cNvPr>
                <p:cNvPicPr/>
                <p:nvPr/>
              </p:nvPicPr>
              <p:blipFill>
                <a:blip r:embed="rId90"/>
                <a:stretch>
                  <a:fillRect/>
                </a:stretch>
              </p:blipFill>
              <p:spPr>
                <a:xfrm>
                  <a:off x="3415430" y="1799677"/>
                  <a:ext cx="195840" cy="294120"/>
                </a:xfrm>
                <a:prstGeom prst="rect">
                  <a:avLst/>
                </a:prstGeom>
              </p:spPr>
            </p:pic>
          </mc:Fallback>
        </mc:AlternateContent>
      </p:grpSp>
      <p:grpSp>
        <p:nvGrpSpPr>
          <p:cNvPr id="3072" name="Group 3071">
            <a:extLst>
              <a:ext uri="{FF2B5EF4-FFF2-40B4-BE49-F238E27FC236}">
                <a16:creationId xmlns:a16="http://schemas.microsoft.com/office/drawing/2014/main" id="{0B839C82-7608-8794-92CE-9660F8D23BBD}"/>
              </a:ext>
            </a:extLst>
          </p:cNvPr>
          <p:cNvGrpSpPr/>
          <p:nvPr/>
        </p:nvGrpSpPr>
        <p:grpSpPr>
          <a:xfrm>
            <a:off x="9269750" y="2116117"/>
            <a:ext cx="978480" cy="375840"/>
            <a:chOff x="9269750" y="2116117"/>
            <a:chExt cx="978480" cy="375840"/>
          </a:xfrm>
        </p:grpSpPr>
        <mc:AlternateContent xmlns:mc="http://schemas.openxmlformats.org/markup-compatibility/2006">
          <mc:Choice xmlns:p14="http://schemas.microsoft.com/office/powerpoint/2010/main" Requires="p14">
            <p:contentPart p14:bwMode="auto" r:id="rId91">
              <p14:nvContentPartPr>
                <p14:cNvPr id="56" name="Ink 55">
                  <a:extLst>
                    <a:ext uri="{FF2B5EF4-FFF2-40B4-BE49-F238E27FC236}">
                      <a16:creationId xmlns:a16="http://schemas.microsoft.com/office/drawing/2014/main" id="{A0C42F75-8619-D83B-BEFB-1F6CF4308D3A}"/>
                    </a:ext>
                  </a:extLst>
                </p14:cNvPr>
                <p14:cNvContentPartPr/>
                <p14:nvPr/>
              </p14:nvContentPartPr>
              <p14:xfrm>
                <a:off x="9269750" y="2116117"/>
                <a:ext cx="190800" cy="316440"/>
              </p14:xfrm>
            </p:contentPart>
          </mc:Choice>
          <mc:Fallback>
            <p:pic>
              <p:nvPicPr>
                <p:cNvPr id="56" name="Ink 55">
                  <a:extLst>
                    <a:ext uri="{FF2B5EF4-FFF2-40B4-BE49-F238E27FC236}">
                      <a16:creationId xmlns:a16="http://schemas.microsoft.com/office/drawing/2014/main" id="{A0C42F75-8619-D83B-BEFB-1F6CF4308D3A}"/>
                    </a:ext>
                  </a:extLst>
                </p:cNvPr>
                <p:cNvPicPr/>
                <p:nvPr/>
              </p:nvPicPr>
              <p:blipFill>
                <a:blip r:embed="rId92"/>
                <a:stretch>
                  <a:fillRect/>
                </a:stretch>
              </p:blipFill>
              <p:spPr>
                <a:xfrm>
                  <a:off x="9252110" y="2098477"/>
                  <a:ext cx="226440" cy="352080"/>
                </a:xfrm>
                <a:prstGeom prst="rect">
                  <a:avLst/>
                </a:prstGeom>
              </p:spPr>
            </p:pic>
          </mc:Fallback>
        </mc:AlternateContent>
        <mc:AlternateContent xmlns:mc="http://schemas.openxmlformats.org/markup-compatibility/2006">
          <mc:Choice xmlns:p14="http://schemas.microsoft.com/office/powerpoint/2010/main" Requires="p14">
            <p:contentPart p14:bwMode="auto" r:id="rId93">
              <p14:nvContentPartPr>
                <p14:cNvPr id="57" name="Ink 56">
                  <a:extLst>
                    <a:ext uri="{FF2B5EF4-FFF2-40B4-BE49-F238E27FC236}">
                      <a16:creationId xmlns:a16="http://schemas.microsoft.com/office/drawing/2014/main" id="{41680C5A-64E9-834E-B152-DEDE1BC47CF1}"/>
                    </a:ext>
                  </a:extLst>
                </p14:cNvPr>
                <p14:cNvContentPartPr/>
                <p14:nvPr/>
              </p14:nvContentPartPr>
              <p14:xfrm>
                <a:off x="9552350" y="2304037"/>
                <a:ext cx="38160" cy="109080"/>
              </p14:xfrm>
            </p:contentPart>
          </mc:Choice>
          <mc:Fallback>
            <p:pic>
              <p:nvPicPr>
                <p:cNvPr id="57" name="Ink 56">
                  <a:extLst>
                    <a:ext uri="{FF2B5EF4-FFF2-40B4-BE49-F238E27FC236}">
                      <a16:creationId xmlns:a16="http://schemas.microsoft.com/office/drawing/2014/main" id="{41680C5A-64E9-834E-B152-DEDE1BC47CF1}"/>
                    </a:ext>
                  </a:extLst>
                </p:cNvPr>
                <p:cNvPicPr/>
                <p:nvPr/>
              </p:nvPicPr>
              <p:blipFill>
                <a:blip r:embed="rId94"/>
                <a:stretch>
                  <a:fillRect/>
                </a:stretch>
              </p:blipFill>
              <p:spPr>
                <a:xfrm>
                  <a:off x="9534350" y="2286037"/>
                  <a:ext cx="73800" cy="144720"/>
                </a:xfrm>
                <a:prstGeom prst="rect">
                  <a:avLst/>
                </a:prstGeom>
              </p:spPr>
            </p:pic>
          </mc:Fallback>
        </mc:AlternateContent>
        <mc:AlternateContent xmlns:mc="http://schemas.openxmlformats.org/markup-compatibility/2006">
          <mc:Choice xmlns:p14="http://schemas.microsoft.com/office/powerpoint/2010/main" Requires="p14">
            <p:contentPart p14:bwMode="auto" r:id="rId95">
              <p14:nvContentPartPr>
                <p14:cNvPr id="58" name="Ink 57">
                  <a:extLst>
                    <a:ext uri="{FF2B5EF4-FFF2-40B4-BE49-F238E27FC236}">
                      <a16:creationId xmlns:a16="http://schemas.microsoft.com/office/drawing/2014/main" id="{1224FEF7-14BF-3B86-1122-26E8ED55DCC7}"/>
                    </a:ext>
                  </a:extLst>
                </p14:cNvPr>
                <p14:cNvContentPartPr/>
                <p14:nvPr/>
              </p14:nvContentPartPr>
              <p14:xfrm>
                <a:off x="9539750" y="2163997"/>
                <a:ext cx="27360" cy="47520"/>
              </p14:xfrm>
            </p:contentPart>
          </mc:Choice>
          <mc:Fallback>
            <p:pic>
              <p:nvPicPr>
                <p:cNvPr id="58" name="Ink 57">
                  <a:extLst>
                    <a:ext uri="{FF2B5EF4-FFF2-40B4-BE49-F238E27FC236}">
                      <a16:creationId xmlns:a16="http://schemas.microsoft.com/office/drawing/2014/main" id="{1224FEF7-14BF-3B86-1122-26E8ED55DCC7}"/>
                    </a:ext>
                  </a:extLst>
                </p:cNvPr>
                <p:cNvPicPr/>
                <p:nvPr/>
              </p:nvPicPr>
              <p:blipFill>
                <a:blip r:embed="rId96"/>
                <a:stretch>
                  <a:fillRect/>
                </a:stretch>
              </p:blipFill>
              <p:spPr>
                <a:xfrm>
                  <a:off x="9521750" y="2145997"/>
                  <a:ext cx="63000" cy="83160"/>
                </a:xfrm>
                <a:prstGeom prst="rect">
                  <a:avLst/>
                </a:prstGeom>
              </p:spPr>
            </p:pic>
          </mc:Fallback>
        </mc:AlternateContent>
        <mc:AlternateContent xmlns:mc="http://schemas.openxmlformats.org/markup-compatibility/2006">
          <mc:Choice xmlns:p14="http://schemas.microsoft.com/office/powerpoint/2010/main" Requires="p14">
            <p:contentPart p14:bwMode="auto" r:id="rId97">
              <p14:nvContentPartPr>
                <p14:cNvPr id="59" name="Ink 58">
                  <a:extLst>
                    <a:ext uri="{FF2B5EF4-FFF2-40B4-BE49-F238E27FC236}">
                      <a16:creationId xmlns:a16="http://schemas.microsoft.com/office/drawing/2014/main" id="{36868683-FB3D-A430-1792-C88562435148}"/>
                    </a:ext>
                  </a:extLst>
                </p14:cNvPr>
                <p14:cNvContentPartPr/>
                <p14:nvPr/>
              </p14:nvContentPartPr>
              <p14:xfrm>
                <a:off x="9617510" y="2277397"/>
                <a:ext cx="133200" cy="214560"/>
              </p14:xfrm>
            </p:contentPart>
          </mc:Choice>
          <mc:Fallback>
            <p:pic>
              <p:nvPicPr>
                <p:cNvPr id="59" name="Ink 58">
                  <a:extLst>
                    <a:ext uri="{FF2B5EF4-FFF2-40B4-BE49-F238E27FC236}">
                      <a16:creationId xmlns:a16="http://schemas.microsoft.com/office/drawing/2014/main" id="{36868683-FB3D-A430-1792-C88562435148}"/>
                    </a:ext>
                  </a:extLst>
                </p:cNvPr>
                <p:cNvPicPr/>
                <p:nvPr/>
              </p:nvPicPr>
              <p:blipFill>
                <a:blip r:embed="rId98"/>
                <a:stretch>
                  <a:fillRect/>
                </a:stretch>
              </p:blipFill>
              <p:spPr>
                <a:xfrm>
                  <a:off x="9599870" y="2259757"/>
                  <a:ext cx="168840" cy="250200"/>
                </a:xfrm>
                <a:prstGeom prst="rect">
                  <a:avLst/>
                </a:prstGeom>
              </p:spPr>
            </p:pic>
          </mc:Fallback>
        </mc:AlternateContent>
        <mc:AlternateContent xmlns:mc="http://schemas.openxmlformats.org/markup-compatibility/2006">
          <mc:Choice xmlns:p14="http://schemas.microsoft.com/office/powerpoint/2010/main" Requires="p14">
            <p:contentPart p14:bwMode="auto" r:id="rId99">
              <p14:nvContentPartPr>
                <p14:cNvPr id="60" name="Ink 59">
                  <a:extLst>
                    <a:ext uri="{FF2B5EF4-FFF2-40B4-BE49-F238E27FC236}">
                      <a16:creationId xmlns:a16="http://schemas.microsoft.com/office/drawing/2014/main" id="{8A45F88D-0CAA-CB26-D620-0F917B3170EB}"/>
                    </a:ext>
                  </a:extLst>
                </p14:cNvPr>
                <p14:cNvContentPartPr/>
                <p14:nvPr/>
              </p14:nvContentPartPr>
              <p14:xfrm>
                <a:off x="9755750" y="2180197"/>
                <a:ext cx="179280" cy="234000"/>
              </p14:xfrm>
            </p:contentPart>
          </mc:Choice>
          <mc:Fallback>
            <p:pic>
              <p:nvPicPr>
                <p:cNvPr id="60" name="Ink 59">
                  <a:extLst>
                    <a:ext uri="{FF2B5EF4-FFF2-40B4-BE49-F238E27FC236}">
                      <a16:creationId xmlns:a16="http://schemas.microsoft.com/office/drawing/2014/main" id="{8A45F88D-0CAA-CB26-D620-0F917B3170EB}"/>
                    </a:ext>
                  </a:extLst>
                </p:cNvPr>
                <p:cNvPicPr/>
                <p:nvPr/>
              </p:nvPicPr>
              <p:blipFill>
                <a:blip r:embed="rId100"/>
                <a:stretch>
                  <a:fillRect/>
                </a:stretch>
              </p:blipFill>
              <p:spPr>
                <a:xfrm>
                  <a:off x="9738110" y="2162557"/>
                  <a:ext cx="214920" cy="269640"/>
                </a:xfrm>
                <a:prstGeom prst="rect">
                  <a:avLst/>
                </a:prstGeom>
              </p:spPr>
            </p:pic>
          </mc:Fallback>
        </mc:AlternateContent>
        <mc:AlternateContent xmlns:mc="http://schemas.openxmlformats.org/markup-compatibility/2006">
          <mc:Choice xmlns:p14="http://schemas.microsoft.com/office/powerpoint/2010/main" Requires="p14">
            <p:contentPart p14:bwMode="auto" r:id="rId101">
              <p14:nvContentPartPr>
                <p14:cNvPr id="61" name="Ink 60">
                  <a:extLst>
                    <a:ext uri="{FF2B5EF4-FFF2-40B4-BE49-F238E27FC236}">
                      <a16:creationId xmlns:a16="http://schemas.microsoft.com/office/drawing/2014/main" id="{6225E567-92FC-7806-5515-CA91DDFD61D2}"/>
                    </a:ext>
                  </a:extLst>
                </p14:cNvPr>
                <p14:cNvContentPartPr/>
                <p14:nvPr/>
              </p14:nvContentPartPr>
              <p14:xfrm>
                <a:off x="9982190" y="2257237"/>
                <a:ext cx="128880" cy="132480"/>
              </p14:xfrm>
            </p:contentPart>
          </mc:Choice>
          <mc:Fallback>
            <p:pic>
              <p:nvPicPr>
                <p:cNvPr id="61" name="Ink 60">
                  <a:extLst>
                    <a:ext uri="{FF2B5EF4-FFF2-40B4-BE49-F238E27FC236}">
                      <a16:creationId xmlns:a16="http://schemas.microsoft.com/office/drawing/2014/main" id="{6225E567-92FC-7806-5515-CA91DDFD61D2}"/>
                    </a:ext>
                  </a:extLst>
                </p:cNvPr>
                <p:cNvPicPr/>
                <p:nvPr/>
              </p:nvPicPr>
              <p:blipFill>
                <a:blip r:embed="rId102"/>
                <a:stretch>
                  <a:fillRect/>
                </a:stretch>
              </p:blipFill>
              <p:spPr>
                <a:xfrm>
                  <a:off x="9964190" y="2239597"/>
                  <a:ext cx="164520" cy="168120"/>
                </a:xfrm>
                <a:prstGeom prst="rect">
                  <a:avLst/>
                </a:prstGeom>
              </p:spPr>
            </p:pic>
          </mc:Fallback>
        </mc:AlternateContent>
        <mc:AlternateContent xmlns:mc="http://schemas.openxmlformats.org/markup-compatibility/2006">
          <mc:Choice xmlns:p14="http://schemas.microsoft.com/office/powerpoint/2010/main" Requires="p14">
            <p:contentPart p14:bwMode="auto" r:id="rId103">
              <p14:nvContentPartPr>
                <p14:cNvPr id="62" name="Ink 61">
                  <a:extLst>
                    <a:ext uri="{FF2B5EF4-FFF2-40B4-BE49-F238E27FC236}">
                      <a16:creationId xmlns:a16="http://schemas.microsoft.com/office/drawing/2014/main" id="{83FEDC3D-1761-F60B-B74C-CE357BCABF9D}"/>
                    </a:ext>
                  </a:extLst>
                </p14:cNvPr>
                <p14:cNvContentPartPr/>
                <p14:nvPr/>
              </p14:nvContentPartPr>
              <p14:xfrm>
                <a:off x="10162190" y="2231677"/>
                <a:ext cx="86040" cy="145080"/>
              </p14:xfrm>
            </p:contentPart>
          </mc:Choice>
          <mc:Fallback>
            <p:pic>
              <p:nvPicPr>
                <p:cNvPr id="62" name="Ink 61">
                  <a:extLst>
                    <a:ext uri="{FF2B5EF4-FFF2-40B4-BE49-F238E27FC236}">
                      <a16:creationId xmlns:a16="http://schemas.microsoft.com/office/drawing/2014/main" id="{83FEDC3D-1761-F60B-B74C-CE357BCABF9D}"/>
                    </a:ext>
                  </a:extLst>
                </p:cNvPr>
                <p:cNvPicPr/>
                <p:nvPr/>
              </p:nvPicPr>
              <p:blipFill>
                <a:blip r:embed="rId104"/>
                <a:stretch>
                  <a:fillRect/>
                </a:stretch>
              </p:blipFill>
              <p:spPr>
                <a:xfrm>
                  <a:off x="10144190" y="2214037"/>
                  <a:ext cx="121680" cy="18072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105">
            <p14:nvContentPartPr>
              <p14:cNvPr id="63" name="Ink 62">
                <a:extLst>
                  <a:ext uri="{FF2B5EF4-FFF2-40B4-BE49-F238E27FC236}">
                    <a16:creationId xmlns:a16="http://schemas.microsoft.com/office/drawing/2014/main" id="{B6CFA3CD-E6F9-2B73-690C-3BD97979109A}"/>
                  </a:ext>
                </a:extLst>
              </p14:cNvPr>
              <p14:cNvContentPartPr/>
              <p14:nvPr/>
            </p14:nvContentPartPr>
            <p14:xfrm>
              <a:off x="10515350" y="2178757"/>
              <a:ext cx="211320" cy="194760"/>
            </p14:xfrm>
          </p:contentPart>
        </mc:Choice>
        <mc:Fallback>
          <p:pic>
            <p:nvPicPr>
              <p:cNvPr id="63" name="Ink 62">
                <a:extLst>
                  <a:ext uri="{FF2B5EF4-FFF2-40B4-BE49-F238E27FC236}">
                    <a16:creationId xmlns:a16="http://schemas.microsoft.com/office/drawing/2014/main" id="{B6CFA3CD-E6F9-2B73-690C-3BD97979109A}"/>
                  </a:ext>
                </a:extLst>
              </p:cNvPr>
              <p:cNvPicPr/>
              <p:nvPr/>
            </p:nvPicPr>
            <p:blipFill>
              <a:blip r:embed="rId106"/>
              <a:stretch>
                <a:fillRect/>
              </a:stretch>
            </p:blipFill>
            <p:spPr>
              <a:xfrm>
                <a:off x="10497710" y="2160757"/>
                <a:ext cx="246960" cy="230400"/>
              </a:xfrm>
              <a:prstGeom prst="rect">
                <a:avLst/>
              </a:prstGeom>
            </p:spPr>
          </p:pic>
        </mc:Fallback>
      </mc:AlternateContent>
      <mc:AlternateContent xmlns:mc="http://schemas.openxmlformats.org/markup-compatibility/2006">
        <mc:Choice xmlns:p14="http://schemas.microsoft.com/office/powerpoint/2010/main" Requires="p14">
          <p:contentPart p14:bwMode="auto" r:id="rId107">
            <p14:nvContentPartPr>
              <p14:cNvPr id="3073" name="Ink 3072">
                <a:extLst>
                  <a:ext uri="{FF2B5EF4-FFF2-40B4-BE49-F238E27FC236}">
                    <a16:creationId xmlns:a16="http://schemas.microsoft.com/office/drawing/2014/main" id="{360207BB-8E94-E459-5173-9B05F70D56AD}"/>
                  </a:ext>
                </a:extLst>
              </p14:cNvPr>
              <p14:cNvContentPartPr/>
              <p14:nvPr/>
            </p14:nvContentPartPr>
            <p14:xfrm>
              <a:off x="3752030" y="1576117"/>
              <a:ext cx="5137560" cy="310680"/>
            </p14:xfrm>
          </p:contentPart>
        </mc:Choice>
        <mc:Fallback>
          <p:pic>
            <p:nvPicPr>
              <p:cNvPr id="3073" name="Ink 3072">
                <a:extLst>
                  <a:ext uri="{FF2B5EF4-FFF2-40B4-BE49-F238E27FC236}">
                    <a16:creationId xmlns:a16="http://schemas.microsoft.com/office/drawing/2014/main" id="{360207BB-8E94-E459-5173-9B05F70D56AD}"/>
                  </a:ext>
                </a:extLst>
              </p:cNvPr>
              <p:cNvPicPr/>
              <p:nvPr/>
            </p:nvPicPr>
            <p:blipFill>
              <a:blip r:embed="rId108"/>
              <a:stretch>
                <a:fillRect/>
              </a:stretch>
            </p:blipFill>
            <p:spPr>
              <a:xfrm>
                <a:off x="3698030" y="1468477"/>
                <a:ext cx="5245200" cy="526320"/>
              </a:xfrm>
              <a:prstGeom prst="rect">
                <a:avLst/>
              </a:prstGeom>
            </p:spPr>
          </p:pic>
        </mc:Fallback>
      </mc:AlternateContent>
      <mc:AlternateContent xmlns:mc="http://schemas.openxmlformats.org/markup-compatibility/2006">
        <mc:Choice xmlns:p14="http://schemas.microsoft.com/office/powerpoint/2010/main" Requires="p14">
          <p:contentPart p14:bwMode="auto" r:id="rId109">
            <p14:nvContentPartPr>
              <p14:cNvPr id="3075" name="Ink 3074">
                <a:extLst>
                  <a:ext uri="{FF2B5EF4-FFF2-40B4-BE49-F238E27FC236}">
                    <a16:creationId xmlns:a16="http://schemas.microsoft.com/office/drawing/2014/main" id="{D7993689-8222-1BAD-2FB7-930E3A937077}"/>
                  </a:ext>
                </a:extLst>
              </p14:cNvPr>
              <p14:cNvContentPartPr/>
              <p14:nvPr/>
            </p14:nvContentPartPr>
            <p14:xfrm>
              <a:off x="3740510" y="2846917"/>
              <a:ext cx="5370480" cy="212040"/>
            </p14:xfrm>
          </p:contentPart>
        </mc:Choice>
        <mc:Fallback>
          <p:pic>
            <p:nvPicPr>
              <p:cNvPr id="3075" name="Ink 3074">
                <a:extLst>
                  <a:ext uri="{FF2B5EF4-FFF2-40B4-BE49-F238E27FC236}">
                    <a16:creationId xmlns:a16="http://schemas.microsoft.com/office/drawing/2014/main" id="{D7993689-8222-1BAD-2FB7-930E3A937077}"/>
                  </a:ext>
                </a:extLst>
              </p:cNvPr>
              <p:cNvPicPr/>
              <p:nvPr/>
            </p:nvPicPr>
            <p:blipFill>
              <a:blip r:embed="rId110"/>
              <a:stretch>
                <a:fillRect/>
              </a:stretch>
            </p:blipFill>
            <p:spPr>
              <a:xfrm>
                <a:off x="3686510" y="2739277"/>
                <a:ext cx="5478120" cy="427680"/>
              </a:xfrm>
              <a:prstGeom prst="rect">
                <a:avLst/>
              </a:prstGeom>
            </p:spPr>
          </p:pic>
        </mc:Fallback>
      </mc:AlternateContent>
      <mc:AlternateContent xmlns:mc="http://schemas.openxmlformats.org/markup-compatibility/2006">
        <mc:Choice xmlns:p14="http://schemas.microsoft.com/office/powerpoint/2010/main" Requires="p14">
          <p:contentPart p14:bwMode="auto" r:id="rId111">
            <p14:nvContentPartPr>
              <p14:cNvPr id="3076" name="Ink 3075">
                <a:extLst>
                  <a:ext uri="{FF2B5EF4-FFF2-40B4-BE49-F238E27FC236}">
                    <a16:creationId xmlns:a16="http://schemas.microsoft.com/office/drawing/2014/main" id="{5499B6CC-5721-2430-26EA-44CDCD80B240}"/>
                  </a:ext>
                </a:extLst>
              </p14:cNvPr>
              <p14:cNvContentPartPr/>
              <p14:nvPr/>
            </p14:nvContentPartPr>
            <p14:xfrm>
              <a:off x="3669590" y="2859157"/>
              <a:ext cx="4080960" cy="208440"/>
            </p14:xfrm>
          </p:contentPart>
        </mc:Choice>
        <mc:Fallback>
          <p:pic>
            <p:nvPicPr>
              <p:cNvPr id="3076" name="Ink 3075">
                <a:extLst>
                  <a:ext uri="{FF2B5EF4-FFF2-40B4-BE49-F238E27FC236}">
                    <a16:creationId xmlns:a16="http://schemas.microsoft.com/office/drawing/2014/main" id="{5499B6CC-5721-2430-26EA-44CDCD80B240}"/>
                  </a:ext>
                </a:extLst>
              </p:cNvPr>
              <p:cNvPicPr/>
              <p:nvPr/>
            </p:nvPicPr>
            <p:blipFill>
              <a:blip r:embed="rId112"/>
              <a:stretch>
                <a:fillRect/>
              </a:stretch>
            </p:blipFill>
            <p:spPr>
              <a:xfrm>
                <a:off x="3615590" y="2751157"/>
                <a:ext cx="4188600" cy="424080"/>
              </a:xfrm>
              <a:prstGeom prst="rect">
                <a:avLst/>
              </a:prstGeom>
            </p:spPr>
          </p:pic>
        </mc:Fallback>
      </mc:AlternateContent>
      <mc:AlternateContent xmlns:mc="http://schemas.openxmlformats.org/markup-compatibility/2006">
        <mc:Choice xmlns:p14="http://schemas.microsoft.com/office/powerpoint/2010/main" Requires="p14">
          <p:contentPart p14:bwMode="auto" r:id="rId113">
            <p14:nvContentPartPr>
              <p14:cNvPr id="3077" name="Ink 3076">
                <a:extLst>
                  <a:ext uri="{FF2B5EF4-FFF2-40B4-BE49-F238E27FC236}">
                    <a16:creationId xmlns:a16="http://schemas.microsoft.com/office/drawing/2014/main" id="{5B26A4FE-79F2-8416-86DB-8528460761F0}"/>
                  </a:ext>
                </a:extLst>
              </p14:cNvPr>
              <p14:cNvContentPartPr/>
              <p14:nvPr/>
            </p14:nvContentPartPr>
            <p14:xfrm>
              <a:off x="4304990" y="2925757"/>
              <a:ext cx="360" cy="360"/>
            </p14:xfrm>
          </p:contentPart>
        </mc:Choice>
        <mc:Fallback>
          <p:pic>
            <p:nvPicPr>
              <p:cNvPr id="3077" name="Ink 3076">
                <a:extLst>
                  <a:ext uri="{FF2B5EF4-FFF2-40B4-BE49-F238E27FC236}">
                    <a16:creationId xmlns:a16="http://schemas.microsoft.com/office/drawing/2014/main" id="{5B26A4FE-79F2-8416-86DB-8528460761F0}"/>
                  </a:ext>
                </a:extLst>
              </p:cNvPr>
              <p:cNvPicPr/>
              <p:nvPr/>
            </p:nvPicPr>
            <p:blipFill>
              <a:blip r:embed="rId114"/>
              <a:stretch>
                <a:fillRect/>
              </a:stretch>
            </p:blipFill>
            <p:spPr>
              <a:xfrm>
                <a:off x="4250990" y="2818117"/>
                <a:ext cx="108000" cy="216000"/>
              </a:xfrm>
              <a:prstGeom prst="rect">
                <a:avLst/>
              </a:prstGeom>
            </p:spPr>
          </p:pic>
        </mc:Fallback>
      </mc:AlternateContent>
      <mc:AlternateContent xmlns:mc="http://schemas.openxmlformats.org/markup-compatibility/2006">
        <mc:Choice xmlns:p14="http://schemas.microsoft.com/office/powerpoint/2010/main" Requires="p14">
          <p:contentPart p14:bwMode="auto" r:id="rId115">
            <p14:nvContentPartPr>
              <p14:cNvPr id="3078" name="Ink 3077">
                <a:extLst>
                  <a:ext uri="{FF2B5EF4-FFF2-40B4-BE49-F238E27FC236}">
                    <a16:creationId xmlns:a16="http://schemas.microsoft.com/office/drawing/2014/main" id="{C7C628B5-8744-55F5-4231-CA6A97E8CF54}"/>
                  </a:ext>
                </a:extLst>
              </p14:cNvPr>
              <p14:cNvContentPartPr/>
              <p14:nvPr/>
            </p14:nvContentPartPr>
            <p14:xfrm>
              <a:off x="8901470" y="3260917"/>
              <a:ext cx="4680" cy="5400"/>
            </p14:xfrm>
          </p:contentPart>
        </mc:Choice>
        <mc:Fallback>
          <p:pic>
            <p:nvPicPr>
              <p:cNvPr id="3078" name="Ink 3077">
                <a:extLst>
                  <a:ext uri="{FF2B5EF4-FFF2-40B4-BE49-F238E27FC236}">
                    <a16:creationId xmlns:a16="http://schemas.microsoft.com/office/drawing/2014/main" id="{C7C628B5-8744-55F5-4231-CA6A97E8CF54}"/>
                  </a:ext>
                </a:extLst>
              </p:cNvPr>
              <p:cNvPicPr/>
              <p:nvPr/>
            </p:nvPicPr>
            <p:blipFill>
              <a:blip r:embed="rId116"/>
              <a:stretch>
                <a:fillRect/>
              </a:stretch>
            </p:blipFill>
            <p:spPr>
              <a:xfrm>
                <a:off x="8883470" y="3242917"/>
                <a:ext cx="40320" cy="41040"/>
              </a:xfrm>
              <a:prstGeom prst="rect">
                <a:avLst/>
              </a:prstGeom>
            </p:spPr>
          </p:pic>
        </mc:Fallback>
      </mc:AlternateContent>
      <mc:AlternateContent xmlns:mc="http://schemas.openxmlformats.org/markup-compatibility/2006">
        <mc:Choice xmlns:p14="http://schemas.microsoft.com/office/powerpoint/2010/main" Requires="p14">
          <p:contentPart p14:bwMode="auto" r:id="rId117">
            <p14:nvContentPartPr>
              <p14:cNvPr id="3104" name="Ink 3103">
                <a:extLst>
                  <a:ext uri="{FF2B5EF4-FFF2-40B4-BE49-F238E27FC236}">
                    <a16:creationId xmlns:a16="http://schemas.microsoft.com/office/drawing/2014/main" id="{DD2BEDDF-28CE-502E-6154-E3770B73225C}"/>
                  </a:ext>
                </a:extLst>
              </p14:cNvPr>
              <p14:cNvContentPartPr/>
              <p14:nvPr/>
            </p14:nvContentPartPr>
            <p14:xfrm>
              <a:off x="9186950" y="1848637"/>
              <a:ext cx="2475000" cy="27360"/>
            </p14:xfrm>
          </p:contentPart>
        </mc:Choice>
        <mc:Fallback>
          <p:pic>
            <p:nvPicPr>
              <p:cNvPr id="3104" name="Ink 3103">
                <a:extLst>
                  <a:ext uri="{FF2B5EF4-FFF2-40B4-BE49-F238E27FC236}">
                    <a16:creationId xmlns:a16="http://schemas.microsoft.com/office/drawing/2014/main" id="{DD2BEDDF-28CE-502E-6154-E3770B73225C}"/>
                  </a:ext>
                </a:extLst>
              </p:cNvPr>
              <p:cNvPicPr/>
              <p:nvPr/>
            </p:nvPicPr>
            <p:blipFill>
              <a:blip r:embed="rId118"/>
              <a:stretch>
                <a:fillRect/>
              </a:stretch>
            </p:blipFill>
            <p:spPr>
              <a:xfrm>
                <a:off x="9168950" y="1830997"/>
                <a:ext cx="2510640" cy="63000"/>
              </a:xfrm>
              <a:prstGeom prst="rect">
                <a:avLst/>
              </a:prstGeom>
            </p:spPr>
          </p:pic>
        </mc:Fallback>
      </mc:AlternateContent>
      <p:grpSp>
        <p:nvGrpSpPr>
          <p:cNvPr id="3107" name="Group 3106">
            <a:extLst>
              <a:ext uri="{FF2B5EF4-FFF2-40B4-BE49-F238E27FC236}">
                <a16:creationId xmlns:a16="http://schemas.microsoft.com/office/drawing/2014/main" id="{3A1D15F1-1A02-A379-CEDD-60C8C12DE5BF}"/>
              </a:ext>
            </a:extLst>
          </p:cNvPr>
          <p:cNvGrpSpPr/>
          <p:nvPr/>
        </p:nvGrpSpPr>
        <p:grpSpPr>
          <a:xfrm>
            <a:off x="9218270" y="2626237"/>
            <a:ext cx="2807640" cy="745920"/>
            <a:chOff x="9218270" y="2626237"/>
            <a:chExt cx="2807640" cy="745920"/>
          </a:xfrm>
        </p:grpSpPr>
        <mc:AlternateContent xmlns:mc="http://schemas.openxmlformats.org/markup-compatibility/2006">
          <mc:Choice xmlns:p14="http://schemas.microsoft.com/office/powerpoint/2010/main" Requires="p14">
            <p:contentPart p14:bwMode="auto" r:id="rId119">
              <p14:nvContentPartPr>
                <p14:cNvPr id="3079" name="Ink 3078">
                  <a:extLst>
                    <a:ext uri="{FF2B5EF4-FFF2-40B4-BE49-F238E27FC236}">
                      <a16:creationId xmlns:a16="http://schemas.microsoft.com/office/drawing/2014/main" id="{9B01E798-E529-4EC5-EFA6-EE6B8F9BB923}"/>
                    </a:ext>
                  </a:extLst>
                </p14:cNvPr>
                <p14:cNvContentPartPr/>
                <p14:nvPr/>
              </p14:nvContentPartPr>
              <p14:xfrm>
                <a:off x="9477110" y="2773837"/>
                <a:ext cx="63000" cy="248760"/>
              </p14:xfrm>
            </p:contentPart>
          </mc:Choice>
          <mc:Fallback>
            <p:pic>
              <p:nvPicPr>
                <p:cNvPr id="3079" name="Ink 3078">
                  <a:extLst>
                    <a:ext uri="{FF2B5EF4-FFF2-40B4-BE49-F238E27FC236}">
                      <a16:creationId xmlns:a16="http://schemas.microsoft.com/office/drawing/2014/main" id="{9B01E798-E529-4EC5-EFA6-EE6B8F9BB923}"/>
                    </a:ext>
                  </a:extLst>
                </p:cNvPr>
                <p:cNvPicPr/>
                <p:nvPr/>
              </p:nvPicPr>
              <p:blipFill>
                <a:blip r:embed="rId120"/>
                <a:stretch>
                  <a:fillRect/>
                </a:stretch>
              </p:blipFill>
              <p:spPr>
                <a:xfrm>
                  <a:off x="9459110" y="2755837"/>
                  <a:ext cx="98640" cy="284400"/>
                </a:xfrm>
                <a:prstGeom prst="rect">
                  <a:avLst/>
                </a:prstGeom>
              </p:spPr>
            </p:pic>
          </mc:Fallback>
        </mc:AlternateContent>
        <mc:AlternateContent xmlns:mc="http://schemas.openxmlformats.org/markup-compatibility/2006">
          <mc:Choice xmlns:p14="http://schemas.microsoft.com/office/powerpoint/2010/main" Requires="p14">
            <p:contentPart p14:bwMode="auto" r:id="rId121">
              <p14:nvContentPartPr>
                <p14:cNvPr id="3080" name="Ink 3079">
                  <a:extLst>
                    <a:ext uri="{FF2B5EF4-FFF2-40B4-BE49-F238E27FC236}">
                      <a16:creationId xmlns:a16="http://schemas.microsoft.com/office/drawing/2014/main" id="{C43A5495-4266-DA9E-EA92-3CFB7769F906}"/>
                    </a:ext>
                  </a:extLst>
                </p14:cNvPr>
                <p14:cNvContentPartPr/>
                <p14:nvPr/>
              </p14:nvContentPartPr>
              <p14:xfrm>
                <a:off x="9616070" y="2933317"/>
                <a:ext cx="117360" cy="128880"/>
              </p14:xfrm>
            </p:contentPart>
          </mc:Choice>
          <mc:Fallback>
            <p:pic>
              <p:nvPicPr>
                <p:cNvPr id="3080" name="Ink 3079">
                  <a:extLst>
                    <a:ext uri="{FF2B5EF4-FFF2-40B4-BE49-F238E27FC236}">
                      <a16:creationId xmlns:a16="http://schemas.microsoft.com/office/drawing/2014/main" id="{C43A5495-4266-DA9E-EA92-3CFB7769F906}"/>
                    </a:ext>
                  </a:extLst>
                </p:cNvPr>
                <p:cNvPicPr/>
                <p:nvPr/>
              </p:nvPicPr>
              <p:blipFill>
                <a:blip r:embed="rId122"/>
                <a:stretch>
                  <a:fillRect/>
                </a:stretch>
              </p:blipFill>
              <p:spPr>
                <a:xfrm>
                  <a:off x="9598430" y="2915677"/>
                  <a:ext cx="153000" cy="164520"/>
                </a:xfrm>
                <a:prstGeom prst="rect">
                  <a:avLst/>
                </a:prstGeom>
              </p:spPr>
            </p:pic>
          </mc:Fallback>
        </mc:AlternateContent>
        <mc:AlternateContent xmlns:mc="http://schemas.openxmlformats.org/markup-compatibility/2006">
          <mc:Choice xmlns:p14="http://schemas.microsoft.com/office/powerpoint/2010/main" Requires="p14">
            <p:contentPart p14:bwMode="auto" r:id="rId123">
              <p14:nvContentPartPr>
                <p14:cNvPr id="3081" name="Ink 3080">
                  <a:extLst>
                    <a:ext uri="{FF2B5EF4-FFF2-40B4-BE49-F238E27FC236}">
                      <a16:creationId xmlns:a16="http://schemas.microsoft.com/office/drawing/2014/main" id="{6A3F2F2F-DB9D-55A4-E065-EF13C64D745A}"/>
                    </a:ext>
                  </a:extLst>
                </p14:cNvPr>
                <p14:cNvContentPartPr/>
                <p14:nvPr/>
              </p14:nvContentPartPr>
              <p14:xfrm>
                <a:off x="9812990" y="2906677"/>
                <a:ext cx="150120" cy="126000"/>
              </p14:xfrm>
            </p:contentPart>
          </mc:Choice>
          <mc:Fallback>
            <p:pic>
              <p:nvPicPr>
                <p:cNvPr id="3081" name="Ink 3080">
                  <a:extLst>
                    <a:ext uri="{FF2B5EF4-FFF2-40B4-BE49-F238E27FC236}">
                      <a16:creationId xmlns:a16="http://schemas.microsoft.com/office/drawing/2014/main" id="{6A3F2F2F-DB9D-55A4-E065-EF13C64D745A}"/>
                    </a:ext>
                  </a:extLst>
                </p:cNvPr>
                <p:cNvPicPr/>
                <p:nvPr/>
              </p:nvPicPr>
              <p:blipFill>
                <a:blip r:embed="rId124"/>
                <a:stretch>
                  <a:fillRect/>
                </a:stretch>
              </p:blipFill>
              <p:spPr>
                <a:xfrm>
                  <a:off x="9794990" y="2889037"/>
                  <a:ext cx="185760" cy="161640"/>
                </a:xfrm>
                <a:prstGeom prst="rect">
                  <a:avLst/>
                </a:prstGeom>
              </p:spPr>
            </p:pic>
          </mc:Fallback>
        </mc:AlternateContent>
        <mc:AlternateContent xmlns:mc="http://schemas.openxmlformats.org/markup-compatibility/2006">
          <mc:Choice xmlns:p14="http://schemas.microsoft.com/office/powerpoint/2010/main" Requires="p14">
            <p:contentPart p14:bwMode="auto" r:id="rId125">
              <p14:nvContentPartPr>
                <p14:cNvPr id="3082" name="Ink 3081">
                  <a:extLst>
                    <a:ext uri="{FF2B5EF4-FFF2-40B4-BE49-F238E27FC236}">
                      <a16:creationId xmlns:a16="http://schemas.microsoft.com/office/drawing/2014/main" id="{14E6B56D-D755-8B8E-DD84-7BBFD0045620}"/>
                    </a:ext>
                  </a:extLst>
                </p14:cNvPr>
                <p14:cNvContentPartPr/>
                <p14:nvPr/>
              </p14:nvContentPartPr>
              <p14:xfrm>
                <a:off x="10022150" y="2895877"/>
                <a:ext cx="84240" cy="116280"/>
              </p14:xfrm>
            </p:contentPart>
          </mc:Choice>
          <mc:Fallback>
            <p:pic>
              <p:nvPicPr>
                <p:cNvPr id="3082" name="Ink 3081">
                  <a:extLst>
                    <a:ext uri="{FF2B5EF4-FFF2-40B4-BE49-F238E27FC236}">
                      <a16:creationId xmlns:a16="http://schemas.microsoft.com/office/drawing/2014/main" id="{14E6B56D-D755-8B8E-DD84-7BBFD0045620}"/>
                    </a:ext>
                  </a:extLst>
                </p:cNvPr>
                <p:cNvPicPr/>
                <p:nvPr/>
              </p:nvPicPr>
              <p:blipFill>
                <a:blip r:embed="rId126"/>
                <a:stretch>
                  <a:fillRect/>
                </a:stretch>
              </p:blipFill>
              <p:spPr>
                <a:xfrm>
                  <a:off x="10004150" y="2877877"/>
                  <a:ext cx="119880" cy="151920"/>
                </a:xfrm>
                <a:prstGeom prst="rect">
                  <a:avLst/>
                </a:prstGeom>
              </p:spPr>
            </p:pic>
          </mc:Fallback>
        </mc:AlternateContent>
        <mc:AlternateContent xmlns:mc="http://schemas.openxmlformats.org/markup-compatibility/2006">
          <mc:Choice xmlns:p14="http://schemas.microsoft.com/office/powerpoint/2010/main" Requires="p14">
            <p:contentPart p14:bwMode="auto" r:id="rId127">
              <p14:nvContentPartPr>
                <p14:cNvPr id="3083" name="Ink 3082">
                  <a:extLst>
                    <a:ext uri="{FF2B5EF4-FFF2-40B4-BE49-F238E27FC236}">
                      <a16:creationId xmlns:a16="http://schemas.microsoft.com/office/drawing/2014/main" id="{DD9C4E68-5CE1-5663-3040-5B0E2DE155F5}"/>
                    </a:ext>
                  </a:extLst>
                </p14:cNvPr>
                <p14:cNvContentPartPr/>
                <p14:nvPr/>
              </p14:nvContentPartPr>
              <p14:xfrm>
                <a:off x="10145990" y="2865277"/>
                <a:ext cx="132840" cy="140040"/>
              </p14:xfrm>
            </p:contentPart>
          </mc:Choice>
          <mc:Fallback>
            <p:pic>
              <p:nvPicPr>
                <p:cNvPr id="3083" name="Ink 3082">
                  <a:extLst>
                    <a:ext uri="{FF2B5EF4-FFF2-40B4-BE49-F238E27FC236}">
                      <a16:creationId xmlns:a16="http://schemas.microsoft.com/office/drawing/2014/main" id="{DD9C4E68-5CE1-5663-3040-5B0E2DE155F5}"/>
                    </a:ext>
                  </a:extLst>
                </p:cNvPr>
                <p:cNvPicPr/>
                <p:nvPr/>
              </p:nvPicPr>
              <p:blipFill>
                <a:blip r:embed="rId128"/>
                <a:stretch>
                  <a:fillRect/>
                </a:stretch>
              </p:blipFill>
              <p:spPr>
                <a:xfrm>
                  <a:off x="10128350" y="2847637"/>
                  <a:ext cx="168480" cy="175680"/>
                </a:xfrm>
                <a:prstGeom prst="rect">
                  <a:avLst/>
                </a:prstGeom>
              </p:spPr>
            </p:pic>
          </mc:Fallback>
        </mc:AlternateContent>
        <mc:AlternateContent xmlns:mc="http://schemas.openxmlformats.org/markup-compatibility/2006">
          <mc:Choice xmlns:p14="http://schemas.microsoft.com/office/powerpoint/2010/main" Requires="p14">
            <p:contentPart p14:bwMode="auto" r:id="rId129">
              <p14:nvContentPartPr>
                <p14:cNvPr id="3085" name="Ink 3084">
                  <a:extLst>
                    <a:ext uri="{FF2B5EF4-FFF2-40B4-BE49-F238E27FC236}">
                      <a16:creationId xmlns:a16="http://schemas.microsoft.com/office/drawing/2014/main" id="{FB6239D9-6B06-97FE-2F9A-9B536F12D079}"/>
                    </a:ext>
                  </a:extLst>
                </p14:cNvPr>
                <p14:cNvContentPartPr/>
                <p14:nvPr/>
              </p14:nvContentPartPr>
              <p14:xfrm>
                <a:off x="10559990" y="2856277"/>
                <a:ext cx="111600" cy="156600"/>
              </p14:xfrm>
            </p:contentPart>
          </mc:Choice>
          <mc:Fallback>
            <p:pic>
              <p:nvPicPr>
                <p:cNvPr id="3085" name="Ink 3084">
                  <a:extLst>
                    <a:ext uri="{FF2B5EF4-FFF2-40B4-BE49-F238E27FC236}">
                      <a16:creationId xmlns:a16="http://schemas.microsoft.com/office/drawing/2014/main" id="{FB6239D9-6B06-97FE-2F9A-9B536F12D079}"/>
                    </a:ext>
                  </a:extLst>
                </p:cNvPr>
                <p:cNvPicPr/>
                <p:nvPr/>
              </p:nvPicPr>
              <p:blipFill>
                <a:blip r:embed="rId130"/>
                <a:stretch>
                  <a:fillRect/>
                </a:stretch>
              </p:blipFill>
              <p:spPr>
                <a:xfrm>
                  <a:off x="10542350" y="2838277"/>
                  <a:ext cx="147240" cy="192240"/>
                </a:xfrm>
                <a:prstGeom prst="rect">
                  <a:avLst/>
                </a:prstGeom>
              </p:spPr>
            </p:pic>
          </mc:Fallback>
        </mc:AlternateContent>
        <mc:AlternateContent xmlns:mc="http://schemas.openxmlformats.org/markup-compatibility/2006">
          <mc:Choice xmlns:p14="http://schemas.microsoft.com/office/powerpoint/2010/main" Requires="p14">
            <p:contentPart p14:bwMode="auto" r:id="rId131">
              <p14:nvContentPartPr>
                <p14:cNvPr id="3086" name="Ink 3085">
                  <a:extLst>
                    <a:ext uri="{FF2B5EF4-FFF2-40B4-BE49-F238E27FC236}">
                      <a16:creationId xmlns:a16="http://schemas.microsoft.com/office/drawing/2014/main" id="{CED65B92-4EFA-04D7-4240-E444733A93FD}"/>
                    </a:ext>
                  </a:extLst>
                </p14:cNvPr>
                <p14:cNvContentPartPr/>
                <p14:nvPr/>
              </p14:nvContentPartPr>
              <p14:xfrm>
                <a:off x="10712270" y="2847277"/>
                <a:ext cx="84960" cy="152640"/>
              </p14:xfrm>
            </p:contentPart>
          </mc:Choice>
          <mc:Fallback>
            <p:pic>
              <p:nvPicPr>
                <p:cNvPr id="3086" name="Ink 3085">
                  <a:extLst>
                    <a:ext uri="{FF2B5EF4-FFF2-40B4-BE49-F238E27FC236}">
                      <a16:creationId xmlns:a16="http://schemas.microsoft.com/office/drawing/2014/main" id="{CED65B92-4EFA-04D7-4240-E444733A93FD}"/>
                    </a:ext>
                  </a:extLst>
                </p:cNvPr>
                <p:cNvPicPr/>
                <p:nvPr/>
              </p:nvPicPr>
              <p:blipFill>
                <a:blip r:embed="rId132"/>
                <a:stretch>
                  <a:fillRect/>
                </a:stretch>
              </p:blipFill>
              <p:spPr>
                <a:xfrm>
                  <a:off x="10694270" y="2829277"/>
                  <a:ext cx="120600" cy="188280"/>
                </a:xfrm>
                <a:prstGeom prst="rect">
                  <a:avLst/>
                </a:prstGeom>
              </p:spPr>
            </p:pic>
          </mc:Fallback>
        </mc:AlternateContent>
        <mc:AlternateContent xmlns:mc="http://schemas.openxmlformats.org/markup-compatibility/2006">
          <mc:Choice xmlns:p14="http://schemas.microsoft.com/office/powerpoint/2010/main" Requires="p14">
            <p:contentPart p14:bwMode="auto" r:id="rId133">
              <p14:nvContentPartPr>
                <p14:cNvPr id="3087" name="Ink 3086">
                  <a:extLst>
                    <a:ext uri="{FF2B5EF4-FFF2-40B4-BE49-F238E27FC236}">
                      <a16:creationId xmlns:a16="http://schemas.microsoft.com/office/drawing/2014/main" id="{BC3C1813-C78A-EB9E-F739-E3BDEF6B549E}"/>
                    </a:ext>
                  </a:extLst>
                </p14:cNvPr>
                <p14:cNvContentPartPr/>
                <p14:nvPr/>
              </p14:nvContentPartPr>
              <p14:xfrm>
                <a:off x="10947710" y="2726317"/>
                <a:ext cx="45360" cy="338400"/>
              </p14:xfrm>
            </p:contentPart>
          </mc:Choice>
          <mc:Fallback>
            <p:pic>
              <p:nvPicPr>
                <p:cNvPr id="3087" name="Ink 3086">
                  <a:extLst>
                    <a:ext uri="{FF2B5EF4-FFF2-40B4-BE49-F238E27FC236}">
                      <a16:creationId xmlns:a16="http://schemas.microsoft.com/office/drawing/2014/main" id="{BC3C1813-C78A-EB9E-F739-E3BDEF6B549E}"/>
                    </a:ext>
                  </a:extLst>
                </p:cNvPr>
                <p:cNvPicPr/>
                <p:nvPr/>
              </p:nvPicPr>
              <p:blipFill>
                <a:blip r:embed="rId134"/>
                <a:stretch>
                  <a:fillRect/>
                </a:stretch>
              </p:blipFill>
              <p:spPr>
                <a:xfrm>
                  <a:off x="10930070" y="2708317"/>
                  <a:ext cx="81000" cy="374040"/>
                </a:xfrm>
                <a:prstGeom prst="rect">
                  <a:avLst/>
                </a:prstGeom>
              </p:spPr>
            </p:pic>
          </mc:Fallback>
        </mc:AlternateContent>
        <mc:AlternateContent xmlns:mc="http://schemas.openxmlformats.org/markup-compatibility/2006">
          <mc:Choice xmlns:p14="http://schemas.microsoft.com/office/powerpoint/2010/main" Requires="p14">
            <p:contentPart p14:bwMode="auto" r:id="rId135">
              <p14:nvContentPartPr>
                <p14:cNvPr id="3088" name="Ink 3087">
                  <a:extLst>
                    <a:ext uri="{FF2B5EF4-FFF2-40B4-BE49-F238E27FC236}">
                      <a16:creationId xmlns:a16="http://schemas.microsoft.com/office/drawing/2014/main" id="{36758EDA-A678-ECEA-A0A4-1CFA3028FB45}"/>
                    </a:ext>
                  </a:extLst>
                </p14:cNvPr>
                <p14:cNvContentPartPr/>
                <p14:nvPr/>
              </p14:nvContentPartPr>
              <p14:xfrm>
                <a:off x="10889030" y="2903437"/>
                <a:ext cx="182160" cy="85320"/>
              </p14:xfrm>
            </p:contentPart>
          </mc:Choice>
          <mc:Fallback>
            <p:pic>
              <p:nvPicPr>
                <p:cNvPr id="3088" name="Ink 3087">
                  <a:extLst>
                    <a:ext uri="{FF2B5EF4-FFF2-40B4-BE49-F238E27FC236}">
                      <a16:creationId xmlns:a16="http://schemas.microsoft.com/office/drawing/2014/main" id="{36758EDA-A678-ECEA-A0A4-1CFA3028FB45}"/>
                    </a:ext>
                  </a:extLst>
                </p:cNvPr>
                <p:cNvPicPr/>
                <p:nvPr/>
              </p:nvPicPr>
              <p:blipFill>
                <a:blip r:embed="rId136"/>
                <a:stretch>
                  <a:fillRect/>
                </a:stretch>
              </p:blipFill>
              <p:spPr>
                <a:xfrm>
                  <a:off x="10871030" y="2885797"/>
                  <a:ext cx="217800" cy="120960"/>
                </a:xfrm>
                <a:prstGeom prst="rect">
                  <a:avLst/>
                </a:prstGeom>
              </p:spPr>
            </p:pic>
          </mc:Fallback>
        </mc:AlternateContent>
        <mc:AlternateContent xmlns:mc="http://schemas.openxmlformats.org/markup-compatibility/2006">
          <mc:Choice xmlns:p14="http://schemas.microsoft.com/office/powerpoint/2010/main" Requires="p14">
            <p:contentPart p14:bwMode="auto" r:id="rId137">
              <p14:nvContentPartPr>
                <p14:cNvPr id="3089" name="Ink 3088">
                  <a:extLst>
                    <a:ext uri="{FF2B5EF4-FFF2-40B4-BE49-F238E27FC236}">
                      <a16:creationId xmlns:a16="http://schemas.microsoft.com/office/drawing/2014/main" id="{BA30381B-21D3-B0BF-276E-78BD35675CD9}"/>
                    </a:ext>
                  </a:extLst>
                </p14:cNvPr>
                <p14:cNvContentPartPr/>
                <p14:nvPr/>
              </p14:nvContentPartPr>
              <p14:xfrm>
                <a:off x="11061110" y="2886877"/>
                <a:ext cx="63720" cy="92880"/>
              </p14:xfrm>
            </p:contentPart>
          </mc:Choice>
          <mc:Fallback>
            <p:pic>
              <p:nvPicPr>
                <p:cNvPr id="3089" name="Ink 3088">
                  <a:extLst>
                    <a:ext uri="{FF2B5EF4-FFF2-40B4-BE49-F238E27FC236}">
                      <a16:creationId xmlns:a16="http://schemas.microsoft.com/office/drawing/2014/main" id="{BA30381B-21D3-B0BF-276E-78BD35675CD9}"/>
                    </a:ext>
                  </a:extLst>
                </p:cNvPr>
                <p:cNvPicPr/>
                <p:nvPr/>
              </p:nvPicPr>
              <p:blipFill>
                <a:blip r:embed="rId138"/>
                <a:stretch>
                  <a:fillRect/>
                </a:stretch>
              </p:blipFill>
              <p:spPr>
                <a:xfrm>
                  <a:off x="11043110" y="2869237"/>
                  <a:ext cx="99360" cy="128520"/>
                </a:xfrm>
                <a:prstGeom prst="rect">
                  <a:avLst/>
                </a:prstGeom>
              </p:spPr>
            </p:pic>
          </mc:Fallback>
        </mc:AlternateContent>
        <mc:AlternateContent xmlns:mc="http://schemas.openxmlformats.org/markup-compatibility/2006">
          <mc:Choice xmlns:p14="http://schemas.microsoft.com/office/powerpoint/2010/main" Requires="p14">
            <p:contentPart p14:bwMode="auto" r:id="rId139">
              <p14:nvContentPartPr>
                <p14:cNvPr id="3090" name="Ink 3089">
                  <a:extLst>
                    <a:ext uri="{FF2B5EF4-FFF2-40B4-BE49-F238E27FC236}">
                      <a16:creationId xmlns:a16="http://schemas.microsoft.com/office/drawing/2014/main" id="{CE551355-A62A-A935-6835-65487C036209}"/>
                    </a:ext>
                  </a:extLst>
                </p14:cNvPr>
                <p14:cNvContentPartPr/>
                <p14:nvPr/>
              </p14:nvContentPartPr>
              <p14:xfrm>
                <a:off x="11181350" y="2876797"/>
                <a:ext cx="89640" cy="103680"/>
              </p14:xfrm>
            </p:contentPart>
          </mc:Choice>
          <mc:Fallback>
            <p:pic>
              <p:nvPicPr>
                <p:cNvPr id="3090" name="Ink 3089">
                  <a:extLst>
                    <a:ext uri="{FF2B5EF4-FFF2-40B4-BE49-F238E27FC236}">
                      <a16:creationId xmlns:a16="http://schemas.microsoft.com/office/drawing/2014/main" id="{CE551355-A62A-A935-6835-65487C036209}"/>
                    </a:ext>
                  </a:extLst>
                </p:cNvPr>
                <p:cNvPicPr/>
                <p:nvPr/>
              </p:nvPicPr>
              <p:blipFill>
                <a:blip r:embed="rId140"/>
                <a:stretch>
                  <a:fillRect/>
                </a:stretch>
              </p:blipFill>
              <p:spPr>
                <a:xfrm>
                  <a:off x="11163710" y="2858797"/>
                  <a:ext cx="125280" cy="139320"/>
                </a:xfrm>
                <a:prstGeom prst="rect">
                  <a:avLst/>
                </a:prstGeom>
              </p:spPr>
            </p:pic>
          </mc:Fallback>
        </mc:AlternateContent>
        <mc:AlternateContent xmlns:mc="http://schemas.openxmlformats.org/markup-compatibility/2006">
          <mc:Choice xmlns:p14="http://schemas.microsoft.com/office/powerpoint/2010/main" Requires="p14">
            <p:contentPart p14:bwMode="auto" r:id="rId141">
              <p14:nvContentPartPr>
                <p14:cNvPr id="3091" name="Ink 3090">
                  <a:extLst>
                    <a:ext uri="{FF2B5EF4-FFF2-40B4-BE49-F238E27FC236}">
                      <a16:creationId xmlns:a16="http://schemas.microsoft.com/office/drawing/2014/main" id="{1BB0F99D-0A7C-7095-2F36-FDEFA40AAEB1}"/>
                    </a:ext>
                  </a:extLst>
                </p14:cNvPr>
                <p14:cNvContentPartPr/>
                <p14:nvPr/>
              </p14:nvContentPartPr>
              <p14:xfrm>
                <a:off x="11356310" y="2843677"/>
                <a:ext cx="81000" cy="129960"/>
              </p14:xfrm>
            </p:contentPart>
          </mc:Choice>
          <mc:Fallback>
            <p:pic>
              <p:nvPicPr>
                <p:cNvPr id="3091" name="Ink 3090">
                  <a:extLst>
                    <a:ext uri="{FF2B5EF4-FFF2-40B4-BE49-F238E27FC236}">
                      <a16:creationId xmlns:a16="http://schemas.microsoft.com/office/drawing/2014/main" id="{1BB0F99D-0A7C-7095-2F36-FDEFA40AAEB1}"/>
                    </a:ext>
                  </a:extLst>
                </p:cNvPr>
                <p:cNvPicPr/>
                <p:nvPr/>
              </p:nvPicPr>
              <p:blipFill>
                <a:blip r:embed="rId142"/>
                <a:stretch>
                  <a:fillRect/>
                </a:stretch>
              </p:blipFill>
              <p:spPr>
                <a:xfrm>
                  <a:off x="11338310" y="2825677"/>
                  <a:ext cx="116640" cy="165600"/>
                </a:xfrm>
                <a:prstGeom prst="rect">
                  <a:avLst/>
                </a:prstGeom>
              </p:spPr>
            </p:pic>
          </mc:Fallback>
        </mc:AlternateContent>
        <mc:AlternateContent xmlns:mc="http://schemas.openxmlformats.org/markup-compatibility/2006">
          <mc:Choice xmlns:p14="http://schemas.microsoft.com/office/powerpoint/2010/main" Requires="p14">
            <p:contentPart p14:bwMode="auto" r:id="rId143">
              <p14:nvContentPartPr>
                <p14:cNvPr id="3092" name="Ink 3091">
                  <a:extLst>
                    <a:ext uri="{FF2B5EF4-FFF2-40B4-BE49-F238E27FC236}">
                      <a16:creationId xmlns:a16="http://schemas.microsoft.com/office/drawing/2014/main" id="{1A32A31B-E8FB-CA64-753C-7331C923FC73}"/>
                    </a:ext>
                  </a:extLst>
                </p14:cNvPr>
                <p14:cNvContentPartPr/>
                <p14:nvPr/>
              </p14:nvContentPartPr>
              <p14:xfrm>
                <a:off x="11523350" y="2750797"/>
                <a:ext cx="21960" cy="243000"/>
              </p14:xfrm>
            </p:contentPart>
          </mc:Choice>
          <mc:Fallback>
            <p:pic>
              <p:nvPicPr>
                <p:cNvPr id="3092" name="Ink 3091">
                  <a:extLst>
                    <a:ext uri="{FF2B5EF4-FFF2-40B4-BE49-F238E27FC236}">
                      <a16:creationId xmlns:a16="http://schemas.microsoft.com/office/drawing/2014/main" id="{1A32A31B-E8FB-CA64-753C-7331C923FC73}"/>
                    </a:ext>
                  </a:extLst>
                </p:cNvPr>
                <p:cNvPicPr/>
                <p:nvPr/>
              </p:nvPicPr>
              <p:blipFill>
                <a:blip r:embed="rId144"/>
                <a:stretch>
                  <a:fillRect/>
                </a:stretch>
              </p:blipFill>
              <p:spPr>
                <a:xfrm>
                  <a:off x="11505710" y="2733157"/>
                  <a:ext cx="57600" cy="278640"/>
                </a:xfrm>
                <a:prstGeom prst="rect">
                  <a:avLst/>
                </a:prstGeom>
              </p:spPr>
            </p:pic>
          </mc:Fallback>
        </mc:AlternateContent>
        <mc:AlternateContent xmlns:mc="http://schemas.openxmlformats.org/markup-compatibility/2006">
          <mc:Choice xmlns:p14="http://schemas.microsoft.com/office/powerpoint/2010/main" Requires="p14">
            <p:contentPart p14:bwMode="auto" r:id="rId145">
              <p14:nvContentPartPr>
                <p14:cNvPr id="3093" name="Ink 3092">
                  <a:extLst>
                    <a:ext uri="{FF2B5EF4-FFF2-40B4-BE49-F238E27FC236}">
                      <a16:creationId xmlns:a16="http://schemas.microsoft.com/office/drawing/2014/main" id="{7D55BB77-976D-CFD5-AF7B-A903E41AD7BA}"/>
                    </a:ext>
                  </a:extLst>
                </p14:cNvPr>
                <p14:cNvContentPartPr/>
                <p14:nvPr/>
              </p14:nvContentPartPr>
              <p14:xfrm>
                <a:off x="11497790" y="2866357"/>
                <a:ext cx="65160" cy="11160"/>
              </p14:xfrm>
            </p:contentPart>
          </mc:Choice>
          <mc:Fallback>
            <p:pic>
              <p:nvPicPr>
                <p:cNvPr id="3093" name="Ink 3092">
                  <a:extLst>
                    <a:ext uri="{FF2B5EF4-FFF2-40B4-BE49-F238E27FC236}">
                      <a16:creationId xmlns:a16="http://schemas.microsoft.com/office/drawing/2014/main" id="{7D55BB77-976D-CFD5-AF7B-A903E41AD7BA}"/>
                    </a:ext>
                  </a:extLst>
                </p:cNvPr>
                <p:cNvPicPr/>
                <p:nvPr/>
              </p:nvPicPr>
              <p:blipFill>
                <a:blip r:embed="rId146"/>
                <a:stretch>
                  <a:fillRect/>
                </a:stretch>
              </p:blipFill>
              <p:spPr>
                <a:xfrm>
                  <a:off x="11480150" y="2848357"/>
                  <a:ext cx="100800" cy="46800"/>
                </a:xfrm>
                <a:prstGeom prst="rect">
                  <a:avLst/>
                </a:prstGeom>
              </p:spPr>
            </p:pic>
          </mc:Fallback>
        </mc:AlternateContent>
        <mc:AlternateContent xmlns:mc="http://schemas.openxmlformats.org/markup-compatibility/2006">
          <mc:Choice xmlns:p14="http://schemas.microsoft.com/office/powerpoint/2010/main" Requires="p14">
            <p:contentPart p14:bwMode="auto" r:id="rId147">
              <p14:nvContentPartPr>
                <p14:cNvPr id="3094" name="Ink 3093">
                  <a:extLst>
                    <a:ext uri="{FF2B5EF4-FFF2-40B4-BE49-F238E27FC236}">
                      <a16:creationId xmlns:a16="http://schemas.microsoft.com/office/drawing/2014/main" id="{E80A5566-D353-B51B-B514-76FF11AA9A46}"/>
                    </a:ext>
                  </a:extLst>
                </p14:cNvPr>
                <p14:cNvContentPartPr/>
                <p14:nvPr/>
              </p14:nvContentPartPr>
              <p14:xfrm>
                <a:off x="11627750" y="2853037"/>
                <a:ext cx="33840" cy="115920"/>
              </p14:xfrm>
            </p:contentPart>
          </mc:Choice>
          <mc:Fallback>
            <p:pic>
              <p:nvPicPr>
                <p:cNvPr id="3094" name="Ink 3093">
                  <a:extLst>
                    <a:ext uri="{FF2B5EF4-FFF2-40B4-BE49-F238E27FC236}">
                      <a16:creationId xmlns:a16="http://schemas.microsoft.com/office/drawing/2014/main" id="{E80A5566-D353-B51B-B514-76FF11AA9A46}"/>
                    </a:ext>
                  </a:extLst>
                </p:cNvPr>
                <p:cNvPicPr/>
                <p:nvPr/>
              </p:nvPicPr>
              <p:blipFill>
                <a:blip r:embed="rId148"/>
                <a:stretch>
                  <a:fillRect/>
                </a:stretch>
              </p:blipFill>
              <p:spPr>
                <a:xfrm>
                  <a:off x="11609750" y="2835037"/>
                  <a:ext cx="69480" cy="151560"/>
                </a:xfrm>
                <a:prstGeom prst="rect">
                  <a:avLst/>
                </a:prstGeom>
              </p:spPr>
            </p:pic>
          </mc:Fallback>
        </mc:AlternateContent>
        <mc:AlternateContent xmlns:mc="http://schemas.openxmlformats.org/markup-compatibility/2006">
          <mc:Choice xmlns:p14="http://schemas.microsoft.com/office/powerpoint/2010/main" Requires="p14">
            <p:contentPart p14:bwMode="auto" r:id="rId149">
              <p14:nvContentPartPr>
                <p14:cNvPr id="3095" name="Ink 3094">
                  <a:extLst>
                    <a:ext uri="{FF2B5EF4-FFF2-40B4-BE49-F238E27FC236}">
                      <a16:creationId xmlns:a16="http://schemas.microsoft.com/office/drawing/2014/main" id="{A49F3E87-B049-AA99-2FF0-478FACF407E8}"/>
                    </a:ext>
                  </a:extLst>
                </p14:cNvPr>
                <p14:cNvContentPartPr/>
                <p14:nvPr/>
              </p14:nvContentPartPr>
              <p14:xfrm>
                <a:off x="11636390" y="2768797"/>
                <a:ext cx="10080" cy="33480"/>
              </p14:xfrm>
            </p:contentPart>
          </mc:Choice>
          <mc:Fallback>
            <p:pic>
              <p:nvPicPr>
                <p:cNvPr id="3095" name="Ink 3094">
                  <a:extLst>
                    <a:ext uri="{FF2B5EF4-FFF2-40B4-BE49-F238E27FC236}">
                      <a16:creationId xmlns:a16="http://schemas.microsoft.com/office/drawing/2014/main" id="{A49F3E87-B049-AA99-2FF0-478FACF407E8}"/>
                    </a:ext>
                  </a:extLst>
                </p:cNvPr>
                <p:cNvPicPr/>
                <p:nvPr/>
              </p:nvPicPr>
              <p:blipFill>
                <a:blip r:embed="rId150"/>
                <a:stretch>
                  <a:fillRect/>
                </a:stretch>
              </p:blipFill>
              <p:spPr>
                <a:xfrm>
                  <a:off x="11618750" y="2751157"/>
                  <a:ext cx="45720" cy="69120"/>
                </a:xfrm>
                <a:prstGeom prst="rect">
                  <a:avLst/>
                </a:prstGeom>
              </p:spPr>
            </p:pic>
          </mc:Fallback>
        </mc:AlternateContent>
        <mc:AlternateContent xmlns:mc="http://schemas.openxmlformats.org/markup-compatibility/2006">
          <mc:Choice xmlns:p14="http://schemas.microsoft.com/office/powerpoint/2010/main" Requires="p14">
            <p:contentPart p14:bwMode="auto" r:id="rId151">
              <p14:nvContentPartPr>
                <p14:cNvPr id="3096" name="Ink 3095">
                  <a:extLst>
                    <a:ext uri="{FF2B5EF4-FFF2-40B4-BE49-F238E27FC236}">
                      <a16:creationId xmlns:a16="http://schemas.microsoft.com/office/drawing/2014/main" id="{A86884F0-78FE-657D-DC2D-6902A231D267}"/>
                    </a:ext>
                  </a:extLst>
                </p14:cNvPr>
                <p14:cNvContentPartPr/>
                <p14:nvPr/>
              </p14:nvContentPartPr>
              <p14:xfrm>
                <a:off x="11735390" y="2843317"/>
                <a:ext cx="126360" cy="120960"/>
              </p14:xfrm>
            </p:contentPart>
          </mc:Choice>
          <mc:Fallback>
            <p:pic>
              <p:nvPicPr>
                <p:cNvPr id="3096" name="Ink 3095">
                  <a:extLst>
                    <a:ext uri="{FF2B5EF4-FFF2-40B4-BE49-F238E27FC236}">
                      <a16:creationId xmlns:a16="http://schemas.microsoft.com/office/drawing/2014/main" id="{A86884F0-78FE-657D-DC2D-6902A231D267}"/>
                    </a:ext>
                  </a:extLst>
                </p:cNvPr>
                <p:cNvPicPr/>
                <p:nvPr/>
              </p:nvPicPr>
              <p:blipFill>
                <a:blip r:embed="rId152"/>
                <a:stretch>
                  <a:fillRect/>
                </a:stretch>
              </p:blipFill>
              <p:spPr>
                <a:xfrm>
                  <a:off x="11717390" y="2825317"/>
                  <a:ext cx="162000" cy="156600"/>
                </a:xfrm>
                <a:prstGeom prst="rect">
                  <a:avLst/>
                </a:prstGeom>
              </p:spPr>
            </p:pic>
          </mc:Fallback>
        </mc:AlternateContent>
        <mc:AlternateContent xmlns:mc="http://schemas.openxmlformats.org/markup-compatibility/2006">
          <mc:Choice xmlns:p14="http://schemas.microsoft.com/office/powerpoint/2010/main" Requires="p14">
            <p:contentPart p14:bwMode="auto" r:id="rId153">
              <p14:nvContentPartPr>
                <p14:cNvPr id="3097" name="Ink 3096">
                  <a:extLst>
                    <a:ext uri="{FF2B5EF4-FFF2-40B4-BE49-F238E27FC236}">
                      <a16:creationId xmlns:a16="http://schemas.microsoft.com/office/drawing/2014/main" id="{14A9586A-9E43-6F72-FB39-A7DB8749CE05}"/>
                    </a:ext>
                  </a:extLst>
                </p14:cNvPr>
                <p14:cNvContentPartPr/>
                <p14:nvPr/>
              </p14:nvContentPartPr>
              <p14:xfrm>
                <a:off x="11885870" y="2829277"/>
                <a:ext cx="140040" cy="119520"/>
              </p14:xfrm>
            </p:contentPart>
          </mc:Choice>
          <mc:Fallback>
            <p:pic>
              <p:nvPicPr>
                <p:cNvPr id="3097" name="Ink 3096">
                  <a:extLst>
                    <a:ext uri="{FF2B5EF4-FFF2-40B4-BE49-F238E27FC236}">
                      <a16:creationId xmlns:a16="http://schemas.microsoft.com/office/drawing/2014/main" id="{14A9586A-9E43-6F72-FB39-A7DB8749CE05}"/>
                    </a:ext>
                  </a:extLst>
                </p:cNvPr>
                <p:cNvPicPr/>
                <p:nvPr/>
              </p:nvPicPr>
              <p:blipFill>
                <a:blip r:embed="rId154"/>
                <a:stretch>
                  <a:fillRect/>
                </a:stretch>
              </p:blipFill>
              <p:spPr>
                <a:xfrm>
                  <a:off x="11868230" y="2811637"/>
                  <a:ext cx="175680" cy="155160"/>
                </a:xfrm>
                <a:prstGeom prst="rect">
                  <a:avLst/>
                </a:prstGeom>
              </p:spPr>
            </p:pic>
          </mc:Fallback>
        </mc:AlternateContent>
        <mc:AlternateContent xmlns:mc="http://schemas.openxmlformats.org/markup-compatibility/2006">
          <mc:Choice xmlns:p14="http://schemas.microsoft.com/office/powerpoint/2010/main" Requires="p14">
            <p:contentPart p14:bwMode="auto" r:id="rId155">
              <p14:nvContentPartPr>
                <p14:cNvPr id="3098" name="Ink 3097">
                  <a:extLst>
                    <a:ext uri="{FF2B5EF4-FFF2-40B4-BE49-F238E27FC236}">
                      <a16:creationId xmlns:a16="http://schemas.microsoft.com/office/drawing/2014/main" id="{5339DCF3-DC19-4A12-DAD6-24963A798906}"/>
                    </a:ext>
                  </a:extLst>
                </p14:cNvPr>
                <p14:cNvContentPartPr/>
                <p14:nvPr/>
              </p14:nvContentPartPr>
              <p14:xfrm>
                <a:off x="10776710" y="3270277"/>
                <a:ext cx="28440" cy="101880"/>
              </p14:xfrm>
            </p:contentPart>
          </mc:Choice>
          <mc:Fallback>
            <p:pic>
              <p:nvPicPr>
                <p:cNvPr id="3098" name="Ink 3097">
                  <a:extLst>
                    <a:ext uri="{FF2B5EF4-FFF2-40B4-BE49-F238E27FC236}">
                      <a16:creationId xmlns:a16="http://schemas.microsoft.com/office/drawing/2014/main" id="{5339DCF3-DC19-4A12-DAD6-24963A798906}"/>
                    </a:ext>
                  </a:extLst>
                </p:cNvPr>
                <p:cNvPicPr/>
                <p:nvPr/>
              </p:nvPicPr>
              <p:blipFill>
                <a:blip r:embed="rId156"/>
                <a:stretch>
                  <a:fillRect/>
                </a:stretch>
              </p:blipFill>
              <p:spPr>
                <a:xfrm>
                  <a:off x="10758710" y="3252277"/>
                  <a:ext cx="64080" cy="137520"/>
                </a:xfrm>
                <a:prstGeom prst="rect">
                  <a:avLst/>
                </a:prstGeom>
              </p:spPr>
            </p:pic>
          </mc:Fallback>
        </mc:AlternateContent>
        <mc:AlternateContent xmlns:mc="http://schemas.openxmlformats.org/markup-compatibility/2006">
          <mc:Choice xmlns:p14="http://schemas.microsoft.com/office/powerpoint/2010/main" Requires="p14">
            <p:contentPart p14:bwMode="auto" r:id="rId157">
              <p14:nvContentPartPr>
                <p14:cNvPr id="3099" name="Ink 3098">
                  <a:extLst>
                    <a:ext uri="{FF2B5EF4-FFF2-40B4-BE49-F238E27FC236}">
                      <a16:creationId xmlns:a16="http://schemas.microsoft.com/office/drawing/2014/main" id="{3032B24C-8B17-D74C-00E3-76C87F2716F2}"/>
                    </a:ext>
                  </a:extLst>
                </p14:cNvPr>
                <p14:cNvContentPartPr/>
                <p14:nvPr/>
              </p14:nvContentPartPr>
              <p14:xfrm>
                <a:off x="10791470" y="3168037"/>
                <a:ext cx="17280" cy="39240"/>
              </p14:xfrm>
            </p:contentPart>
          </mc:Choice>
          <mc:Fallback>
            <p:pic>
              <p:nvPicPr>
                <p:cNvPr id="3099" name="Ink 3098">
                  <a:extLst>
                    <a:ext uri="{FF2B5EF4-FFF2-40B4-BE49-F238E27FC236}">
                      <a16:creationId xmlns:a16="http://schemas.microsoft.com/office/drawing/2014/main" id="{3032B24C-8B17-D74C-00E3-76C87F2716F2}"/>
                    </a:ext>
                  </a:extLst>
                </p:cNvPr>
                <p:cNvPicPr/>
                <p:nvPr/>
              </p:nvPicPr>
              <p:blipFill>
                <a:blip r:embed="rId158"/>
                <a:stretch>
                  <a:fillRect/>
                </a:stretch>
              </p:blipFill>
              <p:spPr>
                <a:xfrm>
                  <a:off x="10773830" y="3150037"/>
                  <a:ext cx="52920" cy="74880"/>
                </a:xfrm>
                <a:prstGeom prst="rect">
                  <a:avLst/>
                </a:prstGeom>
              </p:spPr>
            </p:pic>
          </mc:Fallback>
        </mc:AlternateContent>
        <mc:AlternateContent xmlns:mc="http://schemas.openxmlformats.org/markup-compatibility/2006">
          <mc:Choice xmlns:p14="http://schemas.microsoft.com/office/powerpoint/2010/main" Requires="p14">
            <p:contentPart p14:bwMode="auto" r:id="rId159">
              <p14:nvContentPartPr>
                <p14:cNvPr id="3100" name="Ink 3099">
                  <a:extLst>
                    <a:ext uri="{FF2B5EF4-FFF2-40B4-BE49-F238E27FC236}">
                      <a16:creationId xmlns:a16="http://schemas.microsoft.com/office/drawing/2014/main" id="{2E456C2E-C425-C018-18F2-40A48D08240A}"/>
                    </a:ext>
                  </a:extLst>
                </p14:cNvPr>
                <p14:cNvContentPartPr/>
                <p14:nvPr/>
              </p14:nvContentPartPr>
              <p14:xfrm>
                <a:off x="10908830" y="3261277"/>
                <a:ext cx="101880" cy="85320"/>
              </p14:xfrm>
            </p:contentPart>
          </mc:Choice>
          <mc:Fallback>
            <p:pic>
              <p:nvPicPr>
                <p:cNvPr id="3100" name="Ink 3099">
                  <a:extLst>
                    <a:ext uri="{FF2B5EF4-FFF2-40B4-BE49-F238E27FC236}">
                      <a16:creationId xmlns:a16="http://schemas.microsoft.com/office/drawing/2014/main" id="{2E456C2E-C425-C018-18F2-40A48D08240A}"/>
                    </a:ext>
                  </a:extLst>
                </p:cNvPr>
                <p:cNvPicPr/>
                <p:nvPr/>
              </p:nvPicPr>
              <p:blipFill>
                <a:blip r:embed="rId160"/>
                <a:stretch>
                  <a:fillRect/>
                </a:stretch>
              </p:blipFill>
              <p:spPr>
                <a:xfrm>
                  <a:off x="10891190" y="3243637"/>
                  <a:ext cx="137520" cy="120960"/>
                </a:xfrm>
                <a:prstGeom prst="rect">
                  <a:avLst/>
                </a:prstGeom>
              </p:spPr>
            </p:pic>
          </mc:Fallback>
        </mc:AlternateContent>
        <mc:AlternateContent xmlns:mc="http://schemas.openxmlformats.org/markup-compatibility/2006">
          <mc:Choice xmlns:p14="http://schemas.microsoft.com/office/powerpoint/2010/main" Requires="p14">
            <p:contentPart p14:bwMode="auto" r:id="rId161">
              <p14:nvContentPartPr>
                <p14:cNvPr id="3101" name="Ink 3100">
                  <a:extLst>
                    <a:ext uri="{FF2B5EF4-FFF2-40B4-BE49-F238E27FC236}">
                      <a16:creationId xmlns:a16="http://schemas.microsoft.com/office/drawing/2014/main" id="{4B0AA63D-0B46-9CC2-D7E3-436924657DF0}"/>
                    </a:ext>
                  </a:extLst>
                </p14:cNvPr>
                <p14:cNvContentPartPr/>
                <p14:nvPr/>
              </p14:nvContentPartPr>
              <p14:xfrm>
                <a:off x="11070470" y="3151477"/>
                <a:ext cx="153720" cy="209520"/>
              </p14:xfrm>
            </p:contentPart>
          </mc:Choice>
          <mc:Fallback>
            <p:pic>
              <p:nvPicPr>
                <p:cNvPr id="3101" name="Ink 3100">
                  <a:extLst>
                    <a:ext uri="{FF2B5EF4-FFF2-40B4-BE49-F238E27FC236}">
                      <a16:creationId xmlns:a16="http://schemas.microsoft.com/office/drawing/2014/main" id="{4B0AA63D-0B46-9CC2-D7E3-436924657DF0}"/>
                    </a:ext>
                  </a:extLst>
                </p:cNvPr>
                <p:cNvPicPr/>
                <p:nvPr/>
              </p:nvPicPr>
              <p:blipFill>
                <a:blip r:embed="rId162"/>
                <a:stretch>
                  <a:fillRect/>
                </a:stretch>
              </p:blipFill>
              <p:spPr>
                <a:xfrm>
                  <a:off x="11052830" y="3133477"/>
                  <a:ext cx="189360" cy="245160"/>
                </a:xfrm>
                <a:prstGeom prst="rect">
                  <a:avLst/>
                </a:prstGeom>
              </p:spPr>
            </p:pic>
          </mc:Fallback>
        </mc:AlternateContent>
        <mc:AlternateContent xmlns:mc="http://schemas.openxmlformats.org/markup-compatibility/2006">
          <mc:Choice xmlns:p14="http://schemas.microsoft.com/office/powerpoint/2010/main" Requires="p14">
            <p:contentPart p14:bwMode="auto" r:id="rId163">
              <p14:nvContentPartPr>
                <p14:cNvPr id="3102" name="Ink 3101">
                  <a:extLst>
                    <a:ext uri="{FF2B5EF4-FFF2-40B4-BE49-F238E27FC236}">
                      <a16:creationId xmlns:a16="http://schemas.microsoft.com/office/drawing/2014/main" id="{62906AE7-33B6-869D-297F-D36608202359}"/>
                    </a:ext>
                  </a:extLst>
                </p14:cNvPr>
                <p14:cNvContentPartPr/>
                <p14:nvPr/>
              </p14:nvContentPartPr>
              <p14:xfrm>
                <a:off x="11282150" y="3210157"/>
                <a:ext cx="273600" cy="153360"/>
              </p14:xfrm>
            </p:contentPart>
          </mc:Choice>
          <mc:Fallback>
            <p:pic>
              <p:nvPicPr>
                <p:cNvPr id="3102" name="Ink 3101">
                  <a:extLst>
                    <a:ext uri="{FF2B5EF4-FFF2-40B4-BE49-F238E27FC236}">
                      <a16:creationId xmlns:a16="http://schemas.microsoft.com/office/drawing/2014/main" id="{62906AE7-33B6-869D-297F-D36608202359}"/>
                    </a:ext>
                  </a:extLst>
                </p:cNvPr>
                <p:cNvPicPr/>
                <p:nvPr/>
              </p:nvPicPr>
              <p:blipFill>
                <a:blip r:embed="rId164"/>
                <a:stretch>
                  <a:fillRect/>
                </a:stretch>
              </p:blipFill>
              <p:spPr>
                <a:xfrm>
                  <a:off x="11264150" y="3192517"/>
                  <a:ext cx="309240" cy="189000"/>
                </a:xfrm>
                <a:prstGeom prst="rect">
                  <a:avLst/>
                </a:prstGeom>
              </p:spPr>
            </p:pic>
          </mc:Fallback>
        </mc:AlternateContent>
        <mc:AlternateContent xmlns:mc="http://schemas.openxmlformats.org/markup-compatibility/2006">
          <mc:Choice xmlns:p14="http://schemas.microsoft.com/office/powerpoint/2010/main" Requires="p14">
            <p:contentPart p14:bwMode="auto" r:id="rId165">
              <p14:nvContentPartPr>
                <p14:cNvPr id="3103" name="Ink 3102">
                  <a:extLst>
                    <a:ext uri="{FF2B5EF4-FFF2-40B4-BE49-F238E27FC236}">
                      <a16:creationId xmlns:a16="http://schemas.microsoft.com/office/drawing/2014/main" id="{33D1135D-6B42-D85C-7DB6-8CB93AF00D1F}"/>
                    </a:ext>
                  </a:extLst>
                </p14:cNvPr>
                <p14:cNvContentPartPr/>
                <p14:nvPr/>
              </p14:nvContentPartPr>
              <p14:xfrm>
                <a:off x="11463230" y="3191797"/>
                <a:ext cx="119880" cy="165600"/>
              </p14:xfrm>
            </p:contentPart>
          </mc:Choice>
          <mc:Fallback>
            <p:pic>
              <p:nvPicPr>
                <p:cNvPr id="3103" name="Ink 3102">
                  <a:extLst>
                    <a:ext uri="{FF2B5EF4-FFF2-40B4-BE49-F238E27FC236}">
                      <a16:creationId xmlns:a16="http://schemas.microsoft.com/office/drawing/2014/main" id="{33D1135D-6B42-D85C-7DB6-8CB93AF00D1F}"/>
                    </a:ext>
                  </a:extLst>
                </p:cNvPr>
                <p:cNvPicPr/>
                <p:nvPr/>
              </p:nvPicPr>
              <p:blipFill>
                <a:blip r:embed="rId166"/>
                <a:stretch>
                  <a:fillRect/>
                </a:stretch>
              </p:blipFill>
              <p:spPr>
                <a:xfrm>
                  <a:off x="11445590" y="3174157"/>
                  <a:ext cx="155520" cy="201240"/>
                </a:xfrm>
                <a:prstGeom prst="rect">
                  <a:avLst/>
                </a:prstGeom>
              </p:spPr>
            </p:pic>
          </mc:Fallback>
        </mc:AlternateContent>
        <mc:AlternateContent xmlns:mc="http://schemas.openxmlformats.org/markup-compatibility/2006">
          <mc:Choice xmlns:p14="http://schemas.microsoft.com/office/powerpoint/2010/main" Requires="p14">
            <p:contentPart p14:bwMode="auto" r:id="rId167">
              <p14:nvContentPartPr>
                <p14:cNvPr id="3106" name="Ink 3105">
                  <a:extLst>
                    <a:ext uri="{FF2B5EF4-FFF2-40B4-BE49-F238E27FC236}">
                      <a16:creationId xmlns:a16="http://schemas.microsoft.com/office/drawing/2014/main" id="{816B177F-62EA-3E3D-4B51-67A21BF34D3D}"/>
                    </a:ext>
                  </a:extLst>
                </p14:cNvPr>
                <p14:cNvContentPartPr/>
                <p14:nvPr/>
              </p14:nvContentPartPr>
              <p14:xfrm>
                <a:off x="9218270" y="2626237"/>
                <a:ext cx="2582280" cy="172800"/>
              </p14:xfrm>
            </p:contentPart>
          </mc:Choice>
          <mc:Fallback>
            <p:pic>
              <p:nvPicPr>
                <p:cNvPr id="3106" name="Ink 3105">
                  <a:extLst>
                    <a:ext uri="{FF2B5EF4-FFF2-40B4-BE49-F238E27FC236}">
                      <a16:creationId xmlns:a16="http://schemas.microsoft.com/office/drawing/2014/main" id="{816B177F-62EA-3E3D-4B51-67A21BF34D3D}"/>
                    </a:ext>
                  </a:extLst>
                </p:cNvPr>
                <p:cNvPicPr/>
                <p:nvPr/>
              </p:nvPicPr>
              <p:blipFill>
                <a:blip r:embed="rId168"/>
                <a:stretch>
                  <a:fillRect/>
                </a:stretch>
              </p:blipFill>
              <p:spPr>
                <a:xfrm>
                  <a:off x="9200270" y="2608597"/>
                  <a:ext cx="2617920" cy="208440"/>
                </a:xfrm>
                <a:prstGeom prst="rect">
                  <a:avLst/>
                </a:prstGeom>
              </p:spPr>
            </p:pic>
          </mc:Fallback>
        </mc:AlternateContent>
      </p:grpSp>
      <p:grpSp>
        <p:nvGrpSpPr>
          <p:cNvPr id="3113" name="Group 3112">
            <a:extLst>
              <a:ext uri="{FF2B5EF4-FFF2-40B4-BE49-F238E27FC236}">
                <a16:creationId xmlns:a16="http://schemas.microsoft.com/office/drawing/2014/main" id="{F5902ABE-91A1-BA67-6F78-365DAA07C2AC}"/>
              </a:ext>
            </a:extLst>
          </p:cNvPr>
          <p:cNvGrpSpPr/>
          <p:nvPr/>
        </p:nvGrpSpPr>
        <p:grpSpPr>
          <a:xfrm>
            <a:off x="9325550" y="1392517"/>
            <a:ext cx="736200" cy="239760"/>
            <a:chOff x="9325550" y="1392517"/>
            <a:chExt cx="736200" cy="239760"/>
          </a:xfrm>
        </p:grpSpPr>
        <mc:AlternateContent xmlns:mc="http://schemas.openxmlformats.org/markup-compatibility/2006">
          <mc:Choice xmlns:p14="http://schemas.microsoft.com/office/powerpoint/2010/main" Requires="p14">
            <p:contentPart p14:bwMode="auto" r:id="rId169">
              <p14:nvContentPartPr>
                <p14:cNvPr id="3108" name="Ink 3107">
                  <a:extLst>
                    <a:ext uri="{FF2B5EF4-FFF2-40B4-BE49-F238E27FC236}">
                      <a16:creationId xmlns:a16="http://schemas.microsoft.com/office/drawing/2014/main" id="{F748266B-F8E6-9AF6-F12A-40C25BFAD5D5}"/>
                    </a:ext>
                  </a:extLst>
                </p14:cNvPr>
                <p14:cNvContentPartPr/>
                <p14:nvPr/>
              </p14:nvContentPartPr>
              <p14:xfrm>
                <a:off x="9325550" y="1392517"/>
                <a:ext cx="15120" cy="216720"/>
              </p14:xfrm>
            </p:contentPart>
          </mc:Choice>
          <mc:Fallback>
            <p:pic>
              <p:nvPicPr>
                <p:cNvPr id="3108" name="Ink 3107">
                  <a:extLst>
                    <a:ext uri="{FF2B5EF4-FFF2-40B4-BE49-F238E27FC236}">
                      <a16:creationId xmlns:a16="http://schemas.microsoft.com/office/drawing/2014/main" id="{F748266B-F8E6-9AF6-F12A-40C25BFAD5D5}"/>
                    </a:ext>
                  </a:extLst>
                </p:cNvPr>
                <p:cNvPicPr/>
                <p:nvPr/>
              </p:nvPicPr>
              <p:blipFill>
                <a:blip r:embed="rId170"/>
                <a:stretch>
                  <a:fillRect/>
                </a:stretch>
              </p:blipFill>
              <p:spPr>
                <a:xfrm>
                  <a:off x="9307550" y="1374877"/>
                  <a:ext cx="50760" cy="252360"/>
                </a:xfrm>
                <a:prstGeom prst="rect">
                  <a:avLst/>
                </a:prstGeom>
              </p:spPr>
            </p:pic>
          </mc:Fallback>
        </mc:AlternateContent>
        <mc:AlternateContent xmlns:mc="http://schemas.openxmlformats.org/markup-compatibility/2006">
          <mc:Choice xmlns:p14="http://schemas.microsoft.com/office/powerpoint/2010/main" Requires="p14">
            <p:contentPart p14:bwMode="auto" r:id="rId171">
              <p14:nvContentPartPr>
                <p14:cNvPr id="3109" name="Ink 3108">
                  <a:extLst>
                    <a:ext uri="{FF2B5EF4-FFF2-40B4-BE49-F238E27FC236}">
                      <a16:creationId xmlns:a16="http://schemas.microsoft.com/office/drawing/2014/main" id="{9C174314-BCED-1814-E340-044DD1BC24BA}"/>
                    </a:ext>
                  </a:extLst>
                </p14:cNvPr>
                <p14:cNvContentPartPr/>
                <p14:nvPr/>
              </p14:nvContentPartPr>
              <p14:xfrm>
                <a:off x="9400790" y="1529317"/>
                <a:ext cx="111240" cy="102960"/>
              </p14:xfrm>
            </p:contentPart>
          </mc:Choice>
          <mc:Fallback>
            <p:pic>
              <p:nvPicPr>
                <p:cNvPr id="3109" name="Ink 3108">
                  <a:extLst>
                    <a:ext uri="{FF2B5EF4-FFF2-40B4-BE49-F238E27FC236}">
                      <a16:creationId xmlns:a16="http://schemas.microsoft.com/office/drawing/2014/main" id="{9C174314-BCED-1814-E340-044DD1BC24BA}"/>
                    </a:ext>
                  </a:extLst>
                </p:cNvPr>
                <p:cNvPicPr/>
                <p:nvPr/>
              </p:nvPicPr>
              <p:blipFill>
                <a:blip r:embed="rId172"/>
                <a:stretch>
                  <a:fillRect/>
                </a:stretch>
              </p:blipFill>
              <p:spPr>
                <a:xfrm>
                  <a:off x="9383150" y="1511317"/>
                  <a:ext cx="146880" cy="138600"/>
                </a:xfrm>
                <a:prstGeom prst="rect">
                  <a:avLst/>
                </a:prstGeom>
              </p:spPr>
            </p:pic>
          </mc:Fallback>
        </mc:AlternateContent>
        <mc:AlternateContent xmlns:mc="http://schemas.openxmlformats.org/markup-compatibility/2006">
          <mc:Choice xmlns:p14="http://schemas.microsoft.com/office/powerpoint/2010/main" Requires="p14">
            <p:contentPart p14:bwMode="auto" r:id="rId173">
              <p14:nvContentPartPr>
                <p14:cNvPr id="3110" name="Ink 3109">
                  <a:extLst>
                    <a:ext uri="{FF2B5EF4-FFF2-40B4-BE49-F238E27FC236}">
                      <a16:creationId xmlns:a16="http://schemas.microsoft.com/office/drawing/2014/main" id="{A1960DEC-75BD-1A29-22A2-6D8F260F3CC0}"/>
                    </a:ext>
                  </a:extLst>
                </p14:cNvPr>
                <p14:cNvContentPartPr/>
                <p14:nvPr/>
              </p14:nvContentPartPr>
              <p14:xfrm>
                <a:off x="9583310" y="1513477"/>
                <a:ext cx="158400" cy="117360"/>
              </p14:xfrm>
            </p:contentPart>
          </mc:Choice>
          <mc:Fallback>
            <p:pic>
              <p:nvPicPr>
                <p:cNvPr id="3110" name="Ink 3109">
                  <a:extLst>
                    <a:ext uri="{FF2B5EF4-FFF2-40B4-BE49-F238E27FC236}">
                      <a16:creationId xmlns:a16="http://schemas.microsoft.com/office/drawing/2014/main" id="{A1960DEC-75BD-1A29-22A2-6D8F260F3CC0}"/>
                    </a:ext>
                  </a:extLst>
                </p:cNvPr>
                <p:cNvPicPr/>
                <p:nvPr/>
              </p:nvPicPr>
              <p:blipFill>
                <a:blip r:embed="rId174"/>
                <a:stretch>
                  <a:fillRect/>
                </a:stretch>
              </p:blipFill>
              <p:spPr>
                <a:xfrm>
                  <a:off x="9565310" y="1495837"/>
                  <a:ext cx="194040" cy="153000"/>
                </a:xfrm>
                <a:prstGeom prst="rect">
                  <a:avLst/>
                </a:prstGeom>
              </p:spPr>
            </p:pic>
          </mc:Fallback>
        </mc:AlternateContent>
        <mc:AlternateContent xmlns:mc="http://schemas.openxmlformats.org/markup-compatibility/2006">
          <mc:Choice xmlns:p14="http://schemas.microsoft.com/office/powerpoint/2010/main" Requires="p14">
            <p:contentPart p14:bwMode="auto" r:id="rId175">
              <p14:nvContentPartPr>
                <p14:cNvPr id="3111" name="Ink 3110">
                  <a:extLst>
                    <a:ext uri="{FF2B5EF4-FFF2-40B4-BE49-F238E27FC236}">
                      <a16:creationId xmlns:a16="http://schemas.microsoft.com/office/drawing/2014/main" id="{DC26AB0C-06C3-7662-C6B6-5A19755FC492}"/>
                    </a:ext>
                  </a:extLst>
                </p14:cNvPr>
                <p14:cNvContentPartPr/>
                <p14:nvPr/>
              </p14:nvContentPartPr>
              <p14:xfrm>
                <a:off x="9810110" y="1519237"/>
                <a:ext cx="110880" cy="95400"/>
              </p14:xfrm>
            </p:contentPart>
          </mc:Choice>
          <mc:Fallback>
            <p:pic>
              <p:nvPicPr>
                <p:cNvPr id="3111" name="Ink 3110">
                  <a:extLst>
                    <a:ext uri="{FF2B5EF4-FFF2-40B4-BE49-F238E27FC236}">
                      <a16:creationId xmlns:a16="http://schemas.microsoft.com/office/drawing/2014/main" id="{DC26AB0C-06C3-7662-C6B6-5A19755FC492}"/>
                    </a:ext>
                  </a:extLst>
                </p:cNvPr>
                <p:cNvPicPr/>
                <p:nvPr/>
              </p:nvPicPr>
              <p:blipFill>
                <a:blip r:embed="rId176"/>
                <a:stretch>
                  <a:fillRect/>
                </a:stretch>
              </p:blipFill>
              <p:spPr>
                <a:xfrm>
                  <a:off x="9792110" y="1501237"/>
                  <a:ext cx="146520" cy="131040"/>
                </a:xfrm>
                <a:prstGeom prst="rect">
                  <a:avLst/>
                </a:prstGeom>
              </p:spPr>
            </p:pic>
          </mc:Fallback>
        </mc:AlternateContent>
        <mc:AlternateContent xmlns:mc="http://schemas.openxmlformats.org/markup-compatibility/2006">
          <mc:Choice xmlns:p14="http://schemas.microsoft.com/office/powerpoint/2010/main" Requires="p14">
            <p:contentPart p14:bwMode="auto" r:id="rId177">
              <p14:nvContentPartPr>
                <p14:cNvPr id="3112" name="Ink 3111">
                  <a:extLst>
                    <a:ext uri="{FF2B5EF4-FFF2-40B4-BE49-F238E27FC236}">
                      <a16:creationId xmlns:a16="http://schemas.microsoft.com/office/drawing/2014/main" id="{8B29050A-E5C9-E0CE-B724-FC01027100F1}"/>
                    </a:ext>
                  </a:extLst>
                </p14:cNvPr>
                <p14:cNvContentPartPr/>
                <p14:nvPr/>
              </p14:nvContentPartPr>
              <p14:xfrm>
                <a:off x="9978230" y="1480717"/>
                <a:ext cx="83520" cy="109440"/>
              </p14:xfrm>
            </p:contentPart>
          </mc:Choice>
          <mc:Fallback>
            <p:pic>
              <p:nvPicPr>
                <p:cNvPr id="3112" name="Ink 3111">
                  <a:extLst>
                    <a:ext uri="{FF2B5EF4-FFF2-40B4-BE49-F238E27FC236}">
                      <a16:creationId xmlns:a16="http://schemas.microsoft.com/office/drawing/2014/main" id="{8B29050A-E5C9-E0CE-B724-FC01027100F1}"/>
                    </a:ext>
                  </a:extLst>
                </p:cNvPr>
                <p:cNvPicPr/>
                <p:nvPr/>
              </p:nvPicPr>
              <p:blipFill>
                <a:blip r:embed="rId178"/>
                <a:stretch>
                  <a:fillRect/>
                </a:stretch>
              </p:blipFill>
              <p:spPr>
                <a:xfrm>
                  <a:off x="9960590" y="1462717"/>
                  <a:ext cx="119160" cy="145080"/>
                </a:xfrm>
                <a:prstGeom prst="rect">
                  <a:avLst/>
                </a:prstGeom>
              </p:spPr>
            </p:pic>
          </mc:Fallback>
        </mc:AlternateContent>
      </p:grpSp>
    </p:spTree>
    <p:extLst>
      <p:ext uri="{BB962C8B-B14F-4D97-AF65-F5344CB8AC3E}">
        <p14:creationId xmlns:p14="http://schemas.microsoft.com/office/powerpoint/2010/main" val="35869456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EDA1C1-CB9E-D0D9-FDAB-038771F049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879E12-33EB-5E7F-6EE2-515F45E12E4F}"/>
              </a:ext>
            </a:extLst>
          </p:cNvPr>
          <p:cNvSpPr>
            <a:spLocks noGrp="1"/>
          </p:cNvSpPr>
          <p:nvPr>
            <p:ph type="title"/>
          </p:nvPr>
        </p:nvSpPr>
        <p:spPr>
          <a:xfrm>
            <a:off x="78739" y="14986"/>
            <a:ext cx="10328275" cy="492443"/>
          </a:xfrm>
        </p:spPr>
        <p:txBody>
          <a:bodyPr/>
          <a:lstStyle/>
          <a:p>
            <a:r>
              <a:rPr lang="en-US" dirty="0"/>
              <a:t>General properties of light</a:t>
            </a:r>
          </a:p>
        </p:txBody>
      </p:sp>
      <p:sp>
        <p:nvSpPr>
          <p:cNvPr id="3" name="Text Placeholder 2">
            <a:extLst>
              <a:ext uri="{FF2B5EF4-FFF2-40B4-BE49-F238E27FC236}">
                <a16:creationId xmlns:a16="http://schemas.microsoft.com/office/drawing/2014/main" id="{1BB83FBC-A2DE-A02B-0084-58033420F356}"/>
              </a:ext>
            </a:extLst>
          </p:cNvPr>
          <p:cNvSpPr>
            <a:spLocks noGrp="1"/>
          </p:cNvSpPr>
          <p:nvPr>
            <p:ph type="body" idx="1"/>
          </p:nvPr>
        </p:nvSpPr>
        <p:spPr>
          <a:xfrm>
            <a:off x="914400" y="4648200"/>
            <a:ext cx="10586086" cy="1723549"/>
          </a:xfrm>
        </p:spPr>
        <p:txBody>
          <a:bodyPr/>
          <a:lstStyle/>
          <a:p>
            <a:r>
              <a:rPr lang="en-US" dirty="0"/>
              <a:t>The wavelength of light represents the spatial dimension over which it is periodic</a:t>
            </a:r>
          </a:p>
          <a:p>
            <a:endParaRPr lang="en-US" dirty="0"/>
          </a:p>
          <a:p>
            <a:endParaRPr lang="en-US" dirty="0"/>
          </a:p>
        </p:txBody>
      </p:sp>
      <p:pic>
        <p:nvPicPr>
          <p:cNvPr id="4098" name="Picture 2" descr="Shown is a colour illustration of the electromagnetic spectrum with wavelength, frequency and energy. ">
            <a:extLst>
              <a:ext uri="{FF2B5EF4-FFF2-40B4-BE49-F238E27FC236}">
                <a16:creationId xmlns:a16="http://schemas.microsoft.com/office/drawing/2014/main" id="{A0E07858-0BBC-055F-E37F-A5988E4BD45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86000" y="990600"/>
            <a:ext cx="7143750" cy="2676525"/>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mc:Choice xmlns:p14="http://schemas.microsoft.com/office/powerpoint/2010/main" Requires="p14">
          <p:contentPart p14:bwMode="auto" r:id="rId3">
            <p14:nvContentPartPr>
              <p14:cNvPr id="4" name="Ink 3">
                <a:extLst>
                  <a:ext uri="{FF2B5EF4-FFF2-40B4-BE49-F238E27FC236}">
                    <a16:creationId xmlns:a16="http://schemas.microsoft.com/office/drawing/2014/main" id="{CA072C89-2C4B-CB99-6D97-B04ADEF472EB}"/>
                  </a:ext>
                </a:extLst>
              </p14:cNvPr>
              <p14:cNvContentPartPr/>
              <p14:nvPr/>
            </p14:nvContentPartPr>
            <p14:xfrm>
              <a:off x="5337110" y="738757"/>
              <a:ext cx="132120" cy="3169800"/>
            </p14:xfrm>
          </p:contentPart>
        </mc:Choice>
        <mc:Fallback>
          <p:pic>
            <p:nvPicPr>
              <p:cNvPr id="4" name="Ink 3">
                <a:extLst>
                  <a:ext uri="{FF2B5EF4-FFF2-40B4-BE49-F238E27FC236}">
                    <a16:creationId xmlns:a16="http://schemas.microsoft.com/office/drawing/2014/main" id="{CA072C89-2C4B-CB99-6D97-B04ADEF472EB}"/>
                  </a:ext>
                </a:extLst>
              </p:cNvPr>
              <p:cNvPicPr/>
              <p:nvPr/>
            </p:nvPicPr>
            <p:blipFill>
              <a:blip r:embed="rId4"/>
              <a:stretch>
                <a:fillRect/>
              </a:stretch>
            </p:blipFill>
            <p:spPr>
              <a:xfrm>
                <a:off x="5319110" y="720757"/>
                <a:ext cx="167760" cy="3205440"/>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5" name="Ink 4">
                <a:extLst>
                  <a:ext uri="{FF2B5EF4-FFF2-40B4-BE49-F238E27FC236}">
                    <a16:creationId xmlns:a16="http://schemas.microsoft.com/office/drawing/2014/main" id="{54150003-A49C-B1A6-18D6-5CFCEAB04AAA}"/>
                  </a:ext>
                </a:extLst>
              </p14:cNvPr>
              <p14:cNvContentPartPr/>
              <p14:nvPr/>
            </p14:nvContentPartPr>
            <p14:xfrm>
              <a:off x="6047750" y="707077"/>
              <a:ext cx="122760" cy="3249720"/>
            </p14:xfrm>
          </p:contentPart>
        </mc:Choice>
        <mc:Fallback>
          <p:pic>
            <p:nvPicPr>
              <p:cNvPr id="5" name="Ink 4">
                <a:extLst>
                  <a:ext uri="{FF2B5EF4-FFF2-40B4-BE49-F238E27FC236}">
                    <a16:creationId xmlns:a16="http://schemas.microsoft.com/office/drawing/2014/main" id="{54150003-A49C-B1A6-18D6-5CFCEAB04AAA}"/>
                  </a:ext>
                </a:extLst>
              </p:cNvPr>
              <p:cNvPicPr/>
              <p:nvPr/>
            </p:nvPicPr>
            <p:blipFill>
              <a:blip r:embed="rId6"/>
              <a:stretch>
                <a:fillRect/>
              </a:stretch>
            </p:blipFill>
            <p:spPr>
              <a:xfrm>
                <a:off x="6030110" y="689437"/>
                <a:ext cx="158400" cy="3285360"/>
              </a:xfrm>
              <a:prstGeom prst="rect">
                <a:avLst/>
              </a:prstGeom>
            </p:spPr>
          </p:pic>
        </mc:Fallback>
      </mc:AlternateContent>
      <mc:AlternateContent xmlns:mc="http://schemas.openxmlformats.org/markup-compatibility/2006">
        <mc:Choice xmlns:p14="http://schemas.microsoft.com/office/powerpoint/2010/main" Requires="p14">
          <p:contentPart p14:bwMode="auto" r:id="rId7">
            <p14:nvContentPartPr>
              <p14:cNvPr id="6" name="Ink 5">
                <a:extLst>
                  <a:ext uri="{FF2B5EF4-FFF2-40B4-BE49-F238E27FC236}">
                    <a16:creationId xmlns:a16="http://schemas.microsoft.com/office/drawing/2014/main" id="{60BF6371-FDA4-BFB8-9619-0C8282115D16}"/>
                  </a:ext>
                </a:extLst>
              </p14:cNvPr>
              <p14:cNvContentPartPr/>
              <p14:nvPr/>
            </p14:nvContentPartPr>
            <p14:xfrm>
              <a:off x="7051790" y="700957"/>
              <a:ext cx="99720" cy="3067920"/>
            </p14:xfrm>
          </p:contentPart>
        </mc:Choice>
        <mc:Fallback>
          <p:pic>
            <p:nvPicPr>
              <p:cNvPr id="6" name="Ink 5">
                <a:extLst>
                  <a:ext uri="{FF2B5EF4-FFF2-40B4-BE49-F238E27FC236}">
                    <a16:creationId xmlns:a16="http://schemas.microsoft.com/office/drawing/2014/main" id="{60BF6371-FDA4-BFB8-9619-0C8282115D16}"/>
                  </a:ext>
                </a:extLst>
              </p:cNvPr>
              <p:cNvPicPr/>
              <p:nvPr/>
            </p:nvPicPr>
            <p:blipFill>
              <a:blip r:embed="rId8"/>
              <a:stretch>
                <a:fillRect/>
              </a:stretch>
            </p:blipFill>
            <p:spPr>
              <a:xfrm>
                <a:off x="7033790" y="682957"/>
                <a:ext cx="135360" cy="3103560"/>
              </a:xfrm>
              <a:prstGeom prst="rect">
                <a:avLst/>
              </a:prstGeom>
            </p:spPr>
          </p:pic>
        </mc:Fallback>
      </mc:AlternateContent>
      <mc:AlternateContent xmlns:mc="http://schemas.openxmlformats.org/markup-compatibility/2006">
        <mc:Choice xmlns:p14="http://schemas.microsoft.com/office/powerpoint/2010/main" Requires="p14">
          <p:contentPart p14:bwMode="auto" r:id="rId9">
            <p14:nvContentPartPr>
              <p14:cNvPr id="7" name="Ink 6">
                <a:extLst>
                  <a:ext uri="{FF2B5EF4-FFF2-40B4-BE49-F238E27FC236}">
                    <a16:creationId xmlns:a16="http://schemas.microsoft.com/office/drawing/2014/main" id="{8DEA36B8-B3C5-A3BD-E350-52A0942B91B3}"/>
                  </a:ext>
                </a:extLst>
              </p14:cNvPr>
              <p14:cNvContentPartPr/>
              <p14:nvPr/>
            </p14:nvContentPartPr>
            <p14:xfrm>
              <a:off x="5432870" y="3874717"/>
              <a:ext cx="16200" cy="150480"/>
            </p14:xfrm>
          </p:contentPart>
        </mc:Choice>
        <mc:Fallback>
          <p:pic>
            <p:nvPicPr>
              <p:cNvPr id="7" name="Ink 6">
                <a:extLst>
                  <a:ext uri="{FF2B5EF4-FFF2-40B4-BE49-F238E27FC236}">
                    <a16:creationId xmlns:a16="http://schemas.microsoft.com/office/drawing/2014/main" id="{8DEA36B8-B3C5-A3BD-E350-52A0942B91B3}"/>
                  </a:ext>
                </a:extLst>
              </p:cNvPr>
              <p:cNvPicPr/>
              <p:nvPr/>
            </p:nvPicPr>
            <p:blipFill>
              <a:blip r:embed="rId10"/>
              <a:stretch>
                <a:fillRect/>
              </a:stretch>
            </p:blipFill>
            <p:spPr>
              <a:xfrm>
                <a:off x="5415230" y="3857077"/>
                <a:ext cx="51840" cy="186120"/>
              </a:xfrm>
              <a:prstGeom prst="rect">
                <a:avLst/>
              </a:prstGeom>
            </p:spPr>
          </p:pic>
        </mc:Fallback>
      </mc:AlternateContent>
    </p:spTree>
    <p:extLst>
      <p:ext uri="{BB962C8B-B14F-4D97-AF65-F5344CB8AC3E}">
        <p14:creationId xmlns:p14="http://schemas.microsoft.com/office/powerpoint/2010/main" val="24838948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3C70C2-D3B7-9AC4-7CF4-00B147CD0567}"/>
              </a:ext>
            </a:extLst>
          </p:cNvPr>
          <p:cNvSpPr>
            <a:spLocks noGrp="1"/>
          </p:cNvSpPr>
          <p:nvPr>
            <p:ph type="title"/>
          </p:nvPr>
        </p:nvSpPr>
        <p:spPr>
          <a:xfrm>
            <a:off x="78739" y="14986"/>
            <a:ext cx="10328275" cy="492443"/>
          </a:xfrm>
        </p:spPr>
        <p:txBody>
          <a:bodyPr/>
          <a:lstStyle/>
          <a:p>
            <a:r>
              <a:rPr lang="en-US" dirty="0"/>
              <a:t>Speed of light in different mediums</a:t>
            </a:r>
          </a:p>
        </p:txBody>
      </p:sp>
      <p:sp>
        <p:nvSpPr>
          <p:cNvPr id="3" name="Text Placeholder 2">
            <a:extLst>
              <a:ext uri="{FF2B5EF4-FFF2-40B4-BE49-F238E27FC236}">
                <a16:creationId xmlns:a16="http://schemas.microsoft.com/office/drawing/2014/main" id="{41A0AB4A-4F7E-1EFF-47F2-70C6D59862CD}"/>
              </a:ext>
            </a:extLst>
          </p:cNvPr>
          <p:cNvSpPr>
            <a:spLocks noGrp="1"/>
          </p:cNvSpPr>
          <p:nvPr>
            <p:ph type="body" idx="1"/>
          </p:nvPr>
        </p:nvSpPr>
        <p:spPr>
          <a:xfrm>
            <a:off x="457200" y="1447800"/>
            <a:ext cx="11506199" cy="4739759"/>
          </a:xfrm>
        </p:spPr>
        <p:txBody>
          <a:bodyPr/>
          <a:lstStyle/>
          <a:p>
            <a:r>
              <a:rPr lang="en-US" dirty="0"/>
              <a:t>There is a concept called the refractive index, which is:</a:t>
            </a:r>
          </a:p>
          <a:p>
            <a:endParaRPr lang="en-US" dirty="0"/>
          </a:p>
          <a:p>
            <a:pPr algn="ctr"/>
            <a:r>
              <a:rPr lang="en-US" dirty="0"/>
              <a:t>n = c/v</a:t>
            </a:r>
          </a:p>
          <a:p>
            <a:pPr algn="l"/>
            <a:r>
              <a:rPr lang="en-US" dirty="0"/>
              <a:t>Where </a:t>
            </a:r>
          </a:p>
          <a:p>
            <a:pPr algn="l"/>
            <a:r>
              <a:rPr lang="en-US" dirty="0"/>
              <a:t>n: refractive index</a:t>
            </a:r>
          </a:p>
          <a:p>
            <a:pPr algn="l"/>
            <a:r>
              <a:rPr lang="en-US" dirty="0"/>
              <a:t>c: speed of light</a:t>
            </a:r>
          </a:p>
          <a:p>
            <a:pPr algn="l"/>
            <a:r>
              <a:rPr lang="en-US" dirty="0"/>
              <a:t>v: speed of light in the medium</a:t>
            </a:r>
          </a:p>
          <a:p>
            <a:pPr algn="l"/>
            <a:endParaRPr lang="en-US" dirty="0"/>
          </a:p>
          <a:p>
            <a:pPr algn="l"/>
            <a:r>
              <a:rPr lang="en-US" dirty="0"/>
              <a:t>This emerges due to the oscillations of electrons in a material creating dipoles that interact with electromagnetic waves and slow them down</a:t>
            </a:r>
          </a:p>
          <a:p>
            <a:pPr algn="l"/>
            <a:endParaRPr lang="en-US" dirty="0"/>
          </a:p>
        </p:txBody>
      </p:sp>
      <p:grpSp>
        <p:nvGrpSpPr>
          <p:cNvPr id="16" name="Group 15">
            <a:extLst>
              <a:ext uri="{FF2B5EF4-FFF2-40B4-BE49-F238E27FC236}">
                <a16:creationId xmlns:a16="http://schemas.microsoft.com/office/drawing/2014/main" id="{DF768A4F-AA3B-07F3-01F2-CDED5DC0512B}"/>
              </a:ext>
            </a:extLst>
          </p:cNvPr>
          <p:cNvGrpSpPr/>
          <p:nvPr/>
        </p:nvGrpSpPr>
        <p:grpSpPr>
          <a:xfrm>
            <a:off x="7418630" y="2943397"/>
            <a:ext cx="1366200" cy="471960"/>
            <a:chOff x="7418630" y="2943397"/>
            <a:chExt cx="1366200" cy="471960"/>
          </a:xfrm>
        </p:grpSpPr>
        <mc:AlternateContent xmlns:mc="http://schemas.openxmlformats.org/markup-compatibility/2006">
          <mc:Choice xmlns:p14="http://schemas.microsoft.com/office/powerpoint/2010/main" Requires="p14">
            <p:contentPart p14:bwMode="auto" r:id="rId2">
              <p14:nvContentPartPr>
                <p14:cNvPr id="4" name="Ink 3">
                  <a:extLst>
                    <a:ext uri="{FF2B5EF4-FFF2-40B4-BE49-F238E27FC236}">
                      <a16:creationId xmlns:a16="http://schemas.microsoft.com/office/drawing/2014/main" id="{2EAB58D9-CF60-E2C8-408B-72F6B30122E6}"/>
                    </a:ext>
                  </a:extLst>
                </p14:cNvPr>
                <p14:cNvContentPartPr/>
                <p14:nvPr/>
              </p14:nvContentPartPr>
              <p14:xfrm>
                <a:off x="7418630" y="2943397"/>
                <a:ext cx="268560" cy="356760"/>
              </p14:xfrm>
            </p:contentPart>
          </mc:Choice>
          <mc:Fallback>
            <p:pic>
              <p:nvPicPr>
                <p:cNvPr id="4" name="Ink 3">
                  <a:extLst>
                    <a:ext uri="{FF2B5EF4-FFF2-40B4-BE49-F238E27FC236}">
                      <a16:creationId xmlns:a16="http://schemas.microsoft.com/office/drawing/2014/main" id="{2EAB58D9-CF60-E2C8-408B-72F6B30122E6}"/>
                    </a:ext>
                  </a:extLst>
                </p:cNvPr>
                <p:cNvPicPr/>
                <p:nvPr/>
              </p:nvPicPr>
              <p:blipFill>
                <a:blip r:embed="rId3"/>
                <a:stretch>
                  <a:fillRect/>
                </a:stretch>
              </p:blipFill>
              <p:spPr>
                <a:xfrm>
                  <a:off x="7400990" y="2925397"/>
                  <a:ext cx="304200" cy="392400"/>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5" name="Ink 4">
                  <a:extLst>
                    <a:ext uri="{FF2B5EF4-FFF2-40B4-BE49-F238E27FC236}">
                      <a16:creationId xmlns:a16="http://schemas.microsoft.com/office/drawing/2014/main" id="{561D4CF2-E2BA-1CBD-5F2D-AF6AFC0416A0}"/>
                    </a:ext>
                  </a:extLst>
                </p14:cNvPr>
                <p14:cNvContentPartPr/>
                <p14:nvPr/>
              </p14:nvContentPartPr>
              <p14:xfrm>
                <a:off x="7749470" y="3228157"/>
                <a:ext cx="131040" cy="147240"/>
              </p14:xfrm>
            </p:contentPart>
          </mc:Choice>
          <mc:Fallback>
            <p:pic>
              <p:nvPicPr>
                <p:cNvPr id="5" name="Ink 4">
                  <a:extLst>
                    <a:ext uri="{FF2B5EF4-FFF2-40B4-BE49-F238E27FC236}">
                      <a16:creationId xmlns:a16="http://schemas.microsoft.com/office/drawing/2014/main" id="{561D4CF2-E2BA-1CBD-5F2D-AF6AFC0416A0}"/>
                    </a:ext>
                  </a:extLst>
                </p:cNvPr>
                <p:cNvPicPr/>
                <p:nvPr/>
              </p:nvPicPr>
              <p:blipFill>
                <a:blip r:embed="rId5"/>
                <a:stretch>
                  <a:fillRect/>
                </a:stretch>
              </p:blipFill>
              <p:spPr>
                <a:xfrm>
                  <a:off x="7731470" y="3210157"/>
                  <a:ext cx="166680" cy="18288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6" name="Ink 5">
                  <a:extLst>
                    <a:ext uri="{FF2B5EF4-FFF2-40B4-BE49-F238E27FC236}">
                      <a16:creationId xmlns:a16="http://schemas.microsoft.com/office/drawing/2014/main" id="{B8CAC3C6-FA43-3803-2452-60DEB06D7B1C}"/>
                    </a:ext>
                  </a:extLst>
                </p14:cNvPr>
                <p14:cNvContentPartPr/>
                <p14:nvPr/>
              </p14:nvContentPartPr>
              <p14:xfrm>
                <a:off x="7951430" y="3067237"/>
                <a:ext cx="31320" cy="262800"/>
              </p14:xfrm>
            </p:contentPart>
          </mc:Choice>
          <mc:Fallback>
            <p:pic>
              <p:nvPicPr>
                <p:cNvPr id="6" name="Ink 5">
                  <a:extLst>
                    <a:ext uri="{FF2B5EF4-FFF2-40B4-BE49-F238E27FC236}">
                      <a16:creationId xmlns:a16="http://schemas.microsoft.com/office/drawing/2014/main" id="{B8CAC3C6-FA43-3803-2452-60DEB06D7B1C}"/>
                    </a:ext>
                  </a:extLst>
                </p:cNvPr>
                <p:cNvPicPr/>
                <p:nvPr/>
              </p:nvPicPr>
              <p:blipFill>
                <a:blip r:embed="rId7"/>
                <a:stretch>
                  <a:fillRect/>
                </a:stretch>
              </p:blipFill>
              <p:spPr>
                <a:xfrm>
                  <a:off x="7933790" y="3049237"/>
                  <a:ext cx="66960" cy="29844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7" name="Ink 6">
                  <a:extLst>
                    <a:ext uri="{FF2B5EF4-FFF2-40B4-BE49-F238E27FC236}">
                      <a16:creationId xmlns:a16="http://schemas.microsoft.com/office/drawing/2014/main" id="{1DD56E0A-A6FA-7E49-299C-37BBD3DB0957}"/>
                    </a:ext>
                  </a:extLst>
                </p14:cNvPr>
                <p14:cNvContentPartPr/>
                <p14:nvPr/>
              </p14:nvContentPartPr>
              <p14:xfrm>
                <a:off x="8042510" y="3234997"/>
                <a:ext cx="97200" cy="120960"/>
              </p14:xfrm>
            </p:contentPart>
          </mc:Choice>
          <mc:Fallback>
            <p:pic>
              <p:nvPicPr>
                <p:cNvPr id="7" name="Ink 6">
                  <a:extLst>
                    <a:ext uri="{FF2B5EF4-FFF2-40B4-BE49-F238E27FC236}">
                      <a16:creationId xmlns:a16="http://schemas.microsoft.com/office/drawing/2014/main" id="{1DD56E0A-A6FA-7E49-299C-37BBD3DB0957}"/>
                    </a:ext>
                  </a:extLst>
                </p:cNvPr>
                <p:cNvPicPr/>
                <p:nvPr/>
              </p:nvPicPr>
              <p:blipFill>
                <a:blip r:embed="rId9"/>
                <a:stretch>
                  <a:fillRect/>
                </a:stretch>
              </p:blipFill>
              <p:spPr>
                <a:xfrm>
                  <a:off x="8024870" y="3216997"/>
                  <a:ext cx="132840" cy="156600"/>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8" name="Ink 7">
                  <a:extLst>
                    <a:ext uri="{FF2B5EF4-FFF2-40B4-BE49-F238E27FC236}">
                      <a16:creationId xmlns:a16="http://schemas.microsoft.com/office/drawing/2014/main" id="{30FBF387-90C3-4D96-3B7F-B7090A7C4095}"/>
                    </a:ext>
                  </a:extLst>
                </p14:cNvPr>
                <p14:cNvContentPartPr/>
                <p14:nvPr/>
              </p14:nvContentPartPr>
              <p14:xfrm>
                <a:off x="8253470" y="3247957"/>
                <a:ext cx="142560" cy="102960"/>
              </p14:xfrm>
            </p:contentPart>
          </mc:Choice>
          <mc:Fallback>
            <p:pic>
              <p:nvPicPr>
                <p:cNvPr id="8" name="Ink 7">
                  <a:extLst>
                    <a:ext uri="{FF2B5EF4-FFF2-40B4-BE49-F238E27FC236}">
                      <a16:creationId xmlns:a16="http://schemas.microsoft.com/office/drawing/2014/main" id="{30FBF387-90C3-4D96-3B7F-B7090A7C4095}"/>
                    </a:ext>
                  </a:extLst>
                </p:cNvPr>
                <p:cNvPicPr/>
                <p:nvPr/>
              </p:nvPicPr>
              <p:blipFill>
                <a:blip r:embed="rId11"/>
                <a:stretch>
                  <a:fillRect/>
                </a:stretch>
              </p:blipFill>
              <p:spPr>
                <a:xfrm>
                  <a:off x="8235830" y="3230317"/>
                  <a:ext cx="178200" cy="138600"/>
                </a:xfrm>
                <a:prstGeom prst="rect">
                  <a:avLst/>
                </a:prstGeom>
              </p:spPr>
            </p:pic>
          </mc:Fallback>
        </mc:AlternateContent>
        <mc:AlternateContent xmlns:mc="http://schemas.openxmlformats.org/markup-compatibility/2006">
          <mc:Choice xmlns:p14="http://schemas.microsoft.com/office/powerpoint/2010/main" Requires="p14">
            <p:contentPart p14:bwMode="auto" r:id="rId12">
              <p14:nvContentPartPr>
                <p14:cNvPr id="9" name="Ink 8">
                  <a:extLst>
                    <a:ext uri="{FF2B5EF4-FFF2-40B4-BE49-F238E27FC236}">
                      <a16:creationId xmlns:a16="http://schemas.microsoft.com/office/drawing/2014/main" id="{C261B2D6-89E9-2420-4C36-18E1467CA795}"/>
                    </a:ext>
                  </a:extLst>
                </p14:cNvPr>
                <p14:cNvContentPartPr/>
                <p14:nvPr/>
              </p14:nvContentPartPr>
              <p14:xfrm>
                <a:off x="8418350" y="3067597"/>
                <a:ext cx="21600" cy="42480"/>
              </p14:xfrm>
            </p:contentPart>
          </mc:Choice>
          <mc:Fallback>
            <p:pic>
              <p:nvPicPr>
                <p:cNvPr id="9" name="Ink 8">
                  <a:extLst>
                    <a:ext uri="{FF2B5EF4-FFF2-40B4-BE49-F238E27FC236}">
                      <a16:creationId xmlns:a16="http://schemas.microsoft.com/office/drawing/2014/main" id="{C261B2D6-89E9-2420-4C36-18E1467CA795}"/>
                    </a:ext>
                  </a:extLst>
                </p:cNvPr>
                <p:cNvPicPr/>
                <p:nvPr/>
              </p:nvPicPr>
              <p:blipFill>
                <a:blip r:embed="rId13"/>
                <a:stretch>
                  <a:fillRect/>
                </a:stretch>
              </p:blipFill>
              <p:spPr>
                <a:xfrm>
                  <a:off x="8400350" y="3049957"/>
                  <a:ext cx="57240" cy="78120"/>
                </a:xfrm>
                <a:prstGeom prst="rect">
                  <a:avLst/>
                </a:prstGeom>
              </p:spPr>
            </p:pic>
          </mc:Fallback>
        </mc:AlternateContent>
        <mc:AlternateContent xmlns:mc="http://schemas.openxmlformats.org/markup-compatibility/2006">
          <mc:Choice xmlns:p14="http://schemas.microsoft.com/office/powerpoint/2010/main" Requires="p14">
            <p:contentPart p14:bwMode="auto" r:id="rId14">
              <p14:nvContentPartPr>
                <p14:cNvPr id="10" name="Ink 9">
                  <a:extLst>
                    <a:ext uri="{FF2B5EF4-FFF2-40B4-BE49-F238E27FC236}">
                      <a16:creationId xmlns:a16="http://schemas.microsoft.com/office/drawing/2014/main" id="{03CB0982-F660-7EA0-E7A6-CB6270E328EC}"/>
                    </a:ext>
                  </a:extLst>
                </p14:cNvPr>
                <p14:cNvContentPartPr/>
                <p14:nvPr/>
              </p14:nvContentPartPr>
              <p14:xfrm>
                <a:off x="8556950" y="3057157"/>
                <a:ext cx="20880" cy="221400"/>
              </p14:xfrm>
            </p:contentPart>
          </mc:Choice>
          <mc:Fallback>
            <p:pic>
              <p:nvPicPr>
                <p:cNvPr id="10" name="Ink 9">
                  <a:extLst>
                    <a:ext uri="{FF2B5EF4-FFF2-40B4-BE49-F238E27FC236}">
                      <a16:creationId xmlns:a16="http://schemas.microsoft.com/office/drawing/2014/main" id="{03CB0982-F660-7EA0-E7A6-CB6270E328EC}"/>
                    </a:ext>
                  </a:extLst>
                </p:cNvPr>
                <p:cNvPicPr/>
                <p:nvPr/>
              </p:nvPicPr>
              <p:blipFill>
                <a:blip r:embed="rId15"/>
                <a:stretch>
                  <a:fillRect/>
                </a:stretch>
              </p:blipFill>
              <p:spPr>
                <a:xfrm>
                  <a:off x="8539310" y="3039517"/>
                  <a:ext cx="56520" cy="257040"/>
                </a:xfrm>
                <a:prstGeom prst="rect">
                  <a:avLst/>
                </a:prstGeom>
              </p:spPr>
            </p:pic>
          </mc:Fallback>
        </mc:AlternateContent>
        <mc:AlternateContent xmlns:mc="http://schemas.openxmlformats.org/markup-compatibility/2006">
          <mc:Choice xmlns:p14="http://schemas.microsoft.com/office/powerpoint/2010/main" Requires="p14">
            <p:contentPart p14:bwMode="auto" r:id="rId16">
              <p14:nvContentPartPr>
                <p14:cNvPr id="11" name="Ink 10">
                  <a:extLst>
                    <a:ext uri="{FF2B5EF4-FFF2-40B4-BE49-F238E27FC236}">
                      <a16:creationId xmlns:a16="http://schemas.microsoft.com/office/drawing/2014/main" id="{FCE46AF6-920E-AA10-3FB0-587DE37B6683}"/>
                    </a:ext>
                  </a:extLst>
                </p14:cNvPr>
                <p14:cNvContentPartPr/>
                <p14:nvPr/>
              </p14:nvContentPartPr>
              <p14:xfrm>
                <a:off x="8525990" y="3185317"/>
                <a:ext cx="258840" cy="230040"/>
              </p14:xfrm>
            </p:contentPart>
          </mc:Choice>
          <mc:Fallback>
            <p:pic>
              <p:nvPicPr>
                <p:cNvPr id="11" name="Ink 10">
                  <a:extLst>
                    <a:ext uri="{FF2B5EF4-FFF2-40B4-BE49-F238E27FC236}">
                      <a16:creationId xmlns:a16="http://schemas.microsoft.com/office/drawing/2014/main" id="{FCE46AF6-920E-AA10-3FB0-587DE37B6683}"/>
                    </a:ext>
                  </a:extLst>
                </p:cNvPr>
                <p:cNvPicPr/>
                <p:nvPr/>
              </p:nvPicPr>
              <p:blipFill>
                <a:blip r:embed="rId17"/>
                <a:stretch>
                  <a:fillRect/>
                </a:stretch>
              </p:blipFill>
              <p:spPr>
                <a:xfrm>
                  <a:off x="8507990" y="3167317"/>
                  <a:ext cx="294480" cy="265680"/>
                </a:xfrm>
                <a:prstGeom prst="rect">
                  <a:avLst/>
                </a:prstGeom>
              </p:spPr>
            </p:pic>
          </mc:Fallback>
        </mc:AlternateContent>
      </p:grpSp>
      <p:grpSp>
        <p:nvGrpSpPr>
          <p:cNvPr id="15" name="Group 14">
            <a:extLst>
              <a:ext uri="{FF2B5EF4-FFF2-40B4-BE49-F238E27FC236}">
                <a16:creationId xmlns:a16="http://schemas.microsoft.com/office/drawing/2014/main" id="{8D6DF9A4-18D2-A681-4ACF-9463968ACDA1}"/>
              </a:ext>
            </a:extLst>
          </p:cNvPr>
          <p:cNvGrpSpPr/>
          <p:nvPr/>
        </p:nvGrpSpPr>
        <p:grpSpPr>
          <a:xfrm>
            <a:off x="9086150" y="3031957"/>
            <a:ext cx="280080" cy="268560"/>
            <a:chOff x="9086150" y="3031957"/>
            <a:chExt cx="280080" cy="268560"/>
          </a:xfrm>
        </p:grpSpPr>
        <mc:AlternateContent xmlns:mc="http://schemas.openxmlformats.org/markup-compatibility/2006">
          <mc:Choice xmlns:p14="http://schemas.microsoft.com/office/powerpoint/2010/main" Requires="p14">
            <p:contentPart p14:bwMode="auto" r:id="rId18">
              <p14:nvContentPartPr>
                <p14:cNvPr id="12" name="Ink 11">
                  <a:extLst>
                    <a:ext uri="{FF2B5EF4-FFF2-40B4-BE49-F238E27FC236}">
                      <a16:creationId xmlns:a16="http://schemas.microsoft.com/office/drawing/2014/main" id="{8C30E50E-3CAE-B0B5-2091-25A1CE75F234}"/>
                    </a:ext>
                  </a:extLst>
                </p14:cNvPr>
                <p14:cNvContentPartPr/>
                <p14:nvPr/>
              </p14:nvContentPartPr>
              <p14:xfrm>
                <a:off x="9086150" y="3203677"/>
                <a:ext cx="14760" cy="96840"/>
              </p14:xfrm>
            </p:contentPart>
          </mc:Choice>
          <mc:Fallback>
            <p:pic>
              <p:nvPicPr>
                <p:cNvPr id="12" name="Ink 11">
                  <a:extLst>
                    <a:ext uri="{FF2B5EF4-FFF2-40B4-BE49-F238E27FC236}">
                      <a16:creationId xmlns:a16="http://schemas.microsoft.com/office/drawing/2014/main" id="{8C30E50E-3CAE-B0B5-2091-25A1CE75F234}"/>
                    </a:ext>
                  </a:extLst>
                </p:cNvPr>
                <p:cNvPicPr/>
                <p:nvPr/>
              </p:nvPicPr>
              <p:blipFill>
                <a:blip r:embed="rId19"/>
                <a:stretch>
                  <a:fillRect/>
                </a:stretch>
              </p:blipFill>
              <p:spPr>
                <a:xfrm>
                  <a:off x="9068150" y="3186037"/>
                  <a:ext cx="50400" cy="132480"/>
                </a:xfrm>
                <a:prstGeom prst="rect">
                  <a:avLst/>
                </a:prstGeom>
              </p:spPr>
            </p:pic>
          </mc:Fallback>
        </mc:AlternateContent>
        <mc:AlternateContent xmlns:mc="http://schemas.openxmlformats.org/markup-compatibility/2006">
          <mc:Choice xmlns:p14="http://schemas.microsoft.com/office/powerpoint/2010/main" Requires="p14">
            <p:contentPart p14:bwMode="auto" r:id="rId20">
              <p14:nvContentPartPr>
                <p14:cNvPr id="13" name="Ink 12">
                  <a:extLst>
                    <a:ext uri="{FF2B5EF4-FFF2-40B4-BE49-F238E27FC236}">
                      <a16:creationId xmlns:a16="http://schemas.microsoft.com/office/drawing/2014/main" id="{F515FB9F-19B2-0C89-BEEB-C987DEB5CC94}"/>
                    </a:ext>
                  </a:extLst>
                </p14:cNvPr>
                <p14:cNvContentPartPr/>
                <p14:nvPr/>
              </p14:nvContentPartPr>
              <p14:xfrm>
                <a:off x="9107390" y="3031957"/>
                <a:ext cx="34920" cy="77040"/>
              </p14:xfrm>
            </p:contentPart>
          </mc:Choice>
          <mc:Fallback>
            <p:pic>
              <p:nvPicPr>
                <p:cNvPr id="13" name="Ink 12">
                  <a:extLst>
                    <a:ext uri="{FF2B5EF4-FFF2-40B4-BE49-F238E27FC236}">
                      <a16:creationId xmlns:a16="http://schemas.microsoft.com/office/drawing/2014/main" id="{F515FB9F-19B2-0C89-BEEB-C987DEB5CC94}"/>
                    </a:ext>
                  </a:extLst>
                </p:cNvPr>
                <p:cNvPicPr/>
                <p:nvPr/>
              </p:nvPicPr>
              <p:blipFill>
                <a:blip r:embed="rId21"/>
                <a:stretch>
                  <a:fillRect/>
                </a:stretch>
              </p:blipFill>
              <p:spPr>
                <a:xfrm>
                  <a:off x="9089750" y="3014317"/>
                  <a:ext cx="70560" cy="112680"/>
                </a:xfrm>
                <a:prstGeom prst="rect">
                  <a:avLst/>
                </a:prstGeom>
              </p:spPr>
            </p:pic>
          </mc:Fallback>
        </mc:AlternateContent>
        <mc:AlternateContent xmlns:mc="http://schemas.openxmlformats.org/markup-compatibility/2006">
          <mc:Choice xmlns:p14="http://schemas.microsoft.com/office/powerpoint/2010/main" Requires="p14">
            <p:contentPart p14:bwMode="auto" r:id="rId22">
              <p14:nvContentPartPr>
                <p14:cNvPr id="14" name="Ink 13">
                  <a:extLst>
                    <a:ext uri="{FF2B5EF4-FFF2-40B4-BE49-F238E27FC236}">
                      <a16:creationId xmlns:a16="http://schemas.microsoft.com/office/drawing/2014/main" id="{E88CB26D-9F9D-DCA6-D7AD-BF6F732D83C1}"/>
                    </a:ext>
                  </a:extLst>
                </p14:cNvPr>
                <p14:cNvContentPartPr/>
                <p14:nvPr/>
              </p14:nvContentPartPr>
              <p14:xfrm>
                <a:off x="9217550" y="3213757"/>
                <a:ext cx="148680" cy="79560"/>
              </p14:xfrm>
            </p:contentPart>
          </mc:Choice>
          <mc:Fallback>
            <p:pic>
              <p:nvPicPr>
                <p:cNvPr id="14" name="Ink 13">
                  <a:extLst>
                    <a:ext uri="{FF2B5EF4-FFF2-40B4-BE49-F238E27FC236}">
                      <a16:creationId xmlns:a16="http://schemas.microsoft.com/office/drawing/2014/main" id="{E88CB26D-9F9D-DCA6-D7AD-BF6F732D83C1}"/>
                    </a:ext>
                  </a:extLst>
                </p:cNvPr>
                <p:cNvPicPr/>
                <p:nvPr/>
              </p:nvPicPr>
              <p:blipFill>
                <a:blip r:embed="rId23"/>
                <a:stretch>
                  <a:fillRect/>
                </a:stretch>
              </p:blipFill>
              <p:spPr>
                <a:xfrm>
                  <a:off x="9199550" y="3196117"/>
                  <a:ext cx="184320" cy="115200"/>
                </a:xfrm>
                <a:prstGeom prst="rect">
                  <a:avLst/>
                </a:prstGeom>
              </p:spPr>
            </p:pic>
          </mc:Fallback>
        </mc:AlternateContent>
      </p:grpSp>
      <p:grpSp>
        <p:nvGrpSpPr>
          <p:cNvPr id="31" name="Group 30">
            <a:extLst>
              <a:ext uri="{FF2B5EF4-FFF2-40B4-BE49-F238E27FC236}">
                <a16:creationId xmlns:a16="http://schemas.microsoft.com/office/drawing/2014/main" id="{6576FDD0-4297-00C4-BB65-F6BCF1A96E85}"/>
              </a:ext>
            </a:extLst>
          </p:cNvPr>
          <p:cNvGrpSpPr/>
          <p:nvPr/>
        </p:nvGrpSpPr>
        <p:grpSpPr>
          <a:xfrm>
            <a:off x="7851350" y="3762397"/>
            <a:ext cx="636840" cy="200880"/>
            <a:chOff x="7851350" y="3762397"/>
            <a:chExt cx="636840" cy="200880"/>
          </a:xfrm>
        </p:grpSpPr>
        <mc:AlternateContent xmlns:mc="http://schemas.openxmlformats.org/markup-compatibility/2006">
          <mc:Choice xmlns:p14="http://schemas.microsoft.com/office/powerpoint/2010/main" Requires="p14">
            <p:contentPart p14:bwMode="auto" r:id="rId24">
              <p14:nvContentPartPr>
                <p14:cNvPr id="17" name="Ink 16">
                  <a:extLst>
                    <a:ext uri="{FF2B5EF4-FFF2-40B4-BE49-F238E27FC236}">
                      <a16:creationId xmlns:a16="http://schemas.microsoft.com/office/drawing/2014/main" id="{24582761-5C6F-4B0A-39C9-D26D61CEAAA3}"/>
                    </a:ext>
                  </a:extLst>
                </p14:cNvPr>
                <p14:cNvContentPartPr/>
                <p14:nvPr/>
              </p14:nvContentPartPr>
              <p14:xfrm>
                <a:off x="7851350" y="3783997"/>
                <a:ext cx="173520" cy="179280"/>
              </p14:xfrm>
            </p:contentPart>
          </mc:Choice>
          <mc:Fallback>
            <p:pic>
              <p:nvPicPr>
                <p:cNvPr id="17" name="Ink 16">
                  <a:extLst>
                    <a:ext uri="{FF2B5EF4-FFF2-40B4-BE49-F238E27FC236}">
                      <a16:creationId xmlns:a16="http://schemas.microsoft.com/office/drawing/2014/main" id="{24582761-5C6F-4B0A-39C9-D26D61CEAAA3}"/>
                    </a:ext>
                  </a:extLst>
                </p:cNvPr>
                <p:cNvPicPr/>
                <p:nvPr/>
              </p:nvPicPr>
              <p:blipFill>
                <a:blip r:embed="rId25"/>
                <a:stretch>
                  <a:fillRect/>
                </a:stretch>
              </p:blipFill>
              <p:spPr>
                <a:xfrm>
                  <a:off x="7833350" y="3765997"/>
                  <a:ext cx="209160" cy="214920"/>
                </a:xfrm>
                <a:prstGeom prst="rect">
                  <a:avLst/>
                </a:prstGeom>
              </p:spPr>
            </p:pic>
          </mc:Fallback>
        </mc:AlternateContent>
        <mc:AlternateContent xmlns:mc="http://schemas.openxmlformats.org/markup-compatibility/2006">
          <mc:Choice xmlns:p14="http://schemas.microsoft.com/office/powerpoint/2010/main" Requires="p14">
            <p:contentPart p14:bwMode="auto" r:id="rId26">
              <p14:nvContentPartPr>
                <p14:cNvPr id="18" name="Ink 17">
                  <a:extLst>
                    <a:ext uri="{FF2B5EF4-FFF2-40B4-BE49-F238E27FC236}">
                      <a16:creationId xmlns:a16="http://schemas.microsoft.com/office/drawing/2014/main" id="{13343E96-675B-AE72-40BA-0FD6C49CF536}"/>
                    </a:ext>
                  </a:extLst>
                </p14:cNvPr>
                <p14:cNvContentPartPr/>
                <p14:nvPr/>
              </p14:nvContentPartPr>
              <p14:xfrm>
                <a:off x="8064830" y="3762397"/>
                <a:ext cx="168120" cy="184680"/>
              </p14:xfrm>
            </p:contentPart>
          </mc:Choice>
          <mc:Fallback>
            <p:pic>
              <p:nvPicPr>
                <p:cNvPr id="18" name="Ink 17">
                  <a:extLst>
                    <a:ext uri="{FF2B5EF4-FFF2-40B4-BE49-F238E27FC236}">
                      <a16:creationId xmlns:a16="http://schemas.microsoft.com/office/drawing/2014/main" id="{13343E96-675B-AE72-40BA-0FD6C49CF536}"/>
                    </a:ext>
                  </a:extLst>
                </p:cNvPr>
                <p:cNvPicPr/>
                <p:nvPr/>
              </p:nvPicPr>
              <p:blipFill>
                <a:blip r:embed="rId27"/>
                <a:stretch>
                  <a:fillRect/>
                </a:stretch>
              </p:blipFill>
              <p:spPr>
                <a:xfrm>
                  <a:off x="8046830" y="3744757"/>
                  <a:ext cx="203760" cy="220320"/>
                </a:xfrm>
                <a:prstGeom prst="rect">
                  <a:avLst/>
                </a:prstGeom>
              </p:spPr>
            </p:pic>
          </mc:Fallback>
        </mc:AlternateContent>
        <mc:AlternateContent xmlns:mc="http://schemas.openxmlformats.org/markup-compatibility/2006">
          <mc:Choice xmlns:p14="http://schemas.microsoft.com/office/powerpoint/2010/main" Requires="p14">
            <p:contentPart p14:bwMode="auto" r:id="rId28">
              <p14:nvContentPartPr>
                <p14:cNvPr id="19" name="Ink 18">
                  <a:extLst>
                    <a:ext uri="{FF2B5EF4-FFF2-40B4-BE49-F238E27FC236}">
                      <a16:creationId xmlns:a16="http://schemas.microsoft.com/office/drawing/2014/main" id="{67B4EB4B-5EFB-A8D3-0A7F-FFF20C554A23}"/>
                    </a:ext>
                  </a:extLst>
                </p14:cNvPr>
                <p14:cNvContentPartPr/>
                <p14:nvPr/>
              </p14:nvContentPartPr>
              <p14:xfrm>
                <a:off x="8347430" y="3764197"/>
                <a:ext cx="140760" cy="159480"/>
              </p14:xfrm>
            </p:contentPart>
          </mc:Choice>
          <mc:Fallback>
            <p:pic>
              <p:nvPicPr>
                <p:cNvPr id="19" name="Ink 18">
                  <a:extLst>
                    <a:ext uri="{FF2B5EF4-FFF2-40B4-BE49-F238E27FC236}">
                      <a16:creationId xmlns:a16="http://schemas.microsoft.com/office/drawing/2014/main" id="{67B4EB4B-5EFB-A8D3-0A7F-FFF20C554A23}"/>
                    </a:ext>
                  </a:extLst>
                </p:cNvPr>
                <p:cNvPicPr/>
                <p:nvPr/>
              </p:nvPicPr>
              <p:blipFill>
                <a:blip r:embed="rId29"/>
                <a:stretch>
                  <a:fillRect/>
                </a:stretch>
              </p:blipFill>
              <p:spPr>
                <a:xfrm>
                  <a:off x="8329790" y="3746197"/>
                  <a:ext cx="176400" cy="195120"/>
                </a:xfrm>
                <a:prstGeom prst="rect">
                  <a:avLst/>
                </a:prstGeom>
              </p:spPr>
            </p:pic>
          </mc:Fallback>
        </mc:AlternateContent>
      </p:grpSp>
      <p:grpSp>
        <p:nvGrpSpPr>
          <p:cNvPr id="30" name="Group 29">
            <a:extLst>
              <a:ext uri="{FF2B5EF4-FFF2-40B4-BE49-F238E27FC236}">
                <a16:creationId xmlns:a16="http://schemas.microsoft.com/office/drawing/2014/main" id="{1F8B4580-7F5A-25BA-523F-682EA9AC8BD1}"/>
              </a:ext>
            </a:extLst>
          </p:cNvPr>
          <p:cNvGrpSpPr/>
          <p:nvPr/>
        </p:nvGrpSpPr>
        <p:grpSpPr>
          <a:xfrm>
            <a:off x="8717510" y="3648637"/>
            <a:ext cx="1452600" cy="289440"/>
            <a:chOff x="8717510" y="3648637"/>
            <a:chExt cx="1452600" cy="289440"/>
          </a:xfrm>
        </p:grpSpPr>
        <mc:AlternateContent xmlns:mc="http://schemas.openxmlformats.org/markup-compatibility/2006">
          <mc:Choice xmlns:p14="http://schemas.microsoft.com/office/powerpoint/2010/main" Requires="p14">
            <p:contentPart p14:bwMode="auto" r:id="rId30">
              <p14:nvContentPartPr>
                <p14:cNvPr id="20" name="Ink 19">
                  <a:extLst>
                    <a:ext uri="{FF2B5EF4-FFF2-40B4-BE49-F238E27FC236}">
                      <a16:creationId xmlns:a16="http://schemas.microsoft.com/office/drawing/2014/main" id="{80BC5FB5-9F15-9D49-094D-2E67F76BC862}"/>
                    </a:ext>
                  </a:extLst>
                </p14:cNvPr>
                <p14:cNvContentPartPr/>
                <p14:nvPr/>
              </p14:nvContentPartPr>
              <p14:xfrm>
                <a:off x="8717510" y="3794797"/>
                <a:ext cx="244800" cy="130320"/>
              </p14:xfrm>
            </p:contentPart>
          </mc:Choice>
          <mc:Fallback>
            <p:pic>
              <p:nvPicPr>
                <p:cNvPr id="20" name="Ink 19">
                  <a:extLst>
                    <a:ext uri="{FF2B5EF4-FFF2-40B4-BE49-F238E27FC236}">
                      <a16:creationId xmlns:a16="http://schemas.microsoft.com/office/drawing/2014/main" id="{80BC5FB5-9F15-9D49-094D-2E67F76BC862}"/>
                    </a:ext>
                  </a:extLst>
                </p:cNvPr>
                <p:cNvPicPr/>
                <p:nvPr/>
              </p:nvPicPr>
              <p:blipFill>
                <a:blip r:embed="rId31"/>
                <a:stretch>
                  <a:fillRect/>
                </a:stretch>
              </p:blipFill>
              <p:spPr>
                <a:xfrm>
                  <a:off x="8699510" y="3776797"/>
                  <a:ext cx="280440" cy="165960"/>
                </a:xfrm>
                <a:prstGeom prst="rect">
                  <a:avLst/>
                </a:prstGeom>
              </p:spPr>
            </p:pic>
          </mc:Fallback>
        </mc:AlternateContent>
        <mc:AlternateContent xmlns:mc="http://schemas.openxmlformats.org/markup-compatibility/2006">
          <mc:Choice xmlns:p14="http://schemas.microsoft.com/office/powerpoint/2010/main" Requires="p14">
            <p:contentPart p14:bwMode="auto" r:id="rId32">
              <p14:nvContentPartPr>
                <p14:cNvPr id="21" name="Ink 20">
                  <a:extLst>
                    <a:ext uri="{FF2B5EF4-FFF2-40B4-BE49-F238E27FC236}">
                      <a16:creationId xmlns:a16="http://schemas.microsoft.com/office/drawing/2014/main" id="{54CD2303-1D35-7DAA-3B3F-8A3BA76B5127}"/>
                    </a:ext>
                  </a:extLst>
                </p14:cNvPr>
                <p14:cNvContentPartPr/>
                <p14:nvPr/>
              </p14:nvContentPartPr>
              <p14:xfrm>
                <a:off x="9023510" y="3889117"/>
                <a:ext cx="21960" cy="24840"/>
              </p14:xfrm>
            </p:contentPart>
          </mc:Choice>
          <mc:Fallback>
            <p:pic>
              <p:nvPicPr>
                <p:cNvPr id="21" name="Ink 20">
                  <a:extLst>
                    <a:ext uri="{FF2B5EF4-FFF2-40B4-BE49-F238E27FC236}">
                      <a16:creationId xmlns:a16="http://schemas.microsoft.com/office/drawing/2014/main" id="{54CD2303-1D35-7DAA-3B3F-8A3BA76B5127}"/>
                    </a:ext>
                  </a:extLst>
                </p:cNvPr>
                <p:cNvPicPr/>
                <p:nvPr/>
              </p:nvPicPr>
              <p:blipFill>
                <a:blip r:embed="rId33"/>
                <a:stretch>
                  <a:fillRect/>
                </a:stretch>
              </p:blipFill>
              <p:spPr>
                <a:xfrm>
                  <a:off x="9005510" y="3871117"/>
                  <a:ext cx="57600" cy="60480"/>
                </a:xfrm>
                <a:prstGeom prst="rect">
                  <a:avLst/>
                </a:prstGeom>
              </p:spPr>
            </p:pic>
          </mc:Fallback>
        </mc:AlternateContent>
        <mc:AlternateContent xmlns:mc="http://schemas.openxmlformats.org/markup-compatibility/2006">
          <mc:Choice xmlns:p14="http://schemas.microsoft.com/office/powerpoint/2010/main" Requires="p14">
            <p:contentPart p14:bwMode="auto" r:id="rId34">
              <p14:nvContentPartPr>
                <p14:cNvPr id="22" name="Ink 21">
                  <a:extLst>
                    <a:ext uri="{FF2B5EF4-FFF2-40B4-BE49-F238E27FC236}">
                      <a16:creationId xmlns:a16="http://schemas.microsoft.com/office/drawing/2014/main" id="{E6F2BC9F-9EA1-7DF2-F20D-DAC67958E47F}"/>
                    </a:ext>
                  </a:extLst>
                </p14:cNvPr>
                <p14:cNvContentPartPr/>
                <p14:nvPr/>
              </p14:nvContentPartPr>
              <p14:xfrm>
                <a:off x="8951150" y="3789037"/>
                <a:ext cx="139320" cy="127800"/>
              </p14:xfrm>
            </p:contentPart>
          </mc:Choice>
          <mc:Fallback>
            <p:pic>
              <p:nvPicPr>
                <p:cNvPr id="22" name="Ink 21">
                  <a:extLst>
                    <a:ext uri="{FF2B5EF4-FFF2-40B4-BE49-F238E27FC236}">
                      <a16:creationId xmlns:a16="http://schemas.microsoft.com/office/drawing/2014/main" id="{E6F2BC9F-9EA1-7DF2-F20D-DAC67958E47F}"/>
                    </a:ext>
                  </a:extLst>
                </p:cNvPr>
                <p:cNvPicPr/>
                <p:nvPr/>
              </p:nvPicPr>
              <p:blipFill>
                <a:blip r:embed="rId35"/>
                <a:stretch>
                  <a:fillRect/>
                </a:stretch>
              </p:blipFill>
              <p:spPr>
                <a:xfrm>
                  <a:off x="8933510" y="3771397"/>
                  <a:ext cx="174960" cy="163440"/>
                </a:xfrm>
                <a:prstGeom prst="rect">
                  <a:avLst/>
                </a:prstGeom>
              </p:spPr>
            </p:pic>
          </mc:Fallback>
        </mc:AlternateContent>
        <mc:AlternateContent xmlns:mc="http://schemas.openxmlformats.org/markup-compatibility/2006">
          <mc:Choice xmlns:p14="http://schemas.microsoft.com/office/powerpoint/2010/main" Requires="p14">
            <p:contentPart p14:bwMode="auto" r:id="rId36">
              <p14:nvContentPartPr>
                <p14:cNvPr id="23" name="Ink 22">
                  <a:extLst>
                    <a:ext uri="{FF2B5EF4-FFF2-40B4-BE49-F238E27FC236}">
                      <a16:creationId xmlns:a16="http://schemas.microsoft.com/office/drawing/2014/main" id="{2DC59ACF-D6DB-525A-39BF-D512AC4C77B3}"/>
                    </a:ext>
                  </a:extLst>
                </p14:cNvPr>
                <p14:cNvContentPartPr/>
                <p14:nvPr/>
              </p14:nvContentPartPr>
              <p14:xfrm>
                <a:off x="9089750" y="3756637"/>
                <a:ext cx="126360" cy="181440"/>
              </p14:xfrm>
            </p:contentPart>
          </mc:Choice>
          <mc:Fallback>
            <p:pic>
              <p:nvPicPr>
                <p:cNvPr id="23" name="Ink 22">
                  <a:extLst>
                    <a:ext uri="{FF2B5EF4-FFF2-40B4-BE49-F238E27FC236}">
                      <a16:creationId xmlns:a16="http://schemas.microsoft.com/office/drawing/2014/main" id="{2DC59ACF-D6DB-525A-39BF-D512AC4C77B3}"/>
                    </a:ext>
                  </a:extLst>
                </p:cNvPr>
                <p:cNvPicPr/>
                <p:nvPr/>
              </p:nvPicPr>
              <p:blipFill>
                <a:blip r:embed="rId37"/>
                <a:stretch>
                  <a:fillRect/>
                </a:stretch>
              </p:blipFill>
              <p:spPr>
                <a:xfrm>
                  <a:off x="9072110" y="3738637"/>
                  <a:ext cx="162000" cy="217080"/>
                </a:xfrm>
                <a:prstGeom prst="rect">
                  <a:avLst/>
                </a:prstGeom>
              </p:spPr>
            </p:pic>
          </mc:Fallback>
        </mc:AlternateContent>
        <mc:AlternateContent xmlns:mc="http://schemas.openxmlformats.org/markup-compatibility/2006">
          <mc:Choice xmlns:p14="http://schemas.microsoft.com/office/powerpoint/2010/main" Requires="p14">
            <p:contentPart p14:bwMode="auto" r:id="rId38">
              <p14:nvContentPartPr>
                <p14:cNvPr id="24" name="Ink 23">
                  <a:extLst>
                    <a:ext uri="{FF2B5EF4-FFF2-40B4-BE49-F238E27FC236}">
                      <a16:creationId xmlns:a16="http://schemas.microsoft.com/office/drawing/2014/main" id="{CB24FE29-0348-1481-958E-8DF377049D44}"/>
                    </a:ext>
                  </a:extLst>
                </p14:cNvPr>
                <p14:cNvContentPartPr/>
                <p14:nvPr/>
              </p14:nvContentPartPr>
              <p14:xfrm>
                <a:off x="9324470" y="3651517"/>
                <a:ext cx="257040" cy="247320"/>
              </p14:xfrm>
            </p:contentPart>
          </mc:Choice>
          <mc:Fallback>
            <p:pic>
              <p:nvPicPr>
                <p:cNvPr id="24" name="Ink 23">
                  <a:extLst>
                    <a:ext uri="{FF2B5EF4-FFF2-40B4-BE49-F238E27FC236}">
                      <a16:creationId xmlns:a16="http://schemas.microsoft.com/office/drawing/2014/main" id="{CB24FE29-0348-1481-958E-8DF377049D44}"/>
                    </a:ext>
                  </a:extLst>
                </p:cNvPr>
                <p:cNvPicPr/>
                <p:nvPr/>
              </p:nvPicPr>
              <p:blipFill>
                <a:blip r:embed="rId39"/>
                <a:stretch>
                  <a:fillRect/>
                </a:stretch>
              </p:blipFill>
              <p:spPr>
                <a:xfrm>
                  <a:off x="9306470" y="3633877"/>
                  <a:ext cx="292680" cy="282960"/>
                </a:xfrm>
                <a:prstGeom prst="rect">
                  <a:avLst/>
                </a:prstGeom>
              </p:spPr>
            </p:pic>
          </mc:Fallback>
        </mc:AlternateContent>
        <mc:AlternateContent xmlns:mc="http://schemas.openxmlformats.org/markup-compatibility/2006">
          <mc:Choice xmlns:p14="http://schemas.microsoft.com/office/powerpoint/2010/main" Requires="p14">
            <p:contentPart p14:bwMode="auto" r:id="rId40">
              <p14:nvContentPartPr>
                <p14:cNvPr id="25" name="Ink 24">
                  <a:extLst>
                    <a:ext uri="{FF2B5EF4-FFF2-40B4-BE49-F238E27FC236}">
                      <a16:creationId xmlns:a16="http://schemas.microsoft.com/office/drawing/2014/main" id="{BF7656F8-D948-98B7-6C97-ADC4D2DCE41C}"/>
                    </a:ext>
                  </a:extLst>
                </p14:cNvPr>
                <p14:cNvContentPartPr/>
                <p14:nvPr/>
              </p14:nvContentPartPr>
              <p14:xfrm>
                <a:off x="9532910" y="3648637"/>
                <a:ext cx="28440" cy="46080"/>
              </p14:xfrm>
            </p:contentPart>
          </mc:Choice>
          <mc:Fallback>
            <p:pic>
              <p:nvPicPr>
                <p:cNvPr id="25" name="Ink 24">
                  <a:extLst>
                    <a:ext uri="{FF2B5EF4-FFF2-40B4-BE49-F238E27FC236}">
                      <a16:creationId xmlns:a16="http://schemas.microsoft.com/office/drawing/2014/main" id="{BF7656F8-D948-98B7-6C97-ADC4D2DCE41C}"/>
                    </a:ext>
                  </a:extLst>
                </p:cNvPr>
                <p:cNvPicPr/>
                <p:nvPr/>
              </p:nvPicPr>
              <p:blipFill>
                <a:blip r:embed="rId41"/>
                <a:stretch>
                  <a:fillRect/>
                </a:stretch>
              </p:blipFill>
              <p:spPr>
                <a:xfrm>
                  <a:off x="9515270" y="3630637"/>
                  <a:ext cx="64080" cy="81720"/>
                </a:xfrm>
                <a:prstGeom prst="rect">
                  <a:avLst/>
                </a:prstGeom>
              </p:spPr>
            </p:pic>
          </mc:Fallback>
        </mc:AlternateContent>
        <mc:AlternateContent xmlns:mc="http://schemas.openxmlformats.org/markup-compatibility/2006">
          <mc:Choice xmlns:p14="http://schemas.microsoft.com/office/powerpoint/2010/main" Requires="p14">
            <p:contentPart p14:bwMode="auto" r:id="rId42">
              <p14:nvContentPartPr>
                <p14:cNvPr id="26" name="Ink 25">
                  <a:extLst>
                    <a:ext uri="{FF2B5EF4-FFF2-40B4-BE49-F238E27FC236}">
                      <a16:creationId xmlns:a16="http://schemas.microsoft.com/office/drawing/2014/main" id="{8B120284-2ABB-E16E-0D64-4AAA27B5516C}"/>
                    </a:ext>
                  </a:extLst>
                </p14:cNvPr>
                <p14:cNvContentPartPr/>
                <p14:nvPr/>
              </p14:nvContentPartPr>
              <p14:xfrm>
                <a:off x="9726230" y="3741517"/>
                <a:ext cx="227160" cy="139680"/>
              </p14:xfrm>
            </p:contentPart>
          </mc:Choice>
          <mc:Fallback>
            <p:pic>
              <p:nvPicPr>
                <p:cNvPr id="26" name="Ink 25">
                  <a:extLst>
                    <a:ext uri="{FF2B5EF4-FFF2-40B4-BE49-F238E27FC236}">
                      <a16:creationId xmlns:a16="http://schemas.microsoft.com/office/drawing/2014/main" id="{8B120284-2ABB-E16E-0D64-4AAA27B5516C}"/>
                    </a:ext>
                  </a:extLst>
                </p:cNvPr>
                <p:cNvPicPr/>
                <p:nvPr/>
              </p:nvPicPr>
              <p:blipFill>
                <a:blip r:embed="rId43"/>
                <a:stretch>
                  <a:fillRect/>
                </a:stretch>
              </p:blipFill>
              <p:spPr>
                <a:xfrm>
                  <a:off x="9708230" y="3723517"/>
                  <a:ext cx="262800" cy="175320"/>
                </a:xfrm>
                <a:prstGeom prst="rect">
                  <a:avLst/>
                </a:prstGeom>
              </p:spPr>
            </p:pic>
          </mc:Fallback>
        </mc:AlternateContent>
        <mc:AlternateContent xmlns:mc="http://schemas.openxmlformats.org/markup-compatibility/2006">
          <mc:Choice xmlns:p14="http://schemas.microsoft.com/office/powerpoint/2010/main" Requires="p14">
            <p:contentPart p14:bwMode="auto" r:id="rId44">
              <p14:nvContentPartPr>
                <p14:cNvPr id="27" name="Ink 26">
                  <a:extLst>
                    <a:ext uri="{FF2B5EF4-FFF2-40B4-BE49-F238E27FC236}">
                      <a16:creationId xmlns:a16="http://schemas.microsoft.com/office/drawing/2014/main" id="{D289D959-F5B8-C144-E6E2-36A6DD6A088F}"/>
                    </a:ext>
                  </a:extLst>
                </p14:cNvPr>
                <p14:cNvContentPartPr/>
                <p14:nvPr/>
              </p14:nvContentPartPr>
              <p14:xfrm>
                <a:off x="9942230" y="3745477"/>
                <a:ext cx="227880" cy="112320"/>
              </p14:xfrm>
            </p:contentPart>
          </mc:Choice>
          <mc:Fallback>
            <p:pic>
              <p:nvPicPr>
                <p:cNvPr id="27" name="Ink 26">
                  <a:extLst>
                    <a:ext uri="{FF2B5EF4-FFF2-40B4-BE49-F238E27FC236}">
                      <a16:creationId xmlns:a16="http://schemas.microsoft.com/office/drawing/2014/main" id="{D289D959-F5B8-C144-E6E2-36A6DD6A088F}"/>
                    </a:ext>
                  </a:extLst>
                </p:cNvPr>
                <p:cNvPicPr/>
                <p:nvPr/>
              </p:nvPicPr>
              <p:blipFill>
                <a:blip r:embed="rId45"/>
                <a:stretch>
                  <a:fillRect/>
                </a:stretch>
              </p:blipFill>
              <p:spPr>
                <a:xfrm>
                  <a:off x="9924590" y="3727837"/>
                  <a:ext cx="263520" cy="14796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46">
            <p14:nvContentPartPr>
              <p14:cNvPr id="28" name="Ink 27">
                <a:extLst>
                  <a:ext uri="{FF2B5EF4-FFF2-40B4-BE49-F238E27FC236}">
                    <a16:creationId xmlns:a16="http://schemas.microsoft.com/office/drawing/2014/main" id="{0AAF3C46-A9D0-9ADE-62BC-B7827CF460DC}"/>
                  </a:ext>
                </a:extLst>
              </p14:cNvPr>
              <p14:cNvContentPartPr/>
              <p14:nvPr/>
            </p14:nvContentPartPr>
            <p14:xfrm>
              <a:off x="10209350" y="3109717"/>
              <a:ext cx="79920" cy="31320"/>
            </p14:xfrm>
          </p:contentPart>
        </mc:Choice>
        <mc:Fallback>
          <p:pic>
            <p:nvPicPr>
              <p:cNvPr id="28" name="Ink 27">
                <a:extLst>
                  <a:ext uri="{FF2B5EF4-FFF2-40B4-BE49-F238E27FC236}">
                    <a16:creationId xmlns:a16="http://schemas.microsoft.com/office/drawing/2014/main" id="{0AAF3C46-A9D0-9ADE-62BC-B7827CF460DC}"/>
                  </a:ext>
                </a:extLst>
              </p:cNvPr>
              <p:cNvPicPr/>
              <p:nvPr/>
            </p:nvPicPr>
            <p:blipFill>
              <a:blip r:embed="rId47"/>
              <a:stretch>
                <a:fillRect/>
              </a:stretch>
            </p:blipFill>
            <p:spPr>
              <a:xfrm>
                <a:off x="10191710" y="3092077"/>
                <a:ext cx="115560" cy="66960"/>
              </a:xfrm>
              <a:prstGeom prst="rect">
                <a:avLst/>
              </a:prstGeom>
            </p:spPr>
          </p:pic>
        </mc:Fallback>
      </mc:AlternateContent>
      <mc:AlternateContent xmlns:mc="http://schemas.openxmlformats.org/markup-compatibility/2006">
        <mc:Choice xmlns:p14="http://schemas.microsoft.com/office/powerpoint/2010/main" Requires="p14">
          <p:contentPart p14:bwMode="auto" r:id="rId48">
            <p14:nvContentPartPr>
              <p14:cNvPr id="29" name="Ink 28">
                <a:extLst>
                  <a:ext uri="{FF2B5EF4-FFF2-40B4-BE49-F238E27FC236}">
                    <a16:creationId xmlns:a16="http://schemas.microsoft.com/office/drawing/2014/main" id="{FB95554E-F3E0-81B5-6737-22D218F3DE98}"/>
                  </a:ext>
                </a:extLst>
              </p14:cNvPr>
              <p14:cNvContentPartPr/>
              <p14:nvPr/>
            </p14:nvContentPartPr>
            <p14:xfrm>
              <a:off x="10253270" y="3242197"/>
              <a:ext cx="99360" cy="16920"/>
            </p14:xfrm>
          </p:contentPart>
        </mc:Choice>
        <mc:Fallback>
          <p:pic>
            <p:nvPicPr>
              <p:cNvPr id="29" name="Ink 28">
                <a:extLst>
                  <a:ext uri="{FF2B5EF4-FFF2-40B4-BE49-F238E27FC236}">
                    <a16:creationId xmlns:a16="http://schemas.microsoft.com/office/drawing/2014/main" id="{FB95554E-F3E0-81B5-6737-22D218F3DE98}"/>
                  </a:ext>
                </a:extLst>
              </p:cNvPr>
              <p:cNvPicPr/>
              <p:nvPr/>
            </p:nvPicPr>
            <p:blipFill>
              <a:blip r:embed="rId49"/>
              <a:stretch>
                <a:fillRect/>
              </a:stretch>
            </p:blipFill>
            <p:spPr>
              <a:xfrm>
                <a:off x="10235270" y="3224197"/>
                <a:ext cx="135000" cy="52560"/>
              </a:xfrm>
              <a:prstGeom prst="rect">
                <a:avLst/>
              </a:prstGeom>
            </p:spPr>
          </p:pic>
        </mc:Fallback>
      </mc:AlternateContent>
      <p:grpSp>
        <p:nvGrpSpPr>
          <p:cNvPr id="52" name="Group 51">
            <a:extLst>
              <a:ext uri="{FF2B5EF4-FFF2-40B4-BE49-F238E27FC236}">
                <a16:creationId xmlns:a16="http://schemas.microsoft.com/office/drawing/2014/main" id="{31CC60BD-837E-5142-EA03-485A401581BC}"/>
              </a:ext>
            </a:extLst>
          </p:cNvPr>
          <p:cNvGrpSpPr/>
          <p:nvPr/>
        </p:nvGrpSpPr>
        <p:grpSpPr>
          <a:xfrm>
            <a:off x="10556750" y="2453437"/>
            <a:ext cx="1605240" cy="618120"/>
            <a:chOff x="10556750" y="2453437"/>
            <a:chExt cx="1605240" cy="618120"/>
          </a:xfrm>
        </p:grpSpPr>
        <mc:AlternateContent xmlns:mc="http://schemas.openxmlformats.org/markup-compatibility/2006">
          <mc:Choice xmlns:p14="http://schemas.microsoft.com/office/powerpoint/2010/main" Requires="p14">
            <p:contentPart p14:bwMode="auto" r:id="rId50">
              <p14:nvContentPartPr>
                <p14:cNvPr id="32" name="Ink 31">
                  <a:extLst>
                    <a:ext uri="{FF2B5EF4-FFF2-40B4-BE49-F238E27FC236}">
                      <a16:creationId xmlns:a16="http://schemas.microsoft.com/office/drawing/2014/main" id="{BA72EA17-8DE3-6873-19EC-E316285C85AB}"/>
                    </a:ext>
                  </a:extLst>
                </p14:cNvPr>
                <p14:cNvContentPartPr/>
                <p14:nvPr/>
              </p14:nvContentPartPr>
              <p14:xfrm>
                <a:off x="10556750" y="2472877"/>
                <a:ext cx="164880" cy="319680"/>
              </p14:xfrm>
            </p:contentPart>
          </mc:Choice>
          <mc:Fallback>
            <p:pic>
              <p:nvPicPr>
                <p:cNvPr id="32" name="Ink 31">
                  <a:extLst>
                    <a:ext uri="{FF2B5EF4-FFF2-40B4-BE49-F238E27FC236}">
                      <a16:creationId xmlns:a16="http://schemas.microsoft.com/office/drawing/2014/main" id="{BA72EA17-8DE3-6873-19EC-E316285C85AB}"/>
                    </a:ext>
                  </a:extLst>
                </p:cNvPr>
                <p:cNvPicPr/>
                <p:nvPr/>
              </p:nvPicPr>
              <p:blipFill>
                <a:blip r:embed="rId51"/>
                <a:stretch>
                  <a:fillRect/>
                </a:stretch>
              </p:blipFill>
              <p:spPr>
                <a:xfrm>
                  <a:off x="10539110" y="2454877"/>
                  <a:ext cx="200520" cy="355320"/>
                </a:xfrm>
                <a:prstGeom prst="rect">
                  <a:avLst/>
                </a:prstGeom>
              </p:spPr>
            </p:pic>
          </mc:Fallback>
        </mc:AlternateContent>
        <mc:AlternateContent xmlns:mc="http://schemas.openxmlformats.org/markup-compatibility/2006">
          <mc:Choice xmlns:p14="http://schemas.microsoft.com/office/powerpoint/2010/main" Requires="p14">
            <p:contentPart p14:bwMode="auto" r:id="rId52">
              <p14:nvContentPartPr>
                <p14:cNvPr id="33" name="Ink 32">
                  <a:extLst>
                    <a:ext uri="{FF2B5EF4-FFF2-40B4-BE49-F238E27FC236}">
                      <a16:creationId xmlns:a16="http://schemas.microsoft.com/office/drawing/2014/main" id="{C57C340E-FEA7-CE34-7325-A72F5D8A3728}"/>
                    </a:ext>
                  </a:extLst>
                </p14:cNvPr>
                <p14:cNvContentPartPr/>
                <p14:nvPr/>
              </p14:nvContentPartPr>
              <p14:xfrm>
                <a:off x="10779230" y="2626237"/>
                <a:ext cx="63360" cy="222120"/>
              </p14:xfrm>
            </p:contentPart>
          </mc:Choice>
          <mc:Fallback>
            <p:pic>
              <p:nvPicPr>
                <p:cNvPr id="33" name="Ink 32">
                  <a:extLst>
                    <a:ext uri="{FF2B5EF4-FFF2-40B4-BE49-F238E27FC236}">
                      <a16:creationId xmlns:a16="http://schemas.microsoft.com/office/drawing/2014/main" id="{C57C340E-FEA7-CE34-7325-A72F5D8A3728}"/>
                    </a:ext>
                  </a:extLst>
                </p:cNvPr>
                <p:cNvPicPr/>
                <p:nvPr/>
              </p:nvPicPr>
              <p:blipFill>
                <a:blip r:embed="rId53"/>
                <a:stretch>
                  <a:fillRect/>
                </a:stretch>
              </p:blipFill>
              <p:spPr>
                <a:xfrm>
                  <a:off x="10761230" y="2608597"/>
                  <a:ext cx="99000" cy="257760"/>
                </a:xfrm>
                <a:prstGeom prst="rect">
                  <a:avLst/>
                </a:prstGeom>
              </p:spPr>
            </p:pic>
          </mc:Fallback>
        </mc:AlternateContent>
        <mc:AlternateContent xmlns:mc="http://schemas.openxmlformats.org/markup-compatibility/2006">
          <mc:Choice xmlns:p14="http://schemas.microsoft.com/office/powerpoint/2010/main" Requires="p14">
            <p:contentPart p14:bwMode="auto" r:id="rId54">
              <p14:nvContentPartPr>
                <p14:cNvPr id="34" name="Ink 33">
                  <a:extLst>
                    <a:ext uri="{FF2B5EF4-FFF2-40B4-BE49-F238E27FC236}">
                      <a16:creationId xmlns:a16="http://schemas.microsoft.com/office/drawing/2014/main" id="{D64F5A62-98D8-73EB-782D-593C8F348066}"/>
                    </a:ext>
                  </a:extLst>
                </p14:cNvPr>
                <p14:cNvContentPartPr/>
                <p14:nvPr/>
              </p14:nvContentPartPr>
              <p14:xfrm>
                <a:off x="10780310" y="2588437"/>
                <a:ext cx="145440" cy="131760"/>
              </p14:xfrm>
            </p:contentPart>
          </mc:Choice>
          <mc:Fallback>
            <p:pic>
              <p:nvPicPr>
                <p:cNvPr id="34" name="Ink 33">
                  <a:extLst>
                    <a:ext uri="{FF2B5EF4-FFF2-40B4-BE49-F238E27FC236}">
                      <a16:creationId xmlns:a16="http://schemas.microsoft.com/office/drawing/2014/main" id="{D64F5A62-98D8-73EB-782D-593C8F348066}"/>
                    </a:ext>
                  </a:extLst>
                </p:cNvPr>
                <p:cNvPicPr/>
                <p:nvPr/>
              </p:nvPicPr>
              <p:blipFill>
                <a:blip r:embed="rId55"/>
                <a:stretch>
                  <a:fillRect/>
                </a:stretch>
              </p:blipFill>
              <p:spPr>
                <a:xfrm>
                  <a:off x="10762310" y="2570437"/>
                  <a:ext cx="181080" cy="167400"/>
                </a:xfrm>
                <a:prstGeom prst="rect">
                  <a:avLst/>
                </a:prstGeom>
              </p:spPr>
            </p:pic>
          </mc:Fallback>
        </mc:AlternateContent>
        <mc:AlternateContent xmlns:mc="http://schemas.openxmlformats.org/markup-compatibility/2006">
          <mc:Choice xmlns:p14="http://schemas.microsoft.com/office/powerpoint/2010/main" Requires="p14">
            <p:contentPart p14:bwMode="auto" r:id="rId56">
              <p14:nvContentPartPr>
                <p14:cNvPr id="35" name="Ink 34">
                  <a:extLst>
                    <a:ext uri="{FF2B5EF4-FFF2-40B4-BE49-F238E27FC236}">
                      <a16:creationId xmlns:a16="http://schemas.microsoft.com/office/drawing/2014/main" id="{A2C301CC-DB48-5E3F-76DA-472EB0A6E071}"/>
                    </a:ext>
                  </a:extLst>
                </p14:cNvPr>
                <p14:cNvContentPartPr/>
                <p14:nvPr/>
              </p14:nvContentPartPr>
              <p14:xfrm>
                <a:off x="10914230" y="2622637"/>
                <a:ext cx="101520" cy="105120"/>
              </p14:xfrm>
            </p:contentPart>
          </mc:Choice>
          <mc:Fallback>
            <p:pic>
              <p:nvPicPr>
                <p:cNvPr id="35" name="Ink 34">
                  <a:extLst>
                    <a:ext uri="{FF2B5EF4-FFF2-40B4-BE49-F238E27FC236}">
                      <a16:creationId xmlns:a16="http://schemas.microsoft.com/office/drawing/2014/main" id="{A2C301CC-DB48-5E3F-76DA-472EB0A6E071}"/>
                    </a:ext>
                  </a:extLst>
                </p:cNvPr>
                <p:cNvPicPr/>
                <p:nvPr/>
              </p:nvPicPr>
              <p:blipFill>
                <a:blip r:embed="rId57"/>
                <a:stretch>
                  <a:fillRect/>
                </a:stretch>
              </p:blipFill>
              <p:spPr>
                <a:xfrm>
                  <a:off x="10896590" y="2604997"/>
                  <a:ext cx="137160" cy="140760"/>
                </a:xfrm>
                <a:prstGeom prst="rect">
                  <a:avLst/>
                </a:prstGeom>
              </p:spPr>
            </p:pic>
          </mc:Fallback>
        </mc:AlternateContent>
        <mc:AlternateContent xmlns:mc="http://schemas.openxmlformats.org/markup-compatibility/2006">
          <mc:Choice xmlns:p14="http://schemas.microsoft.com/office/powerpoint/2010/main" Requires="p14">
            <p:contentPart p14:bwMode="auto" r:id="rId58">
              <p14:nvContentPartPr>
                <p14:cNvPr id="36" name="Ink 35">
                  <a:extLst>
                    <a:ext uri="{FF2B5EF4-FFF2-40B4-BE49-F238E27FC236}">
                      <a16:creationId xmlns:a16="http://schemas.microsoft.com/office/drawing/2014/main" id="{17E784B6-69D4-9428-A3BA-9FFAE1C1B493}"/>
                    </a:ext>
                  </a:extLst>
                </p14:cNvPr>
                <p14:cNvContentPartPr/>
                <p14:nvPr/>
              </p14:nvContentPartPr>
              <p14:xfrm>
                <a:off x="11084510" y="2608957"/>
                <a:ext cx="66960" cy="104760"/>
              </p14:xfrm>
            </p:contentPart>
          </mc:Choice>
          <mc:Fallback>
            <p:pic>
              <p:nvPicPr>
                <p:cNvPr id="36" name="Ink 35">
                  <a:extLst>
                    <a:ext uri="{FF2B5EF4-FFF2-40B4-BE49-F238E27FC236}">
                      <a16:creationId xmlns:a16="http://schemas.microsoft.com/office/drawing/2014/main" id="{17E784B6-69D4-9428-A3BA-9FFAE1C1B493}"/>
                    </a:ext>
                  </a:extLst>
                </p:cNvPr>
                <p:cNvPicPr/>
                <p:nvPr/>
              </p:nvPicPr>
              <p:blipFill>
                <a:blip r:embed="rId59"/>
                <a:stretch>
                  <a:fillRect/>
                </a:stretch>
              </p:blipFill>
              <p:spPr>
                <a:xfrm>
                  <a:off x="11066870" y="2591317"/>
                  <a:ext cx="102600" cy="140400"/>
                </a:xfrm>
                <a:prstGeom prst="rect">
                  <a:avLst/>
                </a:prstGeom>
              </p:spPr>
            </p:pic>
          </mc:Fallback>
        </mc:AlternateContent>
        <mc:AlternateContent xmlns:mc="http://schemas.openxmlformats.org/markup-compatibility/2006">
          <mc:Choice xmlns:p14="http://schemas.microsoft.com/office/powerpoint/2010/main" Requires="p14">
            <p:contentPart p14:bwMode="auto" r:id="rId60">
              <p14:nvContentPartPr>
                <p14:cNvPr id="37" name="Ink 36">
                  <a:extLst>
                    <a:ext uri="{FF2B5EF4-FFF2-40B4-BE49-F238E27FC236}">
                      <a16:creationId xmlns:a16="http://schemas.microsoft.com/office/drawing/2014/main" id="{576613AB-85B0-72CC-FC49-DE22C41CCF0A}"/>
                    </a:ext>
                  </a:extLst>
                </p14:cNvPr>
                <p14:cNvContentPartPr/>
                <p14:nvPr/>
              </p14:nvContentPartPr>
              <p14:xfrm>
                <a:off x="11249750" y="2453437"/>
                <a:ext cx="99360" cy="237240"/>
              </p14:xfrm>
            </p:contentPart>
          </mc:Choice>
          <mc:Fallback>
            <p:pic>
              <p:nvPicPr>
                <p:cNvPr id="37" name="Ink 36">
                  <a:extLst>
                    <a:ext uri="{FF2B5EF4-FFF2-40B4-BE49-F238E27FC236}">
                      <a16:creationId xmlns:a16="http://schemas.microsoft.com/office/drawing/2014/main" id="{576613AB-85B0-72CC-FC49-DE22C41CCF0A}"/>
                    </a:ext>
                  </a:extLst>
                </p:cNvPr>
                <p:cNvPicPr/>
                <p:nvPr/>
              </p:nvPicPr>
              <p:blipFill>
                <a:blip r:embed="rId61"/>
                <a:stretch>
                  <a:fillRect/>
                </a:stretch>
              </p:blipFill>
              <p:spPr>
                <a:xfrm>
                  <a:off x="11231750" y="2435437"/>
                  <a:ext cx="135000" cy="272880"/>
                </a:xfrm>
                <a:prstGeom prst="rect">
                  <a:avLst/>
                </a:prstGeom>
              </p:spPr>
            </p:pic>
          </mc:Fallback>
        </mc:AlternateContent>
        <mc:AlternateContent xmlns:mc="http://schemas.openxmlformats.org/markup-compatibility/2006">
          <mc:Choice xmlns:p14="http://schemas.microsoft.com/office/powerpoint/2010/main" Requires="p14">
            <p:contentPart p14:bwMode="auto" r:id="rId62">
              <p14:nvContentPartPr>
                <p14:cNvPr id="38" name="Ink 37">
                  <a:extLst>
                    <a:ext uri="{FF2B5EF4-FFF2-40B4-BE49-F238E27FC236}">
                      <a16:creationId xmlns:a16="http://schemas.microsoft.com/office/drawing/2014/main" id="{E8454903-6546-06A3-50E5-36DB17752B8D}"/>
                    </a:ext>
                  </a:extLst>
                </p14:cNvPr>
                <p14:cNvContentPartPr/>
                <p14:nvPr/>
              </p14:nvContentPartPr>
              <p14:xfrm>
                <a:off x="10951670" y="2905597"/>
                <a:ext cx="112680" cy="136080"/>
              </p14:xfrm>
            </p:contentPart>
          </mc:Choice>
          <mc:Fallback>
            <p:pic>
              <p:nvPicPr>
                <p:cNvPr id="38" name="Ink 37">
                  <a:extLst>
                    <a:ext uri="{FF2B5EF4-FFF2-40B4-BE49-F238E27FC236}">
                      <a16:creationId xmlns:a16="http://schemas.microsoft.com/office/drawing/2014/main" id="{E8454903-6546-06A3-50E5-36DB17752B8D}"/>
                    </a:ext>
                  </a:extLst>
                </p:cNvPr>
                <p:cNvPicPr/>
                <p:nvPr/>
              </p:nvPicPr>
              <p:blipFill>
                <a:blip r:embed="rId63"/>
                <a:stretch>
                  <a:fillRect/>
                </a:stretch>
              </p:blipFill>
              <p:spPr>
                <a:xfrm>
                  <a:off x="10933670" y="2887597"/>
                  <a:ext cx="148320" cy="171720"/>
                </a:xfrm>
                <a:prstGeom prst="rect">
                  <a:avLst/>
                </a:prstGeom>
              </p:spPr>
            </p:pic>
          </mc:Fallback>
        </mc:AlternateContent>
        <mc:AlternateContent xmlns:mc="http://schemas.openxmlformats.org/markup-compatibility/2006">
          <mc:Choice xmlns:p14="http://schemas.microsoft.com/office/powerpoint/2010/main" Requires="p14">
            <p:contentPart p14:bwMode="auto" r:id="rId64">
              <p14:nvContentPartPr>
                <p14:cNvPr id="39" name="Ink 38">
                  <a:extLst>
                    <a:ext uri="{FF2B5EF4-FFF2-40B4-BE49-F238E27FC236}">
                      <a16:creationId xmlns:a16="http://schemas.microsoft.com/office/drawing/2014/main" id="{01B7C664-8DC5-4F85-38D1-61DCC4973587}"/>
                    </a:ext>
                  </a:extLst>
                </p14:cNvPr>
                <p14:cNvContentPartPr/>
                <p14:nvPr/>
              </p14:nvContentPartPr>
              <p14:xfrm>
                <a:off x="11185310" y="2827477"/>
                <a:ext cx="47160" cy="224280"/>
              </p14:xfrm>
            </p:contentPart>
          </mc:Choice>
          <mc:Fallback>
            <p:pic>
              <p:nvPicPr>
                <p:cNvPr id="39" name="Ink 38">
                  <a:extLst>
                    <a:ext uri="{FF2B5EF4-FFF2-40B4-BE49-F238E27FC236}">
                      <a16:creationId xmlns:a16="http://schemas.microsoft.com/office/drawing/2014/main" id="{01B7C664-8DC5-4F85-38D1-61DCC4973587}"/>
                    </a:ext>
                  </a:extLst>
                </p:cNvPr>
                <p:cNvPicPr/>
                <p:nvPr/>
              </p:nvPicPr>
              <p:blipFill>
                <a:blip r:embed="rId65"/>
                <a:stretch>
                  <a:fillRect/>
                </a:stretch>
              </p:blipFill>
              <p:spPr>
                <a:xfrm>
                  <a:off x="11167310" y="2809837"/>
                  <a:ext cx="82800" cy="259920"/>
                </a:xfrm>
                <a:prstGeom prst="rect">
                  <a:avLst/>
                </a:prstGeom>
              </p:spPr>
            </p:pic>
          </mc:Fallback>
        </mc:AlternateContent>
        <mc:AlternateContent xmlns:mc="http://schemas.openxmlformats.org/markup-compatibility/2006">
          <mc:Choice xmlns:p14="http://schemas.microsoft.com/office/powerpoint/2010/main" Requires="p14">
            <p:contentPart p14:bwMode="auto" r:id="rId66">
              <p14:nvContentPartPr>
                <p14:cNvPr id="40" name="Ink 39">
                  <a:extLst>
                    <a:ext uri="{FF2B5EF4-FFF2-40B4-BE49-F238E27FC236}">
                      <a16:creationId xmlns:a16="http://schemas.microsoft.com/office/drawing/2014/main" id="{AE2225FE-9FDE-C977-3782-81C15674B704}"/>
                    </a:ext>
                  </a:extLst>
                </p14:cNvPr>
                <p14:cNvContentPartPr/>
                <p14:nvPr/>
              </p14:nvContentPartPr>
              <p14:xfrm>
                <a:off x="11144630" y="2967157"/>
                <a:ext cx="122760" cy="45000"/>
              </p14:xfrm>
            </p:contentPart>
          </mc:Choice>
          <mc:Fallback>
            <p:pic>
              <p:nvPicPr>
                <p:cNvPr id="40" name="Ink 39">
                  <a:extLst>
                    <a:ext uri="{FF2B5EF4-FFF2-40B4-BE49-F238E27FC236}">
                      <a16:creationId xmlns:a16="http://schemas.microsoft.com/office/drawing/2014/main" id="{AE2225FE-9FDE-C977-3782-81C15674B704}"/>
                    </a:ext>
                  </a:extLst>
                </p:cNvPr>
                <p:cNvPicPr/>
                <p:nvPr/>
              </p:nvPicPr>
              <p:blipFill>
                <a:blip r:embed="rId67"/>
                <a:stretch>
                  <a:fillRect/>
                </a:stretch>
              </p:blipFill>
              <p:spPr>
                <a:xfrm>
                  <a:off x="11126990" y="2949157"/>
                  <a:ext cx="158400" cy="80640"/>
                </a:xfrm>
                <a:prstGeom prst="rect">
                  <a:avLst/>
                </a:prstGeom>
              </p:spPr>
            </p:pic>
          </mc:Fallback>
        </mc:AlternateContent>
        <mc:AlternateContent xmlns:mc="http://schemas.openxmlformats.org/markup-compatibility/2006">
          <mc:Choice xmlns:p14="http://schemas.microsoft.com/office/powerpoint/2010/main" Requires="p14">
            <p:contentPart p14:bwMode="auto" r:id="rId68">
              <p14:nvContentPartPr>
                <p14:cNvPr id="41" name="Ink 40">
                  <a:extLst>
                    <a:ext uri="{FF2B5EF4-FFF2-40B4-BE49-F238E27FC236}">
                      <a16:creationId xmlns:a16="http://schemas.microsoft.com/office/drawing/2014/main" id="{B0D810CA-4DCF-A9E2-3EB7-68CB13247EA5}"/>
                    </a:ext>
                  </a:extLst>
                </p14:cNvPr>
                <p14:cNvContentPartPr/>
                <p14:nvPr/>
              </p14:nvContentPartPr>
              <p14:xfrm>
                <a:off x="11512550" y="2881117"/>
                <a:ext cx="38880" cy="190440"/>
              </p14:xfrm>
            </p:contentPart>
          </mc:Choice>
          <mc:Fallback>
            <p:pic>
              <p:nvPicPr>
                <p:cNvPr id="41" name="Ink 40">
                  <a:extLst>
                    <a:ext uri="{FF2B5EF4-FFF2-40B4-BE49-F238E27FC236}">
                      <a16:creationId xmlns:a16="http://schemas.microsoft.com/office/drawing/2014/main" id="{B0D810CA-4DCF-A9E2-3EB7-68CB13247EA5}"/>
                    </a:ext>
                  </a:extLst>
                </p:cNvPr>
                <p:cNvPicPr/>
                <p:nvPr/>
              </p:nvPicPr>
              <p:blipFill>
                <a:blip r:embed="rId69"/>
                <a:stretch>
                  <a:fillRect/>
                </a:stretch>
              </p:blipFill>
              <p:spPr>
                <a:xfrm>
                  <a:off x="11494550" y="2863477"/>
                  <a:ext cx="74520" cy="226080"/>
                </a:xfrm>
                <a:prstGeom prst="rect">
                  <a:avLst/>
                </a:prstGeom>
              </p:spPr>
            </p:pic>
          </mc:Fallback>
        </mc:AlternateContent>
        <mc:AlternateContent xmlns:mc="http://schemas.openxmlformats.org/markup-compatibility/2006">
          <mc:Choice xmlns:p14="http://schemas.microsoft.com/office/powerpoint/2010/main" Requires="p14">
            <p:contentPart p14:bwMode="auto" r:id="rId70">
              <p14:nvContentPartPr>
                <p14:cNvPr id="42" name="Ink 41">
                  <a:extLst>
                    <a:ext uri="{FF2B5EF4-FFF2-40B4-BE49-F238E27FC236}">
                      <a16:creationId xmlns:a16="http://schemas.microsoft.com/office/drawing/2014/main" id="{5E705FBB-F1B3-309A-E144-A9571C57E86F}"/>
                    </a:ext>
                  </a:extLst>
                </p14:cNvPr>
                <p14:cNvContentPartPr/>
                <p14:nvPr/>
              </p14:nvContentPartPr>
              <p14:xfrm>
                <a:off x="11624150" y="2914957"/>
                <a:ext cx="27000" cy="50760"/>
              </p14:xfrm>
            </p:contentPart>
          </mc:Choice>
          <mc:Fallback>
            <p:pic>
              <p:nvPicPr>
                <p:cNvPr id="42" name="Ink 41">
                  <a:extLst>
                    <a:ext uri="{FF2B5EF4-FFF2-40B4-BE49-F238E27FC236}">
                      <a16:creationId xmlns:a16="http://schemas.microsoft.com/office/drawing/2014/main" id="{5E705FBB-F1B3-309A-E144-A9571C57E86F}"/>
                    </a:ext>
                  </a:extLst>
                </p:cNvPr>
                <p:cNvPicPr/>
                <p:nvPr/>
              </p:nvPicPr>
              <p:blipFill>
                <a:blip r:embed="rId71"/>
                <a:stretch>
                  <a:fillRect/>
                </a:stretch>
              </p:blipFill>
              <p:spPr>
                <a:xfrm>
                  <a:off x="11606510" y="2897317"/>
                  <a:ext cx="62640" cy="86400"/>
                </a:xfrm>
                <a:prstGeom prst="rect">
                  <a:avLst/>
                </a:prstGeom>
              </p:spPr>
            </p:pic>
          </mc:Fallback>
        </mc:AlternateContent>
        <mc:AlternateContent xmlns:mc="http://schemas.openxmlformats.org/markup-compatibility/2006">
          <mc:Choice xmlns:p14="http://schemas.microsoft.com/office/powerpoint/2010/main" Requires="p14">
            <p:contentPart p14:bwMode="auto" r:id="rId72">
              <p14:nvContentPartPr>
                <p14:cNvPr id="43" name="Ink 42">
                  <a:extLst>
                    <a:ext uri="{FF2B5EF4-FFF2-40B4-BE49-F238E27FC236}">
                      <a16:creationId xmlns:a16="http://schemas.microsoft.com/office/drawing/2014/main" id="{F308BF7C-D517-B777-F9D8-9A5F963C825D}"/>
                    </a:ext>
                  </a:extLst>
                </p14:cNvPr>
                <p14:cNvContentPartPr/>
                <p14:nvPr/>
              </p14:nvContentPartPr>
              <p14:xfrm>
                <a:off x="11656550" y="2757637"/>
                <a:ext cx="7200" cy="6120"/>
              </p14:xfrm>
            </p:contentPart>
          </mc:Choice>
          <mc:Fallback>
            <p:pic>
              <p:nvPicPr>
                <p:cNvPr id="43" name="Ink 42">
                  <a:extLst>
                    <a:ext uri="{FF2B5EF4-FFF2-40B4-BE49-F238E27FC236}">
                      <a16:creationId xmlns:a16="http://schemas.microsoft.com/office/drawing/2014/main" id="{F308BF7C-D517-B777-F9D8-9A5F963C825D}"/>
                    </a:ext>
                  </a:extLst>
                </p:cNvPr>
                <p:cNvPicPr/>
                <p:nvPr/>
              </p:nvPicPr>
              <p:blipFill>
                <a:blip r:embed="rId73"/>
                <a:stretch>
                  <a:fillRect/>
                </a:stretch>
              </p:blipFill>
              <p:spPr>
                <a:xfrm>
                  <a:off x="11638910" y="2739637"/>
                  <a:ext cx="42840" cy="41760"/>
                </a:xfrm>
                <a:prstGeom prst="rect">
                  <a:avLst/>
                </a:prstGeom>
              </p:spPr>
            </p:pic>
          </mc:Fallback>
        </mc:AlternateContent>
        <mc:AlternateContent xmlns:mc="http://schemas.openxmlformats.org/markup-compatibility/2006">
          <mc:Choice xmlns:p14="http://schemas.microsoft.com/office/powerpoint/2010/main" Requires="p14">
            <p:contentPart p14:bwMode="auto" r:id="rId74">
              <p14:nvContentPartPr>
                <p14:cNvPr id="44" name="Ink 43">
                  <a:extLst>
                    <a:ext uri="{FF2B5EF4-FFF2-40B4-BE49-F238E27FC236}">
                      <a16:creationId xmlns:a16="http://schemas.microsoft.com/office/drawing/2014/main" id="{9DE4749A-E00C-5072-C36C-B0FA7C3943D8}"/>
                    </a:ext>
                  </a:extLst>
                </p14:cNvPr>
                <p14:cNvContentPartPr/>
                <p14:nvPr/>
              </p14:nvContentPartPr>
              <p14:xfrm>
                <a:off x="11695430" y="2724877"/>
                <a:ext cx="307440" cy="291960"/>
              </p14:xfrm>
            </p:contentPart>
          </mc:Choice>
          <mc:Fallback>
            <p:pic>
              <p:nvPicPr>
                <p:cNvPr id="44" name="Ink 43">
                  <a:extLst>
                    <a:ext uri="{FF2B5EF4-FFF2-40B4-BE49-F238E27FC236}">
                      <a16:creationId xmlns:a16="http://schemas.microsoft.com/office/drawing/2014/main" id="{9DE4749A-E00C-5072-C36C-B0FA7C3943D8}"/>
                    </a:ext>
                  </a:extLst>
                </p:cNvPr>
                <p:cNvPicPr/>
                <p:nvPr/>
              </p:nvPicPr>
              <p:blipFill>
                <a:blip r:embed="rId75"/>
                <a:stretch>
                  <a:fillRect/>
                </a:stretch>
              </p:blipFill>
              <p:spPr>
                <a:xfrm>
                  <a:off x="11677430" y="2706877"/>
                  <a:ext cx="343080" cy="327600"/>
                </a:xfrm>
                <a:prstGeom prst="rect">
                  <a:avLst/>
                </a:prstGeom>
              </p:spPr>
            </p:pic>
          </mc:Fallback>
        </mc:AlternateContent>
        <mc:AlternateContent xmlns:mc="http://schemas.openxmlformats.org/markup-compatibility/2006">
          <mc:Choice xmlns:p14="http://schemas.microsoft.com/office/powerpoint/2010/main" Requires="p14">
            <p:contentPart p14:bwMode="auto" r:id="rId76">
              <p14:nvContentPartPr>
                <p14:cNvPr id="45" name="Ink 44">
                  <a:extLst>
                    <a:ext uri="{FF2B5EF4-FFF2-40B4-BE49-F238E27FC236}">
                      <a16:creationId xmlns:a16="http://schemas.microsoft.com/office/drawing/2014/main" id="{1AF5CAED-5164-6D19-E279-AAE3A181654F}"/>
                    </a:ext>
                  </a:extLst>
                </p14:cNvPr>
                <p14:cNvContentPartPr/>
                <p14:nvPr/>
              </p14:nvContentPartPr>
              <p14:xfrm>
                <a:off x="12081710" y="2737837"/>
                <a:ext cx="39600" cy="191880"/>
              </p14:xfrm>
            </p:contentPart>
          </mc:Choice>
          <mc:Fallback>
            <p:pic>
              <p:nvPicPr>
                <p:cNvPr id="45" name="Ink 44">
                  <a:extLst>
                    <a:ext uri="{FF2B5EF4-FFF2-40B4-BE49-F238E27FC236}">
                      <a16:creationId xmlns:a16="http://schemas.microsoft.com/office/drawing/2014/main" id="{1AF5CAED-5164-6D19-E279-AAE3A181654F}"/>
                    </a:ext>
                  </a:extLst>
                </p:cNvPr>
                <p:cNvPicPr/>
                <p:nvPr/>
              </p:nvPicPr>
              <p:blipFill>
                <a:blip r:embed="rId77"/>
                <a:stretch>
                  <a:fillRect/>
                </a:stretch>
              </p:blipFill>
              <p:spPr>
                <a:xfrm>
                  <a:off x="12064070" y="2720197"/>
                  <a:ext cx="75240" cy="227520"/>
                </a:xfrm>
                <a:prstGeom prst="rect">
                  <a:avLst/>
                </a:prstGeom>
              </p:spPr>
            </p:pic>
          </mc:Fallback>
        </mc:AlternateContent>
        <mc:AlternateContent xmlns:mc="http://schemas.openxmlformats.org/markup-compatibility/2006">
          <mc:Choice xmlns:p14="http://schemas.microsoft.com/office/powerpoint/2010/main" Requires="p14">
            <p:contentPart p14:bwMode="auto" r:id="rId78">
              <p14:nvContentPartPr>
                <p14:cNvPr id="46" name="Ink 45">
                  <a:extLst>
                    <a:ext uri="{FF2B5EF4-FFF2-40B4-BE49-F238E27FC236}">
                      <a16:creationId xmlns:a16="http://schemas.microsoft.com/office/drawing/2014/main" id="{44AC9DE7-8BEB-5368-F634-BFDD182EC5C5}"/>
                    </a:ext>
                  </a:extLst>
                </p14:cNvPr>
                <p14:cNvContentPartPr/>
                <p14:nvPr/>
              </p14:nvContentPartPr>
              <p14:xfrm>
                <a:off x="12052550" y="2845477"/>
                <a:ext cx="109440" cy="38880"/>
              </p14:xfrm>
            </p:contentPart>
          </mc:Choice>
          <mc:Fallback>
            <p:pic>
              <p:nvPicPr>
                <p:cNvPr id="46" name="Ink 45">
                  <a:extLst>
                    <a:ext uri="{FF2B5EF4-FFF2-40B4-BE49-F238E27FC236}">
                      <a16:creationId xmlns:a16="http://schemas.microsoft.com/office/drawing/2014/main" id="{44AC9DE7-8BEB-5368-F634-BFDD182EC5C5}"/>
                    </a:ext>
                  </a:extLst>
                </p:cNvPr>
                <p:cNvPicPr/>
                <p:nvPr/>
              </p:nvPicPr>
              <p:blipFill>
                <a:blip r:embed="rId79"/>
                <a:stretch>
                  <a:fillRect/>
                </a:stretch>
              </p:blipFill>
              <p:spPr>
                <a:xfrm>
                  <a:off x="12034910" y="2827837"/>
                  <a:ext cx="145080" cy="74520"/>
                </a:xfrm>
                <a:prstGeom prst="rect">
                  <a:avLst/>
                </a:prstGeom>
              </p:spPr>
            </p:pic>
          </mc:Fallback>
        </mc:AlternateContent>
      </p:grpSp>
      <p:grpSp>
        <p:nvGrpSpPr>
          <p:cNvPr id="51" name="Group 50">
            <a:extLst>
              <a:ext uri="{FF2B5EF4-FFF2-40B4-BE49-F238E27FC236}">
                <a16:creationId xmlns:a16="http://schemas.microsoft.com/office/drawing/2014/main" id="{CF5827CC-1A23-974D-C978-830B5D3299C1}"/>
              </a:ext>
            </a:extLst>
          </p:cNvPr>
          <p:cNvGrpSpPr/>
          <p:nvPr/>
        </p:nvGrpSpPr>
        <p:grpSpPr>
          <a:xfrm>
            <a:off x="10687430" y="3208381"/>
            <a:ext cx="1340640" cy="735120"/>
            <a:chOff x="10687430" y="3208381"/>
            <a:chExt cx="1340640" cy="735120"/>
          </a:xfrm>
        </p:grpSpPr>
        <mc:AlternateContent xmlns:mc="http://schemas.openxmlformats.org/markup-compatibility/2006">
          <mc:Choice xmlns:p14="http://schemas.microsoft.com/office/powerpoint/2010/main" Requires="p14">
            <p:contentPart p14:bwMode="auto" r:id="rId80">
              <p14:nvContentPartPr>
                <p14:cNvPr id="47" name="Ink 46">
                  <a:extLst>
                    <a:ext uri="{FF2B5EF4-FFF2-40B4-BE49-F238E27FC236}">
                      <a16:creationId xmlns:a16="http://schemas.microsoft.com/office/drawing/2014/main" id="{4AF49D5C-286D-5EA4-9966-7A00211D1EAC}"/>
                    </a:ext>
                  </a:extLst>
                </p14:cNvPr>
                <p14:cNvContentPartPr/>
                <p14:nvPr/>
              </p14:nvContentPartPr>
              <p14:xfrm>
                <a:off x="10687430" y="3208381"/>
                <a:ext cx="1340640" cy="85680"/>
              </p14:xfrm>
            </p:contentPart>
          </mc:Choice>
          <mc:Fallback>
            <p:pic>
              <p:nvPicPr>
                <p:cNvPr id="47" name="Ink 46">
                  <a:extLst>
                    <a:ext uri="{FF2B5EF4-FFF2-40B4-BE49-F238E27FC236}">
                      <a16:creationId xmlns:a16="http://schemas.microsoft.com/office/drawing/2014/main" id="{4AF49D5C-286D-5EA4-9966-7A00211D1EAC}"/>
                    </a:ext>
                  </a:extLst>
                </p:cNvPr>
                <p:cNvPicPr/>
                <p:nvPr/>
              </p:nvPicPr>
              <p:blipFill>
                <a:blip r:embed="rId81"/>
                <a:stretch>
                  <a:fillRect/>
                </a:stretch>
              </p:blipFill>
              <p:spPr>
                <a:xfrm>
                  <a:off x="10669430" y="3190381"/>
                  <a:ext cx="1376280" cy="121320"/>
                </a:xfrm>
                <a:prstGeom prst="rect">
                  <a:avLst/>
                </a:prstGeom>
              </p:spPr>
            </p:pic>
          </mc:Fallback>
        </mc:AlternateContent>
        <mc:AlternateContent xmlns:mc="http://schemas.openxmlformats.org/markup-compatibility/2006">
          <mc:Choice xmlns:p14="http://schemas.microsoft.com/office/powerpoint/2010/main" Requires="p14">
            <p:contentPart p14:bwMode="auto" r:id="rId82">
              <p14:nvContentPartPr>
                <p14:cNvPr id="48" name="Ink 47">
                  <a:extLst>
                    <a:ext uri="{FF2B5EF4-FFF2-40B4-BE49-F238E27FC236}">
                      <a16:creationId xmlns:a16="http://schemas.microsoft.com/office/drawing/2014/main" id="{82E016B7-B2DC-0798-5D4F-7983EF3DD906}"/>
                    </a:ext>
                  </a:extLst>
                </p14:cNvPr>
                <p14:cNvContentPartPr/>
                <p14:nvPr/>
              </p14:nvContentPartPr>
              <p14:xfrm>
                <a:off x="11046710" y="3487741"/>
                <a:ext cx="267840" cy="190080"/>
              </p14:xfrm>
            </p:contentPart>
          </mc:Choice>
          <mc:Fallback>
            <p:pic>
              <p:nvPicPr>
                <p:cNvPr id="48" name="Ink 47">
                  <a:extLst>
                    <a:ext uri="{FF2B5EF4-FFF2-40B4-BE49-F238E27FC236}">
                      <a16:creationId xmlns:a16="http://schemas.microsoft.com/office/drawing/2014/main" id="{82E016B7-B2DC-0798-5D4F-7983EF3DD906}"/>
                    </a:ext>
                  </a:extLst>
                </p:cNvPr>
                <p:cNvPicPr/>
                <p:nvPr/>
              </p:nvPicPr>
              <p:blipFill>
                <a:blip r:embed="rId83"/>
                <a:stretch>
                  <a:fillRect/>
                </a:stretch>
              </p:blipFill>
              <p:spPr>
                <a:xfrm>
                  <a:off x="11028710" y="3470101"/>
                  <a:ext cx="303480" cy="225720"/>
                </a:xfrm>
                <a:prstGeom prst="rect">
                  <a:avLst/>
                </a:prstGeom>
              </p:spPr>
            </p:pic>
          </mc:Fallback>
        </mc:AlternateContent>
        <mc:AlternateContent xmlns:mc="http://schemas.openxmlformats.org/markup-compatibility/2006">
          <mc:Choice xmlns:p14="http://schemas.microsoft.com/office/powerpoint/2010/main" Requires="p14">
            <p:contentPart p14:bwMode="auto" r:id="rId84">
              <p14:nvContentPartPr>
                <p14:cNvPr id="49" name="Ink 48">
                  <a:extLst>
                    <a:ext uri="{FF2B5EF4-FFF2-40B4-BE49-F238E27FC236}">
                      <a16:creationId xmlns:a16="http://schemas.microsoft.com/office/drawing/2014/main" id="{B884A4C6-3DB2-6CBC-8820-3F5377B2CACE}"/>
                    </a:ext>
                  </a:extLst>
                </p14:cNvPr>
                <p14:cNvContentPartPr/>
                <p14:nvPr/>
              </p14:nvContentPartPr>
              <p14:xfrm>
                <a:off x="10823870" y="3391621"/>
                <a:ext cx="772920" cy="551880"/>
              </p14:xfrm>
            </p:contentPart>
          </mc:Choice>
          <mc:Fallback>
            <p:pic>
              <p:nvPicPr>
                <p:cNvPr id="49" name="Ink 48">
                  <a:extLst>
                    <a:ext uri="{FF2B5EF4-FFF2-40B4-BE49-F238E27FC236}">
                      <a16:creationId xmlns:a16="http://schemas.microsoft.com/office/drawing/2014/main" id="{B884A4C6-3DB2-6CBC-8820-3F5377B2CACE}"/>
                    </a:ext>
                  </a:extLst>
                </p:cNvPr>
                <p:cNvPicPr/>
                <p:nvPr/>
              </p:nvPicPr>
              <p:blipFill>
                <a:blip r:embed="rId85"/>
                <a:stretch>
                  <a:fillRect/>
                </a:stretch>
              </p:blipFill>
              <p:spPr>
                <a:xfrm>
                  <a:off x="10806230" y="3373621"/>
                  <a:ext cx="808560" cy="587520"/>
                </a:xfrm>
                <a:prstGeom prst="rect">
                  <a:avLst/>
                </a:prstGeom>
              </p:spPr>
            </p:pic>
          </mc:Fallback>
        </mc:AlternateContent>
        <mc:AlternateContent xmlns:mc="http://schemas.openxmlformats.org/markup-compatibility/2006">
          <mc:Choice xmlns:p14="http://schemas.microsoft.com/office/powerpoint/2010/main" Requires="p14">
            <p:contentPart p14:bwMode="auto" r:id="rId86">
              <p14:nvContentPartPr>
                <p14:cNvPr id="50" name="Ink 49">
                  <a:extLst>
                    <a:ext uri="{FF2B5EF4-FFF2-40B4-BE49-F238E27FC236}">
                      <a16:creationId xmlns:a16="http://schemas.microsoft.com/office/drawing/2014/main" id="{8B16EE41-2FD5-943B-AC80-B22F91164CFB}"/>
                    </a:ext>
                  </a:extLst>
                </p14:cNvPr>
                <p14:cNvContentPartPr/>
                <p14:nvPr/>
              </p14:nvContentPartPr>
              <p14:xfrm>
                <a:off x="10829630" y="3430141"/>
                <a:ext cx="87840" cy="510840"/>
              </p14:xfrm>
            </p:contentPart>
          </mc:Choice>
          <mc:Fallback>
            <p:pic>
              <p:nvPicPr>
                <p:cNvPr id="50" name="Ink 49">
                  <a:extLst>
                    <a:ext uri="{FF2B5EF4-FFF2-40B4-BE49-F238E27FC236}">
                      <a16:creationId xmlns:a16="http://schemas.microsoft.com/office/drawing/2014/main" id="{8B16EE41-2FD5-943B-AC80-B22F91164CFB}"/>
                    </a:ext>
                  </a:extLst>
                </p:cNvPr>
                <p:cNvPicPr/>
                <p:nvPr/>
              </p:nvPicPr>
              <p:blipFill>
                <a:blip r:embed="rId87"/>
                <a:stretch>
                  <a:fillRect/>
                </a:stretch>
              </p:blipFill>
              <p:spPr>
                <a:xfrm>
                  <a:off x="10811990" y="3412501"/>
                  <a:ext cx="123480" cy="546480"/>
                </a:xfrm>
                <a:prstGeom prst="rect">
                  <a:avLst/>
                </a:prstGeom>
              </p:spPr>
            </p:pic>
          </mc:Fallback>
        </mc:AlternateContent>
      </p:grpSp>
      <p:grpSp>
        <p:nvGrpSpPr>
          <p:cNvPr id="84" name="Group 83">
            <a:extLst>
              <a:ext uri="{FF2B5EF4-FFF2-40B4-BE49-F238E27FC236}">
                <a16:creationId xmlns:a16="http://schemas.microsoft.com/office/drawing/2014/main" id="{EA4B72D4-41BE-CE1F-E21C-A018F2E6F76F}"/>
              </a:ext>
            </a:extLst>
          </p:cNvPr>
          <p:cNvGrpSpPr/>
          <p:nvPr/>
        </p:nvGrpSpPr>
        <p:grpSpPr>
          <a:xfrm>
            <a:off x="6975470" y="795661"/>
            <a:ext cx="870840" cy="297000"/>
            <a:chOff x="6975470" y="795661"/>
            <a:chExt cx="870840" cy="297000"/>
          </a:xfrm>
        </p:grpSpPr>
        <mc:AlternateContent xmlns:mc="http://schemas.openxmlformats.org/markup-compatibility/2006">
          <mc:Choice xmlns:p14="http://schemas.microsoft.com/office/powerpoint/2010/main" Requires="p14">
            <p:contentPart p14:bwMode="auto" r:id="rId88">
              <p14:nvContentPartPr>
                <p14:cNvPr id="53" name="Ink 52">
                  <a:extLst>
                    <a:ext uri="{FF2B5EF4-FFF2-40B4-BE49-F238E27FC236}">
                      <a16:creationId xmlns:a16="http://schemas.microsoft.com/office/drawing/2014/main" id="{955282D2-C495-01D6-3D21-8C261155BE15}"/>
                    </a:ext>
                  </a:extLst>
                </p14:cNvPr>
                <p14:cNvContentPartPr/>
                <p14:nvPr/>
              </p14:nvContentPartPr>
              <p14:xfrm>
                <a:off x="6975470" y="901861"/>
                <a:ext cx="216720" cy="171360"/>
              </p14:xfrm>
            </p:contentPart>
          </mc:Choice>
          <mc:Fallback>
            <p:pic>
              <p:nvPicPr>
                <p:cNvPr id="53" name="Ink 52">
                  <a:extLst>
                    <a:ext uri="{FF2B5EF4-FFF2-40B4-BE49-F238E27FC236}">
                      <a16:creationId xmlns:a16="http://schemas.microsoft.com/office/drawing/2014/main" id="{955282D2-C495-01D6-3D21-8C261155BE15}"/>
                    </a:ext>
                  </a:extLst>
                </p:cNvPr>
                <p:cNvPicPr/>
                <p:nvPr/>
              </p:nvPicPr>
              <p:blipFill>
                <a:blip r:embed="rId89"/>
                <a:stretch>
                  <a:fillRect/>
                </a:stretch>
              </p:blipFill>
              <p:spPr>
                <a:xfrm>
                  <a:off x="6957830" y="883861"/>
                  <a:ext cx="252360" cy="207000"/>
                </a:xfrm>
                <a:prstGeom prst="rect">
                  <a:avLst/>
                </a:prstGeom>
              </p:spPr>
            </p:pic>
          </mc:Fallback>
        </mc:AlternateContent>
        <mc:AlternateContent xmlns:mc="http://schemas.openxmlformats.org/markup-compatibility/2006">
          <mc:Choice xmlns:p14="http://schemas.microsoft.com/office/powerpoint/2010/main" Requires="p14">
            <p:contentPart p14:bwMode="auto" r:id="rId90">
              <p14:nvContentPartPr>
                <p14:cNvPr id="54" name="Ink 53">
                  <a:extLst>
                    <a:ext uri="{FF2B5EF4-FFF2-40B4-BE49-F238E27FC236}">
                      <a16:creationId xmlns:a16="http://schemas.microsoft.com/office/drawing/2014/main" id="{2512B104-DADD-B0E8-6064-A9F69BC21AD2}"/>
                    </a:ext>
                  </a:extLst>
                </p14:cNvPr>
                <p14:cNvContentPartPr/>
                <p14:nvPr/>
              </p14:nvContentPartPr>
              <p14:xfrm>
                <a:off x="7182830" y="923821"/>
                <a:ext cx="134640" cy="156600"/>
              </p14:xfrm>
            </p:contentPart>
          </mc:Choice>
          <mc:Fallback>
            <p:pic>
              <p:nvPicPr>
                <p:cNvPr id="54" name="Ink 53">
                  <a:extLst>
                    <a:ext uri="{FF2B5EF4-FFF2-40B4-BE49-F238E27FC236}">
                      <a16:creationId xmlns:a16="http://schemas.microsoft.com/office/drawing/2014/main" id="{2512B104-DADD-B0E8-6064-A9F69BC21AD2}"/>
                    </a:ext>
                  </a:extLst>
                </p:cNvPr>
                <p:cNvPicPr/>
                <p:nvPr/>
              </p:nvPicPr>
              <p:blipFill>
                <a:blip r:embed="rId91"/>
                <a:stretch>
                  <a:fillRect/>
                </a:stretch>
              </p:blipFill>
              <p:spPr>
                <a:xfrm>
                  <a:off x="7164830" y="906181"/>
                  <a:ext cx="170280" cy="192240"/>
                </a:xfrm>
                <a:prstGeom prst="rect">
                  <a:avLst/>
                </a:prstGeom>
              </p:spPr>
            </p:pic>
          </mc:Fallback>
        </mc:AlternateContent>
        <mc:AlternateContent xmlns:mc="http://schemas.openxmlformats.org/markup-compatibility/2006">
          <mc:Choice xmlns:p14="http://schemas.microsoft.com/office/powerpoint/2010/main" Requires="p14">
            <p:contentPart p14:bwMode="auto" r:id="rId92">
              <p14:nvContentPartPr>
                <p14:cNvPr id="55" name="Ink 54">
                  <a:extLst>
                    <a:ext uri="{FF2B5EF4-FFF2-40B4-BE49-F238E27FC236}">
                      <a16:creationId xmlns:a16="http://schemas.microsoft.com/office/drawing/2014/main" id="{7ADACB26-A9CF-7FE8-E188-F390FFB77E78}"/>
                    </a:ext>
                  </a:extLst>
                </p14:cNvPr>
                <p14:cNvContentPartPr/>
                <p14:nvPr/>
              </p14:nvContentPartPr>
              <p14:xfrm>
                <a:off x="7384790" y="943621"/>
                <a:ext cx="115920" cy="138600"/>
              </p14:xfrm>
            </p:contentPart>
          </mc:Choice>
          <mc:Fallback>
            <p:pic>
              <p:nvPicPr>
                <p:cNvPr id="55" name="Ink 54">
                  <a:extLst>
                    <a:ext uri="{FF2B5EF4-FFF2-40B4-BE49-F238E27FC236}">
                      <a16:creationId xmlns:a16="http://schemas.microsoft.com/office/drawing/2014/main" id="{7ADACB26-A9CF-7FE8-E188-F390FFB77E78}"/>
                    </a:ext>
                  </a:extLst>
                </p:cNvPr>
                <p:cNvPicPr/>
                <p:nvPr/>
              </p:nvPicPr>
              <p:blipFill>
                <a:blip r:embed="rId93"/>
                <a:stretch>
                  <a:fillRect/>
                </a:stretch>
              </p:blipFill>
              <p:spPr>
                <a:xfrm>
                  <a:off x="7367150" y="925981"/>
                  <a:ext cx="151560" cy="174240"/>
                </a:xfrm>
                <a:prstGeom prst="rect">
                  <a:avLst/>
                </a:prstGeom>
              </p:spPr>
            </p:pic>
          </mc:Fallback>
        </mc:AlternateContent>
        <mc:AlternateContent xmlns:mc="http://schemas.openxmlformats.org/markup-compatibility/2006">
          <mc:Choice xmlns:p14="http://schemas.microsoft.com/office/powerpoint/2010/main" Requires="p14">
            <p:contentPart p14:bwMode="auto" r:id="rId94">
              <p14:nvContentPartPr>
                <p14:cNvPr id="56" name="Ink 55">
                  <a:extLst>
                    <a:ext uri="{FF2B5EF4-FFF2-40B4-BE49-F238E27FC236}">
                      <a16:creationId xmlns:a16="http://schemas.microsoft.com/office/drawing/2014/main" id="{47243B82-CE18-C6CA-B208-DEA331096C1C}"/>
                    </a:ext>
                  </a:extLst>
                </p14:cNvPr>
                <p14:cNvContentPartPr/>
                <p14:nvPr/>
              </p14:nvContentPartPr>
              <p14:xfrm>
                <a:off x="7586390" y="918781"/>
                <a:ext cx="106560" cy="173880"/>
              </p14:xfrm>
            </p:contentPart>
          </mc:Choice>
          <mc:Fallback>
            <p:pic>
              <p:nvPicPr>
                <p:cNvPr id="56" name="Ink 55">
                  <a:extLst>
                    <a:ext uri="{FF2B5EF4-FFF2-40B4-BE49-F238E27FC236}">
                      <a16:creationId xmlns:a16="http://schemas.microsoft.com/office/drawing/2014/main" id="{47243B82-CE18-C6CA-B208-DEA331096C1C}"/>
                    </a:ext>
                  </a:extLst>
                </p:cNvPr>
                <p:cNvPicPr/>
                <p:nvPr/>
              </p:nvPicPr>
              <p:blipFill>
                <a:blip r:embed="rId95"/>
                <a:stretch>
                  <a:fillRect/>
                </a:stretch>
              </p:blipFill>
              <p:spPr>
                <a:xfrm>
                  <a:off x="7568750" y="901141"/>
                  <a:ext cx="142200" cy="209520"/>
                </a:xfrm>
                <a:prstGeom prst="rect">
                  <a:avLst/>
                </a:prstGeom>
              </p:spPr>
            </p:pic>
          </mc:Fallback>
        </mc:AlternateContent>
        <mc:AlternateContent xmlns:mc="http://schemas.openxmlformats.org/markup-compatibility/2006">
          <mc:Choice xmlns:p14="http://schemas.microsoft.com/office/powerpoint/2010/main" Requires="p14">
            <p:contentPart p14:bwMode="auto" r:id="rId96">
              <p14:nvContentPartPr>
                <p14:cNvPr id="57" name="Ink 56">
                  <a:extLst>
                    <a:ext uri="{FF2B5EF4-FFF2-40B4-BE49-F238E27FC236}">
                      <a16:creationId xmlns:a16="http://schemas.microsoft.com/office/drawing/2014/main" id="{04405BB5-7F17-8352-E9C8-BCFA7337703B}"/>
                    </a:ext>
                  </a:extLst>
                </p14:cNvPr>
                <p14:cNvContentPartPr/>
                <p14:nvPr/>
              </p14:nvContentPartPr>
              <p14:xfrm>
                <a:off x="7715990" y="795661"/>
                <a:ext cx="86400" cy="287280"/>
              </p14:xfrm>
            </p:contentPart>
          </mc:Choice>
          <mc:Fallback>
            <p:pic>
              <p:nvPicPr>
                <p:cNvPr id="57" name="Ink 56">
                  <a:extLst>
                    <a:ext uri="{FF2B5EF4-FFF2-40B4-BE49-F238E27FC236}">
                      <a16:creationId xmlns:a16="http://schemas.microsoft.com/office/drawing/2014/main" id="{04405BB5-7F17-8352-E9C8-BCFA7337703B}"/>
                    </a:ext>
                  </a:extLst>
                </p:cNvPr>
                <p:cNvPicPr/>
                <p:nvPr/>
              </p:nvPicPr>
              <p:blipFill>
                <a:blip r:embed="rId97"/>
                <a:stretch>
                  <a:fillRect/>
                </a:stretch>
              </p:blipFill>
              <p:spPr>
                <a:xfrm>
                  <a:off x="7697990" y="778021"/>
                  <a:ext cx="122040" cy="322920"/>
                </a:xfrm>
                <a:prstGeom prst="rect">
                  <a:avLst/>
                </a:prstGeom>
              </p:spPr>
            </p:pic>
          </mc:Fallback>
        </mc:AlternateContent>
        <mc:AlternateContent xmlns:mc="http://schemas.openxmlformats.org/markup-compatibility/2006">
          <mc:Choice xmlns:p14="http://schemas.microsoft.com/office/powerpoint/2010/main" Requires="p14">
            <p:contentPart p14:bwMode="auto" r:id="rId98">
              <p14:nvContentPartPr>
                <p14:cNvPr id="58" name="Ink 57">
                  <a:extLst>
                    <a:ext uri="{FF2B5EF4-FFF2-40B4-BE49-F238E27FC236}">
                      <a16:creationId xmlns:a16="http://schemas.microsoft.com/office/drawing/2014/main" id="{47461E0E-2F49-8F85-9BD1-256945FDCD9B}"/>
                    </a:ext>
                  </a:extLst>
                </p14:cNvPr>
                <p14:cNvContentPartPr/>
                <p14:nvPr/>
              </p14:nvContentPartPr>
              <p14:xfrm>
                <a:off x="7726070" y="952261"/>
                <a:ext cx="120240" cy="38880"/>
              </p14:xfrm>
            </p:contentPart>
          </mc:Choice>
          <mc:Fallback>
            <p:pic>
              <p:nvPicPr>
                <p:cNvPr id="58" name="Ink 57">
                  <a:extLst>
                    <a:ext uri="{FF2B5EF4-FFF2-40B4-BE49-F238E27FC236}">
                      <a16:creationId xmlns:a16="http://schemas.microsoft.com/office/drawing/2014/main" id="{47461E0E-2F49-8F85-9BD1-256945FDCD9B}"/>
                    </a:ext>
                  </a:extLst>
                </p:cNvPr>
                <p:cNvPicPr/>
                <p:nvPr/>
              </p:nvPicPr>
              <p:blipFill>
                <a:blip r:embed="rId99"/>
                <a:stretch>
                  <a:fillRect/>
                </a:stretch>
              </p:blipFill>
              <p:spPr>
                <a:xfrm>
                  <a:off x="7708430" y="934261"/>
                  <a:ext cx="155880" cy="74520"/>
                </a:xfrm>
                <a:prstGeom prst="rect">
                  <a:avLst/>
                </a:prstGeom>
              </p:spPr>
            </p:pic>
          </mc:Fallback>
        </mc:AlternateContent>
      </p:grpSp>
      <p:grpSp>
        <p:nvGrpSpPr>
          <p:cNvPr id="96" name="Group 95">
            <a:extLst>
              <a:ext uri="{FF2B5EF4-FFF2-40B4-BE49-F238E27FC236}">
                <a16:creationId xmlns:a16="http://schemas.microsoft.com/office/drawing/2014/main" id="{88ECEDF1-DE93-4080-6AA3-F9163CE0E619}"/>
              </a:ext>
            </a:extLst>
          </p:cNvPr>
          <p:cNvGrpSpPr/>
          <p:nvPr/>
        </p:nvGrpSpPr>
        <p:grpSpPr>
          <a:xfrm>
            <a:off x="8272550" y="865501"/>
            <a:ext cx="3749760" cy="1081080"/>
            <a:chOff x="8272550" y="865501"/>
            <a:chExt cx="3749760" cy="1081080"/>
          </a:xfrm>
        </p:grpSpPr>
        <mc:AlternateContent xmlns:mc="http://schemas.openxmlformats.org/markup-compatibility/2006">
          <mc:Choice xmlns:p14="http://schemas.microsoft.com/office/powerpoint/2010/main" Requires="p14">
            <p:contentPart p14:bwMode="auto" r:id="rId100">
              <p14:nvContentPartPr>
                <p14:cNvPr id="59" name="Ink 58">
                  <a:extLst>
                    <a:ext uri="{FF2B5EF4-FFF2-40B4-BE49-F238E27FC236}">
                      <a16:creationId xmlns:a16="http://schemas.microsoft.com/office/drawing/2014/main" id="{B42B24E9-C4AE-F4BA-90A1-B05246D25724}"/>
                    </a:ext>
                  </a:extLst>
                </p14:cNvPr>
                <p14:cNvContentPartPr/>
                <p14:nvPr/>
              </p14:nvContentPartPr>
              <p14:xfrm>
                <a:off x="8272550" y="972781"/>
                <a:ext cx="139320" cy="181800"/>
              </p14:xfrm>
            </p:contentPart>
          </mc:Choice>
          <mc:Fallback>
            <p:pic>
              <p:nvPicPr>
                <p:cNvPr id="59" name="Ink 58">
                  <a:extLst>
                    <a:ext uri="{FF2B5EF4-FFF2-40B4-BE49-F238E27FC236}">
                      <a16:creationId xmlns:a16="http://schemas.microsoft.com/office/drawing/2014/main" id="{B42B24E9-C4AE-F4BA-90A1-B05246D25724}"/>
                    </a:ext>
                  </a:extLst>
                </p:cNvPr>
                <p:cNvPicPr/>
                <p:nvPr/>
              </p:nvPicPr>
              <p:blipFill>
                <a:blip r:embed="rId101"/>
                <a:stretch>
                  <a:fillRect/>
                </a:stretch>
              </p:blipFill>
              <p:spPr>
                <a:xfrm>
                  <a:off x="8254550" y="954781"/>
                  <a:ext cx="174960" cy="217440"/>
                </a:xfrm>
                <a:prstGeom prst="rect">
                  <a:avLst/>
                </a:prstGeom>
              </p:spPr>
            </p:pic>
          </mc:Fallback>
        </mc:AlternateContent>
        <mc:AlternateContent xmlns:mc="http://schemas.openxmlformats.org/markup-compatibility/2006">
          <mc:Choice xmlns:p14="http://schemas.microsoft.com/office/powerpoint/2010/main" Requires="p14">
            <p:contentPart p14:bwMode="auto" r:id="rId102">
              <p14:nvContentPartPr>
                <p14:cNvPr id="60" name="Ink 59">
                  <a:extLst>
                    <a:ext uri="{FF2B5EF4-FFF2-40B4-BE49-F238E27FC236}">
                      <a16:creationId xmlns:a16="http://schemas.microsoft.com/office/drawing/2014/main" id="{D23C8AAF-D53E-B9A0-133B-0C02E2C9B6DA}"/>
                    </a:ext>
                  </a:extLst>
                </p14:cNvPr>
                <p14:cNvContentPartPr/>
                <p14:nvPr/>
              </p14:nvContentPartPr>
              <p14:xfrm>
                <a:off x="8473070" y="1015981"/>
                <a:ext cx="74520" cy="194400"/>
              </p14:xfrm>
            </p:contentPart>
          </mc:Choice>
          <mc:Fallback>
            <p:pic>
              <p:nvPicPr>
                <p:cNvPr id="60" name="Ink 59">
                  <a:extLst>
                    <a:ext uri="{FF2B5EF4-FFF2-40B4-BE49-F238E27FC236}">
                      <a16:creationId xmlns:a16="http://schemas.microsoft.com/office/drawing/2014/main" id="{D23C8AAF-D53E-B9A0-133B-0C02E2C9B6DA}"/>
                    </a:ext>
                  </a:extLst>
                </p:cNvPr>
                <p:cNvPicPr/>
                <p:nvPr/>
              </p:nvPicPr>
              <p:blipFill>
                <a:blip r:embed="rId103"/>
                <a:stretch>
                  <a:fillRect/>
                </a:stretch>
              </p:blipFill>
              <p:spPr>
                <a:xfrm>
                  <a:off x="8455070" y="997981"/>
                  <a:ext cx="110160" cy="230040"/>
                </a:xfrm>
                <a:prstGeom prst="rect">
                  <a:avLst/>
                </a:prstGeom>
              </p:spPr>
            </p:pic>
          </mc:Fallback>
        </mc:AlternateContent>
        <mc:AlternateContent xmlns:mc="http://schemas.openxmlformats.org/markup-compatibility/2006">
          <mc:Choice xmlns:p14="http://schemas.microsoft.com/office/powerpoint/2010/main" Requires="p14">
            <p:contentPart p14:bwMode="auto" r:id="rId104">
              <p14:nvContentPartPr>
                <p14:cNvPr id="61" name="Ink 60">
                  <a:extLst>
                    <a:ext uri="{FF2B5EF4-FFF2-40B4-BE49-F238E27FC236}">
                      <a16:creationId xmlns:a16="http://schemas.microsoft.com/office/drawing/2014/main" id="{9314DA75-20DD-A44D-9643-163708E90E20}"/>
                    </a:ext>
                  </a:extLst>
                </p14:cNvPr>
                <p14:cNvContentPartPr/>
                <p14:nvPr/>
              </p14:nvContentPartPr>
              <p14:xfrm>
                <a:off x="8529590" y="946861"/>
                <a:ext cx="90360" cy="129600"/>
              </p14:xfrm>
            </p:contentPart>
          </mc:Choice>
          <mc:Fallback>
            <p:pic>
              <p:nvPicPr>
                <p:cNvPr id="61" name="Ink 60">
                  <a:extLst>
                    <a:ext uri="{FF2B5EF4-FFF2-40B4-BE49-F238E27FC236}">
                      <a16:creationId xmlns:a16="http://schemas.microsoft.com/office/drawing/2014/main" id="{9314DA75-20DD-A44D-9643-163708E90E20}"/>
                    </a:ext>
                  </a:extLst>
                </p:cNvPr>
                <p:cNvPicPr/>
                <p:nvPr/>
              </p:nvPicPr>
              <p:blipFill>
                <a:blip r:embed="rId105"/>
                <a:stretch>
                  <a:fillRect/>
                </a:stretch>
              </p:blipFill>
              <p:spPr>
                <a:xfrm>
                  <a:off x="8511590" y="928861"/>
                  <a:ext cx="126000" cy="165240"/>
                </a:xfrm>
                <a:prstGeom prst="rect">
                  <a:avLst/>
                </a:prstGeom>
              </p:spPr>
            </p:pic>
          </mc:Fallback>
        </mc:AlternateContent>
        <mc:AlternateContent xmlns:mc="http://schemas.openxmlformats.org/markup-compatibility/2006">
          <mc:Choice xmlns:p14="http://schemas.microsoft.com/office/powerpoint/2010/main" Requires="p14">
            <p:contentPart p14:bwMode="auto" r:id="rId106">
              <p14:nvContentPartPr>
                <p14:cNvPr id="62" name="Ink 61">
                  <a:extLst>
                    <a:ext uri="{FF2B5EF4-FFF2-40B4-BE49-F238E27FC236}">
                      <a16:creationId xmlns:a16="http://schemas.microsoft.com/office/drawing/2014/main" id="{8A643364-0DEA-779C-FB2B-D8DDE3CAB5C7}"/>
                    </a:ext>
                  </a:extLst>
                </p14:cNvPr>
                <p14:cNvContentPartPr/>
                <p14:nvPr/>
              </p14:nvContentPartPr>
              <p14:xfrm>
                <a:off x="8701670" y="865501"/>
                <a:ext cx="33480" cy="256320"/>
              </p14:xfrm>
            </p:contentPart>
          </mc:Choice>
          <mc:Fallback>
            <p:pic>
              <p:nvPicPr>
                <p:cNvPr id="62" name="Ink 61">
                  <a:extLst>
                    <a:ext uri="{FF2B5EF4-FFF2-40B4-BE49-F238E27FC236}">
                      <a16:creationId xmlns:a16="http://schemas.microsoft.com/office/drawing/2014/main" id="{8A643364-0DEA-779C-FB2B-D8DDE3CAB5C7}"/>
                    </a:ext>
                  </a:extLst>
                </p:cNvPr>
                <p:cNvPicPr/>
                <p:nvPr/>
              </p:nvPicPr>
              <p:blipFill>
                <a:blip r:embed="rId107"/>
                <a:stretch>
                  <a:fillRect/>
                </a:stretch>
              </p:blipFill>
              <p:spPr>
                <a:xfrm>
                  <a:off x="8684030" y="847861"/>
                  <a:ext cx="69120" cy="291960"/>
                </a:xfrm>
                <a:prstGeom prst="rect">
                  <a:avLst/>
                </a:prstGeom>
              </p:spPr>
            </p:pic>
          </mc:Fallback>
        </mc:AlternateContent>
        <mc:AlternateContent xmlns:mc="http://schemas.openxmlformats.org/markup-compatibility/2006">
          <mc:Choice xmlns:p14="http://schemas.microsoft.com/office/powerpoint/2010/main" Requires="p14">
            <p:contentPart p14:bwMode="auto" r:id="rId108">
              <p14:nvContentPartPr>
                <p14:cNvPr id="63" name="Ink 62">
                  <a:extLst>
                    <a:ext uri="{FF2B5EF4-FFF2-40B4-BE49-F238E27FC236}">
                      <a16:creationId xmlns:a16="http://schemas.microsoft.com/office/drawing/2014/main" id="{02286D68-8F51-B852-DDBE-D7DD07F17B35}"/>
                    </a:ext>
                  </a:extLst>
                </p14:cNvPr>
                <p14:cNvContentPartPr/>
                <p14:nvPr/>
              </p14:nvContentPartPr>
              <p14:xfrm>
                <a:off x="8717870" y="1008421"/>
                <a:ext cx="75960" cy="12600"/>
              </p14:xfrm>
            </p:contentPart>
          </mc:Choice>
          <mc:Fallback>
            <p:pic>
              <p:nvPicPr>
                <p:cNvPr id="63" name="Ink 62">
                  <a:extLst>
                    <a:ext uri="{FF2B5EF4-FFF2-40B4-BE49-F238E27FC236}">
                      <a16:creationId xmlns:a16="http://schemas.microsoft.com/office/drawing/2014/main" id="{02286D68-8F51-B852-DDBE-D7DD07F17B35}"/>
                    </a:ext>
                  </a:extLst>
                </p:cNvPr>
                <p:cNvPicPr/>
                <p:nvPr/>
              </p:nvPicPr>
              <p:blipFill>
                <a:blip r:embed="rId109"/>
                <a:stretch>
                  <a:fillRect/>
                </a:stretch>
              </p:blipFill>
              <p:spPr>
                <a:xfrm>
                  <a:off x="8699870" y="990421"/>
                  <a:ext cx="111600" cy="48240"/>
                </a:xfrm>
                <a:prstGeom prst="rect">
                  <a:avLst/>
                </a:prstGeom>
              </p:spPr>
            </p:pic>
          </mc:Fallback>
        </mc:AlternateContent>
        <mc:AlternateContent xmlns:mc="http://schemas.openxmlformats.org/markup-compatibility/2006">
          <mc:Choice xmlns:p14="http://schemas.microsoft.com/office/powerpoint/2010/main" Requires="p14">
            <p:contentPart p14:bwMode="auto" r:id="rId110">
              <p14:nvContentPartPr>
                <p14:cNvPr id="64" name="Ink 63">
                  <a:extLst>
                    <a:ext uri="{FF2B5EF4-FFF2-40B4-BE49-F238E27FC236}">
                      <a16:creationId xmlns:a16="http://schemas.microsoft.com/office/drawing/2014/main" id="{545A2673-E2A5-D501-76B5-D198617AA5C1}"/>
                    </a:ext>
                  </a:extLst>
                </p14:cNvPr>
                <p14:cNvContentPartPr/>
                <p14:nvPr/>
              </p14:nvContentPartPr>
              <p14:xfrm>
                <a:off x="8854670" y="1015261"/>
                <a:ext cx="23040" cy="134640"/>
              </p14:xfrm>
            </p:contentPart>
          </mc:Choice>
          <mc:Fallback>
            <p:pic>
              <p:nvPicPr>
                <p:cNvPr id="64" name="Ink 63">
                  <a:extLst>
                    <a:ext uri="{FF2B5EF4-FFF2-40B4-BE49-F238E27FC236}">
                      <a16:creationId xmlns:a16="http://schemas.microsoft.com/office/drawing/2014/main" id="{545A2673-E2A5-D501-76B5-D198617AA5C1}"/>
                    </a:ext>
                  </a:extLst>
                </p:cNvPr>
                <p:cNvPicPr/>
                <p:nvPr/>
              </p:nvPicPr>
              <p:blipFill>
                <a:blip r:embed="rId111"/>
                <a:stretch>
                  <a:fillRect/>
                </a:stretch>
              </p:blipFill>
              <p:spPr>
                <a:xfrm>
                  <a:off x="8837030" y="997261"/>
                  <a:ext cx="58680" cy="170280"/>
                </a:xfrm>
                <a:prstGeom prst="rect">
                  <a:avLst/>
                </a:prstGeom>
              </p:spPr>
            </p:pic>
          </mc:Fallback>
        </mc:AlternateContent>
        <mc:AlternateContent xmlns:mc="http://schemas.openxmlformats.org/markup-compatibility/2006">
          <mc:Choice xmlns:p14="http://schemas.microsoft.com/office/powerpoint/2010/main" Requires="p14">
            <p:contentPart p14:bwMode="auto" r:id="rId112">
              <p14:nvContentPartPr>
                <p14:cNvPr id="65" name="Ink 64">
                  <a:extLst>
                    <a:ext uri="{FF2B5EF4-FFF2-40B4-BE49-F238E27FC236}">
                      <a16:creationId xmlns:a16="http://schemas.microsoft.com/office/drawing/2014/main" id="{23644916-17DC-31A9-61D2-99B000E59388}"/>
                    </a:ext>
                  </a:extLst>
                </p14:cNvPr>
                <p14:cNvContentPartPr/>
                <p14:nvPr/>
              </p14:nvContentPartPr>
              <p14:xfrm>
                <a:off x="8887430" y="888541"/>
                <a:ext cx="20520" cy="72360"/>
              </p14:xfrm>
            </p:contentPart>
          </mc:Choice>
          <mc:Fallback>
            <p:pic>
              <p:nvPicPr>
                <p:cNvPr id="65" name="Ink 64">
                  <a:extLst>
                    <a:ext uri="{FF2B5EF4-FFF2-40B4-BE49-F238E27FC236}">
                      <a16:creationId xmlns:a16="http://schemas.microsoft.com/office/drawing/2014/main" id="{23644916-17DC-31A9-61D2-99B000E59388}"/>
                    </a:ext>
                  </a:extLst>
                </p:cNvPr>
                <p:cNvPicPr/>
                <p:nvPr/>
              </p:nvPicPr>
              <p:blipFill>
                <a:blip r:embed="rId113"/>
                <a:stretch>
                  <a:fillRect/>
                </a:stretch>
              </p:blipFill>
              <p:spPr>
                <a:xfrm>
                  <a:off x="8869430" y="870541"/>
                  <a:ext cx="56160" cy="108000"/>
                </a:xfrm>
                <a:prstGeom prst="rect">
                  <a:avLst/>
                </a:prstGeom>
              </p:spPr>
            </p:pic>
          </mc:Fallback>
        </mc:AlternateContent>
        <mc:AlternateContent xmlns:mc="http://schemas.openxmlformats.org/markup-compatibility/2006">
          <mc:Choice xmlns:p14="http://schemas.microsoft.com/office/powerpoint/2010/main" Requires="p14">
            <p:contentPart p14:bwMode="auto" r:id="rId114">
              <p14:nvContentPartPr>
                <p14:cNvPr id="66" name="Ink 65">
                  <a:extLst>
                    <a:ext uri="{FF2B5EF4-FFF2-40B4-BE49-F238E27FC236}">
                      <a16:creationId xmlns:a16="http://schemas.microsoft.com/office/drawing/2014/main" id="{C02BE620-CA65-D372-D0A3-1082A49437A7}"/>
                    </a:ext>
                  </a:extLst>
                </p14:cNvPr>
                <p14:cNvContentPartPr/>
                <p14:nvPr/>
              </p14:nvContentPartPr>
              <p14:xfrm>
                <a:off x="9038630" y="998341"/>
                <a:ext cx="236880" cy="131040"/>
              </p14:xfrm>
            </p:contentPart>
          </mc:Choice>
          <mc:Fallback>
            <p:pic>
              <p:nvPicPr>
                <p:cNvPr id="66" name="Ink 65">
                  <a:extLst>
                    <a:ext uri="{FF2B5EF4-FFF2-40B4-BE49-F238E27FC236}">
                      <a16:creationId xmlns:a16="http://schemas.microsoft.com/office/drawing/2014/main" id="{C02BE620-CA65-D372-D0A3-1082A49437A7}"/>
                    </a:ext>
                  </a:extLst>
                </p:cNvPr>
                <p:cNvPicPr/>
                <p:nvPr/>
              </p:nvPicPr>
              <p:blipFill>
                <a:blip r:embed="rId115"/>
                <a:stretch>
                  <a:fillRect/>
                </a:stretch>
              </p:blipFill>
              <p:spPr>
                <a:xfrm>
                  <a:off x="9020990" y="980701"/>
                  <a:ext cx="272520" cy="166680"/>
                </a:xfrm>
                <a:prstGeom prst="rect">
                  <a:avLst/>
                </a:prstGeom>
              </p:spPr>
            </p:pic>
          </mc:Fallback>
        </mc:AlternateContent>
        <mc:AlternateContent xmlns:mc="http://schemas.openxmlformats.org/markup-compatibility/2006">
          <mc:Choice xmlns:p14="http://schemas.microsoft.com/office/powerpoint/2010/main" Requires="p14">
            <p:contentPart p14:bwMode="auto" r:id="rId116">
              <p14:nvContentPartPr>
                <p14:cNvPr id="67" name="Ink 66">
                  <a:extLst>
                    <a:ext uri="{FF2B5EF4-FFF2-40B4-BE49-F238E27FC236}">
                      <a16:creationId xmlns:a16="http://schemas.microsoft.com/office/drawing/2014/main" id="{41645879-6D33-BA81-0D79-064F7D2B4133}"/>
                    </a:ext>
                  </a:extLst>
                </p14:cNvPr>
                <p14:cNvContentPartPr/>
                <p14:nvPr/>
              </p14:nvContentPartPr>
              <p14:xfrm>
                <a:off x="8945390" y="1020301"/>
                <a:ext cx="102600" cy="137520"/>
              </p14:xfrm>
            </p:contentPart>
          </mc:Choice>
          <mc:Fallback>
            <p:pic>
              <p:nvPicPr>
                <p:cNvPr id="67" name="Ink 66">
                  <a:extLst>
                    <a:ext uri="{FF2B5EF4-FFF2-40B4-BE49-F238E27FC236}">
                      <a16:creationId xmlns:a16="http://schemas.microsoft.com/office/drawing/2014/main" id="{41645879-6D33-BA81-0D79-064F7D2B4133}"/>
                    </a:ext>
                  </a:extLst>
                </p:cNvPr>
                <p:cNvPicPr/>
                <p:nvPr/>
              </p:nvPicPr>
              <p:blipFill>
                <a:blip r:embed="rId117"/>
                <a:stretch>
                  <a:fillRect/>
                </a:stretch>
              </p:blipFill>
              <p:spPr>
                <a:xfrm>
                  <a:off x="8927750" y="1002301"/>
                  <a:ext cx="138240" cy="173160"/>
                </a:xfrm>
                <a:prstGeom prst="rect">
                  <a:avLst/>
                </a:prstGeom>
              </p:spPr>
            </p:pic>
          </mc:Fallback>
        </mc:AlternateContent>
        <mc:AlternateContent xmlns:mc="http://schemas.openxmlformats.org/markup-compatibility/2006">
          <mc:Choice xmlns:p14="http://schemas.microsoft.com/office/powerpoint/2010/main" Requires="p14">
            <p:contentPart p14:bwMode="auto" r:id="rId118">
              <p14:nvContentPartPr>
                <p14:cNvPr id="68" name="Ink 67">
                  <a:extLst>
                    <a:ext uri="{FF2B5EF4-FFF2-40B4-BE49-F238E27FC236}">
                      <a16:creationId xmlns:a16="http://schemas.microsoft.com/office/drawing/2014/main" id="{A5E8B81E-EE0D-3001-8A07-34863EEEB3A0}"/>
                    </a:ext>
                  </a:extLst>
                </p14:cNvPr>
                <p14:cNvContentPartPr/>
                <p14:nvPr/>
              </p14:nvContentPartPr>
              <p14:xfrm>
                <a:off x="9233390" y="888541"/>
                <a:ext cx="75960" cy="258120"/>
              </p14:xfrm>
            </p:contentPart>
          </mc:Choice>
          <mc:Fallback>
            <p:pic>
              <p:nvPicPr>
                <p:cNvPr id="68" name="Ink 67">
                  <a:extLst>
                    <a:ext uri="{FF2B5EF4-FFF2-40B4-BE49-F238E27FC236}">
                      <a16:creationId xmlns:a16="http://schemas.microsoft.com/office/drawing/2014/main" id="{A5E8B81E-EE0D-3001-8A07-34863EEEB3A0}"/>
                    </a:ext>
                  </a:extLst>
                </p:cNvPr>
                <p:cNvPicPr/>
                <p:nvPr/>
              </p:nvPicPr>
              <p:blipFill>
                <a:blip r:embed="rId119"/>
                <a:stretch>
                  <a:fillRect/>
                </a:stretch>
              </p:blipFill>
              <p:spPr>
                <a:xfrm>
                  <a:off x="9215750" y="870541"/>
                  <a:ext cx="111600" cy="293760"/>
                </a:xfrm>
                <a:prstGeom prst="rect">
                  <a:avLst/>
                </a:prstGeom>
              </p:spPr>
            </p:pic>
          </mc:Fallback>
        </mc:AlternateContent>
        <mc:AlternateContent xmlns:mc="http://schemas.openxmlformats.org/markup-compatibility/2006">
          <mc:Choice xmlns:p14="http://schemas.microsoft.com/office/powerpoint/2010/main" Requires="p14">
            <p:contentPart p14:bwMode="auto" r:id="rId120">
              <p14:nvContentPartPr>
                <p14:cNvPr id="69" name="Ink 68">
                  <a:extLst>
                    <a:ext uri="{FF2B5EF4-FFF2-40B4-BE49-F238E27FC236}">
                      <a16:creationId xmlns:a16="http://schemas.microsoft.com/office/drawing/2014/main" id="{AFFBFEAF-318B-B67E-B5FE-98A118E62F6C}"/>
                    </a:ext>
                  </a:extLst>
                </p14:cNvPr>
                <p14:cNvContentPartPr/>
                <p14:nvPr/>
              </p14:nvContentPartPr>
              <p14:xfrm>
                <a:off x="9694910" y="920581"/>
                <a:ext cx="37800" cy="164160"/>
              </p14:xfrm>
            </p:contentPart>
          </mc:Choice>
          <mc:Fallback>
            <p:pic>
              <p:nvPicPr>
                <p:cNvPr id="69" name="Ink 68">
                  <a:extLst>
                    <a:ext uri="{FF2B5EF4-FFF2-40B4-BE49-F238E27FC236}">
                      <a16:creationId xmlns:a16="http://schemas.microsoft.com/office/drawing/2014/main" id="{AFFBFEAF-318B-B67E-B5FE-98A118E62F6C}"/>
                    </a:ext>
                  </a:extLst>
                </p:cNvPr>
                <p:cNvPicPr/>
                <p:nvPr/>
              </p:nvPicPr>
              <p:blipFill>
                <a:blip r:embed="rId121"/>
                <a:stretch>
                  <a:fillRect/>
                </a:stretch>
              </p:blipFill>
              <p:spPr>
                <a:xfrm>
                  <a:off x="9676910" y="902941"/>
                  <a:ext cx="73440" cy="199800"/>
                </a:xfrm>
                <a:prstGeom prst="rect">
                  <a:avLst/>
                </a:prstGeom>
              </p:spPr>
            </p:pic>
          </mc:Fallback>
        </mc:AlternateContent>
        <mc:AlternateContent xmlns:mc="http://schemas.openxmlformats.org/markup-compatibility/2006">
          <mc:Choice xmlns:p14="http://schemas.microsoft.com/office/powerpoint/2010/main" Requires="p14">
            <p:contentPart p14:bwMode="auto" r:id="rId122">
              <p14:nvContentPartPr>
                <p14:cNvPr id="70" name="Ink 69">
                  <a:extLst>
                    <a:ext uri="{FF2B5EF4-FFF2-40B4-BE49-F238E27FC236}">
                      <a16:creationId xmlns:a16="http://schemas.microsoft.com/office/drawing/2014/main" id="{56CD4245-45E3-AAE0-0EE5-167DE2AE82A8}"/>
                    </a:ext>
                  </a:extLst>
                </p14:cNvPr>
                <p14:cNvContentPartPr/>
                <p14:nvPr/>
              </p14:nvContentPartPr>
              <p14:xfrm>
                <a:off x="9791750" y="1032181"/>
                <a:ext cx="19080" cy="87840"/>
              </p14:xfrm>
            </p:contentPart>
          </mc:Choice>
          <mc:Fallback>
            <p:pic>
              <p:nvPicPr>
                <p:cNvPr id="70" name="Ink 69">
                  <a:extLst>
                    <a:ext uri="{FF2B5EF4-FFF2-40B4-BE49-F238E27FC236}">
                      <a16:creationId xmlns:a16="http://schemas.microsoft.com/office/drawing/2014/main" id="{56CD4245-45E3-AAE0-0EE5-167DE2AE82A8}"/>
                    </a:ext>
                  </a:extLst>
                </p:cNvPr>
                <p:cNvPicPr/>
                <p:nvPr/>
              </p:nvPicPr>
              <p:blipFill>
                <a:blip r:embed="rId123"/>
                <a:stretch>
                  <a:fillRect/>
                </a:stretch>
              </p:blipFill>
              <p:spPr>
                <a:xfrm>
                  <a:off x="9774110" y="1014181"/>
                  <a:ext cx="54720" cy="123480"/>
                </a:xfrm>
                <a:prstGeom prst="rect">
                  <a:avLst/>
                </a:prstGeom>
              </p:spPr>
            </p:pic>
          </mc:Fallback>
        </mc:AlternateContent>
        <mc:AlternateContent xmlns:mc="http://schemas.openxmlformats.org/markup-compatibility/2006">
          <mc:Choice xmlns:p14="http://schemas.microsoft.com/office/powerpoint/2010/main" Requires="p14">
            <p:contentPart p14:bwMode="auto" r:id="rId124">
              <p14:nvContentPartPr>
                <p14:cNvPr id="71" name="Ink 70">
                  <a:extLst>
                    <a:ext uri="{FF2B5EF4-FFF2-40B4-BE49-F238E27FC236}">
                      <a16:creationId xmlns:a16="http://schemas.microsoft.com/office/drawing/2014/main" id="{BAFE5C94-5ABB-4F26-9FD3-480C63B91755}"/>
                    </a:ext>
                  </a:extLst>
                </p14:cNvPr>
                <p14:cNvContentPartPr/>
                <p14:nvPr/>
              </p14:nvContentPartPr>
              <p14:xfrm>
                <a:off x="9825590" y="921661"/>
                <a:ext cx="33120" cy="45000"/>
              </p14:xfrm>
            </p:contentPart>
          </mc:Choice>
          <mc:Fallback>
            <p:pic>
              <p:nvPicPr>
                <p:cNvPr id="71" name="Ink 70">
                  <a:extLst>
                    <a:ext uri="{FF2B5EF4-FFF2-40B4-BE49-F238E27FC236}">
                      <a16:creationId xmlns:a16="http://schemas.microsoft.com/office/drawing/2014/main" id="{BAFE5C94-5ABB-4F26-9FD3-480C63B91755}"/>
                    </a:ext>
                  </a:extLst>
                </p:cNvPr>
                <p:cNvPicPr/>
                <p:nvPr/>
              </p:nvPicPr>
              <p:blipFill>
                <a:blip r:embed="rId125"/>
                <a:stretch>
                  <a:fillRect/>
                </a:stretch>
              </p:blipFill>
              <p:spPr>
                <a:xfrm>
                  <a:off x="9807950" y="904021"/>
                  <a:ext cx="68760" cy="80640"/>
                </a:xfrm>
                <a:prstGeom prst="rect">
                  <a:avLst/>
                </a:prstGeom>
              </p:spPr>
            </p:pic>
          </mc:Fallback>
        </mc:AlternateContent>
        <mc:AlternateContent xmlns:mc="http://schemas.openxmlformats.org/markup-compatibility/2006">
          <mc:Choice xmlns:p14="http://schemas.microsoft.com/office/powerpoint/2010/main" Requires="p14">
            <p:contentPart p14:bwMode="auto" r:id="rId126">
              <p14:nvContentPartPr>
                <p14:cNvPr id="72" name="Ink 71">
                  <a:extLst>
                    <a:ext uri="{FF2B5EF4-FFF2-40B4-BE49-F238E27FC236}">
                      <a16:creationId xmlns:a16="http://schemas.microsoft.com/office/drawing/2014/main" id="{F66533AE-4643-A8B7-3BBE-91D056296ACD}"/>
                    </a:ext>
                  </a:extLst>
                </p14:cNvPr>
                <p14:cNvContentPartPr/>
                <p14:nvPr/>
              </p14:nvContentPartPr>
              <p14:xfrm>
                <a:off x="9945830" y="1000141"/>
                <a:ext cx="90360" cy="106560"/>
              </p14:xfrm>
            </p:contentPart>
          </mc:Choice>
          <mc:Fallback>
            <p:pic>
              <p:nvPicPr>
                <p:cNvPr id="72" name="Ink 71">
                  <a:extLst>
                    <a:ext uri="{FF2B5EF4-FFF2-40B4-BE49-F238E27FC236}">
                      <a16:creationId xmlns:a16="http://schemas.microsoft.com/office/drawing/2014/main" id="{F66533AE-4643-A8B7-3BBE-91D056296ACD}"/>
                    </a:ext>
                  </a:extLst>
                </p:cNvPr>
                <p:cNvPicPr/>
                <p:nvPr/>
              </p:nvPicPr>
              <p:blipFill>
                <a:blip r:embed="rId127"/>
                <a:stretch>
                  <a:fillRect/>
                </a:stretch>
              </p:blipFill>
              <p:spPr>
                <a:xfrm>
                  <a:off x="9927830" y="982141"/>
                  <a:ext cx="126000" cy="142200"/>
                </a:xfrm>
                <a:prstGeom prst="rect">
                  <a:avLst/>
                </a:prstGeom>
              </p:spPr>
            </p:pic>
          </mc:Fallback>
        </mc:AlternateContent>
        <mc:AlternateContent xmlns:mc="http://schemas.openxmlformats.org/markup-compatibility/2006">
          <mc:Choice xmlns:p14="http://schemas.microsoft.com/office/powerpoint/2010/main" Requires="p14">
            <p:contentPart p14:bwMode="auto" r:id="rId128">
              <p14:nvContentPartPr>
                <p14:cNvPr id="73" name="Ink 72">
                  <a:extLst>
                    <a:ext uri="{FF2B5EF4-FFF2-40B4-BE49-F238E27FC236}">
                      <a16:creationId xmlns:a16="http://schemas.microsoft.com/office/drawing/2014/main" id="{D25009EF-3002-DA56-0D9D-2A1455B23DA8}"/>
                    </a:ext>
                  </a:extLst>
                </p14:cNvPr>
                <p14:cNvContentPartPr/>
                <p14:nvPr/>
              </p14:nvContentPartPr>
              <p14:xfrm>
                <a:off x="10157510" y="885301"/>
                <a:ext cx="60120" cy="199080"/>
              </p14:xfrm>
            </p:contentPart>
          </mc:Choice>
          <mc:Fallback>
            <p:pic>
              <p:nvPicPr>
                <p:cNvPr id="73" name="Ink 72">
                  <a:extLst>
                    <a:ext uri="{FF2B5EF4-FFF2-40B4-BE49-F238E27FC236}">
                      <a16:creationId xmlns:a16="http://schemas.microsoft.com/office/drawing/2014/main" id="{D25009EF-3002-DA56-0D9D-2A1455B23DA8}"/>
                    </a:ext>
                  </a:extLst>
                </p:cNvPr>
                <p:cNvPicPr/>
                <p:nvPr/>
              </p:nvPicPr>
              <p:blipFill>
                <a:blip r:embed="rId129"/>
                <a:stretch>
                  <a:fillRect/>
                </a:stretch>
              </p:blipFill>
              <p:spPr>
                <a:xfrm>
                  <a:off x="10139870" y="867661"/>
                  <a:ext cx="95760" cy="234720"/>
                </a:xfrm>
                <a:prstGeom prst="rect">
                  <a:avLst/>
                </a:prstGeom>
              </p:spPr>
            </p:pic>
          </mc:Fallback>
        </mc:AlternateContent>
        <mc:AlternateContent xmlns:mc="http://schemas.openxmlformats.org/markup-compatibility/2006">
          <mc:Choice xmlns:p14="http://schemas.microsoft.com/office/powerpoint/2010/main" Requires="p14">
            <p:contentPart p14:bwMode="auto" r:id="rId130">
              <p14:nvContentPartPr>
                <p14:cNvPr id="74" name="Ink 73">
                  <a:extLst>
                    <a:ext uri="{FF2B5EF4-FFF2-40B4-BE49-F238E27FC236}">
                      <a16:creationId xmlns:a16="http://schemas.microsoft.com/office/drawing/2014/main" id="{776CA31A-36D2-DEBF-2346-D3664E0B39CD}"/>
                    </a:ext>
                  </a:extLst>
                </p14:cNvPr>
                <p14:cNvContentPartPr/>
                <p14:nvPr/>
              </p14:nvContentPartPr>
              <p14:xfrm>
                <a:off x="10196030" y="970981"/>
                <a:ext cx="208080" cy="137160"/>
              </p14:xfrm>
            </p:contentPart>
          </mc:Choice>
          <mc:Fallback>
            <p:pic>
              <p:nvPicPr>
                <p:cNvPr id="74" name="Ink 73">
                  <a:extLst>
                    <a:ext uri="{FF2B5EF4-FFF2-40B4-BE49-F238E27FC236}">
                      <a16:creationId xmlns:a16="http://schemas.microsoft.com/office/drawing/2014/main" id="{776CA31A-36D2-DEBF-2346-D3664E0B39CD}"/>
                    </a:ext>
                  </a:extLst>
                </p:cNvPr>
                <p:cNvPicPr/>
                <p:nvPr/>
              </p:nvPicPr>
              <p:blipFill>
                <a:blip r:embed="rId131"/>
                <a:stretch>
                  <a:fillRect/>
                </a:stretch>
              </p:blipFill>
              <p:spPr>
                <a:xfrm>
                  <a:off x="10178030" y="952981"/>
                  <a:ext cx="243720" cy="172800"/>
                </a:xfrm>
                <a:prstGeom prst="rect">
                  <a:avLst/>
                </a:prstGeom>
              </p:spPr>
            </p:pic>
          </mc:Fallback>
        </mc:AlternateContent>
        <mc:AlternateContent xmlns:mc="http://schemas.openxmlformats.org/markup-compatibility/2006">
          <mc:Choice xmlns:p14="http://schemas.microsoft.com/office/powerpoint/2010/main" Requires="p14">
            <p:contentPart p14:bwMode="auto" r:id="rId132">
              <p14:nvContentPartPr>
                <p14:cNvPr id="75" name="Ink 74">
                  <a:extLst>
                    <a:ext uri="{FF2B5EF4-FFF2-40B4-BE49-F238E27FC236}">
                      <a16:creationId xmlns:a16="http://schemas.microsoft.com/office/drawing/2014/main" id="{2209CF66-81F8-4F73-9A12-23C91BB68174}"/>
                    </a:ext>
                  </a:extLst>
                </p14:cNvPr>
                <p14:cNvContentPartPr/>
                <p14:nvPr/>
              </p14:nvContentPartPr>
              <p14:xfrm>
                <a:off x="10497350" y="980341"/>
                <a:ext cx="108720" cy="195840"/>
              </p14:xfrm>
            </p:contentPart>
          </mc:Choice>
          <mc:Fallback>
            <p:pic>
              <p:nvPicPr>
                <p:cNvPr id="75" name="Ink 74">
                  <a:extLst>
                    <a:ext uri="{FF2B5EF4-FFF2-40B4-BE49-F238E27FC236}">
                      <a16:creationId xmlns:a16="http://schemas.microsoft.com/office/drawing/2014/main" id="{2209CF66-81F8-4F73-9A12-23C91BB68174}"/>
                    </a:ext>
                  </a:extLst>
                </p:cNvPr>
                <p:cNvPicPr/>
                <p:nvPr/>
              </p:nvPicPr>
              <p:blipFill>
                <a:blip r:embed="rId133"/>
                <a:stretch>
                  <a:fillRect/>
                </a:stretch>
              </p:blipFill>
              <p:spPr>
                <a:xfrm>
                  <a:off x="10479350" y="962701"/>
                  <a:ext cx="144360" cy="231480"/>
                </a:xfrm>
                <a:prstGeom prst="rect">
                  <a:avLst/>
                </a:prstGeom>
              </p:spPr>
            </p:pic>
          </mc:Fallback>
        </mc:AlternateContent>
        <mc:AlternateContent xmlns:mc="http://schemas.openxmlformats.org/markup-compatibility/2006">
          <mc:Choice xmlns:p14="http://schemas.microsoft.com/office/powerpoint/2010/main" Requires="p14">
            <p:contentPart p14:bwMode="auto" r:id="rId134">
              <p14:nvContentPartPr>
                <p14:cNvPr id="76" name="Ink 75">
                  <a:extLst>
                    <a:ext uri="{FF2B5EF4-FFF2-40B4-BE49-F238E27FC236}">
                      <a16:creationId xmlns:a16="http://schemas.microsoft.com/office/drawing/2014/main" id="{F1E22996-65AA-F43F-3116-5708976AACA4}"/>
                    </a:ext>
                  </a:extLst>
                </p14:cNvPr>
                <p14:cNvContentPartPr/>
                <p14:nvPr/>
              </p14:nvContentPartPr>
              <p14:xfrm>
                <a:off x="8646230" y="1481821"/>
                <a:ext cx="192600" cy="102960"/>
              </p14:xfrm>
            </p:contentPart>
          </mc:Choice>
          <mc:Fallback>
            <p:pic>
              <p:nvPicPr>
                <p:cNvPr id="76" name="Ink 75">
                  <a:extLst>
                    <a:ext uri="{FF2B5EF4-FFF2-40B4-BE49-F238E27FC236}">
                      <a16:creationId xmlns:a16="http://schemas.microsoft.com/office/drawing/2014/main" id="{F1E22996-65AA-F43F-3116-5708976AACA4}"/>
                    </a:ext>
                  </a:extLst>
                </p:cNvPr>
                <p:cNvPicPr/>
                <p:nvPr/>
              </p:nvPicPr>
              <p:blipFill>
                <a:blip r:embed="rId135"/>
                <a:stretch>
                  <a:fillRect/>
                </a:stretch>
              </p:blipFill>
              <p:spPr>
                <a:xfrm>
                  <a:off x="8628230" y="1464181"/>
                  <a:ext cx="228240" cy="138600"/>
                </a:xfrm>
                <a:prstGeom prst="rect">
                  <a:avLst/>
                </a:prstGeom>
              </p:spPr>
            </p:pic>
          </mc:Fallback>
        </mc:AlternateContent>
        <mc:AlternateContent xmlns:mc="http://schemas.openxmlformats.org/markup-compatibility/2006">
          <mc:Choice xmlns:p14="http://schemas.microsoft.com/office/powerpoint/2010/main" Requires="p14">
            <p:contentPart p14:bwMode="auto" r:id="rId136">
              <p14:nvContentPartPr>
                <p14:cNvPr id="77" name="Ink 76">
                  <a:extLst>
                    <a:ext uri="{FF2B5EF4-FFF2-40B4-BE49-F238E27FC236}">
                      <a16:creationId xmlns:a16="http://schemas.microsoft.com/office/drawing/2014/main" id="{3C7BE1FC-C95B-0BE0-BC76-2006C488D6BF}"/>
                    </a:ext>
                  </a:extLst>
                </p14:cNvPr>
                <p14:cNvContentPartPr/>
                <p14:nvPr/>
              </p14:nvContentPartPr>
              <p14:xfrm>
                <a:off x="8928470" y="1458781"/>
                <a:ext cx="210960" cy="158400"/>
              </p14:xfrm>
            </p:contentPart>
          </mc:Choice>
          <mc:Fallback>
            <p:pic>
              <p:nvPicPr>
                <p:cNvPr id="77" name="Ink 76">
                  <a:extLst>
                    <a:ext uri="{FF2B5EF4-FFF2-40B4-BE49-F238E27FC236}">
                      <a16:creationId xmlns:a16="http://schemas.microsoft.com/office/drawing/2014/main" id="{3C7BE1FC-C95B-0BE0-BC76-2006C488D6BF}"/>
                    </a:ext>
                  </a:extLst>
                </p:cNvPr>
                <p:cNvPicPr/>
                <p:nvPr/>
              </p:nvPicPr>
              <p:blipFill>
                <a:blip r:embed="rId137"/>
                <a:stretch>
                  <a:fillRect/>
                </a:stretch>
              </p:blipFill>
              <p:spPr>
                <a:xfrm>
                  <a:off x="8910830" y="1441141"/>
                  <a:ext cx="246600" cy="194040"/>
                </a:xfrm>
                <a:prstGeom prst="rect">
                  <a:avLst/>
                </a:prstGeom>
              </p:spPr>
            </p:pic>
          </mc:Fallback>
        </mc:AlternateContent>
        <mc:AlternateContent xmlns:mc="http://schemas.openxmlformats.org/markup-compatibility/2006">
          <mc:Choice xmlns:p14="http://schemas.microsoft.com/office/powerpoint/2010/main" Requires="p14">
            <p:contentPart p14:bwMode="auto" r:id="rId138">
              <p14:nvContentPartPr>
                <p14:cNvPr id="78" name="Ink 77">
                  <a:extLst>
                    <a:ext uri="{FF2B5EF4-FFF2-40B4-BE49-F238E27FC236}">
                      <a16:creationId xmlns:a16="http://schemas.microsoft.com/office/drawing/2014/main" id="{B3192851-D655-6608-0C55-96DEB48F96D8}"/>
                    </a:ext>
                  </a:extLst>
                </p14:cNvPr>
                <p14:cNvContentPartPr/>
                <p14:nvPr/>
              </p14:nvContentPartPr>
              <p14:xfrm>
                <a:off x="9615350" y="1372381"/>
                <a:ext cx="94680" cy="300600"/>
              </p14:xfrm>
            </p:contentPart>
          </mc:Choice>
          <mc:Fallback>
            <p:pic>
              <p:nvPicPr>
                <p:cNvPr id="78" name="Ink 77">
                  <a:extLst>
                    <a:ext uri="{FF2B5EF4-FFF2-40B4-BE49-F238E27FC236}">
                      <a16:creationId xmlns:a16="http://schemas.microsoft.com/office/drawing/2014/main" id="{B3192851-D655-6608-0C55-96DEB48F96D8}"/>
                    </a:ext>
                  </a:extLst>
                </p:cNvPr>
                <p:cNvPicPr/>
                <p:nvPr/>
              </p:nvPicPr>
              <p:blipFill>
                <a:blip r:embed="rId139"/>
                <a:stretch>
                  <a:fillRect/>
                </a:stretch>
              </p:blipFill>
              <p:spPr>
                <a:xfrm>
                  <a:off x="9597350" y="1354381"/>
                  <a:ext cx="130320" cy="336240"/>
                </a:xfrm>
                <a:prstGeom prst="rect">
                  <a:avLst/>
                </a:prstGeom>
              </p:spPr>
            </p:pic>
          </mc:Fallback>
        </mc:AlternateContent>
        <mc:AlternateContent xmlns:mc="http://schemas.openxmlformats.org/markup-compatibility/2006">
          <mc:Choice xmlns:p14="http://schemas.microsoft.com/office/powerpoint/2010/main" Requires="p14">
            <p:contentPart p14:bwMode="auto" r:id="rId140">
              <p14:nvContentPartPr>
                <p14:cNvPr id="79" name="Ink 78">
                  <a:extLst>
                    <a:ext uri="{FF2B5EF4-FFF2-40B4-BE49-F238E27FC236}">
                      <a16:creationId xmlns:a16="http://schemas.microsoft.com/office/drawing/2014/main" id="{7768B5DF-1AAB-AD49-353D-D466CF0E82D4}"/>
                    </a:ext>
                  </a:extLst>
                </p14:cNvPr>
                <p14:cNvContentPartPr/>
                <p14:nvPr/>
              </p14:nvContentPartPr>
              <p14:xfrm>
                <a:off x="9818390" y="1479661"/>
                <a:ext cx="28440" cy="9000"/>
              </p14:xfrm>
            </p:contentPart>
          </mc:Choice>
          <mc:Fallback>
            <p:pic>
              <p:nvPicPr>
                <p:cNvPr id="79" name="Ink 78">
                  <a:extLst>
                    <a:ext uri="{FF2B5EF4-FFF2-40B4-BE49-F238E27FC236}">
                      <a16:creationId xmlns:a16="http://schemas.microsoft.com/office/drawing/2014/main" id="{7768B5DF-1AAB-AD49-353D-D466CF0E82D4}"/>
                    </a:ext>
                  </a:extLst>
                </p:cNvPr>
                <p:cNvPicPr/>
                <p:nvPr/>
              </p:nvPicPr>
              <p:blipFill>
                <a:blip r:embed="rId141"/>
                <a:stretch>
                  <a:fillRect/>
                </a:stretch>
              </p:blipFill>
              <p:spPr>
                <a:xfrm>
                  <a:off x="9800390" y="1462021"/>
                  <a:ext cx="64080" cy="44640"/>
                </a:xfrm>
                <a:prstGeom prst="rect">
                  <a:avLst/>
                </a:prstGeom>
              </p:spPr>
            </p:pic>
          </mc:Fallback>
        </mc:AlternateContent>
        <mc:AlternateContent xmlns:mc="http://schemas.openxmlformats.org/markup-compatibility/2006">
          <mc:Choice xmlns:p14="http://schemas.microsoft.com/office/powerpoint/2010/main" Requires="p14">
            <p:contentPart p14:bwMode="auto" r:id="rId142">
              <p14:nvContentPartPr>
                <p14:cNvPr id="85" name="Ink 84">
                  <a:extLst>
                    <a:ext uri="{FF2B5EF4-FFF2-40B4-BE49-F238E27FC236}">
                      <a16:creationId xmlns:a16="http://schemas.microsoft.com/office/drawing/2014/main" id="{86231179-C763-751F-FBF9-1F2470DD1CAB}"/>
                    </a:ext>
                  </a:extLst>
                </p14:cNvPr>
                <p14:cNvContentPartPr/>
                <p14:nvPr/>
              </p14:nvContentPartPr>
              <p14:xfrm>
                <a:off x="9956270" y="1369861"/>
                <a:ext cx="135000" cy="18720"/>
              </p14:xfrm>
            </p:contentPart>
          </mc:Choice>
          <mc:Fallback>
            <p:pic>
              <p:nvPicPr>
                <p:cNvPr id="85" name="Ink 84">
                  <a:extLst>
                    <a:ext uri="{FF2B5EF4-FFF2-40B4-BE49-F238E27FC236}">
                      <a16:creationId xmlns:a16="http://schemas.microsoft.com/office/drawing/2014/main" id="{86231179-C763-751F-FBF9-1F2470DD1CAB}"/>
                    </a:ext>
                  </a:extLst>
                </p:cNvPr>
                <p:cNvPicPr/>
                <p:nvPr/>
              </p:nvPicPr>
              <p:blipFill>
                <a:blip r:embed="rId143"/>
                <a:stretch>
                  <a:fillRect/>
                </a:stretch>
              </p:blipFill>
              <p:spPr>
                <a:xfrm>
                  <a:off x="9938270" y="1351861"/>
                  <a:ext cx="170640" cy="54360"/>
                </a:xfrm>
                <a:prstGeom prst="rect">
                  <a:avLst/>
                </a:prstGeom>
              </p:spPr>
            </p:pic>
          </mc:Fallback>
        </mc:AlternateContent>
        <mc:AlternateContent xmlns:mc="http://schemas.openxmlformats.org/markup-compatibility/2006">
          <mc:Choice xmlns:p14="http://schemas.microsoft.com/office/powerpoint/2010/main" Requires="p14">
            <p:contentPart p14:bwMode="auto" r:id="rId144">
              <p14:nvContentPartPr>
                <p14:cNvPr id="86" name="Ink 85">
                  <a:extLst>
                    <a:ext uri="{FF2B5EF4-FFF2-40B4-BE49-F238E27FC236}">
                      <a16:creationId xmlns:a16="http://schemas.microsoft.com/office/drawing/2014/main" id="{C1AB9001-D95C-760B-E0A5-85B645CDD466}"/>
                    </a:ext>
                  </a:extLst>
                </p14:cNvPr>
                <p14:cNvContentPartPr/>
                <p14:nvPr/>
              </p14:nvContentPartPr>
              <p14:xfrm>
                <a:off x="9931070" y="1412701"/>
                <a:ext cx="76680" cy="212400"/>
              </p14:xfrm>
            </p:contentPart>
          </mc:Choice>
          <mc:Fallback>
            <p:pic>
              <p:nvPicPr>
                <p:cNvPr id="86" name="Ink 85">
                  <a:extLst>
                    <a:ext uri="{FF2B5EF4-FFF2-40B4-BE49-F238E27FC236}">
                      <a16:creationId xmlns:a16="http://schemas.microsoft.com/office/drawing/2014/main" id="{C1AB9001-D95C-760B-E0A5-85B645CDD466}"/>
                    </a:ext>
                  </a:extLst>
                </p:cNvPr>
                <p:cNvPicPr/>
                <p:nvPr/>
              </p:nvPicPr>
              <p:blipFill>
                <a:blip r:embed="rId145"/>
                <a:stretch>
                  <a:fillRect/>
                </a:stretch>
              </p:blipFill>
              <p:spPr>
                <a:xfrm>
                  <a:off x="9913070" y="1394701"/>
                  <a:ext cx="112320" cy="248040"/>
                </a:xfrm>
                <a:prstGeom prst="rect">
                  <a:avLst/>
                </a:prstGeom>
              </p:spPr>
            </p:pic>
          </mc:Fallback>
        </mc:AlternateContent>
        <mc:AlternateContent xmlns:mc="http://schemas.openxmlformats.org/markup-compatibility/2006">
          <mc:Choice xmlns:p14="http://schemas.microsoft.com/office/powerpoint/2010/main" Requires="p14">
            <p:contentPart p14:bwMode="auto" r:id="rId146">
              <p14:nvContentPartPr>
                <p14:cNvPr id="87" name="Ink 86">
                  <a:extLst>
                    <a:ext uri="{FF2B5EF4-FFF2-40B4-BE49-F238E27FC236}">
                      <a16:creationId xmlns:a16="http://schemas.microsoft.com/office/drawing/2014/main" id="{3D56CAB6-70FF-80C8-B7FE-48CE65201A26}"/>
                    </a:ext>
                  </a:extLst>
                </p14:cNvPr>
                <p14:cNvContentPartPr/>
                <p14:nvPr/>
              </p14:nvContentPartPr>
              <p14:xfrm>
                <a:off x="10275230" y="1510621"/>
                <a:ext cx="34560" cy="103680"/>
              </p14:xfrm>
            </p:contentPart>
          </mc:Choice>
          <mc:Fallback>
            <p:pic>
              <p:nvPicPr>
                <p:cNvPr id="87" name="Ink 86">
                  <a:extLst>
                    <a:ext uri="{FF2B5EF4-FFF2-40B4-BE49-F238E27FC236}">
                      <a16:creationId xmlns:a16="http://schemas.microsoft.com/office/drawing/2014/main" id="{3D56CAB6-70FF-80C8-B7FE-48CE65201A26}"/>
                    </a:ext>
                  </a:extLst>
                </p:cNvPr>
                <p:cNvPicPr/>
                <p:nvPr/>
              </p:nvPicPr>
              <p:blipFill>
                <a:blip r:embed="rId147"/>
                <a:stretch>
                  <a:fillRect/>
                </a:stretch>
              </p:blipFill>
              <p:spPr>
                <a:xfrm>
                  <a:off x="10257590" y="1492621"/>
                  <a:ext cx="70200" cy="139320"/>
                </a:xfrm>
                <a:prstGeom prst="rect">
                  <a:avLst/>
                </a:prstGeom>
              </p:spPr>
            </p:pic>
          </mc:Fallback>
        </mc:AlternateContent>
        <mc:AlternateContent xmlns:mc="http://schemas.openxmlformats.org/markup-compatibility/2006">
          <mc:Choice xmlns:p14="http://schemas.microsoft.com/office/powerpoint/2010/main" Requires="p14">
            <p:contentPart p14:bwMode="auto" r:id="rId148">
              <p14:nvContentPartPr>
                <p14:cNvPr id="88" name="Ink 87">
                  <a:extLst>
                    <a:ext uri="{FF2B5EF4-FFF2-40B4-BE49-F238E27FC236}">
                      <a16:creationId xmlns:a16="http://schemas.microsoft.com/office/drawing/2014/main" id="{E02EF046-2993-28FE-3DCA-8162A809F0C9}"/>
                    </a:ext>
                  </a:extLst>
                </p14:cNvPr>
                <p14:cNvContentPartPr/>
                <p14:nvPr/>
              </p14:nvContentPartPr>
              <p14:xfrm>
                <a:off x="10271270" y="1388581"/>
                <a:ext cx="18360" cy="57960"/>
              </p14:xfrm>
            </p:contentPart>
          </mc:Choice>
          <mc:Fallback>
            <p:pic>
              <p:nvPicPr>
                <p:cNvPr id="88" name="Ink 87">
                  <a:extLst>
                    <a:ext uri="{FF2B5EF4-FFF2-40B4-BE49-F238E27FC236}">
                      <a16:creationId xmlns:a16="http://schemas.microsoft.com/office/drawing/2014/main" id="{E02EF046-2993-28FE-3DCA-8162A809F0C9}"/>
                    </a:ext>
                  </a:extLst>
                </p:cNvPr>
                <p:cNvPicPr/>
                <p:nvPr/>
              </p:nvPicPr>
              <p:blipFill>
                <a:blip r:embed="rId149"/>
                <a:stretch>
                  <a:fillRect/>
                </a:stretch>
              </p:blipFill>
              <p:spPr>
                <a:xfrm>
                  <a:off x="10253630" y="1370941"/>
                  <a:ext cx="54000" cy="93600"/>
                </a:xfrm>
                <a:prstGeom prst="rect">
                  <a:avLst/>
                </a:prstGeom>
              </p:spPr>
            </p:pic>
          </mc:Fallback>
        </mc:AlternateContent>
        <mc:AlternateContent xmlns:mc="http://schemas.openxmlformats.org/markup-compatibility/2006">
          <mc:Choice xmlns:p14="http://schemas.microsoft.com/office/powerpoint/2010/main" Requires="p14">
            <p:contentPart p14:bwMode="auto" r:id="rId150">
              <p14:nvContentPartPr>
                <p14:cNvPr id="89" name="Ink 88">
                  <a:extLst>
                    <a:ext uri="{FF2B5EF4-FFF2-40B4-BE49-F238E27FC236}">
                      <a16:creationId xmlns:a16="http://schemas.microsoft.com/office/drawing/2014/main" id="{F5F9C21A-0FCF-37F2-4EAF-9FC4B0933FEC}"/>
                    </a:ext>
                  </a:extLst>
                </p14:cNvPr>
                <p14:cNvContentPartPr/>
                <p14:nvPr/>
              </p14:nvContentPartPr>
              <p14:xfrm>
                <a:off x="10414550" y="1497301"/>
                <a:ext cx="90720" cy="162000"/>
              </p14:xfrm>
            </p:contentPart>
          </mc:Choice>
          <mc:Fallback>
            <p:pic>
              <p:nvPicPr>
                <p:cNvPr id="89" name="Ink 88">
                  <a:extLst>
                    <a:ext uri="{FF2B5EF4-FFF2-40B4-BE49-F238E27FC236}">
                      <a16:creationId xmlns:a16="http://schemas.microsoft.com/office/drawing/2014/main" id="{F5F9C21A-0FCF-37F2-4EAF-9FC4B0933FEC}"/>
                    </a:ext>
                  </a:extLst>
                </p:cNvPr>
                <p:cNvPicPr/>
                <p:nvPr/>
              </p:nvPicPr>
              <p:blipFill>
                <a:blip r:embed="rId151"/>
                <a:stretch>
                  <a:fillRect/>
                </a:stretch>
              </p:blipFill>
              <p:spPr>
                <a:xfrm>
                  <a:off x="10396550" y="1479661"/>
                  <a:ext cx="126360" cy="197640"/>
                </a:xfrm>
                <a:prstGeom prst="rect">
                  <a:avLst/>
                </a:prstGeom>
              </p:spPr>
            </p:pic>
          </mc:Fallback>
        </mc:AlternateContent>
        <mc:AlternateContent xmlns:mc="http://schemas.openxmlformats.org/markup-compatibility/2006">
          <mc:Choice xmlns:p14="http://schemas.microsoft.com/office/powerpoint/2010/main" Requires="p14">
            <p:contentPart p14:bwMode="auto" r:id="rId152">
              <p14:nvContentPartPr>
                <p14:cNvPr id="90" name="Ink 89">
                  <a:extLst>
                    <a:ext uri="{FF2B5EF4-FFF2-40B4-BE49-F238E27FC236}">
                      <a16:creationId xmlns:a16="http://schemas.microsoft.com/office/drawing/2014/main" id="{FEBED868-BD9D-1233-9D60-556E59FFFE65}"/>
                    </a:ext>
                  </a:extLst>
                </p14:cNvPr>
                <p14:cNvContentPartPr/>
                <p14:nvPr/>
              </p14:nvContentPartPr>
              <p14:xfrm>
                <a:off x="10547390" y="1404061"/>
                <a:ext cx="161640" cy="209880"/>
              </p14:xfrm>
            </p:contentPart>
          </mc:Choice>
          <mc:Fallback>
            <p:pic>
              <p:nvPicPr>
                <p:cNvPr id="90" name="Ink 89">
                  <a:extLst>
                    <a:ext uri="{FF2B5EF4-FFF2-40B4-BE49-F238E27FC236}">
                      <a16:creationId xmlns:a16="http://schemas.microsoft.com/office/drawing/2014/main" id="{FEBED868-BD9D-1233-9D60-556E59FFFE65}"/>
                    </a:ext>
                  </a:extLst>
                </p:cNvPr>
                <p:cNvPicPr/>
                <p:nvPr/>
              </p:nvPicPr>
              <p:blipFill>
                <a:blip r:embed="rId153"/>
                <a:stretch>
                  <a:fillRect/>
                </a:stretch>
              </p:blipFill>
              <p:spPr>
                <a:xfrm>
                  <a:off x="10529750" y="1386061"/>
                  <a:ext cx="197280" cy="245520"/>
                </a:xfrm>
                <a:prstGeom prst="rect">
                  <a:avLst/>
                </a:prstGeom>
              </p:spPr>
            </p:pic>
          </mc:Fallback>
        </mc:AlternateContent>
        <mc:AlternateContent xmlns:mc="http://schemas.openxmlformats.org/markup-compatibility/2006">
          <mc:Choice xmlns:p14="http://schemas.microsoft.com/office/powerpoint/2010/main" Requires="p14">
            <p:contentPart p14:bwMode="auto" r:id="rId154">
              <p14:nvContentPartPr>
                <p14:cNvPr id="91" name="Ink 90">
                  <a:extLst>
                    <a:ext uri="{FF2B5EF4-FFF2-40B4-BE49-F238E27FC236}">
                      <a16:creationId xmlns:a16="http://schemas.microsoft.com/office/drawing/2014/main" id="{25A608B4-813C-D6F0-8E56-6D46705DAA25}"/>
                    </a:ext>
                  </a:extLst>
                </p14:cNvPr>
                <p14:cNvContentPartPr/>
                <p14:nvPr/>
              </p14:nvContentPartPr>
              <p14:xfrm>
                <a:off x="10979390" y="1460581"/>
                <a:ext cx="107280" cy="118800"/>
              </p14:xfrm>
            </p:contentPart>
          </mc:Choice>
          <mc:Fallback>
            <p:pic>
              <p:nvPicPr>
                <p:cNvPr id="91" name="Ink 90">
                  <a:extLst>
                    <a:ext uri="{FF2B5EF4-FFF2-40B4-BE49-F238E27FC236}">
                      <a16:creationId xmlns:a16="http://schemas.microsoft.com/office/drawing/2014/main" id="{25A608B4-813C-D6F0-8E56-6D46705DAA25}"/>
                    </a:ext>
                  </a:extLst>
                </p:cNvPr>
                <p:cNvPicPr/>
                <p:nvPr/>
              </p:nvPicPr>
              <p:blipFill>
                <a:blip r:embed="rId155"/>
                <a:stretch>
                  <a:fillRect/>
                </a:stretch>
              </p:blipFill>
              <p:spPr>
                <a:xfrm>
                  <a:off x="10961750" y="1442581"/>
                  <a:ext cx="142920" cy="154440"/>
                </a:xfrm>
                <a:prstGeom prst="rect">
                  <a:avLst/>
                </a:prstGeom>
              </p:spPr>
            </p:pic>
          </mc:Fallback>
        </mc:AlternateContent>
        <mc:AlternateContent xmlns:mc="http://schemas.openxmlformats.org/markup-compatibility/2006">
          <mc:Choice xmlns:p14="http://schemas.microsoft.com/office/powerpoint/2010/main" Requires="p14">
            <p:contentPart p14:bwMode="auto" r:id="rId156">
              <p14:nvContentPartPr>
                <p14:cNvPr id="92" name="Ink 91">
                  <a:extLst>
                    <a:ext uri="{FF2B5EF4-FFF2-40B4-BE49-F238E27FC236}">
                      <a16:creationId xmlns:a16="http://schemas.microsoft.com/office/drawing/2014/main" id="{72153504-D5E0-9C90-B5BE-15757CE9B093}"/>
                    </a:ext>
                  </a:extLst>
                </p14:cNvPr>
                <p14:cNvContentPartPr/>
                <p14:nvPr/>
              </p14:nvContentPartPr>
              <p14:xfrm>
                <a:off x="11176670" y="1345741"/>
                <a:ext cx="96120" cy="272880"/>
              </p14:xfrm>
            </p:contentPart>
          </mc:Choice>
          <mc:Fallback>
            <p:pic>
              <p:nvPicPr>
                <p:cNvPr id="92" name="Ink 91">
                  <a:extLst>
                    <a:ext uri="{FF2B5EF4-FFF2-40B4-BE49-F238E27FC236}">
                      <a16:creationId xmlns:a16="http://schemas.microsoft.com/office/drawing/2014/main" id="{72153504-D5E0-9C90-B5BE-15757CE9B093}"/>
                    </a:ext>
                  </a:extLst>
                </p:cNvPr>
                <p:cNvPicPr/>
                <p:nvPr/>
              </p:nvPicPr>
              <p:blipFill>
                <a:blip r:embed="rId157"/>
                <a:stretch>
                  <a:fillRect/>
                </a:stretch>
              </p:blipFill>
              <p:spPr>
                <a:xfrm>
                  <a:off x="11159030" y="1327741"/>
                  <a:ext cx="131760" cy="308520"/>
                </a:xfrm>
                <a:prstGeom prst="rect">
                  <a:avLst/>
                </a:prstGeom>
              </p:spPr>
            </p:pic>
          </mc:Fallback>
        </mc:AlternateContent>
        <mc:AlternateContent xmlns:mc="http://schemas.openxmlformats.org/markup-compatibility/2006">
          <mc:Choice xmlns:p14="http://schemas.microsoft.com/office/powerpoint/2010/main" Requires="p14">
            <p:contentPart p14:bwMode="auto" r:id="rId158">
              <p14:nvContentPartPr>
                <p14:cNvPr id="93" name="Ink 92">
                  <a:extLst>
                    <a:ext uri="{FF2B5EF4-FFF2-40B4-BE49-F238E27FC236}">
                      <a16:creationId xmlns:a16="http://schemas.microsoft.com/office/drawing/2014/main" id="{D0C0D520-0BBD-4556-2022-3D13EEA67327}"/>
                    </a:ext>
                  </a:extLst>
                </p14:cNvPr>
                <p14:cNvContentPartPr/>
                <p14:nvPr/>
              </p14:nvContentPartPr>
              <p14:xfrm>
                <a:off x="11156150" y="1499821"/>
                <a:ext cx="76320" cy="80640"/>
              </p14:xfrm>
            </p:contentPart>
          </mc:Choice>
          <mc:Fallback>
            <p:pic>
              <p:nvPicPr>
                <p:cNvPr id="93" name="Ink 92">
                  <a:extLst>
                    <a:ext uri="{FF2B5EF4-FFF2-40B4-BE49-F238E27FC236}">
                      <a16:creationId xmlns:a16="http://schemas.microsoft.com/office/drawing/2014/main" id="{D0C0D520-0BBD-4556-2022-3D13EEA67327}"/>
                    </a:ext>
                  </a:extLst>
                </p:cNvPr>
                <p:cNvPicPr/>
                <p:nvPr/>
              </p:nvPicPr>
              <p:blipFill>
                <a:blip r:embed="rId159"/>
                <a:stretch>
                  <a:fillRect/>
                </a:stretch>
              </p:blipFill>
              <p:spPr>
                <a:xfrm>
                  <a:off x="11138510" y="1481821"/>
                  <a:ext cx="111960" cy="116280"/>
                </a:xfrm>
                <a:prstGeom prst="rect">
                  <a:avLst/>
                </a:prstGeom>
              </p:spPr>
            </p:pic>
          </mc:Fallback>
        </mc:AlternateContent>
        <mc:AlternateContent xmlns:mc="http://schemas.openxmlformats.org/markup-compatibility/2006">
          <mc:Choice xmlns:p14="http://schemas.microsoft.com/office/powerpoint/2010/main" Requires="p14">
            <p:contentPart p14:bwMode="auto" r:id="rId160">
              <p14:nvContentPartPr>
                <p14:cNvPr id="94" name="Ink 93">
                  <a:extLst>
                    <a:ext uri="{FF2B5EF4-FFF2-40B4-BE49-F238E27FC236}">
                      <a16:creationId xmlns:a16="http://schemas.microsoft.com/office/drawing/2014/main" id="{595CB867-643D-6E15-9B2E-28819F9BD616}"/>
                    </a:ext>
                  </a:extLst>
                </p14:cNvPr>
                <p14:cNvContentPartPr/>
                <p14:nvPr/>
              </p14:nvContentPartPr>
              <p14:xfrm>
                <a:off x="11436230" y="1343221"/>
                <a:ext cx="236880" cy="161280"/>
              </p14:xfrm>
            </p:contentPart>
          </mc:Choice>
          <mc:Fallback>
            <p:pic>
              <p:nvPicPr>
                <p:cNvPr id="94" name="Ink 93">
                  <a:extLst>
                    <a:ext uri="{FF2B5EF4-FFF2-40B4-BE49-F238E27FC236}">
                      <a16:creationId xmlns:a16="http://schemas.microsoft.com/office/drawing/2014/main" id="{595CB867-643D-6E15-9B2E-28819F9BD616}"/>
                    </a:ext>
                  </a:extLst>
                </p:cNvPr>
                <p:cNvPicPr/>
                <p:nvPr/>
              </p:nvPicPr>
              <p:blipFill>
                <a:blip r:embed="rId161"/>
                <a:stretch>
                  <a:fillRect/>
                </a:stretch>
              </p:blipFill>
              <p:spPr>
                <a:xfrm>
                  <a:off x="11418590" y="1325581"/>
                  <a:ext cx="272520" cy="196920"/>
                </a:xfrm>
                <a:prstGeom prst="rect">
                  <a:avLst/>
                </a:prstGeom>
              </p:spPr>
            </p:pic>
          </mc:Fallback>
        </mc:AlternateContent>
        <mc:AlternateContent xmlns:mc="http://schemas.openxmlformats.org/markup-compatibility/2006">
          <mc:Choice xmlns:p14="http://schemas.microsoft.com/office/powerpoint/2010/main" Requires="p14">
            <p:contentPart p14:bwMode="auto" r:id="rId162">
              <p14:nvContentPartPr>
                <p14:cNvPr id="95" name="Ink 94">
                  <a:extLst>
                    <a:ext uri="{FF2B5EF4-FFF2-40B4-BE49-F238E27FC236}">
                      <a16:creationId xmlns:a16="http://schemas.microsoft.com/office/drawing/2014/main" id="{EAAA9317-19C8-032D-427B-2E9A57A898CE}"/>
                    </a:ext>
                  </a:extLst>
                </p14:cNvPr>
                <p14:cNvContentPartPr/>
                <p14:nvPr/>
              </p14:nvContentPartPr>
              <p14:xfrm>
                <a:off x="9301430" y="1212541"/>
                <a:ext cx="2720880" cy="734040"/>
              </p14:xfrm>
            </p:contentPart>
          </mc:Choice>
          <mc:Fallback>
            <p:pic>
              <p:nvPicPr>
                <p:cNvPr id="95" name="Ink 94">
                  <a:extLst>
                    <a:ext uri="{FF2B5EF4-FFF2-40B4-BE49-F238E27FC236}">
                      <a16:creationId xmlns:a16="http://schemas.microsoft.com/office/drawing/2014/main" id="{EAAA9317-19C8-032D-427B-2E9A57A898CE}"/>
                    </a:ext>
                  </a:extLst>
                </p:cNvPr>
                <p:cNvPicPr/>
                <p:nvPr/>
              </p:nvPicPr>
              <p:blipFill>
                <a:blip r:embed="rId163"/>
                <a:stretch>
                  <a:fillRect/>
                </a:stretch>
              </p:blipFill>
              <p:spPr>
                <a:xfrm>
                  <a:off x="9283790" y="1194541"/>
                  <a:ext cx="2756520" cy="769680"/>
                </a:xfrm>
                <a:prstGeom prst="rect">
                  <a:avLst/>
                </a:prstGeom>
              </p:spPr>
            </p:pic>
          </mc:Fallback>
        </mc:AlternateContent>
      </p:grpSp>
    </p:spTree>
    <p:extLst>
      <p:ext uri="{BB962C8B-B14F-4D97-AF65-F5344CB8AC3E}">
        <p14:creationId xmlns:p14="http://schemas.microsoft.com/office/powerpoint/2010/main" val="296760453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EC2D5C-276E-6E62-F1A0-80B6444ABA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E16469-4BCC-95C9-B89C-A01195345594}"/>
              </a:ext>
            </a:extLst>
          </p:cNvPr>
          <p:cNvSpPr>
            <a:spLocks noGrp="1"/>
          </p:cNvSpPr>
          <p:nvPr>
            <p:ph type="title"/>
          </p:nvPr>
        </p:nvSpPr>
        <p:spPr>
          <a:xfrm>
            <a:off x="78739" y="14986"/>
            <a:ext cx="10328275" cy="492443"/>
          </a:xfrm>
        </p:spPr>
        <p:txBody>
          <a:bodyPr/>
          <a:lstStyle/>
          <a:p>
            <a:r>
              <a:rPr lang="en-US" dirty="0"/>
              <a:t>Refractive index of different materials</a:t>
            </a:r>
          </a:p>
        </p:txBody>
      </p:sp>
      <p:sp>
        <p:nvSpPr>
          <p:cNvPr id="3" name="Text Placeholder 2">
            <a:extLst>
              <a:ext uri="{FF2B5EF4-FFF2-40B4-BE49-F238E27FC236}">
                <a16:creationId xmlns:a16="http://schemas.microsoft.com/office/drawing/2014/main" id="{95D2ED66-F6D1-6C5D-8555-1588755051E9}"/>
              </a:ext>
            </a:extLst>
          </p:cNvPr>
          <p:cNvSpPr>
            <a:spLocks noGrp="1"/>
          </p:cNvSpPr>
          <p:nvPr>
            <p:ph type="body" idx="1"/>
          </p:nvPr>
        </p:nvSpPr>
        <p:spPr>
          <a:xfrm>
            <a:off x="3733800" y="1065868"/>
            <a:ext cx="8229599" cy="1448732"/>
          </a:xfrm>
        </p:spPr>
        <p:txBody>
          <a:bodyPr/>
          <a:lstStyle/>
          <a:p>
            <a:r>
              <a:rPr lang="en-US" dirty="0"/>
              <a:t>The refractive index is a function of material AND wavelength of the electromagnetic radiation</a:t>
            </a:r>
          </a:p>
          <a:p>
            <a:endParaRPr lang="en-US" dirty="0"/>
          </a:p>
          <a:p>
            <a:r>
              <a:rPr lang="en-US" dirty="0"/>
              <a:t> </a:t>
            </a:r>
          </a:p>
          <a:p>
            <a:pPr algn="l"/>
            <a:endParaRPr lang="en-US" dirty="0"/>
          </a:p>
        </p:txBody>
      </p:sp>
      <p:pic>
        <p:nvPicPr>
          <p:cNvPr id="5" name="Picture 4">
            <a:extLst>
              <a:ext uri="{FF2B5EF4-FFF2-40B4-BE49-F238E27FC236}">
                <a16:creationId xmlns:a16="http://schemas.microsoft.com/office/drawing/2014/main" id="{166F4D9A-9B95-4F50-2F5F-46BF6F11D938}"/>
              </a:ext>
            </a:extLst>
          </p:cNvPr>
          <p:cNvPicPr>
            <a:picLocks noChangeAspect="1"/>
          </p:cNvPicPr>
          <p:nvPr/>
        </p:nvPicPr>
        <p:blipFill>
          <a:blip r:embed="rId2"/>
          <a:stretch>
            <a:fillRect/>
          </a:stretch>
        </p:blipFill>
        <p:spPr>
          <a:xfrm>
            <a:off x="457200" y="1065868"/>
            <a:ext cx="2957372" cy="5408394"/>
          </a:xfrm>
          <a:prstGeom prst="rect">
            <a:avLst/>
          </a:prstGeom>
        </p:spPr>
      </p:pic>
      <p:pic>
        <p:nvPicPr>
          <p:cNvPr id="7" name="Picture 6">
            <a:extLst>
              <a:ext uri="{FF2B5EF4-FFF2-40B4-BE49-F238E27FC236}">
                <a16:creationId xmlns:a16="http://schemas.microsoft.com/office/drawing/2014/main" id="{AD2BD534-32CF-BDF7-540A-5DFF2FE42C3D}"/>
              </a:ext>
            </a:extLst>
          </p:cNvPr>
          <p:cNvPicPr>
            <a:picLocks noChangeAspect="1"/>
          </p:cNvPicPr>
          <p:nvPr/>
        </p:nvPicPr>
        <p:blipFill>
          <a:blip r:embed="rId3"/>
          <a:stretch>
            <a:fillRect/>
          </a:stretch>
        </p:blipFill>
        <p:spPr>
          <a:xfrm>
            <a:off x="5029200" y="2825678"/>
            <a:ext cx="4982270" cy="3648584"/>
          </a:xfrm>
          <a:prstGeom prst="rect">
            <a:avLst/>
          </a:prstGeom>
        </p:spPr>
      </p:pic>
      <p:sp>
        <p:nvSpPr>
          <p:cNvPr id="8" name="TextBox 7">
            <a:extLst>
              <a:ext uri="{FF2B5EF4-FFF2-40B4-BE49-F238E27FC236}">
                <a16:creationId xmlns:a16="http://schemas.microsoft.com/office/drawing/2014/main" id="{0FCE82C1-0A1B-2E1F-95BF-F2D0BDEF2714}"/>
              </a:ext>
            </a:extLst>
          </p:cNvPr>
          <p:cNvSpPr txBox="1"/>
          <p:nvPr/>
        </p:nvSpPr>
        <p:spPr>
          <a:xfrm>
            <a:off x="8001000" y="3200400"/>
            <a:ext cx="1447800" cy="369332"/>
          </a:xfrm>
          <a:prstGeom prst="rect">
            <a:avLst/>
          </a:prstGeom>
          <a:noFill/>
        </p:spPr>
        <p:txBody>
          <a:bodyPr wrap="square" rtlCol="0">
            <a:spAutoFit/>
          </a:bodyPr>
          <a:lstStyle/>
          <a:p>
            <a:r>
              <a:rPr lang="en-US" dirty="0"/>
              <a:t>Si</a:t>
            </a:r>
          </a:p>
        </p:txBody>
      </p:sp>
      <p:sp>
        <p:nvSpPr>
          <p:cNvPr id="9" name="TextBox 8">
            <a:extLst>
              <a:ext uri="{FF2B5EF4-FFF2-40B4-BE49-F238E27FC236}">
                <a16:creationId xmlns:a16="http://schemas.microsoft.com/office/drawing/2014/main" id="{F362886B-8332-331C-7154-3732F4115BD0}"/>
              </a:ext>
            </a:extLst>
          </p:cNvPr>
          <p:cNvSpPr txBox="1"/>
          <p:nvPr/>
        </p:nvSpPr>
        <p:spPr>
          <a:xfrm>
            <a:off x="7848599" y="4652665"/>
            <a:ext cx="1905001" cy="369332"/>
          </a:xfrm>
          <a:prstGeom prst="rect">
            <a:avLst/>
          </a:prstGeom>
          <a:noFill/>
        </p:spPr>
        <p:txBody>
          <a:bodyPr wrap="square" rtlCol="0">
            <a:spAutoFit/>
          </a:bodyPr>
          <a:lstStyle/>
          <a:p>
            <a:r>
              <a:rPr lang="en-US" dirty="0"/>
              <a:t>Refractive Index</a:t>
            </a:r>
          </a:p>
        </p:txBody>
      </p:sp>
      <p:sp>
        <p:nvSpPr>
          <p:cNvPr id="10" name="TextBox 9">
            <a:extLst>
              <a:ext uri="{FF2B5EF4-FFF2-40B4-BE49-F238E27FC236}">
                <a16:creationId xmlns:a16="http://schemas.microsoft.com/office/drawing/2014/main" id="{11CCD070-90E8-8C6A-2703-8F1BF49742D7}"/>
              </a:ext>
            </a:extLst>
          </p:cNvPr>
          <p:cNvSpPr txBox="1"/>
          <p:nvPr/>
        </p:nvSpPr>
        <p:spPr>
          <a:xfrm>
            <a:off x="5715000" y="5334000"/>
            <a:ext cx="1905001" cy="646331"/>
          </a:xfrm>
          <a:prstGeom prst="rect">
            <a:avLst/>
          </a:prstGeom>
          <a:noFill/>
        </p:spPr>
        <p:txBody>
          <a:bodyPr wrap="square" rtlCol="0">
            <a:spAutoFit/>
          </a:bodyPr>
          <a:lstStyle/>
          <a:p>
            <a:r>
              <a:rPr lang="en-US" dirty="0"/>
              <a:t>Extinction Coefficient</a:t>
            </a:r>
          </a:p>
        </p:txBody>
      </p:sp>
      <p:sp>
        <p:nvSpPr>
          <p:cNvPr id="11" name="TextBox 10">
            <a:extLst>
              <a:ext uri="{FF2B5EF4-FFF2-40B4-BE49-F238E27FC236}">
                <a16:creationId xmlns:a16="http://schemas.microsoft.com/office/drawing/2014/main" id="{F50308DD-D5A9-0115-9211-71A566A6E0B3}"/>
              </a:ext>
            </a:extLst>
          </p:cNvPr>
          <p:cNvSpPr txBox="1"/>
          <p:nvPr/>
        </p:nvSpPr>
        <p:spPr>
          <a:xfrm>
            <a:off x="6433925" y="6414102"/>
            <a:ext cx="2829348" cy="369332"/>
          </a:xfrm>
          <a:prstGeom prst="rect">
            <a:avLst/>
          </a:prstGeom>
          <a:noFill/>
        </p:spPr>
        <p:txBody>
          <a:bodyPr wrap="square" rtlCol="0">
            <a:spAutoFit/>
          </a:bodyPr>
          <a:lstStyle/>
          <a:p>
            <a:pPr algn="ctr"/>
            <a:r>
              <a:rPr lang="en-US" dirty="0"/>
              <a:t>Wavelength (nm)</a:t>
            </a:r>
          </a:p>
        </p:txBody>
      </p:sp>
      <p:sp>
        <p:nvSpPr>
          <p:cNvPr id="12" name="TextBox 11">
            <a:extLst>
              <a:ext uri="{FF2B5EF4-FFF2-40B4-BE49-F238E27FC236}">
                <a16:creationId xmlns:a16="http://schemas.microsoft.com/office/drawing/2014/main" id="{A92078D5-016B-DB47-73C3-8E0AACAD8062}"/>
              </a:ext>
            </a:extLst>
          </p:cNvPr>
          <p:cNvSpPr txBox="1"/>
          <p:nvPr/>
        </p:nvSpPr>
        <p:spPr>
          <a:xfrm rot="16200000">
            <a:off x="4076700" y="4465303"/>
            <a:ext cx="1905001" cy="369332"/>
          </a:xfrm>
          <a:prstGeom prst="rect">
            <a:avLst/>
          </a:prstGeom>
          <a:noFill/>
        </p:spPr>
        <p:txBody>
          <a:bodyPr wrap="square" rtlCol="0">
            <a:spAutoFit/>
          </a:bodyPr>
          <a:lstStyle/>
          <a:p>
            <a:pPr algn="ctr"/>
            <a:r>
              <a:rPr lang="en-US" dirty="0"/>
              <a:t>RI or EC</a:t>
            </a:r>
          </a:p>
        </p:txBody>
      </p:sp>
      <mc:AlternateContent xmlns:mc="http://schemas.openxmlformats.org/markup-compatibility/2006">
        <mc:Choice xmlns:p14="http://schemas.microsoft.com/office/powerpoint/2010/main" Requires="p14">
          <p:contentPart p14:bwMode="auto" r:id="rId4">
            <p14:nvContentPartPr>
              <p14:cNvPr id="4" name="Ink 3">
                <a:extLst>
                  <a:ext uri="{FF2B5EF4-FFF2-40B4-BE49-F238E27FC236}">
                    <a16:creationId xmlns:a16="http://schemas.microsoft.com/office/drawing/2014/main" id="{264C5C2F-6E6A-53A0-39C7-4D8A13EA5D9D}"/>
                  </a:ext>
                </a:extLst>
              </p14:cNvPr>
              <p14:cNvContentPartPr/>
              <p14:nvPr/>
            </p14:nvContentPartPr>
            <p14:xfrm>
              <a:off x="2679230" y="4174237"/>
              <a:ext cx="633240" cy="393480"/>
            </p14:xfrm>
          </p:contentPart>
        </mc:Choice>
        <mc:Fallback>
          <p:pic>
            <p:nvPicPr>
              <p:cNvPr id="4" name="Ink 3">
                <a:extLst>
                  <a:ext uri="{FF2B5EF4-FFF2-40B4-BE49-F238E27FC236}">
                    <a16:creationId xmlns:a16="http://schemas.microsoft.com/office/drawing/2014/main" id="{264C5C2F-6E6A-53A0-39C7-4D8A13EA5D9D}"/>
                  </a:ext>
                </a:extLst>
              </p:cNvPr>
              <p:cNvPicPr/>
              <p:nvPr/>
            </p:nvPicPr>
            <p:blipFill>
              <a:blip r:embed="rId5"/>
              <a:stretch>
                <a:fillRect/>
              </a:stretch>
            </p:blipFill>
            <p:spPr>
              <a:xfrm>
                <a:off x="2661590" y="4156597"/>
                <a:ext cx="668880" cy="429120"/>
              </a:xfrm>
              <a:prstGeom prst="rect">
                <a:avLst/>
              </a:prstGeom>
            </p:spPr>
          </p:pic>
        </mc:Fallback>
      </mc:AlternateContent>
    </p:spTree>
    <p:extLst>
      <p:ext uri="{BB962C8B-B14F-4D97-AF65-F5344CB8AC3E}">
        <p14:creationId xmlns:p14="http://schemas.microsoft.com/office/powerpoint/2010/main" val="12660492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EF7669-9390-68F5-028D-C7F1A71BE5B3}"/>
              </a:ext>
            </a:extLst>
          </p:cNvPr>
          <p:cNvSpPr>
            <a:spLocks noGrp="1"/>
          </p:cNvSpPr>
          <p:nvPr>
            <p:ph type="title"/>
          </p:nvPr>
        </p:nvSpPr>
        <p:spPr>
          <a:xfrm>
            <a:off x="78739" y="14986"/>
            <a:ext cx="10328275" cy="492443"/>
          </a:xfrm>
        </p:spPr>
        <p:txBody>
          <a:bodyPr/>
          <a:lstStyle/>
          <a:p>
            <a:r>
              <a:rPr lang="en-US" dirty="0"/>
              <a:t>Waveguides </a:t>
            </a:r>
          </a:p>
        </p:txBody>
      </p:sp>
      <p:sp>
        <p:nvSpPr>
          <p:cNvPr id="3" name="Text Placeholder 2">
            <a:extLst>
              <a:ext uri="{FF2B5EF4-FFF2-40B4-BE49-F238E27FC236}">
                <a16:creationId xmlns:a16="http://schemas.microsoft.com/office/drawing/2014/main" id="{4A35B64D-6108-11BE-8F85-FFB21F9587B7}"/>
              </a:ext>
            </a:extLst>
          </p:cNvPr>
          <p:cNvSpPr>
            <a:spLocks noGrp="1"/>
          </p:cNvSpPr>
          <p:nvPr>
            <p:ph type="body" idx="1"/>
          </p:nvPr>
        </p:nvSpPr>
        <p:spPr>
          <a:xfrm>
            <a:off x="373912" y="4800600"/>
            <a:ext cx="11805286" cy="1723549"/>
          </a:xfrm>
        </p:spPr>
        <p:txBody>
          <a:bodyPr/>
          <a:lstStyle/>
          <a:p>
            <a:r>
              <a:rPr lang="en-US" dirty="0"/>
              <a:t>If light is incident on an interface at an angle beyond the critical angle, then it is reflected back. It will also be incident on the lower surface at an angle that enables total internal reflection. This allows us to create a waveguide, where light will just propagate in a confined guide as long as possible.</a:t>
            </a:r>
          </a:p>
        </p:txBody>
      </p:sp>
      <p:pic>
        <p:nvPicPr>
          <p:cNvPr id="1026" name="Picture 2" descr="1. Total internal reflection in a slab waveguide. Light is trapped in the higher index material or core section of the waveguide. ">
            <a:extLst>
              <a:ext uri="{FF2B5EF4-FFF2-40B4-BE49-F238E27FC236}">
                <a16:creationId xmlns:a16="http://schemas.microsoft.com/office/drawing/2014/main" id="{FC4A01A1-F168-D9C1-424A-0903809A57E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93240" y="838200"/>
            <a:ext cx="8096250" cy="37814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185083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927569-0636-2241-2CF1-77D52518F9F1}"/>
              </a:ext>
            </a:extLst>
          </p:cNvPr>
          <p:cNvSpPr>
            <a:spLocks noGrp="1"/>
          </p:cNvSpPr>
          <p:nvPr>
            <p:ph type="title"/>
          </p:nvPr>
        </p:nvSpPr>
        <p:spPr>
          <a:xfrm>
            <a:off x="78739" y="14986"/>
            <a:ext cx="10328275" cy="492443"/>
          </a:xfrm>
        </p:spPr>
        <p:txBody>
          <a:bodyPr/>
          <a:lstStyle/>
          <a:p>
            <a:r>
              <a:rPr lang="en-US" dirty="0"/>
              <a:t>Optical Fiber Transmission Speeds</a:t>
            </a:r>
          </a:p>
        </p:txBody>
      </p:sp>
      <p:pic>
        <p:nvPicPr>
          <p:cNvPr id="5" name="Picture 4">
            <a:extLst>
              <a:ext uri="{FF2B5EF4-FFF2-40B4-BE49-F238E27FC236}">
                <a16:creationId xmlns:a16="http://schemas.microsoft.com/office/drawing/2014/main" id="{DC7F60C8-DD89-B81D-703F-EFCC1FA84902}"/>
              </a:ext>
            </a:extLst>
          </p:cNvPr>
          <p:cNvPicPr>
            <a:picLocks noChangeAspect="1"/>
          </p:cNvPicPr>
          <p:nvPr/>
        </p:nvPicPr>
        <p:blipFill>
          <a:blip r:embed="rId2"/>
          <a:stretch>
            <a:fillRect/>
          </a:stretch>
        </p:blipFill>
        <p:spPr>
          <a:xfrm>
            <a:off x="1447800" y="609600"/>
            <a:ext cx="9231013" cy="6192114"/>
          </a:xfrm>
          <a:prstGeom prst="rect">
            <a:avLst/>
          </a:prstGeom>
        </p:spPr>
      </p:pic>
      <mc:AlternateContent xmlns:mc="http://schemas.openxmlformats.org/markup-compatibility/2006">
        <mc:Choice xmlns:p14="http://schemas.microsoft.com/office/powerpoint/2010/main" Requires="p14">
          <p:contentPart p14:bwMode="auto" r:id="rId3">
            <p14:nvContentPartPr>
              <p14:cNvPr id="3" name="Ink 2">
                <a:extLst>
                  <a:ext uri="{FF2B5EF4-FFF2-40B4-BE49-F238E27FC236}">
                    <a16:creationId xmlns:a16="http://schemas.microsoft.com/office/drawing/2014/main" id="{ADBC0D19-41E7-0503-DA5C-12173CAD4E0E}"/>
                  </a:ext>
                </a:extLst>
              </p14:cNvPr>
              <p14:cNvContentPartPr/>
              <p14:nvPr/>
            </p14:nvContentPartPr>
            <p14:xfrm>
              <a:off x="8699870" y="6240637"/>
              <a:ext cx="480600" cy="286920"/>
            </p14:xfrm>
          </p:contentPart>
        </mc:Choice>
        <mc:Fallback>
          <p:pic>
            <p:nvPicPr>
              <p:cNvPr id="3" name="Ink 2">
                <a:extLst>
                  <a:ext uri="{FF2B5EF4-FFF2-40B4-BE49-F238E27FC236}">
                    <a16:creationId xmlns:a16="http://schemas.microsoft.com/office/drawing/2014/main" id="{ADBC0D19-41E7-0503-DA5C-12173CAD4E0E}"/>
                  </a:ext>
                </a:extLst>
              </p:cNvPr>
              <p:cNvPicPr/>
              <p:nvPr/>
            </p:nvPicPr>
            <p:blipFill>
              <a:blip r:embed="rId4"/>
              <a:stretch>
                <a:fillRect/>
              </a:stretch>
            </p:blipFill>
            <p:spPr>
              <a:xfrm>
                <a:off x="8646230" y="6132997"/>
                <a:ext cx="588240" cy="502560"/>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4" name="Ink 3">
                <a:extLst>
                  <a:ext uri="{FF2B5EF4-FFF2-40B4-BE49-F238E27FC236}">
                    <a16:creationId xmlns:a16="http://schemas.microsoft.com/office/drawing/2014/main" id="{DE96164A-6BC9-7F00-7E58-8F0941339065}"/>
                  </a:ext>
                </a:extLst>
              </p14:cNvPr>
              <p14:cNvContentPartPr/>
              <p14:nvPr/>
            </p14:nvContentPartPr>
            <p14:xfrm>
              <a:off x="8766470" y="6554917"/>
              <a:ext cx="31680" cy="20520"/>
            </p14:xfrm>
          </p:contentPart>
        </mc:Choice>
        <mc:Fallback>
          <p:pic>
            <p:nvPicPr>
              <p:cNvPr id="4" name="Ink 3">
                <a:extLst>
                  <a:ext uri="{FF2B5EF4-FFF2-40B4-BE49-F238E27FC236}">
                    <a16:creationId xmlns:a16="http://schemas.microsoft.com/office/drawing/2014/main" id="{DE96164A-6BC9-7F00-7E58-8F0941339065}"/>
                  </a:ext>
                </a:extLst>
              </p:cNvPr>
              <p:cNvPicPr/>
              <p:nvPr/>
            </p:nvPicPr>
            <p:blipFill>
              <a:blip r:embed="rId6"/>
              <a:stretch>
                <a:fillRect/>
              </a:stretch>
            </p:blipFill>
            <p:spPr>
              <a:xfrm>
                <a:off x="8712830" y="6446917"/>
                <a:ext cx="139320" cy="236160"/>
              </a:xfrm>
              <a:prstGeom prst="rect">
                <a:avLst/>
              </a:prstGeom>
            </p:spPr>
          </p:pic>
        </mc:Fallback>
      </mc:AlternateContent>
      <mc:AlternateContent xmlns:mc="http://schemas.openxmlformats.org/markup-compatibility/2006">
        <mc:Choice xmlns:p14="http://schemas.microsoft.com/office/powerpoint/2010/main" Requires="p14">
          <p:contentPart p14:bwMode="auto" r:id="rId7">
            <p14:nvContentPartPr>
              <p14:cNvPr id="6" name="Ink 5">
                <a:extLst>
                  <a:ext uri="{FF2B5EF4-FFF2-40B4-BE49-F238E27FC236}">
                    <a16:creationId xmlns:a16="http://schemas.microsoft.com/office/drawing/2014/main" id="{43FDDD7E-5DD4-00A9-52C0-4848F6FB0451}"/>
                  </a:ext>
                </a:extLst>
              </p14:cNvPr>
              <p14:cNvContentPartPr/>
              <p14:nvPr/>
            </p14:nvContentPartPr>
            <p14:xfrm>
              <a:off x="8741990" y="6554197"/>
              <a:ext cx="601200" cy="60480"/>
            </p14:xfrm>
          </p:contentPart>
        </mc:Choice>
        <mc:Fallback>
          <p:pic>
            <p:nvPicPr>
              <p:cNvPr id="6" name="Ink 5">
                <a:extLst>
                  <a:ext uri="{FF2B5EF4-FFF2-40B4-BE49-F238E27FC236}">
                    <a16:creationId xmlns:a16="http://schemas.microsoft.com/office/drawing/2014/main" id="{43FDDD7E-5DD4-00A9-52C0-4848F6FB0451}"/>
                  </a:ext>
                </a:extLst>
              </p:cNvPr>
              <p:cNvPicPr/>
              <p:nvPr/>
            </p:nvPicPr>
            <p:blipFill>
              <a:blip r:embed="rId8"/>
              <a:stretch>
                <a:fillRect/>
              </a:stretch>
            </p:blipFill>
            <p:spPr>
              <a:xfrm>
                <a:off x="8688350" y="6446557"/>
                <a:ext cx="708840" cy="276120"/>
              </a:xfrm>
              <a:prstGeom prst="rect">
                <a:avLst/>
              </a:prstGeom>
            </p:spPr>
          </p:pic>
        </mc:Fallback>
      </mc:AlternateContent>
      <mc:AlternateContent xmlns:mc="http://schemas.openxmlformats.org/markup-compatibility/2006">
        <mc:Choice xmlns:p14="http://schemas.microsoft.com/office/powerpoint/2010/main" Requires="p14">
          <p:contentPart p14:bwMode="auto" r:id="rId9">
            <p14:nvContentPartPr>
              <p14:cNvPr id="7" name="Ink 6">
                <a:extLst>
                  <a:ext uri="{FF2B5EF4-FFF2-40B4-BE49-F238E27FC236}">
                    <a16:creationId xmlns:a16="http://schemas.microsoft.com/office/drawing/2014/main" id="{63F712A1-0D3A-D442-D855-54F5B86B3373}"/>
                  </a:ext>
                </a:extLst>
              </p14:cNvPr>
              <p14:cNvContentPartPr/>
              <p14:nvPr/>
            </p14:nvContentPartPr>
            <p14:xfrm>
              <a:off x="8766470" y="6606037"/>
              <a:ext cx="729720" cy="55440"/>
            </p14:xfrm>
          </p:contentPart>
        </mc:Choice>
        <mc:Fallback>
          <p:pic>
            <p:nvPicPr>
              <p:cNvPr id="7" name="Ink 6">
                <a:extLst>
                  <a:ext uri="{FF2B5EF4-FFF2-40B4-BE49-F238E27FC236}">
                    <a16:creationId xmlns:a16="http://schemas.microsoft.com/office/drawing/2014/main" id="{63F712A1-0D3A-D442-D855-54F5B86B3373}"/>
                  </a:ext>
                </a:extLst>
              </p:cNvPr>
              <p:cNvPicPr/>
              <p:nvPr/>
            </p:nvPicPr>
            <p:blipFill>
              <a:blip r:embed="rId10"/>
              <a:stretch>
                <a:fillRect/>
              </a:stretch>
            </p:blipFill>
            <p:spPr>
              <a:xfrm>
                <a:off x="8712470" y="6498397"/>
                <a:ext cx="837360" cy="271080"/>
              </a:xfrm>
              <a:prstGeom prst="rect">
                <a:avLst/>
              </a:prstGeom>
            </p:spPr>
          </p:pic>
        </mc:Fallback>
      </mc:AlternateContent>
      <mc:AlternateContent xmlns:mc="http://schemas.openxmlformats.org/markup-compatibility/2006">
        <mc:Choice xmlns:p14="http://schemas.microsoft.com/office/powerpoint/2010/main" Requires="p14">
          <p:contentPart p14:bwMode="auto" r:id="rId11">
            <p14:nvContentPartPr>
              <p14:cNvPr id="8" name="Ink 7">
                <a:extLst>
                  <a:ext uri="{FF2B5EF4-FFF2-40B4-BE49-F238E27FC236}">
                    <a16:creationId xmlns:a16="http://schemas.microsoft.com/office/drawing/2014/main" id="{A3701D59-6B85-5E65-AF55-7D90F3F46EA9}"/>
                  </a:ext>
                </a:extLst>
              </p14:cNvPr>
              <p14:cNvContentPartPr/>
              <p14:nvPr/>
            </p14:nvContentPartPr>
            <p14:xfrm>
              <a:off x="8678270" y="5579677"/>
              <a:ext cx="476280" cy="289080"/>
            </p14:xfrm>
          </p:contentPart>
        </mc:Choice>
        <mc:Fallback>
          <p:pic>
            <p:nvPicPr>
              <p:cNvPr id="8" name="Ink 7">
                <a:extLst>
                  <a:ext uri="{FF2B5EF4-FFF2-40B4-BE49-F238E27FC236}">
                    <a16:creationId xmlns:a16="http://schemas.microsoft.com/office/drawing/2014/main" id="{A3701D59-6B85-5E65-AF55-7D90F3F46EA9}"/>
                  </a:ext>
                </a:extLst>
              </p:cNvPr>
              <p:cNvPicPr/>
              <p:nvPr/>
            </p:nvPicPr>
            <p:blipFill>
              <a:blip r:embed="rId12"/>
              <a:stretch>
                <a:fillRect/>
              </a:stretch>
            </p:blipFill>
            <p:spPr>
              <a:xfrm>
                <a:off x="8624630" y="5472037"/>
                <a:ext cx="583920" cy="504720"/>
              </a:xfrm>
              <a:prstGeom prst="rect">
                <a:avLst/>
              </a:prstGeom>
            </p:spPr>
          </p:pic>
        </mc:Fallback>
      </mc:AlternateContent>
      <mc:AlternateContent xmlns:mc="http://schemas.openxmlformats.org/markup-compatibility/2006">
        <mc:Choice xmlns:p14="http://schemas.microsoft.com/office/powerpoint/2010/main" Requires="p14">
          <p:contentPart p14:bwMode="auto" r:id="rId13">
            <p14:nvContentPartPr>
              <p14:cNvPr id="9" name="Ink 8">
                <a:extLst>
                  <a:ext uri="{FF2B5EF4-FFF2-40B4-BE49-F238E27FC236}">
                    <a16:creationId xmlns:a16="http://schemas.microsoft.com/office/drawing/2014/main" id="{50E44EBE-89A1-1A72-32DE-26C797E2E92C}"/>
                  </a:ext>
                </a:extLst>
              </p14:cNvPr>
              <p14:cNvContentPartPr/>
              <p14:nvPr/>
            </p14:nvContentPartPr>
            <p14:xfrm>
              <a:off x="8755670" y="5807917"/>
              <a:ext cx="633240" cy="284760"/>
            </p14:xfrm>
          </p:contentPart>
        </mc:Choice>
        <mc:Fallback>
          <p:pic>
            <p:nvPicPr>
              <p:cNvPr id="9" name="Ink 8">
                <a:extLst>
                  <a:ext uri="{FF2B5EF4-FFF2-40B4-BE49-F238E27FC236}">
                    <a16:creationId xmlns:a16="http://schemas.microsoft.com/office/drawing/2014/main" id="{50E44EBE-89A1-1A72-32DE-26C797E2E92C}"/>
                  </a:ext>
                </a:extLst>
              </p:cNvPr>
              <p:cNvPicPr/>
              <p:nvPr/>
            </p:nvPicPr>
            <p:blipFill>
              <a:blip r:embed="rId14"/>
              <a:stretch>
                <a:fillRect/>
              </a:stretch>
            </p:blipFill>
            <p:spPr>
              <a:xfrm>
                <a:off x="8702030" y="5699917"/>
                <a:ext cx="740880" cy="500400"/>
              </a:xfrm>
              <a:prstGeom prst="rect">
                <a:avLst/>
              </a:prstGeom>
            </p:spPr>
          </p:pic>
        </mc:Fallback>
      </mc:AlternateContent>
      <mc:AlternateContent xmlns:mc="http://schemas.openxmlformats.org/markup-compatibility/2006">
        <mc:Choice xmlns:p14="http://schemas.microsoft.com/office/powerpoint/2010/main" Requires="p14">
          <p:contentPart p14:bwMode="auto" r:id="rId15">
            <p14:nvContentPartPr>
              <p14:cNvPr id="10" name="Ink 9">
                <a:extLst>
                  <a:ext uri="{FF2B5EF4-FFF2-40B4-BE49-F238E27FC236}">
                    <a16:creationId xmlns:a16="http://schemas.microsoft.com/office/drawing/2014/main" id="{5FE63276-8589-F451-F046-BBD173E30657}"/>
                  </a:ext>
                </a:extLst>
              </p14:cNvPr>
              <p14:cNvContentPartPr/>
              <p14:nvPr/>
            </p14:nvContentPartPr>
            <p14:xfrm>
              <a:off x="8694830" y="1468837"/>
              <a:ext cx="842760" cy="234360"/>
            </p14:xfrm>
          </p:contentPart>
        </mc:Choice>
        <mc:Fallback>
          <p:pic>
            <p:nvPicPr>
              <p:cNvPr id="10" name="Ink 9">
                <a:extLst>
                  <a:ext uri="{FF2B5EF4-FFF2-40B4-BE49-F238E27FC236}">
                    <a16:creationId xmlns:a16="http://schemas.microsoft.com/office/drawing/2014/main" id="{5FE63276-8589-F451-F046-BBD173E30657}"/>
                  </a:ext>
                </a:extLst>
              </p:cNvPr>
              <p:cNvPicPr/>
              <p:nvPr/>
            </p:nvPicPr>
            <p:blipFill>
              <a:blip r:embed="rId16"/>
              <a:stretch>
                <a:fillRect/>
              </a:stretch>
            </p:blipFill>
            <p:spPr>
              <a:xfrm>
                <a:off x="8641190" y="1360837"/>
                <a:ext cx="950400" cy="450000"/>
              </a:xfrm>
              <a:prstGeom prst="rect">
                <a:avLst/>
              </a:prstGeom>
            </p:spPr>
          </p:pic>
        </mc:Fallback>
      </mc:AlternateContent>
      <p:grpSp>
        <p:nvGrpSpPr>
          <p:cNvPr id="16" name="Group 15">
            <a:extLst>
              <a:ext uri="{FF2B5EF4-FFF2-40B4-BE49-F238E27FC236}">
                <a16:creationId xmlns:a16="http://schemas.microsoft.com/office/drawing/2014/main" id="{ABB97439-B8E4-8491-0214-3F46A0FB2D73}"/>
              </a:ext>
            </a:extLst>
          </p:cNvPr>
          <p:cNvGrpSpPr/>
          <p:nvPr/>
        </p:nvGrpSpPr>
        <p:grpSpPr>
          <a:xfrm>
            <a:off x="10687790" y="2626237"/>
            <a:ext cx="868320" cy="356760"/>
            <a:chOff x="10687790" y="2626237"/>
            <a:chExt cx="868320" cy="356760"/>
          </a:xfrm>
        </p:grpSpPr>
        <mc:AlternateContent xmlns:mc="http://schemas.openxmlformats.org/markup-compatibility/2006">
          <mc:Choice xmlns:p14="http://schemas.microsoft.com/office/powerpoint/2010/main" Requires="p14">
            <p:contentPart p14:bwMode="auto" r:id="rId17">
              <p14:nvContentPartPr>
                <p14:cNvPr id="11" name="Ink 10">
                  <a:extLst>
                    <a:ext uri="{FF2B5EF4-FFF2-40B4-BE49-F238E27FC236}">
                      <a16:creationId xmlns:a16="http://schemas.microsoft.com/office/drawing/2014/main" id="{F7525626-33D4-365F-81D4-BD5AD13BFC28}"/>
                    </a:ext>
                  </a:extLst>
                </p14:cNvPr>
                <p14:cNvContentPartPr/>
                <p14:nvPr/>
              </p14:nvContentPartPr>
              <p14:xfrm>
                <a:off x="10687790" y="2635597"/>
                <a:ext cx="196200" cy="308880"/>
              </p14:xfrm>
            </p:contentPart>
          </mc:Choice>
          <mc:Fallback>
            <p:pic>
              <p:nvPicPr>
                <p:cNvPr id="11" name="Ink 10">
                  <a:extLst>
                    <a:ext uri="{FF2B5EF4-FFF2-40B4-BE49-F238E27FC236}">
                      <a16:creationId xmlns:a16="http://schemas.microsoft.com/office/drawing/2014/main" id="{F7525626-33D4-365F-81D4-BD5AD13BFC28}"/>
                    </a:ext>
                  </a:extLst>
                </p:cNvPr>
                <p:cNvPicPr/>
                <p:nvPr/>
              </p:nvPicPr>
              <p:blipFill>
                <a:blip r:embed="rId18"/>
                <a:stretch>
                  <a:fillRect/>
                </a:stretch>
              </p:blipFill>
              <p:spPr>
                <a:xfrm>
                  <a:off x="10670150" y="2617957"/>
                  <a:ext cx="231840" cy="344520"/>
                </a:xfrm>
                <a:prstGeom prst="rect">
                  <a:avLst/>
                </a:prstGeom>
              </p:spPr>
            </p:pic>
          </mc:Fallback>
        </mc:AlternateContent>
        <mc:AlternateContent xmlns:mc="http://schemas.openxmlformats.org/markup-compatibility/2006">
          <mc:Choice xmlns:p14="http://schemas.microsoft.com/office/powerpoint/2010/main" Requires="p14">
            <p:contentPart p14:bwMode="auto" r:id="rId19">
              <p14:nvContentPartPr>
                <p14:cNvPr id="12" name="Ink 11">
                  <a:extLst>
                    <a:ext uri="{FF2B5EF4-FFF2-40B4-BE49-F238E27FC236}">
                      <a16:creationId xmlns:a16="http://schemas.microsoft.com/office/drawing/2014/main" id="{77039B84-871F-B3ED-D528-C62032A7478C}"/>
                    </a:ext>
                  </a:extLst>
                </p14:cNvPr>
                <p14:cNvContentPartPr/>
                <p14:nvPr/>
              </p14:nvContentPartPr>
              <p14:xfrm>
                <a:off x="10955270" y="2682037"/>
                <a:ext cx="30600" cy="300960"/>
              </p14:xfrm>
            </p:contentPart>
          </mc:Choice>
          <mc:Fallback>
            <p:pic>
              <p:nvPicPr>
                <p:cNvPr id="12" name="Ink 11">
                  <a:extLst>
                    <a:ext uri="{FF2B5EF4-FFF2-40B4-BE49-F238E27FC236}">
                      <a16:creationId xmlns:a16="http://schemas.microsoft.com/office/drawing/2014/main" id="{77039B84-871F-B3ED-D528-C62032A7478C}"/>
                    </a:ext>
                  </a:extLst>
                </p:cNvPr>
                <p:cNvPicPr/>
                <p:nvPr/>
              </p:nvPicPr>
              <p:blipFill>
                <a:blip r:embed="rId20"/>
                <a:stretch>
                  <a:fillRect/>
                </a:stretch>
              </p:blipFill>
              <p:spPr>
                <a:xfrm>
                  <a:off x="10937630" y="2664037"/>
                  <a:ext cx="66240" cy="336600"/>
                </a:xfrm>
                <a:prstGeom prst="rect">
                  <a:avLst/>
                </a:prstGeom>
              </p:spPr>
            </p:pic>
          </mc:Fallback>
        </mc:AlternateContent>
        <mc:AlternateContent xmlns:mc="http://schemas.openxmlformats.org/markup-compatibility/2006">
          <mc:Choice xmlns:p14="http://schemas.microsoft.com/office/powerpoint/2010/main" Requires="p14">
            <p:contentPart p14:bwMode="auto" r:id="rId21">
              <p14:nvContentPartPr>
                <p14:cNvPr id="13" name="Ink 12">
                  <a:extLst>
                    <a:ext uri="{FF2B5EF4-FFF2-40B4-BE49-F238E27FC236}">
                      <a16:creationId xmlns:a16="http://schemas.microsoft.com/office/drawing/2014/main" id="{7C636A3A-3154-7DEE-CFB6-A9FF431F93E7}"/>
                    </a:ext>
                  </a:extLst>
                </p14:cNvPr>
                <p14:cNvContentPartPr/>
                <p14:nvPr/>
              </p14:nvContentPartPr>
              <p14:xfrm>
                <a:off x="10954910" y="2649997"/>
                <a:ext cx="213480" cy="220680"/>
              </p14:xfrm>
            </p:contentPart>
          </mc:Choice>
          <mc:Fallback>
            <p:pic>
              <p:nvPicPr>
                <p:cNvPr id="13" name="Ink 12">
                  <a:extLst>
                    <a:ext uri="{FF2B5EF4-FFF2-40B4-BE49-F238E27FC236}">
                      <a16:creationId xmlns:a16="http://schemas.microsoft.com/office/drawing/2014/main" id="{7C636A3A-3154-7DEE-CFB6-A9FF431F93E7}"/>
                    </a:ext>
                  </a:extLst>
                </p:cNvPr>
                <p:cNvPicPr/>
                <p:nvPr/>
              </p:nvPicPr>
              <p:blipFill>
                <a:blip r:embed="rId22"/>
                <a:stretch>
                  <a:fillRect/>
                </a:stretch>
              </p:blipFill>
              <p:spPr>
                <a:xfrm>
                  <a:off x="10936910" y="2632357"/>
                  <a:ext cx="249120" cy="256320"/>
                </a:xfrm>
                <a:prstGeom prst="rect">
                  <a:avLst/>
                </a:prstGeom>
              </p:spPr>
            </p:pic>
          </mc:Fallback>
        </mc:AlternateContent>
        <mc:AlternateContent xmlns:mc="http://schemas.openxmlformats.org/markup-compatibility/2006">
          <mc:Choice xmlns:p14="http://schemas.microsoft.com/office/powerpoint/2010/main" Requires="p14">
            <p:contentPart p14:bwMode="auto" r:id="rId23">
              <p14:nvContentPartPr>
                <p14:cNvPr id="14" name="Ink 13">
                  <a:extLst>
                    <a:ext uri="{FF2B5EF4-FFF2-40B4-BE49-F238E27FC236}">
                      <a16:creationId xmlns:a16="http://schemas.microsoft.com/office/drawing/2014/main" id="{38B13416-7AED-5A79-CAE9-3310D07B3D12}"/>
                    </a:ext>
                  </a:extLst>
                </p14:cNvPr>
                <p14:cNvContentPartPr/>
                <p14:nvPr/>
              </p14:nvContentPartPr>
              <p14:xfrm>
                <a:off x="11299430" y="2663677"/>
                <a:ext cx="28800" cy="303840"/>
              </p14:xfrm>
            </p:contentPart>
          </mc:Choice>
          <mc:Fallback>
            <p:pic>
              <p:nvPicPr>
                <p:cNvPr id="14" name="Ink 13">
                  <a:extLst>
                    <a:ext uri="{FF2B5EF4-FFF2-40B4-BE49-F238E27FC236}">
                      <a16:creationId xmlns:a16="http://schemas.microsoft.com/office/drawing/2014/main" id="{38B13416-7AED-5A79-CAE9-3310D07B3D12}"/>
                    </a:ext>
                  </a:extLst>
                </p:cNvPr>
                <p:cNvPicPr/>
                <p:nvPr/>
              </p:nvPicPr>
              <p:blipFill>
                <a:blip r:embed="rId24"/>
                <a:stretch>
                  <a:fillRect/>
                </a:stretch>
              </p:blipFill>
              <p:spPr>
                <a:xfrm>
                  <a:off x="11281430" y="2645677"/>
                  <a:ext cx="64440" cy="339480"/>
                </a:xfrm>
                <a:prstGeom prst="rect">
                  <a:avLst/>
                </a:prstGeom>
              </p:spPr>
            </p:pic>
          </mc:Fallback>
        </mc:AlternateContent>
        <mc:AlternateContent xmlns:mc="http://schemas.openxmlformats.org/markup-compatibility/2006">
          <mc:Choice xmlns:p14="http://schemas.microsoft.com/office/powerpoint/2010/main" Requires="p14">
            <p:contentPart p14:bwMode="auto" r:id="rId25">
              <p14:nvContentPartPr>
                <p14:cNvPr id="15" name="Ink 14">
                  <a:extLst>
                    <a:ext uri="{FF2B5EF4-FFF2-40B4-BE49-F238E27FC236}">
                      <a16:creationId xmlns:a16="http://schemas.microsoft.com/office/drawing/2014/main" id="{4EBAE5C8-1F5C-499A-6D86-4C07378DADB3}"/>
                    </a:ext>
                  </a:extLst>
                </p14:cNvPr>
                <p14:cNvContentPartPr/>
                <p14:nvPr/>
              </p14:nvContentPartPr>
              <p14:xfrm>
                <a:off x="11243990" y="2626237"/>
                <a:ext cx="312120" cy="186840"/>
              </p14:xfrm>
            </p:contentPart>
          </mc:Choice>
          <mc:Fallback>
            <p:pic>
              <p:nvPicPr>
                <p:cNvPr id="15" name="Ink 14">
                  <a:extLst>
                    <a:ext uri="{FF2B5EF4-FFF2-40B4-BE49-F238E27FC236}">
                      <a16:creationId xmlns:a16="http://schemas.microsoft.com/office/drawing/2014/main" id="{4EBAE5C8-1F5C-499A-6D86-4C07378DADB3}"/>
                    </a:ext>
                  </a:extLst>
                </p:cNvPr>
                <p:cNvPicPr/>
                <p:nvPr/>
              </p:nvPicPr>
              <p:blipFill>
                <a:blip r:embed="rId26"/>
                <a:stretch>
                  <a:fillRect/>
                </a:stretch>
              </p:blipFill>
              <p:spPr>
                <a:xfrm>
                  <a:off x="11226350" y="2608237"/>
                  <a:ext cx="347760" cy="222480"/>
                </a:xfrm>
                <a:prstGeom prst="rect">
                  <a:avLst/>
                </a:prstGeom>
              </p:spPr>
            </p:pic>
          </mc:Fallback>
        </mc:AlternateContent>
      </p:grpSp>
      <p:grpSp>
        <p:nvGrpSpPr>
          <p:cNvPr id="41" name="Group 40">
            <a:extLst>
              <a:ext uri="{FF2B5EF4-FFF2-40B4-BE49-F238E27FC236}">
                <a16:creationId xmlns:a16="http://schemas.microsoft.com/office/drawing/2014/main" id="{5EA16083-707B-69C2-0D0C-3E9867929AC4}"/>
              </a:ext>
            </a:extLst>
          </p:cNvPr>
          <p:cNvGrpSpPr/>
          <p:nvPr/>
        </p:nvGrpSpPr>
        <p:grpSpPr>
          <a:xfrm>
            <a:off x="10847990" y="3456037"/>
            <a:ext cx="862560" cy="342720"/>
            <a:chOff x="10847990" y="3456037"/>
            <a:chExt cx="862560" cy="342720"/>
          </a:xfrm>
        </p:grpSpPr>
        <mc:AlternateContent xmlns:mc="http://schemas.openxmlformats.org/markup-compatibility/2006">
          <mc:Choice xmlns:p14="http://schemas.microsoft.com/office/powerpoint/2010/main" Requires="p14">
            <p:contentPart p14:bwMode="auto" r:id="rId27">
              <p14:nvContentPartPr>
                <p14:cNvPr id="17" name="Ink 16">
                  <a:extLst>
                    <a:ext uri="{FF2B5EF4-FFF2-40B4-BE49-F238E27FC236}">
                      <a16:creationId xmlns:a16="http://schemas.microsoft.com/office/drawing/2014/main" id="{0784ECE1-8E02-9857-C34A-6EEAA6420894}"/>
                    </a:ext>
                  </a:extLst>
                </p14:cNvPr>
                <p14:cNvContentPartPr/>
                <p14:nvPr/>
              </p14:nvContentPartPr>
              <p14:xfrm>
                <a:off x="10847990" y="3456037"/>
                <a:ext cx="100080" cy="289440"/>
              </p14:xfrm>
            </p:contentPart>
          </mc:Choice>
          <mc:Fallback>
            <p:pic>
              <p:nvPicPr>
                <p:cNvPr id="17" name="Ink 16">
                  <a:extLst>
                    <a:ext uri="{FF2B5EF4-FFF2-40B4-BE49-F238E27FC236}">
                      <a16:creationId xmlns:a16="http://schemas.microsoft.com/office/drawing/2014/main" id="{0784ECE1-8E02-9857-C34A-6EEAA6420894}"/>
                    </a:ext>
                  </a:extLst>
                </p:cNvPr>
                <p:cNvPicPr/>
                <p:nvPr/>
              </p:nvPicPr>
              <p:blipFill>
                <a:blip r:embed="rId28"/>
                <a:stretch>
                  <a:fillRect/>
                </a:stretch>
              </p:blipFill>
              <p:spPr>
                <a:xfrm>
                  <a:off x="10830350" y="3438397"/>
                  <a:ext cx="135720" cy="325080"/>
                </a:xfrm>
                <a:prstGeom prst="rect">
                  <a:avLst/>
                </a:prstGeom>
              </p:spPr>
            </p:pic>
          </mc:Fallback>
        </mc:AlternateContent>
        <mc:AlternateContent xmlns:mc="http://schemas.openxmlformats.org/markup-compatibility/2006">
          <mc:Choice xmlns:p14="http://schemas.microsoft.com/office/powerpoint/2010/main" Requires="p14">
            <p:contentPart p14:bwMode="auto" r:id="rId29">
              <p14:nvContentPartPr>
                <p14:cNvPr id="18" name="Ink 17">
                  <a:extLst>
                    <a:ext uri="{FF2B5EF4-FFF2-40B4-BE49-F238E27FC236}">
                      <a16:creationId xmlns:a16="http://schemas.microsoft.com/office/drawing/2014/main" id="{615F6888-A1FD-5B9B-B771-172619F04975}"/>
                    </a:ext>
                  </a:extLst>
                </p14:cNvPr>
                <p14:cNvContentPartPr/>
                <p14:nvPr/>
              </p14:nvContentPartPr>
              <p14:xfrm>
                <a:off x="11012510" y="3625237"/>
                <a:ext cx="61560" cy="57600"/>
              </p14:xfrm>
            </p:contentPart>
          </mc:Choice>
          <mc:Fallback>
            <p:pic>
              <p:nvPicPr>
                <p:cNvPr id="18" name="Ink 17">
                  <a:extLst>
                    <a:ext uri="{FF2B5EF4-FFF2-40B4-BE49-F238E27FC236}">
                      <a16:creationId xmlns:a16="http://schemas.microsoft.com/office/drawing/2014/main" id="{615F6888-A1FD-5B9B-B771-172619F04975}"/>
                    </a:ext>
                  </a:extLst>
                </p:cNvPr>
                <p:cNvPicPr/>
                <p:nvPr/>
              </p:nvPicPr>
              <p:blipFill>
                <a:blip r:embed="rId30"/>
                <a:stretch>
                  <a:fillRect/>
                </a:stretch>
              </p:blipFill>
              <p:spPr>
                <a:xfrm>
                  <a:off x="10994510" y="3607597"/>
                  <a:ext cx="97200" cy="93240"/>
                </a:xfrm>
                <a:prstGeom prst="rect">
                  <a:avLst/>
                </a:prstGeom>
              </p:spPr>
            </p:pic>
          </mc:Fallback>
        </mc:AlternateContent>
        <mc:AlternateContent xmlns:mc="http://schemas.openxmlformats.org/markup-compatibility/2006">
          <mc:Choice xmlns:p14="http://schemas.microsoft.com/office/powerpoint/2010/main" Requires="p14">
            <p:contentPart p14:bwMode="auto" r:id="rId31">
              <p14:nvContentPartPr>
                <p14:cNvPr id="19" name="Ink 18">
                  <a:extLst>
                    <a:ext uri="{FF2B5EF4-FFF2-40B4-BE49-F238E27FC236}">
                      <a16:creationId xmlns:a16="http://schemas.microsoft.com/office/drawing/2014/main" id="{32CE32F9-8954-FC11-F4F3-0D7AAA6ADAD8}"/>
                    </a:ext>
                  </a:extLst>
                </p14:cNvPr>
                <p14:cNvContentPartPr/>
                <p14:nvPr/>
              </p14:nvContentPartPr>
              <p14:xfrm>
                <a:off x="11032670" y="3456397"/>
                <a:ext cx="50040" cy="66960"/>
              </p14:xfrm>
            </p:contentPart>
          </mc:Choice>
          <mc:Fallback>
            <p:pic>
              <p:nvPicPr>
                <p:cNvPr id="19" name="Ink 18">
                  <a:extLst>
                    <a:ext uri="{FF2B5EF4-FFF2-40B4-BE49-F238E27FC236}">
                      <a16:creationId xmlns:a16="http://schemas.microsoft.com/office/drawing/2014/main" id="{32CE32F9-8954-FC11-F4F3-0D7AAA6ADAD8}"/>
                    </a:ext>
                  </a:extLst>
                </p:cNvPr>
                <p:cNvPicPr/>
                <p:nvPr/>
              </p:nvPicPr>
              <p:blipFill>
                <a:blip r:embed="rId32"/>
                <a:stretch>
                  <a:fillRect/>
                </a:stretch>
              </p:blipFill>
              <p:spPr>
                <a:xfrm>
                  <a:off x="11014670" y="3438757"/>
                  <a:ext cx="85680" cy="102600"/>
                </a:xfrm>
                <a:prstGeom prst="rect">
                  <a:avLst/>
                </a:prstGeom>
              </p:spPr>
            </p:pic>
          </mc:Fallback>
        </mc:AlternateContent>
        <mc:AlternateContent xmlns:mc="http://schemas.openxmlformats.org/markup-compatibility/2006">
          <mc:Choice xmlns:p14="http://schemas.microsoft.com/office/powerpoint/2010/main" Requires="p14">
            <p:contentPart p14:bwMode="auto" r:id="rId33">
              <p14:nvContentPartPr>
                <p14:cNvPr id="20" name="Ink 19">
                  <a:extLst>
                    <a:ext uri="{FF2B5EF4-FFF2-40B4-BE49-F238E27FC236}">
                      <a16:creationId xmlns:a16="http://schemas.microsoft.com/office/drawing/2014/main" id="{34C2CD06-8056-9F5F-F680-3533928C9625}"/>
                    </a:ext>
                  </a:extLst>
                </p14:cNvPr>
                <p14:cNvContentPartPr/>
                <p14:nvPr/>
              </p14:nvContentPartPr>
              <p14:xfrm>
                <a:off x="11123750" y="3589597"/>
                <a:ext cx="309600" cy="207000"/>
              </p14:xfrm>
            </p:contentPart>
          </mc:Choice>
          <mc:Fallback>
            <p:pic>
              <p:nvPicPr>
                <p:cNvPr id="20" name="Ink 19">
                  <a:extLst>
                    <a:ext uri="{FF2B5EF4-FFF2-40B4-BE49-F238E27FC236}">
                      <a16:creationId xmlns:a16="http://schemas.microsoft.com/office/drawing/2014/main" id="{34C2CD06-8056-9F5F-F680-3533928C9625}"/>
                    </a:ext>
                  </a:extLst>
                </p:cNvPr>
                <p:cNvPicPr/>
                <p:nvPr/>
              </p:nvPicPr>
              <p:blipFill>
                <a:blip r:embed="rId34"/>
                <a:stretch>
                  <a:fillRect/>
                </a:stretch>
              </p:blipFill>
              <p:spPr>
                <a:xfrm>
                  <a:off x="11106110" y="3571957"/>
                  <a:ext cx="345240" cy="242640"/>
                </a:xfrm>
                <a:prstGeom prst="rect">
                  <a:avLst/>
                </a:prstGeom>
              </p:spPr>
            </p:pic>
          </mc:Fallback>
        </mc:AlternateContent>
        <mc:AlternateContent xmlns:mc="http://schemas.openxmlformats.org/markup-compatibility/2006">
          <mc:Choice xmlns:p14="http://schemas.microsoft.com/office/powerpoint/2010/main" Requires="p14">
            <p:contentPart p14:bwMode="auto" r:id="rId35">
              <p14:nvContentPartPr>
                <p14:cNvPr id="21" name="Ink 20">
                  <a:extLst>
                    <a:ext uri="{FF2B5EF4-FFF2-40B4-BE49-F238E27FC236}">
                      <a16:creationId xmlns:a16="http://schemas.microsoft.com/office/drawing/2014/main" id="{E80AB0CF-D72E-2E1B-33B8-75BE373D2CBA}"/>
                    </a:ext>
                  </a:extLst>
                </p14:cNvPr>
                <p14:cNvContentPartPr/>
                <p14:nvPr/>
              </p14:nvContentPartPr>
              <p14:xfrm>
                <a:off x="11461790" y="3458917"/>
                <a:ext cx="248760" cy="339840"/>
              </p14:xfrm>
            </p:contentPart>
          </mc:Choice>
          <mc:Fallback>
            <p:pic>
              <p:nvPicPr>
                <p:cNvPr id="21" name="Ink 20">
                  <a:extLst>
                    <a:ext uri="{FF2B5EF4-FFF2-40B4-BE49-F238E27FC236}">
                      <a16:creationId xmlns:a16="http://schemas.microsoft.com/office/drawing/2014/main" id="{E80AB0CF-D72E-2E1B-33B8-75BE373D2CBA}"/>
                    </a:ext>
                  </a:extLst>
                </p:cNvPr>
                <p:cNvPicPr/>
                <p:nvPr/>
              </p:nvPicPr>
              <p:blipFill>
                <a:blip r:embed="rId36"/>
                <a:stretch>
                  <a:fillRect/>
                </a:stretch>
              </p:blipFill>
              <p:spPr>
                <a:xfrm>
                  <a:off x="11443790" y="3441277"/>
                  <a:ext cx="284400" cy="375480"/>
                </a:xfrm>
                <a:prstGeom prst="rect">
                  <a:avLst/>
                </a:prstGeom>
              </p:spPr>
            </p:pic>
          </mc:Fallback>
        </mc:AlternateContent>
      </p:grpSp>
      <p:grpSp>
        <p:nvGrpSpPr>
          <p:cNvPr id="40" name="Group 39">
            <a:extLst>
              <a:ext uri="{FF2B5EF4-FFF2-40B4-BE49-F238E27FC236}">
                <a16:creationId xmlns:a16="http://schemas.microsoft.com/office/drawing/2014/main" id="{DE00B7D9-3536-C08C-C5FF-0C04206BDC52}"/>
              </a:ext>
            </a:extLst>
          </p:cNvPr>
          <p:cNvGrpSpPr/>
          <p:nvPr/>
        </p:nvGrpSpPr>
        <p:grpSpPr>
          <a:xfrm>
            <a:off x="11125910" y="3935917"/>
            <a:ext cx="244800" cy="226440"/>
            <a:chOff x="11125910" y="3935917"/>
            <a:chExt cx="244800" cy="226440"/>
          </a:xfrm>
        </p:grpSpPr>
        <mc:AlternateContent xmlns:mc="http://schemas.openxmlformats.org/markup-compatibility/2006">
          <mc:Choice xmlns:p14="http://schemas.microsoft.com/office/powerpoint/2010/main" Requires="p14">
            <p:contentPart p14:bwMode="auto" r:id="rId37">
              <p14:nvContentPartPr>
                <p14:cNvPr id="22" name="Ink 21">
                  <a:extLst>
                    <a:ext uri="{FF2B5EF4-FFF2-40B4-BE49-F238E27FC236}">
                      <a16:creationId xmlns:a16="http://schemas.microsoft.com/office/drawing/2014/main" id="{AB6D55A4-DB31-D732-EBB3-FD0D17FF99DB}"/>
                    </a:ext>
                  </a:extLst>
                </p14:cNvPr>
                <p14:cNvContentPartPr/>
                <p14:nvPr/>
              </p14:nvContentPartPr>
              <p14:xfrm>
                <a:off x="11177030" y="3935917"/>
                <a:ext cx="41400" cy="226440"/>
              </p14:xfrm>
            </p:contentPart>
          </mc:Choice>
          <mc:Fallback>
            <p:pic>
              <p:nvPicPr>
                <p:cNvPr id="22" name="Ink 21">
                  <a:extLst>
                    <a:ext uri="{FF2B5EF4-FFF2-40B4-BE49-F238E27FC236}">
                      <a16:creationId xmlns:a16="http://schemas.microsoft.com/office/drawing/2014/main" id="{AB6D55A4-DB31-D732-EBB3-FD0D17FF99DB}"/>
                    </a:ext>
                  </a:extLst>
                </p:cNvPr>
                <p:cNvPicPr/>
                <p:nvPr/>
              </p:nvPicPr>
              <p:blipFill>
                <a:blip r:embed="rId38"/>
                <a:stretch>
                  <a:fillRect/>
                </a:stretch>
              </p:blipFill>
              <p:spPr>
                <a:xfrm>
                  <a:off x="11159390" y="3917917"/>
                  <a:ext cx="77040" cy="262080"/>
                </a:xfrm>
                <a:prstGeom prst="rect">
                  <a:avLst/>
                </a:prstGeom>
              </p:spPr>
            </p:pic>
          </mc:Fallback>
        </mc:AlternateContent>
        <mc:AlternateContent xmlns:mc="http://schemas.openxmlformats.org/markup-compatibility/2006">
          <mc:Choice xmlns:p14="http://schemas.microsoft.com/office/powerpoint/2010/main" Requires="p14">
            <p:contentPart p14:bwMode="auto" r:id="rId39">
              <p14:nvContentPartPr>
                <p14:cNvPr id="23" name="Ink 22">
                  <a:extLst>
                    <a:ext uri="{FF2B5EF4-FFF2-40B4-BE49-F238E27FC236}">
                      <a16:creationId xmlns:a16="http://schemas.microsoft.com/office/drawing/2014/main" id="{A2D981E1-F62D-EEC4-B197-2FD00315D630}"/>
                    </a:ext>
                  </a:extLst>
                </p14:cNvPr>
                <p14:cNvContentPartPr/>
                <p14:nvPr/>
              </p14:nvContentPartPr>
              <p14:xfrm>
                <a:off x="11125910" y="4027717"/>
                <a:ext cx="244800" cy="121680"/>
              </p14:xfrm>
            </p:contentPart>
          </mc:Choice>
          <mc:Fallback>
            <p:pic>
              <p:nvPicPr>
                <p:cNvPr id="23" name="Ink 22">
                  <a:extLst>
                    <a:ext uri="{FF2B5EF4-FFF2-40B4-BE49-F238E27FC236}">
                      <a16:creationId xmlns:a16="http://schemas.microsoft.com/office/drawing/2014/main" id="{A2D981E1-F62D-EEC4-B197-2FD00315D630}"/>
                    </a:ext>
                  </a:extLst>
                </p:cNvPr>
                <p:cNvPicPr/>
                <p:nvPr/>
              </p:nvPicPr>
              <p:blipFill>
                <a:blip r:embed="rId40"/>
                <a:stretch>
                  <a:fillRect/>
                </a:stretch>
              </p:blipFill>
              <p:spPr>
                <a:xfrm>
                  <a:off x="11107910" y="4009717"/>
                  <a:ext cx="280440" cy="157320"/>
                </a:xfrm>
                <a:prstGeom prst="rect">
                  <a:avLst/>
                </a:prstGeom>
              </p:spPr>
            </p:pic>
          </mc:Fallback>
        </mc:AlternateContent>
      </p:grpSp>
      <p:grpSp>
        <p:nvGrpSpPr>
          <p:cNvPr id="39" name="Group 38">
            <a:extLst>
              <a:ext uri="{FF2B5EF4-FFF2-40B4-BE49-F238E27FC236}">
                <a16:creationId xmlns:a16="http://schemas.microsoft.com/office/drawing/2014/main" id="{59BF02B0-999F-BD6D-0E43-98D539AD75A2}"/>
              </a:ext>
            </a:extLst>
          </p:cNvPr>
          <p:cNvGrpSpPr/>
          <p:nvPr/>
        </p:nvGrpSpPr>
        <p:grpSpPr>
          <a:xfrm>
            <a:off x="10854110" y="4371157"/>
            <a:ext cx="816840" cy="263520"/>
            <a:chOff x="10854110" y="4371157"/>
            <a:chExt cx="816840" cy="263520"/>
          </a:xfrm>
        </p:grpSpPr>
        <mc:AlternateContent xmlns:mc="http://schemas.openxmlformats.org/markup-compatibility/2006">
          <mc:Choice xmlns:p14="http://schemas.microsoft.com/office/powerpoint/2010/main" Requires="p14">
            <p:contentPart p14:bwMode="auto" r:id="rId41">
              <p14:nvContentPartPr>
                <p14:cNvPr id="24" name="Ink 23">
                  <a:extLst>
                    <a:ext uri="{FF2B5EF4-FFF2-40B4-BE49-F238E27FC236}">
                      <a16:creationId xmlns:a16="http://schemas.microsoft.com/office/drawing/2014/main" id="{05F9DDF3-9465-40FE-5BB8-F8F6E6039CCD}"/>
                    </a:ext>
                  </a:extLst>
                </p14:cNvPr>
                <p14:cNvContentPartPr/>
                <p14:nvPr/>
              </p14:nvContentPartPr>
              <p14:xfrm>
                <a:off x="10854110" y="4451437"/>
                <a:ext cx="194760" cy="183240"/>
              </p14:xfrm>
            </p:contentPart>
          </mc:Choice>
          <mc:Fallback>
            <p:pic>
              <p:nvPicPr>
                <p:cNvPr id="24" name="Ink 23">
                  <a:extLst>
                    <a:ext uri="{FF2B5EF4-FFF2-40B4-BE49-F238E27FC236}">
                      <a16:creationId xmlns:a16="http://schemas.microsoft.com/office/drawing/2014/main" id="{05F9DDF3-9465-40FE-5BB8-F8F6E6039CCD}"/>
                    </a:ext>
                  </a:extLst>
                </p:cNvPr>
                <p:cNvPicPr/>
                <p:nvPr/>
              </p:nvPicPr>
              <p:blipFill>
                <a:blip r:embed="rId42"/>
                <a:stretch>
                  <a:fillRect/>
                </a:stretch>
              </p:blipFill>
              <p:spPr>
                <a:xfrm>
                  <a:off x="10836110" y="4433797"/>
                  <a:ext cx="230400" cy="218880"/>
                </a:xfrm>
                <a:prstGeom prst="rect">
                  <a:avLst/>
                </a:prstGeom>
              </p:spPr>
            </p:pic>
          </mc:Fallback>
        </mc:AlternateContent>
        <mc:AlternateContent xmlns:mc="http://schemas.openxmlformats.org/markup-compatibility/2006">
          <mc:Choice xmlns:p14="http://schemas.microsoft.com/office/powerpoint/2010/main" Requires="p14">
            <p:contentPart p14:bwMode="auto" r:id="rId43">
              <p14:nvContentPartPr>
                <p14:cNvPr id="25" name="Ink 24">
                  <a:extLst>
                    <a:ext uri="{FF2B5EF4-FFF2-40B4-BE49-F238E27FC236}">
                      <a16:creationId xmlns:a16="http://schemas.microsoft.com/office/drawing/2014/main" id="{C2E4EB5E-0631-7562-CB29-2A628C31F95C}"/>
                    </a:ext>
                  </a:extLst>
                </p14:cNvPr>
                <p14:cNvContentPartPr/>
                <p14:nvPr/>
              </p14:nvContentPartPr>
              <p14:xfrm>
                <a:off x="11125190" y="4497877"/>
                <a:ext cx="82080" cy="126360"/>
              </p14:xfrm>
            </p:contentPart>
          </mc:Choice>
          <mc:Fallback>
            <p:pic>
              <p:nvPicPr>
                <p:cNvPr id="25" name="Ink 24">
                  <a:extLst>
                    <a:ext uri="{FF2B5EF4-FFF2-40B4-BE49-F238E27FC236}">
                      <a16:creationId xmlns:a16="http://schemas.microsoft.com/office/drawing/2014/main" id="{C2E4EB5E-0631-7562-CB29-2A628C31F95C}"/>
                    </a:ext>
                  </a:extLst>
                </p:cNvPr>
                <p:cNvPicPr/>
                <p:nvPr/>
              </p:nvPicPr>
              <p:blipFill>
                <a:blip r:embed="rId44"/>
                <a:stretch>
                  <a:fillRect/>
                </a:stretch>
              </p:blipFill>
              <p:spPr>
                <a:xfrm>
                  <a:off x="11107190" y="4479877"/>
                  <a:ext cx="117720" cy="162000"/>
                </a:xfrm>
                <a:prstGeom prst="rect">
                  <a:avLst/>
                </a:prstGeom>
              </p:spPr>
            </p:pic>
          </mc:Fallback>
        </mc:AlternateContent>
        <mc:AlternateContent xmlns:mc="http://schemas.openxmlformats.org/markup-compatibility/2006">
          <mc:Choice xmlns:p14="http://schemas.microsoft.com/office/powerpoint/2010/main" Requires="p14">
            <p:contentPart p14:bwMode="auto" r:id="rId45">
              <p14:nvContentPartPr>
                <p14:cNvPr id="26" name="Ink 25">
                  <a:extLst>
                    <a:ext uri="{FF2B5EF4-FFF2-40B4-BE49-F238E27FC236}">
                      <a16:creationId xmlns:a16="http://schemas.microsoft.com/office/drawing/2014/main" id="{3FEB37DF-0CAF-5B8C-7CE2-2EBADA45F616}"/>
                    </a:ext>
                  </a:extLst>
                </p14:cNvPr>
                <p14:cNvContentPartPr/>
                <p14:nvPr/>
              </p14:nvContentPartPr>
              <p14:xfrm>
                <a:off x="11318870" y="4508317"/>
                <a:ext cx="36360" cy="96120"/>
              </p14:xfrm>
            </p:contentPart>
          </mc:Choice>
          <mc:Fallback>
            <p:pic>
              <p:nvPicPr>
                <p:cNvPr id="26" name="Ink 25">
                  <a:extLst>
                    <a:ext uri="{FF2B5EF4-FFF2-40B4-BE49-F238E27FC236}">
                      <a16:creationId xmlns:a16="http://schemas.microsoft.com/office/drawing/2014/main" id="{3FEB37DF-0CAF-5B8C-7CE2-2EBADA45F616}"/>
                    </a:ext>
                  </a:extLst>
                </p:cNvPr>
                <p:cNvPicPr/>
                <p:nvPr/>
              </p:nvPicPr>
              <p:blipFill>
                <a:blip r:embed="rId46"/>
                <a:stretch>
                  <a:fillRect/>
                </a:stretch>
              </p:blipFill>
              <p:spPr>
                <a:xfrm>
                  <a:off x="11300870" y="4490677"/>
                  <a:ext cx="72000" cy="131760"/>
                </a:xfrm>
                <a:prstGeom prst="rect">
                  <a:avLst/>
                </a:prstGeom>
              </p:spPr>
            </p:pic>
          </mc:Fallback>
        </mc:AlternateContent>
        <mc:AlternateContent xmlns:mc="http://schemas.openxmlformats.org/markup-compatibility/2006">
          <mc:Choice xmlns:p14="http://schemas.microsoft.com/office/powerpoint/2010/main" Requires="p14">
            <p:contentPart p14:bwMode="auto" r:id="rId47">
              <p14:nvContentPartPr>
                <p14:cNvPr id="27" name="Ink 26">
                  <a:extLst>
                    <a:ext uri="{FF2B5EF4-FFF2-40B4-BE49-F238E27FC236}">
                      <a16:creationId xmlns:a16="http://schemas.microsoft.com/office/drawing/2014/main" id="{FFBB41FF-3FB5-A2BF-F147-F14E80A891C0}"/>
                    </a:ext>
                  </a:extLst>
                </p14:cNvPr>
                <p14:cNvContentPartPr/>
                <p14:nvPr/>
              </p14:nvContentPartPr>
              <p14:xfrm>
                <a:off x="11319590" y="4371157"/>
                <a:ext cx="23040" cy="39600"/>
              </p14:xfrm>
            </p:contentPart>
          </mc:Choice>
          <mc:Fallback>
            <p:pic>
              <p:nvPicPr>
                <p:cNvPr id="27" name="Ink 26">
                  <a:extLst>
                    <a:ext uri="{FF2B5EF4-FFF2-40B4-BE49-F238E27FC236}">
                      <a16:creationId xmlns:a16="http://schemas.microsoft.com/office/drawing/2014/main" id="{FFBB41FF-3FB5-A2BF-F147-F14E80A891C0}"/>
                    </a:ext>
                  </a:extLst>
                </p:cNvPr>
                <p:cNvPicPr/>
                <p:nvPr/>
              </p:nvPicPr>
              <p:blipFill>
                <a:blip r:embed="rId48"/>
                <a:stretch>
                  <a:fillRect/>
                </a:stretch>
              </p:blipFill>
              <p:spPr>
                <a:xfrm>
                  <a:off x="11301590" y="4353517"/>
                  <a:ext cx="58680" cy="75240"/>
                </a:xfrm>
                <a:prstGeom prst="rect">
                  <a:avLst/>
                </a:prstGeom>
              </p:spPr>
            </p:pic>
          </mc:Fallback>
        </mc:AlternateContent>
        <mc:AlternateContent xmlns:mc="http://schemas.openxmlformats.org/markup-compatibility/2006">
          <mc:Choice xmlns:p14="http://schemas.microsoft.com/office/powerpoint/2010/main" Requires="p14">
            <p:contentPart p14:bwMode="auto" r:id="rId49">
              <p14:nvContentPartPr>
                <p14:cNvPr id="28" name="Ink 27">
                  <a:extLst>
                    <a:ext uri="{FF2B5EF4-FFF2-40B4-BE49-F238E27FC236}">
                      <a16:creationId xmlns:a16="http://schemas.microsoft.com/office/drawing/2014/main" id="{0EE8BFB7-E7C9-B63C-F08E-B6827CF9C24E}"/>
                    </a:ext>
                  </a:extLst>
                </p14:cNvPr>
                <p14:cNvContentPartPr/>
                <p14:nvPr/>
              </p14:nvContentPartPr>
              <p14:xfrm>
                <a:off x="11442350" y="4406437"/>
                <a:ext cx="63360" cy="151560"/>
              </p14:xfrm>
            </p:contentPart>
          </mc:Choice>
          <mc:Fallback>
            <p:pic>
              <p:nvPicPr>
                <p:cNvPr id="28" name="Ink 27">
                  <a:extLst>
                    <a:ext uri="{FF2B5EF4-FFF2-40B4-BE49-F238E27FC236}">
                      <a16:creationId xmlns:a16="http://schemas.microsoft.com/office/drawing/2014/main" id="{0EE8BFB7-E7C9-B63C-F08E-B6827CF9C24E}"/>
                    </a:ext>
                  </a:extLst>
                </p:cNvPr>
                <p:cNvPicPr/>
                <p:nvPr/>
              </p:nvPicPr>
              <p:blipFill>
                <a:blip r:embed="rId50"/>
                <a:stretch>
                  <a:fillRect/>
                </a:stretch>
              </p:blipFill>
              <p:spPr>
                <a:xfrm>
                  <a:off x="11424710" y="4388437"/>
                  <a:ext cx="99000" cy="187200"/>
                </a:xfrm>
                <a:prstGeom prst="rect">
                  <a:avLst/>
                </a:prstGeom>
              </p:spPr>
            </p:pic>
          </mc:Fallback>
        </mc:AlternateContent>
        <mc:AlternateContent xmlns:mc="http://schemas.openxmlformats.org/markup-compatibility/2006">
          <mc:Choice xmlns:p14="http://schemas.microsoft.com/office/powerpoint/2010/main" Requires="p14">
            <p:contentPart p14:bwMode="auto" r:id="rId51">
              <p14:nvContentPartPr>
                <p14:cNvPr id="29" name="Ink 28">
                  <a:extLst>
                    <a:ext uri="{FF2B5EF4-FFF2-40B4-BE49-F238E27FC236}">
                      <a16:creationId xmlns:a16="http://schemas.microsoft.com/office/drawing/2014/main" id="{2BBF4FCE-1E19-51F7-4F06-9E91B5C76B60}"/>
                    </a:ext>
                  </a:extLst>
                </p14:cNvPr>
                <p14:cNvContentPartPr/>
                <p14:nvPr/>
              </p14:nvContentPartPr>
              <p14:xfrm>
                <a:off x="11526950" y="4409677"/>
                <a:ext cx="144000" cy="131760"/>
              </p14:xfrm>
            </p:contentPart>
          </mc:Choice>
          <mc:Fallback>
            <p:pic>
              <p:nvPicPr>
                <p:cNvPr id="29" name="Ink 28">
                  <a:extLst>
                    <a:ext uri="{FF2B5EF4-FFF2-40B4-BE49-F238E27FC236}">
                      <a16:creationId xmlns:a16="http://schemas.microsoft.com/office/drawing/2014/main" id="{2BBF4FCE-1E19-51F7-4F06-9E91B5C76B60}"/>
                    </a:ext>
                  </a:extLst>
                </p:cNvPr>
                <p:cNvPicPr/>
                <p:nvPr/>
              </p:nvPicPr>
              <p:blipFill>
                <a:blip r:embed="rId52"/>
                <a:stretch>
                  <a:fillRect/>
                </a:stretch>
              </p:blipFill>
              <p:spPr>
                <a:xfrm>
                  <a:off x="11509310" y="4391677"/>
                  <a:ext cx="179640" cy="167400"/>
                </a:xfrm>
                <a:prstGeom prst="rect">
                  <a:avLst/>
                </a:prstGeom>
              </p:spPr>
            </p:pic>
          </mc:Fallback>
        </mc:AlternateContent>
      </p:grpSp>
      <p:grpSp>
        <p:nvGrpSpPr>
          <p:cNvPr id="38" name="Group 37">
            <a:extLst>
              <a:ext uri="{FF2B5EF4-FFF2-40B4-BE49-F238E27FC236}">
                <a16:creationId xmlns:a16="http://schemas.microsoft.com/office/drawing/2014/main" id="{03468E6C-B22B-1CAB-7C61-DCAD428FE86B}"/>
              </a:ext>
            </a:extLst>
          </p:cNvPr>
          <p:cNvGrpSpPr/>
          <p:nvPr/>
        </p:nvGrpSpPr>
        <p:grpSpPr>
          <a:xfrm>
            <a:off x="10960310" y="4968757"/>
            <a:ext cx="909000" cy="314280"/>
            <a:chOff x="10960310" y="4968757"/>
            <a:chExt cx="909000" cy="314280"/>
          </a:xfrm>
        </p:grpSpPr>
        <mc:AlternateContent xmlns:mc="http://schemas.openxmlformats.org/markup-compatibility/2006">
          <mc:Choice xmlns:p14="http://schemas.microsoft.com/office/powerpoint/2010/main" Requires="p14">
            <p:contentPart p14:bwMode="auto" r:id="rId53">
              <p14:nvContentPartPr>
                <p14:cNvPr id="30" name="Ink 29">
                  <a:extLst>
                    <a:ext uri="{FF2B5EF4-FFF2-40B4-BE49-F238E27FC236}">
                      <a16:creationId xmlns:a16="http://schemas.microsoft.com/office/drawing/2014/main" id="{0F351634-A920-D84D-8351-102EBD97ED87}"/>
                    </a:ext>
                  </a:extLst>
                </p14:cNvPr>
                <p14:cNvContentPartPr/>
                <p14:nvPr/>
              </p14:nvContentPartPr>
              <p14:xfrm>
                <a:off x="10960310" y="5051917"/>
                <a:ext cx="130680" cy="184320"/>
              </p14:xfrm>
            </p:contentPart>
          </mc:Choice>
          <mc:Fallback>
            <p:pic>
              <p:nvPicPr>
                <p:cNvPr id="30" name="Ink 29">
                  <a:extLst>
                    <a:ext uri="{FF2B5EF4-FFF2-40B4-BE49-F238E27FC236}">
                      <a16:creationId xmlns:a16="http://schemas.microsoft.com/office/drawing/2014/main" id="{0F351634-A920-D84D-8351-102EBD97ED87}"/>
                    </a:ext>
                  </a:extLst>
                </p:cNvPr>
                <p:cNvPicPr/>
                <p:nvPr/>
              </p:nvPicPr>
              <p:blipFill>
                <a:blip r:embed="rId54"/>
                <a:stretch>
                  <a:fillRect/>
                </a:stretch>
              </p:blipFill>
              <p:spPr>
                <a:xfrm>
                  <a:off x="10942670" y="5034277"/>
                  <a:ext cx="166320" cy="219960"/>
                </a:xfrm>
                <a:prstGeom prst="rect">
                  <a:avLst/>
                </a:prstGeom>
              </p:spPr>
            </p:pic>
          </mc:Fallback>
        </mc:AlternateContent>
        <mc:AlternateContent xmlns:mc="http://schemas.openxmlformats.org/markup-compatibility/2006">
          <mc:Choice xmlns:p14="http://schemas.microsoft.com/office/powerpoint/2010/main" Requires="p14">
            <p:contentPart p14:bwMode="auto" r:id="rId55">
              <p14:nvContentPartPr>
                <p14:cNvPr id="31" name="Ink 30">
                  <a:extLst>
                    <a:ext uri="{FF2B5EF4-FFF2-40B4-BE49-F238E27FC236}">
                      <a16:creationId xmlns:a16="http://schemas.microsoft.com/office/drawing/2014/main" id="{410D4BA5-FF08-DA58-3B2C-92316FAD37C2}"/>
                    </a:ext>
                  </a:extLst>
                </p14:cNvPr>
                <p14:cNvContentPartPr/>
                <p14:nvPr/>
              </p14:nvContentPartPr>
              <p14:xfrm>
                <a:off x="11166230" y="5086117"/>
                <a:ext cx="116640" cy="129240"/>
              </p14:xfrm>
            </p:contentPart>
          </mc:Choice>
          <mc:Fallback>
            <p:pic>
              <p:nvPicPr>
                <p:cNvPr id="31" name="Ink 30">
                  <a:extLst>
                    <a:ext uri="{FF2B5EF4-FFF2-40B4-BE49-F238E27FC236}">
                      <a16:creationId xmlns:a16="http://schemas.microsoft.com/office/drawing/2014/main" id="{410D4BA5-FF08-DA58-3B2C-92316FAD37C2}"/>
                    </a:ext>
                  </a:extLst>
                </p:cNvPr>
                <p:cNvPicPr/>
                <p:nvPr/>
              </p:nvPicPr>
              <p:blipFill>
                <a:blip r:embed="rId56"/>
                <a:stretch>
                  <a:fillRect/>
                </a:stretch>
              </p:blipFill>
              <p:spPr>
                <a:xfrm>
                  <a:off x="11148590" y="5068117"/>
                  <a:ext cx="152280" cy="164880"/>
                </a:xfrm>
                <a:prstGeom prst="rect">
                  <a:avLst/>
                </a:prstGeom>
              </p:spPr>
            </p:pic>
          </mc:Fallback>
        </mc:AlternateContent>
        <mc:AlternateContent xmlns:mc="http://schemas.openxmlformats.org/markup-compatibility/2006">
          <mc:Choice xmlns:p14="http://schemas.microsoft.com/office/powerpoint/2010/main" Requires="p14">
            <p:contentPart p14:bwMode="auto" r:id="rId57">
              <p14:nvContentPartPr>
                <p14:cNvPr id="32" name="Ink 31">
                  <a:extLst>
                    <a:ext uri="{FF2B5EF4-FFF2-40B4-BE49-F238E27FC236}">
                      <a16:creationId xmlns:a16="http://schemas.microsoft.com/office/drawing/2014/main" id="{D8DB5753-6A88-B083-E71C-F8E411F5A46E}"/>
                    </a:ext>
                  </a:extLst>
                </p14:cNvPr>
                <p14:cNvContentPartPr/>
                <p14:nvPr/>
              </p14:nvContentPartPr>
              <p14:xfrm>
                <a:off x="11339750" y="5015557"/>
                <a:ext cx="44640" cy="267480"/>
              </p14:xfrm>
            </p:contentPart>
          </mc:Choice>
          <mc:Fallback>
            <p:pic>
              <p:nvPicPr>
                <p:cNvPr id="32" name="Ink 31">
                  <a:extLst>
                    <a:ext uri="{FF2B5EF4-FFF2-40B4-BE49-F238E27FC236}">
                      <a16:creationId xmlns:a16="http://schemas.microsoft.com/office/drawing/2014/main" id="{D8DB5753-6A88-B083-E71C-F8E411F5A46E}"/>
                    </a:ext>
                  </a:extLst>
                </p:cNvPr>
                <p:cNvPicPr/>
                <p:nvPr/>
              </p:nvPicPr>
              <p:blipFill>
                <a:blip r:embed="rId58"/>
                <a:stretch>
                  <a:fillRect/>
                </a:stretch>
              </p:blipFill>
              <p:spPr>
                <a:xfrm>
                  <a:off x="11321750" y="4997917"/>
                  <a:ext cx="80280" cy="303120"/>
                </a:xfrm>
                <a:prstGeom prst="rect">
                  <a:avLst/>
                </a:prstGeom>
              </p:spPr>
            </p:pic>
          </mc:Fallback>
        </mc:AlternateContent>
        <mc:AlternateContent xmlns:mc="http://schemas.openxmlformats.org/markup-compatibility/2006">
          <mc:Choice xmlns:p14="http://schemas.microsoft.com/office/powerpoint/2010/main" Requires="p14">
            <p:contentPart p14:bwMode="auto" r:id="rId59">
              <p14:nvContentPartPr>
                <p14:cNvPr id="33" name="Ink 32">
                  <a:extLst>
                    <a:ext uri="{FF2B5EF4-FFF2-40B4-BE49-F238E27FC236}">
                      <a16:creationId xmlns:a16="http://schemas.microsoft.com/office/drawing/2014/main" id="{659EDCD7-34AE-87D7-520E-06A1DD8BD753}"/>
                    </a:ext>
                  </a:extLst>
                </p14:cNvPr>
                <p14:cNvContentPartPr/>
                <p14:nvPr/>
              </p14:nvContentPartPr>
              <p14:xfrm>
                <a:off x="11325710" y="5131477"/>
                <a:ext cx="108000" cy="14760"/>
              </p14:xfrm>
            </p:contentPart>
          </mc:Choice>
          <mc:Fallback>
            <p:pic>
              <p:nvPicPr>
                <p:cNvPr id="33" name="Ink 32">
                  <a:extLst>
                    <a:ext uri="{FF2B5EF4-FFF2-40B4-BE49-F238E27FC236}">
                      <a16:creationId xmlns:a16="http://schemas.microsoft.com/office/drawing/2014/main" id="{659EDCD7-34AE-87D7-520E-06A1DD8BD753}"/>
                    </a:ext>
                  </a:extLst>
                </p:cNvPr>
                <p:cNvPicPr/>
                <p:nvPr/>
              </p:nvPicPr>
              <p:blipFill>
                <a:blip r:embed="rId60"/>
                <a:stretch>
                  <a:fillRect/>
                </a:stretch>
              </p:blipFill>
              <p:spPr>
                <a:xfrm>
                  <a:off x="11308070" y="5113837"/>
                  <a:ext cx="143640" cy="50400"/>
                </a:xfrm>
                <a:prstGeom prst="rect">
                  <a:avLst/>
                </a:prstGeom>
              </p:spPr>
            </p:pic>
          </mc:Fallback>
        </mc:AlternateContent>
        <mc:AlternateContent xmlns:mc="http://schemas.openxmlformats.org/markup-compatibility/2006">
          <mc:Choice xmlns:p14="http://schemas.microsoft.com/office/powerpoint/2010/main" Requires="p14">
            <p:contentPart p14:bwMode="auto" r:id="rId61">
              <p14:nvContentPartPr>
                <p14:cNvPr id="34" name="Ink 33">
                  <a:extLst>
                    <a:ext uri="{FF2B5EF4-FFF2-40B4-BE49-F238E27FC236}">
                      <a16:creationId xmlns:a16="http://schemas.microsoft.com/office/drawing/2014/main" id="{A1CFF3D8-D321-9D24-26EE-4BBC7F55097D}"/>
                    </a:ext>
                  </a:extLst>
                </p14:cNvPr>
                <p14:cNvContentPartPr/>
                <p14:nvPr/>
              </p14:nvContentPartPr>
              <p14:xfrm>
                <a:off x="11497070" y="5102677"/>
                <a:ext cx="32040" cy="129600"/>
              </p14:xfrm>
            </p:contentPart>
          </mc:Choice>
          <mc:Fallback>
            <p:pic>
              <p:nvPicPr>
                <p:cNvPr id="34" name="Ink 33">
                  <a:extLst>
                    <a:ext uri="{FF2B5EF4-FFF2-40B4-BE49-F238E27FC236}">
                      <a16:creationId xmlns:a16="http://schemas.microsoft.com/office/drawing/2014/main" id="{A1CFF3D8-D321-9D24-26EE-4BBC7F55097D}"/>
                    </a:ext>
                  </a:extLst>
                </p:cNvPr>
                <p:cNvPicPr/>
                <p:nvPr/>
              </p:nvPicPr>
              <p:blipFill>
                <a:blip r:embed="rId62"/>
                <a:stretch>
                  <a:fillRect/>
                </a:stretch>
              </p:blipFill>
              <p:spPr>
                <a:xfrm>
                  <a:off x="11479070" y="5084677"/>
                  <a:ext cx="67680" cy="165240"/>
                </a:xfrm>
                <a:prstGeom prst="rect">
                  <a:avLst/>
                </a:prstGeom>
              </p:spPr>
            </p:pic>
          </mc:Fallback>
        </mc:AlternateContent>
        <mc:AlternateContent xmlns:mc="http://schemas.openxmlformats.org/markup-compatibility/2006">
          <mc:Choice xmlns:p14="http://schemas.microsoft.com/office/powerpoint/2010/main" Requires="p14">
            <p:contentPart p14:bwMode="auto" r:id="rId63">
              <p14:nvContentPartPr>
                <p14:cNvPr id="35" name="Ink 34">
                  <a:extLst>
                    <a:ext uri="{FF2B5EF4-FFF2-40B4-BE49-F238E27FC236}">
                      <a16:creationId xmlns:a16="http://schemas.microsoft.com/office/drawing/2014/main" id="{6765EE32-9058-9991-3977-F13BF2904211}"/>
                    </a:ext>
                  </a:extLst>
                </p14:cNvPr>
                <p14:cNvContentPartPr/>
                <p14:nvPr/>
              </p14:nvContentPartPr>
              <p14:xfrm>
                <a:off x="11531990" y="4968757"/>
                <a:ext cx="11520" cy="38880"/>
              </p14:xfrm>
            </p:contentPart>
          </mc:Choice>
          <mc:Fallback>
            <p:pic>
              <p:nvPicPr>
                <p:cNvPr id="35" name="Ink 34">
                  <a:extLst>
                    <a:ext uri="{FF2B5EF4-FFF2-40B4-BE49-F238E27FC236}">
                      <a16:creationId xmlns:a16="http://schemas.microsoft.com/office/drawing/2014/main" id="{6765EE32-9058-9991-3977-F13BF2904211}"/>
                    </a:ext>
                  </a:extLst>
                </p:cNvPr>
                <p:cNvPicPr/>
                <p:nvPr/>
              </p:nvPicPr>
              <p:blipFill>
                <a:blip r:embed="rId64"/>
                <a:stretch>
                  <a:fillRect/>
                </a:stretch>
              </p:blipFill>
              <p:spPr>
                <a:xfrm>
                  <a:off x="11513990" y="4951117"/>
                  <a:ext cx="47160" cy="74520"/>
                </a:xfrm>
                <a:prstGeom prst="rect">
                  <a:avLst/>
                </a:prstGeom>
              </p:spPr>
            </p:pic>
          </mc:Fallback>
        </mc:AlternateContent>
        <mc:AlternateContent xmlns:mc="http://schemas.openxmlformats.org/markup-compatibility/2006">
          <mc:Choice xmlns:p14="http://schemas.microsoft.com/office/powerpoint/2010/main" Requires="p14">
            <p:contentPart p14:bwMode="auto" r:id="rId65">
              <p14:nvContentPartPr>
                <p14:cNvPr id="36" name="Ink 35">
                  <a:extLst>
                    <a:ext uri="{FF2B5EF4-FFF2-40B4-BE49-F238E27FC236}">
                      <a16:creationId xmlns:a16="http://schemas.microsoft.com/office/drawing/2014/main" id="{5023E242-BC8C-AFEF-6FD8-6F74515BE16B}"/>
                    </a:ext>
                  </a:extLst>
                </p14:cNvPr>
                <p14:cNvContentPartPr/>
                <p14:nvPr/>
              </p14:nvContentPartPr>
              <p14:xfrm>
                <a:off x="11661230" y="5085757"/>
                <a:ext cx="75600" cy="122760"/>
              </p14:xfrm>
            </p:contentPart>
          </mc:Choice>
          <mc:Fallback>
            <p:pic>
              <p:nvPicPr>
                <p:cNvPr id="36" name="Ink 35">
                  <a:extLst>
                    <a:ext uri="{FF2B5EF4-FFF2-40B4-BE49-F238E27FC236}">
                      <a16:creationId xmlns:a16="http://schemas.microsoft.com/office/drawing/2014/main" id="{5023E242-BC8C-AFEF-6FD8-6F74515BE16B}"/>
                    </a:ext>
                  </a:extLst>
                </p:cNvPr>
                <p:cNvPicPr/>
                <p:nvPr/>
              </p:nvPicPr>
              <p:blipFill>
                <a:blip r:embed="rId66"/>
                <a:stretch>
                  <a:fillRect/>
                </a:stretch>
              </p:blipFill>
              <p:spPr>
                <a:xfrm>
                  <a:off x="11643590" y="5068117"/>
                  <a:ext cx="111240" cy="158400"/>
                </a:xfrm>
                <a:prstGeom prst="rect">
                  <a:avLst/>
                </a:prstGeom>
              </p:spPr>
            </p:pic>
          </mc:Fallback>
        </mc:AlternateContent>
        <mc:AlternateContent xmlns:mc="http://schemas.openxmlformats.org/markup-compatibility/2006">
          <mc:Choice xmlns:p14="http://schemas.microsoft.com/office/powerpoint/2010/main" Requires="p14">
            <p:contentPart p14:bwMode="auto" r:id="rId67">
              <p14:nvContentPartPr>
                <p14:cNvPr id="37" name="Ink 36">
                  <a:extLst>
                    <a:ext uri="{FF2B5EF4-FFF2-40B4-BE49-F238E27FC236}">
                      <a16:creationId xmlns:a16="http://schemas.microsoft.com/office/drawing/2014/main" id="{FFBD9A9F-0344-C0A3-9973-DDE783ED8E57}"/>
                    </a:ext>
                  </a:extLst>
                </p14:cNvPr>
                <p14:cNvContentPartPr/>
                <p14:nvPr/>
              </p14:nvContentPartPr>
              <p14:xfrm>
                <a:off x="11856710" y="5156317"/>
                <a:ext cx="12600" cy="5760"/>
              </p14:xfrm>
            </p:contentPart>
          </mc:Choice>
          <mc:Fallback>
            <p:pic>
              <p:nvPicPr>
                <p:cNvPr id="37" name="Ink 36">
                  <a:extLst>
                    <a:ext uri="{FF2B5EF4-FFF2-40B4-BE49-F238E27FC236}">
                      <a16:creationId xmlns:a16="http://schemas.microsoft.com/office/drawing/2014/main" id="{FFBD9A9F-0344-C0A3-9973-DDE783ED8E57}"/>
                    </a:ext>
                  </a:extLst>
                </p:cNvPr>
                <p:cNvPicPr/>
                <p:nvPr/>
              </p:nvPicPr>
              <p:blipFill>
                <a:blip r:embed="rId68"/>
                <a:stretch>
                  <a:fillRect/>
                </a:stretch>
              </p:blipFill>
              <p:spPr>
                <a:xfrm>
                  <a:off x="11838710" y="5138317"/>
                  <a:ext cx="48240" cy="4140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69">
            <p14:nvContentPartPr>
              <p14:cNvPr id="42" name="Ink 41">
                <a:extLst>
                  <a:ext uri="{FF2B5EF4-FFF2-40B4-BE49-F238E27FC236}">
                    <a16:creationId xmlns:a16="http://schemas.microsoft.com/office/drawing/2014/main" id="{A81FAA77-9E11-0D8F-69D0-13194D25B86C}"/>
                  </a:ext>
                </a:extLst>
              </p14:cNvPr>
              <p14:cNvContentPartPr/>
              <p14:nvPr/>
            </p14:nvContentPartPr>
            <p14:xfrm>
              <a:off x="162110" y="1559197"/>
              <a:ext cx="1027440" cy="527400"/>
            </p14:xfrm>
          </p:contentPart>
        </mc:Choice>
        <mc:Fallback>
          <p:pic>
            <p:nvPicPr>
              <p:cNvPr id="42" name="Ink 41">
                <a:extLst>
                  <a:ext uri="{FF2B5EF4-FFF2-40B4-BE49-F238E27FC236}">
                    <a16:creationId xmlns:a16="http://schemas.microsoft.com/office/drawing/2014/main" id="{A81FAA77-9E11-0D8F-69D0-13194D25B86C}"/>
                  </a:ext>
                </a:extLst>
              </p:cNvPr>
              <p:cNvPicPr/>
              <p:nvPr/>
            </p:nvPicPr>
            <p:blipFill>
              <a:blip r:embed="rId70"/>
              <a:stretch>
                <a:fillRect/>
              </a:stretch>
            </p:blipFill>
            <p:spPr>
              <a:xfrm>
                <a:off x="144110" y="1541197"/>
                <a:ext cx="1063080" cy="563040"/>
              </a:xfrm>
              <a:prstGeom prst="rect">
                <a:avLst/>
              </a:prstGeom>
            </p:spPr>
          </p:pic>
        </mc:Fallback>
      </mc:AlternateContent>
      <mc:AlternateContent xmlns:mc="http://schemas.openxmlformats.org/markup-compatibility/2006">
        <mc:Choice xmlns:p14="http://schemas.microsoft.com/office/powerpoint/2010/main" Requires="p14">
          <p:contentPart p14:bwMode="auto" r:id="rId71">
            <p14:nvContentPartPr>
              <p14:cNvPr id="43" name="Ink 42">
                <a:extLst>
                  <a:ext uri="{FF2B5EF4-FFF2-40B4-BE49-F238E27FC236}">
                    <a16:creationId xmlns:a16="http://schemas.microsoft.com/office/drawing/2014/main" id="{C44C876F-26A0-0F25-022B-491398D60C42}"/>
                  </a:ext>
                </a:extLst>
              </p14:cNvPr>
              <p14:cNvContentPartPr/>
              <p14:nvPr/>
            </p14:nvContentPartPr>
            <p14:xfrm>
              <a:off x="167870" y="2301517"/>
              <a:ext cx="981000" cy="579240"/>
            </p14:xfrm>
          </p:contentPart>
        </mc:Choice>
        <mc:Fallback>
          <p:pic>
            <p:nvPicPr>
              <p:cNvPr id="43" name="Ink 42">
                <a:extLst>
                  <a:ext uri="{FF2B5EF4-FFF2-40B4-BE49-F238E27FC236}">
                    <a16:creationId xmlns:a16="http://schemas.microsoft.com/office/drawing/2014/main" id="{C44C876F-26A0-0F25-022B-491398D60C42}"/>
                  </a:ext>
                </a:extLst>
              </p:cNvPr>
              <p:cNvPicPr/>
              <p:nvPr/>
            </p:nvPicPr>
            <p:blipFill>
              <a:blip r:embed="rId72"/>
              <a:stretch>
                <a:fillRect/>
              </a:stretch>
            </p:blipFill>
            <p:spPr>
              <a:xfrm>
                <a:off x="150230" y="2283877"/>
                <a:ext cx="1016640" cy="614880"/>
              </a:xfrm>
              <a:prstGeom prst="rect">
                <a:avLst/>
              </a:prstGeom>
            </p:spPr>
          </p:pic>
        </mc:Fallback>
      </mc:AlternateContent>
      <p:grpSp>
        <p:nvGrpSpPr>
          <p:cNvPr id="51" name="Group 50">
            <a:extLst>
              <a:ext uri="{FF2B5EF4-FFF2-40B4-BE49-F238E27FC236}">
                <a16:creationId xmlns:a16="http://schemas.microsoft.com/office/drawing/2014/main" id="{7A1F12D2-94F5-B6A5-1633-156F0FBD6349}"/>
              </a:ext>
            </a:extLst>
          </p:cNvPr>
          <p:cNvGrpSpPr/>
          <p:nvPr/>
        </p:nvGrpSpPr>
        <p:grpSpPr>
          <a:xfrm>
            <a:off x="580070" y="1084357"/>
            <a:ext cx="101880" cy="303840"/>
            <a:chOff x="580070" y="1084357"/>
            <a:chExt cx="101880" cy="303840"/>
          </a:xfrm>
        </p:grpSpPr>
        <mc:AlternateContent xmlns:mc="http://schemas.openxmlformats.org/markup-compatibility/2006">
          <mc:Choice xmlns:p14="http://schemas.microsoft.com/office/powerpoint/2010/main" Requires="p14">
            <p:contentPart p14:bwMode="auto" r:id="rId73">
              <p14:nvContentPartPr>
                <p14:cNvPr id="44" name="Ink 43">
                  <a:extLst>
                    <a:ext uri="{FF2B5EF4-FFF2-40B4-BE49-F238E27FC236}">
                      <a16:creationId xmlns:a16="http://schemas.microsoft.com/office/drawing/2014/main" id="{71EF7C64-5BA7-F8E5-5658-44391B0F55E8}"/>
                    </a:ext>
                  </a:extLst>
                </p14:cNvPr>
                <p14:cNvContentPartPr/>
                <p14:nvPr/>
              </p14:nvContentPartPr>
              <p14:xfrm>
                <a:off x="595550" y="1084357"/>
                <a:ext cx="85680" cy="295560"/>
              </p14:xfrm>
            </p:contentPart>
          </mc:Choice>
          <mc:Fallback>
            <p:pic>
              <p:nvPicPr>
                <p:cNvPr id="44" name="Ink 43">
                  <a:extLst>
                    <a:ext uri="{FF2B5EF4-FFF2-40B4-BE49-F238E27FC236}">
                      <a16:creationId xmlns:a16="http://schemas.microsoft.com/office/drawing/2014/main" id="{71EF7C64-5BA7-F8E5-5658-44391B0F55E8}"/>
                    </a:ext>
                  </a:extLst>
                </p:cNvPr>
                <p:cNvPicPr/>
                <p:nvPr/>
              </p:nvPicPr>
              <p:blipFill>
                <a:blip r:embed="rId74"/>
                <a:stretch>
                  <a:fillRect/>
                </a:stretch>
              </p:blipFill>
              <p:spPr>
                <a:xfrm>
                  <a:off x="577550" y="1066357"/>
                  <a:ext cx="121320" cy="331200"/>
                </a:xfrm>
                <a:prstGeom prst="rect">
                  <a:avLst/>
                </a:prstGeom>
              </p:spPr>
            </p:pic>
          </mc:Fallback>
        </mc:AlternateContent>
        <mc:AlternateContent xmlns:mc="http://schemas.openxmlformats.org/markup-compatibility/2006">
          <mc:Choice xmlns:p14="http://schemas.microsoft.com/office/powerpoint/2010/main" Requires="p14">
            <p:contentPart p14:bwMode="auto" r:id="rId75">
              <p14:nvContentPartPr>
                <p14:cNvPr id="45" name="Ink 44">
                  <a:extLst>
                    <a:ext uri="{FF2B5EF4-FFF2-40B4-BE49-F238E27FC236}">
                      <a16:creationId xmlns:a16="http://schemas.microsoft.com/office/drawing/2014/main" id="{C7DA5E35-AFDE-2F89-EB96-01AEAF04BB4E}"/>
                    </a:ext>
                  </a:extLst>
                </p14:cNvPr>
                <p14:cNvContentPartPr/>
                <p14:nvPr/>
              </p14:nvContentPartPr>
              <p14:xfrm>
                <a:off x="580070" y="1251757"/>
                <a:ext cx="101880" cy="136440"/>
              </p14:xfrm>
            </p:contentPart>
          </mc:Choice>
          <mc:Fallback>
            <p:pic>
              <p:nvPicPr>
                <p:cNvPr id="45" name="Ink 44">
                  <a:extLst>
                    <a:ext uri="{FF2B5EF4-FFF2-40B4-BE49-F238E27FC236}">
                      <a16:creationId xmlns:a16="http://schemas.microsoft.com/office/drawing/2014/main" id="{C7DA5E35-AFDE-2F89-EB96-01AEAF04BB4E}"/>
                    </a:ext>
                  </a:extLst>
                </p:cNvPr>
                <p:cNvPicPr/>
                <p:nvPr/>
              </p:nvPicPr>
              <p:blipFill>
                <a:blip r:embed="rId76"/>
                <a:stretch>
                  <a:fillRect/>
                </a:stretch>
              </p:blipFill>
              <p:spPr>
                <a:xfrm>
                  <a:off x="562070" y="1233757"/>
                  <a:ext cx="137520" cy="172080"/>
                </a:xfrm>
                <a:prstGeom prst="rect">
                  <a:avLst/>
                </a:prstGeom>
              </p:spPr>
            </p:pic>
          </mc:Fallback>
        </mc:AlternateContent>
      </p:grpSp>
      <p:grpSp>
        <p:nvGrpSpPr>
          <p:cNvPr id="50" name="Group 49">
            <a:extLst>
              <a:ext uri="{FF2B5EF4-FFF2-40B4-BE49-F238E27FC236}">
                <a16:creationId xmlns:a16="http://schemas.microsoft.com/office/drawing/2014/main" id="{37A3AB05-18E6-4277-0801-F9671C4DFF1A}"/>
              </a:ext>
            </a:extLst>
          </p:cNvPr>
          <p:cNvGrpSpPr/>
          <p:nvPr/>
        </p:nvGrpSpPr>
        <p:grpSpPr>
          <a:xfrm>
            <a:off x="647030" y="512677"/>
            <a:ext cx="610200" cy="407160"/>
            <a:chOff x="647030" y="512677"/>
            <a:chExt cx="610200" cy="407160"/>
          </a:xfrm>
        </p:grpSpPr>
        <mc:AlternateContent xmlns:mc="http://schemas.openxmlformats.org/markup-compatibility/2006">
          <mc:Choice xmlns:p14="http://schemas.microsoft.com/office/powerpoint/2010/main" Requires="p14">
            <p:contentPart p14:bwMode="auto" r:id="rId77">
              <p14:nvContentPartPr>
                <p14:cNvPr id="46" name="Ink 45">
                  <a:extLst>
                    <a:ext uri="{FF2B5EF4-FFF2-40B4-BE49-F238E27FC236}">
                      <a16:creationId xmlns:a16="http://schemas.microsoft.com/office/drawing/2014/main" id="{FD54118D-D6EB-A188-575D-D840F5BA343F}"/>
                    </a:ext>
                  </a:extLst>
                </p14:cNvPr>
                <p14:cNvContentPartPr/>
                <p14:nvPr/>
              </p14:nvContentPartPr>
              <p14:xfrm>
                <a:off x="647030" y="740557"/>
                <a:ext cx="157680" cy="179280"/>
              </p14:xfrm>
            </p:contentPart>
          </mc:Choice>
          <mc:Fallback>
            <p:pic>
              <p:nvPicPr>
                <p:cNvPr id="46" name="Ink 45">
                  <a:extLst>
                    <a:ext uri="{FF2B5EF4-FFF2-40B4-BE49-F238E27FC236}">
                      <a16:creationId xmlns:a16="http://schemas.microsoft.com/office/drawing/2014/main" id="{FD54118D-D6EB-A188-575D-D840F5BA343F}"/>
                    </a:ext>
                  </a:extLst>
                </p:cNvPr>
                <p:cNvPicPr/>
                <p:nvPr/>
              </p:nvPicPr>
              <p:blipFill>
                <a:blip r:embed="rId78"/>
                <a:stretch>
                  <a:fillRect/>
                </a:stretch>
              </p:blipFill>
              <p:spPr>
                <a:xfrm>
                  <a:off x="629390" y="722917"/>
                  <a:ext cx="193320" cy="214920"/>
                </a:xfrm>
                <a:prstGeom prst="rect">
                  <a:avLst/>
                </a:prstGeom>
              </p:spPr>
            </p:pic>
          </mc:Fallback>
        </mc:AlternateContent>
        <mc:AlternateContent xmlns:mc="http://schemas.openxmlformats.org/markup-compatibility/2006">
          <mc:Choice xmlns:p14="http://schemas.microsoft.com/office/powerpoint/2010/main" Requires="p14">
            <p:contentPart p14:bwMode="auto" r:id="rId79">
              <p14:nvContentPartPr>
                <p14:cNvPr id="47" name="Ink 46">
                  <a:extLst>
                    <a:ext uri="{FF2B5EF4-FFF2-40B4-BE49-F238E27FC236}">
                      <a16:creationId xmlns:a16="http://schemas.microsoft.com/office/drawing/2014/main" id="{DB9FF2AD-A106-C5CD-276A-DB619B931163}"/>
                    </a:ext>
                  </a:extLst>
                </p14:cNvPr>
                <p14:cNvContentPartPr/>
                <p14:nvPr/>
              </p14:nvContentPartPr>
              <p14:xfrm>
                <a:off x="859070" y="716077"/>
                <a:ext cx="60120" cy="73440"/>
              </p14:xfrm>
            </p:contentPart>
          </mc:Choice>
          <mc:Fallback>
            <p:pic>
              <p:nvPicPr>
                <p:cNvPr id="47" name="Ink 46">
                  <a:extLst>
                    <a:ext uri="{FF2B5EF4-FFF2-40B4-BE49-F238E27FC236}">
                      <a16:creationId xmlns:a16="http://schemas.microsoft.com/office/drawing/2014/main" id="{DB9FF2AD-A106-C5CD-276A-DB619B931163}"/>
                    </a:ext>
                  </a:extLst>
                </p:cNvPr>
                <p:cNvPicPr/>
                <p:nvPr/>
              </p:nvPicPr>
              <p:blipFill>
                <a:blip r:embed="rId80"/>
                <a:stretch>
                  <a:fillRect/>
                </a:stretch>
              </p:blipFill>
              <p:spPr>
                <a:xfrm>
                  <a:off x="841070" y="698437"/>
                  <a:ext cx="95760" cy="109080"/>
                </a:xfrm>
                <a:prstGeom prst="rect">
                  <a:avLst/>
                </a:prstGeom>
              </p:spPr>
            </p:pic>
          </mc:Fallback>
        </mc:AlternateContent>
        <mc:AlternateContent xmlns:mc="http://schemas.openxmlformats.org/markup-compatibility/2006">
          <mc:Choice xmlns:p14="http://schemas.microsoft.com/office/powerpoint/2010/main" Requires="p14">
            <p:contentPart p14:bwMode="auto" r:id="rId81">
              <p14:nvContentPartPr>
                <p14:cNvPr id="48" name="Ink 47">
                  <a:extLst>
                    <a:ext uri="{FF2B5EF4-FFF2-40B4-BE49-F238E27FC236}">
                      <a16:creationId xmlns:a16="http://schemas.microsoft.com/office/drawing/2014/main" id="{1912D77B-1A19-819C-D660-81A2EE82C42C}"/>
                    </a:ext>
                  </a:extLst>
                </p14:cNvPr>
                <p14:cNvContentPartPr/>
                <p14:nvPr/>
              </p14:nvContentPartPr>
              <p14:xfrm>
                <a:off x="992630" y="689437"/>
                <a:ext cx="55080" cy="96480"/>
              </p14:xfrm>
            </p:contentPart>
          </mc:Choice>
          <mc:Fallback>
            <p:pic>
              <p:nvPicPr>
                <p:cNvPr id="48" name="Ink 47">
                  <a:extLst>
                    <a:ext uri="{FF2B5EF4-FFF2-40B4-BE49-F238E27FC236}">
                      <a16:creationId xmlns:a16="http://schemas.microsoft.com/office/drawing/2014/main" id="{1912D77B-1A19-819C-D660-81A2EE82C42C}"/>
                    </a:ext>
                  </a:extLst>
                </p:cNvPr>
                <p:cNvPicPr/>
                <p:nvPr/>
              </p:nvPicPr>
              <p:blipFill>
                <a:blip r:embed="rId82"/>
                <a:stretch>
                  <a:fillRect/>
                </a:stretch>
              </p:blipFill>
              <p:spPr>
                <a:xfrm>
                  <a:off x="974630" y="671797"/>
                  <a:ext cx="90720" cy="132120"/>
                </a:xfrm>
                <a:prstGeom prst="rect">
                  <a:avLst/>
                </a:prstGeom>
              </p:spPr>
            </p:pic>
          </mc:Fallback>
        </mc:AlternateContent>
        <mc:AlternateContent xmlns:mc="http://schemas.openxmlformats.org/markup-compatibility/2006">
          <mc:Choice xmlns:p14="http://schemas.microsoft.com/office/powerpoint/2010/main" Requires="p14">
            <p:contentPart p14:bwMode="auto" r:id="rId83">
              <p14:nvContentPartPr>
                <p14:cNvPr id="49" name="Ink 48">
                  <a:extLst>
                    <a:ext uri="{FF2B5EF4-FFF2-40B4-BE49-F238E27FC236}">
                      <a16:creationId xmlns:a16="http://schemas.microsoft.com/office/drawing/2014/main" id="{A461BE9E-671E-62BB-99BD-58D62EA93FF1}"/>
                    </a:ext>
                  </a:extLst>
                </p14:cNvPr>
                <p14:cNvContentPartPr/>
                <p14:nvPr/>
              </p14:nvContentPartPr>
              <p14:xfrm>
                <a:off x="1151030" y="512677"/>
                <a:ext cx="106200" cy="202320"/>
              </p14:xfrm>
            </p:contentPart>
          </mc:Choice>
          <mc:Fallback>
            <p:pic>
              <p:nvPicPr>
                <p:cNvPr id="49" name="Ink 48">
                  <a:extLst>
                    <a:ext uri="{FF2B5EF4-FFF2-40B4-BE49-F238E27FC236}">
                      <a16:creationId xmlns:a16="http://schemas.microsoft.com/office/drawing/2014/main" id="{A461BE9E-671E-62BB-99BD-58D62EA93FF1}"/>
                    </a:ext>
                  </a:extLst>
                </p:cNvPr>
                <p:cNvPicPr/>
                <p:nvPr/>
              </p:nvPicPr>
              <p:blipFill>
                <a:blip r:embed="rId84"/>
                <a:stretch>
                  <a:fillRect/>
                </a:stretch>
              </p:blipFill>
              <p:spPr>
                <a:xfrm>
                  <a:off x="1133390" y="494677"/>
                  <a:ext cx="141840" cy="237960"/>
                </a:xfrm>
                <a:prstGeom prst="rect">
                  <a:avLst/>
                </a:prstGeom>
              </p:spPr>
            </p:pic>
          </mc:Fallback>
        </mc:AlternateContent>
      </p:grpSp>
      <p:grpSp>
        <p:nvGrpSpPr>
          <p:cNvPr id="60" name="Group 59">
            <a:extLst>
              <a:ext uri="{FF2B5EF4-FFF2-40B4-BE49-F238E27FC236}">
                <a16:creationId xmlns:a16="http://schemas.microsoft.com/office/drawing/2014/main" id="{FE81FDC0-5021-1039-1574-BD8BDBACA7DD}"/>
              </a:ext>
            </a:extLst>
          </p:cNvPr>
          <p:cNvGrpSpPr/>
          <p:nvPr/>
        </p:nvGrpSpPr>
        <p:grpSpPr>
          <a:xfrm>
            <a:off x="1037630" y="1802557"/>
            <a:ext cx="950400" cy="650160"/>
            <a:chOff x="1037630" y="1802557"/>
            <a:chExt cx="950400" cy="650160"/>
          </a:xfrm>
        </p:grpSpPr>
        <mc:AlternateContent xmlns:mc="http://schemas.openxmlformats.org/markup-compatibility/2006">
          <mc:Choice xmlns:p14="http://schemas.microsoft.com/office/powerpoint/2010/main" Requires="p14">
            <p:contentPart p14:bwMode="auto" r:id="rId85">
              <p14:nvContentPartPr>
                <p14:cNvPr id="52" name="Ink 51">
                  <a:extLst>
                    <a:ext uri="{FF2B5EF4-FFF2-40B4-BE49-F238E27FC236}">
                      <a16:creationId xmlns:a16="http://schemas.microsoft.com/office/drawing/2014/main" id="{D57B41F8-565B-ECE4-C8F6-C48F20659996}"/>
                    </a:ext>
                  </a:extLst>
                </p14:cNvPr>
                <p14:cNvContentPartPr/>
                <p14:nvPr/>
              </p14:nvContentPartPr>
              <p14:xfrm>
                <a:off x="1095230" y="2206117"/>
                <a:ext cx="28080" cy="246600"/>
              </p14:xfrm>
            </p:contentPart>
          </mc:Choice>
          <mc:Fallback>
            <p:pic>
              <p:nvPicPr>
                <p:cNvPr id="52" name="Ink 51">
                  <a:extLst>
                    <a:ext uri="{FF2B5EF4-FFF2-40B4-BE49-F238E27FC236}">
                      <a16:creationId xmlns:a16="http://schemas.microsoft.com/office/drawing/2014/main" id="{D57B41F8-565B-ECE4-C8F6-C48F20659996}"/>
                    </a:ext>
                  </a:extLst>
                </p:cNvPr>
                <p:cNvPicPr/>
                <p:nvPr/>
              </p:nvPicPr>
              <p:blipFill>
                <a:blip r:embed="rId86"/>
                <a:stretch>
                  <a:fillRect/>
                </a:stretch>
              </p:blipFill>
              <p:spPr>
                <a:xfrm>
                  <a:off x="1077230" y="2188477"/>
                  <a:ext cx="63720" cy="282240"/>
                </a:xfrm>
                <a:prstGeom prst="rect">
                  <a:avLst/>
                </a:prstGeom>
              </p:spPr>
            </p:pic>
          </mc:Fallback>
        </mc:AlternateContent>
        <mc:AlternateContent xmlns:mc="http://schemas.openxmlformats.org/markup-compatibility/2006">
          <mc:Choice xmlns:p14="http://schemas.microsoft.com/office/powerpoint/2010/main" Requires="p14">
            <p:contentPart p14:bwMode="auto" r:id="rId87">
              <p14:nvContentPartPr>
                <p14:cNvPr id="53" name="Ink 52">
                  <a:extLst>
                    <a:ext uri="{FF2B5EF4-FFF2-40B4-BE49-F238E27FC236}">
                      <a16:creationId xmlns:a16="http://schemas.microsoft.com/office/drawing/2014/main" id="{98418DDD-D194-C681-F5EB-E77BDA66623D}"/>
                    </a:ext>
                  </a:extLst>
                </p14:cNvPr>
                <p14:cNvContentPartPr/>
                <p14:nvPr/>
              </p14:nvContentPartPr>
              <p14:xfrm>
                <a:off x="1037630" y="2357677"/>
                <a:ext cx="121680" cy="69840"/>
              </p14:xfrm>
            </p:contentPart>
          </mc:Choice>
          <mc:Fallback>
            <p:pic>
              <p:nvPicPr>
                <p:cNvPr id="53" name="Ink 52">
                  <a:extLst>
                    <a:ext uri="{FF2B5EF4-FFF2-40B4-BE49-F238E27FC236}">
                      <a16:creationId xmlns:a16="http://schemas.microsoft.com/office/drawing/2014/main" id="{98418DDD-D194-C681-F5EB-E77BDA66623D}"/>
                    </a:ext>
                  </a:extLst>
                </p:cNvPr>
                <p:cNvPicPr/>
                <p:nvPr/>
              </p:nvPicPr>
              <p:blipFill>
                <a:blip r:embed="rId88"/>
                <a:stretch>
                  <a:fillRect/>
                </a:stretch>
              </p:blipFill>
              <p:spPr>
                <a:xfrm>
                  <a:off x="1019990" y="2339677"/>
                  <a:ext cx="157320" cy="105480"/>
                </a:xfrm>
                <a:prstGeom prst="rect">
                  <a:avLst/>
                </a:prstGeom>
              </p:spPr>
            </p:pic>
          </mc:Fallback>
        </mc:AlternateContent>
        <mc:AlternateContent xmlns:mc="http://schemas.openxmlformats.org/markup-compatibility/2006">
          <mc:Choice xmlns:p14="http://schemas.microsoft.com/office/powerpoint/2010/main" Requires="p14">
            <p:contentPart p14:bwMode="auto" r:id="rId89">
              <p14:nvContentPartPr>
                <p14:cNvPr id="54" name="Ink 53">
                  <a:extLst>
                    <a:ext uri="{FF2B5EF4-FFF2-40B4-BE49-F238E27FC236}">
                      <a16:creationId xmlns:a16="http://schemas.microsoft.com/office/drawing/2014/main" id="{B2F99529-ADC7-9D4E-A5DD-E75713D6184E}"/>
                    </a:ext>
                  </a:extLst>
                </p14:cNvPr>
                <p14:cNvContentPartPr/>
                <p14:nvPr/>
              </p14:nvContentPartPr>
              <p14:xfrm>
                <a:off x="1204310" y="2090557"/>
                <a:ext cx="161280" cy="114480"/>
              </p14:xfrm>
            </p:contentPart>
          </mc:Choice>
          <mc:Fallback>
            <p:pic>
              <p:nvPicPr>
                <p:cNvPr id="54" name="Ink 53">
                  <a:extLst>
                    <a:ext uri="{FF2B5EF4-FFF2-40B4-BE49-F238E27FC236}">
                      <a16:creationId xmlns:a16="http://schemas.microsoft.com/office/drawing/2014/main" id="{B2F99529-ADC7-9D4E-A5DD-E75713D6184E}"/>
                    </a:ext>
                  </a:extLst>
                </p:cNvPr>
                <p:cNvPicPr/>
                <p:nvPr/>
              </p:nvPicPr>
              <p:blipFill>
                <a:blip r:embed="rId90"/>
                <a:stretch>
                  <a:fillRect/>
                </a:stretch>
              </p:blipFill>
              <p:spPr>
                <a:xfrm>
                  <a:off x="1186670" y="2072917"/>
                  <a:ext cx="196920" cy="150120"/>
                </a:xfrm>
                <a:prstGeom prst="rect">
                  <a:avLst/>
                </a:prstGeom>
              </p:spPr>
            </p:pic>
          </mc:Fallback>
        </mc:AlternateContent>
        <mc:AlternateContent xmlns:mc="http://schemas.openxmlformats.org/markup-compatibility/2006">
          <mc:Choice xmlns:p14="http://schemas.microsoft.com/office/powerpoint/2010/main" Requires="p14">
            <p:contentPart p14:bwMode="auto" r:id="rId91">
              <p14:nvContentPartPr>
                <p14:cNvPr id="55" name="Ink 54">
                  <a:extLst>
                    <a:ext uri="{FF2B5EF4-FFF2-40B4-BE49-F238E27FC236}">
                      <a16:creationId xmlns:a16="http://schemas.microsoft.com/office/drawing/2014/main" id="{FD36E53F-B6F9-B9AA-70F7-58453592EAC7}"/>
                    </a:ext>
                  </a:extLst>
                </p14:cNvPr>
                <p14:cNvContentPartPr/>
                <p14:nvPr/>
              </p14:nvContentPartPr>
              <p14:xfrm>
                <a:off x="1404110" y="2021077"/>
                <a:ext cx="73800" cy="82800"/>
              </p14:xfrm>
            </p:contentPart>
          </mc:Choice>
          <mc:Fallback>
            <p:pic>
              <p:nvPicPr>
                <p:cNvPr id="55" name="Ink 54">
                  <a:extLst>
                    <a:ext uri="{FF2B5EF4-FFF2-40B4-BE49-F238E27FC236}">
                      <a16:creationId xmlns:a16="http://schemas.microsoft.com/office/drawing/2014/main" id="{FD36E53F-B6F9-B9AA-70F7-58453592EAC7}"/>
                    </a:ext>
                  </a:extLst>
                </p:cNvPr>
                <p:cNvPicPr/>
                <p:nvPr/>
              </p:nvPicPr>
              <p:blipFill>
                <a:blip r:embed="rId92"/>
                <a:stretch>
                  <a:fillRect/>
                </a:stretch>
              </p:blipFill>
              <p:spPr>
                <a:xfrm>
                  <a:off x="1386110" y="2003437"/>
                  <a:ext cx="109440" cy="118440"/>
                </a:xfrm>
                <a:prstGeom prst="rect">
                  <a:avLst/>
                </a:prstGeom>
              </p:spPr>
            </p:pic>
          </mc:Fallback>
        </mc:AlternateContent>
        <mc:AlternateContent xmlns:mc="http://schemas.openxmlformats.org/markup-compatibility/2006">
          <mc:Choice xmlns:p14="http://schemas.microsoft.com/office/powerpoint/2010/main" Requires="p14">
            <p:contentPart p14:bwMode="auto" r:id="rId93">
              <p14:nvContentPartPr>
                <p14:cNvPr id="56" name="Ink 55">
                  <a:extLst>
                    <a:ext uri="{FF2B5EF4-FFF2-40B4-BE49-F238E27FC236}">
                      <a16:creationId xmlns:a16="http://schemas.microsoft.com/office/drawing/2014/main" id="{2FA6D5FF-FA42-0535-91BE-8ED269C3294D}"/>
                    </a:ext>
                  </a:extLst>
                </p14:cNvPr>
                <p14:cNvContentPartPr/>
                <p14:nvPr/>
              </p14:nvContentPartPr>
              <p14:xfrm>
                <a:off x="1518230" y="1985437"/>
                <a:ext cx="51120" cy="101520"/>
              </p14:xfrm>
            </p:contentPart>
          </mc:Choice>
          <mc:Fallback>
            <p:pic>
              <p:nvPicPr>
                <p:cNvPr id="56" name="Ink 55">
                  <a:extLst>
                    <a:ext uri="{FF2B5EF4-FFF2-40B4-BE49-F238E27FC236}">
                      <a16:creationId xmlns:a16="http://schemas.microsoft.com/office/drawing/2014/main" id="{2FA6D5FF-FA42-0535-91BE-8ED269C3294D}"/>
                    </a:ext>
                  </a:extLst>
                </p:cNvPr>
                <p:cNvPicPr/>
                <p:nvPr/>
              </p:nvPicPr>
              <p:blipFill>
                <a:blip r:embed="rId94"/>
                <a:stretch>
                  <a:fillRect/>
                </a:stretch>
              </p:blipFill>
              <p:spPr>
                <a:xfrm>
                  <a:off x="1500590" y="1967437"/>
                  <a:ext cx="86760" cy="137160"/>
                </a:xfrm>
                <a:prstGeom prst="rect">
                  <a:avLst/>
                </a:prstGeom>
              </p:spPr>
            </p:pic>
          </mc:Fallback>
        </mc:AlternateContent>
        <mc:AlternateContent xmlns:mc="http://schemas.openxmlformats.org/markup-compatibility/2006">
          <mc:Choice xmlns:p14="http://schemas.microsoft.com/office/powerpoint/2010/main" Requires="p14">
            <p:contentPart p14:bwMode="auto" r:id="rId95">
              <p14:nvContentPartPr>
                <p14:cNvPr id="57" name="Ink 56">
                  <a:extLst>
                    <a:ext uri="{FF2B5EF4-FFF2-40B4-BE49-F238E27FC236}">
                      <a16:creationId xmlns:a16="http://schemas.microsoft.com/office/drawing/2014/main" id="{86BEA99B-42F9-0620-F33E-85CD58A36706}"/>
                    </a:ext>
                  </a:extLst>
                </p14:cNvPr>
                <p14:cNvContentPartPr/>
                <p14:nvPr/>
              </p14:nvContentPartPr>
              <p14:xfrm>
                <a:off x="1493030" y="1843957"/>
                <a:ext cx="10080" cy="75240"/>
              </p14:xfrm>
            </p:contentPart>
          </mc:Choice>
          <mc:Fallback>
            <p:pic>
              <p:nvPicPr>
                <p:cNvPr id="57" name="Ink 56">
                  <a:extLst>
                    <a:ext uri="{FF2B5EF4-FFF2-40B4-BE49-F238E27FC236}">
                      <a16:creationId xmlns:a16="http://schemas.microsoft.com/office/drawing/2014/main" id="{86BEA99B-42F9-0620-F33E-85CD58A36706}"/>
                    </a:ext>
                  </a:extLst>
                </p:cNvPr>
                <p:cNvPicPr/>
                <p:nvPr/>
              </p:nvPicPr>
              <p:blipFill>
                <a:blip r:embed="rId96"/>
                <a:stretch>
                  <a:fillRect/>
                </a:stretch>
              </p:blipFill>
              <p:spPr>
                <a:xfrm>
                  <a:off x="1475390" y="1826317"/>
                  <a:ext cx="45720" cy="110880"/>
                </a:xfrm>
                <a:prstGeom prst="rect">
                  <a:avLst/>
                </a:prstGeom>
              </p:spPr>
            </p:pic>
          </mc:Fallback>
        </mc:AlternateContent>
        <mc:AlternateContent xmlns:mc="http://schemas.openxmlformats.org/markup-compatibility/2006">
          <mc:Choice xmlns:p14="http://schemas.microsoft.com/office/powerpoint/2010/main" Requires="p14">
            <p:contentPart p14:bwMode="auto" r:id="rId97">
              <p14:nvContentPartPr>
                <p14:cNvPr id="58" name="Ink 57">
                  <a:extLst>
                    <a:ext uri="{FF2B5EF4-FFF2-40B4-BE49-F238E27FC236}">
                      <a16:creationId xmlns:a16="http://schemas.microsoft.com/office/drawing/2014/main" id="{43BCB915-545D-A20A-CADF-FAC0DB95A99B}"/>
                    </a:ext>
                  </a:extLst>
                </p14:cNvPr>
                <p14:cNvContentPartPr/>
                <p14:nvPr/>
              </p14:nvContentPartPr>
              <p14:xfrm>
                <a:off x="1658990" y="1856197"/>
                <a:ext cx="144360" cy="173160"/>
              </p14:xfrm>
            </p:contentPart>
          </mc:Choice>
          <mc:Fallback>
            <p:pic>
              <p:nvPicPr>
                <p:cNvPr id="58" name="Ink 57">
                  <a:extLst>
                    <a:ext uri="{FF2B5EF4-FFF2-40B4-BE49-F238E27FC236}">
                      <a16:creationId xmlns:a16="http://schemas.microsoft.com/office/drawing/2014/main" id="{43BCB915-545D-A20A-CADF-FAC0DB95A99B}"/>
                    </a:ext>
                  </a:extLst>
                </p:cNvPr>
                <p:cNvPicPr/>
                <p:nvPr/>
              </p:nvPicPr>
              <p:blipFill>
                <a:blip r:embed="rId98"/>
                <a:stretch>
                  <a:fillRect/>
                </a:stretch>
              </p:blipFill>
              <p:spPr>
                <a:xfrm>
                  <a:off x="1640990" y="1838197"/>
                  <a:ext cx="180000" cy="208800"/>
                </a:xfrm>
                <a:prstGeom prst="rect">
                  <a:avLst/>
                </a:prstGeom>
              </p:spPr>
            </p:pic>
          </mc:Fallback>
        </mc:AlternateContent>
        <mc:AlternateContent xmlns:mc="http://schemas.openxmlformats.org/markup-compatibility/2006">
          <mc:Choice xmlns:p14="http://schemas.microsoft.com/office/powerpoint/2010/main" Requires="p14">
            <p:contentPart p14:bwMode="auto" r:id="rId99">
              <p14:nvContentPartPr>
                <p14:cNvPr id="59" name="Ink 58">
                  <a:extLst>
                    <a:ext uri="{FF2B5EF4-FFF2-40B4-BE49-F238E27FC236}">
                      <a16:creationId xmlns:a16="http://schemas.microsoft.com/office/drawing/2014/main" id="{F70F68EB-AB3F-0608-6E95-A63248F27076}"/>
                    </a:ext>
                  </a:extLst>
                </p14:cNvPr>
                <p14:cNvContentPartPr/>
                <p14:nvPr/>
              </p14:nvContentPartPr>
              <p14:xfrm>
                <a:off x="1801190" y="1802557"/>
                <a:ext cx="186840" cy="478080"/>
              </p14:xfrm>
            </p:contentPart>
          </mc:Choice>
          <mc:Fallback>
            <p:pic>
              <p:nvPicPr>
                <p:cNvPr id="59" name="Ink 58">
                  <a:extLst>
                    <a:ext uri="{FF2B5EF4-FFF2-40B4-BE49-F238E27FC236}">
                      <a16:creationId xmlns:a16="http://schemas.microsoft.com/office/drawing/2014/main" id="{F70F68EB-AB3F-0608-6E95-A63248F27076}"/>
                    </a:ext>
                  </a:extLst>
                </p:cNvPr>
                <p:cNvPicPr/>
                <p:nvPr/>
              </p:nvPicPr>
              <p:blipFill>
                <a:blip r:embed="rId100"/>
                <a:stretch>
                  <a:fillRect/>
                </a:stretch>
              </p:blipFill>
              <p:spPr>
                <a:xfrm>
                  <a:off x="1783550" y="1784917"/>
                  <a:ext cx="222480" cy="513720"/>
                </a:xfrm>
                <a:prstGeom prst="rect">
                  <a:avLst/>
                </a:prstGeom>
              </p:spPr>
            </p:pic>
          </mc:Fallback>
        </mc:AlternateContent>
      </p:grpSp>
      <p:grpSp>
        <p:nvGrpSpPr>
          <p:cNvPr id="85" name="Group 84">
            <a:extLst>
              <a:ext uri="{FF2B5EF4-FFF2-40B4-BE49-F238E27FC236}">
                <a16:creationId xmlns:a16="http://schemas.microsoft.com/office/drawing/2014/main" id="{97C516BD-5CC3-435E-B693-7CD11ECEC4B1}"/>
              </a:ext>
            </a:extLst>
          </p:cNvPr>
          <p:cNvGrpSpPr/>
          <p:nvPr/>
        </p:nvGrpSpPr>
        <p:grpSpPr>
          <a:xfrm>
            <a:off x="200990" y="2799397"/>
            <a:ext cx="1609920" cy="1932480"/>
            <a:chOff x="200990" y="2799397"/>
            <a:chExt cx="1609920" cy="1932480"/>
          </a:xfrm>
        </p:grpSpPr>
        <mc:AlternateContent xmlns:mc="http://schemas.openxmlformats.org/markup-compatibility/2006">
          <mc:Choice xmlns:p14="http://schemas.microsoft.com/office/powerpoint/2010/main" Requires="p14">
            <p:contentPart p14:bwMode="auto" r:id="rId101">
              <p14:nvContentPartPr>
                <p14:cNvPr id="65" name="Ink 64">
                  <a:extLst>
                    <a:ext uri="{FF2B5EF4-FFF2-40B4-BE49-F238E27FC236}">
                      <a16:creationId xmlns:a16="http://schemas.microsoft.com/office/drawing/2014/main" id="{FD4D7FC9-6733-681D-D677-4F9953A9F196}"/>
                    </a:ext>
                  </a:extLst>
                </p14:cNvPr>
                <p14:cNvContentPartPr/>
                <p14:nvPr/>
              </p14:nvContentPartPr>
              <p14:xfrm>
                <a:off x="721550" y="3094597"/>
                <a:ext cx="50760" cy="279360"/>
              </p14:xfrm>
            </p:contentPart>
          </mc:Choice>
          <mc:Fallback>
            <p:pic>
              <p:nvPicPr>
                <p:cNvPr id="65" name="Ink 64">
                  <a:extLst>
                    <a:ext uri="{FF2B5EF4-FFF2-40B4-BE49-F238E27FC236}">
                      <a16:creationId xmlns:a16="http://schemas.microsoft.com/office/drawing/2014/main" id="{FD4D7FC9-6733-681D-D677-4F9953A9F196}"/>
                    </a:ext>
                  </a:extLst>
                </p:cNvPr>
                <p:cNvPicPr/>
                <p:nvPr/>
              </p:nvPicPr>
              <p:blipFill>
                <a:blip r:embed="rId102"/>
                <a:stretch>
                  <a:fillRect/>
                </a:stretch>
              </p:blipFill>
              <p:spPr>
                <a:xfrm>
                  <a:off x="703550" y="3076957"/>
                  <a:ext cx="86400" cy="315000"/>
                </a:xfrm>
                <a:prstGeom prst="rect">
                  <a:avLst/>
                </a:prstGeom>
              </p:spPr>
            </p:pic>
          </mc:Fallback>
        </mc:AlternateContent>
        <mc:AlternateContent xmlns:mc="http://schemas.openxmlformats.org/markup-compatibility/2006">
          <mc:Choice xmlns:p14="http://schemas.microsoft.com/office/powerpoint/2010/main" Requires="p14">
            <p:contentPart p14:bwMode="auto" r:id="rId103">
              <p14:nvContentPartPr>
                <p14:cNvPr id="66" name="Ink 65">
                  <a:extLst>
                    <a:ext uri="{FF2B5EF4-FFF2-40B4-BE49-F238E27FC236}">
                      <a16:creationId xmlns:a16="http://schemas.microsoft.com/office/drawing/2014/main" id="{9587BFC1-82D9-8558-6BA5-FDA4DC74D5BD}"/>
                    </a:ext>
                  </a:extLst>
                </p14:cNvPr>
                <p14:cNvContentPartPr/>
                <p14:nvPr/>
              </p14:nvContentPartPr>
              <p14:xfrm>
                <a:off x="721910" y="3076237"/>
                <a:ext cx="108720" cy="174960"/>
              </p14:xfrm>
            </p:contentPart>
          </mc:Choice>
          <mc:Fallback>
            <p:pic>
              <p:nvPicPr>
                <p:cNvPr id="66" name="Ink 65">
                  <a:extLst>
                    <a:ext uri="{FF2B5EF4-FFF2-40B4-BE49-F238E27FC236}">
                      <a16:creationId xmlns:a16="http://schemas.microsoft.com/office/drawing/2014/main" id="{9587BFC1-82D9-8558-6BA5-FDA4DC74D5BD}"/>
                    </a:ext>
                  </a:extLst>
                </p:cNvPr>
                <p:cNvPicPr/>
                <p:nvPr/>
              </p:nvPicPr>
              <p:blipFill>
                <a:blip r:embed="rId104"/>
                <a:stretch>
                  <a:fillRect/>
                </a:stretch>
              </p:blipFill>
              <p:spPr>
                <a:xfrm>
                  <a:off x="704270" y="3058597"/>
                  <a:ext cx="144360" cy="210600"/>
                </a:xfrm>
                <a:prstGeom prst="rect">
                  <a:avLst/>
                </a:prstGeom>
              </p:spPr>
            </p:pic>
          </mc:Fallback>
        </mc:AlternateContent>
        <mc:AlternateContent xmlns:mc="http://schemas.openxmlformats.org/markup-compatibility/2006">
          <mc:Choice xmlns:p14="http://schemas.microsoft.com/office/powerpoint/2010/main" Requires="p14">
            <p:contentPart p14:bwMode="auto" r:id="rId105">
              <p14:nvContentPartPr>
                <p14:cNvPr id="67" name="Ink 66">
                  <a:extLst>
                    <a:ext uri="{FF2B5EF4-FFF2-40B4-BE49-F238E27FC236}">
                      <a16:creationId xmlns:a16="http://schemas.microsoft.com/office/drawing/2014/main" id="{0607225F-BCFE-3FD6-3178-78521D2C054C}"/>
                    </a:ext>
                  </a:extLst>
                </p14:cNvPr>
                <p14:cNvContentPartPr/>
                <p14:nvPr/>
              </p14:nvContentPartPr>
              <p14:xfrm>
                <a:off x="786350" y="3133477"/>
                <a:ext cx="117720" cy="95400"/>
              </p14:xfrm>
            </p:contentPart>
          </mc:Choice>
          <mc:Fallback>
            <p:pic>
              <p:nvPicPr>
                <p:cNvPr id="67" name="Ink 66">
                  <a:extLst>
                    <a:ext uri="{FF2B5EF4-FFF2-40B4-BE49-F238E27FC236}">
                      <a16:creationId xmlns:a16="http://schemas.microsoft.com/office/drawing/2014/main" id="{0607225F-BCFE-3FD6-3178-78521D2C054C}"/>
                    </a:ext>
                  </a:extLst>
                </p:cNvPr>
                <p:cNvPicPr/>
                <p:nvPr/>
              </p:nvPicPr>
              <p:blipFill>
                <a:blip r:embed="rId106"/>
                <a:stretch>
                  <a:fillRect/>
                </a:stretch>
              </p:blipFill>
              <p:spPr>
                <a:xfrm>
                  <a:off x="768710" y="3115477"/>
                  <a:ext cx="153360" cy="131040"/>
                </a:xfrm>
                <a:prstGeom prst="rect">
                  <a:avLst/>
                </a:prstGeom>
              </p:spPr>
            </p:pic>
          </mc:Fallback>
        </mc:AlternateContent>
        <mc:AlternateContent xmlns:mc="http://schemas.openxmlformats.org/markup-compatibility/2006">
          <mc:Choice xmlns:p14="http://schemas.microsoft.com/office/powerpoint/2010/main" Requires="p14">
            <p:contentPart p14:bwMode="auto" r:id="rId107">
              <p14:nvContentPartPr>
                <p14:cNvPr id="68" name="Ink 67">
                  <a:extLst>
                    <a:ext uri="{FF2B5EF4-FFF2-40B4-BE49-F238E27FC236}">
                      <a16:creationId xmlns:a16="http://schemas.microsoft.com/office/drawing/2014/main" id="{59EB11CF-1806-AE04-4BA3-8A1FD0C56193}"/>
                    </a:ext>
                  </a:extLst>
                </p14:cNvPr>
                <p14:cNvContentPartPr/>
                <p14:nvPr/>
              </p14:nvContentPartPr>
              <p14:xfrm>
                <a:off x="918110" y="3102877"/>
                <a:ext cx="32400" cy="210600"/>
              </p14:xfrm>
            </p:contentPart>
          </mc:Choice>
          <mc:Fallback>
            <p:pic>
              <p:nvPicPr>
                <p:cNvPr id="68" name="Ink 67">
                  <a:extLst>
                    <a:ext uri="{FF2B5EF4-FFF2-40B4-BE49-F238E27FC236}">
                      <a16:creationId xmlns:a16="http://schemas.microsoft.com/office/drawing/2014/main" id="{59EB11CF-1806-AE04-4BA3-8A1FD0C56193}"/>
                    </a:ext>
                  </a:extLst>
                </p:cNvPr>
                <p:cNvPicPr/>
                <p:nvPr/>
              </p:nvPicPr>
              <p:blipFill>
                <a:blip r:embed="rId108"/>
                <a:stretch>
                  <a:fillRect/>
                </a:stretch>
              </p:blipFill>
              <p:spPr>
                <a:xfrm>
                  <a:off x="900110" y="3085237"/>
                  <a:ext cx="68040" cy="246240"/>
                </a:xfrm>
                <a:prstGeom prst="rect">
                  <a:avLst/>
                </a:prstGeom>
              </p:spPr>
            </p:pic>
          </mc:Fallback>
        </mc:AlternateContent>
        <mc:AlternateContent xmlns:mc="http://schemas.openxmlformats.org/markup-compatibility/2006">
          <mc:Choice xmlns:p14="http://schemas.microsoft.com/office/powerpoint/2010/main" Requires="p14">
            <p:contentPart p14:bwMode="auto" r:id="rId109">
              <p14:nvContentPartPr>
                <p14:cNvPr id="69" name="Ink 68">
                  <a:extLst>
                    <a:ext uri="{FF2B5EF4-FFF2-40B4-BE49-F238E27FC236}">
                      <a16:creationId xmlns:a16="http://schemas.microsoft.com/office/drawing/2014/main" id="{887D2D34-5AFF-9491-D84B-B875B55F035F}"/>
                    </a:ext>
                  </a:extLst>
                </p14:cNvPr>
                <p14:cNvContentPartPr/>
                <p14:nvPr/>
              </p14:nvContentPartPr>
              <p14:xfrm>
                <a:off x="905510" y="3085957"/>
                <a:ext cx="71280" cy="107280"/>
              </p14:xfrm>
            </p:contentPart>
          </mc:Choice>
          <mc:Fallback>
            <p:pic>
              <p:nvPicPr>
                <p:cNvPr id="69" name="Ink 68">
                  <a:extLst>
                    <a:ext uri="{FF2B5EF4-FFF2-40B4-BE49-F238E27FC236}">
                      <a16:creationId xmlns:a16="http://schemas.microsoft.com/office/drawing/2014/main" id="{887D2D34-5AFF-9491-D84B-B875B55F035F}"/>
                    </a:ext>
                  </a:extLst>
                </p:cNvPr>
                <p:cNvPicPr/>
                <p:nvPr/>
              </p:nvPicPr>
              <p:blipFill>
                <a:blip r:embed="rId110"/>
                <a:stretch>
                  <a:fillRect/>
                </a:stretch>
              </p:blipFill>
              <p:spPr>
                <a:xfrm>
                  <a:off x="887510" y="3068317"/>
                  <a:ext cx="106920" cy="142920"/>
                </a:xfrm>
                <a:prstGeom prst="rect">
                  <a:avLst/>
                </a:prstGeom>
              </p:spPr>
            </p:pic>
          </mc:Fallback>
        </mc:AlternateContent>
        <mc:AlternateContent xmlns:mc="http://schemas.openxmlformats.org/markup-compatibility/2006">
          <mc:Choice xmlns:p14="http://schemas.microsoft.com/office/powerpoint/2010/main" Requires="p14">
            <p:contentPart p14:bwMode="auto" r:id="rId111">
              <p14:nvContentPartPr>
                <p14:cNvPr id="70" name="Ink 69">
                  <a:extLst>
                    <a:ext uri="{FF2B5EF4-FFF2-40B4-BE49-F238E27FC236}">
                      <a16:creationId xmlns:a16="http://schemas.microsoft.com/office/drawing/2014/main" id="{89169287-5715-20FE-A1DF-A76DEC0AE61F}"/>
                    </a:ext>
                  </a:extLst>
                </p14:cNvPr>
                <p14:cNvContentPartPr/>
                <p14:nvPr/>
              </p14:nvContentPartPr>
              <p14:xfrm>
                <a:off x="929990" y="3177037"/>
                <a:ext cx="97200" cy="68040"/>
              </p14:xfrm>
            </p:contentPart>
          </mc:Choice>
          <mc:Fallback>
            <p:pic>
              <p:nvPicPr>
                <p:cNvPr id="70" name="Ink 69">
                  <a:extLst>
                    <a:ext uri="{FF2B5EF4-FFF2-40B4-BE49-F238E27FC236}">
                      <a16:creationId xmlns:a16="http://schemas.microsoft.com/office/drawing/2014/main" id="{89169287-5715-20FE-A1DF-A76DEC0AE61F}"/>
                    </a:ext>
                  </a:extLst>
                </p:cNvPr>
                <p:cNvPicPr/>
                <p:nvPr/>
              </p:nvPicPr>
              <p:blipFill>
                <a:blip r:embed="rId112"/>
                <a:stretch>
                  <a:fillRect/>
                </a:stretch>
              </p:blipFill>
              <p:spPr>
                <a:xfrm>
                  <a:off x="912350" y="3159397"/>
                  <a:ext cx="132840" cy="103680"/>
                </a:xfrm>
                <a:prstGeom prst="rect">
                  <a:avLst/>
                </a:prstGeom>
              </p:spPr>
            </p:pic>
          </mc:Fallback>
        </mc:AlternateContent>
        <mc:AlternateContent xmlns:mc="http://schemas.openxmlformats.org/markup-compatibility/2006">
          <mc:Choice xmlns:p14="http://schemas.microsoft.com/office/powerpoint/2010/main" Requires="p14">
            <p:contentPart p14:bwMode="auto" r:id="rId113">
              <p14:nvContentPartPr>
                <p14:cNvPr id="71" name="Ink 70">
                  <a:extLst>
                    <a:ext uri="{FF2B5EF4-FFF2-40B4-BE49-F238E27FC236}">
                      <a16:creationId xmlns:a16="http://schemas.microsoft.com/office/drawing/2014/main" id="{158A01FB-7549-FA26-C643-3E09EDF89494}"/>
                    </a:ext>
                  </a:extLst>
                </p14:cNvPr>
                <p14:cNvContentPartPr/>
                <p14:nvPr/>
              </p14:nvContentPartPr>
              <p14:xfrm>
                <a:off x="1075430" y="3070117"/>
                <a:ext cx="109440" cy="66600"/>
              </p14:xfrm>
            </p:contentPart>
          </mc:Choice>
          <mc:Fallback>
            <p:pic>
              <p:nvPicPr>
                <p:cNvPr id="71" name="Ink 70">
                  <a:extLst>
                    <a:ext uri="{FF2B5EF4-FFF2-40B4-BE49-F238E27FC236}">
                      <a16:creationId xmlns:a16="http://schemas.microsoft.com/office/drawing/2014/main" id="{158A01FB-7549-FA26-C643-3E09EDF89494}"/>
                    </a:ext>
                  </a:extLst>
                </p:cNvPr>
                <p:cNvPicPr/>
                <p:nvPr/>
              </p:nvPicPr>
              <p:blipFill>
                <a:blip r:embed="rId114"/>
                <a:stretch>
                  <a:fillRect/>
                </a:stretch>
              </p:blipFill>
              <p:spPr>
                <a:xfrm>
                  <a:off x="1057790" y="3052117"/>
                  <a:ext cx="145080" cy="102240"/>
                </a:xfrm>
                <a:prstGeom prst="rect">
                  <a:avLst/>
                </a:prstGeom>
              </p:spPr>
            </p:pic>
          </mc:Fallback>
        </mc:AlternateContent>
        <mc:AlternateContent xmlns:mc="http://schemas.openxmlformats.org/markup-compatibility/2006">
          <mc:Choice xmlns:p14="http://schemas.microsoft.com/office/powerpoint/2010/main" Requires="p14">
            <p:contentPart p14:bwMode="auto" r:id="rId115">
              <p14:nvContentPartPr>
                <p14:cNvPr id="72" name="Ink 71">
                  <a:extLst>
                    <a:ext uri="{FF2B5EF4-FFF2-40B4-BE49-F238E27FC236}">
                      <a16:creationId xmlns:a16="http://schemas.microsoft.com/office/drawing/2014/main" id="{DA2C37F4-FF5B-A5DE-DEBA-5D461248732B}"/>
                    </a:ext>
                  </a:extLst>
                </p14:cNvPr>
                <p14:cNvContentPartPr/>
                <p14:nvPr/>
              </p14:nvContentPartPr>
              <p14:xfrm>
                <a:off x="1174430" y="3094957"/>
                <a:ext cx="38880" cy="183240"/>
              </p14:xfrm>
            </p:contentPart>
          </mc:Choice>
          <mc:Fallback>
            <p:pic>
              <p:nvPicPr>
                <p:cNvPr id="72" name="Ink 71">
                  <a:extLst>
                    <a:ext uri="{FF2B5EF4-FFF2-40B4-BE49-F238E27FC236}">
                      <a16:creationId xmlns:a16="http://schemas.microsoft.com/office/drawing/2014/main" id="{DA2C37F4-FF5B-A5DE-DEBA-5D461248732B}"/>
                    </a:ext>
                  </a:extLst>
                </p:cNvPr>
                <p:cNvPicPr/>
                <p:nvPr/>
              </p:nvPicPr>
              <p:blipFill>
                <a:blip r:embed="rId116"/>
                <a:stretch>
                  <a:fillRect/>
                </a:stretch>
              </p:blipFill>
              <p:spPr>
                <a:xfrm>
                  <a:off x="1156430" y="3077317"/>
                  <a:ext cx="74520" cy="218880"/>
                </a:xfrm>
                <a:prstGeom prst="rect">
                  <a:avLst/>
                </a:prstGeom>
              </p:spPr>
            </p:pic>
          </mc:Fallback>
        </mc:AlternateContent>
        <mc:AlternateContent xmlns:mc="http://schemas.openxmlformats.org/markup-compatibility/2006">
          <mc:Choice xmlns:p14="http://schemas.microsoft.com/office/powerpoint/2010/main" Requires="p14">
            <p:contentPart p14:bwMode="auto" r:id="rId117">
              <p14:nvContentPartPr>
                <p14:cNvPr id="73" name="Ink 72">
                  <a:extLst>
                    <a:ext uri="{FF2B5EF4-FFF2-40B4-BE49-F238E27FC236}">
                      <a16:creationId xmlns:a16="http://schemas.microsoft.com/office/drawing/2014/main" id="{24C0DB68-F36C-F289-98B6-6CA2AE9A2E10}"/>
                    </a:ext>
                  </a:extLst>
                </p14:cNvPr>
                <p14:cNvContentPartPr/>
                <p14:nvPr/>
              </p14:nvContentPartPr>
              <p14:xfrm>
                <a:off x="200990" y="3497437"/>
                <a:ext cx="173520" cy="154080"/>
              </p14:xfrm>
            </p:contentPart>
          </mc:Choice>
          <mc:Fallback>
            <p:pic>
              <p:nvPicPr>
                <p:cNvPr id="73" name="Ink 72">
                  <a:extLst>
                    <a:ext uri="{FF2B5EF4-FFF2-40B4-BE49-F238E27FC236}">
                      <a16:creationId xmlns:a16="http://schemas.microsoft.com/office/drawing/2014/main" id="{24C0DB68-F36C-F289-98B6-6CA2AE9A2E10}"/>
                    </a:ext>
                  </a:extLst>
                </p:cNvPr>
                <p:cNvPicPr/>
                <p:nvPr/>
              </p:nvPicPr>
              <p:blipFill>
                <a:blip r:embed="rId118"/>
                <a:stretch>
                  <a:fillRect/>
                </a:stretch>
              </p:blipFill>
              <p:spPr>
                <a:xfrm>
                  <a:off x="183350" y="3479437"/>
                  <a:ext cx="209160" cy="189720"/>
                </a:xfrm>
                <a:prstGeom prst="rect">
                  <a:avLst/>
                </a:prstGeom>
              </p:spPr>
            </p:pic>
          </mc:Fallback>
        </mc:AlternateContent>
        <mc:AlternateContent xmlns:mc="http://schemas.openxmlformats.org/markup-compatibility/2006">
          <mc:Choice xmlns:p14="http://schemas.microsoft.com/office/powerpoint/2010/main" Requires="p14">
            <p:contentPart p14:bwMode="auto" r:id="rId119">
              <p14:nvContentPartPr>
                <p14:cNvPr id="61" name="Ink 60">
                  <a:extLst>
                    <a:ext uri="{FF2B5EF4-FFF2-40B4-BE49-F238E27FC236}">
                      <a16:creationId xmlns:a16="http://schemas.microsoft.com/office/drawing/2014/main" id="{0E4F9E37-8EE5-EE06-CDF1-C2823A7131DA}"/>
                    </a:ext>
                  </a:extLst>
                </p14:cNvPr>
                <p14:cNvContentPartPr/>
                <p14:nvPr/>
              </p14:nvContentPartPr>
              <p14:xfrm>
                <a:off x="241670" y="3505717"/>
                <a:ext cx="65160" cy="895680"/>
              </p14:xfrm>
            </p:contentPart>
          </mc:Choice>
          <mc:Fallback>
            <p:pic>
              <p:nvPicPr>
                <p:cNvPr id="61" name="Ink 60">
                  <a:extLst>
                    <a:ext uri="{FF2B5EF4-FFF2-40B4-BE49-F238E27FC236}">
                      <a16:creationId xmlns:a16="http://schemas.microsoft.com/office/drawing/2014/main" id="{0E4F9E37-8EE5-EE06-CDF1-C2823A7131DA}"/>
                    </a:ext>
                  </a:extLst>
                </p:cNvPr>
                <p:cNvPicPr/>
                <p:nvPr/>
              </p:nvPicPr>
              <p:blipFill>
                <a:blip r:embed="rId120"/>
                <a:stretch>
                  <a:fillRect/>
                </a:stretch>
              </p:blipFill>
              <p:spPr>
                <a:xfrm>
                  <a:off x="224030" y="3487717"/>
                  <a:ext cx="100800" cy="931320"/>
                </a:xfrm>
                <a:prstGeom prst="rect">
                  <a:avLst/>
                </a:prstGeom>
              </p:spPr>
            </p:pic>
          </mc:Fallback>
        </mc:AlternateContent>
        <mc:AlternateContent xmlns:mc="http://schemas.openxmlformats.org/markup-compatibility/2006">
          <mc:Choice xmlns:p14="http://schemas.microsoft.com/office/powerpoint/2010/main" Requires="p14">
            <p:contentPart p14:bwMode="auto" r:id="rId121">
              <p14:nvContentPartPr>
                <p14:cNvPr id="62" name="Ink 61">
                  <a:extLst>
                    <a:ext uri="{FF2B5EF4-FFF2-40B4-BE49-F238E27FC236}">
                      <a16:creationId xmlns:a16="http://schemas.microsoft.com/office/drawing/2014/main" id="{A5B96B97-8BD6-488E-3A2F-B2606ED31A82}"/>
                    </a:ext>
                  </a:extLst>
                </p14:cNvPr>
                <p14:cNvContentPartPr/>
                <p14:nvPr/>
              </p14:nvContentPartPr>
              <p14:xfrm>
                <a:off x="254990" y="4369717"/>
                <a:ext cx="1305000" cy="36000"/>
              </p14:xfrm>
            </p:contentPart>
          </mc:Choice>
          <mc:Fallback>
            <p:pic>
              <p:nvPicPr>
                <p:cNvPr id="62" name="Ink 61">
                  <a:extLst>
                    <a:ext uri="{FF2B5EF4-FFF2-40B4-BE49-F238E27FC236}">
                      <a16:creationId xmlns:a16="http://schemas.microsoft.com/office/drawing/2014/main" id="{A5B96B97-8BD6-488E-3A2F-B2606ED31A82}"/>
                    </a:ext>
                  </a:extLst>
                </p:cNvPr>
                <p:cNvPicPr/>
                <p:nvPr/>
              </p:nvPicPr>
              <p:blipFill>
                <a:blip r:embed="rId122"/>
                <a:stretch>
                  <a:fillRect/>
                </a:stretch>
              </p:blipFill>
              <p:spPr>
                <a:xfrm>
                  <a:off x="237350" y="4351717"/>
                  <a:ext cx="1340640" cy="71640"/>
                </a:xfrm>
                <a:prstGeom prst="rect">
                  <a:avLst/>
                </a:prstGeom>
              </p:spPr>
            </p:pic>
          </mc:Fallback>
        </mc:AlternateContent>
        <mc:AlternateContent xmlns:mc="http://schemas.openxmlformats.org/markup-compatibility/2006">
          <mc:Choice xmlns:p14="http://schemas.microsoft.com/office/powerpoint/2010/main" Requires="p14">
            <p:contentPart p14:bwMode="auto" r:id="rId123">
              <p14:nvContentPartPr>
                <p14:cNvPr id="63" name="Ink 62">
                  <a:extLst>
                    <a:ext uri="{FF2B5EF4-FFF2-40B4-BE49-F238E27FC236}">
                      <a16:creationId xmlns:a16="http://schemas.microsoft.com/office/drawing/2014/main" id="{A1307F98-ECC5-B4B9-7476-5089ED9CDBCF}"/>
                    </a:ext>
                  </a:extLst>
                </p14:cNvPr>
                <p14:cNvContentPartPr/>
                <p14:nvPr/>
              </p14:nvContentPartPr>
              <p14:xfrm>
                <a:off x="1421390" y="4254157"/>
                <a:ext cx="158400" cy="257040"/>
              </p14:xfrm>
            </p:contentPart>
          </mc:Choice>
          <mc:Fallback>
            <p:pic>
              <p:nvPicPr>
                <p:cNvPr id="63" name="Ink 62">
                  <a:extLst>
                    <a:ext uri="{FF2B5EF4-FFF2-40B4-BE49-F238E27FC236}">
                      <a16:creationId xmlns:a16="http://schemas.microsoft.com/office/drawing/2014/main" id="{A1307F98-ECC5-B4B9-7476-5089ED9CDBCF}"/>
                    </a:ext>
                  </a:extLst>
                </p:cNvPr>
                <p:cNvPicPr/>
                <p:nvPr/>
              </p:nvPicPr>
              <p:blipFill>
                <a:blip r:embed="rId124"/>
                <a:stretch>
                  <a:fillRect/>
                </a:stretch>
              </p:blipFill>
              <p:spPr>
                <a:xfrm>
                  <a:off x="1403390" y="4236157"/>
                  <a:ext cx="194040" cy="292680"/>
                </a:xfrm>
                <a:prstGeom prst="rect">
                  <a:avLst/>
                </a:prstGeom>
              </p:spPr>
            </p:pic>
          </mc:Fallback>
        </mc:AlternateContent>
        <mc:AlternateContent xmlns:mc="http://schemas.openxmlformats.org/markup-compatibility/2006">
          <mc:Choice xmlns:p14="http://schemas.microsoft.com/office/powerpoint/2010/main" Requires="p14">
            <p:contentPart p14:bwMode="auto" r:id="rId125">
              <p14:nvContentPartPr>
                <p14:cNvPr id="75" name="Ink 74">
                  <a:extLst>
                    <a:ext uri="{FF2B5EF4-FFF2-40B4-BE49-F238E27FC236}">
                      <a16:creationId xmlns:a16="http://schemas.microsoft.com/office/drawing/2014/main" id="{60764E18-C87F-36A9-119B-DF8DAF849925}"/>
                    </a:ext>
                  </a:extLst>
                </p14:cNvPr>
                <p14:cNvContentPartPr/>
                <p14:nvPr/>
              </p14:nvContentPartPr>
              <p14:xfrm>
                <a:off x="368750" y="4585357"/>
                <a:ext cx="30960" cy="114840"/>
              </p14:xfrm>
            </p:contentPart>
          </mc:Choice>
          <mc:Fallback>
            <p:pic>
              <p:nvPicPr>
                <p:cNvPr id="75" name="Ink 74">
                  <a:extLst>
                    <a:ext uri="{FF2B5EF4-FFF2-40B4-BE49-F238E27FC236}">
                      <a16:creationId xmlns:a16="http://schemas.microsoft.com/office/drawing/2014/main" id="{60764E18-C87F-36A9-119B-DF8DAF849925}"/>
                    </a:ext>
                  </a:extLst>
                </p:cNvPr>
                <p:cNvPicPr/>
                <p:nvPr/>
              </p:nvPicPr>
              <p:blipFill>
                <a:blip r:embed="rId126"/>
                <a:stretch>
                  <a:fillRect/>
                </a:stretch>
              </p:blipFill>
              <p:spPr>
                <a:xfrm>
                  <a:off x="350750" y="4567717"/>
                  <a:ext cx="66600" cy="150480"/>
                </a:xfrm>
                <a:prstGeom prst="rect">
                  <a:avLst/>
                </a:prstGeom>
              </p:spPr>
            </p:pic>
          </mc:Fallback>
        </mc:AlternateContent>
        <mc:AlternateContent xmlns:mc="http://schemas.openxmlformats.org/markup-compatibility/2006">
          <mc:Choice xmlns:p14="http://schemas.microsoft.com/office/powerpoint/2010/main" Requires="p14">
            <p:contentPart p14:bwMode="auto" r:id="rId127">
              <p14:nvContentPartPr>
                <p14:cNvPr id="76" name="Ink 75">
                  <a:extLst>
                    <a:ext uri="{FF2B5EF4-FFF2-40B4-BE49-F238E27FC236}">
                      <a16:creationId xmlns:a16="http://schemas.microsoft.com/office/drawing/2014/main" id="{1F6BC291-F7C0-BAA8-A54B-2C95EA3B6701}"/>
                    </a:ext>
                  </a:extLst>
                </p14:cNvPr>
                <p14:cNvContentPartPr/>
                <p14:nvPr/>
              </p14:nvContentPartPr>
              <p14:xfrm>
                <a:off x="1248230" y="4592557"/>
                <a:ext cx="13680" cy="130680"/>
              </p14:xfrm>
            </p:contentPart>
          </mc:Choice>
          <mc:Fallback>
            <p:pic>
              <p:nvPicPr>
                <p:cNvPr id="76" name="Ink 75">
                  <a:extLst>
                    <a:ext uri="{FF2B5EF4-FFF2-40B4-BE49-F238E27FC236}">
                      <a16:creationId xmlns:a16="http://schemas.microsoft.com/office/drawing/2014/main" id="{1F6BC291-F7C0-BAA8-A54B-2C95EA3B6701}"/>
                    </a:ext>
                  </a:extLst>
                </p:cNvPr>
                <p:cNvPicPr/>
                <p:nvPr/>
              </p:nvPicPr>
              <p:blipFill>
                <a:blip r:embed="rId128"/>
                <a:stretch>
                  <a:fillRect/>
                </a:stretch>
              </p:blipFill>
              <p:spPr>
                <a:xfrm>
                  <a:off x="1230590" y="4574557"/>
                  <a:ext cx="49320" cy="166320"/>
                </a:xfrm>
                <a:prstGeom prst="rect">
                  <a:avLst/>
                </a:prstGeom>
              </p:spPr>
            </p:pic>
          </mc:Fallback>
        </mc:AlternateContent>
        <mc:AlternateContent xmlns:mc="http://schemas.openxmlformats.org/markup-compatibility/2006">
          <mc:Choice xmlns:p14="http://schemas.microsoft.com/office/powerpoint/2010/main" Requires="p14">
            <p:contentPart p14:bwMode="auto" r:id="rId129">
              <p14:nvContentPartPr>
                <p14:cNvPr id="77" name="Ink 76">
                  <a:extLst>
                    <a:ext uri="{FF2B5EF4-FFF2-40B4-BE49-F238E27FC236}">
                      <a16:creationId xmlns:a16="http://schemas.microsoft.com/office/drawing/2014/main" id="{8E2E130D-0718-7168-FDFE-295AFB3A9E7A}"/>
                    </a:ext>
                  </a:extLst>
                </p14:cNvPr>
                <p14:cNvContentPartPr/>
                <p14:nvPr/>
              </p14:nvContentPartPr>
              <p14:xfrm>
                <a:off x="1320950" y="4583917"/>
                <a:ext cx="155880" cy="136440"/>
              </p14:xfrm>
            </p:contentPart>
          </mc:Choice>
          <mc:Fallback>
            <p:pic>
              <p:nvPicPr>
                <p:cNvPr id="77" name="Ink 76">
                  <a:extLst>
                    <a:ext uri="{FF2B5EF4-FFF2-40B4-BE49-F238E27FC236}">
                      <a16:creationId xmlns:a16="http://schemas.microsoft.com/office/drawing/2014/main" id="{8E2E130D-0718-7168-FDFE-295AFB3A9E7A}"/>
                    </a:ext>
                  </a:extLst>
                </p:cNvPr>
                <p:cNvPicPr/>
                <p:nvPr/>
              </p:nvPicPr>
              <p:blipFill>
                <a:blip r:embed="rId130"/>
                <a:stretch>
                  <a:fillRect/>
                </a:stretch>
              </p:blipFill>
              <p:spPr>
                <a:xfrm>
                  <a:off x="1302950" y="4566277"/>
                  <a:ext cx="191520" cy="172080"/>
                </a:xfrm>
                <a:prstGeom prst="rect">
                  <a:avLst/>
                </a:prstGeom>
              </p:spPr>
            </p:pic>
          </mc:Fallback>
        </mc:AlternateContent>
        <mc:AlternateContent xmlns:mc="http://schemas.openxmlformats.org/markup-compatibility/2006">
          <mc:Choice xmlns:p14="http://schemas.microsoft.com/office/powerpoint/2010/main" Requires="p14">
            <p:contentPart p14:bwMode="auto" r:id="rId131">
              <p14:nvContentPartPr>
                <p14:cNvPr id="78" name="Ink 77">
                  <a:extLst>
                    <a:ext uri="{FF2B5EF4-FFF2-40B4-BE49-F238E27FC236}">
                      <a16:creationId xmlns:a16="http://schemas.microsoft.com/office/drawing/2014/main" id="{8CDF3311-1273-7B9E-1489-FAFFC54783F4}"/>
                    </a:ext>
                  </a:extLst>
                </p14:cNvPr>
                <p14:cNvContentPartPr/>
                <p14:nvPr/>
              </p14:nvContentPartPr>
              <p14:xfrm>
                <a:off x="1539470" y="4538197"/>
                <a:ext cx="35280" cy="193680"/>
              </p14:xfrm>
            </p:contentPart>
          </mc:Choice>
          <mc:Fallback>
            <p:pic>
              <p:nvPicPr>
                <p:cNvPr id="78" name="Ink 77">
                  <a:extLst>
                    <a:ext uri="{FF2B5EF4-FFF2-40B4-BE49-F238E27FC236}">
                      <a16:creationId xmlns:a16="http://schemas.microsoft.com/office/drawing/2014/main" id="{8CDF3311-1273-7B9E-1489-FAFFC54783F4}"/>
                    </a:ext>
                  </a:extLst>
                </p:cNvPr>
                <p:cNvPicPr/>
                <p:nvPr/>
              </p:nvPicPr>
              <p:blipFill>
                <a:blip r:embed="rId132"/>
                <a:stretch>
                  <a:fillRect/>
                </a:stretch>
              </p:blipFill>
              <p:spPr>
                <a:xfrm>
                  <a:off x="1521830" y="4520557"/>
                  <a:ext cx="70920" cy="229320"/>
                </a:xfrm>
                <a:prstGeom prst="rect">
                  <a:avLst/>
                </a:prstGeom>
              </p:spPr>
            </p:pic>
          </mc:Fallback>
        </mc:AlternateContent>
        <mc:AlternateContent xmlns:mc="http://schemas.openxmlformats.org/markup-compatibility/2006">
          <mc:Choice xmlns:p14="http://schemas.microsoft.com/office/powerpoint/2010/main" Requires="p14">
            <p:contentPart p14:bwMode="auto" r:id="rId133">
              <p14:nvContentPartPr>
                <p14:cNvPr id="79" name="Ink 78">
                  <a:extLst>
                    <a:ext uri="{FF2B5EF4-FFF2-40B4-BE49-F238E27FC236}">
                      <a16:creationId xmlns:a16="http://schemas.microsoft.com/office/drawing/2014/main" id="{35E2A026-93BB-D980-7A6D-4EEBE3820F19}"/>
                    </a:ext>
                  </a:extLst>
                </p14:cNvPr>
                <p14:cNvContentPartPr/>
                <p14:nvPr/>
              </p14:nvContentPartPr>
              <p14:xfrm>
                <a:off x="1607870" y="4521997"/>
                <a:ext cx="39600" cy="105120"/>
              </p14:xfrm>
            </p:contentPart>
          </mc:Choice>
          <mc:Fallback>
            <p:pic>
              <p:nvPicPr>
                <p:cNvPr id="79" name="Ink 78">
                  <a:extLst>
                    <a:ext uri="{FF2B5EF4-FFF2-40B4-BE49-F238E27FC236}">
                      <a16:creationId xmlns:a16="http://schemas.microsoft.com/office/drawing/2014/main" id="{35E2A026-93BB-D980-7A6D-4EEBE3820F19}"/>
                    </a:ext>
                  </a:extLst>
                </p:cNvPr>
                <p:cNvPicPr/>
                <p:nvPr/>
              </p:nvPicPr>
              <p:blipFill>
                <a:blip r:embed="rId134"/>
                <a:stretch>
                  <a:fillRect/>
                </a:stretch>
              </p:blipFill>
              <p:spPr>
                <a:xfrm>
                  <a:off x="1589870" y="4504357"/>
                  <a:ext cx="75240" cy="140760"/>
                </a:xfrm>
                <a:prstGeom prst="rect">
                  <a:avLst/>
                </a:prstGeom>
              </p:spPr>
            </p:pic>
          </mc:Fallback>
        </mc:AlternateContent>
        <mc:AlternateContent xmlns:mc="http://schemas.openxmlformats.org/markup-compatibility/2006">
          <mc:Choice xmlns:p14="http://schemas.microsoft.com/office/powerpoint/2010/main" Requires="p14">
            <p:contentPart p14:bwMode="auto" r:id="rId135">
              <p14:nvContentPartPr>
                <p14:cNvPr id="80" name="Ink 79">
                  <a:extLst>
                    <a:ext uri="{FF2B5EF4-FFF2-40B4-BE49-F238E27FC236}">
                      <a16:creationId xmlns:a16="http://schemas.microsoft.com/office/drawing/2014/main" id="{E7E1F9E8-B4D0-2526-1FAA-3F051F93BAFB}"/>
                    </a:ext>
                  </a:extLst>
                </p14:cNvPr>
                <p14:cNvContentPartPr/>
                <p14:nvPr/>
              </p14:nvContentPartPr>
              <p14:xfrm>
                <a:off x="1595630" y="4610197"/>
                <a:ext cx="21960" cy="33120"/>
              </p14:xfrm>
            </p:contentPart>
          </mc:Choice>
          <mc:Fallback>
            <p:pic>
              <p:nvPicPr>
                <p:cNvPr id="80" name="Ink 79">
                  <a:extLst>
                    <a:ext uri="{FF2B5EF4-FFF2-40B4-BE49-F238E27FC236}">
                      <a16:creationId xmlns:a16="http://schemas.microsoft.com/office/drawing/2014/main" id="{E7E1F9E8-B4D0-2526-1FAA-3F051F93BAFB}"/>
                    </a:ext>
                  </a:extLst>
                </p:cNvPr>
                <p:cNvPicPr/>
                <p:nvPr/>
              </p:nvPicPr>
              <p:blipFill>
                <a:blip r:embed="rId136"/>
                <a:stretch>
                  <a:fillRect/>
                </a:stretch>
              </p:blipFill>
              <p:spPr>
                <a:xfrm>
                  <a:off x="1577630" y="4592557"/>
                  <a:ext cx="57600" cy="68760"/>
                </a:xfrm>
                <a:prstGeom prst="rect">
                  <a:avLst/>
                </a:prstGeom>
              </p:spPr>
            </p:pic>
          </mc:Fallback>
        </mc:AlternateContent>
        <mc:AlternateContent xmlns:mc="http://schemas.openxmlformats.org/markup-compatibility/2006">
          <mc:Choice xmlns:p14="http://schemas.microsoft.com/office/powerpoint/2010/main" Requires="p14">
            <p:contentPart p14:bwMode="auto" r:id="rId137">
              <p14:nvContentPartPr>
                <p14:cNvPr id="81" name="Ink 80">
                  <a:extLst>
                    <a:ext uri="{FF2B5EF4-FFF2-40B4-BE49-F238E27FC236}">
                      <a16:creationId xmlns:a16="http://schemas.microsoft.com/office/drawing/2014/main" id="{FC1462D8-F786-58A4-C7BB-11AB464EB3C3}"/>
                    </a:ext>
                  </a:extLst>
                </p14:cNvPr>
                <p14:cNvContentPartPr/>
                <p14:nvPr/>
              </p14:nvContentPartPr>
              <p14:xfrm>
                <a:off x="1700390" y="4534237"/>
                <a:ext cx="106200" cy="117000"/>
              </p14:xfrm>
            </p:contentPart>
          </mc:Choice>
          <mc:Fallback>
            <p:pic>
              <p:nvPicPr>
                <p:cNvPr id="81" name="Ink 80">
                  <a:extLst>
                    <a:ext uri="{FF2B5EF4-FFF2-40B4-BE49-F238E27FC236}">
                      <a16:creationId xmlns:a16="http://schemas.microsoft.com/office/drawing/2014/main" id="{FC1462D8-F786-58A4-C7BB-11AB464EB3C3}"/>
                    </a:ext>
                  </a:extLst>
                </p:cNvPr>
                <p:cNvPicPr/>
                <p:nvPr/>
              </p:nvPicPr>
              <p:blipFill>
                <a:blip r:embed="rId138"/>
                <a:stretch>
                  <a:fillRect/>
                </a:stretch>
              </p:blipFill>
              <p:spPr>
                <a:xfrm>
                  <a:off x="1682390" y="4516237"/>
                  <a:ext cx="141840" cy="152640"/>
                </a:xfrm>
                <a:prstGeom prst="rect">
                  <a:avLst/>
                </a:prstGeom>
              </p:spPr>
            </p:pic>
          </mc:Fallback>
        </mc:AlternateContent>
        <mc:AlternateContent xmlns:mc="http://schemas.openxmlformats.org/markup-compatibility/2006">
          <mc:Choice xmlns:p14="http://schemas.microsoft.com/office/powerpoint/2010/main" Requires="p14">
            <p:contentPart p14:bwMode="auto" r:id="rId139">
              <p14:nvContentPartPr>
                <p14:cNvPr id="82" name="Ink 81">
                  <a:extLst>
                    <a:ext uri="{FF2B5EF4-FFF2-40B4-BE49-F238E27FC236}">
                      <a16:creationId xmlns:a16="http://schemas.microsoft.com/office/drawing/2014/main" id="{91E55833-DC63-F5DA-9A49-66D8DCE83CC0}"/>
                    </a:ext>
                  </a:extLst>
                </p14:cNvPr>
                <p14:cNvContentPartPr/>
                <p14:nvPr/>
              </p14:nvContentPartPr>
              <p14:xfrm>
                <a:off x="1755470" y="4557637"/>
                <a:ext cx="55440" cy="77760"/>
              </p14:xfrm>
            </p:contentPart>
          </mc:Choice>
          <mc:Fallback>
            <p:pic>
              <p:nvPicPr>
                <p:cNvPr id="82" name="Ink 81">
                  <a:extLst>
                    <a:ext uri="{FF2B5EF4-FFF2-40B4-BE49-F238E27FC236}">
                      <a16:creationId xmlns:a16="http://schemas.microsoft.com/office/drawing/2014/main" id="{91E55833-DC63-F5DA-9A49-66D8DCE83CC0}"/>
                    </a:ext>
                  </a:extLst>
                </p:cNvPr>
                <p:cNvPicPr/>
                <p:nvPr/>
              </p:nvPicPr>
              <p:blipFill>
                <a:blip r:embed="rId140"/>
                <a:stretch>
                  <a:fillRect/>
                </a:stretch>
              </p:blipFill>
              <p:spPr>
                <a:xfrm>
                  <a:off x="1737830" y="4539637"/>
                  <a:ext cx="91080" cy="113400"/>
                </a:xfrm>
                <a:prstGeom prst="rect">
                  <a:avLst/>
                </a:prstGeom>
              </p:spPr>
            </p:pic>
          </mc:Fallback>
        </mc:AlternateContent>
        <mc:AlternateContent xmlns:mc="http://schemas.openxmlformats.org/markup-compatibility/2006">
          <mc:Choice xmlns:p14="http://schemas.microsoft.com/office/powerpoint/2010/main" Requires="p14">
            <p:contentPart p14:bwMode="auto" r:id="rId141">
              <p14:nvContentPartPr>
                <p14:cNvPr id="84" name="Ink 83">
                  <a:extLst>
                    <a:ext uri="{FF2B5EF4-FFF2-40B4-BE49-F238E27FC236}">
                      <a16:creationId xmlns:a16="http://schemas.microsoft.com/office/drawing/2014/main" id="{751B8887-975D-8615-8E87-E6666535FE96}"/>
                    </a:ext>
                  </a:extLst>
                </p14:cNvPr>
                <p14:cNvContentPartPr/>
                <p14:nvPr/>
              </p14:nvContentPartPr>
              <p14:xfrm>
                <a:off x="356870" y="2799397"/>
                <a:ext cx="1275840" cy="1460880"/>
              </p14:xfrm>
            </p:contentPart>
          </mc:Choice>
          <mc:Fallback>
            <p:pic>
              <p:nvPicPr>
                <p:cNvPr id="84" name="Ink 83">
                  <a:extLst>
                    <a:ext uri="{FF2B5EF4-FFF2-40B4-BE49-F238E27FC236}">
                      <a16:creationId xmlns:a16="http://schemas.microsoft.com/office/drawing/2014/main" id="{751B8887-975D-8615-8E87-E6666535FE96}"/>
                    </a:ext>
                  </a:extLst>
                </p:cNvPr>
                <p:cNvPicPr/>
                <p:nvPr/>
              </p:nvPicPr>
              <p:blipFill>
                <a:blip r:embed="rId142"/>
                <a:stretch>
                  <a:fillRect/>
                </a:stretch>
              </p:blipFill>
              <p:spPr>
                <a:xfrm>
                  <a:off x="339230" y="2781757"/>
                  <a:ext cx="1311480" cy="1496520"/>
                </a:xfrm>
                <a:prstGeom prst="rect">
                  <a:avLst/>
                </a:prstGeom>
              </p:spPr>
            </p:pic>
          </mc:Fallback>
        </mc:AlternateContent>
      </p:grpSp>
    </p:spTree>
    <p:extLst>
      <p:ext uri="{BB962C8B-B14F-4D97-AF65-F5344CB8AC3E}">
        <p14:creationId xmlns:p14="http://schemas.microsoft.com/office/powerpoint/2010/main" val="2212193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F896C6-2245-AC01-6DD1-EDBA70B81D04}"/>
              </a:ext>
            </a:extLst>
          </p:cNvPr>
          <p:cNvSpPr>
            <a:spLocks noGrp="1"/>
          </p:cNvSpPr>
          <p:nvPr>
            <p:ph type="title"/>
          </p:nvPr>
        </p:nvSpPr>
        <p:spPr>
          <a:xfrm>
            <a:off x="78739" y="14986"/>
            <a:ext cx="10328275" cy="492443"/>
          </a:xfrm>
        </p:spPr>
        <p:txBody>
          <a:bodyPr/>
          <a:lstStyle/>
          <a:p>
            <a:r>
              <a:rPr lang="en-US" dirty="0"/>
              <a:t>Optical Modulation Techniques</a:t>
            </a:r>
          </a:p>
        </p:txBody>
      </p:sp>
      <p:sp>
        <p:nvSpPr>
          <p:cNvPr id="3" name="Text Placeholder 2">
            <a:extLst>
              <a:ext uri="{FF2B5EF4-FFF2-40B4-BE49-F238E27FC236}">
                <a16:creationId xmlns:a16="http://schemas.microsoft.com/office/drawing/2014/main" id="{6AC6C300-8920-5023-1210-C635CBA7A540}"/>
              </a:ext>
            </a:extLst>
          </p:cNvPr>
          <p:cNvSpPr>
            <a:spLocks noGrp="1"/>
          </p:cNvSpPr>
          <p:nvPr>
            <p:ph type="body" idx="1"/>
          </p:nvPr>
        </p:nvSpPr>
        <p:spPr>
          <a:xfrm>
            <a:off x="1204366" y="1368933"/>
            <a:ext cx="9378315" cy="2154436"/>
          </a:xfrm>
        </p:spPr>
        <p:txBody>
          <a:bodyPr/>
          <a:lstStyle/>
          <a:p>
            <a:r>
              <a:rPr lang="en-US" dirty="0"/>
              <a:t>Intensity Modulation: Where you modulate the intensity of the light, and have predetermined values for each intensity of light.</a:t>
            </a:r>
          </a:p>
          <a:p>
            <a:endParaRPr lang="en-US" dirty="0"/>
          </a:p>
          <a:p>
            <a:r>
              <a:rPr lang="en-US" dirty="0"/>
              <a:t>On-off keying is where you have two values that represent 1 and 0, allowing you to transmit binary information</a:t>
            </a:r>
          </a:p>
        </p:txBody>
      </p:sp>
      <p:pic>
        <p:nvPicPr>
          <p:cNvPr id="5" name="Picture 4">
            <a:extLst>
              <a:ext uri="{FF2B5EF4-FFF2-40B4-BE49-F238E27FC236}">
                <a16:creationId xmlns:a16="http://schemas.microsoft.com/office/drawing/2014/main" id="{00916C88-9259-F5E4-58DF-2CE2BED63B63}"/>
              </a:ext>
            </a:extLst>
          </p:cNvPr>
          <p:cNvPicPr>
            <a:picLocks noChangeAspect="1"/>
          </p:cNvPicPr>
          <p:nvPr/>
        </p:nvPicPr>
        <p:blipFill>
          <a:blip r:embed="rId2"/>
          <a:stretch>
            <a:fillRect/>
          </a:stretch>
        </p:blipFill>
        <p:spPr>
          <a:xfrm>
            <a:off x="838200" y="3733800"/>
            <a:ext cx="9412013" cy="2591162"/>
          </a:xfrm>
          <a:prstGeom prst="rect">
            <a:avLst/>
          </a:prstGeom>
        </p:spPr>
      </p:pic>
    </p:spTree>
    <p:extLst>
      <p:ext uri="{BB962C8B-B14F-4D97-AF65-F5344CB8AC3E}">
        <p14:creationId xmlns:p14="http://schemas.microsoft.com/office/powerpoint/2010/main" val="27263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34286F-D645-227A-A712-5CCCB5609F8E}"/>
              </a:ext>
            </a:extLst>
          </p:cNvPr>
          <p:cNvSpPr>
            <a:spLocks noGrp="1"/>
          </p:cNvSpPr>
          <p:nvPr>
            <p:ph type="title"/>
          </p:nvPr>
        </p:nvSpPr>
        <p:spPr>
          <a:xfrm>
            <a:off x="78739" y="14986"/>
            <a:ext cx="10328275" cy="492443"/>
          </a:xfrm>
        </p:spPr>
        <p:txBody>
          <a:bodyPr/>
          <a:lstStyle/>
          <a:p>
            <a:r>
              <a:rPr lang="en-US" dirty="0"/>
              <a:t>Let’s design optical comm system</a:t>
            </a:r>
          </a:p>
        </p:txBody>
      </p:sp>
      <p:grpSp>
        <p:nvGrpSpPr>
          <p:cNvPr id="12" name="Group 11">
            <a:extLst>
              <a:ext uri="{FF2B5EF4-FFF2-40B4-BE49-F238E27FC236}">
                <a16:creationId xmlns:a16="http://schemas.microsoft.com/office/drawing/2014/main" id="{DFE84474-60B1-7354-30DE-80A273F657A7}"/>
              </a:ext>
            </a:extLst>
          </p:cNvPr>
          <p:cNvGrpSpPr/>
          <p:nvPr/>
        </p:nvGrpSpPr>
        <p:grpSpPr>
          <a:xfrm>
            <a:off x="1080830" y="2043757"/>
            <a:ext cx="1151640" cy="2036160"/>
            <a:chOff x="1080830" y="2043757"/>
            <a:chExt cx="1151640" cy="2036160"/>
          </a:xfrm>
        </p:grpSpPr>
        <mc:AlternateContent xmlns:mc="http://schemas.openxmlformats.org/markup-compatibility/2006">
          <mc:Choice xmlns:p14="http://schemas.microsoft.com/office/powerpoint/2010/main" Requires="p14">
            <p:contentPart p14:bwMode="auto" r:id="rId2">
              <p14:nvContentPartPr>
                <p14:cNvPr id="4" name="Ink 3">
                  <a:extLst>
                    <a:ext uri="{FF2B5EF4-FFF2-40B4-BE49-F238E27FC236}">
                      <a16:creationId xmlns:a16="http://schemas.microsoft.com/office/drawing/2014/main" id="{BEA7F21C-B0BE-E710-7F8B-1A4BED5B27B1}"/>
                    </a:ext>
                  </a:extLst>
                </p14:cNvPr>
                <p14:cNvContentPartPr/>
                <p14:nvPr/>
              </p14:nvContentPartPr>
              <p14:xfrm>
                <a:off x="1111430" y="2489437"/>
                <a:ext cx="43920" cy="1470240"/>
              </p14:xfrm>
            </p:contentPart>
          </mc:Choice>
          <mc:Fallback>
            <p:pic>
              <p:nvPicPr>
                <p:cNvPr id="4" name="Ink 3">
                  <a:extLst>
                    <a:ext uri="{FF2B5EF4-FFF2-40B4-BE49-F238E27FC236}">
                      <a16:creationId xmlns:a16="http://schemas.microsoft.com/office/drawing/2014/main" id="{BEA7F21C-B0BE-E710-7F8B-1A4BED5B27B1}"/>
                    </a:ext>
                  </a:extLst>
                </p:cNvPr>
                <p:cNvPicPr/>
                <p:nvPr/>
              </p:nvPicPr>
              <p:blipFill>
                <a:blip r:embed="rId3"/>
                <a:stretch>
                  <a:fillRect/>
                </a:stretch>
              </p:blipFill>
              <p:spPr>
                <a:xfrm>
                  <a:off x="1093430" y="2471797"/>
                  <a:ext cx="79560" cy="1505880"/>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5" name="Ink 4">
                  <a:extLst>
                    <a:ext uri="{FF2B5EF4-FFF2-40B4-BE49-F238E27FC236}">
                      <a16:creationId xmlns:a16="http://schemas.microsoft.com/office/drawing/2014/main" id="{9C2F38FD-715D-B17F-50B7-6D82CFBAF60F}"/>
                    </a:ext>
                  </a:extLst>
                </p14:cNvPr>
                <p14:cNvContentPartPr/>
                <p14:nvPr/>
              </p14:nvContentPartPr>
              <p14:xfrm>
                <a:off x="1080830" y="2568277"/>
                <a:ext cx="1043640" cy="49680"/>
              </p14:xfrm>
            </p:contentPart>
          </mc:Choice>
          <mc:Fallback>
            <p:pic>
              <p:nvPicPr>
                <p:cNvPr id="5" name="Ink 4">
                  <a:extLst>
                    <a:ext uri="{FF2B5EF4-FFF2-40B4-BE49-F238E27FC236}">
                      <a16:creationId xmlns:a16="http://schemas.microsoft.com/office/drawing/2014/main" id="{9C2F38FD-715D-B17F-50B7-6D82CFBAF60F}"/>
                    </a:ext>
                  </a:extLst>
                </p:cNvPr>
                <p:cNvPicPr/>
                <p:nvPr/>
              </p:nvPicPr>
              <p:blipFill>
                <a:blip r:embed="rId5"/>
                <a:stretch>
                  <a:fillRect/>
                </a:stretch>
              </p:blipFill>
              <p:spPr>
                <a:xfrm>
                  <a:off x="1063190" y="2550277"/>
                  <a:ext cx="1079280" cy="8532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6" name="Ink 5">
                  <a:extLst>
                    <a:ext uri="{FF2B5EF4-FFF2-40B4-BE49-F238E27FC236}">
                      <a16:creationId xmlns:a16="http://schemas.microsoft.com/office/drawing/2014/main" id="{153313D9-FB92-530B-60F9-FC604CCD915D}"/>
                    </a:ext>
                  </a:extLst>
                </p14:cNvPr>
                <p14:cNvContentPartPr/>
                <p14:nvPr/>
              </p14:nvContentPartPr>
              <p14:xfrm>
                <a:off x="1109990" y="2603557"/>
                <a:ext cx="1122480" cy="1476360"/>
              </p14:xfrm>
            </p:contentPart>
          </mc:Choice>
          <mc:Fallback>
            <p:pic>
              <p:nvPicPr>
                <p:cNvPr id="6" name="Ink 5">
                  <a:extLst>
                    <a:ext uri="{FF2B5EF4-FFF2-40B4-BE49-F238E27FC236}">
                      <a16:creationId xmlns:a16="http://schemas.microsoft.com/office/drawing/2014/main" id="{153313D9-FB92-530B-60F9-FC604CCD915D}"/>
                    </a:ext>
                  </a:extLst>
                </p:cNvPr>
                <p:cNvPicPr/>
                <p:nvPr/>
              </p:nvPicPr>
              <p:blipFill>
                <a:blip r:embed="rId7"/>
                <a:stretch>
                  <a:fillRect/>
                </a:stretch>
              </p:blipFill>
              <p:spPr>
                <a:xfrm>
                  <a:off x="1091990" y="2585917"/>
                  <a:ext cx="1158120" cy="151200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7" name="Ink 6">
                  <a:extLst>
                    <a:ext uri="{FF2B5EF4-FFF2-40B4-BE49-F238E27FC236}">
                      <a16:creationId xmlns:a16="http://schemas.microsoft.com/office/drawing/2014/main" id="{B2024DA6-F774-DD43-0F70-D0645B5F58E3}"/>
                    </a:ext>
                  </a:extLst>
                </p14:cNvPr>
                <p14:cNvContentPartPr/>
                <p14:nvPr/>
              </p14:nvContentPartPr>
              <p14:xfrm>
                <a:off x="1356950" y="2141317"/>
                <a:ext cx="38160" cy="266400"/>
              </p14:xfrm>
            </p:contentPart>
          </mc:Choice>
          <mc:Fallback>
            <p:pic>
              <p:nvPicPr>
                <p:cNvPr id="7" name="Ink 6">
                  <a:extLst>
                    <a:ext uri="{FF2B5EF4-FFF2-40B4-BE49-F238E27FC236}">
                      <a16:creationId xmlns:a16="http://schemas.microsoft.com/office/drawing/2014/main" id="{B2024DA6-F774-DD43-0F70-D0645B5F58E3}"/>
                    </a:ext>
                  </a:extLst>
                </p:cNvPr>
                <p:cNvPicPr/>
                <p:nvPr/>
              </p:nvPicPr>
              <p:blipFill>
                <a:blip r:embed="rId9"/>
                <a:stretch>
                  <a:fillRect/>
                </a:stretch>
              </p:blipFill>
              <p:spPr>
                <a:xfrm>
                  <a:off x="1338950" y="2123677"/>
                  <a:ext cx="73800" cy="302040"/>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8" name="Ink 7">
                  <a:extLst>
                    <a:ext uri="{FF2B5EF4-FFF2-40B4-BE49-F238E27FC236}">
                      <a16:creationId xmlns:a16="http://schemas.microsoft.com/office/drawing/2014/main" id="{F62236F1-38B1-3615-10CB-301C63966B48}"/>
                    </a:ext>
                  </a:extLst>
                </p14:cNvPr>
                <p14:cNvContentPartPr/>
                <p14:nvPr/>
              </p14:nvContentPartPr>
              <p14:xfrm>
                <a:off x="1369550" y="2156077"/>
                <a:ext cx="142920" cy="225720"/>
              </p14:xfrm>
            </p:contentPart>
          </mc:Choice>
          <mc:Fallback>
            <p:pic>
              <p:nvPicPr>
                <p:cNvPr id="8" name="Ink 7">
                  <a:extLst>
                    <a:ext uri="{FF2B5EF4-FFF2-40B4-BE49-F238E27FC236}">
                      <a16:creationId xmlns:a16="http://schemas.microsoft.com/office/drawing/2014/main" id="{F62236F1-38B1-3615-10CB-301C63966B48}"/>
                    </a:ext>
                  </a:extLst>
                </p:cNvPr>
                <p:cNvPicPr/>
                <p:nvPr/>
              </p:nvPicPr>
              <p:blipFill>
                <a:blip r:embed="rId11"/>
                <a:stretch>
                  <a:fillRect/>
                </a:stretch>
              </p:blipFill>
              <p:spPr>
                <a:xfrm>
                  <a:off x="1351550" y="2138077"/>
                  <a:ext cx="178560" cy="261360"/>
                </a:xfrm>
                <a:prstGeom prst="rect">
                  <a:avLst/>
                </a:prstGeom>
              </p:spPr>
            </p:pic>
          </mc:Fallback>
        </mc:AlternateContent>
        <mc:AlternateContent xmlns:mc="http://schemas.openxmlformats.org/markup-compatibility/2006">
          <mc:Choice xmlns:p14="http://schemas.microsoft.com/office/powerpoint/2010/main" Requires="p14">
            <p:contentPart p14:bwMode="auto" r:id="rId12">
              <p14:nvContentPartPr>
                <p14:cNvPr id="9" name="Ink 8">
                  <a:extLst>
                    <a:ext uri="{FF2B5EF4-FFF2-40B4-BE49-F238E27FC236}">
                      <a16:creationId xmlns:a16="http://schemas.microsoft.com/office/drawing/2014/main" id="{6E712E54-70F1-4E31-4CFE-3101F864BFAF}"/>
                    </a:ext>
                  </a:extLst>
                </p14:cNvPr>
                <p14:cNvContentPartPr/>
                <p14:nvPr/>
              </p14:nvContentPartPr>
              <p14:xfrm>
                <a:off x="1400510" y="2278117"/>
                <a:ext cx="49680" cy="38160"/>
              </p14:xfrm>
            </p:contentPart>
          </mc:Choice>
          <mc:Fallback>
            <p:pic>
              <p:nvPicPr>
                <p:cNvPr id="9" name="Ink 8">
                  <a:extLst>
                    <a:ext uri="{FF2B5EF4-FFF2-40B4-BE49-F238E27FC236}">
                      <a16:creationId xmlns:a16="http://schemas.microsoft.com/office/drawing/2014/main" id="{6E712E54-70F1-4E31-4CFE-3101F864BFAF}"/>
                    </a:ext>
                  </a:extLst>
                </p:cNvPr>
                <p:cNvPicPr/>
                <p:nvPr/>
              </p:nvPicPr>
              <p:blipFill>
                <a:blip r:embed="rId13"/>
                <a:stretch>
                  <a:fillRect/>
                </a:stretch>
              </p:blipFill>
              <p:spPr>
                <a:xfrm>
                  <a:off x="1382870" y="2260117"/>
                  <a:ext cx="85320" cy="73800"/>
                </a:xfrm>
                <a:prstGeom prst="rect">
                  <a:avLst/>
                </a:prstGeom>
              </p:spPr>
            </p:pic>
          </mc:Fallback>
        </mc:AlternateContent>
        <mc:AlternateContent xmlns:mc="http://schemas.openxmlformats.org/markup-compatibility/2006">
          <mc:Choice xmlns:p14="http://schemas.microsoft.com/office/powerpoint/2010/main" Requires="p14">
            <p:contentPart p14:bwMode="auto" r:id="rId14">
              <p14:nvContentPartPr>
                <p14:cNvPr id="10" name="Ink 9">
                  <a:extLst>
                    <a:ext uri="{FF2B5EF4-FFF2-40B4-BE49-F238E27FC236}">
                      <a16:creationId xmlns:a16="http://schemas.microsoft.com/office/drawing/2014/main" id="{BE8B5DBD-66E7-47E7-CAB8-D3B6ACE2EB70}"/>
                    </a:ext>
                  </a:extLst>
                </p14:cNvPr>
                <p14:cNvContentPartPr/>
                <p14:nvPr/>
              </p14:nvContentPartPr>
              <p14:xfrm>
                <a:off x="1540190" y="2185597"/>
                <a:ext cx="81360" cy="120240"/>
              </p14:xfrm>
            </p:contentPart>
          </mc:Choice>
          <mc:Fallback>
            <p:pic>
              <p:nvPicPr>
                <p:cNvPr id="10" name="Ink 9">
                  <a:extLst>
                    <a:ext uri="{FF2B5EF4-FFF2-40B4-BE49-F238E27FC236}">
                      <a16:creationId xmlns:a16="http://schemas.microsoft.com/office/drawing/2014/main" id="{BE8B5DBD-66E7-47E7-CAB8-D3B6ACE2EB70}"/>
                    </a:ext>
                  </a:extLst>
                </p:cNvPr>
                <p:cNvPicPr/>
                <p:nvPr/>
              </p:nvPicPr>
              <p:blipFill>
                <a:blip r:embed="rId15"/>
                <a:stretch>
                  <a:fillRect/>
                </a:stretch>
              </p:blipFill>
              <p:spPr>
                <a:xfrm>
                  <a:off x="1522550" y="2167597"/>
                  <a:ext cx="117000" cy="155880"/>
                </a:xfrm>
                <a:prstGeom prst="rect">
                  <a:avLst/>
                </a:prstGeom>
              </p:spPr>
            </p:pic>
          </mc:Fallback>
        </mc:AlternateContent>
        <mc:AlternateContent xmlns:mc="http://schemas.openxmlformats.org/markup-compatibility/2006">
          <mc:Choice xmlns:p14="http://schemas.microsoft.com/office/powerpoint/2010/main" Requires="p14">
            <p:contentPart p14:bwMode="auto" r:id="rId16">
              <p14:nvContentPartPr>
                <p14:cNvPr id="11" name="Ink 10">
                  <a:extLst>
                    <a:ext uri="{FF2B5EF4-FFF2-40B4-BE49-F238E27FC236}">
                      <a16:creationId xmlns:a16="http://schemas.microsoft.com/office/drawing/2014/main" id="{6AAF835A-03A6-2ABB-0A51-CDB0DB0C7CA1}"/>
                    </a:ext>
                  </a:extLst>
                </p14:cNvPr>
                <p14:cNvContentPartPr/>
                <p14:nvPr/>
              </p14:nvContentPartPr>
              <p14:xfrm>
                <a:off x="1708310" y="2043757"/>
                <a:ext cx="121320" cy="317160"/>
              </p14:xfrm>
            </p:contentPart>
          </mc:Choice>
          <mc:Fallback>
            <p:pic>
              <p:nvPicPr>
                <p:cNvPr id="11" name="Ink 10">
                  <a:extLst>
                    <a:ext uri="{FF2B5EF4-FFF2-40B4-BE49-F238E27FC236}">
                      <a16:creationId xmlns:a16="http://schemas.microsoft.com/office/drawing/2014/main" id="{6AAF835A-03A6-2ABB-0A51-CDB0DB0C7CA1}"/>
                    </a:ext>
                  </a:extLst>
                </p:cNvPr>
                <p:cNvPicPr/>
                <p:nvPr/>
              </p:nvPicPr>
              <p:blipFill>
                <a:blip r:embed="rId17"/>
                <a:stretch>
                  <a:fillRect/>
                </a:stretch>
              </p:blipFill>
              <p:spPr>
                <a:xfrm>
                  <a:off x="1690670" y="2026117"/>
                  <a:ext cx="156960" cy="352800"/>
                </a:xfrm>
                <a:prstGeom prst="rect">
                  <a:avLst/>
                </a:prstGeom>
              </p:spPr>
            </p:pic>
          </mc:Fallback>
        </mc:AlternateContent>
      </p:grpSp>
      <p:grpSp>
        <p:nvGrpSpPr>
          <p:cNvPr id="20" name="Group 19">
            <a:extLst>
              <a:ext uri="{FF2B5EF4-FFF2-40B4-BE49-F238E27FC236}">
                <a16:creationId xmlns:a16="http://schemas.microsoft.com/office/drawing/2014/main" id="{E3E97371-D172-4DA3-F0C7-24EDDFA56C89}"/>
              </a:ext>
            </a:extLst>
          </p:cNvPr>
          <p:cNvGrpSpPr/>
          <p:nvPr/>
        </p:nvGrpSpPr>
        <p:grpSpPr>
          <a:xfrm>
            <a:off x="456950" y="845677"/>
            <a:ext cx="5617440" cy="991440"/>
            <a:chOff x="456950" y="845677"/>
            <a:chExt cx="5617440" cy="991440"/>
          </a:xfrm>
        </p:grpSpPr>
        <mc:AlternateContent xmlns:mc="http://schemas.openxmlformats.org/markup-compatibility/2006">
          <mc:Choice xmlns:p14="http://schemas.microsoft.com/office/powerpoint/2010/main" Requires="p14">
            <p:contentPart p14:bwMode="auto" r:id="rId18">
              <p14:nvContentPartPr>
                <p14:cNvPr id="13" name="Ink 12">
                  <a:extLst>
                    <a:ext uri="{FF2B5EF4-FFF2-40B4-BE49-F238E27FC236}">
                      <a16:creationId xmlns:a16="http://schemas.microsoft.com/office/drawing/2014/main" id="{FC3F8D37-0472-045D-F15B-163C37888EB8}"/>
                    </a:ext>
                  </a:extLst>
                </p14:cNvPr>
                <p14:cNvContentPartPr/>
                <p14:nvPr/>
              </p14:nvContentPartPr>
              <p14:xfrm>
                <a:off x="456950" y="1474597"/>
                <a:ext cx="43560" cy="362520"/>
              </p14:xfrm>
            </p:contentPart>
          </mc:Choice>
          <mc:Fallback>
            <p:pic>
              <p:nvPicPr>
                <p:cNvPr id="13" name="Ink 12">
                  <a:extLst>
                    <a:ext uri="{FF2B5EF4-FFF2-40B4-BE49-F238E27FC236}">
                      <a16:creationId xmlns:a16="http://schemas.microsoft.com/office/drawing/2014/main" id="{FC3F8D37-0472-045D-F15B-163C37888EB8}"/>
                    </a:ext>
                  </a:extLst>
                </p:cNvPr>
                <p:cNvPicPr/>
                <p:nvPr/>
              </p:nvPicPr>
              <p:blipFill>
                <a:blip r:embed="rId19"/>
                <a:stretch>
                  <a:fillRect/>
                </a:stretch>
              </p:blipFill>
              <p:spPr>
                <a:xfrm>
                  <a:off x="439310" y="1456957"/>
                  <a:ext cx="79200" cy="398160"/>
                </a:xfrm>
                <a:prstGeom prst="rect">
                  <a:avLst/>
                </a:prstGeom>
              </p:spPr>
            </p:pic>
          </mc:Fallback>
        </mc:AlternateContent>
        <mc:AlternateContent xmlns:mc="http://schemas.openxmlformats.org/markup-compatibility/2006">
          <mc:Choice xmlns:p14="http://schemas.microsoft.com/office/powerpoint/2010/main" Requires="p14">
            <p:contentPart p14:bwMode="auto" r:id="rId20">
              <p14:nvContentPartPr>
                <p14:cNvPr id="14" name="Ink 13">
                  <a:extLst>
                    <a:ext uri="{FF2B5EF4-FFF2-40B4-BE49-F238E27FC236}">
                      <a16:creationId xmlns:a16="http://schemas.microsoft.com/office/drawing/2014/main" id="{42F525F7-F69C-16DB-B85C-D86A0DCA883D}"/>
                    </a:ext>
                  </a:extLst>
                </p14:cNvPr>
                <p14:cNvContentPartPr/>
                <p14:nvPr/>
              </p14:nvContentPartPr>
              <p14:xfrm>
                <a:off x="474230" y="1265797"/>
                <a:ext cx="5596920" cy="190800"/>
              </p14:xfrm>
            </p:contentPart>
          </mc:Choice>
          <mc:Fallback>
            <p:pic>
              <p:nvPicPr>
                <p:cNvPr id="14" name="Ink 13">
                  <a:extLst>
                    <a:ext uri="{FF2B5EF4-FFF2-40B4-BE49-F238E27FC236}">
                      <a16:creationId xmlns:a16="http://schemas.microsoft.com/office/drawing/2014/main" id="{42F525F7-F69C-16DB-B85C-D86A0DCA883D}"/>
                    </a:ext>
                  </a:extLst>
                </p:cNvPr>
                <p:cNvPicPr/>
                <p:nvPr/>
              </p:nvPicPr>
              <p:blipFill>
                <a:blip r:embed="rId21"/>
                <a:stretch>
                  <a:fillRect/>
                </a:stretch>
              </p:blipFill>
              <p:spPr>
                <a:xfrm>
                  <a:off x="456590" y="1248157"/>
                  <a:ext cx="5632560" cy="226440"/>
                </a:xfrm>
                <a:prstGeom prst="rect">
                  <a:avLst/>
                </a:prstGeom>
              </p:spPr>
            </p:pic>
          </mc:Fallback>
        </mc:AlternateContent>
        <mc:AlternateContent xmlns:mc="http://schemas.openxmlformats.org/markup-compatibility/2006">
          <mc:Choice xmlns:p14="http://schemas.microsoft.com/office/powerpoint/2010/main" Requires="p14">
            <p:contentPart p14:bwMode="auto" r:id="rId22">
              <p14:nvContentPartPr>
                <p14:cNvPr id="15" name="Ink 14">
                  <a:extLst>
                    <a:ext uri="{FF2B5EF4-FFF2-40B4-BE49-F238E27FC236}">
                      <a16:creationId xmlns:a16="http://schemas.microsoft.com/office/drawing/2014/main" id="{6A521A86-E8A8-607D-DA95-81CE166E5DB9}"/>
                    </a:ext>
                  </a:extLst>
                </p14:cNvPr>
                <p14:cNvContentPartPr/>
                <p14:nvPr/>
              </p14:nvContentPartPr>
              <p14:xfrm>
                <a:off x="6019310" y="1274797"/>
                <a:ext cx="55080" cy="345240"/>
              </p14:xfrm>
            </p:contentPart>
          </mc:Choice>
          <mc:Fallback>
            <p:pic>
              <p:nvPicPr>
                <p:cNvPr id="15" name="Ink 14">
                  <a:extLst>
                    <a:ext uri="{FF2B5EF4-FFF2-40B4-BE49-F238E27FC236}">
                      <a16:creationId xmlns:a16="http://schemas.microsoft.com/office/drawing/2014/main" id="{6A521A86-E8A8-607D-DA95-81CE166E5DB9}"/>
                    </a:ext>
                  </a:extLst>
                </p:cNvPr>
                <p:cNvPicPr/>
                <p:nvPr/>
              </p:nvPicPr>
              <p:blipFill>
                <a:blip r:embed="rId23"/>
                <a:stretch>
                  <a:fillRect/>
                </a:stretch>
              </p:blipFill>
              <p:spPr>
                <a:xfrm>
                  <a:off x="6001310" y="1257157"/>
                  <a:ext cx="90720" cy="380880"/>
                </a:xfrm>
                <a:prstGeom prst="rect">
                  <a:avLst/>
                </a:prstGeom>
              </p:spPr>
            </p:pic>
          </mc:Fallback>
        </mc:AlternateContent>
        <mc:AlternateContent xmlns:mc="http://schemas.openxmlformats.org/markup-compatibility/2006">
          <mc:Choice xmlns:p14="http://schemas.microsoft.com/office/powerpoint/2010/main" Requires="p14">
            <p:contentPart p14:bwMode="auto" r:id="rId24">
              <p14:nvContentPartPr>
                <p14:cNvPr id="16" name="Ink 15">
                  <a:extLst>
                    <a:ext uri="{FF2B5EF4-FFF2-40B4-BE49-F238E27FC236}">
                      <a16:creationId xmlns:a16="http://schemas.microsoft.com/office/drawing/2014/main" id="{0DB8CDFE-CFA0-C901-C5F6-93D63008693A}"/>
                    </a:ext>
                  </a:extLst>
                </p14:cNvPr>
                <p14:cNvContentPartPr/>
                <p14:nvPr/>
              </p14:nvContentPartPr>
              <p14:xfrm>
                <a:off x="2504630" y="845677"/>
                <a:ext cx="357480" cy="77760"/>
              </p14:xfrm>
            </p:contentPart>
          </mc:Choice>
          <mc:Fallback>
            <p:pic>
              <p:nvPicPr>
                <p:cNvPr id="16" name="Ink 15">
                  <a:extLst>
                    <a:ext uri="{FF2B5EF4-FFF2-40B4-BE49-F238E27FC236}">
                      <a16:creationId xmlns:a16="http://schemas.microsoft.com/office/drawing/2014/main" id="{0DB8CDFE-CFA0-C901-C5F6-93D63008693A}"/>
                    </a:ext>
                  </a:extLst>
                </p:cNvPr>
                <p:cNvPicPr/>
                <p:nvPr/>
              </p:nvPicPr>
              <p:blipFill>
                <a:blip r:embed="rId25"/>
                <a:stretch>
                  <a:fillRect/>
                </a:stretch>
              </p:blipFill>
              <p:spPr>
                <a:xfrm>
                  <a:off x="2486630" y="827677"/>
                  <a:ext cx="393120" cy="113400"/>
                </a:xfrm>
                <a:prstGeom prst="rect">
                  <a:avLst/>
                </a:prstGeom>
              </p:spPr>
            </p:pic>
          </mc:Fallback>
        </mc:AlternateContent>
        <mc:AlternateContent xmlns:mc="http://schemas.openxmlformats.org/markup-compatibility/2006">
          <mc:Choice xmlns:p14="http://schemas.microsoft.com/office/powerpoint/2010/main" Requires="p14">
            <p:contentPart p14:bwMode="auto" r:id="rId26">
              <p14:nvContentPartPr>
                <p14:cNvPr id="17" name="Ink 16">
                  <a:extLst>
                    <a:ext uri="{FF2B5EF4-FFF2-40B4-BE49-F238E27FC236}">
                      <a16:creationId xmlns:a16="http://schemas.microsoft.com/office/drawing/2014/main" id="{CF70DD3A-30CE-BEA0-4BE6-794C94D191C6}"/>
                    </a:ext>
                  </a:extLst>
                </p14:cNvPr>
                <p14:cNvContentPartPr/>
                <p14:nvPr/>
              </p14:nvContentPartPr>
              <p14:xfrm>
                <a:off x="2693990" y="882037"/>
                <a:ext cx="88560" cy="243720"/>
              </p14:xfrm>
            </p:contentPart>
          </mc:Choice>
          <mc:Fallback>
            <p:pic>
              <p:nvPicPr>
                <p:cNvPr id="17" name="Ink 16">
                  <a:extLst>
                    <a:ext uri="{FF2B5EF4-FFF2-40B4-BE49-F238E27FC236}">
                      <a16:creationId xmlns:a16="http://schemas.microsoft.com/office/drawing/2014/main" id="{CF70DD3A-30CE-BEA0-4BE6-794C94D191C6}"/>
                    </a:ext>
                  </a:extLst>
                </p:cNvPr>
                <p:cNvPicPr/>
                <p:nvPr/>
              </p:nvPicPr>
              <p:blipFill>
                <a:blip r:embed="rId27"/>
                <a:stretch>
                  <a:fillRect/>
                </a:stretch>
              </p:blipFill>
              <p:spPr>
                <a:xfrm>
                  <a:off x="2675990" y="864037"/>
                  <a:ext cx="124200" cy="279360"/>
                </a:xfrm>
                <a:prstGeom prst="rect">
                  <a:avLst/>
                </a:prstGeom>
              </p:spPr>
            </p:pic>
          </mc:Fallback>
        </mc:AlternateContent>
        <mc:AlternateContent xmlns:mc="http://schemas.openxmlformats.org/markup-compatibility/2006">
          <mc:Choice xmlns:p14="http://schemas.microsoft.com/office/powerpoint/2010/main" Requires="p14">
            <p:contentPart p14:bwMode="auto" r:id="rId28">
              <p14:nvContentPartPr>
                <p14:cNvPr id="18" name="Ink 17">
                  <a:extLst>
                    <a:ext uri="{FF2B5EF4-FFF2-40B4-BE49-F238E27FC236}">
                      <a16:creationId xmlns:a16="http://schemas.microsoft.com/office/drawing/2014/main" id="{1751FCD9-EAF2-9877-8EBF-7631AFBDE455}"/>
                    </a:ext>
                  </a:extLst>
                </p14:cNvPr>
                <p14:cNvContentPartPr/>
                <p14:nvPr/>
              </p14:nvContentPartPr>
              <p14:xfrm>
                <a:off x="2856350" y="942877"/>
                <a:ext cx="190440" cy="103320"/>
              </p14:xfrm>
            </p:contentPart>
          </mc:Choice>
          <mc:Fallback>
            <p:pic>
              <p:nvPicPr>
                <p:cNvPr id="18" name="Ink 17">
                  <a:extLst>
                    <a:ext uri="{FF2B5EF4-FFF2-40B4-BE49-F238E27FC236}">
                      <a16:creationId xmlns:a16="http://schemas.microsoft.com/office/drawing/2014/main" id="{1751FCD9-EAF2-9877-8EBF-7631AFBDE455}"/>
                    </a:ext>
                  </a:extLst>
                </p:cNvPr>
                <p:cNvPicPr/>
                <p:nvPr/>
              </p:nvPicPr>
              <p:blipFill>
                <a:blip r:embed="rId29"/>
                <a:stretch>
                  <a:fillRect/>
                </a:stretch>
              </p:blipFill>
              <p:spPr>
                <a:xfrm>
                  <a:off x="2838710" y="924877"/>
                  <a:ext cx="226080" cy="138960"/>
                </a:xfrm>
                <a:prstGeom prst="rect">
                  <a:avLst/>
                </a:prstGeom>
              </p:spPr>
            </p:pic>
          </mc:Fallback>
        </mc:AlternateContent>
        <mc:AlternateContent xmlns:mc="http://schemas.openxmlformats.org/markup-compatibility/2006">
          <mc:Choice xmlns:p14="http://schemas.microsoft.com/office/powerpoint/2010/main" Requires="p14">
            <p:contentPart p14:bwMode="auto" r:id="rId30">
              <p14:nvContentPartPr>
                <p14:cNvPr id="19" name="Ink 18">
                  <a:extLst>
                    <a:ext uri="{FF2B5EF4-FFF2-40B4-BE49-F238E27FC236}">
                      <a16:creationId xmlns:a16="http://schemas.microsoft.com/office/drawing/2014/main" id="{23567689-EB48-D683-646C-D1722A6CDEF8}"/>
                    </a:ext>
                  </a:extLst>
                </p14:cNvPr>
                <p14:cNvContentPartPr/>
                <p14:nvPr/>
              </p14:nvContentPartPr>
              <p14:xfrm>
                <a:off x="2935910" y="860797"/>
                <a:ext cx="142200" cy="269640"/>
              </p14:xfrm>
            </p:contentPart>
          </mc:Choice>
          <mc:Fallback>
            <p:pic>
              <p:nvPicPr>
                <p:cNvPr id="19" name="Ink 18">
                  <a:extLst>
                    <a:ext uri="{FF2B5EF4-FFF2-40B4-BE49-F238E27FC236}">
                      <a16:creationId xmlns:a16="http://schemas.microsoft.com/office/drawing/2014/main" id="{23567689-EB48-D683-646C-D1722A6CDEF8}"/>
                    </a:ext>
                  </a:extLst>
                </p:cNvPr>
                <p:cNvPicPr/>
                <p:nvPr/>
              </p:nvPicPr>
              <p:blipFill>
                <a:blip r:embed="rId31"/>
                <a:stretch>
                  <a:fillRect/>
                </a:stretch>
              </p:blipFill>
              <p:spPr>
                <a:xfrm>
                  <a:off x="2917910" y="842797"/>
                  <a:ext cx="177840" cy="305280"/>
                </a:xfrm>
                <a:prstGeom prst="rect">
                  <a:avLst/>
                </a:prstGeom>
              </p:spPr>
            </p:pic>
          </mc:Fallback>
        </mc:AlternateContent>
      </p:grpSp>
      <p:grpSp>
        <p:nvGrpSpPr>
          <p:cNvPr id="29" name="Group 28">
            <a:extLst>
              <a:ext uri="{FF2B5EF4-FFF2-40B4-BE49-F238E27FC236}">
                <a16:creationId xmlns:a16="http://schemas.microsoft.com/office/drawing/2014/main" id="{2B40E249-D7DC-0D53-ACBD-2C0F0D72D789}"/>
              </a:ext>
            </a:extLst>
          </p:cNvPr>
          <p:cNvGrpSpPr/>
          <p:nvPr/>
        </p:nvGrpSpPr>
        <p:grpSpPr>
          <a:xfrm>
            <a:off x="8722550" y="828757"/>
            <a:ext cx="480600" cy="330480"/>
            <a:chOff x="8722550" y="828757"/>
            <a:chExt cx="480600" cy="330480"/>
          </a:xfrm>
        </p:grpSpPr>
        <mc:AlternateContent xmlns:mc="http://schemas.openxmlformats.org/markup-compatibility/2006">
          <mc:Choice xmlns:p14="http://schemas.microsoft.com/office/powerpoint/2010/main" Requires="p14">
            <p:contentPart p14:bwMode="auto" r:id="rId32">
              <p14:nvContentPartPr>
                <p14:cNvPr id="21" name="Ink 20">
                  <a:extLst>
                    <a:ext uri="{FF2B5EF4-FFF2-40B4-BE49-F238E27FC236}">
                      <a16:creationId xmlns:a16="http://schemas.microsoft.com/office/drawing/2014/main" id="{884DCD8E-1B8D-8181-C3CD-C871A48A041D}"/>
                    </a:ext>
                  </a:extLst>
                </p14:cNvPr>
                <p14:cNvContentPartPr/>
                <p14:nvPr/>
              </p14:nvContentPartPr>
              <p14:xfrm>
                <a:off x="8722550" y="1014157"/>
                <a:ext cx="360" cy="360"/>
              </p14:xfrm>
            </p:contentPart>
          </mc:Choice>
          <mc:Fallback>
            <p:pic>
              <p:nvPicPr>
                <p:cNvPr id="21" name="Ink 20">
                  <a:extLst>
                    <a:ext uri="{FF2B5EF4-FFF2-40B4-BE49-F238E27FC236}">
                      <a16:creationId xmlns:a16="http://schemas.microsoft.com/office/drawing/2014/main" id="{884DCD8E-1B8D-8181-C3CD-C871A48A041D}"/>
                    </a:ext>
                  </a:extLst>
                </p:cNvPr>
                <p:cNvPicPr/>
                <p:nvPr/>
              </p:nvPicPr>
              <p:blipFill>
                <a:blip r:embed="rId33"/>
                <a:stretch>
                  <a:fillRect/>
                </a:stretch>
              </p:blipFill>
              <p:spPr>
                <a:xfrm>
                  <a:off x="8704550" y="996517"/>
                  <a:ext cx="36000" cy="36000"/>
                </a:xfrm>
                <a:prstGeom prst="rect">
                  <a:avLst/>
                </a:prstGeom>
              </p:spPr>
            </p:pic>
          </mc:Fallback>
        </mc:AlternateContent>
        <mc:AlternateContent xmlns:mc="http://schemas.openxmlformats.org/markup-compatibility/2006">
          <mc:Choice xmlns:p14="http://schemas.microsoft.com/office/powerpoint/2010/main" Requires="p14">
            <p:contentPart p14:bwMode="auto" r:id="rId34">
              <p14:nvContentPartPr>
                <p14:cNvPr id="22" name="Ink 21">
                  <a:extLst>
                    <a:ext uri="{FF2B5EF4-FFF2-40B4-BE49-F238E27FC236}">
                      <a16:creationId xmlns:a16="http://schemas.microsoft.com/office/drawing/2014/main" id="{CF773C71-394A-AFD6-A692-93E0B78732E3}"/>
                    </a:ext>
                  </a:extLst>
                </p14:cNvPr>
                <p14:cNvContentPartPr/>
                <p14:nvPr/>
              </p14:nvContentPartPr>
              <p14:xfrm>
                <a:off x="8750630" y="865837"/>
                <a:ext cx="33120" cy="293400"/>
              </p14:xfrm>
            </p:contentPart>
          </mc:Choice>
          <mc:Fallback>
            <p:pic>
              <p:nvPicPr>
                <p:cNvPr id="22" name="Ink 21">
                  <a:extLst>
                    <a:ext uri="{FF2B5EF4-FFF2-40B4-BE49-F238E27FC236}">
                      <a16:creationId xmlns:a16="http://schemas.microsoft.com/office/drawing/2014/main" id="{CF773C71-394A-AFD6-A692-93E0B78732E3}"/>
                    </a:ext>
                  </a:extLst>
                </p:cNvPr>
                <p:cNvPicPr/>
                <p:nvPr/>
              </p:nvPicPr>
              <p:blipFill>
                <a:blip r:embed="rId35"/>
                <a:stretch>
                  <a:fillRect/>
                </a:stretch>
              </p:blipFill>
              <p:spPr>
                <a:xfrm>
                  <a:off x="8732630" y="847837"/>
                  <a:ext cx="68760" cy="329040"/>
                </a:xfrm>
                <a:prstGeom prst="rect">
                  <a:avLst/>
                </a:prstGeom>
              </p:spPr>
            </p:pic>
          </mc:Fallback>
        </mc:AlternateContent>
        <mc:AlternateContent xmlns:mc="http://schemas.openxmlformats.org/markup-compatibility/2006">
          <mc:Choice xmlns:p14="http://schemas.microsoft.com/office/powerpoint/2010/main" Requires="p14">
            <p:contentPart p14:bwMode="auto" r:id="rId36">
              <p14:nvContentPartPr>
                <p14:cNvPr id="23" name="Ink 22">
                  <a:extLst>
                    <a:ext uri="{FF2B5EF4-FFF2-40B4-BE49-F238E27FC236}">
                      <a16:creationId xmlns:a16="http://schemas.microsoft.com/office/drawing/2014/main" id="{76E2CD80-BA8B-CCDA-4C40-4EB242C16F29}"/>
                    </a:ext>
                  </a:extLst>
                </p14:cNvPr>
                <p14:cNvContentPartPr/>
                <p14:nvPr/>
              </p14:nvContentPartPr>
              <p14:xfrm>
                <a:off x="8752430" y="828757"/>
                <a:ext cx="170640" cy="225360"/>
              </p14:xfrm>
            </p:contentPart>
          </mc:Choice>
          <mc:Fallback>
            <p:pic>
              <p:nvPicPr>
                <p:cNvPr id="23" name="Ink 22">
                  <a:extLst>
                    <a:ext uri="{FF2B5EF4-FFF2-40B4-BE49-F238E27FC236}">
                      <a16:creationId xmlns:a16="http://schemas.microsoft.com/office/drawing/2014/main" id="{76E2CD80-BA8B-CCDA-4C40-4EB242C16F29}"/>
                    </a:ext>
                  </a:extLst>
                </p:cNvPr>
                <p:cNvPicPr/>
                <p:nvPr/>
              </p:nvPicPr>
              <p:blipFill>
                <a:blip r:embed="rId37"/>
                <a:stretch>
                  <a:fillRect/>
                </a:stretch>
              </p:blipFill>
              <p:spPr>
                <a:xfrm>
                  <a:off x="8734430" y="810757"/>
                  <a:ext cx="206280" cy="261000"/>
                </a:xfrm>
                <a:prstGeom prst="rect">
                  <a:avLst/>
                </a:prstGeom>
              </p:spPr>
            </p:pic>
          </mc:Fallback>
        </mc:AlternateContent>
        <mc:AlternateContent xmlns:mc="http://schemas.openxmlformats.org/markup-compatibility/2006">
          <mc:Choice xmlns:p14="http://schemas.microsoft.com/office/powerpoint/2010/main" Requires="p14">
            <p:contentPart p14:bwMode="auto" r:id="rId38">
              <p14:nvContentPartPr>
                <p14:cNvPr id="24" name="Ink 23">
                  <a:extLst>
                    <a:ext uri="{FF2B5EF4-FFF2-40B4-BE49-F238E27FC236}">
                      <a16:creationId xmlns:a16="http://schemas.microsoft.com/office/drawing/2014/main" id="{D4212CF9-E5C9-0A65-79FF-51BE710EFC10}"/>
                    </a:ext>
                  </a:extLst>
                </p14:cNvPr>
                <p14:cNvContentPartPr/>
                <p14:nvPr/>
              </p14:nvContentPartPr>
              <p14:xfrm>
                <a:off x="9032510" y="931357"/>
                <a:ext cx="170640" cy="86040"/>
              </p14:xfrm>
            </p:contentPart>
          </mc:Choice>
          <mc:Fallback>
            <p:pic>
              <p:nvPicPr>
                <p:cNvPr id="24" name="Ink 23">
                  <a:extLst>
                    <a:ext uri="{FF2B5EF4-FFF2-40B4-BE49-F238E27FC236}">
                      <a16:creationId xmlns:a16="http://schemas.microsoft.com/office/drawing/2014/main" id="{D4212CF9-E5C9-0A65-79FF-51BE710EFC10}"/>
                    </a:ext>
                  </a:extLst>
                </p:cNvPr>
                <p:cNvPicPr/>
                <p:nvPr/>
              </p:nvPicPr>
              <p:blipFill>
                <a:blip r:embed="rId39"/>
                <a:stretch>
                  <a:fillRect/>
                </a:stretch>
              </p:blipFill>
              <p:spPr>
                <a:xfrm>
                  <a:off x="9014870" y="913717"/>
                  <a:ext cx="206280" cy="121680"/>
                </a:xfrm>
                <a:prstGeom prst="rect">
                  <a:avLst/>
                </a:prstGeom>
              </p:spPr>
            </p:pic>
          </mc:Fallback>
        </mc:AlternateContent>
        <mc:AlternateContent xmlns:mc="http://schemas.openxmlformats.org/markup-compatibility/2006">
          <mc:Choice xmlns:p14="http://schemas.microsoft.com/office/powerpoint/2010/main" Requires="p14">
            <p:contentPart p14:bwMode="auto" r:id="rId40">
              <p14:nvContentPartPr>
                <p14:cNvPr id="25" name="Ink 24">
                  <a:extLst>
                    <a:ext uri="{FF2B5EF4-FFF2-40B4-BE49-F238E27FC236}">
                      <a16:creationId xmlns:a16="http://schemas.microsoft.com/office/drawing/2014/main" id="{FC514F15-B5A0-769D-B94F-77A46AE04D44}"/>
                    </a:ext>
                  </a:extLst>
                </p14:cNvPr>
                <p14:cNvContentPartPr/>
                <p14:nvPr/>
              </p14:nvContentPartPr>
              <p14:xfrm>
                <a:off x="9082910" y="897877"/>
                <a:ext cx="87840" cy="157680"/>
              </p14:xfrm>
            </p:contentPart>
          </mc:Choice>
          <mc:Fallback>
            <p:pic>
              <p:nvPicPr>
                <p:cNvPr id="25" name="Ink 24">
                  <a:extLst>
                    <a:ext uri="{FF2B5EF4-FFF2-40B4-BE49-F238E27FC236}">
                      <a16:creationId xmlns:a16="http://schemas.microsoft.com/office/drawing/2014/main" id="{FC514F15-B5A0-769D-B94F-77A46AE04D44}"/>
                    </a:ext>
                  </a:extLst>
                </p:cNvPr>
                <p:cNvPicPr/>
                <p:nvPr/>
              </p:nvPicPr>
              <p:blipFill>
                <a:blip r:embed="rId41"/>
                <a:stretch>
                  <a:fillRect/>
                </a:stretch>
              </p:blipFill>
              <p:spPr>
                <a:xfrm>
                  <a:off x="9065270" y="879877"/>
                  <a:ext cx="123480" cy="193320"/>
                </a:xfrm>
                <a:prstGeom prst="rect">
                  <a:avLst/>
                </a:prstGeom>
              </p:spPr>
            </p:pic>
          </mc:Fallback>
        </mc:AlternateContent>
      </p:grpSp>
      <p:grpSp>
        <p:nvGrpSpPr>
          <p:cNvPr id="31" name="Group 30">
            <a:extLst>
              <a:ext uri="{FF2B5EF4-FFF2-40B4-BE49-F238E27FC236}">
                <a16:creationId xmlns:a16="http://schemas.microsoft.com/office/drawing/2014/main" id="{CB20AA0D-21ED-E134-FCA5-5B9767407366}"/>
              </a:ext>
            </a:extLst>
          </p:cNvPr>
          <p:cNvGrpSpPr/>
          <p:nvPr/>
        </p:nvGrpSpPr>
        <p:grpSpPr>
          <a:xfrm>
            <a:off x="6422150" y="1336717"/>
            <a:ext cx="5285880" cy="280800"/>
            <a:chOff x="6422150" y="1336717"/>
            <a:chExt cx="5285880" cy="280800"/>
          </a:xfrm>
        </p:grpSpPr>
        <mc:AlternateContent xmlns:mc="http://schemas.openxmlformats.org/markup-compatibility/2006">
          <mc:Choice xmlns:p14="http://schemas.microsoft.com/office/powerpoint/2010/main" Requires="p14">
            <p:contentPart p14:bwMode="auto" r:id="rId42">
              <p14:nvContentPartPr>
                <p14:cNvPr id="26" name="Ink 25">
                  <a:extLst>
                    <a:ext uri="{FF2B5EF4-FFF2-40B4-BE49-F238E27FC236}">
                      <a16:creationId xmlns:a16="http://schemas.microsoft.com/office/drawing/2014/main" id="{32310F51-27A8-E785-70FF-DA44DCB737AA}"/>
                    </a:ext>
                  </a:extLst>
                </p14:cNvPr>
                <p14:cNvContentPartPr/>
                <p14:nvPr/>
              </p14:nvContentPartPr>
              <p14:xfrm>
                <a:off x="6542390" y="1336717"/>
                <a:ext cx="5165640" cy="77400"/>
              </p14:xfrm>
            </p:contentPart>
          </mc:Choice>
          <mc:Fallback>
            <p:pic>
              <p:nvPicPr>
                <p:cNvPr id="26" name="Ink 25">
                  <a:extLst>
                    <a:ext uri="{FF2B5EF4-FFF2-40B4-BE49-F238E27FC236}">
                      <a16:creationId xmlns:a16="http://schemas.microsoft.com/office/drawing/2014/main" id="{32310F51-27A8-E785-70FF-DA44DCB737AA}"/>
                    </a:ext>
                  </a:extLst>
                </p:cNvPr>
                <p:cNvPicPr/>
                <p:nvPr/>
              </p:nvPicPr>
              <p:blipFill>
                <a:blip r:embed="rId43"/>
                <a:stretch>
                  <a:fillRect/>
                </a:stretch>
              </p:blipFill>
              <p:spPr>
                <a:xfrm>
                  <a:off x="6524390" y="1318717"/>
                  <a:ext cx="5201280" cy="113040"/>
                </a:xfrm>
                <a:prstGeom prst="rect">
                  <a:avLst/>
                </a:prstGeom>
              </p:spPr>
            </p:pic>
          </mc:Fallback>
        </mc:AlternateContent>
        <mc:AlternateContent xmlns:mc="http://schemas.openxmlformats.org/markup-compatibility/2006">
          <mc:Choice xmlns:p14="http://schemas.microsoft.com/office/powerpoint/2010/main" Requires="p14">
            <p:contentPart p14:bwMode="auto" r:id="rId44">
              <p14:nvContentPartPr>
                <p14:cNvPr id="27" name="Ink 26">
                  <a:extLst>
                    <a:ext uri="{FF2B5EF4-FFF2-40B4-BE49-F238E27FC236}">
                      <a16:creationId xmlns:a16="http://schemas.microsoft.com/office/drawing/2014/main" id="{D055B53A-7DF0-B2B3-D0BA-7A78CA3FF913}"/>
                    </a:ext>
                  </a:extLst>
                </p14:cNvPr>
                <p14:cNvContentPartPr/>
                <p14:nvPr/>
              </p14:nvContentPartPr>
              <p14:xfrm>
                <a:off x="6422150" y="1378477"/>
                <a:ext cx="12600" cy="239040"/>
              </p14:xfrm>
            </p:contentPart>
          </mc:Choice>
          <mc:Fallback>
            <p:pic>
              <p:nvPicPr>
                <p:cNvPr id="27" name="Ink 26">
                  <a:extLst>
                    <a:ext uri="{FF2B5EF4-FFF2-40B4-BE49-F238E27FC236}">
                      <a16:creationId xmlns:a16="http://schemas.microsoft.com/office/drawing/2014/main" id="{D055B53A-7DF0-B2B3-D0BA-7A78CA3FF913}"/>
                    </a:ext>
                  </a:extLst>
                </p:cNvPr>
                <p:cNvPicPr/>
                <p:nvPr/>
              </p:nvPicPr>
              <p:blipFill>
                <a:blip r:embed="rId45"/>
                <a:stretch>
                  <a:fillRect/>
                </a:stretch>
              </p:blipFill>
              <p:spPr>
                <a:xfrm>
                  <a:off x="6404150" y="1360837"/>
                  <a:ext cx="48240" cy="274680"/>
                </a:xfrm>
                <a:prstGeom prst="rect">
                  <a:avLst/>
                </a:prstGeom>
              </p:spPr>
            </p:pic>
          </mc:Fallback>
        </mc:AlternateContent>
        <mc:AlternateContent xmlns:mc="http://schemas.openxmlformats.org/markup-compatibility/2006">
          <mc:Choice xmlns:p14="http://schemas.microsoft.com/office/powerpoint/2010/main" Requires="p14">
            <p:contentPart p14:bwMode="auto" r:id="rId46">
              <p14:nvContentPartPr>
                <p14:cNvPr id="30" name="Ink 29">
                  <a:extLst>
                    <a:ext uri="{FF2B5EF4-FFF2-40B4-BE49-F238E27FC236}">
                      <a16:creationId xmlns:a16="http://schemas.microsoft.com/office/drawing/2014/main" id="{11161671-1347-FBBE-394F-6D506559C768}"/>
                    </a:ext>
                  </a:extLst>
                </p14:cNvPr>
                <p14:cNvContentPartPr/>
                <p14:nvPr/>
              </p14:nvContentPartPr>
              <p14:xfrm>
                <a:off x="11546390" y="1378117"/>
                <a:ext cx="33480" cy="228600"/>
              </p14:xfrm>
            </p:contentPart>
          </mc:Choice>
          <mc:Fallback>
            <p:pic>
              <p:nvPicPr>
                <p:cNvPr id="30" name="Ink 29">
                  <a:extLst>
                    <a:ext uri="{FF2B5EF4-FFF2-40B4-BE49-F238E27FC236}">
                      <a16:creationId xmlns:a16="http://schemas.microsoft.com/office/drawing/2014/main" id="{11161671-1347-FBBE-394F-6D506559C768}"/>
                    </a:ext>
                  </a:extLst>
                </p:cNvPr>
                <p:cNvPicPr/>
                <p:nvPr/>
              </p:nvPicPr>
              <p:blipFill>
                <a:blip r:embed="rId47"/>
                <a:stretch>
                  <a:fillRect/>
                </a:stretch>
              </p:blipFill>
              <p:spPr>
                <a:xfrm>
                  <a:off x="11528750" y="1360477"/>
                  <a:ext cx="69120" cy="264240"/>
                </a:xfrm>
                <a:prstGeom prst="rect">
                  <a:avLst/>
                </a:prstGeom>
              </p:spPr>
            </p:pic>
          </mc:Fallback>
        </mc:AlternateContent>
      </p:grpSp>
      <p:grpSp>
        <p:nvGrpSpPr>
          <p:cNvPr id="57" name="Group 56">
            <a:extLst>
              <a:ext uri="{FF2B5EF4-FFF2-40B4-BE49-F238E27FC236}">
                <a16:creationId xmlns:a16="http://schemas.microsoft.com/office/drawing/2014/main" id="{9172C27C-1041-E9B7-FBB3-296078217243}"/>
              </a:ext>
            </a:extLst>
          </p:cNvPr>
          <p:cNvGrpSpPr/>
          <p:nvPr/>
        </p:nvGrpSpPr>
        <p:grpSpPr>
          <a:xfrm>
            <a:off x="3313910" y="680077"/>
            <a:ext cx="1855800" cy="471600"/>
            <a:chOff x="3313910" y="680077"/>
            <a:chExt cx="1855800" cy="471600"/>
          </a:xfrm>
        </p:grpSpPr>
        <mc:AlternateContent xmlns:mc="http://schemas.openxmlformats.org/markup-compatibility/2006">
          <mc:Choice xmlns:p14="http://schemas.microsoft.com/office/powerpoint/2010/main" Requires="p14">
            <p:contentPart p14:bwMode="auto" r:id="rId48">
              <p14:nvContentPartPr>
                <p14:cNvPr id="32" name="Ink 31">
                  <a:extLst>
                    <a:ext uri="{FF2B5EF4-FFF2-40B4-BE49-F238E27FC236}">
                      <a16:creationId xmlns:a16="http://schemas.microsoft.com/office/drawing/2014/main" id="{889FC07A-84D4-1B95-1521-6F35566F4FAD}"/>
                    </a:ext>
                  </a:extLst>
                </p14:cNvPr>
                <p14:cNvContentPartPr/>
                <p14:nvPr/>
              </p14:nvContentPartPr>
              <p14:xfrm>
                <a:off x="3313910" y="680077"/>
                <a:ext cx="97920" cy="471600"/>
              </p14:xfrm>
            </p:contentPart>
          </mc:Choice>
          <mc:Fallback>
            <p:pic>
              <p:nvPicPr>
                <p:cNvPr id="32" name="Ink 31">
                  <a:extLst>
                    <a:ext uri="{FF2B5EF4-FFF2-40B4-BE49-F238E27FC236}">
                      <a16:creationId xmlns:a16="http://schemas.microsoft.com/office/drawing/2014/main" id="{889FC07A-84D4-1B95-1521-6F35566F4FAD}"/>
                    </a:ext>
                  </a:extLst>
                </p:cNvPr>
                <p:cNvPicPr/>
                <p:nvPr/>
              </p:nvPicPr>
              <p:blipFill>
                <a:blip r:embed="rId49"/>
                <a:stretch>
                  <a:fillRect/>
                </a:stretch>
              </p:blipFill>
              <p:spPr>
                <a:xfrm>
                  <a:off x="3296270" y="662437"/>
                  <a:ext cx="133560" cy="507240"/>
                </a:xfrm>
                <a:prstGeom prst="rect">
                  <a:avLst/>
                </a:prstGeom>
              </p:spPr>
            </p:pic>
          </mc:Fallback>
        </mc:AlternateContent>
        <mc:AlternateContent xmlns:mc="http://schemas.openxmlformats.org/markup-compatibility/2006">
          <mc:Choice xmlns:p14="http://schemas.microsoft.com/office/powerpoint/2010/main" Requires="p14">
            <p:contentPart p14:bwMode="auto" r:id="rId50">
              <p14:nvContentPartPr>
                <p14:cNvPr id="33" name="Ink 32">
                  <a:extLst>
                    <a:ext uri="{FF2B5EF4-FFF2-40B4-BE49-F238E27FC236}">
                      <a16:creationId xmlns:a16="http://schemas.microsoft.com/office/drawing/2014/main" id="{A265BA39-6CF5-35BF-6EF6-535C9778244C}"/>
                    </a:ext>
                  </a:extLst>
                </p14:cNvPr>
                <p14:cNvContentPartPr/>
                <p14:nvPr/>
              </p14:nvContentPartPr>
              <p14:xfrm>
                <a:off x="3547910" y="859717"/>
                <a:ext cx="169560" cy="71640"/>
              </p14:xfrm>
            </p:contentPart>
          </mc:Choice>
          <mc:Fallback>
            <p:pic>
              <p:nvPicPr>
                <p:cNvPr id="33" name="Ink 32">
                  <a:extLst>
                    <a:ext uri="{FF2B5EF4-FFF2-40B4-BE49-F238E27FC236}">
                      <a16:creationId xmlns:a16="http://schemas.microsoft.com/office/drawing/2014/main" id="{A265BA39-6CF5-35BF-6EF6-535C9778244C}"/>
                    </a:ext>
                  </a:extLst>
                </p:cNvPr>
                <p:cNvPicPr/>
                <p:nvPr/>
              </p:nvPicPr>
              <p:blipFill>
                <a:blip r:embed="rId51"/>
                <a:stretch>
                  <a:fillRect/>
                </a:stretch>
              </p:blipFill>
              <p:spPr>
                <a:xfrm>
                  <a:off x="3529910" y="842077"/>
                  <a:ext cx="205200" cy="107280"/>
                </a:xfrm>
                <a:prstGeom prst="rect">
                  <a:avLst/>
                </a:prstGeom>
              </p:spPr>
            </p:pic>
          </mc:Fallback>
        </mc:AlternateContent>
        <mc:AlternateContent xmlns:mc="http://schemas.openxmlformats.org/markup-compatibility/2006">
          <mc:Choice xmlns:p14="http://schemas.microsoft.com/office/powerpoint/2010/main" Requires="p14">
            <p:contentPart p14:bwMode="auto" r:id="rId52">
              <p14:nvContentPartPr>
                <p14:cNvPr id="34" name="Ink 33">
                  <a:extLst>
                    <a:ext uri="{FF2B5EF4-FFF2-40B4-BE49-F238E27FC236}">
                      <a16:creationId xmlns:a16="http://schemas.microsoft.com/office/drawing/2014/main" id="{C0175A76-DCF3-75BF-6318-B838FF976F29}"/>
                    </a:ext>
                  </a:extLst>
                </p14:cNvPr>
                <p14:cNvContentPartPr/>
                <p14:nvPr/>
              </p14:nvContentPartPr>
              <p14:xfrm>
                <a:off x="3638630" y="887797"/>
                <a:ext cx="50040" cy="204120"/>
              </p14:xfrm>
            </p:contentPart>
          </mc:Choice>
          <mc:Fallback>
            <p:pic>
              <p:nvPicPr>
                <p:cNvPr id="34" name="Ink 33">
                  <a:extLst>
                    <a:ext uri="{FF2B5EF4-FFF2-40B4-BE49-F238E27FC236}">
                      <a16:creationId xmlns:a16="http://schemas.microsoft.com/office/drawing/2014/main" id="{C0175A76-DCF3-75BF-6318-B838FF976F29}"/>
                    </a:ext>
                  </a:extLst>
                </p:cNvPr>
                <p:cNvPicPr/>
                <p:nvPr/>
              </p:nvPicPr>
              <p:blipFill>
                <a:blip r:embed="rId53"/>
                <a:stretch>
                  <a:fillRect/>
                </a:stretch>
              </p:blipFill>
              <p:spPr>
                <a:xfrm>
                  <a:off x="3620990" y="869797"/>
                  <a:ext cx="85680" cy="239760"/>
                </a:xfrm>
                <a:prstGeom prst="rect">
                  <a:avLst/>
                </a:prstGeom>
              </p:spPr>
            </p:pic>
          </mc:Fallback>
        </mc:AlternateContent>
        <mc:AlternateContent xmlns:mc="http://schemas.openxmlformats.org/markup-compatibility/2006">
          <mc:Choice xmlns:p14="http://schemas.microsoft.com/office/powerpoint/2010/main" Requires="p14">
            <p:contentPart p14:bwMode="auto" r:id="rId54">
              <p14:nvContentPartPr>
                <p14:cNvPr id="35" name="Ink 34">
                  <a:extLst>
                    <a:ext uri="{FF2B5EF4-FFF2-40B4-BE49-F238E27FC236}">
                      <a16:creationId xmlns:a16="http://schemas.microsoft.com/office/drawing/2014/main" id="{7D2F588D-A1BB-7948-4F68-C8F9E2BE6735}"/>
                    </a:ext>
                  </a:extLst>
                </p14:cNvPr>
                <p14:cNvContentPartPr/>
                <p14:nvPr/>
              </p14:nvContentPartPr>
              <p14:xfrm>
                <a:off x="3758510" y="943957"/>
                <a:ext cx="91440" cy="115920"/>
              </p14:xfrm>
            </p:contentPart>
          </mc:Choice>
          <mc:Fallback>
            <p:pic>
              <p:nvPicPr>
                <p:cNvPr id="35" name="Ink 34">
                  <a:extLst>
                    <a:ext uri="{FF2B5EF4-FFF2-40B4-BE49-F238E27FC236}">
                      <a16:creationId xmlns:a16="http://schemas.microsoft.com/office/drawing/2014/main" id="{7D2F588D-A1BB-7948-4F68-C8F9E2BE6735}"/>
                    </a:ext>
                  </a:extLst>
                </p:cNvPr>
                <p:cNvPicPr/>
                <p:nvPr/>
              </p:nvPicPr>
              <p:blipFill>
                <a:blip r:embed="rId55"/>
                <a:stretch>
                  <a:fillRect/>
                </a:stretch>
              </p:blipFill>
              <p:spPr>
                <a:xfrm>
                  <a:off x="3740510" y="925957"/>
                  <a:ext cx="127080" cy="151560"/>
                </a:xfrm>
                <a:prstGeom prst="rect">
                  <a:avLst/>
                </a:prstGeom>
              </p:spPr>
            </p:pic>
          </mc:Fallback>
        </mc:AlternateContent>
        <mc:AlternateContent xmlns:mc="http://schemas.openxmlformats.org/markup-compatibility/2006">
          <mc:Choice xmlns:p14="http://schemas.microsoft.com/office/powerpoint/2010/main" Requires="p14">
            <p:contentPart p14:bwMode="auto" r:id="rId56">
              <p14:nvContentPartPr>
                <p14:cNvPr id="36" name="Ink 35">
                  <a:extLst>
                    <a:ext uri="{FF2B5EF4-FFF2-40B4-BE49-F238E27FC236}">
                      <a16:creationId xmlns:a16="http://schemas.microsoft.com/office/drawing/2014/main" id="{01A7184F-C047-84E6-C0F9-E5CB8D63B061}"/>
                    </a:ext>
                  </a:extLst>
                </p14:cNvPr>
                <p14:cNvContentPartPr/>
                <p14:nvPr/>
              </p14:nvContentPartPr>
              <p14:xfrm>
                <a:off x="3911510" y="950077"/>
                <a:ext cx="91800" cy="158400"/>
              </p14:xfrm>
            </p:contentPart>
          </mc:Choice>
          <mc:Fallback>
            <p:pic>
              <p:nvPicPr>
                <p:cNvPr id="36" name="Ink 35">
                  <a:extLst>
                    <a:ext uri="{FF2B5EF4-FFF2-40B4-BE49-F238E27FC236}">
                      <a16:creationId xmlns:a16="http://schemas.microsoft.com/office/drawing/2014/main" id="{01A7184F-C047-84E6-C0F9-E5CB8D63B061}"/>
                    </a:ext>
                  </a:extLst>
                </p:cNvPr>
                <p:cNvPicPr/>
                <p:nvPr/>
              </p:nvPicPr>
              <p:blipFill>
                <a:blip r:embed="rId57"/>
                <a:stretch>
                  <a:fillRect/>
                </a:stretch>
              </p:blipFill>
              <p:spPr>
                <a:xfrm>
                  <a:off x="3893510" y="932437"/>
                  <a:ext cx="127440" cy="194040"/>
                </a:xfrm>
                <a:prstGeom prst="rect">
                  <a:avLst/>
                </a:prstGeom>
              </p:spPr>
            </p:pic>
          </mc:Fallback>
        </mc:AlternateContent>
        <mc:AlternateContent xmlns:mc="http://schemas.openxmlformats.org/markup-compatibility/2006">
          <mc:Choice xmlns:p14="http://schemas.microsoft.com/office/powerpoint/2010/main" Requires="p14">
            <p:contentPart p14:bwMode="auto" r:id="rId58">
              <p14:nvContentPartPr>
                <p14:cNvPr id="37" name="Ink 36">
                  <a:extLst>
                    <a:ext uri="{FF2B5EF4-FFF2-40B4-BE49-F238E27FC236}">
                      <a16:creationId xmlns:a16="http://schemas.microsoft.com/office/drawing/2014/main" id="{7FC8E930-F3A4-0664-771F-0FC2A76D9319}"/>
                    </a:ext>
                  </a:extLst>
                </p14:cNvPr>
                <p14:cNvContentPartPr/>
                <p14:nvPr/>
              </p14:nvContentPartPr>
              <p14:xfrm>
                <a:off x="4086830" y="981397"/>
                <a:ext cx="117000" cy="74880"/>
              </p14:xfrm>
            </p:contentPart>
          </mc:Choice>
          <mc:Fallback>
            <p:pic>
              <p:nvPicPr>
                <p:cNvPr id="37" name="Ink 36">
                  <a:extLst>
                    <a:ext uri="{FF2B5EF4-FFF2-40B4-BE49-F238E27FC236}">
                      <a16:creationId xmlns:a16="http://schemas.microsoft.com/office/drawing/2014/main" id="{7FC8E930-F3A4-0664-771F-0FC2A76D9319}"/>
                    </a:ext>
                  </a:extLst>
                </p:cNvPr>
                <p:cNvPicPr/>
                <p:nvPr/>
              </p:nvPicPr>
              <p:blipFill>
                <a:blip r:embed="rId59"/>
                <a:stretch>
                  <a:fillRect/>
                </a:stretch>
              </p:blipFill>
              <p:spPr>
                <a:xfrm>
                  <a:off x="4069190" y="963397"/>
                  <a:ext cx="152640" cy="110520"/>
                </a:xfrm>
                <a:prstGeom prst="rect">
                  <a:avLst/>
                </a:prstGeom>
              </p:spPr>
            </p:pic>
          </mc:Fallback>
        </mc:AlternateContent>
        <mc:AlternateContent xmlns:mc="http://schemas.openxmlformats.org/markup-compatibility/2006">
          <mc:Choice xmlns:p14="http://schemas.microsoft.com/office/powerpoint/2010/main" Requires="p14">
            <p:contentPart p14:bwMode="auto" r:id="rId60">
              <p14:nvContentPartPr>
                <p14:cNvPr id="38" name="Ink 37">
                  <a:extLst>
                    <a:ext uri="{FF2B5EF4-FFF2-40B4-BE49-F238E27FC236}">
                      <a16:creationId xmlns:a16="http://schemas.microsoft.com/office/drawing/2014/main" id="{CD1D305B-59BC-1E15-77EB-28DF6579589A}"/>
                    </a:ext>
                  </a:extLst>
                </p14:cNvPr>
                <p14:cNvContentPartPr/>
                <p14:nvPr/>
              </p14:nvContentPartPr>
              <p14:xfrm>
                <a:off x="4277630" y="948277"/>
                <a:ext cx="93240" cy="137160"/>
              </p14:xfrm>
            </p:contentPart>
          </mc:Choice>
          <mc:Fallback>
            <p:pic>
              <p:nvPicPr>
                <p:cNvPr id="38" name="Ink 37">
                  <a:extLst>
                    <a:ext uri="{FF2B5EF4-FFF2-40B4-BE49-F238E27FC236}">
                      <a16:creationId xmlns:a16="http://schemas.microsoft.com/office/drawing/2014/main" id="{CD1D305B-59BC-1E15-77EB-28DF6579589A}"/>
                    </a:ext>
                  </a:extLst>
                </p:cNvPr>
                <p:cNvPicPr/>
                <p:nvPr/>
              </p:nvPicPr>
              <p:blipFill>
                <a:blip r:embed="rId61"/>
                <a:stretch>
                  <a:fillRect/>
                </a:stretch>
              </p:blipFill>
              <p:spPr>
                <a:xfrm>
                  <a:off x="4259990" y="930277"/>
                  <a:ext cx="128880" cy="172800"/>
                </a:xfrm>
                <a:prstGeom prst="rect">
                  <a:avLst/>
                </a:prstGeom>
              </p:spPr>
            </p:pic>
          </mc:Fallback>
        </mc:AlternateContent>
        <mc:AlternateContent xmlns:mc="http://schemas.openxmlformats.org/markup-compatibility/2006">
          <mc:Choice xmlns:p14="http://schemas.microsoft.com/office/powerpoint/2010/main" Requires="p14">
            <p:contentPart p14:bwMode="auto" r:id="rId62">
              <p14:nvContentPartPr>
                <p14:cNvPr id="39" name="Ink 38">
                  <a:extLst>
                    <a:ext uri="{FF2B5EF4-FFF2-40B4-BE49-F238E27FC236}">
                      <a16:creationId xmlns:a16="http://schemas.microsoft.com/office/drawing/2014/main" id="{C30766F2-0998-CD16-863F-273C390499A7}"/>
                    </a:ext>
                  </a:extLst>
                </p14:cNvPr>
                <p14:cNvContentPartPr/>
                <p14:nvPr/>
              </p14:nvContentPartPr>
              <p14:xfrm>
                <a:off x="4487870" y="952957"/>
                <a:ext cx="216000" cy="89640"/>
              </p14:xfrm>
            </p:contentPart>
          </mc:Choice>
          <mc:Fallback>
            <p:pic>
              <p:nvPicPr>
                <p:cNvPr id="39" name="Ink 38">
                  <a:extLst>
                    <a:ext uri="{FF2B5EF4-FFF2-40B4-BE49-F238E27FC236}">
                      <a16:creationId xmlns:a16="http://schemas.microsoft.com/office/drawing/2014/main" id="{C30766F2-0998-CD16-863F-273C390499A7}"/>
                    </a:ext>
                  </a:extLst>
                </p:cNvPr>
                <p:cNvPicPr/>
                <p:nvPr/>
              </p:nvPicPr>
              <p:blipFill>
                <a:blip r:embed="rId63"/>
                <a:stretch>
                  <a:fillRect/>
                </a:stretch>
              </p:blipFill>
              <p:spPr>
                <a:xfrm>
                  <a:off x="4469870" y="934957"/>
                  <a:ext cx="251640" cy="125280"/>
                </a:xfrm>
                <a:prstGeom prst="rect">
                  <a:avLst/>
                </a:prstGeom>
              </p:spPr>
            </p:pic>
          </mc:Fallback>
        </mc:AlternateContent>
        <mc:AlternateContent xmlns:mc="http://schemas.openxmlformats.org/markup-compatibility/2006">
          <mc:Choice xmlns:p14="http://schemas.microsoft.com/office/powerpoint/2010/main" Requires="p14">
            <p:contentPart p14:bwMode="auto" r:id="rId64">
              <p14:nvContentPartPr>
                <p14:cNvPr id="40" name="Ink 39">
                  <a:extLst>
                    <a:ext uri="{FF2B5EF4-FFF2-40B4-BE49-F238E27FC236}">
                      <a16:creationId xmlns:a16="http://schemas.microsoft.com/office/drawing/2014/main" id="{6AB2D8F2-B7D9-4ACC-E4CA-0BBF6B46ACBE}"/>
                    </a:ext>
                  </a:extLst>
                </p14:cNvPr>
                <p14:cNvContentPartPr/>
                <p14:nvPr/>
              </p14:nvContentPartPr>
              <p14:xfrm>
                <a:off x="4751030" y="943957"/>
                <a:ext cx="6840" cy="122040"/>
              </p14:xfrm>
            </p:contentPart>
          </mc:Choice>
          <mc:Fallback>
            <p:pic>
              <p:nvPicPr>
                <p:cNvPr id="40" name="Ink 39">
                  <a:extLst>
                    <a:ext uri="{FF2B5EF4-FFF2-40B4-BE49-F238E27FC236}">
                      <a16:creationId xmlns:a16="http://schemas.microsoft.com/office/drawing/2014/main" id="{6AB2D8F2-B7D9-4ACC-E4CA-0BBF6B46ACBE}"/>
                    </a:ext>
                  </a:extLst>
                </p:cNvPr>
                <p:cNvPicPr/>
                <p:nvPr/>
              </p:nvPicPr>
              <p:blipFill>
                <a:blip r:embed="rId65"/>
                <a:stretch>
                  <a:fillRect/>
                </a:stretch>
              </p:blipFill>
              <p:spPr>
                <a:xfrm>
                  <a:off x="4733390" y="925957"/>
                  <a:ext cx="42480" cy="157680"/>
                </a:xfrm>
                <a:prstGeom prst="rect">
                  <a:avLst/>
                </a:prstGeom>
              </p:spPr>
            </p:pic>
          </mc:Fallback>
        </mc:AlternateContent>
        <mc:AlternateContent xmlns:mc="http://schemas.openxmlformats.org/markup-compatibility/2006">
          <mc:Choice xmlns:p14="http://schemas.microsoft.com/office/powerpoint/2010/main" Requires="p14">
            <p:contentPart p14:bwMode="auto" r:id="rId66">
              <p14:nvContentPartPr>
                <p14:cNvPr id="41" name="Ink 40">
                  <a:extLst>
                    <a:ext uri="{FF2B5EF4-FFF2-40B4-BE49-F238E27FC236}">
                      <a16:creationId xmlns:a16="http://schemas.microsoft.com/office/drawing/2014/main" id="{A8610F6B-40AF-E37B-24F7-38A14B173BD2}"/>
                    </a:ext>
                  </a:extLst>
                </p14:cNvPr>
                <p14:cNvContentPartPr/>
                <p14:nvPr/>
              </p14:nvContentPartPr>
              <p14:xfrm>
                <a:off x="4755350" y="846397"/>
                <a:ext cx="19080" cy="35280"/>
              </p14:xfrm>
            </p:contentPart>
          </mc:Choice>
          <mc:Fallback>
            <p:pic>
              <p:nvPicPr>
                <p:cNvPr id="41" name="Ink 40">
                  <a:extLst>
                    <a:ext uri="{FF2B5EF4-FFF2-40B4-BE49-F238E27FC236}">
                      <a16:creationId xmlns:a16="http://schemas.microsoft.com/office/drawing/2014/main" id="{A8610F6B-40AF-E37B-24F7-38A14B173BD2}"/>
                    </a:ext>
                  </a:extLst>
                </p:cNvPr>
                <p:cNvPicPr/>
                <p:nvPr/>
              </p:nvPicPr>
              <p:blipFill>
                <a:blip r:embed="rId67"/>
                <a:stretch>
                  <a:fillRect/>
                </a:stretch>
              </p:blipFill>
              <p:spPr>
                <a:xfrm>
                  <a:off x="4737710" y="828757"/>
                  <a:ext cx="54720" cy="70920"/>
                </a:xfrm>
                <a:prstGeom prst="rect">
                  <a:avLst/>
                </a:prstGeom>
              </p:spPr>
            </p:pic>
          </mc:Fallback>
        </mc:AlternateContent>
        <mc:AlternateContent xmlns:mc="http://schemas.openxmlformats.org/markup-compatibility/2006">
          <mc:Choice xmlns:p14="http://schemas.microsoft.com/office/powerpoint/2010/main" Requires="p14">
            <p:contentPart p14:bwMode="auto" r:id="rId68">
              <p14:nvContentPartPr>
                <p14:cNvPr id="42" name="Ink 41">
                  <a:extLst>
                    <a:ext uri="{FF2B5EF4-FFF2-40B4-BE49-F238E27FC236}">
                      <a16:creationId xmlns:a16="http://schemas.microsoft.com/office/drawing/2014/main" id="{00848D24-D7C3-58B3-28EF-A1ABC034593C}"/>
                    </a:ext>
                  </a:extLst>
                </p14:cNvPr>
                <p14:cNvContentPartPr/>
                <p14:nvPr/>
              </p14:nvContentPartPr>
              <p14:xfrm>
                <a:off x="4901510" y="778717"/>
                <a:ext cx="29880" cy="214200"/>
              </p14:xfrm>
            </p:contentPart>
          </mc:Choice>
          <mc:Fallback>
            <p:pic>
              <p:nvPicPr>
                <p:cNvPr id="42" name="Ink 41">
                  <a:extLst>
                    <a:ext uri="{FF2B5EF4-FFF2-40B4-BE49-F238E27FC236}">
                      <a16:creationId xmlns:a16="http://schemas.microsoft.com/office/drawing/2014/main" id="{00848D24-D7C3-58B3-28EF-A1ABC034593C}"/>
                    </a:ext>
                  </a:extLst>
                </p:cNvPr>
                <p:cNvPicPr/>
                <p:nvPr/>
              </p:nvPicPr>
              <p:blipFill>
                <a:blip r:embed="rId69"/>
                <a:stretch>
                  <a:fillRect/>
                </a:stretch>
              </p:blipFill>
              <p:spPr>
                <a:xfrm>
                  <a:off x="4883870" y="760717"/>
                  <a:ext cx="65520" cy="249840"/>
                </a:xfrm>
                <a:prstGeom prst="rect">
                  <a:avLst/>
                </a:prstGeom>
              </p:spPr>
            </p:pic>
          </mc:Fallback>
        </mc:AlternateContent>
        <mc:AlternateContent xmlns:mc="http://schemas.openxmlformats.org/markup-compatibility/2006">
          <mc:Choice xmlns:p14="http://schemas.microsoft.com/office/powerpoint/2010/main" Requires="p14">
            <p:contentPart p14:bwMode="auto" r:id="rId70">
              <p14:nvContentPartPr>
                <p14:cNvPr id="43" name="Ink 42">
                  <a:extLst>
                    <a:ext uri="{FF2B5EF4-FFF2-40B4-BE49-F238E27FC236}">
                      <a16:creationId xmlns:a16="http://schemas.microsoft.com/office/drawing/2014/main" id="{FBA4B62C-257A-ACD5-BCBF-C22E14002A0A}"/>
                    </a:ext>
                  </a:extLst>
                </p14:cNvPr>
                <p14:cNvContentPartPr/>
                <p14:nvPr/>
              </p14:nvContentPartPr>
              <p14:xfrm>
                <a:off x="4898630" y="932437"/>
                <a:ext cx="96120" cy="27000"/>
              </p14:xfrm>
            </p:contentPart>
          </mc:Choice>
          <mc:Fallback>
            <p:pic>
              <p:nvPicPr>
                <p:cNvPr id="43" name="Ink 42">
                  <a:extLst>
                    <a:ext uri="{FF2B5EF4-FFF2-40B4-BE49-F238E27FC236}">
                      <a16:creationId xmlns:a16="http://schemas.microsoft.com/office/drawing/2014/main" id="{FBA4B62C-257A-ACD5-BCBF-C22E14002A0A}"/>
                    </a:ext>
                  </a:extLst>
                </p:cNvPr>
                <p:cNvPicPr/>
                <p:nvPr/>
              </p:nvPicPr>
              <p:blipFill>
                <a:blip r:embed="rId71"/>
                <a:stretch>
                  <a:fillRect/>
                </a:stretch>
              </p:blipFill>
              <p:spPr>
                <a:xfrm>
                  <a:off x="4880630" y="914797"/>
                  <a:ext cx="131760" cy="62640"/>
                </a:xfrm>
                <a:prstGeom prst="rect">
                  <a:avLst/>
                </a:prstGeom>
              </p:spPr>
            </p:pic>
          </mc:Fallback>
        </mc:AlternateContent>
        <mc:AlternateContent xmlns:mc="http://schemas.openxmlformats.org/markup-compatibility/2006">
          <mc:Choice xmlns:p14="http://schemas.microsoft.com/office/powerpoint/2010/main" Requires="p14">
            <p:contentPart p14:bwMode="auto" r:id="rId72">
              <p14:nvContentPartPr>
                <p14:cNvPr id="44" name="Ink 43">
                  <a:extLst>
                    <a:ext uri="{FF2B5EF4-FFF2-40B4-BE49-F238E27FC236}">
                      <a16:creationId xmlns:a16="http://schemas.microsoft.com/office/drawing/2014/main" id="{937B734B-AD0D-5AD5-248A-C0B0642F451D}"/>
                    </a:ext>
                  </a:extLst>
                </p14:cNvPr>
                <p14:cNvContentPartPr/>
                <p14:nvPr/>
              </p14:nvContentPartPr>
              <p14:xfrm>
                <a:off x="5103830" y="725077"/>
                <a:ext cx="65880" cy="338400"/>
              </p14:xfrm>
            </p:contentPart>
          </mc:Choice>
          <mc:Fallback>
            <p:pic>
              <p:nvPicPr>
                <p:cNvPr id="44" name="Ink 43">
                  <a:extLst>
                    <a:ext uri="{FF2B5EF4-FFF2-40B4-BE49-F238E27FC236}">
                      <a16:creationId xmlns:a16="http://schemas.microsoft.com/office/drawing/2014/main" id="{937B734B-AD0D-5AD5-248A-C0B0642F451D}"/>
                    </a:ext>
                  </a:extLst>
                </p:cNvPr>
                <p:cNvPicPr/>
                <p:nvPr/>
              </p:nvPicPr>
              <p:blipFill>
                <a:blip r:embed="rId73"/>
                <a:stretch>
                  <a:fillRect/>
                </a:stretch>
              </p:blipFill>
              <p:spPr>
                <a:xfrm>
                  <a:off x="5085830" y="707077"/>
                  <a:ext cx="101520" cy="374040"/>
                </a:xfrm>
                <a:prstGeom prst="rect">
                  <a:avLst/>
                </a:prstGeom>
              </p:spPr>
            </p:pic>
          </mc:Fallback>
        </mc:AlternateContent>
      </p:grpSp>
      <p:grpSp>
        <p:nvGrpSpPr>
          <p:cNvPr id="56" name="Group 55">
            <a:extLst>
              <a:ext uri="{FF2B5EF4-FFF2-40B4-BE49-F238E27FC236}">
                <a16:creationId xmlns:a16="http://schemas.microsoft.com/office/drawing/2014/main" id="{01145C20-A195-58F9-2C1D-06C1A1167CB0}"/>
              </a:ext>
            </a:extLst>
          </p:cNvPr>
          <p:cNvGrpSpPr/>
          <p:nvPr/>
        </p:nvGrpSpPr>
        <p:grpSpPr>
          <a:xfrm>
            <a:off x="9579710" y="747037"/>
            <a:ext cx="1585440" cy="402840"/>
            <a:chOff x="9579710" y="747037"/>
            <a:chExt cx="1585440" cy="402840"/>
          </a:xfrm>
        </p:grpSpPr>
        <mc:AlternateContent xmlns:mc="http://schemas.openxmlformats.org/markup-compatibility/2006">
          <mc:Choice xmlns:p14="http://schemas.microsoft.com/office/powerpoint/2010/main" Requires="p14">
            <p:contentPart p14:bwMode="auto" r:id="rId74">
              <p14:nvContentPartPr>
                <p14:cNvPr id="45" name="Ink 44">
                  <a:extLst>
                    <a:ext uri="{FF2B5EF4-FFF2-40B4-BE49-F238E27FC236}">
                      <a16:creationId xmlns:a16="http://schemas.microsoft.com/office/drawing/2014/main" id="{29E94A76-406A-3499-EE88-028208F60532}"/>
                    </a:ext>
                  </a:extLst>
                </p14:cNvPr>
                <p14:cNvContentPartPr/>
                <p14:nvPr/>
              </p14:nvContentPartPr>
              <p14:xfrm>
                <a:off x="9579710" y="749557"/>
                <a:ext cx="232920" cy="400320"/>
              </p14:xfrm>
            </p:contentPart>
          </mc:Choice>
          <mc:Fallback>
            <p:pic>
              <p:nvPicPr>
                <p:cNvPr id="45" name="Ink 44">
                  <a:extLst>
                    <a:ext uri="{FF2B5EF4-FFF2-40B4-BE49-F238E27FC236}">
                      <a16:creationId xmlns:a16="http://schemas.microsoft.com/office/drawing/2014/main" id="{29E94A76-406A-3499-EE88-028208F60532}"/>
                    </a:ext>
                  </a:extLst>
                </p:cNvPr>
                <p:cNvPicPr/>
                <p:nvPr/>
              </p:nvPicPr>
              <p:blipFill>
                <a:blip r:embed="rId75"/>
                <a:stretch>
                  <a:fillRect/>
                </a:stretch>
              </p:blipFill>
              <p:spPr>
                <a:xfrm>
                  <a:off x="9562070" y="731917"/>
                  <a:ext cx="268560" cy="435960"/>
                </a:xfrm>
                <a:prstGeom prst="rect">
                  <a:avLst/>
                </a:prstGeom>
              </p:spPr>
            </p:pic>
          </mc:Fallback>
        </mc:AlternateContent>
        <mc:AlternateContent xmlns:mc="http://schemas.openxmlformats.org/markup-compatibility/2006">
          <mc:Choice xmlns:p14="http://schemas.microsoft.com/office/powerpoint/2010/main" Requires="p14">
            <p:contentPart p14:bwMode="auto" r:id="rId76">
              <p14:nvContentPartPr>
                <p14:cNvPr id="46" name="Ink 45">
                  <a:extLst>
                    <a:ext uri="{FF2B5EF4-FFF2-40B4-BE49-F238E27FC236}">
                      <a16:creationId xmlns:a16="http://schemas.microsoft.com/office/drawing/2014/main" id="{A564915C-CA8E-9ABA-88BD-7C570C28E2BD}"/>
                    </a:ext>
                  </a:extLst>
                </p14:cNvPr>
                <p14:cNvContentPartPr/>
                <p14:nvPr/>
              </p14:nvContentPartPr>
              <p14:xfrm>
                <a:off x="9949070" y="929197"/>
                <a:ext cx="28080" cy="202320"/>
              </p14:xfrm>
            </p:contentPart>
          </mc:Choice>
          <mc:Fallback>
            <p:pic>
              <p:nvPicPr>
                <p:cNvPr id="46" name="Ink 45">
                  <a:extLst>
                    <a:ext uri="{FF2B5EF4-FFF2-40B4-BE49-F238E27FC236}">
                      <a16:creationId xmlns:a16="http://schemas.microsoft.com/office/drawing/2014/main" id="{A564915C-CA8E-9ABA-88BD-7C570C28E2BD}"/>
                    </a:ext>
                  </a:extLst>
                </p:cNvPr>
                <p:cNvPicPr/>
                <p:nvPr/>
              </p:nvPicPr>
              <p:blipFill>
                <a:blip r:embed="rId77"/>
                <a:stretch>
                  <a:fillRect/>
                </a:stretch>
              </p:blipFill>
              <p:spPr>
                <a:xfrm>
                  <a:off x="9931070" y="911557"/>
                  <a:ext cx="63720" cy="237960"/>
                </a:xfrm>
                <a:prstGeom prst="rect">
                  <a:avLst/>
                </a:prstGeom>
              </p:spPr>
            </p:pic>
          </mc:Fallback>
        </mc:AlternateContent>
        <mc:AlternateContent xmlns:mc="http://schemas.openxmlformats.org/markup-compatibility/2006">
          <mc:Choice xmlns:p14="http://schemas.microsoft.com/office/powerpoint/2010/main" Requires="p14">
            <p:contentPart p14:bwMode="auto" r:id="rId78">
              <p14:nvContentPartPr>
                <p14:cNvPr id="47" name="Ink 46">
                  <a:extLst>
                    <a:ext uri="{FF2B5EF4-FFF2-40B4-BE49-F238E27FC236}">
                      <a16:creationId xmlns:a16="http://schemas.microsoft.com/office/drawing/2014/main" id="{EFD17A10-1381-A759-5732-555BE49A96C9}"/>
                    </a:ext>
                  </a:extLst>
                </p14:cNvPr>
                <p14:cNvContentPartPr/>
                <p14:nvPr/>
              </p14:nvContentPartPr>
              <p14:xfrm>
                <a:off x="9959150" y="893917"/>
                <a:ext cx="71640" cy="155160"/>
              </p14:xfrm>
            </p:contentPart>
          </mc:Choice>
          <mc:Fallback>
            <p:pic>
              <p:nvPicPr>
                <p:cNvPr id="47" name="Ink 46">
                  <a:extLst>
                    <a:ext uri="{FF2B5EF4-FFF2-40B4-BE49-F238E27FC236}">
                      <a16:creationId xmlns:a16="http://schemas.microsoft.com/office/drawing/2014/main" id="{EFD17A10-1381-A759-5732-555BE49A96C9}"/>
                    </a:ext>
                  </a:extLst>
                </p:cNvPr>
                <p:cNvPicPr/>
                <p:nvPr/>
              </p:nvPicPr>
              <p:blipFill>
                <a:blip r:embed="rId79"/>
                <a:stretch>
                  <a:fillRect/>
                </a:stretch>
              </p:blipFill>
              <p:spPr>
                <a:xfrm>
                  <a:off x="9941150" y="876277"/>
                  <a:ext cx="107280" cy="190800"/>
                </a:xfrm>
                <a:prstGeom prst="rect">
                  <a:avLst/>
                </a:prstGeom>
              </p:spPr>
            </p:pic>
          </mc:Fallback>
        </mc:AlternateContent>
        <mc:AlternateContent xmlns:mc="http://schemas.openxmlformats.org/markup-compatibility/2006">
          <mc:Choice xmlns:p14="http://schemas.microsoft.com/office/powerpoint/2010/main" Requires="p14">
            <p:contentPart p14:bwMode="auto" r:id="rId80">
              <p14:nvContentPartPr>
                <p14:cNvPr id="48" name="Ink 47">
                  <a:extLst>
                    <a:ext uri="{FF2B5EF4-FFF2-40B4-BE49-F238E27FC236}">
                      <a16:creationId xmlns:a16="http://schemas.microsoft.com/office/drawing/2014/main" id="{592A785B-B5FD-7B4E-C2FB-4D0F55746022}"/>
                    </a:ext>
                  </a:extLst>
                </p14:cNvPr>
                <p14:cNvContentPartPr/>
                <p14:nvPr/>
              </p14:nvContentPartPr>
              <p14:xfrm>
                <a:off x="10135190" y="983917"/>
                <a:ext cx="124560" cy="101160"/>
              </p14:xfrm>
            </p:contentPart>
          </mc:Choice>
          <mc:Fallback>
            <p:pic>
              <p:nvPicPr>
                <p:cNvPr id="48" name="Ink 47">
                  <a:extLst>
                    <a:ext uri="{FF2B5EF4-FFF2-40B4-BE49-F238E27FC236}">
                      <a16:creationId xmlns:a16="http://schemas.microsoft.com/office/drawing/2014/main" id="{592A785B-B5FD-7B4E-C2FB-4D0F55746022}"/>
                    </a:ext>
                  </a:extLst>
                </p:cNvPr>
                <p:cNvPicPr/>
                <p:nvPr/>
              </p:nvPicPr>
              <p:blipFill>
                <a:blip r:embed="rId81"/>
                <a:stretch>
                  <a:fillRect/>
                </a:stretch>
              </p:blipFill>
              <p:spPr>
                <a:xfrm>
                  <a:off x="10117190" y="965917"/>
                  <a:ext cx="160200" cy="136800"/>
                </a:xfrm>
                <a:prstGeom prst="rect">
                  <a:avLst/>
                </a:prstGeom>
              </p:spPr>
            </p:pic>
          </mc:Fallback>
        </mc:AlternateContent>
        <mc:AlternateContent xmlns:mc="http://schemas.openxmlformats.org/markup-compatibility/2006">
          <mc:Choice xmlns:p14="http://schemas.microsoft.com/office/powerpoint/2010/main" Requires="p14">
            <p:contentPart p14:bwMode="auto" r:id="rId82">
              <p14:nvContentPartPr>
                <p14:cNvPr id="49" name="Ink 48">
                  <a:extLst>
                    <a:ext uri="{FF2B5EF4-FFF2-40B4-BE49-F238E27FC236}">
                      <a16:creationId xmlns:a16="http://schemas.microsoft.com/office/drawing/2014/main" id="{90D63084-626E-B1CB-F62B-21888EE2DACB}"/>
                    </a:ext>
                  </a:extLst>
                </p14:cNvPr>
                <p14:cNvContentPartPr/>
                <p14:nvPr/>
              </p14:nvContentPartPr>
              <p14:xfrm>
                <a:off x="10359830" y="995437"/>
                <a:ext cx="140040" cy="123120"/>
              </p14:xfrm>
            </p:contentPart>
          </mc:Choice>
          <mc:Fallback>
            <p:pic>
              <p:nvPicPr>
                <p:cNvPr id="49" name="Ink 48">
                  <a:extLst>
                    <a:ext uri="{FF2B5EF4-FFF2-40B4-BE49-F238E27FC236}">
                      <a16:creationId xmlns:a16="http://schemas.microsoft.com/office/drawing/2014/main" id="{90D63084-626E-B1CB-F62B-21888EE2DACB}"/>
                    </a:ext>
                  </a:extLst>
                </p:cNvPr>
                <p:cNvPicPr/>
                <p:nvPr/>
              </p:nvPicPr>
              <p:blipFill>
                <a:blip r:embed="rId83"/>
                <a:stretch>
                  <a:fillRect/>
                </a:stretch>
              </p:blipFill>
              <p:spPr>
                <a:xfrm>
                  <a:off x="10341830" y="977797"/>
                  <a:ext cx="175680" cy="158760"/>
                </a:xfrm>
                <a:prstGeom prst="rect">
                  <a:avLst/>
                </a:prstGeom>
              </p:spPr>
            </p:pic>
          </mc:Fallback>
        </mc:AlternateContent>
        <mc:AlternateContent xmlns:mc="http://schemas.openxmlformats.org/markup-compatibility/2006">
          <mc:Choice xmlns:p14="http://schemas.microsoft.com/office/powerpoint/2010/main" Requires="p14">
            <p:contentPart p14:bwMode="auto" r:id="rId84">
              <p14:nvContentPartPr>
                <p14:cNvPr id="50" name="Ink 49">
                  <a:extLst>
                    <a:ext uri="{FF2B5EF4-FFF2-40B4-BE49-F238E27FC236}">
                      <a16:creationId xmlns:a16="http://schemas.microsoft.com/office/drawing/2014/main" id="{20946A3F-86C0-FA26-92E5-BB3A15E7165A}"/>
                    </a:ext>
                  </a:extLst>
                </p14:cNvPr>
                <p14:cNvContentPartPr/>
                <p14:nvPr/>
              </p14:nvContentPartPr>
              <p14:xfrm>
                <a:off x="10482950" y="1026037"/>
                <a:ext cx="129960" cy="102960"/>
              </p14:xfrm>
            </p:contentPart>
          </mc:Choice>
          <mc:Fallback>
            <p:pic>
              <p:nvPicPr>
                <p:cNvPr id="50" name="Ink 49">
                  <a:extLst>
                    <a:ext uri="{FF2B5EF4-FFF2-40B4-BE49-F238E27FC236}">
                      <a16:creationId xmlns:a16="http://schemas.microsoft.com/office/drawing/2014/main" id="{20946A3F-86C0-FA26-92E5-BB3A15E7165A}"/>
                    </a:ext>
                  </a:extLst>
                </p:cNvPr>
                <p:cNvPicPr/>
                <p:nvPr/>
              </p:nvPicPr>
              <p:blipFill>
                <a:blip r:embed="rId85"/>
                <a:stretch>
                  <a:fillRect/>
                </a:stretch>
              </p:blipFill>
              <p:spPr>
                <a:xfrm>
                  <a:off x="10464950" y="1008037"/>
                  <a:ext cx="165600" cy="138600"/>
                </a:xfrm>
                <a:prstGeom prst="rect">
                  <a:avLst/>
                </a:prstGeom>
              </p:spPr>
            </p:pic>
          </mc:Fallback>
        </mc:AlternateContent>
        <mc:AlternateContent xmlns:mc="http://schemas.openxmlformats.org/markup-compatibility/2006">
          <mc:Choice xmlns:p14="http://schemas.microsoft.com/office/powerpoint/2010/main" Requires="p14">
            <p:contentPart p14:bwMode="auto" r:id="rId86">
              <p14:nvContentPartPr>
                <p14:cNvPr id="51" name="Ink 50">
                  <a:extLst>
                    <a:ext uri="{FF2B5EF4-FFF2-40B4-BE49-F238E27FC236}">
                      <a16:creationId xmlns:a16="http://schemas.microsoft.com/office/drawing/2014/main" id="{A693E61B-D892-7FBB-3F9C-0B29F311FFF2}"/>
                    </a:ext>
                  </a:extLst>
                </p14:cNvPr>
                <p14:cNvContentPartPr/>
                <p14:nvPr/>
              </p14:nvContentPartPr>
              <p14:xfrm>
                <a:off x="10670510" y="1049797"/>
                <a:ext cx="33480" cy="82080"/>
              </p14:xfrm>
            </p:contentPart>
          </mc:Choice>
          <mc:Fallback>
            <p:pic>
              <p:nvPicPr>
                <p:cNvPr id="51" name="Ink 50">
                  <a:extLst>
                    <a:ext uri="{FF2B5EF4-FFF2-40B4-BE49-F238E27FC236}">
                      <a16:creationId xmlns:a16="http://schemas.microsoft.com/office/drawing/2014/main" id="{A693E61B-D892-7FBB-3F9C-0B29F311FFF2}"/>
                    </a:ext>
                  </a:extLst>
                </p:cNvPr>
                <p:cNvPicPr/>
                <p:nvPr/>
              </p:nvPicPr>
              <p:blipFill>
                <a:blip r:embed="rId87"/>
                <a:stretch>
                  <a:fillRect/>
                </a:stretch>
              </p:blipFill>
              <p:spPr>
                <a:xfrm>
                  <a:off x="10652510" y="1032157"/>
                  <a:ext cx="69120" cy="117720"/>
                </a:xfrm>
                <a:prstGeom prst="rect">
                  <a:avLst/>
                </a:prstGeom>
              </p:spPr>
            </p:pic>
          </mc:Fallback>
        </mc:AlternateContent>
        <mc:AlternateContent xmlns:mc="http://schemas.openxmlformats.org/markup-compatibility/2006">
          <mc:Choice xmlns:p14="http://schemas.microsoft.com/office/powerpoint/2010/main" Requires="p14">
            <p:contentPart p14:bwMode="auto" r:id="rId88">
              <p14:nvContentPartPr>
                <p14:cNvPr id="52" name="Ink 51">
                  <a:extLst>
                    <a:ext uri="{FF2B5EF4-FFF2-40B4-BE49-F238E27FC236}">
                      <a16:creationId xmlns:a16="http://schemas.microsoft.com/office/drawing/2014/main" id="{F57B198B-9320-CA54-8B87-0CE5444659FB}"/>
                    </a:ext>
                  </a:extLst>
                </p14:cNvPr>
                <p14:cNvContentPartPr/>
                <p14:nvPr/>
              </p14:nvContentPartPr>
              <p14:xfrm>
                <a:off x="10692110" y="881677"/>
                <a:ext cx="30960" cy="47160"/>
              </p14:xfrm>
            </p:contentPart>
          </mc:Choice>
          <mc:Fallback>
            <p:pic>
              <p:nvPicPr>
                <p:cNvPr id="52" name="Ink 51">
                  <a:extLst>
                    <a:ext uri="{FF2B5EF4-FFF2-40B4-BE49-F238E27FC236}">
                      <a16:creationId xmlns:a16="http://schemas.microsoft.com/office/drawing/2014/main" id="{F57B198B-9320-CA54-8B87-0CE5444659FB}"/>
                    </a:ext>
                  </a:extLst>
                </p:cNvPr>
                <p:cNvPicPr/>
                <p:nvPr/>
              </p:nvPicPr>
              <p:blipFill>
                <a:blip r:embed="rId89"/>
                <a:stretch>
                  <a:fillRect/>
                </a:stretch>
              </p:blipFill>
              <p:spPr>
                <a:xfrm>
                  <a:off x="10674110" y="863677"/>
                  <a:ext cx="66600" cy="82800"/>
                </a:xfrm>
                <a:prstGeom prst="rect">
                  <a:avLst/>
                </a:prstGeom>
              </p:spPr>
            </p:pic>
          </mc:Fallback>
        </mc:AlternateContent>
        <mc:AlternateContent xmlns:mc="http://schemas.openxmlformats.org/markup-compatibility/2006">
          <mc:Choice xmlns:p14="http://schemas.microsoft.com/office/powerpoint/2010/main" Requires="p14">
            <p:contentPart p14:bwMode="auto" r:id="rId90">
              <p14:nvContentPartPr>
                <p14:cNvPr id="53" name="Ink 52">
                  <a:extLst>
                    <a:ext uri="{FF2B5EF4-FFF2-40B4-BE49-F238E27FC236}">
                      <a16:creationId xmlns:a16="http://schemas.microsoft.com/office/drawing/2014/main" id="{FCDDDDFD-10DC-A5DA-0D18-8A6C395418AB}"/>
                    </a:ext>
                  </a:extLst>
                </p14:cNvPr>
                <p14:cNvContentPartPr/>
                <p14:nvPr/>
              </p14:nvContentPartPr>
              <p14:xfrm>
                <a:off x="10800110" y="976717"/>
                <a:ext cx="105120" cy="129960"/>
              </p14:xfrm>
            </p:contentPart>
          </mc:Choice>
          <mc:Fallback>
            <p:pic>
              <p:nvPicPr>
                <p:cNvPr id="53" name="Ink 52">
                  <a:extLst>
                    <a:ext uri="{FF2B5EF4-FFF2-40B4-BE49-F238E27FC236}">
                      <a16:creationId xmlns:a16="http://schemas.microsoft.com/office/drawing/2014/main" id="{FCDDDDFD-10DC-A5DA-0D18-8A6C395418AB}"/>
                    </a:ext>
                  </a:extLst>
                </p:cNvPr>
                <p:cNvPicPr/>
                <p:nvPr/>
              </p:nvPicPr>
              <p:blipFill>
                <a:blip r:embed="rId91"/>
                <a:stretch>
                  <a:fillRect/>
                </a:stretch>
              </p:blipFill>
              <p:spPr>
                <a:xfrm>
                  <a:off x="10782470" y="959077"/>
                  <a:ext cx="140760" cy="165600"/>
                </a:xfrm>
                <a:prstGeom prst="rect">
                  <a:avLst/>
                </a:prstGeom>
              </p:spPr>
            </p:pic>
          </mc:Fallback>
        </mc:AlternateContent>
        <mc:AlternateContent xmlns:mc="http://schemas.openxmlformats.org/markup-compatibility/2006">
          <mc:Choice xmlns:p14="http://schemas.microsoft.com/office/powerpoint/2010/main" Requires="p14">
            <p:contentPart p14:bwMode="auto" r:id="rId92">
              <p14:nvContentPartPr>
                <p14:cNvPr id="54" name="Ink 53">
                  <a:extLst>
                    <a:ext uri="{FF2B5EF4-FFF2-40B4-BE49-F238E27FC236}">
                      <a16:creationId xmlns:a16="http://schemas.microsoft.com/office/drawing/2014/main" id="{635BCC07-FCE6-6EF5-E917-63B41B564A64}"/>
                    </a:ext>
                  </a:extLst>
                </p14:cNvPr>
                <p14:cNvContentPartPr/>
                <p14:nvPr/>
              </p14:nvContentPartPr>
              <p14:xfrm>
                <a:off x="10947350" y="1011637"/>
                <a:ext cx="56520" cy="71280"/>
              </p14:xfrm>
            </p:contentPart>
          </mc:Choice>
          <mc:Fallback>
            <p:pic>
              <p:nvPicPr>
                <p:cNvPr id="54" name="Ink 53">
                  <a:extLst>
                    <a:ext uri="{FF2B5EF4-FFF2-40B4-BE49-F238E27FC236}">
                      <a16:creationId xmlns:a16="http://schemas.microsoft.com/office/drawing/2014/main" id="{635BCC07-FCE6-6EF5-E917-63B41B564A64}"/>
                    </a:ext>
                  </a:extLst>
                </p:cNvPr>
                <p:cNvPicPr/>
                <p:nvPr/>
              </p:nvPicPr>
              <p:blipFill>
                <a:blip r:embed="rId93"/>
                <a:stretch>
                  <a:fillRect/>
                </a:stretch>
              </p:blipFill>
              <p:spPr>
                <a:xfrm>
                  <a:off x="10929710" y="993997"/>
                  <a:ext cx="92160" cy="106920"/>
                </a:xfrm>
                <a:prstGeom prst="rect">
                  <a:avLst/>
                </a:prstGeom>
              </p:spPr>
            </p:pic>
          </mc:Fallback>
        </mc:AlternateContent>
        <mc:AlternateContent xmlns:mc="http://schemas.openxmlformats.org/markup-compatibility/2006">
          <mc:Choice xmlns:p14="http://schemas.microsoft.com/office/powerpoint/2010/main" Requires="p14">
            <p:contentPart p14:bwMode="auto" r:id="rId94">
              <p14:nvContentPartPr>
                <p14:cNvPr id="55" name="Ink 54">
                  <a:extLst>
                    <a:ext uri="{FF2B5EF4-FFF2-40B4-BE49-F238E27FC236}">
                      <a16:creationId xmlns:a16="http://schemas.microsoft.com/office/drawing/2014/main" id="{3D7F872A-4E32-CEAD-E3E5-57EB7DC2A178}"/>
                    </a:ext>
                  </a:extLst>
                </p14:cNvPr>
                <p14:cNvContentPartPr/>
                <p14:nvPr/>
              </p14:nvContentPartPr>
              <p14:xfrm>
                <a:off x="11104670" y="747037"/>
                <a:ext cx="60480" cy="401760"/>
              </p14:xfrm>
            </p:contentPart>
          </mc:Choice>
          <mc:Fallback>
            <p:pic>
              <p:nvPicPr>
                <p:cNvPr id="55" name="Ink 54">
                  <a:extLst>
                    <a:ext uri="{FF2B5EF4-FFF2-40B4-BE49-F238E27FC236}">
                      <a16:creationId xmlns:a16="http://schemas.microsoft.com/office/drawing/2014/main" id="{3D7F872A-4E32-CEAD-E3E5-57EB7DC2A178}"/>
                    </a:ext>
                  </a:extLst>
                </p:cNvPr>
                <p:cNvPicPr/>
                <p:nvPr/>
              </p:nvPicPr>
              <p:blipFill>
                <a:blip r:embed="rId95"/>
                <a:stretch>
                  <a:fillRect/>
                </a:stretch>
              </p:blipFill>
              <p:spPr>
                <a:xfrm>
                  <a:off x="11086670" y="729397"/>
                  <a:ext cx="96120" cy="437400"/>
                </a:xfrm>
                <a:prstGeom prst="rect">
                  <a:avLst/>
                </a:prstGeom>
              </p:spPr>
            </p:pic>
          </mc:Fallback>
        </mc:AlternateContent>
      </p:grpSp>
      <p:grpSp>
        <p:nvGrpSpPr>
          <p:cNvPr id="67" name="Group 66">
            <a:extLst>
              <a:ext uri="{FF2B5EF4-FFF2-40B4-BE49-F238E27FC236}">
                <a16:creationId xmlns:a16="http://schemas.microsoft.com/office/drawing/2014/main" id="{CB44C132-98E5-B5AD-FEDE-34E2CCB24EB6}"/>
              </a:ext>
            </a:extLst>
          </p:cNvPr>
          <p:cNvGrpSpPr/>
          <p:nvPr/>
        </p:nvGrpSpPr>
        <p:grpSpPr>
          <a:xfrm>
            <a:off x="10310870" y="2015677"/>
            <a:ext cx="1197720" cy="2074680"/>
            <a:chOff x="10310870" y="2015677"/>
            <a:chExt cx="1197720" cy="2074680"/>
          </a:xfrm>
        </p:grpSpPr>
        <mc:AlternateContent xmlns:mc="http://schemas.openxmlformats.org/markup-compatibility/2006">
          <mc:Choice xmlns:p14="http://schemas.microsoft.com/office/powerpoint/2010/main" Requires="p14">
            <p:contentPart p14:bwMode="auto" r:id="rId96">
              <p14:nvContentPartPr>
                <p14:cNvPr id="58" name="Ink 57">
                  <a:extLst>
                    <a:ext uri="{FF2B5EF4-FFF2-40B4-BE49-F238E27FC236}">
                      <a16:creationId xmlns:a16="http://schemas.microsoft.com/office/drawing/2014/main" id="{D5C07D0A-A797-F3A3-1E11-7217839D9D53}"/>
                    </a:ext>
                  </a:extLst>
                </p14:cNvPr>
                <p14:cNvContentPartPr/>
                <p14:nvPr/>
              </p14:nvContentPartPr>
              <p14:xfrm>
                <a:off x="10322750" y="2635597"/>
                <a:ext cx="74880" cy="1214640"/>
              </p14:xfrm>
            </p:contentPart>
          </mc:Choice>
          <mc:Fallback>
            <p:pic>
              <p:nvPicPr>
                <p:cNvPr id="58" name="Ink 57">
                  <a:extLst>
                    <a:ext uri="{FF2B5EF4-FFF2-40B4-BE49-F238E27FC236}">
                      <a16:creationId xmlns:a16="http://schemas.microsoft.com/office/drawing/2014/main" id="{D5C07D0A-A797-F3A3-1E11-7217839D9D53}"/>
                    </a:ext>
                  </a:extLst>
                </p:cNvPr>
                <p:cNvPicPr/>
                <p:nvPr/>
              </p:nvPicPr>
              <p:blipFill>
                <a:blip r:embed="rId97"/>
                <a:stretch>
                  <a:fillRect/>
                </a:stretch>
              </p:blipFill>
              <p:spPr>
                <a:xfrm>
                  <a:off x="10304750" y="2617957"/>
                  <a:ext cx="110520" cy="1250280"/>
                </a:xfrm>
                <a:prstGeom prst="rect">
                  <a:avLst/>
                </a:prstGeom>
              </p:spPr>
            </p:pic>
          </mc:Fallback>
        </mc:AlternateContent>
        <mc:AlternateContent xmlns:mc="http://schemas.openxmlformats.org/markup-compatibility/2006">
          <mc:Choice xmlns:p14="http://schemas.microsoft.com/office/powerpoint/2010/main" Requires="p14">
            <p:contentPart p14:bwMode="auto" r:id="rId98">
              <p14:nvContentPartPr>
                <p14:cNvPr id="59" name="Ink 58">
                  <a:extLst>
                    <a:ext uri="{FF2B5EF4-FFF2-40B4-BE49-F238E27FC236}">
                      <a16:creationId xmlns:a16="http://schemas.microsoft.com/office/drawing/2014/main" id="{3FA191ED-E370-5EEE-6D14-0E2918AA7A94}"/>
                    </a:ext>
                  </a:extLst>
                </p14:cNvPr>
                <p14:cNvContentPartPr/>
                <p14:nvPr/>
              </p14:nvContentPartPr>
              <p14:xfrm>
                <a:off x="10310870" y="2452717"/>
                <a:ext cx="1162440" cy="112320"/>
              </p14:xfrm>
            </p:contentPart>
          </mc:Choice>
          <mc:Fallback>
            <p:pic>
              <p:nvPicPr>
                <p:cNvPr id="59" name="Ink 58">
                  <a:extLst>
                    <a:ext uri="{FF2B5EF4-FFF2-40B4-BE49-F238E27FC236}">
                      <a16:creationId xmlns:a16="http://schemas.microsoft.com/office/drawing/2014/main" id="{3FA191ED-E370-5EEE-6D14-0E2918AA7A94}"/>
                    </a:ext>
                  </a:extLst>
                </p:cNvPr>
                <p:cNvPicPr/>
                <p:nvPr/>
              </p:nvPicPr>
              <p:blipFill>
                <a:blip r:embed="rId99"/>
                <a:stretch>
                  <a:fillRect/>
                </a:stretch>
              </p:blipFill>
              <p:spPr>
                <a:xfrm>
                  <a:off x="10292870" y="2434717"/>
                  <a:ext cx="1198080" cy="147960"/>
                </a:xfrm>
                <a:prstGeom prst="rect">
                  <a:avLst/>
                </a:prstGeom>
              </p:spPr>
            </p:pic>
          </mc:Fallback>
        </mc:AlternateContent>
        <mc:AlternateContent xmlns:mc="http://schemas.openxmlformats.org/markup-compatibility/2006">
          <mc:Choice xmlns:p14="http://schemas.microsoft.com/office/powerpoint/2010/main" Requires="p14">
            <p:contentPart p14:bwMode="auto" r:id="rId100">
              <p14:nvContentPartPr>
                <p14:cNvPr id="61" name="Ink 60">
                  <a:extLst>
                    <a:ext uri="{FF2B5EF4-FFF2-40B4-BE49-F238E27FC236}">
                      <a16:creationId xmlns:a16="http://schemas.microsoft.com/office/drawing/2014/main" id="{7CC29E71-353E-FB54-77F7-89D8D6D599C3}"/>
                    </a:ext>
                  </a:extLst>
                </p14:cNvPr>
                <p14:cNvContentPartPr/>
                <p14:nvPr/>
              </p14:nvContentPartPr>
              <p14:xfrm>
                <a:off x="10311950" y="2475037"/>
                <a:ext cx="1196640" cy="1615320"/>
              </p14:xfrm>
            </p:contentPart>
          </mc:Choice>
          <mc:Fallback>
            <p:pic>
              <p:nvPicPr>
                <p:cNvPr id="61" name="Ink 60">
                  <a:extLst>
                    <a:ext uri="{FF2B5EF4-FFF2-40B4-BE49-F238E27FC236}">
                      <a16:creationId xmlns:a16="http://schemas.microsoft.com/office/drawing/2014/main" id="{7CC29E71-353E-FB54-77F7-89D8D6D599C3}"/>
                    </a:ext>
                  </a:extLst>
                </p:cNvPr>
                <p:cNvPicPr/>
                <p:nvPr/>
              </p:nvPicPr>
              <p:blipFill>
                <a:blip r:embed="rId101"/>
                <a:stretch>
                  <a:fillRect/>
                </a:stretch>
              </p:blipFill>
              <p:spPr>
                <a:xfrm>
                  <a:off x="10294310" y="2457397"/>
                  <a:ext cx="1232280" cy="1650960"/>
                </a:xfrm>
                <a:prstGeom prst="rect">
                  <a:avLst/>
                </a:prstGeom>
              </p:spPr>
            </p:pic>
          </mc:Fallback>
        </mc:AlternateContent>
        <mc:AlternateContent xmlns:mc="http://schemas.openxmlformats.org/markup-compatibility/2006">
          <mc:Choice xmlns:p14="http://schemas.microsoft.com/office/powerpoint/2010/main" Requires="p14">
            <p:contentPart p14:bwMode="auto" r:id="rId102">
              <p14:nvContentPartPr>
                <p14:cNvPr id="62" name="Ink 61">
                  <a:extLst>
                    <a:ext uri="{FF2B5EF4-FFF2-40B4-BE49-F238E27FC236}">
                      <a16:creationId xmlns:a16="http://schemas.microsoft.com/office/drawing/2014/main" id="{D11B145E-C1A8-3609-78BB-11AEFB5826D3}"/>
                    </a:ext>
                  </a:extLst>
                </p14:cNvPr>
                <p14:cNvContentPartPr/>
                <p14:nvPr/>
              </p14:nvContentPartPr>
              <p14:xfrm>
                <a:off x="10519310" y="2044837"/>
                <a:ext cx="55800" cy="314280"/>
              </p14:xfrm>
            </p:contentPart>
          </mc:Choice>
          <mc:Fallback>
            <p:pic>
              <p:nvPicPr>
                <p:cNvPr id="62" name="Ink 61">
                  <a:extLst>
                    <a:ext uri="{FF2B5EF4-FFF2-40B4-BE49-F238E27FC236}">
                      <a16:creationId xmlns:a16="http://schemas.microsoft.com/office/drawing/2014/main" id="{D11B145E-C1A8-3609-78BB-11AEFB5826D3}"/>
                    </a:ext>
                  </a:extLst>
                </p:cNvPr>
                <p:cNvPicPr/>
                <p:nvPr/>
              </p:nvPicPr>
              <p:blipFill>
                <a:blip r:embed="rId103"/>
                <a:stretch>
                  <a:fillRect/>
                </a:stretch>
              </p:blipFill>
              <p:spPr>
                <a:xfrm>
                  <a:off x="10501670" y="2027197"/>
                  <a:ext cx="91440" cy="349920"/>
                </a:xfrm>
                <a:prstGeom prst="rect">
                  <a:avLst/>
                </a:prstGeom>
              </p:spPr>
            </p:pic>
          </mc:Fallback>
        </mc:AlternateContent>
        <mc:AlternateContent xmlns:mc="http://schemas.openxmlformats.org/markup-compatibility/2006">
          <mc:Choice xmlns:p14="http://schemas.microsoft.com/office/powerpoint/2010/main" Requires="p14">
            <p:contentPart p14:bwMode="auto" r:id="rId104">
              <p14:nvContentPartPr>
                <p14:cNvPr id="63" name="Ink 62">
                  <a:extLst>
                    <a:ext uri="{FF2B5EF4-FFF2-40B4-BE49-F238E27FC236}">
                      <a16:creationId xmlns:a16="http://schemas.microsoft.com/office/drawing/2014/main" id="{E3BD5DEA-F6DF-82E1-CE6B-4E44460F4993}"/>
                    </a:ext>
                  </a:extLst>
                </p14:cNvPr>
                <p14:cNvContentPartPr/>
                <p14:nvPr/>
              </p14:nvContentPartPr>
              <p14:xfrm>
                <a:off x="10583390" y="2070397"/>
                <a:ext cx="163080" cy="250920"/>
              </p14:xfrm>
            </p:contentPart>
          </mc:Choice>
          <mc:Fallback>
            <p:pic>
              <p:nvPicPr>
                <p:cNvPr id="63" name="Ink 62">
                  <a:extLst>
                    <a:ext uri="{FF2B5EF4-FFF2-40B4-BE49-F238E27FC236}">
                      <a16:creationId xmlns:a16="http://schemas.microsoft.com/office/drawing/2014/main" id="{E3BD5DEA-F6DF-82E1-CE6B-4E44460F4993}"/>
                    </a:ext>
                  </a:extLst>
                </p:cNvPr>
                <p:cNvPicPr/>
                <p:nvPr/>
              </p:nvPicPr>
              <p:blipFill>
                <a:blip r:embed="rId105"/>
                <a:stretch>
                  <a:fillRect/>
                </a:stretch>
              </p:blipFill>
              <p:spPr>
                <a:xfrm>
                  <a:off x="10565390" y="2052397"/>
                  <a:ext cx="198720" cy="286560"/>
                </a:xfrm>
                <a:prstGeom prst="rect">
                  <a:avLst/>
                </a:prstGeom>
              </p:spPr>
            </p:pic>
          </mc:Fallback>
        </mc:AlternateContent>
        <mc:AlternateContent xmlns:mc="http://schemas.openxmlformats.org/markup-compatibility/2006">
          <mc:Choice xmlns:p14="http://schemas.microsoft.com/office/powerpoint/2010/main" Requires="p14">
            <p:contentPart p14:bwMode="auto" r:id="rId106">
              <p14:nvContentPartPr>
                <p14:cNvPr id="64" name="Ink 63">
                  <a:extLst>
                    <a:ext uri="{FF2B5EF4-FFF2-40B4-BE49-F238E27FC236}">
                      <a16:creationId xmlns:a16="http://schemas.microsoft.com/office/drawing/2014/main" id="{4A19F18F-7988-2D80-05BC-78E278767263}"/>
                    </a:ext>
                  </a:extLst>
                </p14:cNvPr>
                <p14:cNvContentPartPr/>
                <p14:nvPr/>
              </p14:nvContentPartPr>
              <p14:xfrm>
                <a:off x="10524710" y="2172997"/>
                <a:ext cx="180000" cy="72720"/>
              </p14:xfrm>
            </p:contentPart>
          </mc:Choice>
          <mc:Fallback>
            <p:pic>
              <p:nvPicPr>
                <p:cNvPr id="64" name="Ink 63">
                  <a:extLst>
                    <a:ext uri="{FF2B5EF4-FFF2-40B4-BE49-F238E27FC236}">
                      <a16:creationId xmlns:a16="http://schemas.microsoft.com/office/drawing/2014/main" id="{4A19F18F-7988-2D80-05BC-78E278767263}"/>
                    </a:ext>
                  </a:extLst>
                </p:cNvPr>
                <p:cNvPicPr/>
                <p:nvPr/>
              </p:nvPicPr>
              <p:blipFill>
                <a:blip r:embed="rId107"/>
                <a:stretch>
                  <a:fillRect/>
                </a:stretch>
              </p:blipFill>
              <p:spPr>
                <a:xfrm>
                  <a:off x="10506710" y="2155357"/>
                  <a:ext cx="215640" cy="108360"/>
                </a:xfrm>
                <a:prstGeom prst="rect">
                  <a:avLst/>
                </a:prstGeom>
              </p:spPr>
            </p:pic>
          </mc:Fallback>
        </mc:AlternateContent>
        <mc:AlternateContent xmlns:mc="http://schemas.openxmlformats.org/markup-compatibility/2006">
          <mc:Choice xmlns:p14="http://schemas.microsoft.com/office/powerpoint/2010/main" Requires="p14">
            <p:contentPart p14:bwMode="auto" r:id="rId108">
              <p14:nvContentPartPr>
                <p14:cNvPr id="65" name="Ink 64">
                  <a:extLst>
                    <a:ext uri="{FF2B5EF4-FFF2-40B4-BE49-F238E27FC236}">
                      <a16:creationId xmlns:a16="http://schemas.microsoft.com/office/drawing/2014/main" id="{84FCB9F0-A93A-7AEA-B000-A38EA6FDF8A2}"/>
                    </a:ext>
                  </a:extLst>
                </p14:cNvPr>
                <p14:cNvContentPartPr/>
                <p14:nvPr/>
              </p14:nvContentPartPr>
              <p14:xfrm>
                <a:off x="10764470" y="2140597"/>
                <a:ext cx="106200" cy="123120"/>
              </p14:xfrm>
            </p:contentPart>
          </mc:Choice>
          <mc:Fallback>
            <p:pic>
              <p:nvPicPr>
                <p:cNvPr id="65" name="Ink 64">
                  <a:extLst>
                    <a:ext uri="{FF2B5EF4-FFF2-40B4-BE49-F238E27FC236}">
                      <a16:creationId xmlns:a16="http://schemas.microsoft.com/office/drawing/2014/main" id="{84FCB9F0-A93A-7AEA-B000-A38EA6FDF8A2}"/>
                    </a:ext>
                  </a:extLst>
                </p:cNvPr>
                <p:cNvPicPr/>
                <p:nvPr/>
              </p:nvPicPr>
              <p:blipFill>
                <a:blip r:embed="rId109"/>
                <a:stretch>
                  <a:fillRect/>
                </a:stretch>
              </p:blipFill>
              <p:spPr>
                <a:xfrm>
                  <a:off x="10746470" y="2122957"/>
                  <a:ext cx="141840" cy="158760"/>
                </a:xfrm>
                <a:prstGeom prst="rect">
                  <a:avLst/>
                </a:prstGeom>
              </p:spPr>
            </p:pic>
          </mc:Fallback>
        </mc:AlternateContent>
        <mc:AlternateContent xmlns:mc="http://schemas.openxmlformats.org/markup-compatibility/2006">
          <mc:Choice xmlns:p14="http://schemas.microsoft.com/office/powerpoint/2010/main" Requires="p14">
            <p:contentPart p14:bwMode="auto" r:id="rId110">
              <p14:nvContentPartPr>
                <p14:cNvPr id="66" name="Ink 65">
                  <a:extLst>
                    <a:ext uri="{FF2B5EF4-FFF2-40B4-BE49-F238E27FC236}">
                      <a16:creationId xmlns:a16="http://schemas.microsoft.com/office/drawing/2014/main" id="{F464820D-3717-8529-4705-826548147102}"/>
                    </a:ext>
                  </a:extLst>
                </p14:cNvPr>
                <p14:cNvContentPartPr/>
                <p14:nvPr/>
              </p14:nvContentPartPr>
              <p14:xfrm>
                <a:off x="10946990" y="2015677"/>
                <a:ext cx="147240" cy="241200"/>
              </p14:xfrm>
            </p:contentPart>
          </mc:Choice>
          <mc:Fallback>
            <p:pic>
              <p:nvPicPr>
                <p:cNvPr id="66" name="Ink 65">
                  <a:extLst>
                    <a:ext uri="{FF2B5EF4-FFF2-40B4-BE49-F238E27FC236}">
                      <a16:creationId xmlns:a16="http://schemas.microsoft.com/office/drawing/2014/main" id="{F464820D-3717-8529-4705-826548147102}"/>
                    </a:ext>
                  </a:extLst>
                </p:cNvPr>
                <p:cNvPicPr/>
                <p:nvPr/>
              </p:nvPicPr>
              <p:blipFill>
                <a:blip r:embed="rId111"/>
                <a:stretch>
                  <a:fillRect/>
                </a:stretch>
              </p:blipFill>
              <p:spPr>
                <a:xfrm>
                  <a:off x="10929350" y="1997677"/>
                  <a:ext cx="182880" cy="276840"/>
                </a:xfrm>
                <a:prstGeom prst="rect">
                  <a:avLst/>
                </a:prstGeom>
              </p:spPr>
            </p:pic>
          </mc:Fallback>
        </mc:AlternateContent>
      </p:grpSp>
      <p:grpSp>
        <p:nvGrpSpPr>
          <p:cNvPr id="70" name="Group 69">
            <a:extLst>
              <a:ext uri="{FF2B5EF4-FFF2-40B4-BE49-F238E27FC236}">
                <a16:creationId xmlns:a16="http://schemas.microsoft.com/office/drawing/2014/main" id="{FD3730DC-D8F5-CA86-AE01-E00640A3B2BC}"/>
              </a:ext>
            </a:extLst>
          </p:cNvPr>
          <p:cNvGrpSpPr/>
          <p:nvPr/>
        </p:nvGrpSpPr>
        <p:grpSpPr>
          <a:xfrm>
            <a:off x="1414910" y="4238677"/>
            <a:ext cx="207000" cy="431640"/>
            <a:chOff x="1414910" y="4238677"/>
            <a:chExt cx="207000" cy="431640"/>
          </a:xfrm>
        </p:grpSpPr>
        <mc:AlternateContent xmlns:mc="http://schemas.openxmlformats.org/markup-compatibility/2006">
          <mc:Choice xmlns:p14="http://schemas.microsoft.com/office/powerpoint/2010/main" Requires="p14">
            <p:contentPart p14:bwMode="auto" r:id="rId112">
              <p14:nvContentPartPr>
                <p14:cNvPr id="68" name="Ink 67">
                  <a:extLst>
                    <a:ext uri="{FF2B5EF4-FFF2-40B4-BE49-F238E27FC236}">
                      <a16:creationId xmlns:a16="http://schemas.microsoft.com/office/drawing/2014/main" id="{EE102CAB-2862-2D81-E1E3-461D2BF14D49}"/>
                    </a:ext>
                  </a:extLst>
                </p14:cNvPr>
                <p14:cNvContentPartPr/>
                <p14:nvPr/>
              </p14:nvContentPartPr>
              <p14:xfrm>
                <a:off x="1472510" y="4238677"/>
                <a:ext cx="32760" cy="431640"/>
              </p14:xfrm>
            </p:contentPart>
          </mc:Choice>
          <mc:Fallback>
            <p:pic>
              <p:nvPicPr>
                <p:cNvPr id="68" name="Ink 67">
                  <a:extLst>
                    <a:ext uri="{FF2B5EF4-FFF2-40B4-BE49-F238E27FC236}">
                      <a16:creationId xmlns:a16="http://schemas.microsoft.com/office/drawing/2014/main" id="{EE102CAB-2862-2D81-E1E3-461D2BF14D49}"/>
                    </a:ext>
                  </a:extLst>
                </p:cNvPr>
                <p:cNvPicPr/>
                <p:nvPr/>
              </p:nvPicPr>
              <p:blipFill>
                <a:blip r:embed="rId113"/>
                <a:stretch>
                  <a:fillRect/>
                </a:stretch>
              </p:blipFill>
              <p:spPr>
                <a:xfrm>
                  <a:off x="1454870" y="4221037"/>
                  <a:ext cx="68400" cy="467280"/>
                </a:xfrm>
                <a:prstGeom prst="rect">
                  <a:avLst/>
                </a:prstGeom>
              </p:spPr>
            </p:pic>
          </mc:Fallback>
        </mc:AlternateContent>
        <mc:AlternateContent xmlns:mc="http://schemas.openxmlformats.org/markup-compatibility/2006">
          <mc:Choice xmlns:p14="http://schemas.microsoft.com/office/powerpoint/2010/main" Requires="p14">
            <p:contentPart p14:bwMode="auto" r:id="rId114">
              <p14:nvContentPartPr>
                <p14:cNvPr id="69" name="Ink 68">
                  <a:extLst>
                    <a:ext uri="{FF2B5EF4-FFF2-40B4-BE49-F238E27FC236}">
                      <a16:creationId xmlns:a16="http://schemas.microsoft.com/office/drawing/2014/main" id="{67FD2F4E-D3E6-170F-6C20-D2CE77E04D21}"/>
                    </a:ext>
                  </a:extLst>
                </p14:cNvPr>
                <p14:cNvContentPartPr/>
                <p14:nvPr/>
              </p14:nvContentPartPr>
              <p14:xfrm>
                <a:off x="1414910" y="4545397"/>
                <a:ext cx="207000" cy="94320"/>
              </p14:xfrm>
            </p:contentPart>
          </mc:Choice>
          <mc:Fallback>
            <p:pic>
              <p:nvPicPr>
                <p:cNvPr id="69" name="Ink 68">
                  <a:extLst>
                    <a:ext uri="{FF2B5EF4-FFF2-40B4-BE49-F238E27FC236}">
                      <a16:creationId xmlns:a16="http://schemas.microsoft.com/office/drawing/2014/main" id="{67FD2F4E-D3E6-170F-6C20-D2CE77E04D21}"/>
                    </a:ext>
                  </a:extLst>
                </p:cNvPr>
                <p:cNvPicPr/>
                <p:nvPr/>
              </p:nvPicPr>
              <p:blipFill>
                <a:blip r:embed="rId115"/>
                <a:stretch>
                  <a:fillRect/>
                </a:stretch>
              </p:blipFill>
              <p:spPr>
                <a:xfrm>
                  <a:off x="1396910" y="4527397"/>
                  <a:ext cx="242640" cy="129960"/>
                </a:xfrm>
                <a:prstGeom prst="rect">
                  <a:avLst/>
                </a:prstGeom>
              </p:spPr>
            </p:pic>
          </mc:Fallback>
        </mc:AlternateContent>
      </p:grpSp>
      <p:grpSp>
        <p:nvGrpSpPr>
          <p:cNvPr id="76" name="Group 75">
            <a:extLst>
              <a:ext uri="{FF2B5EF4-FFF2-40B4-BE49-F238E27FC236}">
                <a16:creationId xmlns:a16="http://schemas.microsoft.com/office/drawing/2014/main" id="{10B2070D-9C27-8B95-DA1E-2A7491044600}"/>
              </a:ext>
            </a:extLst>
          </p:cNvPr>
          <p:cNvGrpSpPr/>
          <p:nvPr/>
        </p:nvGrpSpPr>
        <p:grpSpPr>
          <a:xfrm>
            <a:off x="641990" y="4899637"/>
            <a:ext cx="222120" cy="171720"/>
            <a:chOff x="641990" y="4899637"/>
            <a:chExt cx="222120" cy="171720"/>
          </a:xfrm>
        </p:grpSpPr>
        <mc:AlternateContent xmlns:mc="http://schemas.openxmlformats.org/markup-compatibility/2006">
          <mc:Choice xmlns:p14="http://schemas.microsoft.com/office/powerpoint/2010/main" Requires="p14">
            <p:contentPart p14:bwMode="auto" r:id="rId116">
              <p14:nvContentPartPr>
                <p14:cNvPr id="71" name="Ink 70">
                  <a:extLst>
                    <a:ext uri="{FF2B5EF4-FFF2-40B4-BE49-F238E27FC236}">
                      <a16:creationId xmlns:a16="http://schemas.microsoft.com/office/drawing/2014/main" id="{4EFF9CDC-DA9F-31CF-3D69-3CFE694BDC41}"/>
                    </a:ext>
                  </a:extLst>
                </p14:cNvPr>
                <p14:cNvContentPartPr/>
                <p14:nvPr/>
              </p14:nvContentPartPr>
              <p14:xfrm>
                <a:off x="641990" y="4899637"/>
                <a:ext cx="14400" cy="155520"/>
              </p14:xfrm>
            </p:contentPart>
          </mc:Choice>
          <mc:Fallback>
            <p:pic>
              <p:nvPicPr>
                <p:cNvPr id="71" name="Ink 70">
                  <a:extLst>
                    <a:ext uri="{FF2B5EF4-FFF2-40B4-BE49-F238E27FC236}">
                      <a16:creationId xmlns:a16="http://schemas.microsoft.com/office/drawing/2014/main" id="{4EFF9CDC-DA9F-31CF-3D69-3CFE694BDC41}"/>
                    </a:ext>
                  </a:extLst>
                </p:cNvPr>
                <p:cNvPicPr/>
                <p:nvPr/>
              </p:nvPicPr>
              <p:blipFill>
                <a:blip r:embed="rId117"/>
                <a:stretch>
                  <a:fillRect/>
                </a:stretch>
              </p:blipFill>
              <p:spPr>
                <a:xfrm>
                  <a:off x="624350" y="4881997"/>
                  <a:ext cx="50040" cy="191160"/>
                </a:xfrm>
                <a:prstGeom prst="rect">
                  <a:avLst/>
                </a:prstGeom>
              </p:spPr>
            </p:pic>
          </mc:Fallback>
        </mc:AlternateContent>
        <mc:AlternateContent xmlns:mc="http://schemas.openxmlformats.org/markup-compatibility/2006">
          <mc:Choice xmlns:p14="http://schemas.microsoft.com/office/powerpoint/2010/main" Requires="p14">
            <p:contentPart p14:bwMode="auto" r:id="rId118">
              <p14:nvContentPartPr>
                <p14:cNvPr id="72" name="Ink 71">
                  <a:extLst>
                    <a:ext uri="{FF2B5EF4-FFF2-40B4-BE49-F238E27FC236}">
                      <a16:creationId xmlns:a16="http://schemas.microsoft.com/office/drawing/2014/main" id="{700B08EE-6287-8FF2-8467-04EAF50187DB}"/>
                    </a:ext>
                  </a:extLst>
                </p14:cNvPr>
                <p14:cNvContentPartPr/>
                <p14:nvPr/>
              </p14:nvContentPartPr>
              <p14:xfrm>
                <a:off x="787790" y="4921957"/>
                <a:ext cx="76320" cy="149400"/>
              </p14:xfrm>
            </p:contentPart>
          </mc:Choice>
          <mc:Fallback>
            <p:pic>
              <p:nvPicPr>
                <p:cNvPr id="72" name="Ink 71">
                  <a:extLst>
                    <a:ext uri="{FF2B5EF4-FFF2-40B4-BE49-F238E27FC236}">
                      <a16:creationId xmlns:a16="http://schemas.microsoft.com/office/drawing/2014/main" id="{700B08EE-6287-8FF2-8467-04EAF50187DB}"/>
                    </a:ext>
                  </a:extLst>
                </p:cNvPr>
                <p:cNvPicPr/>
                <p:nvPr/>
              </p:nvPicPr>
              <p:blipFill>
                <a:blip r:embed="rId119"/>
                <a:stretch>
                  <a:fillRect/>
                </a:stretch>
              </p:blipFill>
              <p:spPr>
                <a:xfrm>
                  <a:off x="770150" y="4904317"/>
                  <a:ext cx="111960" cy="185040"/>
                </a:xfrm>
                <a:prstGeom prst="rect">
                  <a:avLst/>
                </a:prstGeom>
              </p:spPr>
            </p:pic>
          </mc:Fallback>
        </mc:AlternateContent>
      </p:grpSp>
      <p:grpSp>
        <p:nvGrpSpPr>
          <p:cNvPr id="75" name="Group 74">
            <a:extLst>
              <a:ext uri="{FF2B5EF4-FFF2-40B4-BE49-F238E27FC236}">
                <a16:creationId xmlns:a16="http://schemas.microsoft.com/office/drawing/2014/main" id="{A980185F-8EC5-8994-DE8C-E1737DCA9358}"/>
              </a:ext>
            </a:extLst>
          </p:cNvPr>
          <p:cNvGrpSpPr/>
          <p:nvPr/>
        </p:nvGrpSpPr>
        <p:grpSpPr>
          <a:xfrm>
            <a:off x="614990" y="5282677"/>
            <a:ext cx="270720" cy="298440"/>
            <a:chOff x="614990" y="5282677"/>
            <a:chExt cx="270720" cy="298440"/>
          </a:xfrm>
        </p:grpSpPr>
        <mc:AlternateContent xmlns:mc="http://schemas.openxmlformats.org/markup-compatibility/2006">
          <mc:Choice xmlns:p14="http://schemas.microsoft.com/office/powerpoint/2010/main" Requires="p14">
            <p:contentPart p14:bwMode="auto" r:id="rId120">
              <p14:nvContentPartPr>
                <p14:cNvPr id="73" name="Ink 72">
                  <a:extLst>
                    <a:ext uri="{FF2B5EF4-FFF2-40B4-BE49-F238E27FC236}">
                      <a16:creationId xmlns:a16="http://schemas.microsoft.com/office/drawing/2014/main" id="{1DB5A7DD-E294-FCDB-D15A-FB89A20A702E}"/>
                    </a:ext>
                  </a:extLst>
                </p14:cNvPr>
                <p14:cNvContentPartPr/>
                <p14:nvPr/>
              </p14:nvContentPartPr>
              <p14:xfrm>
                <a:off x="614990" y="5282677"/>
                <a:ext cx="136080" cy="229320"/>
              </p14:xfrm>
            </p:contentPart>
          </mc:Choice>
          <mc:Fallback>
            <p:pic>
              <p:nvPicPr>
                <p:cNvPr id="73" name="Ink 72">
                  <a:extLst>
                    <a:ext uri="{FF2B5EF4-FFF2-40B4-BE49-F238E27FC236}">
                      <a16:creationId xmlns:a16="http://schemas.microsoft.com/office/drawing/2014/main" id="{1DB5A7DD-E294-FCDB-D15A-FB89A20A702E}"/>
                    </a:ext>
                  </a:extLst>
                </p:cNvPr>
                <p:cNvPicPr/>
                <p:nvPr/>
              </p:nvPicPr>
              <p:blipFill>
                <a:blip r:embed="rId121"/>
                <a:stretch>
                  <a:fillRect/>
                </a:stretch>
              </p:blipFill>
              <p:spPr>
                <a:xfrm>
                  <a:off x="597350" y="5264677"/>
                  <a:ext cx="171720" cy="264960"/>
                </a:xfrm>
                <a:prstGeom prst="rect">
                  <a:avLst/>
                </a:prstGeom>
              </p:spPr>
            </p:pic>
          </mc:Fallback>
        </mc:AlternateContent>
        <mc:AlternateContent xmlns:mc="http://schemas.openxmlformats.org/markup-compatibility/2006">
          <mc:Choice xmlns:p14="http://schemas.microsoft.com/office/powerpoint/2010/main" Requires="p14">
            <p:contentPart p14:bwMode="auto" r:id="rId122">
              <p14:nvContentPartPr>
                <p14:cNvPr id="74" name="Ink 73">
                  <a:extLst>
                    <a:ext uri="{FF2B5EF4-FFF2-40B4-BE49-F238E27FC236}">
                      <a16:creationId xmlns:a16="http://schemas.microsoft.com/office/drawing/2014/main" id="{E81DFEB1-B47A-8A17-8A43-BC3DD651796D}"/>
                    </a:ext>
                  </a:extLst>
                </p14:cNvPr>
                <p14:cNvContentPartPr/>
                <p14:nvPr/>
              </p14:nvContentPartPr>
              <p14:xfrm>
                <a:off x="843950" y="5366197"/>
                <a:ext cx="41760" cy="214920"/>
              </p14:xfrm>
            </p:contentPart>
          </mc:Choice>
          <mc:Fallback>
            <p:pic>
              <p:nvPicPr>
                <p:cNvPr id="74" name="Ink 73">
                  <a:extLst>
                    <a:ext uri="{FF2B5EF4-FFF2-40B4-BE49-F238E27FC236}">
                      <a16:creationId xmlns:a16="http://schemas.microsoft.com/office/drawing/2014/main" id="{E81DFEB1-B47A-8A17-8A43-BC3DD651796D}"/>
                    </a:ext>
                  </a:extLst>
                </p:cNvPr>
                <p:cNvPicPr/>
                <p:nvPr/>
              </p:nvPicPr>
              <p:blipFill>
                <a:blip r:embed="rId123"/>
                <a:stretch>
                  <a:fillRect/>
                </a:stretch>
              </p:blipFill>
              <p:spPr>
                <a:xfrm>
                  <a:off x="826310" y="5348557"/>
                  <a:ext cx="77400" cy="250560"/>
                </a:xfrm>
                <a:prstGeom prst="rect">
                  <a:avLst/>
                </a:prstGeom>
              </p:spPr>
            </p:pic>
          </mc:Fallback>
        </mc:AlternateContent>
      </p:grpSp>
      <p:grpSp>
        <p:nvGrpSpPr>
          <p:cNvPr id="90" name="Group 89">
            <a:extLst>
              <a:ext uri="{FF2B5EF4-FFF2-40B4-BE49-F238E27FC236}">
                <a16:creationId xmlns:a16="http://schemas.microsoft.com/office/drawing/2014/main" id="{DD348054-8434-79AF-333D-2FA2C83AD2C6}"/>
              </a:ext>
            </a:extLst>
          </p:cNvPr>
          <p:cNvGrpSpPr/>
          <p:nvPr/>
        </p:nvGrpSpPr>
        <p:grpSpPr>
          <a:xfrm>
            <a:off x="1202870" y="4944637"/>
            <a:ext cx="1446840" cy="443880"/>
            <a:chOff x="1202870" y="4944637"/>
            <a:chExt cx="1446840" cy="443880"/>
          </a:xfrm>
        </p:grpSpPr>
        <mc:AlternateContent xmlns:mc="http://schemas.openxmlformats.org/markup-compatibility/2006">
          <mc:Choice xmlns:p14="http://schemas.microsoft.com/office/powerpoint/2010/main" Requires="p14">
            <p:contentPart p14:bwMode="auto" r:id="rId124">
              <p14:nvContentPartPr>
                <p14:cNvPr id="77" name="Ink 76">
                  <a:extLst>
                    <a:ext uri="{FF2B5EF4-FFF2-40B4-BE49-F238E27FC236}">
                      <a16:creationId xmlns:a16="http://schemas.microsoft.com/office/drawing/2014/main" id="{FF6758FD-2361-02CE-2731-7684DBB5F19B}"/>
                    </a:ext>
                  </a:extLst>
                </p14:cNvPr>
                <p14:cNvContentPartPr/>
                <p14:nvPr/>
              </p14:nvContentPartPr>
              <p14:xfrm>
                <a:off x="1202870" y="5044717"/>
                <a:ext cx="128880" cy="343800"/>
              </p14:xfrm>
            </p:contentPart>
          </mc:Choice>
          <mc:Fallback>
            <p:pic>
              <p:nvPicPr>
                <p:cNvPr id="77" name="Ink 76">
                  <a:extLst>
                    <a:ext uri="{FF2B5EF4-FFF2-40B4-BE49-F238E27FC236}">
                      <a16:creationId xmlns:a16="http://schemas.microsoft.com/office/drawing/2014/main" id="{FF6758FD-2361-02CE-2731-7684DBB5F19B}"/>
                    </a:ext>
                  </a:extLst>
                </p:cNvPr>
                <p:cNvPicPr/>
                <p:nvPr/>
              </p:nvPicPr>
              <p:blipFill>
                <a:blip r:embed="rId125"/>
                <a:stretch>
                  <a:fillRect/>
                </a:stretch>
              </p:blipFill>
              <p:spPr>
                <a:xfrm>
                  <a:off x="1185230" y="5026717"/>
                  <a:ext cx="164520" cy="379440"/>
                </a:xfrm>
                <a:prstGeom prst="rect">
                  <a:avLst/>
                </a:prstGeom>
              </p:spPr>
            </p:pic>
          </mc:Fallback>
        </mc:AlternateContent>
        <mc:AlternateContent xmlns:mc="http://schemas.openxmlformats.org/markup-compatibility/2006">
          <mc:Choice xmlns:p14="http://schemas.microsoft.com/office/powerpoint/2010/main" Requires="p14">
            <p:contentPart p14:bwMode="auto" r:id="rId126">
              <p14:nvContentPartPr>
                <p14:cNvPr id="78" name="Ink 77">
                  <a:extLst>
                    <a:ext uri="{FF2B5EF4-FFF2-40B4-BE49-F238E27FC236}">
                      <a16:creationId xmlns:a16="http://schemas.microsoft.com/office/drawing/2014/main" id="{B5520197-AA31-A747-81C0-2B052B7A0BEF}"/>
                    </a:ext>
                  </a:extLst>
                </p14:cNvPr>
                <p14:cNvContentPartPr/>
                <p14:nvPr/>
              </p14:nvContentPartPr>
              <p14:xfrm>
                <a:off x="1379630" y="5154157"/>
                <a:ext cx="31680" cy="194760"/>
              </p14:xfrm>
            </p:contentPart>
          </mc:Choice>
          <mc:Fallback>
            <p:pic>
              <p:nvPicPr>
                <p:cNvPr id="78" name="Ink 77">
                  <a:extLst>
                    <a:ext uri="{FF2B5EF4-FFF2-40B4-BE49-F238E27FC236}">
                      <a16:creationId xmlns:a16="http://schemas.microsoft.com/office/drawing/2014/main" id="{B5520197-AA31-A747-81C0-2B052B7A0BEF}"/>
                    </a:ext>
                  </a:extLst>
                </p:cNvPr>
                <p:cNvPicPr/>
                <p:nvPr/>
              </p:nvPicPr>
              <p:blipFill>
                <a:blip r:embed="rId127"/>
                <a:stretch>
                  <a:fillRect/>
                </a:stretch>
              </p:blipFill>
              <p:spPr>
                <a:xfrm>
                  <a:off x="1361990" y="5136517"/>
                  <a:ext cx="67320" cy="230400"/>
                </a:xfrm>
                <a:prstGeom prst="rect">
                  <a:avLst/>
                </a:prstGeom>
              </p:spPr>
            </p:pic>
          </mc:Fallback>
        </mc:AlternateContent>
        <mc:AlternateContent xmlns:mc="http://schemas.openxmlformats.org/markup-compatibility/2006">
          <mc:Choice xmlns:p14="http://schemas.microsoft.com/office/powerpoint/2010/main" Requires="p14">
            <p:contentPart p14:bwMode="auto" r:id="rId128">
              <p14:nvContentPartPr>
                <p14:cNvPr id="79" name="Ink 78">
                  <a:extLst>
                    <a:ext uri="{FF2B5EF4-FFF2-40B4-BE49-F238E27FC236}">
                      <a16:creationId xmlns:a16="http://schemas.microsoft.com/office/drawing/2014/main" id="{EF9CF983-D483-2409-6639-5086D713522A}"/>
                    </a:ext>
                  </a:extLst>
                </p14:cNvPr>
                <p14:cNvContentPartPr/>
                <p14:nvPr/>
              </p14:nvContentPartPr>
              <p14:xfrm>
                <a:off x="1408790" y="5132917"/>
                <a:ext cx="95400" cy="172800"/>
              </p14:xfrm>
            </p:contentPart>
          </mc:Choice>
          <mc:Fallback>
            <p:pic>
              <p:nvPicPr>
                <p:cNvPr id="79" name="Ink 78">
                  <a:extLst>
                    <a:ext uri="{FF2B5EF4-FFF2-40B4-BE49-F238E27FC236}">
                      <a16:creationId xmlns:a16="http://schemas.microsoft.com/office/drawing/2014/main" id="{EF9CF983-D483-2409-6639-5086D713522A}"/>
                    </a:ext>
                  </a:extLst>
                </p:cNvPr>
                <p:cNvPicPr/>
                <p:nvPr/>
              </p:nvPicPr>
              <p:blipFill>
                <a:blip r:embed="rId129"/>
                <a:stretch>
                  <a:fillRect/>
                </a:stretch>
              </p:blipFill>
              <p:spPr>
                <a:xfrm>
                  <a:off x="1391150" y="5115277"/>
                  <a:ext cx="131040" cy="208440"/>
                </a:xfrm>
                <a:prstGeom prst="rect">
                  <a:avLst/>
                </a:prstGeom>
              </p:spPr>
            </p:pic>
          </mc:Fallback>
        </mc:AlternateContent>
        <mc:AlternateContent xmlns:mc="http://schemas.openxmlformats.org/markup-compatibility/2006">
          <mc:Choice xmlns:p14="http://schemas.microsoft.com/office/powerpoint/2010/main" Requires="p14">
            <p:contentPart p14:bwMode="auto" r:id="rId130">
              <p14:nvContentPartPr>
                <p14:cNvPr id="80" name="Ink 79">
                  <a:extLst>
                    <a:ext uri="{FF2B5EF4-FFF2-40B4-BE49-F238E27FC236}">
                      <a16:creationId xmlns:a16="http://schemas.microsoft.com/office/drawing/2014/main" id="{87FD5261-BA5F-66AF-867E-DB80067B3C1D}"/>
                    </a:ext>
                  </a:extLst>
                </p14:cNvPr>
                <p14:cNvContentPartPr/>
                <p14:nvPr/>
              </p14:nvContentPartPr>
              <p14:xfrm>
                <a:off x="1605710" y="5155597"/>
                <a:ext cx="42480" cy="180360"/>
              </p14:xfrm>
            </p:contentPart>
          </mc:Choice>
          <mc:Fallback>
            <p:pic>
              <p:nvPicPr>
                <p:cNvPr id="80" name="Ink 79">
                  <a:extLst>
                    <a:ext uri="{FF2B5EF4-FFF2-40B4-BE49-F238E27FC236}">
                      <a16:creationId xmlns:a16="http://schemas.microsoft.com/office/drawing/2014/main" id="{87FD5261-BA5F-66AF-867E-DB80067B3C1D}"/>
                    </a:ext>
                  </a:extLst>
                </p:cNvPr>
                <p:cNvPicPr/>
                <p:nvPr/>
              </p:nvPicPr>
              <p:blipFill>
                <a:blip r:embed="rId131"/>
                <a:stretch>
                  <a:fillRect/>
                </a:stretch>
              </p:blipFill>
              <p:spPr>
                <a:xfrm>
                  <a:off x="1587710" y="5137957"/>
                  <a:ext cx="78120" cy="216000"/>
                </a:xfrm>
                <a:prstGeom prst="rect">
                  <a:avLst/>
                </a:prstGeom>
              </p:spPr>
            </p:pic>
          </mc:Fallback>
        </mc:AlternateContent>
        <mc:AlternateContent xmlns:mc="http://schemas.openxmlformats.org/markup-compatibility/2006">
          <mc:Choice xmlns:p14="http://schemas.microsoft.com/office/powerpoint/2010/main" Requires="p14">
            <p:contentPart p14:bwMode="auto" r:id="rId132">
              <p14:nvContentPartPr>
                <p14:cNvPr id="81" name="Ink 80">
                  <a:extLst>
                    <a:ext uri="{FF2B5EF4-FFF2-40B4-BE49-F238E27FC236}">
                      <a16:creationId xmlns:a16="http://schemas.microsoft.com/office/drawing/2014/main" id="{1E57AB32-D3C3-E752-1B51-D99906F644C8}"/>
                    </a:ext>
                  </a:extLst>
                </p14:cNvPr>
                <p14:cNvContentPartPr/>
                <p14:nvPr/>
              </p14:nvContentPartPr>
              <p14:xfrm>
                <a:off x="1638110" y="5093317"/>
                <a:ext cx="3240" cy="21240"/>
              </p14:xfrm>
            </p:contentPart>
          </mc:Choice>
          <mc:Fallback>
            <p:pic>
              <p:nvPicPr>
                <p:cNvPr id="81" name="Ink 80">
                  <a:extLst>
                    <a:ext uri="{FF2B5EF4-FFF2-40B4-BE49-F238E27FC236}">
                      <a16:creationId xmlns:a16="http://schemas.microsoft.com/office/drawing/2014/main" id="{1E57AB32-D3C3-E752-1B51-D99906F644C8}"/>
                    </a:ext>
                  </a:extLst>
                </p:cNvPr>
                <p:cNvPicPr/>
                <p:nvPr/>
              </p:nvPicPr>
              <p:blipFill>
                <a:blip r:embed="rId133"/>
                <a:stretch>
                  <a:fillRect/>
                </a:stretch>
              </p:blipFill>
              <p:spPr>
                <a:xfrm>
                  <a:off x="1620470" y="5075317"/>
                  <a:ext cx="38880" cy="56880"/>
                </a:xfrm>
                <a:prstGeom prst="rect">
                  <a:avLst/>
                </a:prstGeom>
              </p:spPr>
            </p:pic>
          </mc:Fallback>
        </mc:AlternateContent>
        <mc:AlternateContent xmlns:mc="http://schemas.openxmlformats.org/markup-compatibility/2006">
          <mc:Choice xmlns:p14="http://schemas.microsoft.com/office/powerpoint/2010/main" Requires="p14">
            <p:contentPart p14:bwMode="auto" r:id="rId134">
              <p14:nvContentPartPr>
                <p14:cNvPr id="82" name="Ink 81">
                  <a:extLst>
                    <a:ext uri="{FF2B5EF4-FFF2-40B4-BE49-F238E27FC236}">
                      <a16:creationId xmlns:a16="http://schemas.microsoft.com/office/drawing/2014/main" id="{7CC77D6C-D114-856D-5EDF-8ECB3125F0BA}"/>
                    </a:ext>
                  </a:extLst>
                </p14:cNvPr>
                <p14:cNvContentPartPr/>
                <p14:nvPr/>
              </p14:nvContentPartPr>
              <p14:xfrm>
                <a:off x="1754750" y="5157397"/>
                <a:ext cx="105480" cy="166680"/>
              </p14:xfrm>
            </p:contentPart>
          </mc:Choice>
          <mc:Fallback>
            <p:pic>
              <p:nvPicPr>
                <p:cNvPr id="82" name="Ink 81">
                  <a:extLst>
                    <a:ext uri="{FF2B5EF4-FFF2-40B4-BE49-F238E27FC236}">
                      <a16:creationId xmlns:a16="http://schemas.microsoft.com/office/drawing/2014/main" id="{7CC77D6C-D114-856D-5EDF-8ECB3125F0BA}"/>
                    </a:ext>
                  </a:extLst>
                </p:cNvPr>
                <p:cNvPicPr/>
                <p:nvPr/>
              </p:nvPicPr>
              <p:blipFill>
                <a:blip r:embed="rId135"/>
                <a:stretch>
                  <a:fillRect/>
                </a:stretch>
              </p:blipFill>
              <p:spPr>
                <a:xfrm>
                  <a:off x="1737110" y="5139757"/>
                  <a:ext cx="141120" cy="202320"/>
                </a:xfrm>
                <a:prstGeom prst="rect">
                  <a:avLst/>
                </a:prstGeom>
              </p:spPr>
            </p:pic>
          </mc:Fallback>
        </mc:AlternateContent>
        <mc:AlternateContent xmlns:mc="http://schemas.openxmlformats.org/markup-compatibility/2006">
          <mc:Choice xmlns:p14="http://schemas.microsoft.com/office/powerpoint/2010/main" Requires="p14">
            <p:contentPart p14:bwMode="auto" r:id="rId136">
              <p14:nvContentPartPr>
                <p14:cNvPr id="83" name="Ink 82">
                  <a:extLst>
                    <a:ext uri="{FF2B5EF4-FFF2-40B4-BE49-F238E27FC236}">
                      <a16:creationId xmlns:a16="http://schemas.microsoft.com/office/drawing/2014/main" id="{53F4E5ED-EDEC-5F1B-2F74-13EC4A4EB3C7}"/>
                    </a:ext>
                  </a:extLst>
                </p14:cNvPr>
                <p14:cNvContentPartPr/>
                <p14:nvPr/>
              </p14:nvContentPartPr>
              <p14:xfrm>
                <a:off x="1945190" y="5132197"/>
                <a:ext cx="5760" cy="114120"/>
              </p14:xfrm>
            </p:contentPart>
          </mc:Choice>
          <mc:Fallback>
            <p:pic>
              <p:nvPicPr>
                <p:cNvPr id="83" name="Ink 82">
                  <a:extLst>
                    <a:ext uri="{FF2B5EF4-FFF2-40B4-BE49-F238E27FC236}">
                      <a16:creationId xmlns:a16="http://schemas.microsoft.com/office/drawing/2014/main" id="{53F4E5ED-EDEC-5F1B-2F74-13EC4A4EB3C7}"/>
                    </a:ext>
                  </a:extLst>
                </p:cNvPr>
                <p:cNvPicPr/>
                <p:nvPr/>
              </p:nvPicPr>
              <p:blipFill>
                <a:blip r:embed="rId137"/>
                <a:stretch>
                  <a:fillRect/>
                </a:stretch>
              </p:blipFill>
              <p:spPr>
                <a:xfrm>
                  <a:off x="1927190" y="5114197"/>
                  <a:ext cx="41400" cy="149760"/>
                </a:xfrm>
                <a:prstGeom prst="rect">
                  <a:avLst/>
                </a:prstGeom>
              </p:spPr>
            </p:pic>
          </mc:Fallback>
        </mc:AlternateContent>
        <mc:AlternateContent xmlns:mc="http://schemas.openxmlformats.org/markup-compatibility/2006">
          <mc:Choice xmlns:p14="http://schemas.microsoft.com/office/powerpoint/2010/main" Requires="p14">
            <p:contentPart p14:bwMode="auto" r:id="rId138">
              <p14:nvContentPartPr>
                <p14:cNvPr id="84" name="Ink 83">
                  <a:extLst>
                    <a:ext uri="{FF2B5EF4-FFF2-40B4-BE49-F238E27FC236}">
                      <a16:creationId xmlns:a16="http://schemas.microsoft.com/office/drawing/2014/main" id="{346AF31D-E1C9-903B-D47F-94AEDA5D200B}"/>
                    </a:ext>
                  </a:extLst>
                </p14:cNvPr>
                <p14:cNvContentPartPr/>
                <p14:nvPr/>
              </p14:nvContentPartPr>
              <p14:xfrm>
                <a:off x="1921430" y="4986037"/>
                <a:ext cx="2880" cy="25920"/>
              </p14:xfrm>
            </p:contentPart>
          </mc:Choice>
          <mc:Fallback>
            <p:pic>
              <p:nvPicPr>
                <p:cNvPr id="84" name="Ink 83">
                  <a:extLst>
                    <a:ext uri="{FF2B5EF4-FFF2-40B4-BE49-F238E27FC236}">
                      <a16:creationId xmlns:a16="http://schemas.microsoft.com/office/drawing/2014/main" id="{346AF31D-E1C9-903B-D47F-94AEDA5D200B}"/>
                    </a:ext>
                  </a:extLst>
                </p:cNvPr>
                <p:cNvPicPr/>
                <p:nvPr/>
              </p:nvPicPr>
              <p:blipFill>
                <a:blip r:embed="rId139"/>
                <a:stretch>
                  <a:fillRect/>
                </a:stretch>
              </p:blipFill>
              <p:spPr>
                <a:xfrm>
                  <a:off x="1903790" y="4968037"/>
                  <a:ext cx="38520" cy="61560"/>
                </a:xfrm>
                <a:prstGeom prst="rect">
                  <a:avLst/>
                </a:prstGeom>
              </p:spPr>
            </p:pic>
          </mc:Fallback>
        </mc:AlternateContent>
        <mc:AlternateContent xmlns:mc="http://schemas.openxmlformats.org/markup-compatibility/2006">
          <mc:Choice xmlns:p14="http://schemas.microsoft.com/office/powerpoint/2010/main" Requires="p14">
            <p:contentPart p14:bwMode="auto" r:id="rId140">
              <p14:nvContentPartPr>
                <p14:cNvPr id="85" name="Ink 84">
                  <a:extLst>
                    <a:ext uri="{FF2B5EF4-FFF2-40B4-BE49-F238E27FC236}">
                      <a16:creationId xmlns:a16="http://schemas.microsoft.com/office/drawing/2014/main" id="{07A4E7C8-705E-A45D-9FCE-0EBB09479B7C}"/>
                    </a:ext>
                  </a:extLst>
                </p14:cNvPr>
                <p14:cNvContentPartPr/>
                <p14:nvPr/>
              </p14:nvContentPartPr>
              <p14:xfrm>
                <a:off x="2052830" y="4998637"/>
                <a:ext cx="63360" cy="210600"/>
              </p14:xfrm>
            </p:contentPart>
          </mc:Choice>
          <mc:Fallback>
            <p:pic>
              <p:nvPicPr>
                <p:cNvPr id="85" name="Ink 84">
                  <a:extLst>
                    <a:ext uri="{FF2B5EF4-FFF2-40B4-BE49-F238E27FC236}">
                      <a16:creationId xmlns:a16="http://schemas.microsoft.com/office/drawing/2014/main" id="{07A4E7C8-705E-A45D-9FCE-0EBB09479B7C}"/>
                    </a:ext>
                  </a:extLst>
                </p:cNvPr>
                <p:cNvPicPr/>
                <p:nvPr/>
              </p:nvPicPr>
              <p:blipFill>
                <a:blip r:embed="rId141"/>
                <a:stretch>
                  <a:fillRect/>
                </a:stretch>
              </p:blipFill>
              <p:spPr>
                <a:xfrm>
                  <a:off x="2035190" y="4980997"/>
                  <a:ext cx="99000" cy="246240"/>
                </a:xfrm>
                <a:prstGeom prst="rect">
                  <a:avLst/>
                </a:prstGeom>
              </p:spPr>
            </p:pic>
          </mc:Fallback>
        </mc:AlternateContent>
        <mc:AlternateContent xmlns:mc="http://schemas.openxmlformats.org/markup-compatibility/2006">
          <mc:Choice xmlns:p14="http://schemas.microsoft.com/office/powerpoint/2010/main" Requires="p14">
            <p:contentPart p14:bwMode="auto" r:id="rId142">
              <p14:nvContentPartPr>
                <p14:cNvPr id="86" name="Ink 85">
                  <a:extLst>
                    <a:ext uri="{FF2B5EF4-FFF2-40B4-BE49-F238E27FC236}">
                      <a16:creationId xmlns:a16="http://schemas.microsoft.com/office/drawing/2014/main" id="{683B246F-CC31-B226-2D1A-05D60EB2AA99}"/>
                    </a:ext>
                  </a:extLst>
                </p14:cNvPr>
                <p14:cNvContentPartPr/>
                <p14:nvPr/>
              </p14:nvContentPartPr>
              <p14:xfrm>
                <a:off x="2045990" y="5083237"/>
                <a:ext cx="125280" cy="38160"/>
              </p14:xfrm>
            </p:contentPart>
          </mc:Choice>
          <mc:Fallback>
            <p:pic>
              <p:nvPicPr>
                <p:cNvPr id="86" name="Ink 85">
                  <a:extLst>
                    <a:ext uri="{FF2B5EF4-FFF2-40B4-BE49-F238E27FC236}">
                      <a16:creationId xmlns:a16="http://schemas.microsoft.com/office/drawing/2014/main" id="{683B246F-CC31-B226-2D1A-05D60EB2AA99}"/>
                    </a:ext>
                  </a:extLst>
                </p:cNvPr>
                <p:cNvPicPr/>
                <p:nvPr/>
              </p:nvPicPr>
              <p:blipFill>
                <a:blip r:embed="rId143"/>
                <a:stretch>
                  <a:fillRect/>
                </a:stretch>
              </p:blipFill>
              <p:spPr>
                <a:xfrm>
                  <a:off x="2027990" y="5065597"/>
                  <a:ext cx="160920" cy="73800"/>
                </a:xfrm>
                <a:prstGeom prst="rect">
                  <a:avLst/>
                </a:prstGeom>
              </p:spPr>
            </p:pic>
          </mc:Fallback>
        </mc:AlternateContent>
        <mc:AlternateContent xmlns:mc="http://schemas.openxmlformats.org/markup-compatibility/2006">
          <mc:Choice xmlns:p14="http://schemas.microsoft.com/office/powerpoint/2010/main" Requires="p14">
            <p:contentPart p14:bwMode="auto" r:id="rId144">
              <p14:nvContentPartPr>
                <p14:cNvPr id="87" name="Ink 86">
                  <a:extLst>
                    <a:ext uri="{FF2B5EF4-FFF2-40B4-BE49-F238E27FC236}">
                      <a16:creationId xmlns:a16="http://schemas.microsoft.com/office/drawing/2014/main" id="{1B6E8760-C9FF-EDF0-9E37-FB7ABEC65C16}"/>
                    </a:ext>
                  </a:extLst>
                </p14:cNvPr>
                <p14:cNvContentPartPr/>
                <p14:nvPr/>
              </p14:nvContentPartPr>
              <p14:xfrm>
                <a:off x="2184230" y="5082517"/>
                <a:ext cx="134640" cy="76680"/>
              </p14:xfrm>
            </p:contentPart>
          </mc:Choice>
          <mc:Fallback>
            <p:pic>
              <p:nvPicPr>
                <p:cNvPr id="87" name="Ink 86">
                  <a:extLst>
                    <a:ext uri="{FF2B5EF4-FFF2-40B4-BE49-F238E27FC236}">
                      <a16:creationId xmlns:a16="http://schemas.microsoft.com/office/drawing/2014/main" id="{1B6E8760-C9FF-EDF0-9E37-FB7ABEC65C16}"/>
                    </a:ext>
                  </a:extLst>
                </p:cNvPr>
                <p:cNvPicPr/>
                <p:nvPr/>
              </p:nvPicPr>
              <p:blipFill>
                <a:blip r:embed="rId145"/>
                <a:stretch>
                  <a:fillRect/>
                </a:stretch>
              </p:blipFill>
              <p:spPr>
                <a:xfrm>
                  <a:off x="2166230" y="5064517"/>
                  <a:ext cx="170280" cy="112320"/>
                </a:xfrm>
                <a:prstGeom prst="rect">
                  <a:avLst/>
                </a:prstGeom>
              </p:spPr>
            </p:pic>
          </mc:Fallback>
        </mc:AlternateContent>
        <mc:AlternateContent xmlns:mc="http://schemas.openxmlformats.org/markup-compatibility/2006">
          <mc:Choice xmlns:p14="http://schemas.microsoft.com/office/powerpoint/2010/main" Requires="p14">
            <p:contentPart p14:bwMode="auto" r:id="rId146">
              <p14:nvContentPartPr>
                <p14:cNvPr id="88" name="Ink 87">
                  <a:extLst>
                    <a:ext uri="{FF2B5EF4-FFF2-40B4-BE49-F238E27FC236}">
                      <a16:creationId xmlns:a16="http://schemas.microsoft.com/office/drawing/2014/main" id="{9E501481-4A7C-4355-4569-0FE69D3A6C17}"/>
                    </a:ext>
                  </a:extLst>
                </p14:cNvPr>
                <p14:cNvContentPartPr/>
                <p14:nvPr/>
              </p14:nvContentPartPr>
              <p14:xfrm>
                <a:off x="2368910" y="4948597"/>
                <a:ext cx="45360" cy="283680"/>
              </p14:xfrm>
            </p:contentPart>
          </mc:Choice>
          <mc:Fallback>
            <p:pic>
              <p:nvPicPr>
                <p:cNvPr id="88" name="Ink 87">
                  <a:extLst>
                    <a:ext uri="{FF2B5EF4-FFF2-40B4-BE49-F238E27FC236}">
                      <a16:creationId xmlns:a16="http://schemas.microsoft.com/office/drawing/2014/main" id="{9E501481-4A7C-4355-4569-0FE69D3A6C17}"/>
                    </a:ext>
                  </a:extLst>
                </p:cNvPr>
                <p:cNvPicPr/>
                <p:nvPr/>
              </p:nvPicPr>
              <p:blipFill>
                <a:blip r:embed="rId147"/>
                <a:stretch>
                  <a:fillRect/>
                </a:stretch>
              </p:blipFill>
              <p:spPr>
                <a:xfrm>
                  <a:off x="2350910" y="4930957"/>
                  <a:ext cx="81000" cy="319320"/>
                </a:xfrm>
                <a:prstGeom prst="rect">
                  <a:avLst/>
                </a:prstGeom>
              </p:spPr>
            </p:pic>
          </mc:Fallback>
        </mc:AlternateContent>
        <mc:AlternateContent xmlns:mc="http://schemas.openxmlformats.org/markup-compatibility/2006">
          <mc:Choice xmlns:p14="http://schemas.microsoft.com/office/powerpoint/2010/main" Requires="p14">
            <p:contentPart p14:bwMode="auto" r:id="rId148">
              <p14:nvContentPartPr>
                <p14:cNvPr id="89" name="Ink 88">
                  <a:extLst>
                    <a:ext uri="{FF2B5EF4-FFF2-40B4-BE49-F238E27FC236}">
                      <a16:creationId xmlns:a16="http://schemas.microsoft.com/office/drawing/2014/main" id="{D31B4967-AC89-43D0-7DC5-10D0AB0E56A5}"/>
                    </a:ext>
                  </a:extLst>
                </p14:cNvPr>
                <p14:cNvContentPartPr/>
                <p14:nvPr/>
              </p14:nvContentPartPr>
              <p14:xfrm>
                <a:off x="2512190" y="4944637"/>
                <a:ext cx="137520" cy="365040"/>
              </p14:xfrm>
            </p:contentPart>
          </mc:Choice>
          <mc:Fallback>
            <p:pic>
              <p:nvPicPr>
                <p:cNvPr id="89" name="Ink 88">
                  <a:extLst>
                    <a:ext uri="{FF2B5EF4-FFF2-40B4-BE49-F238E27FC236}">
                      <a16:creationId xmlns:a16="http://schemas.microsoft.com/office/drawing/2014/main" id="{D31B4967-AC89-43D0-7DC5-10D0AB0E56A5}"/>
                    </a:ext>
                  </a:extLst>
                </p:cNvPr>
                <p:cNvPicPr/>
                <p:nvPr/>
              </p:nvPicPr>
              <p:blipFill>
                <a:blip r:embed="rId149"/>
                <a:stretch>
                  <a:fillRect/>
                </a:stretch>
              </p:blipFill>
              <p:spPr>
                <a:xfrm>
                  <a:off x="2494550" y="4926997"/>
                  <a:ext cx="173160" cy="400680"/>
                </a:xfrm>
                <a:prstGeom prst="rect">
                  <a:avLst/>
                </a:prstGeom>
              </p:spPr>
            </p:pic>
          </mc:Fallback>
        </mc:AlternateContent>
      </p:grpSp>
      <p:grpSp>
        <p:nvGrpSpPr>
          <p:cNvPr id="103" name="Group 102">
            <a:extLst>
              <a:ext uri="{FF2B5EF4-FFF2-40B4-BE49-F238E27FC236}">
                <a16:creationId xmlns:a16="http://schemas.microsoft.com/office/drawing/2014/main" id="{C508059E-DCE6-E79A-EF58-5396F904B57B}"/>
              </a:ext>
            </a:extLst>
          </p:cNvPr>
          <p:cNvGrpSpPr/>
          <p:nvPr/>
        </p:nvGrpSpPr>
        <p:grpSpPr>
          <a:xfrm>
            <a:off x="4266110" y="2764117"/>
            <a:ext cx="1103760" cy="1571040"/>
            <a:chOff x="4266110" y="2764117"/>
            <a:chExt cx="1103760" cy="1571040"/>
          </a:xfrm>
        </p:grpSpPr>
        <mc:AlternateContent xmlns:mc="http://schemas.openxmlformats.org/markup-compatibility/2006">
          <mc:Choice xmlns:p14="http://schemas.microsoft.com/office/powerpoint/2010/main" Requires="p14">
            <p:contentPart p14:bwMode="auto" r:id="rId150">
              <p14:nvContentPartPr>
                <p14:cNvPr id="91" name="Ink 90">
                  <a:extLst>
                    <a:ext uri="{FF2B5EF4-FFF2-40B4-BE49-F238E27FC236}">
                      <a16:creationId xmlns:a16="http://schemas.microsoft.com/office/drawing/2014/main" id="{64E8B66F-1A0E-D2C4-7CA1-7DC054103BF6}"/>
                    </a:ext>
                  </a:extLst>
                </p14:cNvPr>
                <p14:cNvContentPartPr/>
                <p14:nvPr/>
              </p14:nvContentPartPr>
              <p14:xfrm>
                <a:off x="4510550" y="2764117"/>
                <a:ext cx="54000" cy="529560"/>
              </p14:xfrm>
            </p:contentPart>
          </mc:Choice>
          <mc:Fallback>
            <p:pic>
              <p:nvPicPr>
                <p:cNvPr id="91" name="Ink 90">
                  <a:extLst>
                    <a:ext uri="{FF2B5EF4-FFF2-40B4-BE49-F238E27FC236}">
                      <a16:creationId xmlns:a16="http://schemas.microsoft.com/office/drawing/2014/main" id="{64E8B66F-1A0E-D2C4-7CA1-7DC054103BF6}"/>
                    </a:ext>
                  </a:extLst>
                </p:cNvPr>
                <p:cNvPicPr/>
                <p:nvPr/>
              </p:nvPicPr>
              <p:blipFill>
                <a:blip r:embed="rId151"/>
                <a:stretch>
                  <a:fillRect/>
                </a:stretch>
              </p:blipFill>
              <p:spPr>
                <a:xfrm>
                  <a:off x="4492550" y="2746477"/>
                  <a:ext cx="89640" cy="565200"/>
                </a:xfrm>
                <a:prstGeom prst="rect">
                  <a:avLst/>
                </a:prstGeom>
              </p:spPr>
            </p:pic>
          </mc:Fallback>
        </mc:AlternateContent>
        <mc:AlternateContent xmlns:mc="http://schemas.openxmlformats.org/markup-compatibility/2006">
          <mc:Choice xmlns:p14="http://schemas.microsoft.com/office/powerpoint/2010/main" Requires="p14">
            <p:contentPart p14:bwMode="auto" r:id="rId152">
              <p14:nvContentPartPr>
                <p14:cNvPr id="92" name="Ink 91">
                  <a:extLst>
                    <a:ext uri="{FF2B5EF4-FFF2-40B4-BE49-F238E27FC236}">
                      <a16:creationId xmlns:a16="http://schemas.microsoft.com/office/drawing/2014/main" id="{F3BC7CA6-585F-5D40-CD52-D67EE2440C9F}"/>
                    </a:ext>
                  </a:extLst>
                </p14:cNvPr>
                <p14:cNvContentPartPr/>
                <p14:nvPr/>
              </p14:nvContentPartPr>
              <p14:xfrm>
                <a:off x="4266110" y="3253717"/>
                <a:ext cx="519120" cy="88560"/>
              </p14:xfrm>
            </p:contentPart>
          </mc:Choice>
          <mc:Fallback>
            <p:pic>
              <p:nvPicPr>
                <p:cNvPr id="92" name="Ink 91">
                  <a:extLst>
                    <a:ext uri="{FF2B5EF4-FFF2-40B4-BE49-F238E27FC236}">
                      <a16:creationId xmlns:a16="http://schemas.microsoft.com/office/drawing/2014/main" id="{F3BC7CA6-585F-5D40-CD52-D67EE2440C9F}"/>
                    </a:ext>
                  </a:extLst>
                </p:cNvPr>
                <p:cNvPicPr/>
                <p:nvPr/>
              </p:nvPicPr>
              <p:blipFill>
                <a:blip r:embed="rId153"/>
                <a:stretch>
                  <a:fillRect/>
                </a:stretch>
              </p:blipFill>
              <p:spPr>
                <a:xfrm>
                  <a:off x="4248110" y="3236077"/>
                  <a:ext cx="554760" cy="124200"/>
                </a:xfrm>
                <a:prstGeom prst="rect">
                  <a:avLst/>
                </a:prstGeom>
              </p:spPr>
            </p:pic>
          </mc:Fallback>
        </mc:AlternateContent>
        <mc:AlternateContent xmlns:mc="http://schemas.openxmlformats.org/markup-compatibility/2006">
          <mc:Choice xmlns:p14="http://schemas.microsoft.com/office/powerpoint/2010/main" Requires="p14">
            <p:contentPart p14:bwMode="auto" r:id="rId154">
              <p14:nvContentPartPr>
                <p14:cNvPr id="93" name="Ink 92">
                  <a:extLst>
                    <a:ext uri="{FF2B5EF4-FFF2-40B4-BE49-F238E27FC236}">
                      <a16:creationId xmlns:a16="http://schemas.microsoft.com/office/drawing/2014/main" id="{4D32922F-F1A6-C3C8-D706-F2751BCDABB1}"/>
                    </a:ext>
                  </a:extLst>
                </p14:cNvPr>
                <p14:cNvContentPartPr/>
                <p14:nvPr/>
              </p14:nvContentPartPr>
              <p14:xfrm>
                <a:off x="4324430" y="3364237"/>
                <a:ext cx="308520" cy="251280"/>
              </p14:xfrm>
            </p:contentPart>
          </mc:Choice>
          <mc:Fallback>
            <p:pic>
              <p:nvPicPr>
                <p:cNvPr id="93" name="Ink 92">
                  <a:extLst>
                    <a:ext uri="{FF2B5EF4-FFF2-40B4-BE49-F238E27FC236}">
                      <a16:creationId xmlns:a16="http://schemas.microsoft.com/office/drawing/2014/main" id="{4D32922F-F1A6-C3C8-D706-F2751BCDABB1}"/>
                    </a:ext>
                  </a:extLst>
                </p:cNvPr>
                <p:cNvPicPr/>
                <p:nvPr/>
              </p:nvPicPr>
              <p:blipFill>
                <a:blip r:embed="rId155"/>
                <a:stretch>
                  <a:fillRect/>
                </a:stretch>
              </p:blipFill>
              <p:spPr>
                <a:xfrm>
                  <a:off x="4306790" y="3346237"/>
                  <a:ext cx="344160" cy="286920"/>
                </a:xfrm>
                <a:prstGeom prst="rect">
                  <a:avLst/>
                </a:prstGeom>
              </p:spPr>
            </p:pic>
          </mc:Fallback>
        </mc:AlternateContent>
        <mc:AlternateContent xmlns:mc="http://schemas.openxmlformats.org/markup-compatibility/2006">
          <mc:Choice xmlns:p14="http://schemas.microsoft.com/office/powerpoint/2010/main" Requires="p14">
            <p:contentPart p14:bwMode="auto" r:id="rId156">
              <p14:nvContentPartPr>
                <p14:cNvPr id="94" name="Ink 93">
                  <a:extLst>
                    <a:ext uri="{FF2B5EF4-FFF2-40B4-BE49-F238E27FC236}">
                      <a16:creationId xmlns:a16="http://schemas.microsoft.com/office/drawing/2014/main" id="{8E69D5DC-48B4-0837-18E2-0DA066F4A634}"/>
                    </a:ext>
                  </a:extLst>
                </p14:cNvPr>
                <p14:cNvContentPartPr/>
                <p14:nvPr/>
              </p14:nvContentPartPr>
              <p14:xfrm>
                <a:off x="4613150" y="3328597"/>
                <a:ext cx="147960" cy="246240"/>
              </p14:xfrm>
            </p:contentPart>
          </mc:Choice>
          <mc:Fallback>
            <p:pic>
              <p:nvPicPr>
                <p:cNvPr id="94" name="Ink 93">
                  <a:extLst>
                    <a:ext uri="{FF2B5EF4-FFF2-40B4-BE49-F238E27FC236}">
                      <a16:creationId xmlns:a16="http://schemas.microsoft.com/office/drawing/2014/main" id="{8E69D5DC-48B4-0837-18E2-0DA066F4A634}"/>
                    </a:ext>
                  </a:extLst>
                </p:cNvPr>
                <p:cNvPicPr/>
                <p:nvPr/>
              </p:nvPicPr>
              <p:blipFill>
                <a:blip r:embed="rId157"/>
                <a:stretch>
                  <a:fillRect/>
                </a:stretch>
              </p:blipFill>
              <p:spPr>
                <a:xfrm>
                  <a:off x="4595510" y="3310957"/>
                  <a:ext cx="183600" cy="281880"/>
                </a:xfrm>
                <a:prstGeom prst="rect">
                  <a:avLst/>
                </a:prstGeom>
              </p:spPr>
            </p:pic>
          </mc:Fallback>
        </mc:AlternateContent>
        <mc:AlternateContent xmlns:mc="http://schemas.openxmlformats.org/markup-compatibility/2006">
          <mc:Choice xmlns:p14="http://schemas.microsoft.com/office/powerpoint/2010/main" Requires="p14">
            <p:contentPart p14:bwMode="auto" r:id="rId158">
              <p14:nvContentPartPr>
                <p14:cNvPr id="96" name="Ink 95">
                  <a:extLst>
                    <a:ext uri="{FF2B5EF4-FFF2-40B4-BE49-F238E27FC236}">
                      <a16:creationId xmlns:a16="http://schemas.microsoft.com/office/drawing/2014/main" id="{05B24623-0879-9C58-FC75-1D9A3441B77E}"/>
                    </a:ext>
                  </a:extLst>
                </p14:cNvPr>
                <p14:cNvContentPartPr/>
                <p14:nvPr/>
              </p14:nvContentPartPr>
              <p14:xfrm>
                <a:off x="4410830" y="3563317"/>
                <a:ext cx="546840" cy="101160"/>
              </p14:xfrm>
            </p:contentPart>
          </mc:Choice>
          <mc:Fallback>
            <p:pic>
              <p:nvPicPr>
                <p:cNvPr id="96" name="Ink 95">
                  <a:extLst>
                    <a:ext uri="{FF2B5EF4-FFF2-40B4-BE49-F238E27FC236}">
                      <a16:creationId xmlns:a16="http://schemas.microsoft.com/office/drawing/2014/main" id="{05B24623-0879-9C58-FC75-1D9A3441B77E}"/>
                    </a:ext>
                  </a:extLst>
                </p:cNvPr>
                <p:cNvPicPr/>
                <p:nvPr/>
              </p:nvPicPr>
              <p:blipFill>
                <a:blip r:embed="rId159"/>
                <a:stretch>
                  <a:fillRect/>
                </a:stretch>
              </p:blipFill>
              <p:spPr>
                <a:xfrm>
                  <a:off x="4392830" y="3545677"/>
                  <a:ext cx="582480" cy="136800"/>
                </a:xfrm>
                <a:prstGeom prst="rect">
                  <a:avLst/>
                </a:prstGeom>
              </p:spPr>
            </p:pic>
          </mc:Fallback>
        </mc:AlternateContent>
        <mc:AlternateContent xmlns:mc="http://schemas.openxmlformats.org/markup-compatibility/2006">
          <mc:Choice xmlns:p14="http://schemas.microsoft.com/office/powerpoint/2010/main" Requires="p14">
            <p:contentPart p14:bwMode="auto" r:id="rId160">
              <p14:nvContentPartPr>
                <p14:cNvPr id="97" name="Ink 96">
                  <a:extLst>
                    <a:ext uri="{FF2B5EF4-FFF2-40B4-BE49-F238E27FC236}">
                      <a16:creationId xmlns:a16="http://schemas.microsoft.com/office/drawing/2014/main" id="{A044D1CD-77E6-C18A-F31B-DC8F95429816}"/>
                    </a:ext>
                  </a:extLst>
                </p14:cNvPr>
                <p14:cNvContentPartPr/>
                <p14:nvPr/>
              </p14:nvContentPartPr>
              <p14:xfrm>
                <a:off x="4632590" y="3608677"/>
                <a:ext cx="49320" cy="726480"/>
              </p14:xfrm>
            </p:contentPart>
          </mc:Choice>
          <mc:Fallback>
            <p:pic>
              <p:nvPicPr>
                <p:cNvPr id="97" name="Ink 96">
                  <a:extLst>
                    <a:ext uri="{FF2B5EF4-FFF2-40B4-BE49-F238E27FC236}">
                      <a16:creationId xmlns:a16="http://schemas.microsoft.com/office/drawing/2014/main" id="{A044D1CD-77E6-C18A-F31B-DC8F95429816}"/>
                    </a:ext>
                  </a:extLst>
                </p:cNvPr>
                <p:cNvPicPr/>
                <p:nvPr/>
              </p:nvPicPr>
              <p:blipFill>
                <a:blip r:embed="rId161"/>
                <a:stretch>
                  <a:fillRect/>
                </a:stretch>
              </p:blipFill>
              <p:spPr>
                <a:xfrm>
                  <a:off x="4614950" y="3590677"/>
                  <a:ext cx="84960" cy="762120"/>
                </a:xfrm>
                <a:prstGeom prst="rect">
                  <a:avLst/>
                </a:prstGeom>
              </p:spPr>
            </p:pic>
          </mc:Fallback>
        </mc:AlternateContent>
        <mc:AlternateContent xmlns:mc="http://schemas.openxmlformats.org/markup-compatibility/2006">
          <mc:Choice xmlns:p14="http://schemas.microsoft.com/office/powerpoint/2010/main" Requires="p14">
            <p:contentPart p14:bwMode="auto" r:id="rId162">
              <p14:nvContentPartPr>
                <p14:cNvPr id="98" name="Ink 97">
                  <a:extLst>
                    <a:ext uri="{FF2B5EF4-FFF2-40B4-BE49-F238E27FC236}">
                      <a16:creationId xmlns:a16="http://schemas.microsoft.com/office/drawing/2014/main" id="{49A5EB2C-C30B-BF68-D081-44AA74B79C86}"/>
                    </a:ext>
                  </a:extLst>
                </p14:cNvPr>
                <p14:cNvContentPartPr/>
                <p14:nvPr/>
              </p14:nvContentPartPr>
              <p14:xfrm>
                <a:off x="4961990" y="3038437"/>
                <a:ext cx="134640" cy="223560"/>
              </p14:xfrm>
            </p:contentPart>
          </mc:Choice>
          <mc:Fallback>
            <p:pic>
              <p:nvPicPr>
                <p:cNvPr id="98" name="Ink 97">
                  <a:extLst>
                    <a:ext uri="{FF2B5EF4-FFF2-40B4-BE49-F238E27FC236}">
                      <a16:creationId xmlns:a16="http://schemas.microsoft.com/office/drawing/2014/main" id="{49A5EB2C-C30B-BF68-D081-44AA74B79C86}"/>
                    </a:ext>
                  </a:extLst>
                </p:cNvPr>
                <p:cNvPicPr/>
                <p:nvPr/>
              </p:nvPicPr>
              <p:blipFill>
                <a:blip r:embed="rId163"/>
                <a:stretch>
                  <a:fillRect/>
                </a:stretch>
              </p:blipFill>
              <p:spPr>
                <a:xfrm>
                  <a:off x="4944350" y="3020797"/>
                  <a:ext cx="170280" cy="259200"/>
                </a:xfrm>
                <a:prstGeom prst="rect">
                  <a:avLst/>
                </a:prstGeom>
              </p:spPr>
            </p:pic>
          </mc:Fallback>
        </mc:AlternateContent>
        <mc:AlternateContent xmlns:mc="http://schemas.openxmlformats.org/markup-compatibility/2006">
          <mc:Choice xmlns:p14="http://schemas.microsoft.com/office/powerpoint/2010/main" Requires="p14">
            <p:contentPart p14:bwMode="auto" r:id="rId164">
              <p14:nvContentPartPr>
                <p14:cNvPr id="99" name="Ink 98">
                  <a:extLst>
                    <a:ext uri="{FF2B5EF4-FFF2-40B4-BE49-F238E27FC236}">
                      <a16:creationId xmlns:a16="http://schemas.microsoft.com/office/drawing/2014/main" id="{48871A1A-61D0-45CD-48D9-6351D8238E20}"/>
                    </a:ext>
                  </a:extLst>
                </p14:cNvPr>
                <p14:cNvContentPartPr/>
                <p14:nvPr/>
              </p14:nvContentPartPr>
              <p14:xfrm>
                <a:off x="4957670" y="3045997"/>
                <a:ext cx="145440" cy="65160"/>
              </p14:xfrm>
            </p:contentPart>
          </mc:Choice>
          <mc:Fallback>
            <p:pic>
              <p:nvPicPr>
                <p:cNvPr id="99" name="Ink 98">
                  <a:extLst>
                    <a:ext uri="{FF2B5EF4-FFF2-40B4-BE49-F238E27FC236}">
                      <a16:creationId xmlns:a16="http://schemas.microsoft.com/office/drawing/2014/main" id="{48871A1A-61D0-45CD-48D9-6351D8238E20}"/>
                    </a:ext>
                  </a:extLst>
                </p:cNvPr>
                <p:cNvPicPr/>
                <p:nvPr/>
              </p:nvPicPr>
              <p:blipFill>
                <a:blip r:embed="rId165"/>
                <a:stretch>
                  <a:fillRect/>
                </a:stretch>
              </p:blipFill>
              <p:spPr>
                <a:xfrm>
                  <a:off x="4939670" y="3027997"/>
                  <a:ext cx="181080" cy="100800"/>
                </a:xfrm>
                <a:prstGeom prst="rect">
                  <a:avLst/>
                </a:prstGeom>
              </p:spPr>
            </p:pic>
          </mc:Fallback>
        </mc:AlternateContent>
        <mc:AlternateContent xmlns:mc="http://schemas.openxmlformats.org/markup-compatibility/2006">
          <mc:Choice xmlns:p14="http://schemas.microsoft.com/office/powerpoint/2010/main" Requires="p14">
            <p:contentPart p14:bwMode="auto" r:id="rId166">
              <p14:nvContentPartPr>
                <p14:cNvPr id="100" name="Ink 99">
                  <a:extLst>
                    <a:ext uri="{FF2B5EF4-FFF2-40B4-BE49-F238E27FC236}">
                      <a16:creationId xmlns:a16="http://schemas.microsoft.com/office/drawing/2014/main" id="{DC0F5BB8-C5BF-654D-7916-7A1F04FF0CFD}"/>
                    </a:ext>
                  </a:extLst>
                </p14:cNvPr>
                <p14:cNvContentPartPr/>
                <p14:nvPr/>
              </p14:nvContentPartPr>
              <p14:xfrm>
                <a:off x="5104190" y="3035917"/>
                <a:ext cx="32760" cy="151560"/>
              </p14:xfrm>
            </p:contentPart>
          </mc:Choice>
          <mc:Fallback>
            <p:pic>
              <p:nvPicPr>
                <p:cNvPr id="100" name="Ink 99">
                  <a:extLst>
                    <a:ext uri="{FF2B5EF4-FFF2-40B4-BE49-F238E27FC236}">
                      <a16:creationId xmlns:a16="http://schemas.microsoft.com/office/drawing/2014/main" id="{DC0F5BB8-C5BF-654D-7916-7A1F04FF0CFD}"/>
                    </a:ext>
                  </a:extLst>
                </p:cNvPr>
                <p:cNvPicPr/>
                <p:nvPr/>
              </p:nvPicPr>
              <p:blipFill>
                <a:blip r:embed="rId167"/>
                <a:stretch>
                  <a:fillRect/>
                </a:stretch>
              </p:blipFill>
              <p:spPr>
                <a:xfrm>
                  <a:off x="5086550" y="3018277"/>
                  <a:ext cx="68400" cy="187200"/>
                </a:xfrm>
                <a:prstGeom prst="rect">
                  <a:avLst/>
                </a:prstGeom>
              </p:spPr>
            </p:pic>
          </mc:Fallback>
        </mc:AlternateContent>
        <mc:AlternateContent xmlns:mc="http://schemas.openxmlformats.org/markup-compatibility/2006">
          <mc:Choice xmlns:p14="http://schemas.microsoft.com/office/powerpoint/2010/main" Requires="p14">
            <p:contentPart p14:bwMode="auto" r:id="rId168">
              <p14:nvContentPartPr>
                <p14:cNvPr id="101" name="Ink 100">
                  <a:extLst>
                    <a:ext uri="{FF2B5EF4-FFF2-40B4-BE49-F238E27FC236}">
                      <a16:creationId xmlns:a16="http://schemas.microsoft.com/office/drawing/2014/main" id="{7186899F-5289-429B-C746-9122AF6A70F7}"/>
                    </a:ext>
                  </a:extLst>
                </p14:cNvPr>
                <p14:cNvContentPartPr/>
                <p14:nvPr/>
              </p14:nvContentPartPr>
              <p14:xfrm>
                <a:off x="5129390" y="3188557"/>
                <a:ext cx="154080" cy="205200"/>
              </p14:xfrm>
            </p:contentPart>
          </mc:Choice>
          <mc:Fallback>
            <p:pic>
              <p:nvPicPr>
                <p:cNvPr id="101" name="Ink 100">
                  <a:extLst>
                    <a:ext uri="{FF2B5EF4-FFF2-40B4-BE49-F238E27FC236}">
                      <a16:creationId xmlns:a16="http://schemas.microsoft.com/office/drawing/2014/main" id="{7186899F-5289-429B-C746-9122AF6A70F7}"/>
                    </a:ext>
                  </a:extLst>
                </p:cNvPr>
                <p:cNvPicPr/>
                <p:nvPr/>
              </p:nvPicPr>
              <p:blipFill>
                <a:blip r:embed="rId169"/>
                <a:stretch>
                  <a:fillRect/>
                </a:stretch>
              </p:blipFill>
              <p:spPr>
                <a:xfrm>
                  <a:off x="5111750" y="3170557"/>
                  <a:ext cx="189720" cy="240840"/>
                </a:xfrm>
                <a:prstGeom prst="rect">
                  <a:avLst/>
                </a:prstGeom>
              </p:spPr>
            </p:pic>
          </mc:Fallback>
        </mc:AlternateContent>
        <mc:AlternateContent xmlns:mc="http://schemas.openxmlformats.org/markup-compatibility/2006">
          <mc:Choice xmlns:p14="http://schemas.microsoft.com/office/powerpoint/2010/main" Requires="p14">
            <p:contentPart p14:bwMode="auto" r:id="rId170">
              <p14:nvContentPartPr>
                <p14:cNvPr id="102" name="Ink 101">
                  <a:extLst>
                    <a:ext uri="{FF2B5EF4-FFF2-40B4-BE49-F238E27FC236}">
                      <a16:creationId xmlns:a16="http://schemas.microsoft.com/office/drawing/2014/main" id="{6685BC3B-A9CD-3A09-1022-0F49C77CD462}"/>
                    </a:ext>
                  </a:extLst>
                </p14:cNvPr>
                <p14:cNvContentPartPr/>
                <p14:nvPr/>
              </p14:nvContentPartPr>
              <p14:xfrm>
                <a:off x="5180150" y="3130597"/>
                <a:ext cx="189720" cy="181080"/>
              </p14:xfrm>
            </p:contentPart>
          </mc:Choice>
          <mc:Fallback>
            <p:pic>
              <p:nvPicPr>
                <p:cNvPr id="102" name="Ink 101">
                  <a:extLst>
                    <a:ext uri="{FF2B5EF4-FFF2-40B4-BE49-F238E27FC236}">
                      <a16:creationId xmlns:a16="http://schemas.microsoft.com/office/drawing/2014/main" id="{6685BC3B-A9CD-3A09-1022-0F49C77CD462}"/>
                    </a:ext>
                  </a:extLst>
                </p:cNvPr>
                <p:cNvPicPr/>
                <p:nvPr/>
              </p:nvPicPr>
              <p:blipFill>
                <a:blip r:embed="rId171"/>
                <a:stretch>
                  <a:fillRect/>
                </a:stretch>
              </p:blipFill>
              <p:spPr>
                <a:xfrm>
                  <a:off x="5162150" y="3112597"/>
                  <a:ext cx="225360" cy="21672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172">
            <p14:nvContentPartPr>
              <p14:cNvPr id="104" name="Ink 103">
                <a:extLst>
                  <a:ext uri="{FF2B5EF4-FFF2-40B4-BE49-F238E27FC236}">
                    <a16:creationId xmlns:a16="http://schemas.microsoft.com/office/drawing/2014/main" id="{3F39AE12-7FDF-DB58-7436-9D16CF6DA1E2}"/>
                  </a:ext>
                </a:extLst>
              </p14:cNvPr>
              <p14:cNvContentPartPr/>
              <p14:nvPr/>
            </p14:nvContentPartPr>
            <p14:xfrm>
              <a:off x="2193230" y="2804797"/>
              <a:ext cx="2437920" cy="78840"/>
            </p14:xfrm>
          </p:contentPart>
        </mc:Choice>
        <mc:Fallback>
          <p:pic>
            <p:nvPicPr>
              <p:cNvPr id="104" name="Ink 103">
                <a:extLst>
                  <a:ext uri="{FF2B5EF4-FFF2-40B4-BE49-F238E27FC236}">
                    <a16:creationId xmlns:a16="http://schemas.microsoft.com/office/drawing/2014/main" id="{3F39AE12-7FDF-DB58-7436-9D16CF6DA1E2}"/>
                  </a:ext>
                </a:extLst>
              </p:cNvPr>
              <p:cNvPicPr/>
              <p:nvPr/>
            </p:nvPicPr>
            <p:blipFill>
              <a:blip r:embed="rId173"/>
              <a:stretch>
                <a:fillRect/>
              </a:stretch>
            </p:blipFill>
            <p:spPr>
              <a:xfrm>
                <a:off x="2175230" y="2787157"/>
                <a:ext cx="2473560" cy="114480"/>
              </a:xfrm>
              <a:prstGeom prst="rect">
                <a:avLst/>
              </a:prstGeom>
            </p:spPr>
          </p:pic>
        </mc:Fallback>
      </mc:AlternateContent>
      <p:grpSp>
        <p:nvGrpSpPr>
          <p:cNvPr id="112" name="Group 111">
            <a:extLst>
              <a:ext uri="{FF2B5EF4-FFF2-40B4-BE49-F238E27FC236}">
                <a16:creationId xmlns:a16="http://schemas.microsoft.com/office/drawing/2014/main" id="{BC1DD20A-05A5-7371-E2AC-89F591DEEDD1}"/>
              </a:ext>
            </a:extLst>
          </p:cNvPr>
          <p:cNvGrpSpPr/>
          <p:nvPr/>
        </p:nvGrpSpPr>
        <p:grpSpPr>
          <a:xfrm>
            <a:off x="2524070" y="2336437"/>
            <a:ext cx="770400" cy="291960"/>
            <a:chOff x="2524070" y="2336437"/>
            <a:chExt cx="770400" cy="291960"/>
          </a:xfrm>
        </p:grpSpPr>
        <mc:AlternateContent xmlns:mc="http://schemas.openxmlformats.org/markup-compatibility/2006">
          <mc:Choice xmlns:p14="http://schemas.microsoft.com/office/powerpoint/2010/main" Requires="p14">
            <p:contentPart p14:bwMode="auto" r:id="rId174">
              <p14:nvContentPartPr>
                <p14:cNvPr id="105" name="Ink 104">
                  <a:extLst>
                    <a:ext uri="{FF2B5EF4-FFF2-40B4-BE49-F238E27FC236}">
                      <a16:creationId xmlns:a16="http://schemas.microsoft.com/office/drawing/2014/main" id="{9E32534C-B232-6F3F-6470-5624A0593436}"/>
                    </a:ext>
                  </a:extLst>
                </p14:cNvPr>
                <p14:cNvContentPartPr/>
                <p14:nvPr/>
              </p14:nvContentPartPr>
              <p14:xfrm>
                <a:off x="2524070" y="2359117"/>
                <a:ext cx="213480" cy="256680"/>
              </p14:xfrm>
            </p:contentPart>
          </mc:Choice>
          <mc:Fallback>
            <p:pic>
              <p:nvPicPr>
                <p:cNvPr id="105" name="Ink 104">
                  <a:extLst>
                    <a:ext uri="{FF2B5EF4-FFF2-40B4-BE49-F238E27FC236}">
                      <a16:creationId xmlns:a16="http://schemas.microsoft.com/office/drawing/2014/main" id="{9E32534C-B232-6F3F-6470-5624A0593436}"/>
                    </a:ext>
                  </a:extLst>
                </p:cNvPr>
                <p:cNvPicPr/>
                <p:nvPr/>
              </p:nvPicPr>
              <p:blipFill>
                <a:blip r:embed="rId175"/>
                <a:stretch>
                  <a:fillRect/>
                </a:stretch>
              </p:blipFill>
              <p:spPr>
                <a:xfrm>
                  <a:off x="2506070" y="2341477"/>
                  <a:ext cx="249120" cy="292320"/>
                </a:xfrm>
                <a:prstGeom prst="rect">
                  <a:avLst/>
                </a:prstGeom>
              </p:spPr>
            </p:pic>
          </mc:Fallback>
        </mc:AlternateContent>
        <mc:AlternateContent xmlns:mc="http://schemas.openxmlformats.org/markup-compatibility/2006">
          <mc:Choice xmlns:p14="http://schemas.microsoft.com/office/powerpoint/2010/main" Requires="p14">
            <p:contentPart p14:bwMode="auto" r:id="rId176">
              <p14:nvContentPartPr>
                <p14:cNvPr id="106" name="Ink 105">
                  <a:extLst>
                    <a:ext uri="{FF2B5EF4-FFF2-40B4-BE49-F238E27FC236}">
                      <a16:creationId xmlns:a16="http://schemas.microsoft.com/office/drawing/2014/main" id="{6319F1B5-1531-E994-9A1C-3303D58CDEF9}"/>
                    </a:ext>
                  </a:extLst>
                </p14:cNvPr>
                <p14:cNvContentPartPr/>
                <p14:nvPr/>
              </p14:nvContentPartPr>
              <p14:xfrm>
                <a:off x="2818190" y="2381797"/>
                <a:ext cx="30960" cy="222120"/>
              </p14:xfrm>
            </p:contentPart>
          </mc:Choice>
          <mc:Fallback>
            <p:pic>
              <p:nvPicPr>
                <p:cNvPr id="106" name="Ink 105">
                  <a:extLst>
                    <a:ext uri="{FF2B5EF4-FFF2-40B4-BE49-F238E27FC236}">
                      <a16:creationId xmlns:a16="http://schemas.microsoft.com/office/drawing/2014/main" id="{6319F1B5-1531-E994-9A1C-3303D58CDEF9}"/>
                    </a:ext>
                  </a:extLst>
                </p:cNvPr>
                <p:cNvPicPr/>
                <p:nvPr/>
              </p:nvPicPr>
              <p:blipFill>
                <a:blip r:embed="rId177"/>
                <a:stretch>
                  <a:fillRect/>
                </a:stretch>
              </p:blipFill>
              <p:spPr>
                <a:xfrm>
                  <a:off x="2800190" y="2363797"/>
                  <a:ext cx="66600" cy="257760"/>
                </a:xfrm>
                <a:prstGeom prst="rect">
                  <a:avLst/>
                </a:prstGeom>
              </p:spPr>
            </p:pic>
          </mc:Fallback>
        </mc:AlternateContent>
        <mc:AlternateContent xmlns:mc="http://schemas.openxmlformats.org/markup-compatibility/2006">
          <mc:Choice xmlns:p14="http://schemas.microsoft.com/office/powerpoint/2010/main" Requires="p14">
            <p:contentPart p14:bwMode="auto" r:id="rId178">
              <p14:nvContentPartPr>
                <p14:cNvPr id="107" name="Ink 106">
                  <a:extLst>
                    <a:ext uri="{FF2B5EF4-FFF2-40B4-BE49-F238E27FC236}">
                      <a16:creationId xmlns:a16="http://schemas.microsoft.com/office/drawing/2014/main" id="{9B85363D-AFCF-B9AA-6F03-9D0D95156C47}"/>
                    </a:ext>
                  </a:extLst>
                </p14:cNvPr>
                <p14:cNvContentPartPr/>
                <p14:nvPr/>
              </p14:nvContentPartPr>
              <p14:xfrm>
                <a:off x="2837990" y="2364877"/>
                <a:ext cx="96120" cy="108360"/>
              </p14:xfrm>
            </p:contentPart>
          </mc:Choice>
          <mc:Fallback>
            <p:pic>
              <p:nvPicPr>
                <p:cNvPr id="107" name="Ink 106">
                  <a:extLst>
                    <a:ext uri="{FF2B5EF4-FFF2-40B4-BE49-F238E27FC236}">
                      <a16:creationId xmlns:a16="http://schemas.microsoft.com/office/drawing/2014/main" id="{9B85363D-AFCF-B9AA-6F03-9D0D95156C47}"/>
                    </a:ext>
                  </a:extLst>
                </p:cNvPr>
                <p:cNvPicPr/>
                <p:nvPr/>
              </p:nvPicPr>
              <p:blipFill>
                <a:blip r:embed="rId179"/>
                <a:stretch>
                  <a:fillRect/>
                </a:stretch>
              </p:blipFill>
              <p:spPr>
                <a:xfrm>
                  <a:off x="2819990" y="2347237"/>
                  <a:ext cx="131760" cy="144000"/>
                </a:xfrm>
                <a:prstGeom prst="rect">
                  <a:avLst/>
                </a:prstGeom>
              </p:spPr>
            </p:pic>
          </mc:Fallback>
        </mc:AlternateContent>
        <mc:AlternateContent xmlns:mc="http://schemas.openxmlformats.org/markup-compatibility/2006">
          <mc:Choice xmlns:p14="http://schemas.microsoft.com/office/powerpoint/2010/main" Requires="p14">
            <p:contentPart p14:bwMode="auto" r:id="rId180">
              <p14:nvContentPartPr>
                <p14:cNvPr id="108" name="Ink 107">
                  <a:extLst>
                    <a:ext uri="{FF2B5EF4-FFF2-40B4-BE49-F238E27FC236}">
                      <a16:creationId xmlns:a16="http://schemas.microsoft.com/office/drawing/2014/main" id="{AB9C53BB-1BB3-2C0F-FEB2-5067010D91B5}"/>
                    </a:ext>
                  </a:extLst>
                </p14:cNvPr>
                <p14:cNvContentPartPr/>
                <p14:nvPr/>
              </p14:nvContentPartPr>
              <p14:xfrm>
                <a:off x="3011510" y="2388637"/>
                <a:ext cx="20160" cy="194400"/>
              </p14:xfrm>
            </p:contentPart>
          </mc:Choice>
          <mc:Fallback>
            <p:pic>
              <p:nvPicPr>
                <p:cNvPr id="108" name="Ink 107">
                  <a:extLst>
                    <a:ext uri="{FF2B5EF4-FFF2-40B4-BE49-F238E27FC236}">
                      <a16:creationId xmlns:a16="http://schemas.microsoft.com/office/drawing/2014/main" id="{AB9C53BB-1BB3-2C0F-FEB2-5067010D91B5}"/>
                    </a:ext>
                  </a:extLst>
                </p:cNvPr>
                <p:cNvPicPr/>
                <p:nvPr/>
              </p:nvPicPr>
              <p:blipFill>
                <a:blip r:embed="rId181"/>
                <a:stretch>
                  <a:fillRect/>
                </a:stretch>
              </p:blipFill>
              <p:spPr>
                <a:xfrm>
                  <a:off x="2993870" y="2370997"/>
                  <a:ext cx="55800" cy="230040"/>
                </a:xfrm>
                <a:prstGeom prst="rect">
                  <a:avLst/>
                </a:prstGeom>
              </p:spPr>
            </p:pic>
          </mc:Fallback>
        </mc:AlternateContent>
        <mc:AlternateContent xmlns:mc="http://schemas.openxmlformats.org/markup-compatibility/2006">
          <mc:Choice xmlns:p14="http://schemas.microsoft.com/office/powerpoint/2010/main" Requires="p14">
            <p:contentPart p14:bwMode="auto" r:id="rId182">
              <p14:nvContentPartPr>
                <p14:cNvPr id="109" name="Ink 108">
                  <a:extLst>
                    <a:ext uri="{FF2B5EF4-FFF2-40B4-BE49-F238E27FC236}">
                      <a16:creationId xmlns:a16="http://schemas.microsoft.com/office/drawing/2014/main" id="{64CBC3E5-D295-7FB9-CBBC-839A926479CF}"/>
                    </a:ext>
                  </a:extLst>
                </p14:cNvPr>
                <p14:cNvContentPartPr/>
                <p14:nvPr/>
              </p14:nvContentPartPr>
              <p14:xfrm>
                <a:off x="2998550" y="2374957"/>
                <a:ext cx="46800" cy="32400"/>
              </p14:xfrm>
            </p:contentPart>
          </mc:Choice>
          <mc:Fallback>
            <p:pic>
              <p:nvPicPr>
                <p:cNvPr id="109" name="Ink 108">
                  <a:extLst>
                    <a:ext uri="{FF2B5EF4-FFF2-40B4-BE49-F238E27FC236}">
                      <a16:creationId xmlns:a16="http://schemas.microsoft.com/office/drawing/2014/main" id="{64CBC3E5-D295-7FB9-CBBC-839A926479CF}"/>
                    </a:ext>
                  </a:extLst>
                </p:cNvPr>
                <p:cNvPicPr/>
                <p:nvPr/>
              </p:nvPicPr>
              <p:blipFill>
                <a:blip r:embed="rId183"/>
                <a:stretch>
                  <a:fillRect/>
                </a:stretch>
              </p:blipFill>
              <p:spPr>
                <a:xfrm>
                  <a:off x="2980910" y="2356957"/>
                  <a:ext cx="82440" cy="68040"/>
                </a:xfrm>
                <a:prstGeom prst="rect">
                  <a:avLst/>
                </a:prstGeom>
              </p:spPr>
            </p:pic>
          </mc:Fallback>
        </mc:AlternateContent>
        <mc:AlternateContent xmlns:mc="http://schemas.openxmlformats.org/markup-compatibility/2006">
          <mc:Choice xmlns:p14="http://schemas.microsoft.com/office/powerpoint/2010/main" Requires="p14">
            <p:contentPart p14:bwMode="auto" r:id="rId184">
              <p14:nvContentPartPr>
                <p14:cNvPr id="110" name="Ink 109">
                  <a:extLst>
                    <a:ext uri="{FF2B5EF4-FFF2-40B4-BE49-F238E27FC236}">
                      <a16:creationId xmlns:a16="http://schemas.microsoft.com/office/drawing/2014/main" id="{1B023834-2F6A-9B6D-2266-86E6D9776B64}"/>
                    </a:ext>
                  </a:extLst>
                </p14:cNvPr>
                <p14:cNvContentPartPr/>
                <p14:nvPr/>
              </p14:nvContentPartPr>
              <p14:xfrm>
                <a:off x="3007190" y="2541637"/>
                <a:ext cx="107280" cy="86760"/>
              </p14:xfrm>
            </p:contentPart>
          </mc:Choice>
          <mc:Fallback>
            <p:pic>
              <p:nvPicPr>
                <p:cNvPr id="110" name="Ink 109">
                  <a:extLst>
                    <a:ext uri="{FF2B5EF4-FFF2-40B4-BE49-F238E27FC236}">
                      <a16:creationId xmlns:a16="http://schemas.microsoft.com/office/drawing/2014/main" id="{1B023834-2F6A-9B6D-2266-86E6D9776B64}"/>
                    </a:ext>
                  </a:extLst>
                </p:cNvPr>
                <p:cNvPicPr/>
                <p:nvPr/>
              </p:nvPicPr>
              <p:blipFill>
                <a:blip r:embed="rId185"/>
                <a:stretch>
                  <a:fillRect/>
                </a:stretch>
              </p:blipFill>
              <p:spPr>
                <a:xfrm>
                  <a:off x="2989190" y="2523637"/>
                  <a:ext cx="142920" cy="122400"/>
                </a:xfrm>
                <a:prstGeom prst="rect">
                  <a:avLst/>
                </a:prstGeom>
              </p:spPr>
            </p:pic>
          </mc:Fallback>
        </mc:AlternateContent>
        <mc:AlternateContent xmlns:mc="http://schemas.openxmlformats.org/markup-compatibility/2006">
          <mc:Choice xmlns:p14="http://schemas.microsoft.com/office/powerpoint/2010/main" Requires="p14">
            <p:contentPart p14:bwMode="auto" r:id="rId186">
              <p14:nvContentPartPr>
                <p14:cNvPr id="111" name="Ink 110">
                  <a:extLst>
                    <a:ext uri="{FF2B5EF4-FFF2-40B4-BE49-F238E27FC236}">
                      <a16:creationId xmlns:a16="http://schemas.microsoft.com/office/drawing/2014/main" id="{A6A1DC98-0127-5050-51DC-CEC41CE978B9}"/>
                    </a:ext>
                  </a:extLst>
                </p14:cNvPr>
                <p14:cNvContentPartPr/>
                <p14:nvPr/>
              </p14:nvContentPartPr>
              <p14:xfrm>
                <a:off x="3131390" y="2336437"/>
                <a:ext cx="163080" cy="178560"/>
              </p14:xfrm>
            </p:contentPart>
          </mc:Choice>
          <mc:Fallback>
            <p:pic>
              <p:nvPicPr>
                <p:cNvPr id="111" name="Ink 110">
                  <a:extLst>
                    <a:ext uri="{FF2B5EF4-FFF2-40B4-BE49-F238E27FC236}">
                      <a16:creationId xmlns:a16="http://schemas.microsoft.com/office/drawing/2014/main" id="{A6A1DC98-0127-5050-51DC-CEC41CE978B9}"/>
                    </a:ext>
                  </a:extLst>
                </p:cNvPr>
                <p:cNvPicPr/>
                <p:nvPr/>
              </p:nvPicPr>
              <p:blipFill>
                <a:blip r:embed="rId187"/>
                <a:stretch>
                  <a:fillRect/>
                </a:stretch>
              </p:blipFill>
              <p:spPr>
                <a:xfrm>
                  <a:off x="3113390" y="2318437"/>
                  <a:ext cx="198720" cy="214200"/>
                </a:xfrm>
                <a:prstGeom prst="rect">
                  <a:avLst/>
                </a:prstGeom>
              </p:spPr>
            </p:pic>
          </mc:Fallback>
        </mc:AlternateContent>
      </p:grpSp>
      <p:grpSp>
        <p:nvGrpSpPr>
          <p:cNvPr id="124" name="Group 123">
            <a:extLst>
              <a:ext uri="{FF2B5EF4-FFF2-40B4-BE49-F238E27FC236}">
                <a16:creationId xmlns:a16="http://schemas.microsoft.com/office/drawing/2014/main" id="{AC324B33-4D16-E044-A130-C11E23BAC753}"/>
              </a:ext>
            </a:extLst>
          </p:cNvPr>
          <p:cNvGrpSpPr/>
          <p:nvPr/>
        </p:nvGrpSpPr>
        <p:grpSpPr>
          <a:xfrm>
            <a:off x="3425150" y="1481437"/>
            <a:ext cx="1099080" cy="1068840"/>
            <a:chOff x="3425150" y="1481437"/>
            <a:chExt cx="1099080" cy="1068840"/>
          </a:xfrm>
        </p:grpSpPr>
        <mc:AlternateContent xmlns:mc="http://schemas.openxmlformats.org/markup-compatibility/2006">
          <mc:Choice xmlns:p14="http://schemas.microsoft.com/office/powerpoint/2010/main" Requires="p14">
            <p:contentPart p14:bwMode="auto" r:id="rId188">
              <p14:nvContentPartPr>
                <p14:cNvPr id="113" name="Ink 112">
                  <a:extLst>
                    <a:ext uri="{FF2B5EF4-FFF2-40B4-BE49-F238E27FC236}">
                      <a16:creationId xmlns:a16="http://schemas.microsoft.com/office/drawing/2014/main" id="{8392F57B-1196-30E3-9F1C-DE31F5EBF9BF}"/>
                    </a:ext>
                  </a:extLst>
                </p14:cNvPr>
                <p14:cNvContentPartPr/>
                <p14:nvPr/>
              </p14:nvContentPartPr>
              <p14:xfrm>
                <a:off x="3425150" y="1589077"/>
                <a:ext cx="171000" cy="434880"/>
              </p14:xfrm>
            </p:contentPart>
          </mc:Choice>
          <mc:Fallback>
            <p:pic>
              <p:nvPicPr>
                <p:cNvPr id="113" name="Ink 112">
                  <a:extLst>
                    <a:ext uri="{FF2B5EF4-FFF2-40B4-BE49-F238E27FC236}">
                      <a16:creationId xmlns:a16="http://schemas.microsoft.com/office/drawing/2014/main" id="{8392F57B-1196-30E3-9F1C-DE31F5EBF9BF}"/>
                    </a:ext>
                  </a:extLst>
                </p:cNvPr>
                <p:cNvPicPr/>
                <p:nvPr/>
              </p:nvPicPr>
              <p:blipFill>
                <a:blip r:embed="rId189"/>
                <a:stretch>
                  <a:fillRect/>
                </a:stretch>
              </p:blipFill>
              <p:spPr>
                <a:xfrm>
                  <a:off x="3407510" y="1571437"/>
                  <a:ext cx="206640" cy="470520"/>
                </a:xfrm>
                <a:prstGeom prst="rect">
                  <a:avLst/>
                </a:prstGeom>
              </p:spPr>
            </p:pic>
          </mc:Fallback>
        </mc:AlternateContent>
        <mc:AlternateContent xmlns:mc="http://schemas.openxmlformats.org/markup-compatibility/2006">
          <mc:Choice xmlns:p14="http://schemas.microsoft.com/office/powerpoint/2010/main" Requires="p14">
            <p:contentPart p14:bwMode="auto" r:id="rId190">
              <p14:nvContentPartPr>
                <p14:cNvPr id="114" name="Ink 113">
                  <a:extLst>
                    <a:ext uri="{FF2B5EF4-FFF2-40B4-BE49-F238E27FC236}">
                      <a16:creationId xmlns:a16="http://schemas.microsoft.com/office/drawing/2014/main" id="{D0519911-D7F8-CB1B-1AD3-AC1A71DC86DD}"/>
                    </a:ext>
                  </a:extLst>
                </p14:cNvPr>
                <p14:cNvContentPartPr/>
                <p14:nvPr/>
              </p14:nvContentPartPr>
              <p14:xfrm>
                <a:off x="3645470" y="1641277"/>
                <a:ext cx="145080" cy="326520"/>
              </p14:xfrm>
            </p:contentPart>
          </mc:Choice>
          <mc:Fallback>
            <p:pic>
              <p:nvPicPr>
                <p:cNvPr id="114" name="Ink 113">
                  <a:extLst>
                    <a:ext uri="{FF2B5EF4-FFF2-40B4-BE49-F238E27FC236}">
                      <a16:creationId xmlns:a16="http://schemas.microsoft.com/office/drawing/2014/main" id="{D0519911-D7F8-CB1B-1AD3-AC1A71DC86DD}"/>
                    </a:ext>
                  </a:extLst>
                </p:cNvPr>
                <p:cNvPicPr/>
                <p:nvPr/>
              </p:nvPicPr>
              <p:blipFill>
                <a:blip r:embed="rId191"/>
                <a:stretch>
                  <a:fillRect/>
                </a:stretch>
              </p:blipFill>
              <p:spPr>
                <a:xfrm>
                  <a:off x="3627830" y="1623637"/>
                  <a:ext cx="180720" cy="362160"/>
                </a:xfrm>
                <a:prstGeom prst="rect">
                  <a:avLst/>
                </a:prstGeom>
              </p:spPr>
            </p:pic>
          </mc:Fallback>
        </mc:AlternateContent>
        <mc:AlternateContent xmlns:mc="http://schemas.openxmlformats.org/markup-compatibility/2006">
          <mc:Choice xmlns:p14="http://schemas.microsoft.com/office/powerpoint/2010/main" Requires="p14">
            <p:contentPart p14:bwMode="auto" r:id="rId192">
              <p14:nvContentPartPr>
                <p14:cNvPr id="115" name="Ink 114">
                  <a:extLst>
                    <a:ext uri="{FF2B5EF4-FFF2-40B4-BE49-F238E27FC236}">
                      <a16:creationId xmlns:a16="http://schemas.microsoft.com/office/drawing/2014/main" id="{3B66DF0E-C1AB-3FB6-0FC5-BE8A3ECFA986}"/>
                    </a:ext>
                  </a:extLst>
                </p14:cNvPr>
                <p14:cNvContentPartPr/>
                <p14:nvPr/>
              </p14:nvContentPartPr>
              <p14:xfrm>
                <a:off x="3874070" y="1734517"/>
                <a:ext cx="9720" cy="28800"/>
              </p14:xfrm>
            </p:contentPart>
          </mc:Choice>
          <mc:Fallback>
            <p:pic>
              <p:nvPicPr>
                <p:cNvPr id="115" name="Ink 114">
                  <a:extLst>
                    <a:ext uri="{FF2B5EF4-FFF2-40B4-BE49-F238E27FC236}">
                      <a16:creationId xmlns:a16="http://schemas.microsoft.com/office/drawing/2014/main" id="{3B66DF0E-C1AB-3FB6-0FC5-BE8A3ECFA986}"/>
                    </a:ext>
                  </a:extLst>
                </p:cNvPr>
                <p:cNvPicPr/>
                <p:nvPr/>
              </p:nvPicPr>
              <p:blipFill>
                <a:blip r:embed="rId193"/>
                <a:stretch>
                  <a:fillRect/>
                </a:stretch>
              </p:blipFill>
              <p:spPr>
                <a:xfrm>
                  <a:off x="3856070" y="1716517"/>
                  <a:ext cx="45360" cy="64440"/>
                </a:xfrm>
                <a:prstGeom prst="rect">
                  <a:avLst/>
                </a:prstGeom>
              </p:spPr>
            </p:pic>
          </mc:Fallback>
        </mc:AlternateContent>
        <mc:AlternateContent xmlns:mc="http://schemas.openxmlformats.org/markup-compatibility/2006">
          <mc:Choice xmlns:p14="http://schemas.microsoft.com/office/powerpoint/2010/main" Requires="p14">
            <p:contentPart p14:bwMode="auto" r:id="rId194">
              <p14:nvContentPartPr>
                <p14:cNvPr id="117" name="Ink 116">
                  <a:extLst>
                    <a:ext uri="{FF2B5EF4-FFF2-40B4-BE49-F238E27FC236}">
                      <a16:creationId xmlns:a16="http://schemas.microsoft.com/office/drawing/2014/main" id="{E9F6F1A5-A026-3591-F0B0-5F605B98D1FD}"/>
                    </a:ext>
                  </a:extLst>
                </p14:cNvPr>
                <p14:cNvContentPartPr/>
                <p14:nvPr/>
              </p14:nvContentPartPr>
              <p14:xfrm>
                <a:off x="3972350" y="1660357"/>
                <a:ext cx="101880" cy="218520"/>
              </p14:xfrm>
            </p:contentPart>
          </mc:Choice>
          <mc:Fallback>
            <p:pic>
              <p:nvPicPr>
                <p:cNvPr id="117" name="Ink 116">
                  <a:extLst>
                    <a:ext uri="{FF2B5EF4-FFF2-40B4-BE49-F238E27FC236}">
                      <a16:creationId xmlns:a16="http://schemas.microsoft.com/office/drawing/2014/main" id="{E9F6F1A5-A026-3591-F0B0-5F605B98D1FD}"/>
                    </a:ext>
                  </a:extLst>
                </p:cNvPr>
                <p:cNvPicPr/>
                <p:nvPr/>
              </p:nvPicPr>
              <p:blipFill>
                <a:blip r:embed="rId195"/>
                <a:stretch>
                  <a:fillRect/>
                </a:stretch>
              </p:blipFill>
              <p:spPr>
                <a:xfrm>
                  <a:off x="3954710" y="1642357"/>
                  <a:ext cx="137520" cy="254160"/>
                </a:xfrm>
                <a:prstGeom prst="rect">
                  <a:avLst/>
                </a:prstGeom>
              </p:spPr>
            </p:pic>
          </mc:Fallback>
        </mc:AlternateContent>
        <mc:AlternateContent xmlns:mc="http://schemas.openxmlformats.org/markup-compatibility/2006">
          <mc:Choice xmlns:p14="http://schemas.microsoft.com/office/powerpoint/2010/main" Requires="p14">
            <p:contentPart p14:bwMode="auto" r:id="rId196">
              <p14:nvContentPartPr>
                <p14:cNvPr id="118" name="Ink 117">
                  <a:extLst>
                    <a:ext uri="{FF2B5EF4-FFF2-40B4-BE49-F238E27FC236}">
                      <a16:creationId xmlns:a16="http://schemas.microsoft.com/office/drawing/2014/main" id="{21A0C397-42E6-939C-4E95-059169071248}"/>
                    </a:ext>
                  </a:extLst>
                </p14:cNvPr>
                <p14:cNvContentPartPr/>
                <p14:nvPr/>
              </p14:nvContentPartPr>
              <p14:xfrm>
                <a:off x="4153430" y="1622557"/>
                <a:ext cx="168120" cy="192600"/>
              </p14:xfrm>
            </p:contentPart>
          </mc:Choice>
          <mc:Fallback>
            <p:pic>
              <p:nvPicPr>
                <p:cNvPr id="118" name="Ink 117">
                  <a:extLst>
                    <a:ext uri="{FF2B5EF4-FFF2-40B4-BE49-F238E27FC236}">
                      <a16:creationId xmlns:a16="http://schemas.microsoft.com/office/drawing/2014/main" id="{21A0C397-42E6-939C-4E95-059169071248}"/>
                    </a:ext>
                  </a:extLst>
                </p:cNvPr>
                <p:cNvPicPr/>
                <p:nvPr/>
              </p:nvPicPr>
              <p:blipFill>
                <a:blip r:embed="rId197"/>
                <a:stretch>
                  <a:fillRect/>
                </a:stretch>
              </p:blipFill>
              <p:spPr>
                <a:xfrm>
                  <a:off x="4135430" y="1604557"/>
                  <a:ext cx="203760" cy="228240"/>
                </a:xfrm>
                <a:prstGeom prst="rect">
                  <a:avLst/>
                </a:prstGeom>
              </p:spPr>
            </p:pic>
          </mc:Fallback>
        </mc:AlternateContent>
        <mc:AlternateContent xmlns:mc="http://schemas.openxmlformats.org/markup-compatibility/2006">
          <mc:Choice xmlns:p14="http://schemas.microsoft.com/office/powerpoint/2010/main" Requires="p14">
            <p:contentPart p14:bwMode="auto" r:id="rId198">
              <p14:nvContentPartPr>
                <p14:cNvPr id="119" name="Ink 118">
                  <a:extLst>
                    <a:ext uri="{FF2B5EF4-FFF2-40B4-BE49-F238E27FC236}">
                      <a16:creationId xmlns:a16="http://schemas.microsoft.com/office/drawing/2014/main" id="{EBE98AF8-D716-DD94-5BB3-1C5E1795C1E8}"/>
                    </a:ext>
                  </a:extLst>
                </p14:cNvPr>
                <p14:cNvContentPartPr/>
                <p14:nvPr/>
              </p14:nvContentPartPr>
              <p14:xfrm>
                <a:off x="3614150" y="2228437"/>
                <a:ext cx="117000" cy="321840"/>
              </p14:xfrm>
            </p:contentPart>
          </mc:Choice>
          <mc:Fallback>
            <p:pic>
              <p:nvPicPr>
                <p:cNvPr id="119" name="Ink 118">
                  <a:extLst>
                    <a:ext uri="{FF2B5EF4-FFF2-40B4-BE49-F238E27FC236}">
                      <a16:creationId xmlns:a16="http://schemas.microsoft.com/office/drawing/2014/main" id="{EBE98AF8-D716-DD94-5BB3-1C5E1795C1E8}"/>
                    </a:ext>
                  </a:extLst>
                </p:cNvPr>
                <p:cNvPicPr/>
                <p:nvPr/>
              </p:nvPicPr>
              <p:blipFill>
                <a:blip r:embed="rId199"/>
                <a:stretch>
                  <a:fillRect/>
                </a:stretch>
              </p:blipFill>
              <p:spPr>
                <a:xfrm>
                  <a:off x="3596150" y="2210797"/>
                  <a:ext cx="152640" cy="357480"/>
                </a:xfrm>
                <a:prstGeom prst="rect">
                  <a:avLst/>
                </a:prstGeom>
              </p:spPr>
            </p:pic>
          </mc:Fallback>
        </mc:AlternateContent>
        <mc:AlternateContent xmlns:mc="http://schemas.openxmlformats.org/markup-compatibility/2006">
          <mc:Choice xmlns:p14="http://schemas.microsoft.com/office/powerpoint/2010/main" Requires="p14">
            <p:contentPart p14:bwMode="auto" r:id="rId200">
              <p14:nvContentPartPr>
                <p14:cNvPr id="120" name="Ink 119">
                  <a:extLst>
                    <a:ext uri="{FF2B5EF4-FFF2-40B4-BE49-F238E27FC236}">
                      <a16:creationId xmlns:a16="http://schemas.microsoft.com/office/drawing/2014/main" id="{7EAD6220-C556-6BC6-81CD-B49E1F00E8A7}"/>
                    </a:ext>
                  </a:extLst>
                </p14:cNvPr>
                <p14:cNvContentPartPr/>
                <p14:nvPr/>
              </p14:nvContentPartPr>
              <p14:xfrm>
                <a:off x="3827270" y="2264437"/>
                <a:ext cx="154080" cy="161640"/>
              </p14:xfrm>
            </p:contentPart>
          </mc:Choice>
          <mc:Fallback>
            <p:pic>
              <p:nvPicPr>
                <p:cNvPr id="120" name="Ink 119">
                  <a:extLst>
                    <a:ext uri="{FF2B5EF4-FFF2-40B4-BE49-F238E27FC236}">
                      <a16:creationId xmlns:a16="http://schemas.microsoft.com/office/drawing/2014/main" id="{7EAD6220-C556-6BC6-81CD-B49E1F00E8A7}"/>
                    </a:ext>
                  </a:extLst>
                </p:cNvPr>
                <p:cNvPicPr/>
                <p:nvPr/>
              </p:nvPicPr>
              <p:blipFill>
                <a:blip r:embed="rId201"/>
                <a:stretch>
                  <a:fillRect/>
                </a:stretch>
              </p:blipFill>
              <p:spPr>
                <a:xfrm>
                  <a:off x="3809630" y="2246437"/>
                  <a:ext cx="189720" cy="197280"/>
                </a:xfrm>
                <a:prstGeom prst="rect">
                  <a:avLst/>
                </a:prstGeom>
              </p:spPr>
            </p:pic>
          </mc:Fallback>
        </mc:AlternateContent>
        <mc:AlternateContent xmlns:mc="http://schemas.openxmlformats.org/markup-compatibility/2006">
          <mc:Choice xmlns:p14="http://schemas.microsoft.com/office/powerpoint/2010/main" Requires="p14">
            <p:contentPart p14:bwMode="auto" r:id="rId202">
              <p14:nvContentPartPr>
                <p14:cNvPr id="121" name="Ink 120">
                  <a:extLst>
                    <a:ext uri="{FF2B5EF4-FFF2-40B4-BE49-F238E27FC236}">
                      <a16:creationId xmlns:a16="http://schemas.microsoft.com/office/drawing/2014/main" id="{EE7042C3-6830-3377-9F5F-4DBE20F78952}"/>
                    </a:ext>
                  </a:extLst>
                </p14:cNvPr>
                <p14:cNvContentPartPr/>
                <p14:nvPr/>
              </p14:nvContentPartPr>
              <p14:xfrm>
                <a:off x="4094390" y="2180197"/>
                <a:ext cx="74520" cy="139320"/>
              </p14:xfrm>
            </p:contentPart>
          </mc:Choice>
          <mc:Fallback>
            <p:pic>
              <p:nvPicPr>
                <p:cNvPr id="121" name="Ink 120">
                  <a:extLst>
                    <a:ext uri="{FF2B5EF4-FFF2-40B4-BE49-F238E27FC236}">
                      <a16:creationId xmlns:a16="http://schemas.microsoft.com/office/drawing/2014/main" id="{EE7042C3-6830-3377-9F5F-4DBE20F78952}"/>
                    </a:ext>
                  </a:extLst>
                </p:cNvPr>
                <p:cNvPicPr/>
                <p:nvPr/>
              </p:nvPicPr>
              <p:blipFill>
                <a:blip r:embed="rId203"/>
                <a:stretch>
                  <a:fillRect/>
                </a:stretch>
              </p:blipFill>
              <p:spPr>
                <a:xfrm>
                  <a:off x="4076750" y="2162197"/>
                  <a:ext cx="110160" cy="174960"/>
                </a:xfrm>
                <a:prstGeom prst="rect">
                  <a:avLst/>
                </a:prstGeom>
              </p:spPr>
            </p:pic>
          </mc:Fallback>
        </mc:AlternateContent>
        <mc:AlternateContent xmlns:mc="http://schemas.openxmlformats.org/markup-compatibility/2006">
          <mc:Choice xmlns:p14="http://schemas.microsoft.com/office/powerpoint/2010/main" Requires="p14">
            <p:contentPart p14:bwMode="auto" r:id="rId204">
              <p14:nvContentPartPr>
                <p14:cNvPr id="122" name="Ink 121">
                  <a:extLst>
                    <a:ext uri="{FF2B5EF4-FFF2-40B4-BE49-F238E27FC236}">
                      <a16:creationId xmlns:a16="http://schemas.microsoft.com/office/drawing/2014/main" id="{6FB43399-C113-EF3C-79DC-649A1CB02FD8}"/>
                    </a:ext>
                  </a:extLst>
                </p14:cNvPr>
                <p14:cNvContentPartPr/>
                <p14:nvPr/>
              </p14:nvContentPartPr>
              <p14:xfrm>
                <a:off x="4419110" y="1481437"/>
                <a:ext cx="105120" cy="326880"/>
              </p14:xfrm>
            </p:contentPart>
          </mc:Choice>
          <mc:Fallback>
            <p:pic>
              <p:nvPicPr>
                <p:cNvPr id="122" name="Ink 121">
                  <a:extLst>
                    <a:ext uri="{FF2B5EF4-FFF2-40B4-BE49-F238E27FC236}">
                      <a16:creationId xmlns:a16="http://schemas.microsoft.com/office/drawing/2014/main" id="{6FB43399-C113-EF3C-79DC-649A1CB02FD8}"/>
                    </a:ext>
                  </a:extLst>
                </p:cNvPr>
                <p:cNvPicPr/>
                <p:nvPr/>
              </p:nvPicPr>
              <p:blipFill>
                <a:blip r:embed="rId205"/>
                <a:stretch>
                  <a:fillRect/>
                </a:stretch>
              </p:blipFill>
              <p:spPr>
                <a:xfrm>
                  <a:off x="4401110" y="1463797"/>
                  <a:ext cx="140760" cy="362520"/>
                </a:xfrm>
                <a:prstGeom prst="rect">
                  <a:avLst/>
                </a:prstGeom>
              </p:spPr>
            </p:pic>
          </mc:Fallback>
        </mc:AlternateContent>
        <mc:AlternateContent xmlns:mc="http://schemas.openxmlformats.org/markup-compatibility/2006">
          <mc:Choice xmlns:p14="http://schemas.microsoft.com/office/powerpoint/2010/main" Requires="p14">
            <p:contentPart p14:bwMode="auto" r:id="rId206">
              <p14:nvContentPartPr>
                <p14:cNvPr id="123" name="Ink 122">
                  <a:extLst>
                    <a:ext uri="{FF2B5EF4-FFF2-40B4-BE49-F238E27FC236}">
                      <a16:creationId xmlns:a16="http://schemas.microsoft.com/office/drawing/2014/main" id="{4023FED5-B3F9-48B2-CB60-14C0BEBEC52C}"/>
                    </a:ext>
                  </a:extLst>
                </p14:cNvPr>
                <p14:cNvContentPartPr/>
                <p14:nvPr/>
              </p14:nvContentPartPr>
              <p14:xfrm>
                <a:off x="4338830" y="2096677"/>
                <a:ext cx="94680" cy="412200"/>
              </p14:xfrm>
            </p:contentPart>
          </mc:Choice>
          <mc:Fallback>
            <p:pic>
              <p:nvPicPr>
                <p:cNvPr id="123" name="Ink 122">
                  <a:extLst>
                    <a:ext uri="{FF2B5EF4-FFF2-40B4-BE49-F238E27FC236}">
                      <a16:creationId xmlns:a16="http://schemas.microsoft.com/office/drawing/2014/main" id="{4023FED5-B3F9-48B2-CB60-14C0BEBEC52C}"/>
                    </a:ext>
                  </a:extLst>
                </p:cNvPr>
                <p:cNvPicPr/>
                <p:nvPr/>
              </p:nvPicPr>
              <p:blipFill>
                <a:blip r:embed="rId207"/>
                <a:stretch>
                  <a:fillRect/>
                </a:stretch>
              </p:blipFill>
              <p:spPr>
                <a:xfrm>
                  <a:off x="4320830" y="2079037"/>
                  <a:ext cx="130320" cy="447840"/>
                </a:xfrm>
                <a:prstGeom prst="rect">
                  <a:avLst/>
                </a:prstGeom>
              </p:spPr>
            </p:pic>
          </mc:Fallback>
        </mc:AlternateContent>
      </p:grpSp>
      <p:grpSp>
        <p:nvGrpSpPr>
          <p:cNvPr id="136" name="Group 135">
            <a:extLst>
              <a:ext uri="{FF2B5EF4-FFF2-40B4-BE49-F238E27FC236}">
                <a16:creationId xmlns:a16="http://schemas.microsoft.com/office/drawing/2014/main" id="{2AF21B08-3D9A-9651-FF6A-CFDD2A9CEEAC}"/>
              </a:ext>
            </a:extLst>
          </p:cNvPr>
          <p:cNvGrpSpPr/>
          <p:nvPr/>
        </p:nvGrpSpPr>
        <p:grpSpPr>
          <a:xfrm>
            <a:off x="4742030" y="1464877"/>
            <a:ext cx="393840" cy="216000"/>
            <a:chOff x="4742030" y="1464877"/>
            <a:chExt cx="393840" cy="216000"/>
          </a:xfrm>
        </p:grpSpPr>
        <mc:AlternateContent xmlns:mc="http://schemas.openxmlformats.org/markup-compatibility/2006">
          <mc:Choice xmlns:p14="http://schemas.microsoft.com/office/powerpoint/2010/main" Requires="p14">
            <p:contentPart p14:bwMode="auto" r:id="rId208">
              <p14:nvContentPartPr>
                <p14:cNvPr id="125" name="Ink 124">
                  <a:extLst>
                    <a:ext uri="{FF2B5EF4-FFF2-40B4-BE49-F238E27FC236}">
                      <a16:creationId xmlns:a16="http://schemas.microsoft.com/office/drawing/2014/main" id="{E541674E-4DFF-3A4C-CA79-DA0353BCE288}"/>
                    </a:ext>
                  </a:extLst>
                </p14:cNvPr>
                <p14:cNvContentPartPr/>
                <p14:nvPr/>
              </p14:nvContentPartPr>
              <p14:xfrm>
                <a:off x="4742030" y="1492597"/>
                <a:ext cx="123480" cy="165960"/>
              </p14:xfrm>
            </p:contentPart>
          </mc:Choice>
          <mc:Fallback>
            <p:pic>
              <p:nvPicPr>
                <p:cNvPr id="125" name="Ink 124">
                  <a:extLst>
                    <a:ext uri="{FF2B5EF4-FFF2-40B4-BE49-F238E27FC236}">
                      <a16:creationId xmlns:a16="http://schemas.microsoft.com/office/drawing/2014/main" id="{E541674E-4DFF-3A4C-CA79-DA0353BCE288}"/>
                    </a:ext>
                  </a:extLst>
                </p:cNvPr>
                <p:cNvPicPr/>
                <p:nvPr/>
              </p:nvPicPr>
              <p:blipFill>
                <a:blip r:embed="rId209"/>
                <a:stretch>
                  <a:fillRect/>
                </a:stretch>
              </p:blipFill>
              <p:spPr>
                <a:xfrm>
                  <a:off x="4724030" y="1474957"/>
                  <a:ext cx="159120" cy="201600"/>
                </a:xfrm>
                <a:prstGeom prst="rect">
                  <a:avLst/>
                </a:prstGeom>
              </p:spPr>
            </p:pic>
          </mc:Fallback>
        </mc:AlternateContent>
        <mc:AlternateContent xmlns:mc="http://schemas.openxmlformats.org/markup-compatibility/2006">
          <mc:Choice xmlns:p14="http://schemas.microsoft.com/office/powerpoint/2010/main" Requires="p14">
            <p:contentPart p14:bwMode="auto" r:id="rId210">
              <p14:nvContentPartPr>
                <p14:cNvPr id="126" name="Ink 125">
                  <a:extLst>
                    <a:ext uri="{FF2B5EF4-FFF2-40B4-BE49-F238E27FC236}">
                      <a16:creationId xmlns:a16="http://schemas.microsoft.com/office/drawing/2014/main" id="{E97A70DF-A425-838C-AD33-670B0A80D34C}"/>
                    </a:ext>
                  </a:extLst>
                </p14:cNvPr>
                <p14:cNvContentPartPr/>
                <p14:nvPr/>
              </p14:nvContentPartPr>
              <p14:xfrm>
                <a:off x="4964150" y="1514557"/>
                <a:ext cx="29880" cy="166320"/>
              </p14:xfrm>
            </p:contentPart>
          </mc:Choice>
          <mc:Fallback>
            <p:pic>
              <p:nvPicPr>
                <p:cNvPr id="126" name="Ink 125">
                  <a:extLst>
                    <a:ext uri="{FF2B5EF4-FFF2-40B4-BE49-F238E27FC236}">
                      <a16:creationId xmlns:a16="http://schemas.microsoft.com/office/drawing/2014/main" id="{E97A70DF-A425-838C-AD33-670B0A80D34C}"/>
                    </a:ext>
                  </a:extLst>
                </p:cNvPr>
                <p:cNvPicPr/>
                <p:nvPr/>
              </p:nvPicPr>
              <p:blipFill>
                <a:blip r:embed="rId211"/>
                <a:stretch>
                  <a:fillRect/>
                </a:stretch>
              </p:blipFill>
              <p:spPr>
                <a:xfrm>
                  <a:off x="4946510" y="1496917"/>
                  <a:ext cx="65520" cy="201960"/>
                </a:xfrm>
                <a:prstGeom prst="rect">
                  <a:avLst/>
                </a:prstGeom>
              </p:spPr>
            </p:pic>
          </mc:Fallback>
        </mc:AlternateContent>
        <mc:AlternateContent xmlns:mc="http://schemas.openxmlformats.org/markup-compatibility/2006">
          <mc:Choice xmlns:p14="http://schemas.microsoft.com/office/powerpoint/2010/main" Requires="p14">
            <p:contentPart p14:bwMode="auto" r:id="rId212">
              <p14:nvContentPartPr>
                <p14:cNvPr id="127" name="Ink 126">
                  <a:extLst>
                    <a:ext uri="{FF2B5EF4-FFF2-40B4-BE49-F238E27FC236}">
                      <a16:creationId xmlns:a16="http://schemas.microsoft.com/office/drawing/2014/main" id="{341B522D-AA3A-59D2-4F1D-2C38C96EBAC3}"/>
                    </a:ext>
                  </a:extLst>
                </p14:cNvPr>
                <p14:cNvContentPartPr/>
                <p14:nvPr/>
              </p14:nvContentPartPr>
              <p14:xfrm>
                <a:off x="4985390" y="1464877"/>
                <a:ext cx="150480" cy="150840"/>
              </p14:xfrm>
            </p:contentPart>
          </mc:Choice>
          <mc:Fallback>
            <p:pic>
              <p:nvPicPr>
                <p:cNvPr id="127" name="Ink 126">
                  <a:extLst>
                    <a:ext uri="{FF2B5EF4-FFF2-40B4-BE49-F238E27FC236}">
                      <a16:creationId xmlns:a16="http://schemas.microsoft.com/office/drawing/2014/main" id="{341B522D-AA3A-59D2-4F1D-2C38C96EBAC3}"/>
                    </a:ext>
                  </a:extLst>
                </p:cNvPr>
                <p:cNvPicPr/>
                <p:nvPr/>
              </p:nvPicPr>
              <p:blipFill>
                <a:blip r:embed="rId213"/>
                <a:stretch>
                  <a:fillRect/>
                </a:stretch>
              </p:blipFill>
              <p:spPr>
                <a:xfrm>
                  <a:off x="4967750" y="1447237"/>
                  <a:ext cx="186120" cy="186480"/>
                </a:xfrm>
                <a:prstGeom prst="rect">
                  <a:avLst/>
                </a:prstGeom>
              </p:spPr>
            </p:pic>
          </mc:Fallback>
        </mc:AlternateContent>
      </p:grpSp>
      <p:grpSp>
        <p:nvGrpSpPr>
          <p:cNvPr id="135" name="Group 134">
            <a:extLst>
              <a:ext uri="{FF2B5EF4-FFF2-40B4-BE49-F238E27FC236}">
                <a16:creationId xmlns:a16="http://schemas.microsoft.com/office/drawing/2014/main" id="{D93B8477-5C63-D464-D6A8-F24D87880725}"/>
              </a:ext>
            </a:extLst>
          </p:cNvPr>
          <p:cNvGrpSpPr/>
          <p:nvPr/>
        </p:nvGrpSpPr>
        <p:grpSpPr>
          <a:xfrm>
            <a:off x="4713230" y="1999837"/>
            <a:ext cx="547200" cy="263160"/>
            <a:chOff x="4713230" y="1999837"/>
            <a:chExt cx="547200" cy="263160"/>
          </a:xfrm>
        </p:grpSpPr>
        <mc:AlternateContent xmlns:mc="http://schemas.openxmlformats.org/markup-compatibility/2006">
          <mc:Choice xmlns:p14="http://schemas.microsoft.com/office/powerpoint/2010/main" Requires="p14">
            <p:contentPart p14:bwMode="auto" r:id="rId214">
              <p14:nvContentPartPr>
                <p14:cNvPr id="128" name="Ink 127">
                  <a:extLst>
                    <a:ext uri="{FF2B5EF4-FFF2-40B4-BE49-F238E27FC236}">
                      <a16:creationId xmlns:a16="http://schemas.microsoft.com/office/drawing/2014/main" id="{3C7DE0D7-B0F5-37F7-158E-57513F45B8EF}"/>
                    </a:ext>
                  </a:extLst>
                </p14:cNvPr>
                <p14:cNvContentPartPr/>
                <p14:nvPr/>
              </p14:nvContentPartPr>
              <p14:xfrm>
                <a:off x="4713230" y="2064277"/>
                <a:ext cx="108720" cy="154440"/>
              </p14:xfrm>
            </p:contentPart>
          </mc:Choice>
          <mc:Fallback>
            <p:pic>
              <p:nvPicPr>
                <p:cNvPr id="128" name="Ink 127">
                  <a:extLst>
                    <a:ext uri="{FF2B5EF4-FFF2-40B4-BE49-F238E27FC236}">
                      <a16:creationId xmlns:a16="http://schemas.microsoft.com/office/drawing/2014/main" id="{3C7DE0D7-B0F5-37F7-158E-57513F45B8EF}"/>
                    </a:ext>
                  </a:extLst>
                </p:cNvPr>
                <p:cNvPicPr/>
                <p:nvPr/>
              </p:nvPicPr>
              <p:blipFill>
                <a:blip r:embed="rId215"/>
                <a:stretch>
                  <a:fillRect/>
                </a:stretch>
              </p:blipFill>
              <p:spPr>
                <a:xfrm>
                  <a:off x="4695230" y="2046277"/>
                  <a:ext cx="144360" cy="190080"/>
                </a:xfrm>
                <a:prstGeom prst="rect">
                  <a:avLst/>
                </a:prstGeom>
              </p:spPr>
            </p:pic>
          </mc:Fallback>
        </mc:AlternateContent>
        <mc:AlternateContent xmlns:mc="http://schemas.openxmlformats.org/markup-compatibility/2006">
          <mc:Choice xmlns:p14="http://schemas.microsoft.com/office/powerpoint/2010/main" Requires="p14">
            <p:contentPart p14:bwMode="auto" r:id="rId216">
              <p14:nvContentPartPr>
                <p14:cNvPr id="129" name="Ink 128">
                  <a:extLst>
                    <a:ext uri="{FF2B5EF4-FFF2-40B4-BE49-F238E27FC236}">
                      <a16:creationId xmlns:a16="http://schemas.microsoft.com/office/drawing/2014/main" id="{8D412590-1116-39F3-C203-216FDAF13D22}"/>
                    </a:ext>
                  </a:extLst>
                </p14:cNvPr>
                <p14:cNvContentPartPr/>
                <p14:nvPr/>
              </p14:nvContentPartPr>
              <p14:xfrm>
                <a:off x="4905830" y="2068957"/>
                <a:ext cx="26640" cy="194040"/>
              </p14:xfrm>
            </p:contentPart>
          </mc:Choice>
          <mc:Fallback>
            <p:pic>
              <p:nvPicPr>
                <p:cNvPr id="129" name="Ink 128">
                  <a:extLst>
                    <a:ext uri="{FF2B5EF4-FFF2-40B4-BE49-F238E27FC236}">
                      <a16:creationId xmlns:a16="http://schemas.microsoft.com/office/drawing/2014/main" id="{8D412590-1116-39F3-C203-216FDAF13D22}"/>
                    </a:ext>
                  </a:extLst>
                </p:cNvPr>
                <p:cNvPicPr/>
                <p:nvPr/>
              </p:nvPicPr>
              <p:blipFill>
                <a:blip r:embed="rId217"/>
                <a:stretch>
                  <a:fillRect/>
                </a:stretch>
              </p:blipFill>
              <p:spPr>
                <a:xfrm>
                  <a:off x="4888190" y="2050957"/>
                  <a:ext cx="62280" cy="229680"/>
                </a:xfrm>
                <a:prstGeom prst="rect">
                  <a:avLst/>
                </a:prstGeom>
              </p:spPr>
            </p:pic>
          </mc:Fallback>
        </mc:AlternateContent>
        <mc:AlternateContent xmlns:mc="http://schemas.openxmlformats.org/markup-compatibility/2006">
          <mc:Choice xmlns:p14="http://schemas.microsoft.com/office/powerpoint/2010/main" Requires="p14">
            <p:contentPart p14:bwMode="auto" r:id="rId218">
              <p14:nvContentPartPr>
                <p14:cNvPr id="130" name="Ink 129">
                  <a:extLst>
                    <a:ext uri="{FF2B5EF4-FFF2-40B4-BE49-F238E27FC236}">
                      <a16:creationId xmlns:a16="http://schemas.microsoft.com/office/drawing/2014/main" id="{6A72650F-DC86-F7C1-25E5-94D841190B94}"/>
                    </a:ext>
                  </a:extLst>
                </p14:cNvPr>
                <p14:cNvContentPartPr/>
                <p14:nvPr/>
              </p14:nvContentPartPr>
              <p14:xfrm>
                <a:off x="4909790" y="2023237"/>
                <a:ext cx="95760" cy="90360"/>
              </p14:xfrm>
            </p:contentPart>
          </mc:Choice>
          <mc:Fallback>
            <p:pic>
              <p:nvPicPr>
                <p:cNvPr id="130" name="Ink 129">
                  <a:extLst>
                    <a:ext uri="{FF2B5EF4-FFF2-40B4-BE49-F238E27FC236}">
                      <a16:creationId xmlns:a16="http://schemas.microsoft.com/office/drawing/2014/main" id="{6A72650F-DC86-F7C1-25E5-94D841190B94}"/>
                    </a:ext>
                  </a:extLst>
                </p:cNvPr>
                <p:cNvPicPr/>
                <p:nvPr/>
              </p:nvPicPr>
              <p:blipFill>
                <a:blip r:embed="rId219"/>
                <a:stretch>
                  <a:fillRect/>
                </a:stretch>
              </p:blipFill>
              <p:spPr>
                <a:xfrm>
                  <a:off x="4892150" y="2005237"/>
                  <a:ext cx="131400" cy="126000"/>
                </a:xfrm>
                <a:prstGeom prst="rect">
                  <a:avLst/>
                </a:prstGeom>
              </p:spPr>
            </p:pic>
          </mc:Fallback>
        </mc:AlternateContent>
        <mc:AlternateContent xmlns:mc="http://schemas.openxmlformats.org/markup-compatibility/2006">
          <mc:Choice xmlns:p14="http://schemas.microsoft.com/office/powerpoint/2010/main" Requires="p14">
            <p:contentPart p14:bwMode="auto" r:id="rId220">
              <p14:nvContentPartPr>
                <p14:cNvPr id="131" name="Ink 130">
                  <a:extLst>
                    <a:ext uri="{FF2B5EF4-FFF2-40B4-BE49-F238E27FC236}">
                      <a16:creationId xmlns:a16="http://schemas.microsoft.com/office/drawing/2014/main" id="{3431B2B9-CD81-9C3A-E2C4-19243C1B7A48}"/>
                    </a:ext>
                  </a:extLst>
                </p14:cNvPr>
                <p14:cNvContentPartPr/>
                <p14:nvPr/>
              </p14:nvContentPartPr>
              <p14:xfrm>
                <a:off x="4921670" y="2093797"/>
                <a:ext cx="132840" cy="110160"/>
              </p14:xfrm>
            </p:contentPart>
          </mc:Choice>
          <mc:Fallback>
            <p:pic>
              <p:nvPicPr>
                <p:cNvPr id="131" name="Ink 130">
                  <a:extLst>
                    <a:ext uri="{FF2B5EF4-FFF2-40B4-BE49-F238E27FC236}">
                      <a16:creationId xmlns:a16="http://schemas.microsoft.com/office/drawing/2014/main" id="{3431B2B9-CD81-9C3A-E2C4-19243C1B7A48}"/>
                    </a:ext>
                  </a:extLst>
                </p:cNvPr>
                <p:cNvPicPr/>
                <p:nvPr/>
              </p:nvPicPr>
              <p:blipFill>
                <a:blip r:embed="rId221"/>
                <a:stretch>
                  <a:fillRect/>
                </a:stretch>
              </p:blipFill>
              <p:spPr>
                <a:xfrm>
                  <a:off x="4904030" y="2076157"/>
                  <a:ext cx="168480" cy="145800"/>
                </a:xfrm>
                <a:prstGeom prst="rect">
                  <a:avLst/>
                </a:prstGeom>
              </p:spPr>
            </p:pic>
          </mc:Fallback>
        </mc:AlternateContent>
        <mc:AlternateContent xmlns:mc="http://schemas.openxmlformats.org/markup-compatibility/2006">
          <mc:Choice xmlns:p14="http://schemas.microsoft.com/office/powerpoint/2010/main" Requires="p14">
            <p:contentPart p14:bwMode="auto" r:id="rId222">
              <p14:nvContentPartPr>
                <p14:cNvPr id="132" name="Ink 131">
                  <a:extLst>
                    <a:ext uri="{FF2B5EF4-FFF2-40B4-BE49-F238E27FC236}">
                      <a16:creationId xmlns:a16="http://schemas.microsoft.com/office/drawing/2014/main" id="{83B7FB5F-D1CF-A376-DD05-57F1E76E02C6}"/>
                    </a:ext>
                  </a:extLst>
                </p14:cNvPr>
                <p14:cNvContentPartPr/>
                <p14:nvPr/>
              </p14:nvContentPartPr>
              <p14:xfrm>
                <a:off x="5119310" y="2063557"/>
                <a:ext cx="30600" cy="167760"/>
              </p14:xfrm>
            </p:contentPart>
          </mc:Choice>
          <mc:Fallback>
            <p:pic>
              <p:nvPicPr>
                <p:cNvPr id="132" name="Ink 131">
                  <a:extLst>
                    <a:ext uri="{FF2B5EF4-FFF2-40B4-BE49-F238E27FC236}">
                      <a16:creationId xmlns:a16="http://schemas.microsoft.com/office/drawing/2014/main" id="{83B7FB5F-D1CF-A376-DD05-57F1E76E02C6}"/>
                    </a:ext>
                  </a:extLst>
                </p:cNvPr>
                <p:cNvPicPr/>
                <p:nvPr/>
              </p:nvPicPr>
              <p:blipFill>
                <a:blip r:embed="rId223"/>
                <a:stretch>
                  <a:fillRect/>
                </a:stretch>
              </p:blipFill>
              <p:spPr>
                <a:xfrm>
                  <a:off x="5101310" y="2045557"/>
                  <a:ext cx="66240" cy="203400"/>
                </a:xfrm>
                <a:prstGeom prst="rect">
                  <a:avLst/>
                </a:prstGeom>
              </p:spPr>
            </p:pic>
          </mc:Fallback>
        </mc:AlternateContent>
        <mc:AlternateContent xmlns:mc="http://schemas.openxmlformats.org/markup-compatibility/2006">
          <mc:Choice xmlns:p14="http://schemas.microsoft.com/office/powerpoint/2010/main" Requires="p14">
            <p:contentPart p14:bwMode="auto" r:id="rId224">
              <p14:nvContentPartPr>
                <p14:cNvPr id="133" name="Ink 132">
                  <a:extLst>
                    <a:ext uri="{FF2B5EF4-FFF2-40B4-BE49-F238E27FC236}">
                      <a16:creationId xmlns:a16="http://schemas.microsoft.com/office/drawing/2014/main" id="{6D4C4E08-B4A6-1854-3040-36C2CE06F153}"/>
                    </a:ext>
                  </a:extLst>
                </p14:cNvPr>
                <p14:cNvContentPartPr/>
                <p14:nvPr/>
              </p14:nvContentPartPr>
              <p14:xfrm>
                <a:off x="5132630" y="1999837"/>
                <a:ext cx="78840" cy="63000"/>
              </p14:xfrm>
            </p:contentPart>
          </mc:Choice>
          <mc:Fallback>
            <p:pic>
              <p:nvPicPr>
                <p:cNvPr id="133" name="Ink 132">
                  <a:extLst>
                    <a:ext uri="{FF2B5EF4-FFF2-40B4-BE49-F238E27FC236}">
                      <a16:creationId xmlns:a16="http://schemas.microsoft.com/office/drawing/2014/main" id="{6D4C4E08-B4A6-1854-3040-36C2CE06F153}"/>
                    </a:ext>
                  </a:extLst>
                </p:cNvPr>
                <p:cNvPicPr/>
                <p:nvPr/>
              </p:nvPicPr>
              <p:blipFill>
                <a:blip r:embed="rId225"/>
                <a:stretch>
                  <a:fillRect/>
                </a:stretch>
              </p:blipFill>
              <p:spPr>
                <a:xfrm>
                  <a:off x="5114990" y="1981837"/>
                  <a:ext cx="114480" cy="98640"/>
                </a:xfrm>
                <a:prstGeom prst="rect">
                  <a:avLst/>
                </a:prstGeom>
              </p:spPr>
            </p:pic>
          </mc:Fallback>
        </mc:AlternateContent>
        <mc:AlternateContent xmlns:mc="http://schemas.openxmlformats.org/markup-compatibility/2006">
          <mc:Choice xmlns:p14="http://schemas.microsoft.com/office/powerpoint/2010/main" Requires="p14">
            <p:contentPart p14:bwMode="auto" r:id="rId226">
              <p14:nvContentPartPr>
                <p14:cNvPr id="134" name="Ink 133">
                  <a:extLst>
                    <a:ext uri="{FF2B5EF4-FFF2-40B4-BE49-F238E27FC236}">
                      <a16:creationId xmlns:a16="http://schemas.microsoft.com/office/drawing/2014/main" id="{F853FC3E-6AFD-4406-C829-5D527845F336}"/>
                    </a:ext>
                  </a:extLst>
                </p14:cNvPr>
                <p14:cNvContentPartPr/>
                <p14:nvPr/>
              </p14:nvContentPartPr>
              <p14:xfrm>
                <a:off x="5137670" y="2080837"/>
                <a:ext cx="122760" cy="64800"/>
              </p14:xfrm>
            </p:contentPart>
          </mc:Choice>
          <mc:Fallback>
            <p:pic>
              <p:nvPicPr>
                <p:cNvPr id="134" name="Ink 133">
                  <a:extLst>
                    <a:ext uri="{FF2B5EF4-FFF2-40B4-BE49-F238E27FC236}">
                      <a16:creationId xmlns:a16="http://schemas.microsoft.com/office/drawing/2014/main" id="{F853FC3E-6AFD-4406-C829-5D527845F336}"/>
                    </a:ext>
                  </a:extLst>
                </p:cNvPr>
                <p:cNvPicPr/>
                <p:nvPr/>
              </p:nvPicPr>
              <p:blipFill>
                <a:blip r:embed="rId227"/>
                <a:stretch>
                  <a:fillRect/>
                </a:stretch>
              </p:blipFill>
              <p:spPr>
                <a:xfrm>
                  <a:off x="5120030" y="2062837"/>
                  <a:ext cx="158400" cy="100440"/>
                </a:xfrm>
                <a:prstGeom prst="rect">
                  <a:avLst/>
                </a:prstGeom>
              </p:spPr>
            </p:pic>
          </mc:Fallback>
        </mc:AlternateContent>
      </p:grpSp>
      <p:grpSp>
        <p:nvGrpSpPr>
          <p:cNvPr id="143" name="Group 142">
            <a:extLst>
              <a:ext uri="{FF2B5EF4-FFF2-40B4-BE49-F238E27FC236}">
                <a16:creationId xmlns:a16="http://schemas.microsoft.com/office/drawing/2014/main" id="{A7DEC874-EE5C-C3C9-CDC0-6C320AAF43DA}"/>
              </a:ext>
            </a:extLst>
          </p:cNvPr>
          <p:cNvGrpSpPr/>
          <p:nvPr/>
        </p:nvGrpSpPr>
        <p:grpSpPr>
          <a:xfrm>
            <a:off x="4647710" y="4348477"/>
            <a:ext cx="375480" cy="1010160"/>
            <a:chOff x="4647710" y="4348477"/>
            <a:chExt cx="375480" cy="1010160"/>
          </a:xfrm>
        </p:grpSpPr>
        <mc:AlternateContent xmlns:mc="http://schemas.openxmlformats.org/markup-compatibility/2006">
          <mc:Choice xmlns:p14="http://schemas.microsoft.com/office/powerpoint/2010/main" Requires="p14">
            <p:contentPart p14:bwMode="auto" r:id="rId228">
              <p14:nvContentPartPr>
                <p14:cNvPr id="137" name="Ink 136">
                  <a:extLst>
                    <a:ext uri="{FF2B5EF4-FFF2-40B4-BE49-F238E27FC236}">
                      <a16:creationId xmlns:a16="http://schemas.microsoft.com/office/drawing/2014/main" id="{A147C45D-C9AB-B4D2-B074-17F77344B0F5}"/>
                    </a:ext>
                  </a:extLst>
                </p14:cNvPr>
                <p14:cNvContentPartPr/>
                <p14:nvPr/>
              </p14:nvContentPartPr>
              <p14:xfrm>
                <a:off x="4647710" y="4348477"/>
                <a:ext cx="225360" cy="417600"/>
              </p14:xfrm>
            </p:contentPart>
          </mc:Choice>
          <mc:Fallback>
            <p:pic>
              <p:nvPicPr>
                <p:cNvPr id="137" name="Ink 136">
                  <a:extLst>
                    <a:ext uri="{FF2B5EF4-FFF2-40B4-BE49-F238E27FC236}">
                      <a16:creationId xmlns:a16="http://schemas.microsoft.com/office/drawing/2014/main" id="{A147C45D-C9AB-B4D2-B074-17F77344B0F5}"/>
                    </a:ext>
                  </a:extLst>
                </p:cNvPr>
                <p:cNvPicPr/>
                <p:nvPr/>
              </p:nvPicPr>
              <p:blipFill>
                <a:blip r:embed="rId229"/>
                <a:stretch>
                  <a:fillRect/>
                </a:stretch>
              </p:blipFill>
              <p:spPr>
                <a:xfrm>
                  <a:off x="4630070" y="4330477"/>
                  <a:ext cx="261000" cy="453240"/>
                </a:xfrm>
                <a:prstGeom prst="rect">
                  <a:avLst/>
                </a:prstGeom>
              </p:spPr>
            </p:pic>
          </mc:Fallback>
        </mc:AlternateContent>
        <mc:AlternateContent xmlns:mc="http://schemas.openxmlformats.org/markup-compatibility/2006">
          <mc:Choice xmlns:p14="http://schemas.microsoft.com/office/powerpoint/2010/main" Requires="p14">
            <p:contentPart p14:bwMode="auto" r:id="rId230">
              <p14:nvContentPartPr>
                <p14:cNvPr id="138" name="Ink 137">
                  <a:extLst>
                    <a:ext uri="{FF2B5EF4-FFF2-40B4-BE49-F238E27FC236}">
                      <a16:creationId xmlns:a16="http://schemas.microsoft.com/office/drawing/2014/main" id="{B3DD7320-E7C5-003C-912D-2468E818E6DF}"/>
                    </a:ext>
                  </a:extLst>
                </p14:cNvPr>
                <p14:cNvContentPartPr/>
                <p14:nvPr/>
              </p14:nvContentPartPr>
              <p14:xfrm>
                <a:off x="4837430" y="4759957"/>
                <a:ext cx="66600" cy="343440"/>
              </p14:xfrm>
            </p:contentPart>
          </mc:Choice>
          <mc:Fallback>
            <p:pic>
              <p:nvPicPr>
                <p:cNvPr id="138" name="Ink 137">
                  <a:extLst>
                    <a:ext uri="{FF2B5EF4-FFF2-40B4-BE49-F238E27FC236}">
                      <a16:creationId xmlns:a16="http://schemas.microsoft.com/office/drawing/2014/main" id="{B3DD7320-E7C5-003C-912D-2468E818E6DF}"/>
                    </a:ext>
                  </a:extLst>
                </p:cNvPr>
                <p:cNvPicPr/>
                <p:nvPr/>
              </p:nvPicPr>
              <p:blipFill>
                <a:blip r:embed="rId231"/>
                <a:stretch>
                  <a:fillRect/>
                </a:stretch>
              </p:blipFill>
              <p:spPr>
                <a:xfrm>
                  <a:off x="4819430" y="4742317"/>
                  <a:ext cx="102240" cy="379080"/>
                </a:xfrm>
                <a:prstGeom prst="rect">
                  <a:avLst/>
                </a:prstGeom>
              </p:spPr>
            </p:pic>
          </mc:Fallback>
        </mc:AlternateContent>
        <mc:AlternateContent xmlns:mc="http://schemas.openxmlformats.org/markup-compatibility/2006">
          <mc:Choice xmlns:p14="http://schemas.microsoft.com/office/powerpoint/2010/main" Requires="p14">
            <p:contentPart p14:bwMode="auto" r:id="rId232">
              <p14:nvContentPartPr>
                <p14:cNvPr id="140" name="Ink 139">
                  <a:extLst>
                    <a:ext uri="{FF2B5EF4-FFF2-40B4-BE49-F238E27FC236}">
                      <a16:creationId xmlns:a16="http://schemas.microsoft.com/office/drawing/2014/main" id="{BC902C38-F446-755B-5D4D-D1489FE411AC}"/>
                    </a:ext>
                  </a:extLst>
                </p14:cNvPr>
                <p14:cNvContentPartPr/>
                <p14:nvPr/>
              </p14:nvContentPartPr>
              <p14:xfrm>
                <a:off x="4723670" y="5148397"/>
                <a:ext cx="298800" cy="26640"/>
              </p14:xfrm>
            </p:contentPart>
          </mc:Choice>
          <mc:Fallback>
            <p:pic>
              <p:nvPicPr>
                <p:cNvPr id="140" name="Ink 139">
                  <a:extLst>
                    <a:ext uri="{FF2B5EF4-FFF2-40B4-BE49-F238E27FC236}">
                      <a16:creationId xmlns:a16="http://schemas.microsoft.com/office/drawing/2014/main" id="{BC902C38-F446-755B-5D4D-D1489FE411AC}"/>
                    </a:ext>
                  </a:extLst>
                </p:cNvPr>
                <p:cNvPicPr/>
                <p:nvPr/>
              </p:nvPicPr>
              <p:blipFill>
                <a:blip r:embed="rId233"/>
                <a:stretch>
                  <a:fillRect/>
                </a:stretch>
              </p:blipFill>
              <p:spPr>
                <a:xfrm>
                  <a:off x="4705670" y="5130757"/>
                  <a:ext cx="334440" cy="62280"/>
                </a:xfrm>
                <a:prstGeom prst="rect">
                  <a:avLst/>
                </a:prstGeom>
              </p:spPr>
            </p:pic>
          </mc:Fallback>
        </mc:AlternateContent>
        <mc:AlternateContent xmlns:mc="http://schemas.openxmlformats.org/markup-compatibility/2006">
          <mc:Choice xmlns:p14="http://schemas.microsoft.com/office/powerpoint/2010/main" Requires="p14">
            <p:contentPart p14:bwMode="auto" r:id="rId234">
              <p14:nvContentPartPr>
                <p14:cNvPr id="141" name="Ink 140">
                  <a:extLst>
                    <a:ext uri="{FF2B5EF4-FFF2-40B4-BE49-F238E27FC236}">
                      <a16:creationId xmlns:a16="http://schemas.microsoft.com/office/drawing/2014/main" id="{64EFEC0F-D402-8D67-68EA-B6CC0ED717F8}"/>
                    </a:ext>
                  </a:extLst>
                </p14:cNvPr>
                <p14:cNvContentPartPr/>
                <p14:nvPr/>
              </p14:nvContentPartPr>
              <p14:xfrm>
                <a:off x="4767230" y="5208157"/>
                <a:ext cx="156600" cy="150480"/>
              </p14:xfrm>
            </p:contentPart>
          </mc:Choice>
          <mc:Fallback>
            <p:pic>
              <p:nvPicPr>
                <p:cNvPr id="141" name="Ink 140">
                  <a:extLst>
                    <a:ext uri="{FF2B5EF4-FFF2-40B4-BE49-F238E27FC236}">
                      <a16:creationId xmlns:a16="http://schemas.microsoft.com/office/drawing/2014/main" id="{64EFEC0F-D402-8D67-68EA-B6CC0ED717F8}"/>
                    </a:ext>
                  </a:extLst>
                </p:cNvPr>
                <p:cNvPicPr/>
                <p:nvPr/>
              </p:nvPicPr>
              <p:blipFill>
                <a:blip r:embed="rId235"/>
                <a:stretch>
                  <a:fillRect/>
                </a:stretch>
              </p:blipFill>
              <p:spPr>
                <a:xfrm>
                  <a:off x="4749230" y="5190517"/>
                  <a:ext cx="192240" cy="186120"/>
                </a:xfrm>
                <a:prstGeom prst="rect">
                  <a:avLst/>
                </a:prstGeom>
              </p:spPr>
            </p:pic>
          </mc:Fallback>
        </mc:AlternateContent>
        <mc:AlternateContent xmlns:mc="http://schemas.openxmlformats.org/markup-compatibility/2006">
          <mc:Choice xmlns:p14="http://schemas.microsoft.com/office/powerpoint/2010/main" Requires="p14">
            <p:contentPart p14:bwMode="auto" r:id="rId236">
              <p14:nvContentPartPr>
                <p14:cNvPr id="142" name="Ink 141">
                  <a:extLst>
                    <a:ext uri="{FF2B5EF4-FFF2-40B4-BE49-F238E27FC236}">
                      <a16:creationId xmlns:a16="http://schemas.microsoft.com/office/drawing/2014/main" id="{A6DE5B04-1644-0837-79A5-398B8C1972FF}"/>
                    </a:ext>
                  </a:extLst>
                </p14:cNvPr>
                <p14:cNvContentPartPr/>
                <p14:nvPr/>
              </p14:nvContentPartPr>
              <p14:xfrm>
                <a:off x="4907630" y="5168557"/>
                <a:ext cx="115560" cy="181080"/>
              </p14:xfrm>
            </p:contentPart>
          </mc:Choice>
          <mc:Fallback>
            <p:pic>
              <p:nvPicPr>
                <p:cNvPr id="142" name="Ink 141">
                  <a:extLst>
                    <a:ext uri="{FF2B5EF4-FFF2-40B4-BE49-F238E27FC236}">
                      <a16:creationId xmlns:a16="http://schemas.microsoft.com/office/drawing/2014/main" id="{A6DE5B04-1644-0837-79A5-398B8C1972FF}"/>
                    </a:ext>
                  </a:extLst>
                </p:cNvPr>
                <p:cNvPicPr/>
                <p:nvPr/>
              </p:nvPicPr>
              <p:blipFill>
                <a:blip r:embed="rId237"/>
                <a:stretch>
                  <a:fillRect/>
                </a:stretch>
              </p:blipFill>
              <p:spPr>
                <a:xfrm>
                  <a:off x="4889990" y="5150917"/>
                  <a:ext cx="151200" cy="216720"/>
                </a:xfrm>
                <a:prstGeom prst="rect">
                  <a:avLst/>
                </a:prstGeom>
              </p:spPr>
            </p:pic>
          </mc:Fallback>
        </mc:AlternateContent>
      </p:grpSp>
      <p:grpSp>
        <p:nvGrpSpPr>
          <p:cNvPr id="163" name="Group 162">
            <a:extLst>
              <a:ext uri="{FF2B5EF4-FFF2-40B4-BE49-F238E27FC236}">
                <a16:creationId xmlns:a16="http://schemas.microsoft.com/office/drawing/2014/main" id="{9377A677-61F2-8F72-ECBF-A73B2F1AECBD}"/>
              </a:ext>
            </a:extLst>
          </p:cNvPr>
          <p:cNvGrpSpPr/>
          <p:nvPr/>
        </p:nvGrpSpPr>
        <p:grpSpPr>
          <a:xfrm>
            <a:off x="4978550" y="3885157"/>
            <a:ext cx="1869840" cy="743400"/>
            <a:chOff x="4978550" y="3885157"/>
            <a:chExt cx="1869840" cy="743400"/>
          </a:xfrm>
        </p:grpSpPr>
        <mc:AlternateContent xmlns:mc="http://schemas.openxmlformats.org/markup-compatibility/2006">
          <mc:Choice xmlns:p14="http://schemas.microsoft.com/office/powerpoint/2010/main" Requires="p14">
            <p:contentPart p14:bwMode="auto" r:id="rId238">
              <p14:nvContentPartPr>
                <p14:cNvPr id="144" name="Ink 143">
                  <a:extLst>
                    <a:ext uri="{FF2B5EF4-FFF2-40B4-BE49-F238E27FC236}">
                      <a16:creationId xmlns:a16="http://schemas.microsoft.com/office/drawing/2014/main" id="{6558FE90-89E7-8589-0C3E-9C326DAEEBBD}"/>
                    </a:ext>
                  </a:extLst>
                </p14:cNvPr>
                <p14:cNvContentPartPr/>
                <p14:nvPr/>
              </p14:nvContentPartPr>
              <p14:xfrm>
                <a:off x="4978550" y="4311397"/>
                <a:ext cx="362160" cy="111600"/>
              </p14:xfrm>
            </p:contentPart>
          </mc:Choice>
          <mc:Fallback>
            <p:pic>
              <p:nvPicPr>
                <p:cNvPr id="144" name="Ink 143">
                  <a:extLst>
                    <a:ext uri="{FF2B5EF4-FFF2-40B4-BE49-F238E27FC236}">
                      <a16:creationId xmlns:a16="http://schemas.microsoft.com/office/drawing/2014/main" id="{6558FE90-89E7-8589-0C3E-9C326DAEEBBD}"/>
                    </a:ext>
                  </a:extLst>
                </p:cNvPr>
                <p:cNvPicPr/>
                <p:nvPr/>
              </p:nvPicPr>
              <p:blipFill>
                <a:blip r:embed="rId239"/>
                <a:stretch>
                  <a:fillRect/>
                </a:stretch>
              </p:blipFill>
              <p:spPr>
                <a:xfrm>
                  <a:off x="4960550" y="4293757"/>
                  <a:ext cx="397800" cy="147240"/>
                </a:xfrm>
                <a:prstGeom prst="rect">
                  <a:avLst/>
                </a:prstGeom>
              </p:spPr>
            </p:pic>
          </mc:Fallback>
        </mc:AlternateContent>
        <mc:AlternateContent xmlns:mc="http://schemas.openxmlformats.org/markup-compatibility/2006">
          <mc:Choice xmlns:p14="http://schemas.microsoft.com/office/powerpoint/2010/main" Requires="p14">
            <p:contentPart p14:bwMode="auto" r:id="rId240">
              <p14:nvContentPartPr>
                <p14:cNvPr id="145" name="Ink 144">
                  <a:extLst>
                    <a:ext uri="{FF2B5EF4-FFF2-40B4-BE49-F238E27FC236}">
                      <a16:creationId xmlns:a16="http://schemas.microsoft.com/office/drawing/2014/main" id="{2599BAF8-0820-ED6E-2527-BA0A77E9AE03}"/>
                    </a:ext>
                  </a:extLst>
                </p14:cNvPr>
                <p14:cNvContentPartPr/>
                <p14:nvPr/>
              </p14:nvContentPartPr>
              <p14:xfrm>
                <a:off x="5258990" y="4243717"/>
                <a:ext cx="184680" cy="201960"/>
              </p14:xfrm>
            </p:contentPart>
          </mc:Choice>
          <mc:Fallback>
            <p:pic>
              <p:nvPicPr>
                <p:cNvPr id="145" name="Ink 144">
                  <a:extLst>
                    <a:ext uri="{FF2B5EF4-FFF2-40B4-BE49-F238E27FC236}">
                      <a16:creationId xmlns:a16="http://schemas.microsoft.com/office/drawing/2014/main" id="{2599BAF8-0820-ED6E-2527-BA0A77E9AE03}"/>
                    </a:ext>
                  </a:extLst>
                </p:cNvPr>
                <p:cNvPicPr/>
                <p:nvPr/>
              </p:nvPicPr>
              <p:blipFill>
                <a:blip r:embed="rId241"/>
                <a:stretch>
                  <a:fillRect/>
                </a:stretch>
              </p:blipFill>
              <p:spPr>
                <a:xfrm>
                  <a:off x="5240990" y="4225717"/>
                  <a:ext cx="220320" cy="237600"/>
                </a:xfrm>
                <a:prstGeom prst="rect">
                  <a:avLst/>
                </a:prstGeom>
              </p:spPr>
            </p:pic>
          </mc:Fallback>
        </mc:AlternateContent>
        <mc:AlternateContent xmlns:mc="http://schemas.openxmlformats.org/markup-compatibility/2006">
          <mc:Choice xmlns:p14="http://schemas.microsoft.com/office/powerpoint/2010/main" Requires="p14">
            <p:contentPart p14:bwMode="auto" r:id="rId242">
              <p14:nvContentPartPr>
                <p14:cNvPr id="146" name="Ink 145">
                  <a:extLst>
                    <a:ext uri="{FF2B5EF4-FFF2-40B4-BE49-F238E27FC236}">
                      <a16:creationId xmlns:a16="http://schemas.microsoft.com/office/drawing/2014/main" id="{25E751C5-EF20-B2EB-F80D-83D825CCCF2D}"/>
                    </a:ext>
                  </a:extLst>
                </p14:cNvPr>
                <p14:cNvContentPartPr/>
                <p14:nvPr/>
              </p14:nvContentPartPr>
              <p14:xfrm>
                <a:off x="5613230" y="4090357"/>
                <a:ext cx="195480" cy="181800"/>
              </p14:xfrm>
            </p:contentPart>
          </mc:Choice>
          <mc:Fallback>
            <p:pic>
              <p:nvPicPr>
                <p:cNvPr id="146" name="Ink 145">
                  <a:extLst>
                    <a:ext uri="{FF2B5EF4-FFF2-40B4-BE49-F238E27FC236}">
                      <a16:creationId xmlns:a16="http://schemas.microsoft.com/office/drawing/2014/main" id="{25E751C5-EF20-B2EB-F80D-83D825CCCF2D}"/>
                    </a:ext>
                  </a:extLst>
                </p:cNvPr>
                <p:cNvPicPr/>
                <p:nvPr/>
              </p:nvPicPr>
              <p:blipFill>
                <a:blip r:embed="rId243"/>
                <a:stretch>
                  <a:fillRect/>
                </a:stretch>
              </p:blipFill>
              <p:spPr>
                <a:xfrm>
                  <a:off x="5595230" y="4072717"/>
                  <a:ext cx="231120" cy="217440"/>
                </a:xfrm>
                <a:prstGeom prst="rect">
                  <a:avLst/>
                </a:prstGeom>
              </p:spPr>
            </p:pic>
          </mc:Fallback>
        </mc:AlternateContent>
        <mc:AlternateContent xmlns:mc="http://schemas.openxmlformats.org/markup-compatibility/2006">
          <mc:Choice xmlns:p14="http://schemas.microsoft.com/office/powerpoint/2010/main" Requires="p14">
            <p:contentPart p14:bwMode="auto" r:id="rId244">
              <p14:nvContentPartPr>
                <p14:cNvPr id="147" name="Ink 146">
                  <a:extLst>
                    <a:ext uri="{FF2B5EF4-FFF2-40B4-BE49-F238E27FC236}">
                      <a16:creationId xmlns:a16="http://schemas.microsoft.com/office/drawing/2014/main" id="{A80F1016-E97A-1374-0C19-44334AD4969B}"/>
                    </a:ext>
                  </a:extLst>
                </p14:cNvPr>
                <p14:cNvContentPartPr/>
                <p14:nvPr/>
              </p14:nvContentPartPr>
              <p14:xfrm>
                <a:off x="5867750" y="4144717"/>
                <a:ext cx="20520" cy="106920"/>
              </p14:xfrm>
            </p:contentPart>
          </mc:Choice>
          <mc:Fallback>
            <p:pic>
              <p:nvPicPr>
                <p:cNvPr id="147" name="Ink 146">
                  <a:extLst>
                    <a:ext uri="{FF2B5EF4-FFF2-40B4-BE49-F238E27FC236}">
                      <a16:creationId xmlns:a16="http://schemas.microsoft.com/office/drawing/2014/main" id="{A80F1016-E97A-1374-0C19-44334AD4969B}"/>
                    </a:ext>
                  </a:extLst>
                </p:cNvPr>
                <p:cNvPicPr/>
                <p:nvPr/>
              </p:nvPicPr>
              <p:blipFill>
                <a:blip r:embed="rId245"/>
                <a:stretch>
                  <a:fillRect/>
                </a:stretch>
              </p:blipFill>
              <p:spPr>
                <a:xfrm>
                  <a:off x="5849750" y="4127077"/>
                  <a:ext cx="56160" cy="142560"/>
                </a:xfrm>
                <a:prstGeom prst="rect">
                  <a:avLst/>
                </a:prstGeom>
              </p:spPr>
            </p:pic>
          </mc:Fallback>
        </mc:AlternateContent>
        <mc:AlternateContent xmlns:mc="http://schemas.openxmlformats.org/markup-compatibility/2006">
          <mc:Choice xmlns:p14="http://schemas.microsoft.com/office/powerpoint/2010/main" Requires="p14">
            <p:contentPart p14:bwMode="auto" r:id="rId246">
              <p14:nvContentPartPr>
                <p14:cNvPr id="148" name="Ink 147">
                  <a:extLst>
                    <a:ext uri="{FF2B5EF4-FFF2-40B4-BE49-F238E27FC236}">
                      <a16:creationId xmlns:a16="http://schemas.microsoft.com/office/drawing/2014/main" id="{83011FCC-3AE7-C81E-A1A7-1634C94F66AB}"/>
                    </a:ext>
                  </a:extLst>
                </p14:cNvPr>
                <p14:cNvContentPartPr/>
                <p14:nvPr/>
              </p14:nvContentPartPr>
              <p14:xfrm>
                <a:off x="5859470" y="3997117"/>
                <a:ext cx="12240" cy="14760"/>
              </p14:xfrm>
            </p:contentPart>
          </mc:Choice>
          <mc:Fallback>
            <p:pic>
              <p:nvPicPr>
                <p:cNvPr id="148" name="Ink 147">
                  <a:extLst>
                    <a:ext uri="{FF2B5EF4-FFF2-40B4-BE49-F238E27FC236}">
                      <a16:creationId xmlns:a16="http://schemas.microsoft.com/office/drawing/2014/main" id="{83011FCC-3AE7-C81E-A1A7-1634C94F66AB}"/>
                    </a:ext>
                  </a:extLst>
                </p:cNvPr>
                <p:cNvPicPr/>
                <p:nvPr/>
              </p:nvPicPr>
              <p:blipFill>
                <a:blip r:embed="rId247"/>
                <a:stretch>
                  <a:fillRect/>
                </a:stretch>
              </p:blipFill>
              <p:spPr>
                <a:xfrm>
                  <a:off x="5841470" y="3979477"/>
                  <a:ext cx="47880" cy="50400"/>
                </a:xfrm>
                <a:prstGeom prst="rect">
                  <a:avLst/>
                </a:prstGeom>
              </p:spPr>
            </p:pic>
          </mc:Fallback>
        </mc:AlternateContent>
        <mc:AlternateContent xmlns:mc="http://schemas.openxmlformats.org/markup-compatibility/2006">
          <mc:Choice xmlns:p14="http://schemas.microsoft.com/office/powerpoint/2010/main" Requires="p14">
            <p:contentPart p14:bwMode="auto" r:id="rId248">
              <p14:nvContentPartPr>
                <p14:cNvPr id="149" name="Ink 148">
                  <a:extLst>
                    <a:ext uri="{FF2B5EF4-FFF2-40B4-BE49-F238E27FC236}">
                      <a16:creationId xmlns:a16="http://schemas.microsoft.com/office/drawing/2014/main" id="{D2BA1546-AC26-F843-3D00-2221769EC2E9}"/>
                    </a:ext>
                  </a:extLst>
                </p14:cNvPr>
                <p14:cNvContentPartPr/>
                <p14:nvPr/>
              </p14:nvContentPartPr>
              <p14:xfrm>
                <a:off x="5955950" y="4052557"/>
                <a:ext cx="233640" cy="101520"/>
              </p14:xfrm>
            </p:contentPart>
          </mc:Choice>
          <mc:Fallback>
            <p:pic>
              <p:nvPicPr>
                <p:cNvPr id="149" name="Ink 148">
                  <a:extLst>
                    <a:ext uri="{FF2B5EF4-FFF2-40B4-BE49-F238E27FC236}">
                      <a16:creationId xmlns:a16="http://schemas.microsoft.com/office/drawing/2014/main" id="{D2BA1546-AC26-F843-3D00-2221769EC2E9}"/>
                    </a:ext>
                  </a:extLst>
                </p:cNvPr>
                <p:cNvPicPr/>
                <p:nvPr/>
              </p:nvPicPr>
              <p:blipFill>
                <a:blip r:embed="rId249"/>
                <a:stretch>
                  <a:fillRect/>
                </a:stretch>
              </p:blipFill>
              <p:spPr>
                <a:xfrm>
                  <a:off x="5937950" y="4034557"/>
                  <a:ext cx="269280" cy="137160"/>
                </a:xfrm>
                <a:prstGeom prst="rect">
                  <a:avLst/>
                </a:prstGeom>
              </p:spPr>
            </p:pic>
          </mc:Fallback>
        </mc:AlternateContent>
        <mc:AlternateContent xmlns:mc="http://schemas.openxmlformats.org/markup-compatibility/2006">
          <mc:Choice xmlns:p14="http://schemas.microsoft.com/office/powerpoint/2010/main" Requires="p14">
            <p:contentPart p14:bwMode="auto" r:id="rId250">
              <p14:nvContentPartPr>
                <p14:cNvPr id="150" name="Ink 149">
                  <a:extLst>
                    <a:ext uri="{FF2B5EF4-FFF2-40B4-BE49-F238E27FC236}">
                      <a16:creationId xmlns:a16="http://schemas.microsoft.com/office/drawing/2014/main" id="{39F70174-DBE6-7300-03EC-C3995BC38141}"/>
                    </a:ext>
                  </a:extLst>
                </p14:cNvPr>
                <p14:cNvContentPartPr/>
                <p14:nvPr/>
              </p14:nvContentPartPr>
              <p14:xfrm>
                <a:off x="6270950" y="4056157"/>
                <a:ext cx="17640" cy="115560"/>
              </p14:xfrm>
            </p:contentPart>
          </mc:Choice>
          <mc:Fallback>
            <p:pic>
              <p:nvPicPr>
                <p:cNvPr id="150" name="Ink 149">
                  <a:extLst>
                    <a:ext uri="{FF2B5EF4-FFF2-40B4-BE49-F238E27FC236}">
                      <a16:creationId xmlns:a16="http://schemas.microsoft.com/office/drawing/2014/main" id="{39F70174-DBE6-7300-03EC-C3995BC38141}"/>
                    </a:ext>
                  </a:extLst>
                </p:cNvPr>
                <p:cNvPicPr/>
                <p:nvPr/>
              </p:nvPicPr>
              <p:blipFill>
                <a:blip r:embed="rId251"/>
                <a:stretch>
                  <a:fillRect/>
                </a:stretch>
              </p:blipFill>
              <p:spPr>
                <a:xfrm>
                  <a:off x="6252950" y="4038517"/>
                  <a:ext cx="53280" cy="151200"/>
                </a:xfrm>
                <a:prstGeom prst="rect">
                  <a:avLst/>
                </a:prstGeom>
              </p:spPr>
            </p:pic>
          </mc:Fallback>
        </mc:AlternateContent>
        <mc:AlternateContent xmlns:mc="http://schemas.openxmlformats.org/markup-compatibility/2006">
          <mc:Choice xmlns:p14="http://schemas.microsoft.com/office/powerpoint/2010/main" Requires="p14">
            <p:contentPart p14:bwMode="auto" r:id="rId252">
              <p14:nvContentPartPr>
                <p14:cNvPr id="151" name="Ink 150">
                  <a:extLst>
                    <a:ext uri="{FF2B5EF4-FFF2-40B4-BE49-F238E27FC236}">
                      <a16:creationId xmlns:a16="http://schemas.microsoft.com/office/drawing/2014/main" id="{71ABCA2D-E20F-15DA-53DA-ADE5E539DF38}"/>
                    </a:ext>
                  </a:extLst>
                </p14:cNvPr>
                <p14:cNvContentPartPr/>
                <p14:nvPr/>
              </p14:nvContentPartPr>
              <p14:xfrm>
                <a:off x="6244670" y="3894517"/>
                <a:ext cx="12960" cy="10080"/>
              </p14:xfrm>
            </p:contentPart>
          </mc:Choice>
          <mc:Fallback>
            <p:pic>
              <p:nvPicPr>
                <p:cNvPr id="151" name="Ink 150">
                  <a:extLst>
                    <a:ext uri="{FF2B5EF4-FFF2-40B4-BE49-F238E27FC236}">
                      <a16:creationId xmlns:a16="http://schemas.microsoft.com/office/drawing/2014/main" id="{71ABCA2D-E20F-15DA-53DA-ADE5E539DF38}"/>
                    </a:ext>
                  </a:extLst>
                </p:cNvPr>
                <p:cNvPicPr/>
                <p:nvPr/>
              </p:nvPicPr>
              <p:blipFill>
                <a:blip r:embed="rId253"/>
                <a:stretch>
                  <a:fillRect/>
                </a:stretch>
              </p:blipFill>
              <p:spPr>
                <a:xfrm>
                  <a:off x="6226670" y="3876517"/>
                  <a:ext cx="48600" cy="45720"/>
                </a:xfrm>
                <a:prstGeom prst="rect">
                  <a:avLst/>
                </a:prstGeom>
              </p:spPr>
            </p:pic>
          </mc:Fallback>
        </mc:AlternateContent>
        <mc:AlternateContent xmlns:mc="http://schemas.openxmlformats.org/markup-compatibility/2006">
          <mc:Choice xmlns:p14="http://schemas.microsoft.com/office/powerpoint/2010/main" Requires="p14">
            <p:contentPart p14:bwMode="auto" r:id="rId254">
              <p14:nvContentPartPr>
                <p14:cNvPr id="152" name="Ink 151">
                  <a:extLst>
                    <a:ext uri="{FF2B5EF4-FFF2-40B4-BE49-F238E27FC236}">
                      <a16:creationId xmlns:a16="http://schemas.microsoft.com/office/drawing/2014/main" id="{24962429-56AA-68E0-C628-133F29533F56}"/>
                    </a:ext>
                  </a:extLst>
                </p14:cNvPr>
                <p14:cNvContentPartPr/>
                <p14:nvPr/>
              </p14:nvContentPartPr>
              <p14:xfrm>
                <a:off x="6365990" y="3885157"/>
                <a:ext cx="59400" cy="181440"/>
              </p14:xfrm>
            </p:contentPart>
          </mc:Choice>
          <mc:Fallback>
            <p:pic>
              <p:nvPicPr>
                <p:cNvPr id="152" name="Ink 151">
                  <a:extLst>
                    <a:ext uri="{FF2B5EF4-FFF2-40B4-BE49-F238E27FC236}">
                      <a16:creationId xmlns:a16="http://schemas.microsoft.com/office/drawing/2014/main" id="{24962429-56AA-68E0-C628-133F29533F56}"/>
                    </a:ext>
                  </a:extLst>
                </p:cNvPr>
                <p:cNvPicPr/>
                <p:nvPr/>
              </p:nvPicPr>
              <p:blipFill>
                <a:blip r:embed="rId255"/>
                <a:stretch>
                  <a:fillRect/>
                </a:stretch>
              </p:blipFill>
              <p:spPr>
                <a:xfrm>
                  <a:off x="6347990" y="3867157"/>
                  <a:ext cx="95040" cy="217080"/>
                </a:xfrm>
                <a:prstGeom prst="rect">
                  <a:avLst/>
                </a:prstGeom>
              </p:spPr>
            </p:pic>
          </mc:Fallback>
        </mc:AlternateContent>
        <mc:AlternateContent xmlns:mc="http://schemas.openxmlformats.org/markup-compatibility/2006">
          <mc:Choice xmlns:p14="http://schemas.microsoft.com/office/powerpoint/2010/main" Requires="p14">
            <p:contentPart p14:bwMode="auto" r:id="rId256">
              <p14:nvContentPartPr>
                <p14:cNvPr id="153" name="Ink 152">
                  <a:extLst>
                    <a:ext uri="{FF2B5EF4-FFF2-40B4-BE49-F238E27FC236}">
                      <a16:creationId xmlns:a16="http://schemas.microsoft.com/office/drawing/2014/main" id="{21DEB28D-143B-E637-E6EE-C2931405585C}"/>
                    </a:ext>
                  </a:extLst>
                </p14:cNvPr>
                <p14:cNvContentPartPr/>
                <p14:nvPr/>
              </p14:nvContentPartPr>
              <p14:xfrm>
                <a:off x="6350150" y="3963277"/>
                <a:ext cx="115560" cy="61920"/>
              </p14:xfrm>
            </p:contentPart>
          </mc:Choice>
          <mc:Fallback>
            <p:pic>
              <p:nvPicPr>
                <p:cNvPr id="153" name="Ink 152">
                  <a:extLst>
                    <a:ext uri="{FF2B5EF4-FFF2-40B4-BE49-F238E27FC236}">
                      <a16:creationId xmlns:a16="http://schemas.microsoft.com/office/drawing/2014/main" id="{21DEB28D-143B-E637-E6EE-C2931405585C}"/>
                    </a:ext>
                  </a:extLst>
                </p:cNvPr>
                <p:cNvPicPr/>
                <p:nvPr/>
              </p:nvPicPr>
              <p:blipFill>
                <a:blip r:embed="rId257"/>
                <a:stretch>
                  <a:fillRect/>
                </a:stretch>
              </p:blipFill>
              <p:spPr>
                <a:xfrm>
                  <a:off x="6332510" y="3945637"/>
                  <a:ext cx="151200" cy="97560"/>
                </a:xfrm>
                <a:prstGeom prst="rect">
                  <a:avLst/>
                </a:prstGeom>
              </p:spPr>
            </p:pic>
          </mc:Fallback>
        </mc:AlternateContent>
        <mc:AlternateContent xmlns:mc="http://schemas.openxmlformats.org/markup-compatibility/2006">
          <mc:Choice xmlns:p14="http://schemas.microsoft.com/office/powerpoint/2010/main" Requires="p14">
            <p:contentPart p14:bwMode="auto" r:id="rId258">
              <p14:nvContentPartPr>
                <p14:cNvPr id="154" name="Ink 153">
                  <a:extLst>
                    <a:ext uri="{FF2B5EF4-FFF2-40B4-BE49-F238E27FC236}">
                      <a16:creationId xmlns:a16="http://schemas.microsoft.com/office/drawing/2014/main" id="{A183C022-1FFC-B824-C740-066292551938}"/>
                    </a:ext>
                  </a:extLst>
                </p14:cNvPr>
                <p14:cNvContentPartPr/>
                <p14:nvPr/>
              </p14:nvContentPartPr>
              <p14:xfrm>
                <a:off x="5695310" y="4478437"/>
                <a:ext cx="96120" cy="150120"/>
              </p14:xfrm>
            </p:contentPart>
          </mc:Choice>
          <mc:Fallback>
            <p:pic>
              <p:nvPicPr>
                <p:cNvPr id="154" name="Ink 153">
                  <a:extLst>
                    <a:ext uri="{FF2B5EF4-FFF2-40B4-BE49-F238E27FC236}">
                      <a16:creationId xmlns:a16="http://schemas.microsoft.com/office/drawing/2014/main" id="{A183C022-1FFC-B824-C740-066292551938}"/>
                    </a:ext>
                  </a:extLst>
                </p:cNvPr>
                <p:cNvPicPr/>
                <p:nvPr/>
              </p:nvPicPr>
              <p:blipFill>
                <a:blip r:embed="rId259"/>
                <a:stretch>
                  <a:fillRect/>
                </a:stretch>
              </p:blipFill>
              <p:spPr>
                <a:xfrm>
                  <a:off x="5677310" y="4460437"/>
                  <a:ext cx="131760" cy="185760"/>
                </a:xfrm>
                <a:prstGeom prst="rect">
                  <a:avLst/>
                </a:prstGeom>
              </p:spPr>
            </p:pic>
          </mc:Fallback>
        </mc:AlternateContent>
        <mc:AlternateContent xmlns:mc="http://schemas.openxmlformats.org/markup-compatibility/2006">
          <mc:Choice xmlns:p14="http://schemas.microsoft.com/office/powerpoint/2010/main" Requires="p14">
            <p:contentPart p14:bwMode="auto" r:id="rId260">
              <p14:nvContentPartPr>
                <p14:cNvPr id="155" name="Ink 154">
                  <a:extLst>
                    <a:ext uri="{FF2B5EF4-FFF2-40B4-BE49-F238E27FC236}">
                      <a16:creationId xmlns:a16="http://schemas.microsoft.com/office/drawing/2014/main" id="{178E536F-1BE3-418A-E5AF-143CBBD6C92D}"/>
                    </a:ext>
                  </a:extLst>
                </p14:cNvPr>
                <p14:cNvContentPartPr/>
                <p14:nvPr/>
              </p14:nvContentPartPr>
              <p14:xfrm>
                <a:off x="5865230" y="4478437"/>
                <a:ext cx="112320" cy="123480"/>
              </p14:xfrm>
            </p:contentPart>
          </mc:Choice>
          <mc:Fallback>
            <p:pic>
              <p:nvPicPr>
                <p:cNvPr id="155" name="Ink 154">
                  <a:extLst>
                    <a:ext uri="{FF2B5EF4-FFF2-40B4-BE49-F238E27FC236}">
                      <a16:creationId xmlns:a16="http://schemas.microsoft.com/office/drawing/2014/main" id="{178E536F-1BE3-418A-E5AF-143CBBD6C92D}"/>
                    </a:ext>
                  </a:extLst>
                </p:cNvPr>
                <p:cNvPicPr/>
                <p:nvPr/>
              </p:nvPicPr>
              <p:blipFill>
                <a:blip r:embed="rId261"/>
                <a:stretch>
                  <a:fillRect/>
                </a:stretch>
              </p:blipFill>
              <p:spPr>
                <a:xfrm>
                  <a:off x="5847590" y="4460437"/>
                  <a:ext cx="147960" cy="159120"/>
                </a:xfrm>
                <a:prstGeom prst="rect">
                  <a:avLst/>
                </a:prstGeom>
              </p:spPr>
            </p:pic>
          </mc:Fallback>
        </mc:AlternateContent>
        <mc:AlternateContent xmlns:mc="http://schemas.openxmlformats.org/markup-compatibility/2006">
          <mc:Choice xmlns:p14="http://schemas.microsoft.com/office/powerpoint/2010/main" Requires="p14">
            <p:contentPart p14:bwMode="auto" r:id="rId262">
              <p14:nvContentPartPr>
                <p14:cNvPr id="156" name="Ink 155">
                  <a:extLst>
                    <a:ext uri="{FF2B5EF4-FFF2-40B4-BE49-F238E27FC236}">
                      <a16:creationId xmlns:a16="http://schemas.microsoft.com/office/drawing/2014/main" id="{DCC8BF30-C885-01FE-58E4-85B455A62051}"/>
                    </a:ext>
                  </a:extLst>
                </p14:cNvPr>
                <p14:cNvContentPartPr/>
                <p14:nvPr/>
              </p14:nvContentPartPr>
              <p14:xfrm>
                <a:off x="5958470" y="4485637"/>
                <a:ext cx="51120" cy="114120"/>
              </p14:xfrm>
            </p:contentPart>
          </mc:Choice>
          <mc:Fallback>
            <p:pic>
              <p:nvPicPr>
                <p:cNvPr id="156" name="Ink 155">
                  <a:extLst>
                    <a:ext uri="{FF2B5EF4-FFF2-40B4-BE49-F238E27FC236}">
                      <a16:creationId xmlns:a16="http://schemas.microsoft.com/office/drawing/2014/main" id="{DCC8BF30-C885-01FE-58E4-85B455A62051}"/>
                    </a:ext>
                  </a:extLst>
                </p:cNvPr>
                <p:cNvPicPr/>
                <p:nvPr/>
              </p:nvPicPr>
              <p:blipFill>
                <a:blip r:embed="rId263"/>
                <a:stretch>
                  <a:fillRect/>
                </a:stretch>
              </p:blipFill>
              <p:spPr>
                <a:xfrm>
                  <a:off x="5940830" y="4467997"/>
                  <a:ext cx="86760" cy="149760"/>
                </a:xfrm>
                <a:prstGeom prst="rect">
                  <a:avLst/>
                </a:prstGeom>
              </p:spPr>
            </p:pic>
          </mc:Fallback>
        </mc:AlternateContent>
        <mc:AlternateContent xmlns:mc="http://schemas.openxmlformats.org/markup-compatibility/2006">
          <mc:Choice xmlns:p14="http://schemas.microsoft.com/office/powerpoint/2010/main" Requires="p14">
            <p:contentPart p14:bwMode="auto" r:id="rId264">
              <p14:nvContentPartPr>
                <p14:cNvPr id="157" name="Ink 156">
                  <a:extLst>
                    <a:ext uri="{FF2B5EF4-FFF2-40B4-BE49-F238E27FC236}">
                      <a16:creationId xmlns:a16="http://schemas.microsoft.com/office/drawing/2014/main" id="{994492AB-1DEB-A972-D8E4-1F3E04B811F0}"/>
                    </a:ext>
                  </a:extLst>
                </p14:cNvPr>
                <p14:cNvContentPartPr/>
                <p14:nvPr/>
              </p14:nvContentPartPr>
              <p14:xfrm>
                <a:off x="6058910" y="4470157"/>
                <a:ext cx="59760" cy="86760"/>
              </p14:xfrm>
            </p:contentPart>
          </mc:Choice>
          <mc:Fallback>
            <p:pic>
              <p:nvPicPr>
                <p:cNvPr id="157" name="Ink 156">
                  <a:extLst>
                    <a:ext uri="{FF2B5EF4-FFF2-40B4-BE49-F238E27FC236}">
                      <a16:creationId xmlns:a16="http://schemas.microsoft.com/office/drawing/2014/main" id="{994492AB-1DEB-A972-D8E4-1F3E04B811F0}"/>
                    </a:ext>
                  </a:extLst>
                </p:cNvPr>
                <p:cNvPicPr/>
                <p:nvPr/>
              </p:nvPicPr>
              <p:blipFill>
                <a:blip r:embed="rId265"/>
                <a:stretch>
                  <a:fillRect/>
                </a:stretch>
              </p:blipFill>
              <p:spPr>
                <a:xfrm>
                  <a:off x="6041270" y="4452157"/>
                  <a:ext cx="95400" cy="122400"/>
                </a:xfrm>
                <a:prstGeom prst="rect">
                  <a:avLst/>
                </a:prstGeom>
              </p:spPr>
            </p:pic>
          </mc:Fallback>
        </mc:AlternateContent>
        <mc:AlternateContent xmlns:mc="http://schemas.openxmlformats.org/markup-compatibility/2006">
          <mc:Choice xmlns:p14="http://schemas.microsoft.com/office/powerpoint/2010/main" Requires="p14">
            <p:contentPart p14:bwMode="auto" r:id="rId266">
              <p14:nvContentPartPr>
                <p14:cNvPr id="158" name="Ink 157">
                  <a:extLst>
                    <a:ext uri="{FF2B5EF4-FFF2-40B4-BE49-F238E27FC236}">
                      <a16:creationId xmlns:a16="http://schemas.microsoft.com/office/drawing/2014/main" id="{A738BF8B-7156-95E4-43C3-ADB34F181847}"/>
                    </a:ext>
                  </a:extLst>
                </p14:cNvPr>
                <p14:cNvContentPartPr/>
                <p14:nvPr/>
              </p14:nvContentPartPr>
              <p14:xfrm>
                <a:off x="6159710" y="4415797"/>
                <a:ext cx="133560" cy="134280"/>
              </p14:xfrm>
            </p:contentPart>
          </mc:Choice>
          <mc:Fallback>
            <p:pic>
              <p:nvPicPr>
                <p:cNvPr id="158" name="Ink 157">
                  <a:extLst>
                    <a:ext uri="{FF2B5EF4-FFF2-40B4-BE49-F238E27FC236}">
                      <a16:creationId xmlns:a16="http://schemas.microsoft.com/office/drawing/2014/main" id="{A738BF8B-7156-95E4-43C3-ADB34F181847}"/>
                    </a:ext>
                  </a:extLst>
                </p:cNvPr>
                <p:cNvPicPr/>
                <p:nvPr/>
              </p:nvPicPr>
              <p:blipFill>
                <a:blip r:embed="rId267"/>
                <a:stretch>
                  <a:fillRect/>
                </a:stretch>
              </p:blipFill>
              <p:spPr>
                <a:xfrm>
                  <a:off x="6142070" y="4398157"/>
                  <a:ext cx="169200" cy="169920"/>
                </a:xfrm>
                <a:prstGeom prst="rect">
                  <a:avLst/>
                </a:prstGeom>
              </p:spPr>
            </p:pic>
          </mc:Fallback>
        </mc:AlternateContent>
        <mc:AlternateContent xmlns:mc="http://schemas.openxmlformats.org/markup-compatibility/2006">
          <mc:Choice xmlns:p14="http://schemas.microsoft.com/office/powerpoint/2010/main" Requires="p14">
            <p:contentPart p14:bwMode="auto" r:id="rId268">
              <p14:nvContentPartPr>
                <p14:cNvPr id="159" name="Ink 158">
                  <a:extLst>
                    <a:ext uri="{FF2B5EF4-FFF2-40B4-BE49-F238E27FC236}">
                      <a16:creationId xmlns:a16="http://schemas.microsoft.com/office/drawing/2014/main" id="{7B940ED4-B538-81CD-C496-FA6FFBB3C42D}"/>
                    </a:ext>
                  </a:extLst>
                </p14:cNvPr>
                <p14:cNvContentPartPr/>
                <p14:nvPr/>
              </p14:nvContentPartPr>
              <p14:xfrm>
                <a:off x="6327470" y="4374757"/>
                <a:ext cx="295200" cy="140760"/>
              </p14:xfrm>
            </p:contentPart>
          </mc:Choice>
          <mc:Fallback>
            <p:pic>
              <p:nvPicPr>
                <p:cNvPr id="159" name="Ink 158">
                  <a:extLst>
                    <a:ext uri="{FF2B5EF4-FFF2-40B4-BE49-F238E27FC236}">
                      <a16:creationId xmlns:a16="http://schemas.microsoft.com/office/drawing/2014/main" id="{7B940ED4-B538-81CD-C496-FA6FFBB3C42D}"/>
                    </a:ext>
                  </a:extLst>
                </p:cNvPr>
                <p:cNvPicPr/>
                <p:nvPr/>
              </p:nvPicPr>
              <p:blipFill>
                <a:blip r:embed="rId269"/>
                <a:stretch>
                  <a:fillRect/>
                </a:stretch>
              </p:blipFill>
              <p:spPr>
                <a:xfrm>
                  <a:off x="6309470" y="4357117"/>
                  <a:ext cx="330840" cy="176400"/>
                </a:xfrm>
                <a:prstGeom prst="rect">
                  <a:avLst/>
                </a:prstGeom>
              </p:spPr>
            </p:pic>
          </mc:Fallback>
        </mc:AlternateContent>
        <mc:AlternateContent xmlns:mc="http://schemas.openxmlformats.org/markup-compatibility/2006">
          <mc:Choice xmlns:p14="http://schemas.microsoft.com/office/powerpoint/2010/main" Requires="p14">
            <p:contentPart p14:bwMode="auto" r:id="rId270">
              <p14:nvContentPartPr>
                <p14:cNvPr id="160" name="Ink 159">
                  <a:extLst>
                    <a:ext uri="{FF2B5EF4-FFF2-40B4-BE49-F238E27FC236}">
                      <a16:creationId xmlns:a16="http://schemas.microsoft.com/office/drawing/2014/main" id="{46F07492-95DE-7CAD-D05D-BD8DCF014936}"/>
                    </a:ext>
                  </a:extLst>
                </p14:cNvPr>
                <p14:cNvContentPartPr/>
                <p14:nvPr/>
              </p14:nvContentPartPr>
              <p14:xfrm>
                <a:off x="6699710" y="4191877"/>
                <a:ext cx="73080" cy="218520"/>
              </p14:xfrm>
            </p:contentPart>
          </mc:Choice>
          <mc:Fallback>
            <p:pic>
              <p:nvPicPr>
                <p:cNvPr id="160" name="Ink 159">
                  <a:extLst>
                    <a:ext uri="{FF2B5EF4-FFF2-40B4-BE49-F238E27FC236}">
                      <a16:creationId xmlns:a16="http://schemas.microsoft.com/office/drawing/2014/main" id="{46F07492-95DE-7CAD-D05D-BD8DCF014936}"/>
                    </a:ext>
                  </a:extLst>
                </p:cNvPr>
                <p:cNvPicPr/>
                <p:nvPr/>
              </p:nvPicPr>
              <p:blipFill>
                <a:blip r:embed="rId271"/>
                <a:stretch>
                  <a:fillRect/>
                </a:stretch>
              </p:blipFill>
              <p:spPr>
                <a:xfrm>
                  <a:off x="6681710" y="4174237"/>
                  <a:ext cx="108720" cy="254160"/>
                </a:xfrm>
                <a:prstGeom prst="rect">
                  <a:avLst/>
                </a:prstGeom>
              </p:spPr>
            </p:pic>
          </mc:Fallback>
        </mc:AlternateContent>
        <mc:AlternateContent xmlns:mc="http://schemas.openxmlformats.org/markup-compatibility/2006">
          <mc:Choice xmlns:p14="http://schemas.microsoft.com/office/powerpoint/2010/main" Requires="p14">
            <p:contentPart p14:bwMode="auto" r:id="rId272">
              <p14:nvContentPartPr>
                <p14:cNvPr id="161" name="Ink 160">
                  <a:extLst>
                    <a:ext uri="{FF2B5EF4-FFF2-40B4-BE49-F238E27FC236}">
                      <a16:creationId xmlns:a16="http://schemas.microsoft.com/office/drawing/2014/main" id="{613BC042-565F-6868-F440-6CFA94D445BE}"/>
                    </a:ext>
                  </a:extLst>
                </p14:cNvPr>
                <p14:cNvContentPartPr/>
                <p14:nvPr/>
              </p14:nvContentPartPr>
              <p14:xfrm>
                <a:off x="6708350" y="4246597"/>
                <a:ext cx="140040" cy="80280"/>
              </p14:xfrm>
            </p:contentPart>
          </mc:Choice>
          <mc:Fallback>
            <p:pic>
              <p:nvPicPr>
                <p:cNvPr id="161" name="Ink 160">
                  <a:extLst>
                    <a:ext uri="{FF2B5EF4-FFF2-40B4-BE49-F238E27FC236}">
                      <a16:creationId xmlns:a16="http://schemas.microsoft.com/office/drawing/2014/main" id="{613BC042-565F-6868-F440-6CFA94D445BE}"/>
                    </a:ext>
                  </a:extLst>
                </p:cNvPr>
                <p:cNvPicPr/>
                <p:nvPr/>
              </p:nvPicPr>
              <p:blipFill>
                <a:blip r:embed="rId273"/>
                <a:stretch>
                  <a:fillRect/>
                </a:stretch>
              </p:blipFill>
              <p:spPr>
                <a:xfrm>
                  <a:off x="6690710" y="4228957"/>
                  <a:ext cx="175680" cy="115920"/>
                </a:xfrm>
                <a:prstGeom prst="rect">
                  <a:avLst/>
                </a:prstGeom>
              </p:spPr>
            </p:pic>
          </mc:Fallback>
        </mc:AlternateContent>
      </p:grpSp>
      <p:grpSp>
        <p:nvGrpSpPr>
          <p:cNvPr id="204" name="Group 203">
            <a:extLst>
              <a:ext uri="{FF2B5EF4-FFF2-40B4-BE49-F238E27FC236}">
                <a16:creationId xmlns:a16="http://schemas.microsoft.com/office/drawing/2014/main" id="{B75AEC53-CA99-C233-18C5-63A60961915F}"/>
              </a:ext>
            </a:extLst>
          </p:cNvPr>
          <p:cNvGrpSpPr/>
          <p:nvPr/>
        </p:nvGrpSpPr>
        <p:grpSpPr>
          <a:xfrm>
            <a:off x="4269350" y="5576797"/>
            <a:ext cx="676440" cy="258480"/>
            <a:chOff x="4269350" y="5576797"/>
            <a:chExt cx="676440" cy="258480"/>
          </a:xfrm>
        </p:grpSpPr>
        <mc:AlternateContent xmlns:mc="http://schemas.openxmlformats.org/markup-compatibility/2006">
          <mc:Choice xmlns:p14="http://schemas.microsoft.com/office/powerpoint/2010/main" Requires="p14">
            <p:contentPart p14:bwMode="auto" r:id="rId274">
              <p14:nvContentPartPr>
                <p14:cNvPr id="170" name="Ink 169">
                  <a:extLst>
                    <a:ext uri="{FF2B5EF4-FFF2-40B4-BE49-F238E27FC236}">
                      <a16:creationId xmlns:a16="http://schemas.microsoft.com/office/drawing/2014/main" id="{53024F01-675A-7821-0AC4-6A8C62CA08F4}"/>
                    </a:ext>
                  </a:extLst>
                </p14:cNvPr>
                <p14:cNvContentPartPr/>
                <p14:nvPr/>
              </p14:nvContentPartPr>
              <p14:xfrm>
                <a:off x="4310390" y="5576797"/>
                <a:ext cx="81360" cy="240120"/>
              </p14:xfrm>
            </p:contentPart>
          </mc:Choice>
          <mc:Fallback>
            <p:pic>
              <p:nvPicPr>
                <p:cNvPr id="170" name="Ink 169">
                  <a:extLst>
                    <a:ext uri="{FF2B5EF4-FFF2-40B4-BE49-F238E27FC236}">
                      <a16:creationId xmlns:a16="http://schemas.microsoft.com/office/drawing/2014/main" id="{53024F01-675A-7821-0AC4-6A8C62CA08F4}"/>
                    </a:ext>
                  </a:extLst>
                </p:cNvPr>
                <p:cNvPicPr/>
                <p:nvPr/>
              </p:nvPicPr>
              <p:blipFill>
                <a:blip r:embed="rId275"/>
                <a:stretch>
                  <a:fillRect/>
                </a:stretch>
              </p:blipFill>
              <p:spPr>
                <a:xfrm>
                  <a:off x="4292390" y="5559157"/>
                  <a:ext cx="117000" cy="275760"/>
                </a:xfrm>
                <a:prstGeom prst="rect">
                  <a:avLst/>
                </a:prstGeom>
              </p:spPr>
            </p:pic>
          </mc:Fallback>
        </mc:AlternateContent>
        <mc:AlternateContent xmlns:mc="http://schemas.openxmlformats.org/markup-compatibility/2006">
          <mc:Choice xmlns:p14="http://schemas.microsoft.com/office/powerpoint/2010/main" Requires="p14">
            <p:contentPart p14:bwMode="auto" r:id="rId276">
              <p14:nvContentPartPr>
                <p14:cNvPr id="171" name="Ink 170">
                  <a:extLst>
                    <a:ext uri="{FF2B5EF4-FFF2-40B4-BE49-F238E27FC236}">
                      <a16:creationId xmlns:a16="http://schemas.microsoft.com/office/drawing/2014/main" id="{A8E6765A-AA01-2F1D-5792-038E7500A0F2}"/>
                    </a:ext>
                  </a:extLst>
                </p14:cNvPr>
                <p14:cNvContentPartPr/>
                <p14:nvPr/>
              </p14:nvContentPartPr>
              <p14:xfrm>
                <a:off x="4269350" y="5698837"/>
                <a:ext cx="103320" cy="60480"/>
              </p14:xfrm>
            </p:contentPart>
          </mc:Choice>
          <mc:Fallback>
            <p:pic>
              <p:nvPicPr>
                <p:cNvPr id="171" name="Ink 170">
                  <a:extLst>
                    <a:ext uri="{FF2B5EF4-FFF2-40B4-BE49-F238E27FC236}">
                      <a16:creationId xmlns:a16="http://schemas.microsoft.com/office/drawing/2014/main" id="{A8E6765A-AA01-2F1D-5792-038E7500A0F2}"/>
                    </a:ext>
                  </a:extLst>
                </p:cNvPr>
                <p:cNvPicPr/>
                <p:nvPr/>
              </p:nvPicPr>
              <p:blipFill>
                <a:blip r:embed="rId277"/>
                <a:stretch>
                  <a:fillRect/>
                </a:stretch>
              </p:blipFill>
              <p:spPr>
                <a:xfrm>
                  <a:off x="4251710" y="5680837"/>
                  <a:ext cx="138960" cy="96120"/>
                </a:xfrm>
                <a:prstGeom prst="rect">
                  <a:avLst/>
                </a:prstGeom>
              </p:spPr>
            </p:pic>
          </mc:Fallback>
        </mc:AlternateContent>
        <mc:AlternateContent xmlns:mc="http://schemas.openxmlformats.org/markup-compatibility/2006">
          <mc:Choice xmlns:p14="http://schemas.microsoft.com/office/powerpoint/2010/main" Requires="p14">
            <p:contentPart p14:bwMode="auto" r:id="rId278">
              <p14:nvContentPartPr>
                <p14:cNvPr id="172" name="Ink 171">
                  <a:extLst>
                    <a:ext uri="{FF2B5EF4-FFF2-40B4-BE49-F238E27FC236}">
                      <a16:creationId xmlns:a16="http://schemas.microsoft.com/office/drawing/2014/main" id="{AE5B59BC-1494-DACC-D42A-EAEDC2BBE439}"/>
                    </a:ext>
                  </a:extLst>
                </p14:cNvPr>
                <p14:cNvContentPartPr/>
                <p14:nvPr/>
              </p14:nvContentPartPr>
              <p14:xfrm>
                <a:off x="4456910" y="5661037"/>
                <a:ext cx="120600" cy="160560"/>
              </p14:xfrm>
            </p:contentPart>
          </mc:Choice>
          <mc:Fallback>
            <p:pic>
              <p:nvPicPr>
                <p:cNvPr id="172" name="Ink 171">
                  <a:extLst>
                    <a:ext uri="{FF2B5EF4-FFF2-40B4-BE49-F238E27FC236}">
                      <a16:creationId xmlns:a16="http://schemas.microsoft.com/office/drawing/2014/main" id="{AE5B59BC-1494-DACC-D42A-EAEDC2BBE439}"/>
                    </a:ext>
                  </a:extLst>
                </p:cNvPr>
                <p:cNvPicPr/>
                <p:nvPr/>
              </p:nvPicPr>
              <p:blipFill>
                <a:blip r:embed="rId279"/>
                <a:stretch>
                  <a:fillRect/>
                </a:stretch>
              </p:blipFill>
              <p:spPr>
                <a:xfrm>
                  <a:off x="4438910" y="5643037"/>
                  <a:ext cx="156240" cy="196200"/>
                </a:xfrm>
                <a:prstGeom prst="rect">
                  <a:avLst/>
                </a:prstGeom>
              </p:spPr>
            </p:pic>
          </mc:Fallback>
        </mc:AlternateContent>
        <mc:AlternateContent xmlns:mc="http://schemas.openxmlformats.org/markup-compatibility/2006">
          <mc:Choice xmlns:p14="http://schemas.microsoft.com/office/powerpoint/2010/main" Requires="p14">
            <p:contentPart p14:bwMode="auto" r:id="rId280">
              <p14:nvContentPartPr>
                <p14:cNvPr id="173" name="Ink 172">
                  <a:extLst>
                    <a:ext uri="{FF2B5EF4-FFF2-40B4-BE49-F238E27FC236}">
                      <a16:creationId xmlns:a16="http://schemas.microsoft.com/office/drawing/2014/main" id="{6FE530D4-50F0-2D11-7714-AED12E14A2F1}"/>
                    </a:ext>
                  </a:extLst>
                </p14:cNvPr>
                <p14:cNvContentPartPr/>
                <p14:nvPr/>
              </p14:nvContentPartPr>
              <p14:xfrm>
                <a:off x="4648070" y="5693437"/>
                <a:ext cx="89280" cy="141840"/>
              </p14:xfrm>
            </p:contentPart>
          </mc:Choice>
          <mc:Fallback>
            <p:pic>
              <p:nvPicPr>
                <p:cNvPr id="173" name="Ink 172">
                  <a:extLst>
                    <a:ext uri="{FF2B5EF4-FFF2-40B4-BE49-F238E27FC236}">
                      <a16:creationId xmlns:a16="http://schemas.microsoft.com/office/drawing/2014/main" id="{6FE530D4-50F0-2D11-7714-AED12E14A2F1}"/>
                    </a:ext>
                  </a:extLst>
                </p:cNvPr>
                <p:cNvPicPr/>
                <p:nvPr/>
              </p:nvPicPr>
              <p:blipFill>
                <a:blip r:embed="rId281"/>
                <a:stretch>
                  <a:fillRect/>
                </a:stretch>
              </p:blipFill>
              <p:spPr>
                <a:xfrm>
                  <a:off x="4630430" y="5675437"/>
                  <a:ext cx="124920" cy="177480"/>
                </a:xfrm>
                <a:prstGeom prst="rect">
                  <a:avLst/>
                </a:prstGeom>
              </p:spPr>
            </p:pic>
          </mc:Fallback>
        </mc:AlternateContent>
        <mc:AlternateContent xmlns:mc="http://schemas.openxmlformats.org/markup-compatibility/2006">
          <mc:Choice xmlns:p14="http://schemas.microsoft.com/office/powerpoint/2010/main" Requires="p14">
            <p:contentPart p14:bwMode="auto" r:id="rId282">
              <p14:nvContentPartPr>
                <p14:cNvPr id="174" name="Ink 173">
                  <a:extLst>
                    <a:ext uri="{FF2B5EF4-FFF2-40B4-BE49-F238E27FC236}">
                      <a16:creationId xmlns:a16="http://schemas.microsoft.com/office/drawing/2014/main" id="{9CC1FC33-782D-3C73-B280-DD6065C878AC}"/>
                    </a:ext>
                  </a:extLst>
                </p14:cNvPr>
                <p14:cNvContentPartPr/>
                <p14:nvPr/>
              </p14:nvContentPartPr>
              <p14:xfrm>
                <a:off x="4808990" y="5614237"/>
                <a:ext cx="85320" cy="190080"/>
              </p14:xfrm>
            </p:contentPart>
          </mc:Choice>
          <mc:Fallback>
            <p:pic>
              <p:nvPicPr>
                <p:cNvPr id="174" name="Ink 173">
                  <a:extLst>
                    <a:ext uri="{FF2B5EF4-FFF2-40B4-BE49-F238E27FC236}">
                      <a16:creationId xmlns:a16="http://schemas.microsoft.com/office/drawing/2014/main" id="{9CC1FC33-782D-3C73-B280-DD6065C878AC}"/>
                    </a:ext>
                  </a:extLst>
                </p:cNvPr>
                <p:cNvPicPr/>
                <p:nvPr/>
              </p:nvPicPr>
              <p:blipFill>
                <a:blip r:embed="rId283"/>
                <a:stretch>
                  <a:fillRect/>
                </a:stretch>
              </p:blipFill>
              <p:spPr>
                <a:xfrm>
                  <a:off x="4791350" y="5596237"/>
                  <a:ext cx="120960" cy="225720"/>
                </a:xfrm>
                <a:prstGeom prst="rect">
                  <a:avLst/>
                </a:prstGeom>
              </p:spPr>
            </p:pic>
          </mc:Fallback>
        </mc:AlternateContent>
        <mc:AlternateContent xmlns:mc="http://schemas.openxmlformats.org/markup-compatibility/2006">
          <mc:Choice xmlns:p14="http://schemas.microsoft.com/office/powerpoint/2010/main" Requires="p14">
            <p:contentPart p14:bwMode="auto" r:id="rId284">
              <p14:nvContentPartPr>
                <p14:cNvPr id="175" name="Ink 174">
                  <a:extLst>
                    <a:ext uri="{FF2B5EF4-FFF2-40B4-BE49-F238E27FC236}">
                      <a16:creationId xmlns:a16="http://schemas.microsoft.com/office/drawing/2014/main" id="{7A9151CF-2754-54A4-6E3C-9986224C1634}"/>
                    </a:ext>
                  </a:extLst>
                </p14:cNvPr>
                <p14:cNvContentPartPr/>
                <p14:nvPr/>
              </p14:nvContentPartPr>
              <p14:xfrm>
                <a:off x="4840670" y="5724397"/>
                <a:ext cx="105120" cy="80640"/>
              </p14:xfrm>
            </p:contentPart>
          </mc:Choice>
          <mc:Fallback>
            <p:pic>
              <p:nvPicPr>
                <p:cNvPr id="175" name="Ink 174">
                  <a:extLst>
                    <a:ext uri="{FF2B5EF4-FFF2-40B4-BE49-F238E27FC236}">
                      <a16:creationId xmlns:a16="http://schemas.microsoft.com/office/drawing/2014/main" id="{7A9151CF-2754-54A4-6E3C-9986224C1634}"/>
                    </a:ext>
                  </a:extLst>
                </p:cNvPr>
                <p:cNvPicPr/>
                <p:nvPr/>
              </p:nvPicPr>
              <p:blipFill>
                <a:blip r:embed="rId285"/>
                <a:stretch>
                  <a:fillRect/>
                </a:stretch>
              </p:blipFill>
              <p:spPr>
                <a:xfrm>
                  <a:off x="4823030" y="5706397"/>
                  <a:ext cx="140760" cy="116280"/>
                </a:xfrm>
                <a:prstGeom prst="rect">
                  <a:avLst/>
                </a:prstGeom>
              </p:spPr>
            </p:pic>
          </mc:Fallback>
        </mc:AlternateContent>
      </p:grpSp>
      <p:grpSp>
        <p:nvGrpSpPr>
          <p:cNvPr id="203" name="Group 202">
            <a:extLst>
              <a:ext uri="{FF2B5EF4-FFF2-40B4-BE49-F238E27FC236}">
                <a16:creationId xmlns:a16="http://schemas.microsoft.com/office/drawing/2014/main" id="{9CC02E08-A65D-996F-717B-6B282466C26C}"/>
              </a:ext>
            </a:extLst>
          </p:cNvPr>
          <p:cNvGrpSpPr/>
          <p:nvPr/>
        </p:nvGrpSpPr>
        <p:grpSpPr>
          <a:xfrm>
            <a:off x="5362310" y="5704957"/>
            <a:ext cx="501120" cy="126000"/>
            <a:chOff x="5362310" y="5704957"/>
            <a:chExt cx="501120" cy="126000"/>
          </a:xfrm>
        </p:grpSpPr>
        <mc:AlternateContent xmlns:mc="http://schemas.openxmlformats.org/markup-compatibility/2006">
          <mc:Choice xmlns:p14="http://schemas.microsoft.com/office/powerpoint/2010/main" Requires="p14">
            <p:contentPart p14:bwMode="auto" r:id="rId286">
              <p14:nvContentPartPr>
                <p14:cNvPr id="176" name="Ink 175">
                  <a:extLst>
                    <a:ext uri="{FF2B5EF4-FFF2-40B4-BE49-F238E27FC236}">
                      <a16:creationId xmlns:a16="http://schemas.microsoft.com/office/drawing/2014/main" id="{7FA6E326-2562-EEC1-90C3-3947A863A533}"/>
                    </a:ext>
                  </a:extLst>
                </p14:cNvPr>
                <p14:cNvContentPartPr/>
                <p14:nvPr/>
              </p14:nvContentPartPr>
              <p14:xfrm>
                <a:off x="5362310" y="5710717"/>
                <a:ext cx="62280" cy="120240"/>
              </p14:xfrm>
            </p:contentPart>
          </mc:Choice>
          <mc:Fallback>
            <p:pic>
              <p:nvPicPr>
                <p:cNvPr id="176" name="Ink 175">
                  <a:extLst>
                    <a:ext uri="{FF2B5EF4-FFF2-40B4-BE49-F238E27FC236}">
                      <a16:creationId xmlns:a16="http://schemas.microsoft.com/office/drawing/2014/main" id="{7FA6E326-2562-EEC1-90C3-3947A863A533}"/>
                    </a:ext>
                  </a:extLst>
                </p:cNvPr>
                <p:cNvPicPr/>
                <p:nvPr/>
              </p:nvPicPr>
              <p:blipFill>
                <a:blip r:embed="rId287"/>
                <a:stretch>
                  <a:fillRect/>
                </a:stretch>
              </p:blipFill>
              <p:spPr>
                <a:xfrm>
                  <a:off x="5344310" y="5692717"/>
                  <a:ext cx="97920" cy="155880"/>
                </a:xfrm>
                <a:prstGeom prst="rect">
                  <a:avLst/>
                </a:prstGeom>
              </p:spPr>
            </p:pic>
          </mc:Fallback>
        </mc:AlternateContent>
        <mc:AlternateContent xmlns:mc="http://schemas.openxmlformats.org/markup-compatibility/2006">
          <mc:Choice xmlns:p14="http://schemas.microsoft.com/office/powerpoint/2010/main" Requires="p14">
            <p:contentPart p14:bwMode="auto" r:id="rId288">
              <p14:nvContentPartPr>
                <p14:cNvPr id="177" name="Ink 176">
                  <a:extLst>
                    <a:ext uri="{FF2B5EF4-FFF2-40B4-BE49-F238E27FC236}">
                      <a16:creationId xmlns:a16="http://schemas.microsoft.com/office/drawing/2014/main" id="{ABD34A3E-2060-930E-BDAC-4E4024A13591}"/>
                    </a:ext>
                  </a:extLst>
                </p14:cNvPr>
                <p14:cNvContentPartPr/>
                <p14:nvPr/>
              </p14:nvContentPartPr>
              <p14:xfrm>
                <a:off x="5487950" y="5718277"/>
                <a:ext cx="219240" cy="107640"/>
              </p14:xfrm>
            </p:contentPart>
          </mc:Choice>
          <mc:Fallback>
            <p:pic>
              <p:nvPicPr>
                <p:cNvPr id="177" name="Ink 176">
                  <a:extLst>
                    <a:ext uri="{FF2B5EF4-FFF2-40B4-BE49-F238E27FC236}">
                      <a16:creationId xmlns:a16="http://schemas.microsoft.com/office/drawing/2014/main" id="{ABD34A3E-2060-930E-BDAC-4E4024A13591}"/>
                    </a:ext>
                  </a:extLst>
                </p:cNvPr>
                <p:cNvPicPr/>
                <p:nvPr/>
              </p:nvPicPr>
              <p:blipFill>
                <a:blip r:embed="rId289"/>
                <a:stretch>
                  <a:fillRect/>
                </a:stretch>
              </p:blipFill>
              <p:spPr>
                <a:xfrm>
                  <a:off x="5469950" y="5700277"/>
                  <a:ext cx="254880" cy="143280"/>
                </a:xfrm>
                <a:prstGeom prst="rect">
                  <a:avLst/>
                </a:prstGeom>
              </p:spPr>
            </p:pic>
          </mc:Fallback>
        </mc:AlternateContent>
        <mc:AlternateContent xmlns:mc="http://schemas.openxmlformats.org/markup-compatibility/2006">
          <mc:Choice xmlns:p14="http://schemas.microsoft.com/office/powerpoint/2010/main" Requires="p14">
            <p:contentPart p14:bwMode="auto" r:id="rId290">
              <p14:nvContentPartPr>
                <p14:cNvPr id="178" name="Ink 177">
                  <a:extLst>
                    <a:ext uri="{FF2B5EF4-FFF2-40B4-BE49-F238E27FC236}">
                      <a16:creationId xmlns:a16="http://schemas.microsoft.com/office/drawing/2014/main" id="{FF899539-C5C9-FF7E-7445-46BFCDC09A81}"/>
                    </a:ext>
                  </a:extLst>
                </p14:cNvPr>
                <p14:cNvContentPartPr/>
                <p14:nvPr/>
              </p14:nvContentPartPr>
              <p14:xfrm>
                <a:off x="5687750" y="5704957"/>
                <a:ext cx="175680" cy="112680"/>
              </p14:xfrm>
            </p:contentPart>
          </mc:Choice>
          <mc:Fallback>
            <p:pic>
              <p:nvPicPr>
                <p:cNvPr id="178" name="Ink 177">
                  <a:extLst>
                    <a:ext uri="{FF2B5EF4-FFF2-40B4-BE49-F238E27FC236}">
                      <a16:creationId xmlns:a16="http://schemas.microsoft.com/office/drawing/2014/main" id="{FF899539-C5C9-FF7E-7445-46BFCDC09A81}"/>
                    </a:ext>
                  </a:extLst>
                </p:cNvPr>
                <p:cNvPicPr/>
                <p:nvPr/>
              </p:nvPicPr>
              <p:blipFill>
                <a:blip r:embed="rId291"/>
                <a:stretch>
                  <a:fillRect/>
                </a:stretch>
              </p:blipFill>
              <p:spPr>
                <a:xfrm>
                  <a:off x="5669750" y="5687317"/>
                  <a:ext cx="211320" cy="148320"/>
                </a:xfrm>
                <a:prstGeom prst="rect">
                  <a:avLst/>
                </a:prstGeom>
              </p:spPr>
            </p:pic>
          </mc:Fallback>
        </mc:AlternateContent>
      </p:grpSp>
      <p:grpSp>
        <p:nvGrpSpPr>
          <p:cNvPr id="201" name="Group 200">
            <a:extLst>
              <a:ext uri="{FF2B5EF4-FFF2-40B4-BE49-F238E27FC236}">
                <a16:creationId xmlns:a16="http://schemas.microsoft.com/office/drawing/2014/main" id="{E2A93A68-584C-469C-C5FF-A0E722D5C14A}"/>
              </a:ext>
            </a:extLst>
          </p:cNvPr>
          <p:cNvGrpSpPr/>
          <p:nvPr/>
        </p:nvGrpSpPr>
        <p:grpSpPr>
          <a:xfrm>
            <a:off x="4308950" y="6139477"/>
            <a:ext cx="677880" cy="250920"/>
            <a:chOff x="4308950" y="6139477"/>
            <a:chExt cx="677880" cy="250920"/>
          </a:xfrm>
        </p:grpSpPr>
        <mc:AlternateContent xmlns:mc="http://schemas.openxmlformats.org/markup-compatibility/2006">
          <mc:Choice xmlns:p14="http://schemas.microsoft.com/office/powerpoint/2010/main" Requires="p14">
            <p:contentPart p14:bwMode="auto" r:id="rId292">
              <p14:nvContentPartPr>
                <p14:cNvPr id="182" name="Ink 181">
                  <a:extLst>
                    <a:ext uri="{FF2B5EF4-FFF2-40B4-BE49-F238E27FC236}">
                      <a16:creationId xmlns:a16="http://schemas.microsoft.com/office/drawing/2014/main" id="{F9C8D88F-25CF-46E7-EDFE-22F55EBA6E91}"/>
                    </a:ext>
                  </a:extLst>
                </p14:cNvPr>
                <p14:cNvContentPartPr/>
                <p14:nvPr/>
              </p14:nvContentPartPr>
              <p14:xfrm>
                <a:off x="4317230" y="6139477"/>
                <a:ext cx="30240" cy="250920"/>
              </p14:xfrm>
            </p:contentPart>
          </mc:Choice>
          <mc:Fallback>
            <p:pic>
              <p:nvPicPr>
                <p:cNvPr id="182" name="Ink 181">
                  <a:extLst>
                    <a:ext uri="{FF2B5EF4-FFF2-40B4-BE49-F238E27FC236}">
                      <a16:creationId xmlns:a16="http://schemas.microsoft.com/office/drawing/2014/main" id="{F9C8D88F-25CF-46E7-EDFE-22F55EBA6E91}"/>
                    </a:ext>
                  </a:extLst>
                </p:cNvPr>
                <p:cNvPicPr/>
                <p:nvPr/>
              </p:nvPicPr>
              <p:blipFill>
                <a:blip r:embed="rId293"/>
                <a:stretch>
                  <a:fillRect/>
                </a:stretch>
              </p:blipFill>
              <p:spPr>
                <a:xfrm>
                  <a:off x="4299230" y="6121837"/>
                  <a:ext cx="65880" cy="286560"/>
                </a:xfrm>
                <a:prstGeom prst="rect">
                  <a:avLst/>
                </a:prstGeom>
              </p:spPr>
            </p:pic>
          </mc:Fallback>
        </mc:AlternateContent>
        <mc:AlternateContent xmlns:mc="http://schemas.openxmlformats.org/markup-compatibility/2006">
          <mc:Choice xmlns:p14="http://schemas.microsoft.com/office/powerpoint/2010/main" Requires="p14">
            <p:contentPart p14:bwMode="auto" r:id="rId294">
              <p14:nvContentPartPr>
                <p14:cNvPr id="183" name="Ink 182">
                  <a:extLst>
                    <a:ext uri="{FF2B5EF4-FFF2-40B4-BE49-F238E27FC236}">
                      <a16:creationId xmlns:a16="http://schemas.microsoft.com/office/drawing/2014/main" id="{48710372-F8A7-83ED-9A67-0BBF80B99E1B}"/>
                    </a:ext>
                  </a:extLst>
                </p14:cNvPr>
                <p14:cNvContentPartPr/>
                <p14:nvPr/>
              </p14:nvContentPartPr>
              <p14:xfrm>
                <a:off x="4308950" y="6261517"/>
                <a:ext cx="60480" cy="20520"/>
              </p14:xfrm>
            </p:contentPart>
          </mc:Choice>
          <mc:Fallback>
            <p:pic>
              <p:nvPicPr>
                <p:cNvPr id="183" name="Ink 182">
                  <a:extLst>
                    <a:ext uri="{FF2B5EF4-FFF2-40B4-BE49-F238E27FC236}">
                      <a16:creationId xmlns:a16="http://schemas.microsoft.com/office/drawing/2014/main" id="{48710372-F8A7-83ED-9A67-0BBF80B99E1B}"/>
                    </a:ext>
                  </a:extLst>
                </p:cNvPr>
                <p:cNvPicPr/>
                <p:nvPr/>
              </p:nvPicPr>
              <p:blipFill>
                <a:blip r:embed="rId295"/>
                <a:stretch>
                  <a:fillRect/>
                </a:stretch>
              </p:blipFill>
              <p:spPr>
                <a:xfrm>
                  <a:off x="4290950" y="6243877"/>
                  <a:ext cx="96120" cy="56160"/>
                </a:xfrm>
                <a:prstGeom prst="rect">
                  <a:avLst/>
                </a:prstGeom>
              </p:spPr>
            </p:pic>
          </mc:Fallback>
        </mc:AlternateContent>
        <mc:AlternateContent xmlns:mc="http://schemas.openxmlformats.org/markup-compatibility/2006">
          <mc:Choice xmlns:p14="http://schemas.microsoft.com/office/powerpoint/2010/main" Requires="p14">
            <p:contentPart p14:bwMode="auto" r:id="rId296">
              <p14:nvContentPartPr>
                <p14:cNvPr id="184" name="Ink 183">
                  <a:extLst>
                    <a:ext uri="{FF2B5EF4-FFF2-40B4-BE49-F238E27FC236}">
                      <a16:creationId xmlns:a16="http://schemas.microsoft.com/office/drawing/2014/main" id="{99A6C585-69EB-60DF-95E5-EFC35FC80077}"/>
                    </a:ext>
                  </a:extLst>
                </p14:cNvPr>
                <p14:cNvContentPartPr/>
                <p14:nvPr/>
              </p14:nvContentPartPr>
              <p14:xfrm>
                <a:off x="4427390" y="6207877"/>
                <a:ext cx="94680" cy="102960"/>
              </p14:xfrm>
            </p:contentPart>
          </mc:Choice>
          <mc:Fallback>
            <p:pic>
              <p:nvPicPr>
                <p:cNvPr id="184" name="Ink 183">
                  <a:extLst>
                    <a:ext uri="{FF2B5EF4-FFF2-40B4-BE49-F238E27FC236}">
                      <a16:creationId xmlns:a16="http://schemas.microsoft.com/office/drawing/2014/main" id="{99A6C585-69EB-60DF-95E5-EFC35FC80077}"/>
                    </a:ext>
                  </a:extLst>
                </p:cNvPr>
                <p:cNvPicPr/>
                <p:nvPr/>
              </p:nvPicPr>
              <p:blipFill>
                <a:blip r:embed="rId297"/>
                <a:stretch>
                  <a:fillRect/>
                </a:stretch>
              </p:blipFill>
              <p:spPr>
                <a:xfrm>
                  <a:off x="4409390" y="6190237"/>
                  <a:ext cx="130320" cy="138600"/>
                </a:xfrm>
                <a:prstGeom prst="rect">
                  <a:avLst/>
                </a:prstGeom>
              </p:spPr>
            </p:pic>
          </mc:Fallback>
        </mc:AlternateContent>
        <mc:AlternateContent xmlns:mc="http://schemas.openxmlformats.org/markup-compatibility/2006">
          <mc:Choice xmlns:p14="http://schemas.microsoft.com/office/powerpoint/2010/main" Requires="p14">
            <p:contentPart p14:bwMode="auto" r:id="rId298">
              <p14:nvContentPartPr>
                <p14:cNvPr id="185" name="Ink 184">
                  <a:extLst>
                    <a:ext uri="{FF2B5EF4-FFF2-40B4-BE49-F238E27FC236}">
                      <a16:creationId xmlns:a16="http://schemas.microsoft.com/office/drawing/2014/main" id="{4D6E4BD4-EFB5-5F10-1EDF-B6497BA074B7}"/>
                    </a:ext>
                  </a:extLst>
                </p14:cNvPr>
                <p14:cNvContentPartPr/>
                <p14:nvPr/>
              </p14:nvContentPartPr>
              <p14:xfrm>
                <a:off x="4569590" y="6235597"/>
                <a:ext cx="7560" cy="16200"/>
              </p14:xfrm>
            </p:contentPart>
          </mc:Choice>
          <mc:Fallback>
            <p:pic>
              <p:nvPicPr>
                <p:cNvPr id="185" name="Ink 184">
                  <a:extLst>
                    <a:ext uri="{FF2B5EF4-FFF2-40B4-BE49-F238E27FC236}">
                      <a16:creationId xmlns:a16="http://schemas.microsoft.com/office/drawing/2014/main" id="{4D6E4BD4-EFB5-5F10-1EDF-B6497BA074B7}"/>
                    </a:ext>
                  </a:extLst>
                </p:cNvPr>
                <p:cNvPicPr/>
                <p:nvPr/>
              </p:nvPicPr>
              <p:blipFill>
                <a:blip r:embed="rId299"/>
                <a:stretch>
                  <a:fillRect/>
                </a:stretch>
              </p:blipFill>
              <p:spPr>
                <a:xfrm>
                  <a:off x="4551590" y="6217597"/>
                  <a:ext cx="43200" cy="51840"/>
                </a:xfrm>
                <a:prstGeom prst="rect">
                  <a:avLst/>
                </a:prstGeom>
              </p:spPr>
            </p:pic>
          </mc:Fallback>
        </mc:AlternateContent>
        <mc:AlternateContent xmlns:mc="http://schemas.openxmlformats.org/markup-compatibility/2006">
          <mc:Choice xmlns:p14="http://schemas.microsoft.com/office/powerpoint/2010/main" Requires="p14">
            <p:contentPart p14:bwMode="auto" r:id="rId300">
              <p14:nvContentPartPr>
                <p14:cNvPr id="186" name="Ink 185">
                  <a:extLst>
                    <a:ext uri="{FF2B5EF4-FFF2-40B4-BE49-F238E27FC236}">
                      <a16:creationId xmlns:a16="http://schemas.microsoft.com/office/drawing/2014/main" id="{557D4A83-E9EB-B1A5-A5D8-F23076811418}"/>
                    </a:ext>
                  </a:extLst>
                </p14:cNvPr>
                <p14:cNvContentPartPr/>
                <p14:nvPr/>
              </p14:nvContentPartPr>
              <p14:xfrm>
                <a:off x="4502990" y="6193117"/>
                <a:ext cx="185760" cy="145800"/>
              </p14:xfrm>
            </p:contentPart>
          </mc:Choice>
          <mc:Fallback>
            <p:pic>
              <p:nvPicPr>
                <p:cNvPr id="186" name="Ink 185">
                  <a:extLst>
                    <a:ext uri="{FF2B5EF4-FFF2-40B4-BE49-F238E27FC236}">
                      <a16:creationId xmlns:a16="http://schemas.microsoft.com/office/drawing/2014/main" id="{557D4A83-E9EB-B1A5-A5D8-F23076811418}"/>
                    </a:ext>
                  </a:extLst>
                </p:cNvPr>
                <p:cNvPicPr/>
                <p:nvPr/>
              </p:nvPicPr>
              <p:blipFill>
                <a:blip r:embed="rId301"/>
                <a:stretch>
                  <a:fillRect/>
                </a:stretch>
              </p:blipFill>
              <p:spPr>
                <a:xfrm>
                  <a:off x="4485350" y="6175117"/>
                  <a:ext cx="221400" cy="181440"/>
                </a:xfrm>
                <a:prstGeom prst="rect">
                  <a:avLst/>
                </a:prstGeom>
              </p:spPr>
            </p:pic>
          </mc:Fallback>
        </mc:AlternateContent>
        <mc:AlternateContent xmlns:mc="http://schemas.openxmlformats.org/markup-compatibility/2006">
          <mc:Choice xmlns:p14="http://schemas.microsoft.com/office/powerpoint/2010/main" Requires="p14">
            <p:contentPart p14:bwMode="auto" r:id="rId302">
              <p14:nvContentPartPr>
                <p14:cNvPr id="187" name="Ink 186">
                  <a:extLst>
                    <a:ext uri="{FF2B5EF4-FFF2-40B4-BE49-F238E27FC236}">
                      <a16:creationId xmlns:a16="http://schemas.microsoft.com/office/drawing/2014/main" id="{BD989522-FB09-2366-A8BF-DFA88FAE517B}"/>
                    </a:ext>
                  </a:extLst>
                </p14:cNvPr>
                <p14:cNvContentPartPr/>
                <p14:nvPr/>
              </p14:nvContentPartPr>
              <p14:xfrm>
                <a:off x="4701710" y="6210757"/>
                <a:ext cx="53640" cy="87480"/>
              </p14:xfrm>
            </p:contentPart>
          </mc:Choice>
          <mc:Fallback>
            <p:pic>
              <p:nvPicPr>
                <p:cNvPr id="187" name="Ink 186">
                  <a:extLst>
                    <a:ext uri="{FF2B5EF4-FFF2-40B4-BE49-F238E27FC236}">
                      <a16:creationId xmlns:a16="http://schemas.microsoft.com/office/drawing/2014/main" id="{BD989522-FB09-2366-A8BF-DFA88FAE517B}"/>
                    </a:ext>
                  </a:extLst>
                </p:cNvPr>
                <p:cNvPicPr/>
                <p:nvPr/>
              </p:nvPicPr>
              <p:blipFill>
                <a:blip r:embed="rId303"/>
                <a:stretch>
                  <a:fillRect/>
                </a:stretch>
              </p:blipFill>
              <p:spPr>
                <a:xfrm>
                  <a:off x="4684070" y="6193117"/>
                  <a:ext cx="89280" cy="123120"/>
                </a:xfrm>
                <a:prstGeom prst="rect">
                  <a:avLst/>
                </a:prstGeom>
              </p:spPr>
            </p:pic>
          </mc:Fallback>
        </mc:AlternateContent>
        <mc:AlternateContent xmlns:mc="http://schemas.openxmlformats.org/markup-compatibility/2006">
          <mc:Choice xmlns:p14="http://schemas.microsoft.com/office/powerpoint/2010/main" Requires="p14">
            <p:contentPart p14:bwMode="auto" r:id="rId304">
              <p14:nvContentPartPr>
                <p14:cNvPr id="188" name="Ink 187">
                  <a:extLst>
                    <a:ext uri="{FF2B5EF4-FFF2-40B4-BE49-F238E27FC236}">
                      <a16:creationId xmlns:a16="http://schemas.microsoft.com/office/drawing/2014/main" id="{6D04658C-152C-EE71-BB34-93CCA20A1077}"/>
                    </a:ext>
                  </a:extLst>
                </p14:cNvPr>
                <p14:cNvContentPartPr/>
                <p14:nvPr/>
              </p14:nvContentPartPr>
              <p14:xfrm>
                <a:off x="4872350" y="6197797"/>
                <a:ext cx="114480" cy="92880"/>
              </p14:xfrm>
            </p:contentPart>
          </mc:Choice>
          <mc:Fallback>
            <p:pic>
              <p:nvPicPr>
                <p:cNvPr id="188" name="Ink 187">
                  <a:extLst>
                    <a:ext uri="{FF2B5EF4-FFF2-40B4-BE49-F238E27FC236}">
                      <a16:creationId xmlns:a16="http://schemas.microsoft.com/office/drawing/2014/main" id="{6D04658C-152C-EE71-BB34-93CCA20A1077}"/>
                    </a:ext>
                  </a:extLst>
                </p:cNvPr>
                <p:cNvPicPr/>
                <p:nvPr/>
              </p:nvPicPr>
              <p:blipFill>
                <a:blip r:embed="rId305"/>
                <a:stretch>
                  <a:fillRect/>
                </a:stretch>
              </p:blipFill>
              <p:spPr>
                <a:xfrm>
                  <a:off x="4854710" y="6179797"/>
                  <a:ext cx="150120" cy="128520"/>
                </a:xfrm>
                <a:prstGeom prst="rect">
                  <a:avLst/>
                </a:prstGeom>
              </p:spPr>
            </p:pic>
          </mc:Fallback>
        </mc:AlternateContent>
      </p:grpSp>
      <p:grpSp>
        <p:nvGrpSpPr>
          <p:cNvPr id="200" name="Group 199">
            <a:extLst>
              <a:ext uri="{FF2B5EF4-FFF2-40B4-BE49-F238E27FC236}">
                <a16:creationId xmlns:a16="http://schemas.microsoft.com/office/drawing/2014/main" id="{23F4B0E4-8E71-D143-C1D4-C1802E06DCB2}"/>
              </a:ext>
            </a:extLst>
          </p:cNvPr>
          <p:cNvGrpSpPr/>
          <p:nvPr/>
        </p:nvGrpSpPr>
        <p:grpSpPr>
          <a:xfrm>
            <a:off x="5236310" y="6086197"/>
            <a:ext cx="851400" cy="249120"/>
            <a:chOff x="5236310" y="6086197"/>
            <a:chExt cx="851400" cy="249120"/>
          </a:xfrm>
        </p:grpSpPr>
        <mc:AlternateContent xmlns:mc="http://schemas.openxmlformats.org/markup-compatibility/2006">
          <mc:Choice xmlns:p14="http://schemas.microsoft.com/office/powerpoint/2010/main" Requires="p14">
            <p:contentPart p14:bwMode="auto" r:id="rId306">
              <p14:nvContentPartPr>
                <p14:cNvPr id="189" name="Ink 188">
                  <a:extLst>
                    <a:ext uri="{FF2B5EF4-FFF2-40B4-BE49-F238E27FC236}">
                      <a16:creationId xmlns:a16="http://schemas.microsoft.com/office/drawing/2014/main" id="{1484A2B6-C5DD-23DF-46F1-E71B5A458242}"/>
                    </a:ext>
                  </a:extLst>
                </p14:cNvPr>
                <p14:cNvContentPartPr/>
                <p14:nvPr/>
              </p14:nvContentPartPr>
              <p14:xfrm>
                <a:off x="5236310" y="6185917"/>
                <a:ext cx="81360" cy="135360"/>
              </p14:xfrm>
            </p:contentPart>
          </mc:Choice>
          <mc:Fallback>
            <p:pic>
              <p:nvPicPr>
                <p:cNvPr id="189" name="Ink 188">
                  <a:extLst>
                    <a:ext uri="{FF2B5EF4-FFF2-40B4-BE49-F238E27FC236}">
                      <a16:creationId xmlns:a16="http://schemas.microsoft.com/office/drawing/2014/main" id="{1484A2B6-C5DD-23DF-46F1-E71B5A458242}"/>
                    </a:ext>
                  </a:extLst>
                </p:cNvPr>
                <p:cNvPicPr/>
                <p:nvPr/>
              </p:nvPicPr>
              <p:blipFill>
                <a:blip r:embed="rId307"/>
                <a:stretch>
                  <a:fillRect/>
                </a:stretch>
              </p:blipFill>
              <p:spPr>
                <a:xfrm>
                  <a:off x="5218670" y="6167917"/>
                  <a:ext cx="117000" cy="171000"/>
                </a:xfrm>
                <a:prstGeom prst="rect">
                  <a:avLst/>
                </a:prstGeom>
              </p:spPr>
            </p:pic>
          </mc:Fallback>
        </mc:AlternateContent>
        <mc:AlternateContent xmlns:mc="http://schemas.openxmlformats.org/markup-compatibility/2006">
          <mc:Choice xmlns:p14="http://schemas.microsoft.com/office/powerpoint/2010/main" Requires="p14">
            <p:contentPart p14:bwMode="auto" r:id="rId308">
              <p14:nvContentPartPr>
                <p14:cNvPr id="190" name="Ink 189">
                  <a:extLst>
                    <a:ext uri="{FF2B5EF4-FFF2-40B4-BE49-F238E27FC236}">
                      <a16:creationId xmlns:a16="http://schemas.microsoft.com/office/drawing/2014/main" id="{12C6E618-88C7-9160-BAC2-CBEB5766ADA8}"/>
                    </a:ext>
                  </a:extLst>
                </p14:cNvPr>
                <p14:cNvContentPartPr/>
                <p14:nvPr/>
              </p14:nvContentPartPr>
              <p14:xfrm>
                <a:off x="5403710" y="6211117"/>
                <a:ext cx="15840" cy="81000"/>
              </p14:xfrm>
            </p:contentPart>
          </mc:Choice>
          <mc:Fallback>
            <p:pic>
              <p:nvPicPr>
                <p:cNvPr id="190" name="Ink 189">
                  <a:extLst>
                    <a:ext uri="{FF2B5EF4-FFF2-40B4-BE49-F238E27FC236}">
                      <a16:creationId xmlns:a16="http://schemas.microsoft.com/office/drawing/2014/main" id="{12C6E618-88C7-9160-BAC2-CBEB5766ADA8}"/>
                    </a:ext>
                  </a:extLst>
                </p:cNvPr>
                <p:cNvPicPr/>
                <p:nvPr/>
              </p:nvPicPr>
              <p:blipFill>
                <a:blip r:embed="rId309"/>
                <a:stretch>
                  <a:fillRect/>
                </a:stretch>
              </p:blipFill>
              <p:spPr>
                <a:xfrm>
                  <a:off x="5385710" y="6193117"/>
                  <a:ext cx="51480" cy="116640"/>
                </a:xfrm>
                <a:prstGeom prst="rect">
                  <a:avLst/>
                </a:prstGeom>
              </p:spPr>
            </p:pic>
          </mc:Fallback>
        </mc:AlternateContent>
        <mc:AlternateContent xmlns:mc="http://schemas.openxmlformats.org/markup-compatibility/2006">
          <mc:Choice xmlns:p14="http://schemas.microsoft.com/office/powerpoint/2010/main" Requires="p14">
            <p:contentPart p14:bwMode="auto" r:id="rId310">
              <p14:nvContentPartPr>
                <p14:cNvPr id="191" name="Ink 190">
                  <a:extLst>
                    <a:ext uri="{FF2B5EF4-FFF2-40B4-BE49-F238E27FC236}">
                      <a16:creationId xmlns:a16="http://schemas.microsoft.com/office/drawing/2014/main" id="{3F7D7786-3A13-6740-8AD5-58C765109073}"/>
                    </a:ext>
                  </a:extLst>
                </p14:cNvPr>
                <p14:cNvContentPartPr/>
                <p14:nvPr/>
              </p14:nvContentPartPr>
              <p14:xfrm>
                <a:off x="5420270" y="6183037"/>
                <a:ext cx="95760" cy="68400"/>
              </p14:xfrm>
            </p:contentPart>
          </mc:Choice>
          <mc:Fallback>
            <p:pic>
              <p:nvPicPr>
                <p:cNvPr id="191" name="Ink 190">
                  <a:extLst>
                    <a:ext uri="{FF2B5EF4-FFF2-40B4-BE49-F238E27FC236}">
                      <a16:creationId xmlns:a16="http://schemas.microsoft.com/office/drawing/2014/main" id="{3F7D7786-3A13-6740-8AD5-58C765109073}"/>
                    </a:ext>
                  </a:extLst>
                </p:cNvPr>
                <p:cNvPicPr/>
                <p:nvPr/>
              </p:nvPicPr>
              <p:blipFill>
                <a:blip r:embed="rId311"/>
                <a:stretch>
                  <a:fillRect/>
                </a:stretch>
              </p:blipFill>
              <p:spPr>
                <a:xfrm>
                  <a:off x="5402270" y="6165037"/>
                  <a:ext cx="131400" cy="104040"/>
                </a:xfrm>
                <a:prstGeom prst="rect">
                  <a:avLst/>
                </a:prstGeom>
              </p:spPr>
            </p:pic>
          </mc:Fallback>
        </mc:AlternateContent>
        <mc:AlternateContent xmlns:mc="http://schemas.openxmlformats.org/markup-compatibility/2006">
          <mc:Choice xmlns:p14="http://schemas.microsoft.com/office/powerpoint/2010/main" Requires="p14">
            <p:contentPart p14:bwMode="auto" r:id="rId312">
              <p14:nvContentPartPr>
                <p14:cNvPr id="192" name="Ink 191">
                  <a:extLst>
                    <a:ext uri="{FF2B5EF4-FFF2-40B4-BE49-F238E27FC236}">
                      <a16:creationId xmlns:a16="http://schemas.microsoft.com/office/drawing/2014/main" id="{54636EDA-1B30-188D-1173-FF8833E349A4}"/>
                    </a:ext>
                  </a:extLst>
                </p14:cNvPr>
                <p14:cNvContentPartPr/>
                <p14:nvPr/>
              </p14:nvContentPartPr>
              <p14:xfrm>
                <a:off x="5587310" y="6100597"/>
                <a:ext cx="60120" cy="234720"/>
              </p14:xfrm>
            </p:contentPart>
          </mc:Choice>
          <mc:Fallback>
            <p:pic>
              <p:nvPicPr>
                <p:cNvPr id="192" name="Ink 191">
                  <a:extLst>
                    <a:ext uri="{FF2B5EF4-FFF2-40B4-BE49-F238E27FC236}">
                      <a16:creationId xmlns:a16="http://schemas.microsoft.com/office/drawing/2014/main" id="{54636EDA-1B30-188D-1173-FF8833E349A4}"/>
                    </a:ext>
                  </a:extLst>
                </p:cNvPr>
                <p:cNvPicPr/>
                <p:nvPr/>
              </p:nvPicPr>
              <p:blipFill>
                <a:blip r:embed="rId313"/>
                <a:stretch>
                  <a:fillRect/>
                </a:stretch>
              </p:blipFill>
              <p:spPr>
                <a:xfrm>
                  <a:off x="5569670" y="6082597"/>
                  <a:ext cx="95760" cy="270360"/>
                </a:xfrm>
                <a:prstGeom prst="rect">
                  <a:avLst/>
                </a:prstGeom>
              </p:spPr>
            </p:pic>
          </mc:Fallback>
        </mc:AlternateContent>
        <mc:AlternateContent xmlns:mc="http://schemas.openxmlformats.org/markup-compatibility/2006">
          <mc:Choice xmlns:p14="http://schemas.microsoft.com/office/powerpoint/2010/main" Requires="p14">
            <p:contentPart p14:bwMode="auto" r:id="rId314">
              <p14:nvContentPartPr>
                <p14:cNvPr id="193" name="Ink 192">
                  <a:extLst>
                    <a:ext uri="{FF2B5EF4-FFF2-40B4-BE49-F238E27FC236}">
                      <a16:creationId xmlns:a16="http://schemas.microsoft.com/office/drawing/2014/main" id="{C1E5DFDE-6E42-255B-78DB-64D5A96192B7}"/>
                    </a:ext>
                  </a:extLst>
                </p14:cNvPr>
                <p14:cNvContentPartPr/>
                <p14:nvPr/>
              </p14:nvContentPartPr>
              <p14:xfrm>
                <a:off x="5702510" y="6168277"/>
                <a:ext cx="81000" cy="93600"/>
              </p14:xfrm>
            </p:contentPart>
          </mc:Choice>
          <mc:Fallback>
            <p:pic>
              <p:nvPicPr>
                <p:cNvPr id="193" name="Ink 192">
                  <a:extLst>
                    <a:ext uri="{FF2B5EF4-FFF2-40B4-BE49-F238E27FC236}">
                      <a16:creationId xmlns:a16="http://schemas.microsoft.com/office/drawing/2014/main" id="{C1E5DFDE-6E42-255B-78DB-64D5A96192B7}"/>
                    </a:ext>
                  </a:extLst>
                </p:cNvPr>
                <p:cNvPicPr/>
                <p:nvPr/>
              </p:nvPicPr>
              <p:blipFill>
                <a:blip r:embed="rId315"/>
                <a:stretch>
                  <a:fillRect/>
                </a:stretch>
              </p:blipFill>
              <p:spPr>
                <a:xfrm>
                  <a:off x="5684510" y="6150277"/>
                  <a:ext cx="116640" cy="129240"/>
                </a:xfrm>
                <a:prstGeom prst="rect">
                  <a:avLst/>
                </a:prstGeom>
              </p:spPr>
            </p:pic>
          </mc:Fallback>
        </mc:AlternateContent>
        <mc:AlternateContent xmlns:mc="http://schemas.openxmlformats.org/markup-compatibility/2006">
          <mc:Choice xmlns:p14="http://schemas.microsoft.com/office/powerpoint/2010/main" Requires="p14">
            <p:contentPart p14:bwMode="auto" r:id="rId316">
              <p14:nvContentPartPr>
                <p14:cNvPr id="194" name="Ink 193">
                  <a:extLst>
                    <a:ext uri="{FF2B5EF4-FFF2-40B4-BE49-F238E27FC236}">
                      <a16:creationId xmlns:a16="http://schemas.microsoft.com/office/drawing/2014/main" id="{9F18B54C-B1AA-8A4E-5437-4BB899C5A2E7}"/>
                    </a:ext>
                  </a:extLst>
                </p14:cNvPr>
                <p14:cNvContentPartPr/>
                <p14:nvPr/>
              </p14:nvContentPartPr>
              <p14:xfrm>
                <a:off x="5868470" y="6148117"/>
                <a:ext cx="31680" cy="130320"/>
              </p14:xfrm>
            </p:contentPart>
          </mc:Choice>
          <mc:Fallback>
            <p:pic>
              <p:nvPicPr>
                <p:cNvPr id="194" name="Ink 193">
                  <a:extLst>
                    <a:ext uri="{FF2B5EF4-FFF2-40B4-BE49-F238E27FC236}">
                      <a16:creationId xmlns:a16="http://schemas.microsoft.com/office/drawing/2014/main" id="{9F18B54C-B1AA-8A4E-5437-4BB899C5A2E7}"/>
                    </a:ext>
                  </a:extLst>
                </p:cNvPr>
                <p:cNvPicPr/>
                <p:nvPr/>
              </p:nvPicPr>
              <p:blipFill>
                <a:blip r:embed="rId317"/>
                <a:stretch>
                  <a:fillRect/>
                </a:stretch>
              </p:blipFill>
              <p:spPr>
                <a:xfrm>
                  <a:off x="5850470" y="6130117"/>
                  <a:ext cx="67320" cy="165960"/>
                </a:xfrm>
                <a:prstGeom prst="rect">
                  <a:avLst/>
                </a:prstGeom>
              </p:spPr>
            </p:pic>
          </mc:Fallback>
        </mc:AlternateContent>
        <mc:AlternateContent xmlns:mc="http://schemas.openxmlformats.org/markup-compatibility/2006">
          <mc:Choice xmlns:p14="http://schemas.microsoft.com/office/powerpoint/2010/main" Requires="p14">
            <p:contentPart p14:bwMode="auto" r:id="rId318">
              <p14:nvContentPartPr>
                <p14:cNvPr id="195" name="Ink 194">
                  <a:extLst>
                    <a:ext uri="{FF2B5EF4-FFF2-40B4-BE49-F238E27FC236}">
                      <a16:creationId xmlns:a16="http://schemas.microsoft.com/office/drawing/2014/main" id="{DA4AFE9C-FA0B-209E-59BC-3F92F21F5BCF}"/>
                    </a:ext>
                  </a:extLst>
                </p14:cNvPr>
                <p14:cNvContentPartPr/>
                <p14:nvPr/>
              </p14:nvContentPartPr>
              <p14:xfrm>
                <a:off x="5852990" y="6105637"/>
                <a:ext cx="46440" cy="28440"/>
              </p14:xfrm>
            </p:contentPart>
          </mc:Choice>
          <mc:Fallback>
            <p:pic>
              <p:nvPicPr>
                <p:cNvPr id="195" name="Ink 194">
                  <a:extLst>
                    <a:ext uri="{FF2B5EF4-FFF2-40B4-BE49-F238E27FC236}">
                      <a16:creationId xmlns:a16="http://schemas.microsoft.com/office/drawing/2014/main" id="{DA4AFE9C-FA0B-209E-59BC-3F92F21F5BCF}"/>
                    </a:ext>
                  </a:extLst>
                </p:cNvPr>
                <p:cNvPicPr/>
                <p:nvPr/>
              </p:nvPicPr>
              <p:blipFill>
                <a:blip r:embed="rId319"/>
                <a:stretch>
                  <a:fillRect/>
                </a:stretch>
              </p:blipFill>
              <p:spPr>
                <a:xfrm>
                  <a:off x="5835350" y="6087637"/>
                  <a:ext cx="82080" cy="64080"/>
                </a:xfrm>
                <a:prstGeom prst="rect">
                  <a:avLst/>
                </a:prstGeom>
              </p:spPr>
            </p:pic>
          </mc:Fallback>
        </mc:AlternateContent>
        <mc:AlternateContent xmlns:mc="http://schemas.openxmlformats.org/markup-compatibility/2006">
          <mc:Choice xmlns:p14="http://schemas.microsoft.com/office/powerpoint/2010/main" Requires="p14">
            <p:contentPart p14:bwMode="auto" r:id="rId320">
              <p14:nvContentPartPr>
                <p14:cNvPr id="196" name="Ink 195">
                  <a:extLst>
                    <a:ext uri="{FF2B5EF4-FFF2-40B4-BE49-F238E27FC236}">
                      <a16:creationId xmlns:a16="http://schemas.microsoft.com/office/drawing/2014/main" id="{EF039836-6BCA-B74B-DD5D-369E6D3A0715}"/>
                    </a:ext>
                  </a:extLst>
                </p14:cNvPr>
                <p14:cNvContentPartPr/>
                <p14:nvPr/>
              </p14:nvContentPartPr>
              <p14:xfrm>
                <a:off x="5895830" y="6157837"/>
                <a:ext cx="48960" cy="31320"/>
              </p14:xfrm>
            </p:contentPart>
          </mc:Choice>
          <mc:Fallback>
            <p:pic>
              <p:nvPicPr>
                <p:cNvPr id="196" name="Ink 195">
                  <a:extLst>
                    <a:ext uri="{FF2B5EF4-FFF2-40B4-BE49-F238E27FC236}">
                      <a16:creationId xmlns:a16="http://schemas.microsoft.com/office/drawing/2014/main" id="{EF039836-6BCA-B74B-DD5D-369E6D3A0715}"/>
                    </a:ext>
                  </a:extLst>
                </p:cNvPr>
                <p:cNvPicPr/>
                <p:nvPr/>
              </p:nvPicPr>
              <p:blipFill>
                <a:blip r:embed="rId321"/>
                <a:stretch>
                  <a:fillRect/>
                </a:stretch>
              </p:blipFill>
              <p:spPr>
                <a:xfrm>
                  <a:off x="5877830" y="6139837"/>
                  <a:ext cx="84600" cy="66960"/>
                </a:xfrm>
                <a:prstGeom prst="rect">
                  <a:avLst/>
                </a:prstGeom>
              </p:spPr>
            </p:pic>
          </mc:Fallback>
        </mc:AlternateContent>
        <mc:AlternateContent xmlns:mc="http://schemas.openxmlformats.org/markup-compatibility/2006">
          <mc:Choice xmlns:p14="http://schemas.microsoft.com/office/powerpoint/2010/main" Requires="p14">
            <p:contentPart p14:bwMode="auto" r:id="rId322">
              <p14:nvContentPartPr>
                <p14:cNvPr id="197" name="Ink 196">
                  <a:extLst>
                    <a:ext uri="{FF2B5EF4-FFF2-40B4-BE49-F238E27FC236}">
                      <a16:creationId xmlns:a16="http://schemas.microsoft.com/office/drawing/2014/main" id="{A76BD49C-5096-8B2F-D3D1-29539E7AC46E}"/>
                    </a:ext>
                  </a:extLst>
                </p14:cNvPr>
                <p14:cNvContentPartPr/>
                <p14:nvPr/>
              </p14:nvContentPartPr>
              <p14:xfrm>
                <a:off x="6031550" y="6117517"/>
                <a:ext cx="29160" cy="121680"/>
              </p14:xfrm>
            </p:contentPart>
          </mc:Choice>
          <mc:Fallback>
            <p:pic>
              <p:nvPicPr>
                <p:cNvPr id="197" name="Ink 196">
                  <a:extLst>
                    <a:ext uri="{FF2B5EF4-FFF2-40B4-BE49-F238E27FC236}">
                      <a16:creationId xmlns:a16="http://schemas.microsoft.com/office/drawing/2014/main" id="{A76BD49C-5096-8B2F-D3D1-29539E7AC46E}"/>
                    </a:ext>
                  </a:extLst>
                </p:cNvPr>
                <p:cNvPicPr/>
                <p:nvPr/>
              </p:nvPicPr>
              <p:blipFill>
                <a:blip r:embed="rId323"/>
                <a:stretch>
                  <a:fillRect/>
                </a:stretch>
              </p:blipFill>
              <p:spPr>
                <a:xfrm>
                  <a:off x="6013910" y="6099517"/>
                  <a:ext cx="64800" cy="157320"/>
                </a:xfrm>
                <a:prstGeom prst="rect">
                  <a:avLst/>
                </a:prstGeom>
              </p:spPr>
            </p:pic>
          </mc:Fallback>
        </mc:AlternateContent>
        <mc:AlternateContent xmlns:mc="http://schemas.openxmlformats.org/markup-compatibility/2006">
          <mc:Choice xmlns:p14="http://schemas.microsoft.com/office/powerpoint/2010/main" Requires="p14">
            <p:contentPart p14:bwMode="auto" r:id="rId324">
              <p14:nvContentPartPr>
                <p14:cNvPr id="198" name="Ink 197">
                  <a:extLst>
                    <a:ext uri="{FF2B5EF4-FFF2-40B4-BE49-F238E27FC236}">
                      <a16:creationId xmlns:a16="http://schemas.microsoft.com/office/drawing/2014/main" id="{DDC441F4-8061-E3B3-5AEE-05704A6118CA}"/>
                    </a:ext>
                  </a:extLst>
                </p14:cNvPr>
                <p14:cNvContentPartPr/>
                <p14:nvPr/>
              </p14:nvContentPartPr>
              <p14:xfrm>
                <a:off x="6018950" y="6086197"/>
                <a:ext cx="42840" cy="44280"/>
              </p14:xfrm>
            </p:contentPart>
          </mc:Choice>
          <mc:Fallback>
            <p:pic>
              <p:nvPicPr>
                <p:cNvPr id="198" name="Ink 197">
                  <a:extLst>
                    <a:ext uri="{FF2B5EF4-FFF2-40B4-BE49-F238E27FC236}">
                      <a16:creationId xmlns:a16="http://schemas.microsoft.com/office/drawing/2014/main" id="{DDC441F4-8061-E3B3-5AEE-05704A6118CA}"/>
                    </a:ext>
                  </a:extLst>
                </p:cNvPr>
                <p:cNvPicPr/>
                <p:nvPr/>
              </p:nvPicPr>
              <p:blipFill>
                <a:blip r:embed="rId325"/>
                <a:stretch>
                  <a:fillRect/>
                </a:stretch>
              </p:blipFill>
              <p:spPr>
                <a:xfrm>
                  <a:off x="6001310" y="6068557"/>
                  <a:ext cx="78480" cy="79920"/>
                </a:xfrm>
                <a:prstGeom prst="rect">
                  <a:avLst/>
                </a:prstGeom>
              </p:spPr>
            </p:pic>
          </mc:Fallback>
        </mc:AlternateContent>
        <mc:AlternateContent xmlns:mc="http://schemas.openxmlformats.org/markup-compatibility/2006">
          <mc:Choice xmlns:p14="http://schemas.microsoft.com/office/powerpoint/2010/main" Requires="p14">
            <p:contentPart p14:bwMode="auto" r:id="rId326">
              <p14:nvContentPartPr>
                <p14:cNvPr id="199" name="Ink 198">
                  <a:extLst>
                    <a:ext uri="{FF2B5EF4-FFF2-40B4-BE49-F238E27FC236}">
                      <a16:creationId xmlns:a16="http://schemas.microsoft.com/office/drawing/2014/main" id="{F8D84DBB-B5A4-B857-929B-809977ACB19B}"/>
                    </a:ext>
                  </a:extLst>
                </p14:cNvPr>
                <p14:cNvContentPartPr/>
                <p14:nvPr/>
              </p14:nvContentPartPr>
              <p14:xfrm>
                <a:off x="6059630" y="6154237"/>
                <a:ext cx="28080" cy="21960"/>
              </p14:xfrm>
            </p:contentPart>
          </mc:Choice>
          <mc:Fallback>
            <p:pic>
              <p:nvPicPr>
                <p:cNvPr id="199" name="Ink 198">
                  <a:extLst>
                    <a:ext uri="{FF2B5EF4-FFF2-40B4-BE49-F238E27FC236}">
                      <a16:creationId xmlns:a16="http://schemas.microsoft.com/office/drawing/2014/main" id="{F8D84DBB-B5A4-B857-929B-809977ACB19B}"/>
                    </a:ext>
                  </a:extLst>
                </p:cNvPr>
                <p:cNvPicPr/>
                <p:nvPr/>
              </p:nvPicPr>
              <p:blipFill>
                <a:blip r:embed="rId327"/>
                <a:stretch>
                  <a:fillRect/>
                </a:stretch>
              </p:blipFill>
              <p:spPr>
                <a:xfrm>
                  <a:off x="6041630" y="6136597"/>
                  <a:ext cx="63720" cy="57600"/>
                </a:xfrm>
                <a:prstGeom prst="rect">
                  <a:avLst/>
                </a:prstGeom>
              </p:spPr>
            </p:pic>
          </mc:Fallback>
        </mc:AlternateContent>
      </p:grpSp>
      <p:grpSp>
        <p:nvGrpSpPr>
          <p:cNvPr id="228" name="Group 227">
            <a:extLst>
              <a:ext uri="{FF2B5EF4-FFF2-40B4-BE49-F238E27FC236}">
                <a16:creationId xmlns:a16="http://schemas.microsoft.com/office/drawing/2014/main" id="{FDA772FF-0E1E-4C08-3F74-1CBEB787B043}"/>
              </a:ext>
            </a:extLst>
          </p:cNvPr>
          <p:cNvGrpSpPr/>
          <p:nvPr/>
        </p:nvGrpSpPr>
        <p:grpSpPr>
          <a:xfrm>
            <a:off x="125030" y="5581117"/>
            <a:ext cx="3918960" cy="1132920"/>
            <a:chOff x="125030" y="5581117"/>
            <a:chExt cx="3918960" cy="1132920"/>
          </a:xfrm>
        </p:grpSpPr>
        <mc:AlternateContent xmlns:mc="http://schemas.openxmlformats.org/markup-compatibility/2006">
          <mc:Choice xmlns:p14="http://schemas.microsoft.com/office/powerpoint/2010/main" Requires="p14">
            <p:contentPart p14:bwMode="auto" r:id="rId328">
              <p14:nvContentPartPr>
                <p14:cNvPr id="164" name="Ink 163">
                  <a:extLst>
                    <a:ext uri="{FF2B5EF4-FFF2-40B4-BE49-F238E27FC236}">
                      <a16:creationId xmlns:a16="http://schemas.microsoft.com/office/drawing/2014/main" id="{6382DACC-701D-61C9-D8BE-6D819BC438FC}"/>
                    </a:ext>
                  </a:extLst>
                </p14:cNvPr>
                <p14:cNvContentPartPr/>
                <p14:nvPr/>
              </p14:nvContentPartPr>
              <p14:xfrm>
                <a:off x="3269990" y="5707117"/>
                <a:ext cx="20880" cy="239760"/>
              </p14:xfrm>
            </p:contentPart>
          </mc:Choice>
          <mc:Fallback>
            <p:pic>
              <p:nvPicPr>
                <p:cNvPr id="164" name="Ink 163">
                  <a:extLst>
                    <a:ext uri="{FF2B5EF4-FFF2-40B4-BE49-F238E27FC236}">
                      <a16:creationId xmlns:a16="http://schemas.microsoft.com/office/drawing/2014/main" id="{6382DACC-701D-61C9-D8BE-6D819BC438FC}"/>
                    </a:ext>
                  </a:extLst>
                </p:cNvPr>
                <p:cNvPicPr/>
                <p:nvPr/>
              </p:nvPicPr>
              <p:blipFill>
                <a:blip r:embed="rId329"/>
                <a:stretch>
                  <a:fillRect/>
                </a:stretch>
              </p:blipFill>
              <p:spPr>
                <a:xfrm>
                  <a:off x="3251990" y="5689477"/>
                  <a:ext cx="56520" cy="275400"/>
                </a:xfrm>
                <a:prstGeom prst="rect">
                  <a:avLst/>
                </a:prstGeom>
              </p:spPr>
            </p:pic>
          </mc:Fallback>
        </mc:AlternateContent>
        <mc:AlternateContent xmlns:mc="http://schemas.openxmlformats.org/markup-compatibility/2006">
          <mc:Choice xmlns:p14="http://schemas.microsoft.com/office/powerpoint/2010/main" Requires="p14">
            <p:contentPart p14:bwMode="auto" r:id="rId330">
              <p14:nvContentPartPr>
                <p14:cNvPr id="165" name="Ink 164">
                  <a:extLst>
                    <a:ext uri="{FF2B5EF4-FFF2-40B4-BE49-F238E27FC236}">
                      <a16:creationId xmlns:a16="http://schemas.microsoft.com/office/drawing/2014/main" id="{0DADBE5D-C3CC-D88E-3601-313042864F17}"/>
                    </a:ext>
                  </a:extLst>
                </p14:cNvPr>
                <p14:cNvContentPartPr/>
                <p14:nvPr/>
              </p14:nvContentPartPr>
              <p14:xfrm>
                <a:off x="3421910" y="5706037"/>
                <a:ext cx="95400" cy="276120"/>
              </p14:xfrm>
            </p:contentPart>
          </mc:Choice>
          <mc:Fallback>
            <p:pic>
              <p:nvPicPr>
                <p:cNvPr id="165" name="Ink 164">
                  <a:extLst>
                    <a:ext uri="{FF2B5EF4-FFF2-40B4-BE49-F238E27FC236}">
                      <a16:creationId xmlns:a16="http://schemas.microsoft.com/office/drawing/2014/main" id="{0DADBE5D-C3CC-D88E-3601-313042864F17}"/>
                    </a:ext>
                  </a:extLst>
                </p:cNvPr>
                <p:cNvPicPr/>
                <p:nvPr/>
              </p:nvPicPr>
              <p:blipFill>
                <a:blip r:embed="rId331"/>
                <a:stretch>
                  <a:fillRect/>
                </a:stretch>
              </p:blipFill>
              <p:spPr>
                <a:xfrm>
                  <a:off x="3403910" y="5688397"/>
                  <a:ext cx="131040" cy="311760"/>
                </a:xfrm>
                <a:prstGeom prst="rect">
                  <a:avLst/>
                </a:prstGeom>
              </p:spPr>
            </p:pic>
          </mc:Fallback>
        </mc:AlternateContent>
        <mc:AlternateContent xmlns:mc="http://schemas.openxmlformats.org/markup-compatibility/2006">
          <mc:Choice xmlns:p14="http://schemas.microsoft.com/office/powerpoint/2010/main" Requires="p14">
            <p:contentPart p14:bwMode="auto" r:id="rId332">
              <p14:nvContentPartPr>
                <p14:cNvPr id="166" name="Ink 165">
                  <a:extLst>
                    <a:ext uri="{FF2B5EF4-FFF2-40B4-BE49-F238E27FC236}">
                      <a16:creationId xmlns:a16="http://schemas.microsoft.com/office/drawing/2014/main" id="{F02E3648-0489-0A54-CA21-D2430F98BD1A}"/>
                    </a:ext>
                  </a:extLst>
                </p14:cNvPr>
                <p14:cNvContentPartPr/>
                <p14:nvPr/>
              </p14:nvContentPartPr>
              <p14:xfrm>
                <a:off x="3316070" y="5749957"/>
                <a:ext cx="74520" cy="33480"/>
              </p14:xfrm>
            </p:contentPart>
          </mc:Choice>
          <mc:Fallback>
            <p:pic>
              <p:nvPicPr>
                <p:cNvPr id="166" name="Ink 165">
                  <a:extLst>
                    <a:ext uri="{FF2B5EF4-FFF2-40B4-BE49-F238E27FC236}">
                      <a16:creationId xmlns:a16="http://schemas.microsoft.com/office/drawing/2014/main" id="{F02E3648-0489-0A54-CA21-D2430F98BD1A}"/>
                    </a:ext>
                  </a:extLst>
                </p:cNvPr>
                <p:cNvPicPr/>
                <p:nvPr/>
              </p:nvPicPr>
              <p:blipFill>
                <a:blip r:embed="rId333"/>
                <a:stretch>
                  <a:fillRect/>
                </a:stretch>
              </p:blipFill>
              <p:spPr>
                <a:xfrm>
                  <a:off x="3298430" y="5732317"/>
                  <a:ext cx="110160" cy="69120"/>
                </a:xfrm>
                <a:prstGeom prst="rect">
                  <a:avLst/>
                </a:prstGeom>
              </p:spPr>
            </p:pic>
          </mc:Fallback>
        </mc:AlternateContent>
        <mc:AlternateContent xmlns:mc="http://schemas.openxmlformats.org/markup-compatibility/2006">
          <mc:Choice xmlns:p14="http://schemas.microsoft.com/office/powerpoint/2010/main" Requires="p14">
            <p:contentPart p14:bwMode="auto" r:id="rId334">
              <p14:nvContentPartPr>
                <p14:cNvPr id="167" name="Ink 166">
                  <a:extLst>
                    <a:ext uri="{FF2B5EF4-FFF2-40B4-BE49-F238E27FC236}">
                      <a16:creationId xmlns:a16="http://schemas.microsoft.com/office/drawing/2014/main" id="{02BC7D9E-F5F9-8081-0D11-0F9FF959F6FB}"/>
                    </a:ext>
                  </a:extLst>
                </p14:cNvPr>
                <p14:cNvContentPartPr/>
                <p14:nvPr/>
              </p14:nvContentPartPr>
              <p14:xfrm>
                <a:off x="3554030" y="5757877"/>
                <a:ext cx="53280" cy="132120"/>
              </p14:xfrm>
            </p:contentPart>
          </mc:Choice>
          <mc:Fallback>
            <p:pic>
              <p:nvPicPr>
                <p:cNvPr id="167" name="Ink 166">
                  <a:extLst>
                    <a:ext uri="{FF2B5EF4-FFF2-40B4-BE49-F238E27FC236}">
                      <a16:creationId xmlns:a16="http://schemas.microsoft.com/office/drawing/2014/main" id="{02BC7D9E-F5F9-8081-0D11-0F9FF959F6FB}"/>
                    </a:ext>
                  </a:extLst>
                </p:cNvPr>
                <p:cNvPicPr/>
                <p:nvPr/>
              </p:nvPicPr>
              <p:blipFill>
                <a:blip r:embed="rId335"/>
                <a:stretch>
                  <a:fillRect/>
                </a:stretch>
              </p:blipFill>
              <p:spPr>
                <a:xfrm>
                  <a:off x="3536390" y="5740237"/>
                  <a:ext cx="88920" cy="167760"/>
                </a:xfrm>
                <a:prstGeom prst="rect">
                  <a:avLst/>
                </a:prstGeom>
              </p:spPr>
            </p:pic>
          </mc:Fallback>
        </mc:AlternateContent>
        <mc:AlternateContent xmlns:mc="http://schemas.openxmlformats.org/markup-compatibility/2006">
          <mc:Choice xmlns:p14="http://schemas.microsoft.com/office/powerpoint/2010/main" Requires="p14">
            <p:contentPart p14:bwMode="auto" r:id="rId336">
              <p14:nvContentPartPr>
                <p14:cNvPr id="168" name="Ink 167">
                  <a:extLst>
                    <a:ext uri="{FF2B5EF4-FFF2-40B4-BE49-F238E27FC236}">
                      <a16:creationId xmlns:a16="http://schemas.microsoft.com/office/drawing/2014/main" id="{68003524-1AD4-1381-D4C6-3E3E018BEE7C}"/>
                    </a:ext>
                  </a:extLst>
                </p14:cNvPr>
                <p14:cNvContentPartPr/>
                <p14:nvPr/>
              </p14:nvContentPartPr>
              <p14:xfrm>
                <a:off x="3692270" y="5752117"/>
                <a:ext cx="112680" cy="105840"/>
              </p14:xfrm>
            </p:contentPart>
          </mc:Choice>
          <mc:Fallback>
            <p:pic>
              <p:nvPicPr>
                <p:cNvPr id="168" name="Ink 167">
                  <a:extLst>
                    <a:ext uri="{FF2B5EF4-FFF2-40B4-BE49-F238E27FC236}">
                      <a16:creationId xmlns:a16="http://schemas.microsoft.com/office/drawing/2014/main" id="{68003524-1AD4-1381-D4C6-3E3E018BEE7C}"/>
                    </a:ext>
                  </a:extLst>
                </p:cNvPr>
                <p:cNvPicPr/>
                <p:nvPr/>
              </p:nvPicPr>
              <p:blipFill>
                <a:blip r:embed="rId337"/>
                <a:stretch>
                  <a:fillRect/>
                </a:stretch>
              </p:blipFill>
              <p:spPr>
                <a:xfrm>
                  <a:off x="3674270" y="5734117"/>
                  <a:ext cx="148320" cy="141480"/>
                </a:xfrm>
                <a:prstGeom prst="rect">
                  <a:avLst/>
                </a:prstGeom>
              </p:spPr>
            </p:pic>
          </mc:Fallback>
        </mc:AlternateContent>
        <mc:AlternateContent xmlns:mc="http://schemas.openxmlformats.org/markup-compatibility/2006">
          <mc:Choice xmlns:p14="http://schemas.microsoft.com/office/powerpoint/2010/main" Requires="p14">
            <p:contentPart p14:bwMode="auto" r:id="rId338">
              <p14:nvContentPartPr>
                <p14:cNvPr id="169" name="Ink 168">
                  <a:extLst>
                    <a:ext uri="{FF2B5EF4-FFF2-40B4-BE49-F238E27FC236}">
                      <a16:creationId xmlns:a16="http://schemas.microsoft.com/office/drawing/2014/main" id="{5EB5624B-3F8A-445F-EAAB-B6015F2DFAF1}"/>
                    </a:ext>
                  </a:extLst>
                </p14:cNvPr>
                <p14:cNvContentPartPr/>
                <p14:nvPr/>
              </p14:nvContentPartPr>
              <p14:xfrm>
                <a:off x="3793790" y="5721517"/>
                <a:ext cx="126000" cy="115560"/>
              </p14:xfrm>
            </p:contentPart>
          </mc:Choice>
          <mc:Fallback>
            <p:pic>
              <p:nvPicPr>
                <p:cNvPr id="169" name="Ink 168">
                  <a:extLst>
                    <a:ext uri="{FF2B5EF4-FFF2-40B4-BE49-F238E27FC236}">
                      <a16:creationId xmlns:a16="http://schemas.microsoft.com/office/drawing/2014/main" id="{5EB5624B-3F8A-445F-EAAB-B6015F2DFAF1}"/>
                    </a:ext>
                  </a:extLst>
                </p:cNvPr>
                <p:cNvPicPr/>
                <p:nvPr/>
              </p:nvPicPr>
              <p:blipFill>
                <a:blip r:embed="rId339"/>
                <a:stretch>
                  <a:fillRect/>
                </a:stretch>
              </p:blipFill>
              <p:spPr>
                <a:xfrm>
                  <a:off x="3775790" y="5703877"/>
                  <a:ext cx="161640" cy="151200"/>
                </a:xfrm>
                <a:prstGeom prst="rect">
                  <a:avLst/>
                </a:prstGeom>
              </p:spPr>
            </p:pic>
          </mc:Fallback>
        </mc:AlternateContent>
        <mc:AlternateContent xmlns:mc="http://schemas.openxmlformats.org/markup-compatibility/2006">
          <mc:Choice xmlns:p14="http://schemas.microsoft.com/office/powerpoint/2010/main" Requires="p14">
            <p:contentPart p14:bwMode="auto" r:id="rId340">
              <p14:nvContentPartPr>
                <p14:cNvPr id="179" name="Ink 178">
                  <a:extLst>
                    <a:ext uri="{FF2B5EF4-FFF2-40B4-BE49-F238E27FC236}">
                      <a16:creationId xmlns:a16="http://schemas.microsoft.com/office/drawing/2014/main" id="{499DFEAB-8E19-A29B-E8B5-E62B7EC3ACAD}"/>
                    </a:ext>
                  </a:extLst>
                </p14:cNvPr>
                <p14:cNvContentPartPr/>
                <p14:nvPr/>
              </p14:nvContentPartPr>
              <p14:xfrm>
                <a:off x="3549350" y="6278437"/>
                <a:ext cx="123480" cy="230040"/>
              </p14:xfrm>
            </p:contentPart>
          </mc:Choice>
          <mc:Fallback>
            <p:pic>
              <p:nvPicPr>
                <p:cNvPr id="179" name="Ink 178">
                  <a:extLst>
                    <a:ext uri="{FF2B5EF4-FFF2-40B4-BE49-F238E27FC236}">
                      <a16:creationId xmlns:a16="http://schemas.microsoft.com/office/drawing/2014/main" id="{499DFEAB-8E19-A29B-E8B5-E62B7EC3ACAD}"/>
                    </a:ext>
                  </a:extLst>
                </p:cNvPr>
                <p:cNvPicPr/>
                <p:nvPr/>
              </p:nvPicPr>
              <p:blipFill>
                <a:blip r:embed="rId341"/>
                <a:stretch>
                  <a:fillRect/>
                </a:stretch>
              </p:blipFill>
              <p:spPr>
                <a:xfrm>
                  <a:off x="3531350" y="6260797"/>
                  <a:ext cx="159120" cy="265680"/>
                </a:xfrm>
                <a:prstGeom prst="rect">
                  <a:avLst/>
                </a:prstGeom>
              </p:spPr>
            </p:pic>
          </mc:Fallback>
        </mc:AlternateContent>
        <mc:AlternateContent xmlns:mc="http://schemas.openxmlformats.org/markup-compatibility/2006">
          <mc:Choice xmlns:p14="http://schemas.microsoft.com/office/powerpoint/2010/main" Requires="p14">
            <p:contentPart p14:bwMode="auto" r:id="rId342">
              <p14:nvContentPartPr>
                <p14:cNvPr id="180" name="Ink 179">
                  <a:extLst>
                    <a:ext uri="{FF2B5EF4-FFF2-40B4-BE49-F238E27FC236}">
                      <a16:creationId xmlns:a16="http://schemas.microsoft.com/office/drawing/2014/main" id="{F7EE0621-253E-1BAD-AA9D-CCF7F5C93C27}"/>
                    </a:ext>
                  </a:extLst>
                </p14:cNvPr>
                <p14:cNvContentPartPr/>
                <p14:nvPr/>
              </p14:nvContentPartPr>
              <p14:xfrm>
                <a:off x="3777230" y="6278797"/>
                <a:ext cx="73800" cy="128160"/>
              </p14:xfrm>
            </p:contentPart>
          </mc:Choice>
          <mc:Fallback>
            <p:pic>
              <p:nvPicPr>
                <p:cNvPr id="180" name="Ink 179">
                  <a:extLst>
                    <a:ext uri="{FF2B5EF4-FFF2-40B4-BE49-F238E27FC236}">
                      <a16:creationId xmlns:a16="http://schemas.microsoft.com/office/drawing/2014/main" id="{F7EE0621-253E-1BAD-AA9D-CCF7F5C93C27}"/>
                    </a:ext>
                  </a:extLst>
                </p:cNvPr>
                <p:cNvPicPr/>
                <p:nvPr/>
              </p:nvPicPr>
              <p:blipFill>
                <a:blip r:embed="rId343"/>
                <a:stretch>
                  <a:fillRect/>
                </a:stretch>
              </p:blipFill>
              <p:spPr>
                <a:xfrm>
                  <a:off x="3759590" y="6261157"/>
                  <a:ext cx="109440" cy="163800"/>
                </a:xfrm>
                <a:prstGeom prst="rect">
                  <a:avLst/>
                </a:prstGeom>
              </p:spPr>
            </p:pic>
          </mc:Fallback>
        </mc:AlternateContent>
        <mc:AlternateContent xmlns:mc="http://schemas.openxmlformats.org/markup-compatibility/2006">
          <mc:Choice xmlns:p14="http://schemas.microsoft.com/office/powerpoint/2010/main" Requires="p14">
            <p:contentPart p14:bwMode="auto" r:id="rId344">
              <p14:nvContentPartPr>
                <p14:cNvPr id="181" name="Ink 180">
                  <a:extLst>
                    <a:ext uri="{FF2B5EF4-FFF2-40B4-BE49-F238E27FC236}">
                      <a16:creationId xmlns:a16="http://schemas.microsoft.com/office/drawing/2014/main" id="{E339389D-B27C-8E73-17A7-8558919550DF}"/>
                    </a:ext>
                  </a:extLst>
                </p14:cNvPr>
                <p14:cNvContentPartPr/>
                <p14:nvPr/>
              </p14:nvContentPartPr>
              <p14:xfrm>
                <a:off x="3888110" y="6276277"/>
                <a:ext cx="155880" cy="68040"/>
              </p14:xfrm>
            </p:contentPart>
          </mc:Choice>
          <mc:Fallback>
            <p:pic>
              <p:nvPicPr>
                <p:cNvPr id="181" name="Ink 180">
                  <a:extLst>
                    <a:ext uri="{FF2B5EF4-FFF2-40B4-BE49-F238E27FC236}">
                      <a16:creationId xmlns:a16="http://schemas.microsoft.com/office/drawing/2014/main" id="{E339389D-B27C-8E73-17A7-8558919550DF}"/>
                    </a:ext>
                  </a:extLst>
                </p:cNvPr>
                <p:cNvPicPr/>
                <p:nvPr/>
              </p:nvPicPr>
              <p:blipFill>
                <a:blip r:embed="rId345"/>
                <a:stretch>
                  <a:fillRect/>
                </a:stretch>
              </p:blipFill>
              <p:spPr>
                <a:xfrm>
                  <a:off x="3870470" y="6258277"/>
                  <a:ext cx="191520" cy="103680"/>
                </a:xfrm>
                <a:prstGeom prst="rect">
                  <a:avLst/>
                </a:prstGeom>
              </p:spPr>
            </p:pic>
          </mc:Fallback>
        </mc:AlternateContent>
        <mc:AlternateContent xmlns:mc="http://schemas.openxmlformats.org/markup-compatibility/2006">
          <mc:Choice xmlns:p14="http://schemas.microsoft.com/office/powerpoint/2010/main" Requires="p14">
            <p:contentPart p14:bwMode="auto" r:id="rId346">
              <p14:nvContentPartPr>
                <p14:cNvPr id="206" name="Ink 205">
                  <a:extLst>
                    <a:ext uri="{FF2B5EF4-FFF2-40B4-BE49-F238E27FC236}">
                      <a16:creationId xmlns:a16="http://schemas.microsoft.com/office/drawing/2014/main" id="{898265CF-5DB3-D581-CC0C-87FB652DABBA}"/>
                    </a:ext>
                  </a:extLst>
                </p14:cNvPr>
                <p14:cNvContentPartPr/>
                <p14:nvPr/>
              </p14:nvContentPartPr>
              <p14:xfrm>
                <a:off x="125030" y="5581117"/>
                <a:ext cx="3042720" cy="98640"/>
              </p14:xfrm>
            </p:contentPart>
          </mc:Choice>
          <mc:Fallback>
            <p:pic>
              <p:nvPicPr>
                <p:cNvPr id="206" name="Ink 205">
                  <a:extLst>
                    <a:ext uri="{FF2B5EF4-FFF2-40B4-BE49-F238E27FC236}">
                      <a16:creationId xmlns:a16="http://schemas.microsoft.com/office/drawing/2014/main" id="{898265CF-5DB3-D581-CC0C-87FB652DABBA}"/>
                    </a:ext>
                  </a:extLst>
                </p:cNvPr>
                <p:cNvPicPr/>
                <p:nvPr/>
              </p:nvPicPr>
              <p:blipFill>
                <a:blip r:embed="rId347"/>
                <a:stretch>
                  <a:fillRect/>
                </a:stretch>
              </p:blipFill>
              <p:spPr>
                <a:xfrm>
                  <a:off x="107390" y="5563477"/>
                  <a:ext cx="3078360" cy="134280"/>
                </a:xfrm>
                <a:prstGeom prst="rect">
                  <a:avLst/>
                </a:prstGeom>
              </p:spPr>
            </p:pic>
          </mc:Fallback>
        </mc:AlternateContent>
        <mc:AlternateContent xmlns:mc="http://schemas.openxmlformats.org/markup-compatibility/2006">
          <mc:Choice xmlns:p14="http://schemas.microsoft.com/office/powerpoint/2010/main" Requires="p14">
            <p:contentPart p14:bwMode="auto" r:id="rId348">
              <p14:nvContentPartPr>
                <p14:cNvPr id="207" name="Ink 206">
                  <a:extLst>
                    <a:ext uri="{FF2B5EF4-FFF2-40B4-BE49-F238E27FC236}">
                      <a16:creationId xmlns:a16="http://schemas.microsoft.com/office/drawing/2014/main" id="{5D229FD2-6230-4BC0-D366-FA0F2039EC68}"/>
                    </a:ext>
                  </a:extLst>
                </p14:cNvPr>
                <p14:cNvContentPartPr/>
                <p14:nvPr/>
              </p14:nvContentPartPr>
              <p14:xfrm>
                <a:off x="3162350" y="5615677"/>
                <a:ext cx="88200" cy="1098360"/>
              </p14:xfrm>
            </p:contentPart>
          </mc:Choice>
          <mc:Fallback>
            <p:pic>
              <p:nvPicPr>
                <p:cNvPr id="207" name="Ink 206">
                  <a:extLst>
                    <a:ext uri="{FF2B5EF4-FFF2-40B4-BE49-F238E27FC236}">
                      <a16:creationId xmlns:a16="http://schemas.microsoft.com/office/drawing/2014/main" id="{5D229FD2-6230-4BC0-D366-FA0F2039EC68}"/>
                    </a:ext>
                  </a:extLst>
                </p:cNvPr>
                <p:cNvPicPr/>
                <p:nvPr/>
              </p:nvPicPr>
              <p:blipFill>
                <a:blip r:embed="rId349"/>
                <a:stretch>
                  <a:fillRect/>
                </a:stretch>
              </p:blipFill>
              <p:spPr>
                <a:xfrm>
                  <a:off x="3144350" y="5597677"/>
                  <a:ext cx="123840" cy="1134000"/>
                </a:xfrm>
                <a:prstGeom prst="rect">
                  <a:avLst/>
                </a:prstGeom>
              </p:spPr>
            </p:pic>
          </mc:Fallback>
        </mc:AlternateContent>
        <mc:AlternateContent xmlns:mc="http://schemas.openxmlformats.org/markup-compatibility/2006">
          <mc:Choice xmlns:p14="http://schemas.microsoft.com/office/powerpoint/2010/main" Requires="p14">
            <p:contentPart p14:bwMode="auto" r:id="rId350">
              <p14:nvContentPartPr>
                <p14:cNvPr id="208" name="Ink 207">
                  <a:extLst>
                    <a:ext uri="{FF2B5EF4-FFF2-40B4-BE49-F238E27FC236}">
                      <a16:creationId xmlns:a16="http://schemas.microsoft.com/office/drawing/2014/main" id="{2B4AB531-E1DF-CF19-7CA0-057F91B0AB4E}"/>
                    </a:ext>
                  </a:extLst>
                </p14:cNvPr>
                <p14:cNvContentPartPr/>
                <p14:nvPr/>
              </p14:nvContentPartPr>
              <p14:xfrm>
                <a:off x="243470" y="5920957"/>
                <a:ext cx="27720" cy="215280"/>
              </p14:xfrm>
            </p:contentPart>
          </mc:Choice>
          <mc:Fallback>
            <p:pic>
              <p:nvPicPr>
                <p:cNvPr id="208" name="Ink 207">
                  <a:extLst>
                    <a:ext uri="{FF2B5EF4-FFF2-40B4-BE49-F238E27FC236}">
                      <a16:creationId xmlns:a16="http://schemas.microsoft.com/office/drawing/2014/main" id="{2B4AB531-E1DF-CF19-7CA0-057F91B0AB4E}"/>
                    </a:ext>
                  </a:extLst>
                </p:cNvPr>
                <p:cNvPicPr/>
                <p:nvPr/>
              </p:nvPicPr>
              <p:blipFill>
                <a:blip r:embed="rId351"/>
                <a:stretch>
                  <a:fillRect/>
                </a:stretch>
              </p:blipFill>
              <p:spPr>
                <a:xfrm>
                  <a:off x="225470" y="5903317"/>
                  <a:ext cx="63360" cy="250920"/>
                </a:xfrm>
                <a:prstGeom prst="rect">
                  <a:avLst/>
                </a:prstGeom>
              </p:spPr>
            </p:pic>
          </mc:Fallback>
        </mc:AlternateContent>
        <mc:AlternateContent xmlns:mc="http://schemas.openxmlformats.org/markup-compatibility/2006">
          <mc:Choice xmlns:p14="http://schemas.microsoft.com/office/powerpoint/2010/main" Requires="p14">
            <p:contentPart p14:bwMode="auto" r:id="rId352">
              <p14:nvContentPartPr>
                <p14:cNvPr id="209" name="Ink 208">
                  <a:extLst>
                    <a:ext uri="{FF2B5EF4-FFF2-40B4-BE49-F238E27FC236}">
                      <a16:creationId xmlns:a16="http://schemas.microsoft.com/office/drawing/2014/main" id="{892C3462-094F-5A00-4712-7438C140B908}"/>
                    </a:ext>
                  </a:extLst>
                </p14:cNvPr>
                <p14:cNvContentPartPr/>
                <p14:nvPr/>
              </p14:nvContentPartPr>
              <p14:xfrm>
                <a:off x="359030" y="5876317"/>
                <a:ext cx="117000" cy="178920"/>
              </p14:xfrm>
            </p:contentPart>
          </mc:Choice>
          <mc:Fallback>
            <p:pic>
              <p:nvPicPr>
                <p:cNvPr id="209" name="Ink 208">
                  <a:extLst>
                    <a:ext uri="{FF2B5EF4-FFF2-40B4-BE49-F238E27FC236}">
                      <a16:creationId xmlns:a16="http://schemas.microsoft.com/office/drawing/2014/main" id="{892C3462-094F-5A00-4712-7438C140B908}"/>
                    </a:ext>
                  </a:extLst>
                </p:cNvPr>
                <p:cNvPicPr/>
                <p:nvPr/>
              </p:nvPicPr>
              <p:blipFill>
                <a:blip r:embed="rId353"/>
                <a:stretch>
                  <a:fillRect/>
                </a:stretch>
              </p:blipFill>
              <p:spPr>
                <a:xfrm>
                  <a:off x="341390" y="5858677"/>
                  <a:ext cx="152640" cy="214560"/>
                </a:xfrm>
                <a:prstGeom prst="rect">
                  <a:avLst/>
                </a:prstGeom>
              </p:spPr>
            </p:pic>
          </mc:Fallback>
        </mc:AlternateContent>
        <mc:AlternateContent xmlns:mc="http://schemas.openxmlformats.org/markup-compatibility/2006">
          <mc:Choice xmlns:p14="http://schemas.microsoft.com/office/powerpoint/2010/main" Requires="p14">
            <p:contentPart p14:bwMode="auto" r:id="rId354">
              <p14:nvContentPartPr>
                <p14:cNvPr id="210" name="Ink 209">
                  <a:extLst>
                    <a:ext uri="{FF2B5EF4-FFF2-40B4-BE49-F238E27FC236}">
                      <a16:creationId xmlns:a16="http://schemas.microsoft.com/office/drawing/2014/main" id="{4E8FC3C6-5F07-9802-4E0E-DBCD1134301F}"/>
                    </a:ext>
                  </a:extLst>
                </p14:cNvPr>
                <p14:cNvContentPartPr/>
                <p14:nvPr/>
              </p14:nvContentPartPr>
              <p14:xfrm>
                <a:off x="314030" y="5980357"/>
                <a:ext cx="74520" cy="34920"/>
              </p14:xfrm>
            </p:contentPart>
          </mc:Choice>
          <mc:Fallback>
            <p:pic>
              <p:nvPicPr>
                <p:cNvPr id="210" name="Ink 209">
                  <a:extLst>
                    <a:ext uri="{FF2B5EF4-FFF2-40B4-BE49-F238E27FC236}">
                      <a16:creationId xmlns:a16="http://schemas.microsoft.com/office/drawing/2014/main" id="{4E8FC3C6-5F07-9802-4E0E-DBCD1134301F}"/>
                    </a:ext>
                  </a:extLst>
                </p:cNvPr>
                <p:cNvPicPr/>
                <p:nvPr/>
              </p:nvPicPr>
              <p:blipFill>
                <a:blip r:embed="rId355"/>
                <a:stretch>
                  <a:fillRect/>
                </a:stretch>
              </p:blipFill>
              <p:spPr>
                <a:xfrm>
                  <a:off x="296030" y="5962357"/>
                  <a:ext cx="110160" cy="70560"/>
                </a:xfrm>
                <a:prstGeom prst="rect">
                  <a:avLst/>
                </a:prstGeom>
              </p:spPr>
            </p:pic>
          </mc:Fallback>
        </mc:AlternateContent>
        <mc:AlternateContent xmlns:mc="http://schemas.openxmlformats.org/markup-compatibility/2006">
          <mc:Choice xmlns:p14="http://schemas.microsoft.com/office/powerpoint/2010/main" Requires="p14">
            <p:contentPart p14:bwMode="auto" r:id="rId356">
              <p14:nvContentPartPr>
                <p14:cNvPr id="211" name="Ink 210">
                  <a:extLst>
                    <a:ext uri="{FF2B5EF4-FFF2-40B4-BE49-F238E27FC236}">
                      <a16:creationId xmlns:a16="http://schemas.microsoft.com/office/drawing/2014/main" id="{1FC612F6-57D5-AA62-BDDA-00574C3BDFCF}"/>
                    </a:ext>
                  </a:extLst>
                </p14:cNvPr>
                <p14:cNvContentPartPr/>
                <p14:nvPr/>
              </p14:nvContentPartPr>
              <p14:xfrm>
                <a:off x="521030" y="5897917"/>
                <a:ext cx="110160" cy="128520"/>
              </p14:xfrm>
            </p:contentPart>
          </mc:Choice>
          <mc:Fallback>
            <p:pic>
              <p:nvPicPr>
                <p:cNvPr id="211" name="Ink 210">
                  <a:extLst>
                    <a:ext uri="{FF2B5EF4-FFF2-40B4-BE49-F238E27FC236}">
                      <a16:creationId xmlns:a16="http://schemas.microsoft.com/office/drawing/2014/main" id="{1FC612F6-57D5-AA62-BDDA-00574C3BDFCF}"/>
                    </a:ext>
                  </a:extLst>
                </p:cNvPr>
                <p:cNvPicPr/>
                <p:nvPr/>
              </p:nvPicPr>
              <p:blipFill>
                <a:blip r:embed="rId357"/>
                <a:stretch>
                  <a:fillRect/>
                </a:stretch>
              </p:blipFill>
              <p:spPr>
                <a:xfrm>
                  <a:off x="503030" y="5880277"/>
                  <a:ext cx="145800" cy="164160"/>
                </a:xfrm>
                <a:prstGeom prst="rect">
                  <a:avLst/>
                </a:prstGeom>
              </p:spPr>
            </p:pic>
          </mc:Fallback>
        </mc:AlternateContent>
        <mc:AlternateContent xmlns:mc="http://schemas.openxmlformats.org/markup-compatibility/2006">
          <mc:Choice xmlns:p14="http://schemas.microsoft.com/office/powerpoint/2010/main" Requires="p14">
            <p:contentPart p14:bwMode="auto" r:id="rId358">
              <p14:nvContentPartPr>
                <p14:cNvPr id="212" name="Ink 211">
                  <a:extLst>
                    <a:ext uri="{FF2B5EF4-FFF2-40B4-BE49-F238E27FC236}">
                      <a16:creationId xmlns:a16="http://schemas.microsoft.com/office/drawing/2014/main" id="{E846C1B2-657C-00B6-4374-9767802BD43A}"/>
                    </a:ext>
                  </a:extLst>
                </p14:cNvPr>
                <p14:cNvContentPartPr/>
                <p14:nvPr/>
              </p14:nvContentPartPr>
              <p14:xfrm>
                <a:off x="671870" y="5900077"/>
                <a:ext cx="61560" cy="84600"/>
              </p14:xfrm>
            </p:contentPart>
          </mc:Choice>
          <mc:Fallback>
            <p:pic>
              <p:nvPicPr>
                <p:cNvPr id="212" name="Ink 211">
                  <a:extLst>
                    <a:ext uri="{FF2B5EF4-FFF2-40B4-BE49-F238E27FC236}">
                      <a16:creationId xmlns:a16="http://schemas.microsoft.com/office/drawing/2014/main" id="{E846C1B2-657C-00B6-4374-9767802BD43A}"/>
                    </a:ext>
                  </a:extLst>
                </p:cNvPr>
                <p:cNvPicPr/>
                <p:nvPr/>
              </p:nvPicPr>
              <p:blipFill>
                <a:blip r:embed="rId359"/>
                <a:stretch>
                  <a:fillRect/>
                </a:stretch>
              </p:blipFill>
              <p:spPr>
                <a:xfrm>
                  <a:off x="653870" y="5882077"/>
                  <a:ext cx="97200" cy="120240"/>
                </a:xfrm>
                <a:prstGeom prst="rect">
                  <a:avLst/>
                </a:prstGeom>
              </p:spPr>
            </p:pic>
          </mc:Fallback>
        </mc:AlternateContent>
        <mc:AlternateContent xmlns:mc="http://schemas.openxmlformats.org/markup-compatibility/2006">
          <mc:Choice xmlns:p14="http://schemas.microsoft.com/office/powerpoint/2010/main" Requires="p14">
            <p:contentPart p14:bwMode="auto" r:id="rId360">
              <p14:nvContentPartPr>
                <p14:cNvPr id="213" name="Ink 212">
                  <a:extLst>
                    <a:ext uri="{FF2B5EF4-FFF2-40B4-BE49-F238E27FC236}">
                      <a16:creationId xmlns:a16="http://schemas.microsoft.com/office/drawing/2014/main" id="{5201ED89-C705-D4D7-CCC9-5BF3A4FF942A}"/>
                    </a:ext>
                  </a:extLst>
                </p14:cNvPr>
                <p14:cNvContentPartPr/>
                <p14:nvPr/>
              </p14:nvContentPartPr>
              <p14:xfrm>
                <a:off x="833510" y="5771557"/>
                <a:ext cx="100800" cy="259920"/>
              </p14:xfrm>
            </p:contentPart>
          </mc:Choice>
          <mc:Fallback>
            <p:pic>
              <p:nvPicPr>
                <p:cNvPr id="213" name="Ink 212">
                  <a:extLst>
                    <a:ext uri="{FF2B5EF4-FFF2-40B4-BE49-F238E27FC236}">
                      <a16:creationId xmlns:a16="http://schemas.microsoft.com/office/drawing/2014/main" id="{5201ED89-C705-D4D7-CCC9-5BF3A4FF942A}"/>
                    </a:ext>
                  </a:extLst>
                </p:cNvPr>
                <p:cNvPicPr/>
                <p:nvPr/>
              </p:nvPicPr>
              <p:blipFill>
                <a:blip r:embed="rId361"/>
                <a:stretch>
                  <a:fillRect/>
                </a:stretch>
              </p:blipFill>
              <p:spPr>
                <a:xfrm>
                  <a:off x="815870" y="5753917"/>
                  <a:ext cx="136440" cy="295560"/>
                </a:xfrm>
                <a:prstGeom prst="rect">
                  <a:avLst/>
                </a:prstGeom>
              </p:spPr>
            </p:pic>
          </mc:Fallback>
        </mc:AlternateContent>
        <mc:AlternateContent xmlns:mc="http://schemas.openxmlformats.org/markup-compatibility/2006">
          <mc:Choice xmlns:p14="http://schemas.microsoft.com/office/powerpoint/2010/main" Requires="p14">
            <p:contentPart p14:bwMode="auto" r:id="rId362">
              <p14:nvContentPartPr>
                <p14:cNvPr id="214" name="Ink 213">
                  <a:extLst>
                    <a:ext uri="{FF2B5EF4-FFF2-40B4-BE49-F238E27FC236}">
                      <a16:creationId xmlns:a16="http://schemas.microsoft.com/office/drawing/2014/main" id="{F15D4C81-9C86-D853-A682-671AFF9850E6}"/>
                    </a:ext>
                  </a:extLst>
                </p14:cNvPr>
                <p14:cNvContentPartPr/>
                <p14:nvPr/>
              </p14:nvContentPartPr>
              <p14:xfrm>
                <a:off x="1021790" y="5940757"/>
                <a:ext cx="158040" cy="86040"/>
              </p14:xfrm>
            </p:contentPart>
          </mc:Choice>
          <mc:Fallback>
            <p:pic>
              <p:nvPicPr>
                <p:cNvPr id="214" name="Ink 213">
                  <a:extLst>
                    <a:ext uri="{FF2B5EF4-FFF2-40B4-BE49-F238E27FC236}">
                      <a16:creationId xmlns:a16="http://schemas.microsoft.com/office/drawing/2014/main" id="{F15D4C81-9C86-D853-A682-671AFF9850E6}"/>
                    </a:ext>
                  </a:extLst>
                </p:cNvPr>
                <p:cNvPicPr/>
                <p:nvPr/>
              </p:nvPicPr>
              <p:blipFill>
                <a:blip r:embed="rId363"/>
                <a:stretch>
                  <a:fillRect/>
                </a:stretch>
              </p:blipFill>
              <p:spPr>
                <a:xfrm>
                  <a:off x="1004150" y="5923117"/>
                  <a:ext cx="193680" cy="121680"/>
                </a:xfrm>
                <a:prstGeom prst="rect">
                  <a:avLst/>
                </a:prstGeom>
              </p:spPr>
            </p:pic>
          </mc:Fallback>
        </mc:AlternateContent>
        <mc:AlternateContent xmlns:mc="http://schemas.openxmlformats.org/markup-compatibility/2006">
          <mc:Choice xmlns:p14="http://schemas.microsoft.com/office/powerpoint/2010/main" Requires="p14">
            <p:contentPart p14:bwMode="auto" r:id="rId364">
              <p14:nvContentPartPr>
                <p14:cNvPr id="215" name="Ink 214">
                  <a:extLst>
                    <a:ext uri="{FF2B5EF4-FFF2-40B4-BE49-F238E27FC236}">
                      <a16:creationId xmlns:a16="http://schemas.microsoft.com/office/drawing/2014/main" id="{22465FFA-1924-C3D5-2DD2-DA0847D5ED2E}"/>
                    </a:ext>
                  </a:extLst>
                </p14:cNvPr>
                <p14:cNvContentPartPr/>
                <p14:nvPr/>
              </p14:nvContentPartPr>
              <p14:xfrm>
                <a:off x="1238870" y="5898277"/>
                <a:ext cx="117720" cy="93600"/>
              </p14:xfrm>
            </p:contentPart>
          </mc:Choice>
          <mc:Fallback>
            <p:pic>
              <p:nvPicPr>
                <p:cNvPr id="215" name="Ink 214">
                  <a:extLst>
                    <a:ext uri="{FF2B5EF4-FFF2-40B4-BE49-F238E27FC236}">
                      <a16:creationId xmlns:a16="http://schemas.microsoft.com/office/drawing/2014/main" id="{22465FFA-1924-C3D5-2DD2-DA0847D5ED2E}"/>
                    </a:ext>
                  </a:extLst>
                </p:cNvPr>
                <p:cNvPicPr/>
                <p:nvPr/>
              </p:nvPicPr>
              <p:blipFill>
                <a:blip r:embed="rId365"/>
                <a:stretch>
                  <a:fillRect/>
                </a:stretch>
              </p:blipFill>
              <p:spPr>
                <a:xfrm>
                  <a:off x="1220870" y="5880277"/>
                  <a:ext cx="153360" cy="129240"/>
                </a:xfrm>
                <a:prstGeom prst="rect">
                  <a:avLst/>
                </a:prstGeom>
              </p:spPr>
            </p:pic>
          </mc:Fallback>
        </mc:AlternateContent>
        <mc:AlternateContent xmlns:mc="http://schemas.openxmlformats.org/markup-compatibility/2006">
          <mc:Choice xmlns:p14="http://schemas.microsoft.com/office/powerpoint/2010/main" Requires="p14">
            <p:contentPart p14:bwMode="auto" r:id="rId366">
              <p14:nvContentPartPr>
                <p14:cNvPr id="216" name="Ink 215">
                  <a:extLst>
                    <a:ext uri="{FF2B5EF4-FFF2-40B4-BE49-F238E27FC236}">
                      <a16:creationId xmlns:a16="http://schemas.microsoft.com/office/drawing/2014/main" id="{CC611F4C-C3FC-B704-CA61-BC5B3200EC2D}"/>
                    </a:ext>
                  </a:extLst>
                </p14:cNvPr>
                <p14:cNvContentPartPr/>
                <p14:nvPr/>
              </p14:nvContentPartPr>
              <p14:xfrm>
                <a:off x="1390070" y="5874877"/>
                <a:ext cx="71280" cy="84960"/>
              </p14:xfrm>
            </p:contentPart>
          </mc:Choice>
          <mc:Fallback>
            <p:pic>
              <p:nvPicPr>
                <p:cNvPr id="216" name="Ink 215">
                  <a:extLst>
                    <a:ext uri="{FF2B5EF4-FFF2-40B4-BE49-F238E27FC236}">
                      <a16:creationId xmlns:a16="http://schemas.microsoft.com/office/drawing/2014/main" id="{CC611F4C-C3FC-B704-CA61-BC5B3200EC2D}"/>
                    </a:ext>
                  </a:extLst>
                </p:cNvPr>
                <p:cNvPicPr/>
                <p:nvPr/>
              </p:nvPicPr>
              <p:blipFill>
                <a:blip r:embed="rId367"/>
                <a:stretch>
                  <a:fillRect/>
                </a:stretch>
              </p:blipFill>
              <p:spPr>
                <a:xfrm>
                  <a:off x="1372430" y="5857237"/>
                  <a:ext cx="106920" cy="120600"/>
                </a:xfrm>
                <a:prstGeom prst="rect">
                  <a:avLst/>
                </a:prstGeom>
              </p:spPr>
            </p:pic>
          </mc:Fallback>
        </mc:AlternateContent>
        <mc:AlternateContent xmlns:mc="http://schemas.openxmlformats.org/markup-compatibility/2006">
          <mc:Choice xmlns:p14="http://schemas.microsoft.com/office/powerpoint/2010/main" Requires="p14">
            <p:contentPart p14:bwMode="auto" r:id="rId368">
              <p14:nvContentPartPr>
                <p14:cNvPr id="217" name="Ink 216">
                  <a:extLst>
                    <a:ext uri="{FF2B5EF4-FFF2-40B4-BE49-F238E27FC236}">
                      <a16:creationId xmlns:a16="http://schemas.microsoft.com/office/drawing/2014/main" id="{51953A88-175E-4DA8-6CB3-F766B6A84BE5}"/>
                    </a:ext>
                  </a:extLst>
                </p14:cNvPr>
                <p14:cNvContentPartPr/>
                <p14:nvPr/>
              </p14:nvContentPartPr>
              <p14:xfrm>
                <a:off x="1549910" y="5897197"/>
                <a:ext cx="82440" cy="69120"/>
              </p14:xfrm>
            </p:contentPart>
          </mc:Choice>
          <mc:Fallback>
            <p:pic>
              <p:nvPicPr>
                <p:cNvPr id="217" name="Ink 216">
                  <a:extLst>
                    <a:ext uri="{FF2B5EF4-FFF2-40B4-BE49-F238E27FC236}">
                      <a16:creationId xmlns:a16="http://schemas.microsoft.com/office/drawing/2014/main" id="{51953A88-175E-4DA8-6CB3-F766B6A84BE5}"/>
                    </a:ext>
                  </a:extLst>
                </p:cNvPr>
                <p:cNvPicPr/>
                <p:nvPr/>
              </p:nvPicPr>
              <p:blipFill>
                <a:blip r:embed="rId369"/>
                <a:stretch>
                  <a:fillRect/>
                </a:stretch>
              </p:blipFill>
              <p:spPr>
                <a:xfrm>
                  <a:off x="1532270" y="5879557"/>
                  <a:ext cx="118080" cy="104760"/>
                </a:xfrm>
                <a:prstGeom prst="rect">
                  <a:avLst/>
                </a:prstGeom>
              </p:spPr>
            </p:pic>
          </mc:Fallback>
        </mc:AlternateContent>
        <mc:AlternateContent xmlns:mc="http://schemas.openxmlformats.org/markup-compatibility/2006">
          <mc:Choice xmlns:p14="http://schemas.microsoft.com/office/powerpoint/2010/main" Requires="p14">
            <p:contentPart p14:bwMode="auto" r:id="rId370">
              <p14:nvContentPartPr>
                <p14:cNvPr id="218" name="Ink 217">
                  <a:extLst>
                    <a:ext uri="{FF2B5EF4-FFF2-40B4-BE49-F238E27FC236}">
                      <a16:creationId xmlns:a16="http://schemas.microsoft.com/office/drawing/2014/main" id="{7DD80C9E-C798-B076-C7EA-1A0F0ECA3474}"/>
                    </a:ext>
                  </a:extLst>
                </p14:cNvPr>
                <p14:cNvContentPartPr/>
                <p14:nvPr/>
              </p14:nvContentPartPr>
              <p14:xfrm>
                <a:off x="1960670" y="5762557"/>
                <a:ext cx="102600" cy="253080"/>
              </p14:xfrm>
            </p:contentPart>
          </mc:Choice>
          <mc:Fallback>
            <p:pic>
              <p:nvPicPr>
                <p:cNvPr id="218" name="Ink 217">
                  <a:extLst>
                    <a:ext uri="{FF2B5EF4-FFF2-40B4-BE49-F238E27FC236}">
                      <a16:creationId xmlns:a16="http://schemas.microsoft.com/office/drawing/2014/main" id="{7DD80C9E-C798-B076-C7EA-1A0F0ECA3474}"/>
                    </a:ext>
                  </a:extLst>
                </p:cNvPr>
                <p:cNvPicPr/>
                <p:nvPr/>
              </p:nvPicPr>
              <p:blipFill>
                <a:blip r:embed="rId371"/>
                <a:stretch>
                  <a:fillRect/>
                </a:stretch>
              </p:blipFill>
              <p:spPr>
                <a:xfrm>
                  <a:off x="1942670" y="5744917"/>
                  <a:ext cx="138240" cy="288720"/>
                </a:xfrm>
                <a:prstGeom prst="rect">
                  <a:avLst/>
                </a:prstGeom>
              </p:spPr>
            </p:pic>
          </mc:Fallback>
        </mc:AlternateContent>
        <mc:AlternateContent xmlns:mc="http://schemas.openxmlformats.org/markup-compatibility/2006">
          <mc:Choice xmlns:p14="http://schemas.microsoft.com/office/powerpoint/2010/main" Requires="p14">
            <p:contentPart p14:bwMode="auto" r:id="rId372">
              <p14:nvContentPartPr>
                <p14:cNvPr id="219" name="Ink 218">
                  <a:extLst>
                    <a:ext uri="{FF2B5EF4-FFF2-40B4-BE49-F238E27FC236}">
                      <a16:creationId xmlns:a16="http://schemas.microsoft.com/office/drawing/2014/main" id="{4BA80464-201E-606A-7E73-6F8AD6D1669D}"/>
                    </a:ext>
                  </a:extLst>
                </p14:cNvPr>
                <p14:cNvContentPartPr/>
                <p14:nvPr/>
              </p14:nvContentPartPr>
              <p14:xfrm>
                <a:off x="2141750" y="5818717"/>
                <a:ext cx="120600" cy="147240"/>
              </p14:xfrm>
            </p:contentPart>
          </mc:Choice>
          <mc:Fallback>
            <p:pic>
              <p:nvPicPr>
                <p:cNvPr id="219" name="Ink 218">
                  <a:extLst>
                    <a:ext uri="{FF2B5EF4-FFF2-40B4-BE49-F238E27FC236}">
                      <a16:creationId xmlns:a16="http://schemas.microsoft.com/office/drawing/2014/main" id="{4BA80464-201E-606A-7E73-6F8AD6D1669D}"/>
                    </a:ext>
                  </a:extLst>
                </p:cNvPr>
                <p:cNvPicPr/>
                <p:nvPr/>
              </p:nvPicPr>
              <p:blipFill>
                <a:blip r:embed="rId373"/>
                <a:stretch>
                  <a:fillRect/>
                </a:stretch>
              </p:blipFill>
              <p:spPr>
                <a:xfrm>
                  <a:off x="2123750" y="5800717"/>
                  <a:ext cx="156240" cy="182880"/>
                </a:xfrm>
                <a:prstGeom prst="rect">
                  <a:avLst/>
                </a:prstGeom>
              </p:spPr>
            </p:pic>
          </mc:Fallback>
        </mc:AlternateContent>
        <mc:AlternateContent xmlns:mc="http://schemas.openxmlformats.org/markup-compatibility/2006">
          <mc:Choice xmlns:p14="http://schemas.microsoft.com/office/powerpoint/2010/main" Requires="p14">
            <p:contentPart p14:bwMode="auto" r:id="rId374">
              <p14:nvContentPartPr>
                <p14:cNvPr id="220" name="Ink 219">
                  <a:extLst>
                    <a:ext uri="{FF2B5EF4-FFF2-40B4-BE49-F238E27FC236}">
                      <a16:creationId xmlns:a16="http://schemas.microsoft.com/office/drawing/2014/main" id="{8D7D1E10-CF62-67AE-CD6D-E25F32327A50}"/>
                    </a:ext>
                  </a:extLst>
                </p14:cNvPr>
                <p14:cNvContentPartPr/>
                <p14:nvPr/>
              </p14:nvContentPartPr>
              <p14:xfrm>
                <a:off x="2244710" y="5832037"/>
                <a:ext cx="24120" cy="184680"/>
              </p14:xfrm>
            </p:contentPart>
          </mc:Choice>
          <mc:Fallback>
            <p:pic>
              <p:nvPicPr>
                <p:cNvPr id="220" name="Ink 219">
                  <a:extLst>
                    <a:ext uri="{FF2B5EF4-FFF2-40B4-BE49-F238E27FC236}">
                      <a16:creationId xmlns:a16="http://schemas.microsoft.com/office/drawing/2014/main" id="{8D7D1E10-CF62-67AE-CD6D-E25F32327A50}"/>
                    </a:ext>
                  </a:extLst>
                </p:cNvPr>
                <p:cNvPicPr/>
                <p:nvPr/>
              </p:nvPicPr>
              <p:blipFill>
                <a:blip r:embed="rId375"/>
                <a:stretch>
                  <a:fillRect/>
                </a:stretch>
              </p:blipFill>
              <p:spPr>
                <a:xfrm>
                  <a:off x="2226710" y="5814397"/>
                  <a:ext cx="59760" cy="220320"/>
                </a:xfrm>
                <a:prstGeom prst="rect">
                  <a:avLst/>
                </a:prstGeom>
              </p:spPr>
            </p:pic>
          </mc:Fallback>
        </mc:AlternateContent>
        <mc:AlternateContent xmlns:mc="http://schemas.openxmlformats.org/markup-compatibility/2006">
          <mc:Choice xmlns:p14="http://schemas.microsoft.com/office/powerpoint/2010/main" Requires="p14">
            <p:contentPart p14:bwMode="auto" r:id="rId376">
              <p14:nvContentPartPr>
                <p14:cNvPr id="221" name="Ink 220">
                  <a:extLst>
                    <a:ext uri="{FF2B5EF4-FFF2-40B4-BE49-F238E27FC236}">
                      <a16:creationId xmlns:a16="http://schemas.microsoft.com/office/drawing/2014/main" id="{A990C98B-8755-7744-A5E3-D4C912BC9C2F}"/>
                    </a:ext>
                  </a:extLst>
                </p14:cNvPr>
                <p14:cNvContentPartPr/>
                <p14:nvPr/>
              </p14:nvContentPartPr>
              <p14:xfrm>
                <a:off x="2385470" y="5820517"/>
                <a:ext cx="27720" cy="146880"/>
              </p14:xfrm>
            </p:contentPart>
          </mc:Choice>
          <mc:Fallback>
            <p:pic>
              <p:nvPicPr>
                <p:cNvPr id="221" name="Ink 220">
                  <a:extLst>
                    <a:ext uri="{FF2B5EF4-FFF2-40B4-BE49-F238E27FC236}">
                      <a16:creationId xmlns:a16="http://schemas.microsoft.com/office/drawing/2014/main" id="{A990C98B-8755-7744-A5E3-D4C912BC9C2F}"/>
                    </a:ext>
                  </a:extLst>
                </p:cNvPr>
                <p:cNvPicPr/>
                <p:nvPr/>
              </p:nvPicPr>
              <p:blipFill>
                <a:blip r:embed="rId377"/>
                <a:stretch>
                  <a:fillRect/>
                </a:stretch>
              </p:blipFill>
              <p:spPr>
                <a:xfrm>
                  <a:off x="2367830" y="5802877"/>
                  <a:ext cx="63360" cy="182520"/>
                </a:xfrm>
                <a:prstGeom prst="rect">
                  <a:avLst/>
                </a:prstGeom>
              </p:spPr>
            </p:pic>
          </mc:Fallback>
        </mc:AlternateContent>
        <mc:AlternateContent xmlns:mc="http://schemas.openxmlformats.org/markup-compatibility/2006">
          <mc:Choice xmlns:p14="http://schemas.microsoft.com/office/powerpoint/2010/main" Requires="p14">
            <p:contentPart p14:bwMode="auto" r:id="rId378">
              <p14:nvContentPartPr>
                <p14:cNvPr id="222" name="Ink 221">
                  <a:extLst>
                    <a:ext uri="{FF2B5EF4-FFF2-40B4-BE49-F238E27FC236}">
                      <a16:creationId xmlns:a16="http://schemas.microsoft.com/office/drawing/2014/main" id="{52202EA9-79D3-6B23-1AA3-D5FC781FFC65}"/>
                    </a:ext>
                  </a:extLst>
                </p14:cNvPr>
                <p14:cNvContentPartPr/>
                <p14:nvPr/>
              </p14:nvContentPartPr>
              <p14:xfrm>
                <a:off x="2417510" y="5808277"/>
                <a:ext cx="157320" cy="127440"/>
              </p14:xfrm>
            </p:contentPart>
          </mc:Choice>
          <mc:Fallback>
            <p:pic>
              <p:nvPicPr>
                <p:cNvPr id="222" name="Ink 221">
                  <a:extLst>
                    <a:ext uri="{FF2B5EF4-FFF2-40B4-BE49-F238E27FC236}">
                      <a16:creationId xmlns:a16="http://schemas.microsoft.com/office/drawing/2014/main" id="{52202EA9-79D3-6B23-1AA3-D5FC781FFC65}"/>
                    </a:ext>
                  </a:extLst>
                </p:cNvPr>
                <p:cNvPicPr/>
                <p:nvPr/>
              </p:nvPicPr>
              <p:blipFill>
                <a:blip r:embed="rId379"/>
                <a:stretch>
                  <a:fillRect/>
                </a:stretch>
              </p:blipFill>
              <p:spPr>
                <a:xfrm>
                  <a:off x="2399510" y="5790637"/>
                  <a:ext cx="192960" cy="163080"/>
                </a:xfrm>
                <a:prstGeom prst="rect">
                  <a:avLst/>
                </a:prstGeom>
              </p:spPr>
            </p:pic>
          </mc:Fallback>
        </mc:AlternateContent>
        <mc:AlternateContent xmlns:mc="http://schemas.openxmlformats.org/markup-compatibility/2006">
          <mc:Choice xmlns:p14="http://schemas.microsoft.com/office/powerpoint/2010/main" Requires="p14">
            <p:contentPart p14:bwMode="auto" r:id="rId380">
              <p14:nvContentPartPr>
                <p14:cNvPr id="223" name="Ink 222">
                  <a:extLst>
                    <a:ext uri="{FF2B5EF4-FFF2-40B4-BE49-F238E27FC236}">
                      <a16:creationId xmlns:a16="http://schemas.microsoft.com/office/drawing/2014/main" id="{422531DD-FC8F-7AB6-3392-3A6908434F75}"/>
                    </a:ext>
                  </a:extLst>
                </p14:cNvPr>
                <p14:cNvContentPartPr/>
                <p14:nvPr/>
              </p14:nvContentPartPr>
              <p14:xfrm>
                <a:off x="2637830" y="5792437"/>
                <a:ext cx="60480" cy="218880"/>
              </p14:xfrm>
            </p:contentPart>
          </mc:Choice>
          <mc:Fallback>
            <p:pic>
              <p:nvPicPr>
                <p:cNvPr id="223" name="Ink 222">
                  <a:extLst>
                    <a:ext uri="{FF2B5EF4-FFF2-40B4-BE49-F238E27FC236}">
                      <a16:creationId xmlns:a16="http://schemas.microsoft.com/office/drawing/2014/main" id="{422531DD-FC8F-7AB6-3392-3A6908434F75}"/>
                    </a:ext>
                  </a:extLst>
                </p:cNvPr>
                <p:cNvPicPr/>
                <p:nvPr/>
              </p:nvPicPr>
              <p:blipFill>
                <a:blip r:embed="rId381"/>
                <a:stretch>
                  <a:fillRect/>
                </a:stretch>
              </p:blipFill>
              <p:spPr>
                <a:xfrm>
                  <a:off x="2619830" y="5774797"/>
                  <a:ext cx="96120" cy="254520"/>
                </a:xfrm>
                <a:prstGeom prst="rect">
                  <a:avLst/>
                </a:prstGeom>
              </p:spPr>
            </p:pic>
          </mc:Fallback>
        </mc:AlternateContent>
        <mc:AlternateContent xmlns:mc="http://schemas.openxmlformats.org/markup-compatibility/2006">
          <mc:Choice xmlns:p14="http://schemas.microsoft.com/office/powerpoint/2010/main" Requires="p14">
            <p:contentPart p14:bwMode="auto" r:id="rId382">
              <p14:nvContentPartPr>
                <p14:cNvPr id="224" name="Ink 223">
                  <a:extLst>
                    <a:ext uri="{FF2B5EF4-FFF2-40B4-BE49-F238E27FC236}">
                      <a16:creationId xmlns:a16="http://schemas.microsoft.com/office/drawing/2014/main" id="{A545DDEE-A1CA-8577-78FA-750D99E5F7F3}"/>
                    </a:ext>
                  </a:extLst>
                </p14:cNvPr>
                <p14:cNvContentPartPr/>
                <p14:nvPr/>
              </p14:nvContentPartPr>
              <p14:xfrm>
                <a:off x="2782190" y="5748877"/>
                <a:ext cx="43560" cy="217440"/>
              </p14:xfrm>
            </p:contentPart>
          </mc:Choice>
          <mc:Fallback>
            <p:pic>
              <p:nvPicPr>
                <p:cNvPr id="224" name="Ink 223">
                  <a:extLst>
                    <a:ext uri="{FF2B5EF4-FFF2-40B4-BE49-F238E27FC236}">
                      <a16:creationId xmlns:a16="http://schemas.microsoft.com/office/drawing/2014/main" id="{A545DDEE-A1CA-8577-78FA-750D99E5F7F3}"/>
                    </a:ext>
                  </a:extLst>
                </p:cNvPr>
                <p:cNvPicPr/>
                <p:nvPr/>
              </p:nvPicPr>
              <p:blipFill>
                <a:blip r:embed="rId383"/>
                <a:stretch>
                  <a:fillRect/>
                </a:stretch>
              </p:blipFill>
              <p:spPr>
                <a:xfrm>
                  <a:off x="2764550" y="5731237"/>
                  <a:ext cx="79200" cy="253080"/>
                </a:xfrm>
                <a:prstGeom prst="rect">
                  <a:avLst/>
                </a:prstGeom>
              </p:spPr>
            </p:pic>
          </mc:Fallback>
        </mc:AlternateContent>
        <mc:AlternateContent xmlns:mc="http://schemas.openxmlformats.org/markup-compatibility/2006">
          <mc:Choice xmlns:p14="http://schemas.microsoft.com/office/powerpoint/2010/main" Requires="p14">
            <p:contentPart p14:bwMode="auto" r:id="rId384">
              <p14:nvContentPartPr>
                <p14:cNvPr id="225" name="Ink 224">
                  <a:extLst>
                    <a:ext uri="{FF2B5EF4-FFF2-40B4-BE49-F238E27FC236}">
                      <a16:creationId xmlns:a16="http://schemas.microsoft.com/office/drawing/2014/main" id="{E3BD7FEE-CDD6-922A-8AAE-46964D30E086}"/>
                    </a:ext>
                  </a:extLst>
                </p14:cNvPr>
                <p14:cNvContentPartPr/>
                <p14:nvPr/>
              </p14:nvContentPartPr>
              <p14:xfrm>
                <a:off x="2704790" y="5868397"/>
                <a:ext cx="132120" cy="60480"/>
              </p14:xfrm>
            </p:contentPart>
          </mc:Choice>
          <mc:Fallback>
            <p:pic>
              <p:nvPicPr>
                <p:cNvPr id="225" name="Ink 224">
                  <a:extLst>
                    <a:ext uri="{FF2B5EF4-FFF2-40B4-BE49-F238E27FC236}">
                      <a16:creationId xmlns:a16="http://schemas.microsoft.com/office/drawing/2014/main" id="{E3BD7FEE-CDD6-922A-8AAE-46964D30E086}"/>
                    </a:ext>
                  </a:extLst>
                </p:cNvPr>
                <p:cNvPicPr/>
                <p:nvPr/>
              </p:nvPicPr>
              <p:blipFill>
                <a:blip r:embed="rId385"/>
                <a:stretch>
                  <a:fillRect/>
                </a:stretch>
              </p:blipFill>
              <p:spPr>
                <a:xfrm>
                  <a:off x="2686790" y="5850757"/>
                  <a:ext cx="167760" cy="96120"/>
                </a:xfrm>
                <a:prstGeom prst="rect">
                  <a:avLst/>
                </a:prstGeom>
              </p:spPr>
            </p:pic>
          </mc:Fallback>
        </mc:AlternateContent>
        <mc:AlternateContent xmlns:mc="http://schemas.openxmlformats.org/markup-compatibility/2006">
          <mc:Choice xmlns:p14="http://schemas.microsoft.com/office/powerpoint/2010/main" Requires="p14">
            <p:contentPart p14:bwMode="auto" r:id="rId386">
              <p14:nvContentPartPr>
                <p14:cNvPr id="226" name="Ink 225">
                  <a:extLst>
                    <a:ext uri="{FF2B5EF4-FFF2-40B4-BE49-F238E27FC236}">
                      <a16:creationId xmlns:a16="http://schemas.microsoft.com/office/drawing/2014/main" id="{7A5ADFAB-FA3E-3375-EFA3-11C401D093C3}"/>
                    </a:ext>
                  </a:extLst>
                </p14:cNvPr>
                <p14:cNvContentPartPr/>
                <p14:nvPr/>
              </p14:nvContentPartPr>
              <p14:xfrm>
                <a:off x="2864270" y="5868397"/>
                <a:ext cx="123120" cy="102600"/>
              </p14:xfrm>
            </p:contentPart>
          </mc:Choice>
          <mc:Fallback>
            <p:pic>
              <p:nvPicPr>
                <p:cNvPr id="226" name="Ink 225">
                  <a:extLst>
                    <a:ext uri="{FF2B5EF4-FFF2-40B4-BE49-F238E27FC236}">
                      <a16:creationId xmlns:a16="http://schemas.microsoft.com/office/drawing/2014/main" id="{7A5ADFAB-FA3E-3375-EFA3-11C401D093C3}"/>
                    </a:ext>
                  </a:extLst>
                </p:cNvPr>
                <p:cNvPicPr/>
                <p:nvPr/>
              </p:nvPicPr>
              <p:blipFill>
                <a:blip r:embed="rId387"/>
                <a:stretch>
                  <a:fillRect/>
                </a:stretch>
              </p:blipFill>
              <p:spPr>
                <a:xfrm>
                  <a:off x="2846270" y="5850757"/>
                  <a:ext cx="158760" cy="138240"/>
                </a:xfrm>
                <a:prstGeom prst="rect">
                  <a:avLst/>
                </a:prstGeom>
              </p:spPr>
            </p:pic>
          </mc:Fallback>
        </mc:AlternateContent>
        <mc:AlternateContent xmlns:mc="http://schemas.openxmlformats.org/markup-compatibility/2006">
          <mc:Choice xmlns:p14="http://schemas.microsoft.com/office/powerpoint/2010/main" Requires="p14">
            <p:contentPart p14:bwMode="auto" r:id="rId388">
              <p14:nvContentPartPr>
                <p14:cNvPr id="227" name="Ink 226">
                  <a:extLst>
                    <a:ext uri="{FF2B5EF4-FFF2-40B4-BE49-F238E27FC236}">
                      <a16:creationId xmlns:a16="http://schemas.microsoft.com/office/drawing/2014/main" id="{FBFC9702-3529-C74C-975E-3BDC1C19A929}"/>
                    </a:ext>
                  </a:extLst>
                </p14:cNvPr>
                <p14:cNvContentPartPr/>
                <p14:nvPr/>
              </p14:nvContentPartPr>
              <p14:xfrm>
                <a:off x="2883350" y="5873797"/>
                <a:ext cx="102600" cy="57240"/>
              </p14:xfrm>
            </p:contentPart>
          </mc:Choice>
          <mc:Fallback>
            <p:pic>
              <p:nvPicPr>
                <p:cNvPr id="227" name="Ink 226">
                  <a:extLst>
                    <a:ext uri="{FF2B5EF4-FFF2-40B4-BE49-F238E27FC236}">
                      <a16:creationId xmlns:a16="http://schemas.microsoft.com/office/drawing/2014/main" id="{FBFC9702-3529-C74C-975E-3BDC1C19A929}"/>
                    </a:ext>
                  </a:extLst>
                </p:cNvPr>
                <p:cNvPicPr/>
                <p:nvPr/>
              </p:nvPicPr>
              <p:blipFill>
                <a:blip r:embed="rId389"/>
                <a:stretch>
                  <a:fillRect/>
                </a:stretch>
              </p:blipFill>
              <p:spPr>
                <a:xfrm>
                  <a:off x="2865710" y="5856157"/>
                  <a:ext cx="138240" cy="9288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390">
            <p14:nvContentPartPr>
              <p14:cNvPr id="229" name="Ink 228">
                <a:extLst>
                  <a:ext uri="{FF2B5EF4-FFF2-40B4-BE49-F238E27FC236}">
                    <a16:creationId xmlns:a16="http://schemas.microsoft.com/office/drawing/2014/main" id="{CC60EB68-23A3-2113-A1EC-61945CE24596}"/>
                  </a:ext>
                </a:extLst>
              </p14:cNvPr>
              <p14:cNvContentPartPr/>
              <p14:nvPr/>
            </p14:nvContentPartPr>
            <p14:xfrm>
              <a:off x="6395150" y="2058517"/>
              <a:ext cx="52560" cy="264600"/>
            </p14:xfrm>
          </p:contentPart>
        </mc:Choice>
        <mc:Fallback>
          <p:pic>
            <p:nvPicPr>
              <p:cNvPr id="229" name="Ink 228">
                <a:extLst>
                  <a:ext uri="{FF2B5EF4-FFF2-40B4-BE49-F238E27FC236}">
                    <a16:creationId xmlns:a16="http://schemas.microsoft.com/office/drawing/2014/main" id="{CC60EB68-23A3-2113-A1EC-61945CE24596}"/>
                  </a:ext>
                </a:extLst>
              </p:cNvPr>
              <p:cNvPicPr/>
              <p:nvPr/>
            </p:nvPicPr>
            <p:blipFill>
              <a:blip r:embed="rId391"/>
              <a:stretch>
                <a:fillRect/>
              </a:stretch>
            </p:blipFill>
            <p:spPr>
              <a:xfrm>
                <a:off x="6377150" y="2040877"/>
                <a:ext cx="88200" cy="300240"/>
              </a:xfrm>
              <a:prstGeom prst="rect">
                <a:avLst/>
              </a:prstGeom>
            </p:spPr>
          </p:pic>
        </mc:Fallback>
      </mc:AlternateContent>
      <mc:AlternateContent xmlns:mc="http://schemas.openxmlformats.org/markup-compatibility/2006">
        <mc:Choice xmlns:p14="http://schemas.microsoft.com/office/powerpoint/2010/main" Requires="p14">
          <p:contentPart p14:bwMode="auto" r:id="rId392">
            <p14:nvContentPartPr>
              <p14:cNvPr id="230" name="Ink 229">
                <a:extLst>
                  <a:ext uri="{FF2B5EF4-FFF2-40B4-BE49-F238E27FC236}">
                    <a16:creationId xmlns:a16="http://schemas.microsoft.com/office/drawing/2014/main" id="{F5C3A081-B3F6-256B-7F40-F75A9981A7E7}"/>
                  </a:ext>
                </a:extLst>
              </p14:cNvPr>
              <p14:cNvContentPartPr/>
              <p14:nvPr/>
            </p14:nvContentPartPr>
            <p14:xfrm>
              <a:off x="6384710" y="2464957"/>
              <a:ext cx="139320" cy="199440"/>
            </p14:xfrm>
          </p:contentPart>
        </mc:Choice>
        <mc:Fallback>
          <p:pic>
            <p:nvPicPr>
              <p:cNvPr id="230" name="Ink 229">
                <a:extLst>
                  <a:ext uri="{FF2B5EF4-FFF2-40B4-BE49-F238E27FC236}">
                    <a16:creationId xmlns:a16="http://schemas.microsoft.com/office/drawing/2014/main" id="{F5C3A081-B3F6-256B-7F40-F75A9981A7E7}"/>
                  </a:ext>
                </a:extLst>
              </p:cNvPr>
              <p:cNvPicPr/>
              <p:nvPr/>
            </p:nvPicPr>
            <p:blipFill>
              <a:blip r:embed="rId393"/>
              <a:stretch>
                <a:fillRect/>
              </a:stretch>
            </p:blipFill>
            <p:spPr>
              <a:xfrm>
                <a:off x="6366710" y="2447317"/>
                <a:ext cx="174960" cy="235080"/>
              </a:xfrm>
              <a:prstGeom prst="rect">
                <a:avLst/>
              </a:prstGeom>
            </p:spPr>
          </p:pic>
        </mc:Fallback>
      </mc:AlternateContent>
      <mc:AlternateContent xmlns:mc="http://schemas.openxmlformats.org/markup-compatibility/2006">
        <mc:Choice xmlns:p14="http://schemas.microsoft.com/office/powerpoint/2010/main" Requires="p14">
          <p:contentPart p14:bwMode="auto" r:id="rId394">
            <p14:nvContentPartPr>
              <p14:cNvPr id="231" name="Ink 230">
                <a:extLst>
                  <a:ext uri="{FF2B5EF4-FFF2-40B4-BE49-F238E27FC236}">
                    <a16:creationId xmlns:a16="http://schemas.microsoft.com/office/drawing/2014/main" id="{5BD034C8-C9EF-B123-0232-7888F0CA7021}"/>
                  </a:ext>
                </a:extLst>
              </p14:cNvPr>
              <p14:cNvContentPartPr/>
              <p14:nvPr/>
            </p14:nvContentPartPr>
            <p14:xfrm>
              <a:off x="6463910" y="2823877"/>
              <a:ext cx="7560" cy="251640"/>
            </p14:xfrm>
          </p:contentPart>
        </mc:Choice>
        <mc:Fallback>
          <p:pic>
            <p:nvPicPr>
              <p:cNvPr id="231" name="Ink 230">
                <a:extLst>
                  <a:ext uri="{FF2B5EF4-FFF2-40B4-BE49-F238E27FC236}">
                    <a16:creationId xmlns:a16="http://schemas.microsoft.com/office/drawing/2014/main" id="{5BD034C8-C9EF-B123-0232-7888F0CA7021}"/>
                  </a:ext>
                </a:extLst>
              </p:cNvPr>
              <p:cNvPicPr/>
              <p:nvPr/>
            </p:nvPicPr>
            <p:blipFill>
              <a:blip r:embed="rId395"/>
              <a:stretch>
                <a:fillRect/>
              </a:stretch>
            </p:blipFill>
            <p:spPr>
              <a:xfrm>
                <a:off x="6446270" y="2806237"/>
                <a:ext cx="43200" cy="287280"/>
              </a:xfrm>
              <a:prstGeom prst="rect">
                <a:avLst/>
              </a:prstGeom>
            </p:spPr>
          </p:pic>
        </mc:Fallback>
      </mc:AlternateContent>
      <p:grpSp>
        <p:nvGrpSpPr>
          <p:cNvPr id="290" name="Group 289">
            <a:extLst>
              <a:ext uri="{FF2B5EF4-FFF2-40B4-BE49-F238E27FC236}">
                <a16:creationId xmlns:a16="http://schemas.microsoft.com/office/drawing/2014/main" id="{1CD1261C-83A2-1351-59E7-5B4C18FFBCD0}"/>
              </a:ext>
            </a:extLst>
          </p:cNvPr>
          <p:cNvGrpSpPr/>
          <p:nvPr/>
        </p:nvGrpSpPr>
        <p:grpSpPr>
          <a:xfrm>
            <a:off x="6867830" y="2030437"/>
            <a:ext cx="2266560" cy="2260080"/>
            <a:chOff x="6867830" y="2030437"/>
            <a:chExt cx="2266560" cy="2260080"/>
          </a:xfrm>
        </p:grpSpPr>
        <mc:AlternateContent xmlns:mc="http://schemas.openxmlformats.org/markup-compatibility/2006">
          <mc:Choice xmlns:p14="http://schemas.microsoft.com/office/powerpoint/2010/main" Requires="p14">
            <p:contentPart p14:bwMode="auto" r:id="rId396">
              <p14:nvContentPartPr>
                <p14:cNvPr id="232" name="Ink 231">
                  <a:extLst>
                    <a:ext uri="{FF2B5EF4-FFF2-40B4-BE49-F238E27FC236}">
                      <a16:creationId xmlns:a16="http://schemas.microsoft.com/office/drawing/2014/main" id="{0C3AC5E0-F559-9DB0-5541-BCF241EA98C5}"/>
                    </a:ext>
                  </a:extLst>
                </p14:cNvPr>
                <p14:cNvContentPartPr/>
                <p14:nvPr/>
              </p14:nvContentPartPr>
              <p14:xfrm>
                <a:off x="6867830" y="2030437"/>
                <a:ext cx="176040" cy="214920"/>
              </p14:xfrm>
            </p:contentPart>
          </mc:Choice>
          <mc:Fallback>
            <p:pic>
              <p:nvPicPr>
                <p:cNvPr id="232" name="Ink 231">
                  <a:extLst>
                    <a:ext uri="{FF2B5EF4-FFF2-40B4-BE49-F238E27FC236}">
                      <a16:creationId xmlns:a16="http://schemas.microsoft.com/office/drawing/2014/main" id="{0C3AC5E0-F559-9DB0-5541-BCF241EA98C5}"/>
                    </a:ext>
                  </a:extLst>
                </p:cNvPr>
                <p:cNvPicPr/>
                <p:nvPr/>
              </p:nvPicPr>
              <p:blipFill>
                <a:blip r:embed="rId397"/>
                <a:stretch>
                  <a:fillRect/>
                </a:stretch>
              </p:blipFill>
              <p:spPr>
                <a:xfrm>
                  <a:off x="6850190" y="2012797"/>
                  <a:ext cx="211680" cy="250560"/>
                </a:xfrm>
                <a:prstGeom prst="rect">
                  <a:avLst/>
                </a:prstGeom>
              </p:spPr>
            </p:pic>
          </mc:Fallback>
        </mc:AlternateContent>
        <mc:AlternateContent xmlns:mc="http://schemas.openxmlformats.org/markup-compatibility/2006">
          <mc:Choice xmlns:p14="http://schemas.microsoft.com/office/powerpoint/2010/main" Requires="p14">
            <p:contentPart p14:bwMode="auto" r:id="rId398">
              <p14:nvContentPartPr>
                <p14:cNvPr id="233" name="Ink 232">
                  <a:extLst>
                    <a:ext uri="{FF2B5EF4-FFF2-40B4-BE49-F238E27FC236}">
                      <a16:creationId xmlns:a16="http://schemas.microsoft.com/office/drawing/2014/main" id="{FAE52401-F0E1-592D-552E-1163AD5D395B}"/>
                    </a:ext>
                  </a:extLst>
                </p14:cNvPr>
                <p14:cNvContentPartPr/>
                <p14:nvPr/>
              </p14:nvContentPartPr>
              <p14:xfrm>
                <a:off x="7101470" y="2078677"/>
                <a:ext cx="39960" cy="173160"/>
              </p14:xfrm>
            </p:contentPart>
          </mc:Choice>
          <mc:Fallback>
            <p:pic>
              <p:nvPicPr>
                <p:cNvPr id="233" name="Ink 232">
                  <a:extLst>
                    <a:ext uri="{FF2B5EF4-FFF2-40B4-BE49-F238E27FC236}">
                      <a16:creationId xmlns:a16="http://schemas.microsoft.com/office/drawing/2014/main" id="{FAE52401-F0E1-592D-552E-1163AD5D395B}"/>
                    </a:ext>
                  </a:extLst>
                </p:cNvPr>
                <p:cNvPicPr/>
                <p:nvPr/>
              </p:nvPicPr>
              <p:blipFill>
                <a:blip r:embed="rId399"/>
                <a:stretch>
                  <a:fillRect/>
                </a:stretch>
              </p:blipFill>
              <p:spPr>
                <a:xfrm>
                  <a:off x="7083830" y="2060677"/>
                  <a:ext cx="75600" cy="208800"/>
                </a:xfrm>
                <a:prstGeom prst="rect">
                  <a:avLst/>
                </a:prstGeom>
              </p:spPr>
            </p:pic>
          </mc:Fallback>
        </mc:AlternateContent>
        <mc:AlternateContent xmlns:mc="http://schemas.openxmlformats.org/markup-compatibility/2006">
          <mc:Choice xmlns:p14="http://schemas.microsoft.com/office/powerpoint/2010/main" Requires="p14">
            <p:contentPart p14:bwMode="auto" r:id="rId400">
              <p14:nvContentPartPr>
                <p14:cNvPr id="234" name="Ink 233">
                  <a:extLst>
                    <a:ext uri="{FF2B5EF4-FFF2-40B4-BE49-F238E27FC236}">
                      <a16:creationId xmlns:a16="http://schemas.microsoft.com/office/drawing/2014/main" id="{14868E6D-C387-C76B-504F-D52B69847668}"/>
                    </a:ext>
                  </a:extLst>
                </p14:cNvPr>
                <p14:cNvContentPartPr/>
                <p14:nvPr/>
              </p14:nvContentPartPr>
              <p14:xfrm>
                <a:off x="7133510" y="2069677"/>
                <a:ext cx="116640" cy="59040"/>
              </p14:xfrm>
            </p:contentPart>
          </mc:Choice>
          <mc:Fallback>
            <p:pic>
              <p:nvPicPr>
                <p:cNvPr id="234" name="Ink 233">
                  <a:extLst>
                    <a:ext uri="{FF2B5EF4-FFF2-40B4-BE49-F238E27FC236}">
                      <a16:creationId xmlns:a16="http://schemas.microsoft.com/office/drawing/2014/main" id="{14868E6D-C387-C76B-504F-D52B69847668}"/>
                    </a:ext>
                  </a:extLst>
                </p:cNvPr>
                <p:cNvPicPr/>
                <p:nvPr/>
              </p:nvPicPr>
              <p:blipFill>
                <a:blip r:embed="rId401"/>
                <a:stretch>
                  <a:fillRect/>
                </a:stretch>
              </p:blipFill>
              <p:spPr>
                <a:xfrm>
                  <a:off x="7115510" y="2052037"/>
                  <a:ext cx="152280" cy="94680"/>
                </a:xfrm>
                <a:prstGeom prst="rect">
                  <a:avLst/>
                </a:prstGeom>
              </p:spPr>
            </p:pic>
          </mc:Fallback>
        </mc:AlternateContent>
        <mc:AlternateContent xmlns:mc="http://schemas.openxmlformats.org/markup-compatibility/2006">
          <mc:Choice xmlns:p14="http://schemas.microsoft.com/office/powerpoint/2010/main" Requires="p14">
            <p:contentPart p14:bwMode="auto" r:id="rId402">
              <p14:nvContentPartPr>
                <p14:cNvPr id="235" name="Ink 234">
                  <a:extLst>
                    <a:ext uri="{FF2B5EF4-FFF2-40B4-BE49-F238E27FC236}">
                      <a16:creationId xmlns:a16="http://schemas.microsoft.com/office/drawing/2014/main" id="{63D12FF2-668C-5A8F-E591-FD3B12DF03F8}"/>
                    </a:ext>
                  </a:extLst>
                </p14:cNvPr>
                <p14:cNvContentPartPr/>
                <p14:nvPr/>
              </p14:nvContentPartPr>
              <p14:xfrm>
                <a:off x="7340870" y="2071477"/>
                <a:ext cx="24120" cy="174600"/>
              </p14:xfrm>
            </p:contentPart>
          </mc:Choice>
          <mc:Fallback>
            <p:pic>
              <p:nvPicPr>
                <p:cNvPr id="235" name="Ink 234">
                  <a:extLst>
                    <a:ext uri="{FF2B5EF4-FFF2-40B4-BE49-F238E27FC236}">
                      <a16:creationId xmlns:a16="http://schemas.microsoft.com/office/drawing/2014/main" id="{63D12FF2-668C-5A8F-E591-FD3B12DF03F8}"/>
                    </a:ext>
                  </a:extLst>
                </p:cNvPr>
                <p:cNvPicPr/>
                <p:nvPr/>
              </p:nvPicPr>
              <p:blipFill>
                <a:blip r:embed="rId403"/>
                <a:stretch>
                  <a:fillRect/>
                </a:stretch>
              </p:blipFill>
              <p:spPr>
                <a:xfrm>
                  <a:off x="7323230" y="2053477"/>
                  <a:ext cx="59760" cy="210240"/>
                </a:xfrm>
                <a:prstGeom prst="rect">
                  <a:avLst/>
                </a:prstGeom>
              </p:spPr>
            </p:pic>
          </mc:Fallback>
        </mc:AlternateContent>
        <mc:AlternateContent xmlns:mc="http://schemas.openxmlformats.org/markup-compatibility/2006">
          <mc:Choice xmlns:p14="http://schemas.microsoft.com/office/powerpoint/2010/main" Requires="p14">
            <p:contentPart p14:bwMode="auto" r:id="rId404">
              <p14:nvContentPartPr>
                <p14:cNvPr id="236" name="Ink 235">
                  <a:extLst>
                    <a:ext uri="{FF2B5EF4-FFF2-40B4-BE49-F238E27FC236}">
                      <a16:creationId xmlns:a16="http://schemas.microsoft.com/office/drawing/2014/main" id="{455A0CA1-D404-E525-3B7B-910BC745AB61}"/>
                    </a:ext>
                  </a:extLst>
                </p14:cNvPr>
                <p14:cNvContentPartPr/>
                <p14:nvPr/>
              </p14:nvContentPartPr>
              <p14:xfrm>
                <a:off x="7307030" y="2060317"/>
                <a:ext cx="105480" cy="62640"/>
              </p14:xfrm>
            </p:contentPart>
          </mc:Choice>
          <mc:Fallback>
            <p:pic>
              <p:nvPicPr>
                <p:cNvPr id="236" name="Ink 235">
                  <a:extLst>
                    <a:ext uri="{FF2B5EF4-FFF2-40B4-BE49-F238E27FC236}">
                      <a16:creationId xmlns:a16="http://schemas.microsoft.com/office/drawing/2014/main" id="{455A0CA1-D404-E525-3B7B-910BC745AB61}"/>
                    </a:ext>
                  </a:extLst>
                </p:cNvPr>
                <p:cNvPicPr/>
                <p:nvPr/>
              </p:nvPicPr>
              <p:blipFill>
                <a:blip r:embed="rId405"/>
                <a:stretch>
                  <a:fillRect/>
                </a:stretch>
              </p:blipFill>
              <p:spPr>
                <a:xfrm>
                  <a:off x="7289390" y="2042317"/>
                  <a:ext cx="141120" cy="98280"/>
                </a:xfrm>
                <a:prstGeom prst="rect">
                  <a:avLst/>
                </a:prstGeom>
              </p:spPr>
            </p:pic>
          </mc:Fallback>
        </mc:AlternateContent>
        <mc:AlternateContent xmlns:mc="http://schemas.openxmlformats.org/markup-compatibility/2006">
          <mc:Choice xmlns:p14="http://schemas.microsoft.com/office/powerpoint/2010/main" Requires="p14">
            <p:contentPart p14:bwMode="auto" r:id="rId406">
              <p14:nvContentPartPr>
                <p14:cNvPr id="237" name="Ink 236">
                  <a:extLst>
                    <a:ext uri="{FF2B5EF4-FFF2-40B4-BE49-F238E27FC236}">
                      <a16:creationId xmlns:a16="http://schemas.microsoft.com/office/drawing/2014/main" id="{826C3C5C-C6EB-811D-854D-5A8BFAD7A54A}"/>
                    </a:ext>
                  </a:extLst>
                </p14:cNvPr>
                <p14:cNvContentPartPr/>
                <p14:nvPr/>
              </p14:nvContentPartPr>
              <p14:xfrm>
                <a:off x="7357790" y="2242117"/>
                <a:ext cx="55080" cy="28080"/>
              </p14:xfrm>
            </p:contentPart>
          </mc:Choice>
          <mc:Fallback>
            <p:pic>
              <p:nvPicPr>
                <p:cNvPr id="237" name="Ink 236">
                  <a:extLst>
                    <a:ext uri="{FF2B5EF4-FFF2-40B4-BE49-F238E27FC236}">
                      <a16:creationId xmlns:a16="http://schemas.microsoft.com/office/drawing/2014/main" id="{826C3C5C-C6EB-811D-854D-5A8BFAD7A54A}"/>
                    </a:ext>
                  </a:extLst>
                </p:cNvPr>
                <p:cNvPicPr/>
                <p:nvPr/>
              </p:nvPicPr>
              <p:blipFill>
                <a:blip r:embed="rId407"/>
                <a:stretch>
                  <a:fillRect/>
                </a:stretch>
              </p:blipFill>
              <p:spPr>
                <a:xfrm>
                  <a:off x="7339790" y="2224117"/>
                  <a:ext cx="90720" cy="63720"/>
                </a:xfrm>
                <a:prstGeom prst="rect">
                  <a:avLst/>
                </a:prstGeom>
              </p:spPr>
            </p:pic>
          </mc:Fallback>
        </mc:AlternateContent>
        <mc:AlternateContent xmlns:mc="http://schemas.openxmlformats.org/markup-compatibility/2006">
          <mc:Choice xmlns:p14="http://schemas.microsoft.com/office/powerpoint/2010/main" Requires="p14">
            <p:contentPart p14:bwMode="auto" r:id="rId408">
              <p14:nvContentPartPr>
                <p14:cNvPr id="238" name="Ink 237">
                  <a:extLst>
                    <a:ext uri="{FF2B5EF4-FFF2-40B4-BE49-F238E27FC236}">
                      <a16:creationId xmlns:a16="http://schemas.microsoft.com/office/drawing/2014/main" id="{06C7B8FD-58F5-8211-0652-DE86640E75C8}"/>
                    </a:ext>
                  </a:extLst>
                </p14:cNvPr>
                <p14:cNvContentPartPr/>
                <p14:nvPr/>
              </p14:nvContentPartPr>
              <p14:xfrm>
                <a:off x="7451750" y="2066797"/>
                <a:ext cx="135720" cy="124200"/>
              </p14:xfrm>
            </p:contentPart>
          </mc:Choice>
          <mc:Fallback>
            <p:pic>
              <p:nvPicPr>
                <p:cNvPr id="238" name="Ink 237">
                  <a:extLst>
                    <a:ext uri="{FF2B5EF4-FFF2-40B4-BE49-F238E27FC236}">
                      <a16:creationId xmlns:a16="http://schemas.microsoft.com/office/drawing/2014/main" id="{06C7B8FD-58F5-8211-0652-DE86640E75C8}"/>
                    </a:ext>
                  </a:extLst>
                </p:cNvPr>
                <p:cNvPicPr/>
                <p:nvPr/>
              </p:nvPicPr>
              <p:blipFill>
                <a:blip r:embed="rId409"/>
                <a:stretch>
                  <a:fillRect/>
                </a:stretch>
              </p:blipFill>
              <p:spPr>
                <a:xfrm>
                  <a:off x="7434110" y="2049157"/>
                  <a:ext cx="171360" cy="159840"/>
                </a:xfrm>
                <a:prstGeom prst="rect">
                  <a:avLst/>
                </a:prstGeom>
              </p:spPr>
            </p:pic>
          </mc:Fallback>
        </mc:AlternateContent>
        <mc:AlternateContent xmlns:mc="http://schemas.openxmlformats.org/markup-compatibility/2006">
          <mc:Choice xmlns:p14="http://schemas.microsoft.com/office/powerpoint/2010/main" Requires="p14">
            <p:contentPart p14:bwMode="auto" r:id="rId410">
              <p14:nvContentPartPr>
                <p14:cNvPr id="239" name="Ink 238">
                  <a:extLst>
                    <a:ext uri="{FF2B5EF4-FFF2-40B4-BE49-F238E27FC236}">
                      <a16:creationId xmlns:a16="http://schemas.microsoft.com/office/drawing/2014/main" id="{E3219A89-AEEB-B5A8-F2D0-CC6B8A8E4979}"/>
                    </a:ext>
                  </a:extLst>
                </p14:cNvPr>
                <p14:cNvContentPartPr/>
                <p14:nvPr/>
              </p14:nvContentPartPr>
              <p14:xfrm>
                <a:off x="7877630" y="2032957"/>
                <a:ext cx="21600" cy="230760"/>
              </p14:xfrm>
            </p:contentPart>
          </mc:Choice>
          <mc:Fallback>
            <p:pic>
              <p:nvPicPr>
                <p:cNvPr id="239" name="Ink 238">
                  <a:extLst>
                    <a:ext uri="{FF2B5EF4-FFF2-40B4-BE49-F238E27FC236}">
                      <a16:creationId xmlns:a16="http://schemas.microsoft.com/office/drawing/2014/main" id="{E3219A89-AEEB-B5A8-F2D0-CC6B8A8E4979}"/>
                    </a:ext>
                  </a:extLst>
                </p:cNvPr>
                <p:cNvPicPr/>
                <p:nvPr/>
              </p:nvPicPr>
              <p:blipFill>
                <a:blip r:embed="rId411"/>
                <a:stretch>
                  <a:fillRect/>
                </a:stretch>
              </p:blipFill>
              <p:spPr>
                <a:xfrm>
                  <a:off x="7859990" y="2015317"/>
                  <a:ext cx="57240" cy="266400"/>
                </a:xfrm>
                <a:prstGeom prst="rect">
                  <a:avLst/>
                </a:prstGeom>
              </p:spPr>
            </p:pic>
          </mc:Fallback>
        </mc:AlternateContent>
        <mc:AlternateContent xmlns:mc="http://schemas.openxmlformats.org/markup-compatibility/2006">
          <mc:Choice xmlns:p14="http://schemas.microsoft.com/office/powerpoint/2010/main" Requires="p14">
            <p:contentPart p14:bwMode="auto" r:id="rId412">
              <p14:nvContentPartPr>
                <p14:cNvPr id="240" name="Ink 239">
                  <a:extLst>
                    <a:ext uri="{FF2B5EF4-FFF2-40B4-BE49-F238E27FC236}">
                      <a16:creationId xmlns:a16="http://schemas.microsoft.com/office/drawing/2014/main" id="{79A528CA-2048-084E-F249-AD0E388288E5}"/>
                    </a:ext>
                  </a:extLst>
                </p14:cNvPr>
                <p14:cNvContentPartPr/>
                <p14:nvPr/>
              </p14:nvContentPartPr>
              <p14:xfrm>
                <a:off x="7961870" y="2081197"/>
                <a:ext cx="61920" cy="130680"/>
              </p14:xfrm>
            </p:contentPart>
          </mc:Choice>
          <mc:Fallback>
            <p:pic>
              <p:nvPicPr>
                <p:cNvPr id="240" name="Ink 239">
                  <a:extLst>
                    <a:ext uri="{FF2B5EF4-FFF2-40B4-BE49-F238E27FC236}">
                      <a16:creationId xmlns:a16="http://schemas.microsoft.com/office/drawing/2014/main" id="{79A528CA-2048-084E-F249-AD0E388288E5}"/>
                    </a:ext>
                  </a:extLst>
                </p:cNvPr>
                <p:cNvPicPr/>
                <p:nvPr/>
              </p:nvPicPr>
              <p:blipFill>
                <a:blip r:embed="rId413"/>
                <a:stretch>
                  <a:fillRect/>
                </a:stretch>
              </p:blipFill>
              <p:spPr>
                <a:xfrm>
                  <a:off x="7943870" y="2063197"/>
                  <a:ext cx="97560" cy="166320"/>
                </a:xfrm>
                <a:prstGeom prst="rect">
                  <a:avLst/>
                </a:prstGeom>
              </p:spPr>
            </p:pic>
          </mc:Fallback>
        </mc:AlternateContent>
        <mc:AlternateContent xmlns:mc="http://schemas.openxmlformats.org/markup-compatibility/2006">
          <mc:Choice xmlns:p14="http://schemas.microsoft.com/office/powerpoint/2010/main" Requires="p14">
            <p:contentPart p14:bwMode="auto" r:id="rId414">
              <p14:nvContentPartPr>
                <p14:cNvPr id="241" name="Ink 240">
                  <a:extLst>
                    <a:ext uri="{FF2B5EF4-FFF2-40B4-BE49-F238E27FC236}">
                      <a16:creationId xmlns:a16="http://schemas.microsoft.com/office/drawing/2014/main" id="{8BD1B728-4B97-C68D-C0C0-0C6C111960E2}"/>
                    </a:ext>
                  </a:extLst>
                </p14:cNvPr>
                <p14:cNvContentPartPr/>
                <p14:nvPr/>
              </p14:nvContentPartPr>
              <p14:xfrm>
                <a:off x="7901750" y="2119717"/>
                <a:ext cx="118800" cy="58320"/>
              </p14:xfrm>
            </p:contentPart>
          </mc:Choice>
          <mc:Fallback>
            <p:pic>
              <p:nvPicPr>
                <p:cNvPr id="241" name="Ink 240">
                  <a:extLst>
                    <a:ext uri="{FF2B5EF4-FFF2-40B4-BE49-F238E27FC236}">
                      <a16:creationId xmlns:a16="http://schemas.microsoft.com/office/drawing/2014/main" id="{8BD1B728-4B97-C68D-C0C0-0C6C111960E2}"/>
                    </a:ext>
                  </a:extLst>
                </p:cNvPr>
                <p:cNvPicPr/>
                <p:nvPr/>
              </p:nvPicPr>
              <p:blipFill>
                <a:blip r:embed="rId415"/>
                <a:stretch>
                  <a:fillRect/>
                </a:stretch>
              </p:blipFill>
              <p:spPr>
                <a:xfrm>
                  <a:off x="7883750" y="2101717"/>
                  <a:ext cx="154440" cy="93960"/>
                </a:xfrm>
                <a:prstGeom prst="rect">
                  <a:avLst/>
                </a:prstGeom>
              </p:spPr>
            </p:pic>
          </mc:Fallback>
        </mc:AlternateContent>
        <mc:AlternateContent xmlns:mc="http://schemas.openxmlformats.org/markup-compatibility/2006">
          <mc:Choice xmlns:p14="http://schemas.microsoft.com/office/powerpoint/2010/main" Requires="p14">
            <p:contentPart p14:bwMode="auto" r:id="rId416">
              <p14:nvContentPartPr>
                <p14:cNvPr id="242" name="Ink 241">
                  <a:extLst>
                    <a:ext uri="{FF2B5EF4-FFF2-40B4-BE49-F238E27FC236}">
                      <a16:creationId xmlns:a16="http://schemas.microsoft.com/office/drawing/2014/main" id="{19CEF5FD-DA63-A3C3-82F5-007DDE6EEDB7}"/>
                    </a:ext>
                  </a:extLst>
                </p14:cNvPr>
                <p14:cNvContentPartPr/>
                <p14:nvPr/>
              </p14:nvContentPartPr>
              <p14:xfrm>
                <a:off x="8113070" y="2050957"/>
                <a:ext cx="20160" cy="154080"/>
              </p14:xfrm>
            </p:contentPart>
          </mc:Choice>
          <mc:Fallback>
            <p:pic>
              <p:nvPicPr>
                <p:cNvPr id="242" name="Ink 241">
                  <a:extLst>
                    <a:ext uri="{FF2B5EF4-FFF2-40B4-BE49-F238E27FC236}">
                      <a16:creationId xmlns:a16="http://schemas.microsoft.com/office/drawing/2014/main" id="{19CEF5FD-DA63-A3C3-82F5-007DDE6EEDB7}"/>
                    </a:ext>
                  </a:extLst>
                </p:cNvPr>
                <p:cNvPicPr/>
                <p:nvPr/>
              </p:nvPicPr>
              <p:blipFill>
                <a:blip r:embed="rId417"/>
                <a:stretch>
                  <a:fillRect/>
                </a:stretch>
              </p:blipFill>
              <p:spPr>
                <a:xfrm>
                  <a:off x="8095070" y="2032957"/>
                  <a:ext cx="55800" cy="189720"/>
                </a:xfrm>
                <a:prstGeom prst="rect">
                  <a:avLst/>
                </a:prstGeom>
              </p:spPr>
            </p:pic>
          </mc:Fallback>
        </mc:AlternateContent>
        <mc:AlternateContent xmlns:mc="http://schemas.openxmlformats.org/markup-compatibility/2006">
          <mc:Choice xmlns:p14="http://schemas.microsoft.com/office/powerpoint/2010/main" Requires="p14">
            <p:contentPart p14:bwMode="auto" r:id="rId418">
              <p14:nvContentPartPr>
                <p14:cNvPr id="243" name="Ink 242">
                  <a:extLst>
                    <a:ext uri="{FF2B5EF4-FFF2-40B4-BE49-F238E27FC236}">
                      <a16:creationId xmlns:a16="http://schemas.microsoft.com/office/drawing/2014/main" id="{5488FE79-E195-F2FA-6BF6-A3D25634B893}"/>
                    </a:ext>
                  </a:extLst>
                </p14:cNvPr>
                <p14:cNvContentPartPr/>
                <p14:nvPr/>
              </p14:nvContentPartPr>
              <p14:xfrm>
                <a:off x="8241230" y="2063917"/>
                <a:ext cx="165240" cy="176760"/>
              </p14:xfrm>
            </p:contentPart>
          </mc:Choice>
          <mc:Fallback>
            <p:pic>
              <p:nvPicPr>
                <p:cNvPr id="243" name="Ink 242">
                  <a:extLst>
                    <a:ext uri="{FF2B5EF4-FFF2-40B4-BE49-F238E27FC236}">
                      <a16:creationId xmlns:a16="http://schemas.microsoft.com/office/drawing/2014/main" id="{5488FE79-E195-F2FA-6BF6-A3D25634B893}"/>
                    </a:ext>
                  </a:extLst>
                </p:cNvPr>
                <p:cNvPicPr/>
                <p:nvPr/>
              </p:nvPicPr>
              <p:blipFill>
                <a:blip r:embed="rId419"/>
                <a:stretch>
                  <a:fillRect/>
                </a:stretch>
              </p:blipFill>
              <p:spPr>
                <a:xfrm>
                  <a:off x="8223230" y="2046277"/>
                  <a:ext cx="200880" cy="212400"/>
                </a:xfrm>
                <a:prstGeom prst="rect">
                  <a:avLst/>
                </a:prstGeom>
              </p:spPr>
            </p:pic>
          </mc:Fallback>
        </mc:AlternateContent>
        <mc:AlternateContent xmlns:mc="http://schemas.openxmlformats.org/markup-compatibility/2006">
          <mc:Choice xmlns:p14="http://schemas.microsoft.com/office/powerpoint/2010/main" Requires="p14">
            <p:contentPart p14:bwMode="auto" r:id="rId420">
              <p14:nvContentPartPr>
                <p14:cNvPr id="244" name="Ink 243">
                  <a:extLst>
                    <a:ext uri="{FF2B5EF4-FFF2-40B4-BE49-F238E27FC236}">
                      <a16:creationId xmlns:a16="http://schemas.microsoft.com/office/drawing/2014/main" id="{DA263147-0203-E4E0-8BC5-FD380CF99B1D}"/>
                    </a:ext>
                  </a:extLst>
                </p14:cNvPr>
                <p14:cNvContentPartPr/>
                <p14:nvPr/>
              </p14:nvContentPartPr>
              <p14:xfrm>
                <a:off x="8515910" y="2081557"/>
                <a:ext cx="43560" cy="177480"/>
              </p14:xfrm>
            </p:contentPart>
          </mc:Choice>
          <mc:Fallback>
            <p:pic>
              <p:nvPicPr>
                <p:cNvPr id="244" name="Ink 243">
                  <a:extLst>
                    <a:ext uri="{FF2B5EF4-FFF2-40B4-BE49-F238E27FC236}">
                      <a16:creationId xmlns:a16="http://schemas.microsoft.com/office/drawing/2014/main" id="{DA263147-0203-E4E0-8BC5-FD380CF99B1D}"/>
                    </a:ext>
                  </a:extLst>
                </p:cNvPr>
                <p:cNvPicPr/>
                <p:nvPr/>
              </p:nvPicPr>
              <p:blipFill>
                <a:blip r:embed="rId421"/>
                <a:stretch>
                  <a:fillRect/>
                </a:stretch>
              </p:blipFill>
              <p:spPr>
                <a:xfrm>
                  <a:off x="8498270" y="2063917"/>
                  <a:ext cx="79200" cy="213120"/>
                </a:xfrm>
                <a:prstGeom prst="rect">
                  <a:avLst/>
                </a:prstGeom>
              </p:spPr>
            </p:pic>
          </mc:Fallback>
        </mc:AlternateContent>
        <mc:AlternateContent xmlns:mc="http://schemas.openxmlformats.org/markup-compatibility/2006">
          <mc:Choice xmlns:p14="http://schemas.microsoft.com/office/powerpoint/2010/main" Requires="p14">
            <p:contentPart p14:bwMode="auto" r:id="rId422">
              <p14:nvContentPartPr>
                <p14:cNvPr id="245" name="Ink 244">
                  <a:extLst>
                    <a:ext uri="{FF2B5EF4-FFF2-40B4-BE49-F238E27FC236}">
                      <a16:creationId xmlns:a16="http://schemas.microsoft.com/office/drawing/2014/main" id="{4DAA3DDC-69D5-7527-9A13-F7BD32ADCA26}"/>
                    </a:ext>
                  </a:extLst>
                </p14:cNvPr>
                <p14:cNvContentPartPr/>
                <p14:nvPr/>
              </p14:nvContentPartPr>
              <p14:xfrm>
                <a:off x="8625350" y="2075797"/>
                <a:ext cx="38160" cy="167760"/>
              </p14:xfrm>
            </p:contentPart>
          </mc:Choice>
          <mc:Fallback>
            <p:pic>
              <p:nvPicPr>
                <p:cNvPr id="245" name="Ink 244">
                  <a:extLst>
                    <a:ext uri="{FF2B5EF4-FFF2-40B4-BE49-F238E27FC236}">
                      <a16:creationId xmlns:a16="http://schemas.microsoft.com/office/drawing/2014/main" id="{4DAA3DDC-69D5-7527-9A13-F7BD32ADCA26}"/>
                    </a:ext>
                  </a:extLst>
                </p:cNvPr>
                <p:cNvPicPr/>
                <p:nvPr/>
              </p:nvPicPr>
              <p:blipFill>
                <a:blip r:embed="rId423"/>
                <a:stretch>
                  <a:fillRect/>
                </a:stretch>
              </p:blipFill>
              <p:spPr>
                <a:xfrm>
                  <a:off x="8607710" y="2058157"/>
                  <a:ext cx="73800" cy="203400"/>
                </a:xfrm>
                <a:prstGeom prst="rect">
                  <a:avLst/>
                </a:prstGeom>
              </p:spPr>
            </p:pic>
          </mc:Fallback>
        </mc:AlternateContent>
        <mc:AlternateContent xmlns:mc="http://schemas.openxmlformats.org/markup-compatibility/2006">
          <mc:Choice xmlns:p14="http://schemas.microsoft.com/office/powerpoint/2010/main" Requires="p14">
            <p:contentPart p14:bwMode="auto" r:id="rId424">
              <p14:nvContentPartPr>
                <p14:cNvPr id="246" name="Ink 245">
                  <a:extLst>
                    <a:ext uri="{FF2B5EF4-FFF2-40B4-BE49-F238E27FC236}">
                      <a16:creationId xmlns:a16="http://schemas.microsoft.com/office/drawing/2014/main" id="{A7DCFF85-BB43-8022-ED53-75E4F2972A43}"/>
                    </a:ext>
                  </a:extLst>
                </p14:cNvPr>
                <p14:cNvContentPartPr/>
                <p14:nvPr/>
              </p14:nvContentPartPr>
              <p14:xfrm>
                <a:off x="8573870" y="2172637"/>
                <a:ext cx="147600" cy="43560"/>
              </p14:xfrm>
            </p:contentPart>
          </mc:Choice>
          <mc:Fallback>
            <p:pic>
              <p:nvPicPr>
                <p:cNvPr id="246" name="Ink 245">
                  <a:extLst>
                    <a:ext uri="{FF2B5EF4-FFF2-40B4-BE49-F238E27FC236}">
                      <a16:creationId xmlns:a16="http://schemas.microsoft.com/office/drawing/2014/main" id="{A7DCFF85-BB43-8022-ED53-75E4F2972A43}"/>
                    </a:ext>
                  </a:extLst>
                </p:cNvPr>
                <p:cNvPicPr/>
                <p:nvPr/>
              </p:nvPicPr>
              <p:blipFill>
                <a:blip r:embed="rId425"/>
                <a:stretch>
                  <a:fillRect/>
                </a:stretch>
              </p:blipFill>
              <p:spPr>
                <a:xfrm>
                  <a:off x="8555870" y="2154997"/>
                  <a:ext cx="183240" cy="79200"/>
                </a:xfrm>
                <a:prstGeom prst="rect">
                  <a:avLst/>
                </a:prstGeom>
              </p:spPr>
            </p:pic>
          </mc:Fallback>
        </mc:AlternateContent>
        <mc:AlternateContent xmlns:mc="http://schemas.openxmlformats.org/markup-compatibility/2006">
          <mc:Choice xmlns:p14="http://schemas.microsoft.com/office/powerpoint/2010/main" Requires="p14">
            <p:contentPart p14:bwMode="auto" r:id="rId426">
              <p14:nvContentPartPr>
                <p14:cNvPr id="247" name="Ink 246">
                  <a:extLst>
                    <a:ext uri="{FF2B5EF4-FFF2-40B4-BE49-F238E27FC236}">
                      <a16:creationId xmlns:a16="http://schemas.microsoft.com/office/drawing/2014/main" id="{CBCE2F52-FE3D-60E9-6243-6B72B11C9814}"/>
                    </a:ext>
                  </a:extLst>
                </p14:cNvPr>
                <p14:cNvContentPartPr/>
                <p14:nvPr/>
              </p14:nvContentPartPr>
              <p14:xfrm>
                <a:off x="7088510" y="2372437"/>
                <a:ext cx="57600" cy="114120"/>
              </p14:xfrm>
            </p:contentPart>
          </mc:Choice>
          <mc:Fallback>
            <p:pic>
              <p:nvPicPr>
                <p:cNvPr id="247" name="Ink 246">
                  <a:extLst>
                    <a:ext uri="{FF2B5EF4-FFF2-40B4-BE49-F238E27FC236}">
                      <a16:creationId xmlns:a16="http://schemas.microsoft.com/office/drawing/2014/main" id="{CBCE2F52-FE3D-60E9-6243-6B72B11C9814}"/>
                    </a:ext>
                  </a:extLst>
                </p:cNvPr>
                <p:cNvPicPr/>
                <p:nvPr/>
              </p:nvPicPr>
              <p:blipFill>
                <a:blip r:embed="rId427"/>
                <a:stretch>
                  <a:fillRect/>
                </a:stretch>
              </p:blipFill>
              <p:spPr>
                <a:xfrm>
                  <a:off x="7070870" y="2354437"/>
                  <a:ext cx="93240" cy="149760"/>
                </a:xfrm>
                <a:prstGeom prst="rect">
                  <a:avLst/>
                </a:prstGeom>
              </p:spPr>
            </p:pic>
          </mc:Fallback>
        </mc:AlternateContent>
        <mc:AlternateContent xmlns:mc="http://schemas.openxmlformats.org/markup-compatibility/2006">
          <mc:Choice xmlns:p14="http://schemas.microsoft.com/office/powerpoint/2010/main" Requires="p14">
            <p:contentPart p14:bwMode="auto" r:id="rId428">
              <p14:nvContentPartPr>
                <p14:cNvPr id="248" name="Ink 247">
                  <a:extLst>
                    <a:ext uri="{FF2B5EF4-FFF2-40B4-BE49-F238E27FC236}">
                      <a16:creationId xmlns:a16="http://schemas.microsoft.com/office/drawing/2014/main" id="{7C4F5507-7BA5-FB86-FA4E-DCF95C78BB64}"/>
                    </a:ext>
                  </a:extLst>
                </p14:cNvPr>
                <p14:cNvContentPartPr/>
                <p14:nvPr/>
              </p14:nvContentPartPr>
              <p14:xfrm>
                <a:off x="7155470" y="2322397"/>
                <a:ext cx="28080" cy="156960"/>
              </p14:xfrm>
            </p:contentPart>
          </mc:Choice>
          <mc:Fallback>
            <p:pic>
              <p:nvPicPr>
                <p:cNvPr id="248" name="Ink 247">
                  <a:extLst>
                    <a:ext uri="{FF2B5EF4-FFF2-40B4-BE49-F238E27FC236}">
                      <a16:creationId xmlns:a16="http://schemas.microsoft.com/office/drawing/2014/main" id="{7C4F5507-7BA5-FB86-FA4E-DCF95C78BB64}"/>
                    </a:ext>
                  </a:extLst>
                </p:cNvPr>
                <p:cNvPicPr/>
                <p:nvPr/>
              </p:nvPicPr>
              <p:blipFill>
                <a:blip r:embed="rId429"/>
                <a:stretch>
                  <a:fillRect/>
                </a:stretch>
              </p:blipFill>
              <p:spPr>
                <a:xfrm>
                  <a:off x="7137830" y="2304397"/>
                  <a:ext cx="63720" cy="192600"/>
                </a:xfrm>
                <a:prstGeom prst="rect">
                  <a:avLst/>
                </a:prstGeom>
              </p:spPr>
            </p:pic>
          </mc:Fallback>
        </mc:AlternateContent>
        <mc:AlternateContent xmlns:mc="http://schemas.openxmlformats.org/markup-compatibility/2006">
          <mc:Choice xmlns:p14="http://schemas.microsoft.com/office/powerpoint/2010/main" Requires="p14">
            <p:contentPart p14:bwMode="auto" r:id="rId430">
              <p14:nvContentPartPr>
                <p14:cNvPr id="249" name="Ink 248">
                  <a:extLst>
                    <a:ext uri="{FF2B5EF4-FFF2-40B4-BE49-F238E27FC236}">
                      <a16:creationId xmlns:a16="http://schemas.microsoft.com/office/drawing/2014/main" id="{573354BD-BAE2-5B6A-5A07-E925EDE7F443}"/>
                    </a:ext>
                  </a:extLst>
                </p14:cNvPr>
                <p14:cNvContentPartPr/>
                <p14:nvPr/>
              </p14:nvContentPartPr>
              <p14:xfrm>
                <a:off x="7244030" y="2391157"/>
                <a:ext cx="78120" cy="137520"/>
              </p14:xfrm>
            </p:contentPart>
          </mc:Choice>
          <mc:Fallback>
            <p:pic>
              <p:nvPicPr>
                <p:cNvPr id="249" name="Ink 248">
                  <a:extLst>
                    <a:ext uri="{FF2B5EF4-FFF2-40B4-BE49-F238E27FC236}">
                      <a16:creationId xmlns:a16="http://schemas.microsoft.com/office/drawing/2014/main" id="{573354BD-BAE2-5B6A-5A07-E925EDE7F443}"/>
                    </a:ext>
                  </a:extLst>
                </p:cNvPr>
                <p:cNvPicPr/>
                <p:nvPr/>
              </p:nvPicPr>
              <p:blipFill>
                <a:blip r:embed="rId431"/>
                <a:stretch>
                  <a:fillRect/>
                </a:stretch>
              </p:blipFill>
              <p:spPr>
                <a:xfrm>
                  <a:off x="7226390" y="2373157"/>
                  <a:ext cx="113760" cy="173160"/>
                </a:xfrm>
                <a:prstGeom prst="rect">
                  <a:avLst/>
                </a:prstGeom>
              </p:spPr>
            </p:pic>
          </mc:Fallback>
        </mc:AlternateContent>
        <mc:AlternateContent xmlns:mc="http://schemas.openxmlformats.org/markup-compatibility/2006">
          <mc:Choice xmlns:p14="http://schemas.microsoft.com/office/powerpoint/2010/main" Requires="p14">
            <p:contentPart p14:bwMode="auto" r:id="rId432">
              <p14:nvContentPartPr>
                <p14:cNvPr id="250" name="Ink 249">
                  <a:extLst>
                    <a:ext uri="{FF2B5EF4-FFF2-40B4-BE49-F238E27FC236}">
                      <a16:creationId xmlns:a16="http://schemas.microsoft.com/office/drawing/2014/main" id="{3FD94594-DFC2-8114-7C8D-04E99FB45EBA}"/>
                    </a:ext>
                  </a:extLst>
                </p14:cNvPr>
                <p14:cNvContentPartPr/>
                <p14:nvPr/>
              </p14:nvContentPartPr>
              <p14:xfrm>
                <a:off x="7367510" y="2344717"/>
                <a:ext cx="56160" cy="146160"/>
              </p14:xfrm>
            </p:contentPart>
          </mc:Choice>
          <mc:Fallback>
            <p:pic>
              <p:nvPicPr>
                <p:cNvPr id="250" name="Ink 249">
                  <a:extLst>
                    <a:ext uri="{FF2B5EF4-FFF2-40B4-BE49-F238E27FC236}">
                      <a16:creationId xmlns:a16="http://schemas.microsoft.com/office/drawing/2014/main" id="{3FD94594-DFC2-8114-7C8D-04E99FB45EBA}"/>
                    </a:ext>
                  </a:extLst>
                </p:cNvPr>
                <p:cNvPicPr/>
                <p:nvPr/>
              </p:nvPicPr>
              <p:blipFill>
                <a:blip r:embed="rId433"/>
                <a:stretch>
                  <a:fillRect/>
                </a:stretch>
              </p:blipFill>
              <p:spPr>
                <a:xfrm>
                  <a:off x="7349510" y="2327077"/>
                  <a:ext cx="91800" cy="181800"/>
                </a:xfrm>
                <a:prstGeom prst="rect">
                  <a:avLst/>
                </a:prstGeom>
              </p:spPr>
            </p:pic>
          </mc:Fallback>
        </mc:AlternateContent>
        <mc:AlternateContent xmlns:mc="http://schemas.openxmlformats.org/markup-compatibility/2006">
          <mc:Choice xmlns:p14="http://schemas.microsoft.com/office/powerpoint/2010/main" Requires="p14">
            <p:contentPart p14:bwMode="auto" r:id="rId434">
              <p14:nvContentPartPr>
                <p14:cNvPr id="251" name="Ink 250">
                  <a:extLst>
                    <a:ext uri="{FF2B5EF4-FFF2-40B4-BE49-F238E27FC236}">
                      <a16:creationId xmlns:a16="http://schemas.microsoft.com/office/drawing/2014/main" id="{1164B8DE-8724-A5B2-AB99-FA73F101050B}"/>
                    </a:ext>
                  </a:extLst>
                </p14:cNvPr>
                <p14:cNvContentPartPr/>
                <p14:nvPr/>
              </p14:nvContentPartPr>
              <p14:xfrm>
                <a:off x="7481270" y="2411317"/>
                <a:ext cx="251280" cy="191880"/>
              </p14:xfrm>
            </p:contentPart>
          </mc:Choice>
          <mc:Fallback>
            <p:pic>
              <p:nvPicPr>
                <p:cNvPr id="251" name="Ink 250">
                  <a:extLst>
                    <a:ext uri="{FF2B5EF4-FFF2-40B4-BE49-F238E27FC236}">
                      <a16:creationId xmlns:a16="http://schemas.microsoft.com/office/drawing/2014/main" id="{1164B8DE-8724-A5B2-AB99-FA73F101050B}"/>
                    </a:ext>
                  </a:extLst>
                </p:cNvPr>
                <p:cNvPicPr/>
                <p:nvPr/>
              </p:nvPicPr>
              <p:blipFill>
                <a:blip r:embed="rId435"/>
                <a:stretch>
                  <a:fillRect/>
                </a:stretch>
              </p:blipFill>
              <p:spPr>
                <a:xfrm>
                  <a:off x="7463270" y="2393317"/>
                  <a:ext cx="286920" cy="227520"/>
                </a:xfrm>
                <a:prstGeom prst="rect">
                  <a:avLst/>
                </a:prstGeom>
              </p:spPr>
            </p:pic>
          </mc:Fallback>
        </mc:AlternateContent>
        <mc:AlternateContent xmlns:mc="http://schemas.openxmlformats.org/markup-compatibility/2006">
          <mc:Choice xmlns:p14="http://schemas.microsoft.com/office/powerpoint/2010/main" Requires="p14">
            <p:contentPart p14:bwMode="auto" r:id="rId436">
              <p14:nvContentPartPr>
                <p14:cNvPr id="252" name="Ink 251">
                  <a:extLst>
                    <a:ext uri="{FF2B5EF4-FFF2-40B4-BE49-F238E27FC236}">
                      <a16:creationId xmlns:a16="http://schemas.microsoft.com/office/drawing/2014/main" id="{18D664A4-9D57-1B21-9DA7-FA615D4AC563}"/>
                    </a:ext>
                  </a:extLst>
                </p14:cNvPr>
                <p14:cNvContentPartPr/>
                <p14:nvPr/>
              </p14:nvContentPartPr>
              <p14:xfrm>
                <a:off x="6939830" y="2583757"/>
                <a:ext cx="145440" cy="204840"/>
              </p14:xfrm>
            </p:contentPart>
          </mc:Choice>
          <mc:Fallback>
            <p:pic>
              <p:nvPicPr>
                <p:cNvPr id="252" name="Ink 251">
                  <a:extLst>
                    <a:ext uri="{FF2B5EF4-FFF2-40B4-BE49-F238E27FC236}">
                      <a16:creationId xmlns:a16="http://schemas.microsoft.com/office/drawing/2014/main" id="{18D664A4-9D57-1B21-9DA7-FA615D4AC563}"/>
                    </a:ext>
                  </a:extLst>
                </p:cNvPr>
                <p:cNvPicPr/>
                <p:nvPr/>
              </p:nvPicPr>
              <p:blipFill>
                <a:blip r:embed="rId437"/>
                <a:stretch>
                  <a:fillRect/>
                </a:stretch>
              </p:blipFill>
              <p:spPr>
                <a:xfrm>
                  <a:off x="6921830" y="2566117"/>
                  <a:ext cx="181080" cy="240480"/>
                </a:xfrm>
                <a:prstGeom prst="rect">
                  <a:avLst/>
                </a:prstGeom>
              </p:spPr>
            </p:pic>
          </mc:Fallback>
        </mc:AlternateContent>
        <mc:AlternateContent xmlns:mc="http://schemas.openxmlformats.org/markup-compatibility/2006">
          <mc:Choice xmlns:p14="http://schemas.microsoft.com/office/powerpoint/2010/main" Requires="p14">
            <p:contentPart p14:bwMode="auto" r:id="rId438">
              <p14:nvContentPartPr>
                <p14:cNvPr id="253" name="Ink 252">
                  <a:extLst>
                    <a:ext uri="{FF2B5EF4-FFF2-40B4-BE49-F238E27FC236}">
                      <a16:creationId xmlns:a16="http://schemas.microsoft.com/office/drawing/2014/main" id="{76D805A6-B179-0C4A-32A8-00A40BA55100}"/>
                    </a:ext>
                  </a:extLst>
                </p14:cNvPr>
                <p14:cNvContentPartPr/>
                <p14:nvPr/>
              </p14:nvContentPartPr>
              <p14:xfrm>
                <a:off x="7146110" y="2672677"/>
                <a:ext cx="97920" cy="122400"/>
              </p14:xfrm>
            </p:contentPart>
          </mc:Choice>
          <mc:Fallback>
            <p:pic>
              <p:nvPicPr>
                <p:cNvPr id="253" name="Ink 252">
                  <a:extLst>
                    <a:ext uri="{FF2B5EF4-FFF2-40B4-BE49-F238E27FC236}">
                      <a16:creationId xmlns:a16="http://schemas.microsoft.com/office/drawing/2014/main" id="{76D805A6-B179-0C4A-32A8-00A40BA55100}"/>
                    </a:ext>
                  </a:extLst>
                </p:cNvPr>
                <p:cNvPicPr/>
                <p:nvPr/>
              </p:nvPicPr>
              <p:blipFill>
                <a:blip r:embed="rId439"/>
                <a:stretch>
                  <a:fillRect/>
                </a:stretch>
              </p:blipFill>
              <p:spPr>
                <a:xfrm>
                  <a:off x="7128470" y="2654677"/>
                  <a:ext cx="133560" cy="158040"/>
                </a:xfrm>
                <a:prstGeom prst="rect">
                  <a:avLst/>
                </a:prstGeom>
              </p:spPr>
            </p:pic>
          </mc:Fallback>
        </mc:AlternateContent>
        <mc:AlternateContent xmlns:mc="http://schemas.openxmlformats.org/markup-compatibility/2006">
          <mc:Choice xmlns:p14="http://schemas.microsoft.com/office/powerpoint/2010/main" Requires="p14">
            <p:contentPart p14:bwMode="auto" r:id="rId440">
              <p14:nvContentPartPr>
                <p14:cNvPr id="254" name="Ink 253">
                  <a:extLst>
                    <a:ext uri="{FF2B5EF4-FFF2-40B4-BE49-F238E27FC236}">
                      <a16:creationId xmlns:a16="http://schemas.microsoft.com/office/drawing/2014/main" id="{143A583D-6A21-004E-41E1-71742145249D}"/>
                    </a:ext>
                  </a:extLst>
                </p14:cNvPr>
                <p14:cNvContentPartPr/>
                <p14:nvPr/>
              </p14:nvContentPartPr>
              <p14:xfrm>
                <a:off x="7151870" y="2673037"/>
                <a:ext cx="39600" cy="212400"/>
              </p14:xfrm>
            </p:contentPart>
          </mc:Choice>
          <mc:Fallback>
            <p:pic>
              <p:nvPicPr>
                <p:cNvPr id="254" name="Ink 253">
                  <a:extLst>
                    <a:ext uri="{FF2B5EF4-FFF2-40B4-BE49-F238E27FC236}">
                      <a16:creationId xmlns:a16="http://schemas.microsoft.com/office/drawing/2014/main" id="{143A583D-6A21-004E-41E1-71742145249D}"/>
                    </a:ext>
                  </a:extLst>
                </p:cNvPr>
                <p:cNvPicPr/>
                <p:nvPr/>
              </p:nvPicPr>
              <p:blipFill>
                <a:blip r:embed="rId441"/>
                <a:stretch>
                  <a:fillRect/>
                </a:stretch>
              </p:blipFill>
              <p:spPr>
                <a:xfrm>
                  <a:off x="7133870" y="2655397"/>
                  <a:ext cx="75240" cy="248040"/>
                </a:xfrm>
                <a:prstGeom prst="rect">
                  <a:avLst/>
                </a:prstGeom>
              </p:spPr>
            </p:pic>
          </mc:Fallback>
        </mc:AlternateContent>
        <mc:AlternateContent xmlns:mc="http://schemas.openxmlformats.org/markup-compatibility/2006">
          <mc:Choice xmlns:p14="http://schemas.microsoft.com/office/powerpoint/2010/main" Requires="p14">
            <p:contentPart p14:bwMode="auto" r:id="rId442">
              <p14:nvContentPartPr>
                <p14:cNvPr id="255" name="Ink 254">
                  <a:extLst>
                    <a:ext uri="{FF2B5EF4-FFF2-40B4-BE49-F238E27FC236}">
                      <a16:creationId xmlns:a16="http://schemas.microsoft.com/office/drawing/2014/main" id="{5BA00109-DCDA-6027-9E81-D2227AF7F38E}"/>
                    </a:ext>
                  </a:extLst>
                </p14:cNvPr>
                <p14:cNvContentPartPr/>
                <p14:nvPr/>
              </p14:nvContentPartPr>
              <p14:xfrm>
                <a:off x="7356710" y="2675197"/>
                <a:ext cx="21600" cy="130680"/>
              </p14:xfrm>
            </p:contentPart>
          </mc:Choice>
          <mc:Fallback>
            <p:pic>
              <p:nvPicPr>
                <p:cNvPr id="255" name="Ink 254">
                  <a:extLst>
                    <a:ext uri="{FF2B5EF4-FFF2-40B4-BE49-F238E27FC236}">
                      <a16:creationId xmlns:a16="http://schemas.microsoft.com/office/drawing/2014/main" id="{5BA00109-DCDA-6027-9E81-D2227AF7F38E}"/>
                    </a:ext>
                  </a:extLst>
                </p:cNvPr>
                <p:cNvPicPr/>
                <p:nvPr/>
              </p:nvPicPr>
              <p:blipFill>
                <a:blip r:embed="rId443"/>
                <a:stretch>
                  <a:fillRect/>
                </a:stretch>
              </p:blipFill>
              <p:spPr>
                <a:xfrm>
                  <a:off x="7339070" y="2657557"/>
                  <a:ext cx="57240" cy="166320"/>
                </a:xfrm>
                <a:prstGeom prst="rect">
                  <a:avLst/>
                </a:prstGeom>
              </p:spPr>
            </p:pic>
          </mc:Fallback>
        </mc:AlternateContent>
        <mc:AlternateContent xmlns:mc="http://schemas.openxmlformats.org/markup-compatibility/2006">
          <mc:Choice xmlns:p14="http://schemas.microsoft.com/office/powerpoint/2010/main" Requires="p14">
            <p:contentPart p14:bwMode="auto" r:id="rId444">
              <p14:nvContentPartPr>
                <p14:cNvPr id="256" name="Ink 255">
                  <a:extLst>
                    <a:ext uri="{FF2B5EF4-FFF2-40B4-BE49-F238E27FC236}">
                      <a16:creationId xmlns:a16="http://schemas.microsoft.com/office/drawing/2014/main" id="{A1B1AC0B-CFCB-8EAC-1B58-09678B534CB6}"/>
                    </a:ext>
                  </a:extLst>
                </p14:cNvPr>
                <p14:cNvContentPartPr/>
                <p14:nvPr/>
              </p14:nvContentPartPr>
              <p14:xfrm>
                <a:off x="7332590" y="2669437"/>
                <a:ext cx="68400" cy="18720"/>
              </p14:xfrm>
            </p:contentPart>
          </mc:Choice>
          <mc:Fallback>
            <p:pic>
              <p:nvPicPr>
                <p:cNvPr id="256" name="Ink 255">
                  <a:extLst>
                    <a:ext uri="{FF2B5EF4-FFF2-40B4-BE49-F238E27FC236}">
                      <a16:creationId xmlns:a16="http://schemas.microsoft.com/office/drawing/2014/main" id="{A1B1AC0B-CFCB-8EAC-1B58-09678B534CB6}"/>
                    </a:ext>
                  </a:extLst>
                </p:cNvPr>
                <p:cNvPicPr/>
                <p:nvPr/>
              </p:nvPicPr>
              <p:blipFill>
                <a:blip r:embed="rId445"/>
                <a:stretch>
                  <a:fillRect/>
                </a:stretch>
              </p:blipFill>
              <p:spPr>
                <a:xfrm>
                  <a:off x="7314950" y="2651797"/>
                  <a:ext cx="104040" cy="54360"/>
                </a:xfrm>
                <a:prstGeom prst="rect">
                  <a:avLst/>
                </a:prstGeom>
              </p:spPr>
            </p:pic>
          </mc:Fallback>
        </mc:AlternateContent>
        <mc:AlternateContent xmlns:mc="http://schemas.openxmlformats.org/markup-compatibility/2006">
          <mc:Choice xmlns:p14="http://schemas.microsoft.com/office/powerpoint/2010/main" Requires="p14">
            <p:contentPart p14:bwMode="auto" r:id="rId446">
              <p14:nvContentPartPr>
                <p14:cNvPr id="257" name="Ink 256">
                  <a:extLst>
                    <a:ext uri="{FF2B5EF4-FFF2-40B4-BE49-F238E27FC236}">
                      <a16:creationId xmlns:a16="http://schemas.microsoft.com/office/drawing/2014/main" id="{7C89138F-16EB-A8AE-F611-E486F4D2C45A}"/>
                    </a:ext>
                  </a:extLst>
                </p14:cNvPr>
                <p14:cNvContentPartPr/>
                <p14:nvPr/>
              </p14:nvContentPartPr>
              <p14:xfrm>
                <a:off x="7393070" y="2815237"/>
                <a:ext cx="41040" cy="25920"/>
              </p14:xfrm>
            </p:contentPart>
          </mc:Choice>
          <mc:Fallback>
            <p:pic>
              <p:nvPicPr>
                <p:cNvPr id="257" name="Ink 256">
                  <a:extLst>
                    <a:ext uri="{FF2B5EF4-FFF2-40B4-BE49-F238E27FC236}">
                      <a16:creationId xmlns:a16="http://schemas.microsoft.com/office/drawing/2014/main" id="{7C89138F-16EB-A8AE-F611-E486F4D2C45A}"/>
                    </a:ext>
                  </a:extLst>
                </p:cNvPr>
                <p:cNvPicPr/>
                <p:nvPr/>
              </p:nvPicPr>
              <p:blipFill>
                <a:blip r:embed="rId447"/>
                <a:stretch>
                  <a:fillRect/>
                </a:stretch>
              </p:blipFill>
              <p:spPr>
                <a:xfrm>
                  <a:off x="7375430" y="2797237"/>
                  <a:ext cx="76680" cy="61560"/>
                </a:xfrm>
                <a:prstGeom prst="rect">
                  <a:avLst/>
                </a:prstGeom>
              </p:spPr>
            </p:pic>
          </mc:Fallback>
        </mc:AlternateContent>
        <mc:AlternateContent xmlns:mc="http://schemas.openxmlformats.org/markup-compatibility/2006">
          <mc:Choice xmlns:p14="http://schemas.microsoft.com/office/powerpoint/2010/main" Requires="p14">
            <p:contentPart p14:bwMode="auto" r:id="rId448">
              <p14:nvContentPartPr>
                <p14:cNvPr id="258" name="Ink 257">
                  <a:extLst>
                    <a:ext uri="{FF2B5EF4-FFF2-40B4-BE49-F238E27FC236}">
                      <a16:creationId xmlns:a16="http://schemas.microsoft.com/office/drawing/2014/main" id="{177AE981-95D5-63DC-DCE9-942084E223FE}"/>
                    </a:ext>
                  </a:extLst>
                </p14:cNvPr>
                <p14:cNvContentPartPr/>
                <p14:nvPr/>
              </p14:nvContentPartPr>
              <p14:xfrm>
                <a:off x="7462190" y="2694997"/>
                <a:ext cx="110520" cy="129960"/>
              </p14:xfrm>
            </p:contentPart>
          </mc:Choice>
          <mc:Fallback>
            <p:pic>
              <p:nvPicPr>
                <p:cNvPr id="258" name="Ink 257">
                  <a:extLst>
                    <a:ext uri="{FF2B5EF4-FFF2-40B4-BE49-F238E27FC236}">
                      <a16:creationId xmlns:a16="http://schemas.microsoft.com/office/drawing/2014/main" id="{177AE981-95D5-63DC-DCE9-942084E223FE}"/>
                    </a:ext>
                  </a:extLst>
                </p:cNvPr>
                <p:cNvPicPr/>
                <p:nvPr/>
              </p:nvPicPr>
              <p:blipFill>
                <a:blip r:embed="rId449"/>
                <a:stretch>
                  <a:fillRect/>
                </a:stretch>
              </p:blipFill>
              <p:spPr>
                <a:xfrm>
                  <a:off x="7444190" y="2677357"/>
                  <a:ext cx="146160" cy="165600"/>
                </a:xfrm>
                <a:prstGeom prst="rect">
                  <a:avLst/>
                </a:prstGeom>
              </p:spPr>
            </p:pic>
          </mc:Fallback>
        </mc:AlternateContent>
        <mc:AlternateContent xmlns:mc="http://schemas.openxmlformats.org/markup-compatibility/2006">
          <mc:Choice xmlns:p14="http://schemas.microsoft.com/office/powerpoint/2010/main" Requires="p14">
            <p:contentPart p14:bwMode="auto" r:id="rId450">
              <p14:nvContentPartPr>
                <p14:cNvPr id="259" name="Ink 258">
                  <a:extLst>
                    <a:ext uri="{FF2B5EF4-FFF2-40B4-BE49-F238E27FC236}">
                      <a16:creationId xmlns:a16="http://schemas.microsoft.com/office/drawing/2014/main" id="{A7BFE315-CC09-6771-0EA8-047F61B3C3A0}"/>
                    </a:ext>
                  </a:extLst>
                </p14:cNvPr>
                <p14:cNvContentPartPr/>
                <p14:nvPr/>
              </p14:nvContentPartPr>
              <p14:xfrm>
                <a:off x="7822190" y="2697157"/>
                <a:ext cx="171000" cy="136800"/>
              </p14:xfrm>
            </p:contentPart>
          </mc:Choice>
          <mc:Fallback>
            <p:pic>
              <p:nvPicPr>
                <p:cNvPr id="259" name="Ink 258">
                  <a:extLst>
                    <a:ext uri="{FF2B5EF4-FFF2-40B4-BE49-F238E27FC236}">
                      <a16:creationId xmlns:a16="http://schemas.microsoft.com/office/drawing/2014/main" id="{A7BFE315-CC09-6771-0EA8-047F61B3C3A0}"/>
                    </a:ext>
                  </a:extLst>
                </p:cNvPr>
                <p:cNvPicPr/>
                <p:nvPr/>
              </p:nvPicPr>
              <p:blipFill>
                <a:blip r:embed="rId451"/>
                <a:stretch>
                  <a:fillRect/>
                </a:stretch>
              </p:blipFill>
              <p:spPr>
                <a:xfrm>
                  <a:off x="7804190" y="2679157"/>
                  <a:ext cx="206640" cy="172440"/>
                </a:xfrm>
                <a:prstGeom prst="rect">
                  <a:avLst/>
                </a:prstGeom>
              </p:spPr>
            </p:pic>
          </mc:Fallback>
        </mc:AlternateContent>
        <mc:AlternateContent xmlns:mc="http://schemas.openxmlformats.org/markup-compatibility/2006">
          <mc:Choice xmlns:p14="http://schemas.microsoft.com/office/powerpoint/2010/main" Requires="p14">
            <p:contentPart p14:bwMode="auto" r:id="rId452">
              <p14:nvContentPartPr>
                <p14:cNvPr id="260" name="Ink 259">
                  <a:extLst>
                    <a:ext uri="{FF2B5EF4-FFF2-40B4-BE49-F238E27FC236}">
                      <a16:creationId xmlns:a16="http://schemas.microsoft.com/office/drawing/2014/main" id="{02D41843-3053-FFE5-A601-1C3B1C2D0BD9}"/>
                    </a:ext>
                  </a:extLst>
                </p14:cNvPr>
                <p14:cNvContentPartPr/>
                <p14:nvPr/>
              </p14:nvContentPartPr>
              <p14:xfrm>
                <a:off x="8010470" y="2694277"/>
                <a:ext cx="117000" cy="101520"/>
              </p14:xfrm>
            </p:contentPart>
          </mc:Choice>
          <mc:Fallback>
            <p:pic>
              <p:nvPicPr>
                <p:cNvPr id="260" name="Ink 259">
                  <a:extLst>
                    <a:ext uri="{FF2B5EF4-FFF2-40B4-BE49-F238E27FC236}">
                      <a16:creationId xmlns:a16="http://schemas.microsoft.com/office/drawing/2014/main" id="{02D41843-3053-FFE5-A601-1C3B1C2D0BD9}"/>
                    </a:ext>
                  </a:extLst>
                </p:cNvPr>
                <p:cNvPicPr/>
                <p:nvPr/>
              </p:nvPicPr>
              <p:blipFill>
                <a:blip r:embed="rId453"/>
                <a:stretch>
                  <a:fillRect/>
                </a:stretch>
              </p:blipFill>
              <p:spPr>
                <a:xfrm>
                  <a:off x="7992830" y="2676277"/>
                  <a:ext cx="152640" cy="137160"/>
                </a:xfrm>
                <a:prstGeom prst="rect">
                  <a:avLst/>
                </a:prstGeom>
              </p:spPr>
            </p:pic>
          </mc:Fallback>
        </mc:AlternateContent>
        <mc:AlternateContent xmlns:mc="http://schemas.openxmlformats.org/markup-compatibility/2006">
          <mc:Choice xmlns:p14="http://schemas.microsoft.com/office/powerpoint/2010/main" Requires="p14">
            <p:contentPart p14:bwMode="auto" r:id="rId454">
              <p14:nvContentPartPr>
                <p14:cNvPr id="261" name="Ink 260">
                  <a:extLst>
                    <a:ext uri="{FF2B5EF4-FFF2-40B4-BE49-F238E27FC236}">
                      <a16:creationId xmlns:a16="http://schemas.microsoft.com/office/drawing/2014/main" id="{D1C008D0-BA1B-3658-7C62-408CE3184962}"/>
                    </a:ext>
                  </a:extLst>
                </p14:cNvPr>
                <p14:cNvContentPartPr/>
                <p14:nvPr/>
              </p14:nvContentPartPr>
              <p14:xfrm>
                <a:off x="8163110" y="2665837"/>
                <a:ext cx="103680" cy="124920"/>
              </p14:xfrm>
            </p:contentPart>
          </mc:Choice>
          <mc:Fallback>
            <p:pic>
              <p:nvPicPr>
                <p:cNvPr id="261" name="Ink 260">
                  <a:extLst>
                    <a:ext uri="{FF2B5EF4-FFF2-40B4-BE49-F238E27FC236}">
                      <a16:creationId xmlns:a16="http://schemas.microsoft.com/office/drawing/2014/main" id="{D1C008D0-BA1B-3658-7C62-408CE3184962}"/>
                    </a:ext>
                  </a:extLst>
                </p:cNvPr>
                <p:cNvPicPr/>
                <p:nvPr/>
              </p:nvPicPr>
              <p:blipFill>
                <a:blip r:embed="rId455"/>
                <a:stretch>
                  <a:fillRect/>
                </a:stretch>
              </p:blipFill>
              <p:spPr>
                <a:xfrm>
                  <a:off x="8145110" y="2647837"/>
                  <a:ext cx="139320" cy="160560"/>
                </a:xfrm>
                <a:prstGeom prst="rect">
                  <a:avLst/>
                </a:prstGeom>
              </p:spPr>
            </p:pic>
          </mc:Fallback>
        </mc:AlternateContent>
        <mc:AlternateContent xmlns:mc="http://schemas.openxmlformats.org/markup-compatibility/2006">
          <mc:Choice xmlns:p14="http://schemas.microsoft.com/office/powerpoint/2010/main" Requires="p14">
            <p:contentPart p14:bwMode="auto" r:id="rId456">
              <p14:nvContentPartPr>
                <p14:cNvPr id="262" name="Ink 261">
                  <a:extLst>
                    <a:ext uri="{FF2B5EF4-FFF2-40B4-BE49-F238E27FC236}">
                      <a16:creationId xmlns:a16="http://schemas.microsoft.com/office/drawing/2014/main" id="{C382B0FE-6309-3826-F37F-D2566DC72947}"/>
                    </a:ext>
                  </a:extLst>
                </p14:cNvPr>
                <p14:cNvContentPartPr/>
                <p14:nvPr/>
              </p14:nvContentPartPr>
              <p14:xfrm>
                <a:off x="8274710" y="2731357"/>
                <a:ext cx="5400" cy="5760"/>
              </p14:xfrm>
            </p:contentPart>
          </mc:Choice>
          <mc:Fallback>
            <p:pic>
              <p:nvPicPr>
                <p:cNvPr id="262" name="Ink 261">
                  <a:extLst>
                    <a:ext uri="{FF2B5EF4-FFF2-40B4-BE49-F238E27FC236}">
                      <a16:creationId xmlns:a16="http://schemas.microsoft.com/office/drawing/2014/main" id="{C382B0FE-6309-3826-F37F-D2566DC72947}"/>
                    </a:ext>
                  </a:extLst>
                </p:cNvPr>
                <p:cNvPicPr/>
                <p:nvPr/>
              </p:nvPicPr>
              <p:blipFill>
                <a:blip r:embed="rId457"/>
                <a:stretch>
                  <a:fillRect/>
                </a:stretch>
              </p:blipFill>
              <p:spPr>
                <a:xfrm>
                  <a:off x="8257070" y="2713717"/>
                  <a:ext cx="41040" cy="41400"/>
                </a:xfrm>
                <a:prstGeom prst="rect">
                  <a:avLst/>
                </a:prstGeom>
              </p:spPr>
            </p:pic>
          </mc:Fallback>
        </mc:AlternateContent>
        <mc:AlternateContent xmlns:mc="http://schemas.openxmlformats.org/markup-compatibility/2006">
          <mc:Choice xmlns:p14="http://schemas.microsoft.com/office/powerpoint/2010/main" Requires="p14">
            <p:contentPart p14:bwMode="auto" r:id="rId458">
              <p14:nvContentPartPr>
                <p14:cNvPr id="263" name="Ink 262">
                  <a:extLst>
                    <a:ext uri="{FF2B5EF4-FFF2-40B4-BE49-F238E27FC236}">
                      <a16:creationId xmlns:a16="http://schemas.microsoft.com/office/drawing/2014/main" id="{B9484B42-9481-8C3D-CCEC-C0AFB8F45EFE}"/>
                    </a:ext>
                  </a:extLst>
                </p14:cNvPr>
                <p14:cNvContentPartPr/>
                <p14:nvPr/>
              </p14:nvContentPartPr>
              <p14:xfrm>
                <a:off x="8273630" y="2648917"/>
                <a:ext cx="109080" cy="134280"/>
              </p14:xfrm>
            </p:contentPart>
          </mc:Choice>
          <mc:Fallback>
            <p:pic>
              <p:nvPicPr>
                <p:cNvPr id="263" name="Ink 262">
                  <a:extLst>
                    <a:ext uri="{FF2B5EF4-FFF2-40B4-BE49-F238E27FC236}">
                      <a16:creationId xmlns:a16="http://schemas.microsoft.com/office/drawing/2014/main" id="{B9484B42-9481-8C3D-CCEC-C0AFB8F45EFE}"/>
                    </a:ext>
                  </a:extLst>
                </p:cNvPr>
                <p:cNvPicPr/>
                <p:nvPr/>
              </p:nvPicPr>
              <p:blipFill>
                <a:blip r:embed="rId459"/>
                <a:stretch>
                  <a:fillRect/>
                </a:stretch>
              </p:blipFill>
              <p:spPr>
                <a:xfrm>
                  <a:off x="8255990" y="2631277"/>
                  <a:ext cx="144720" cy="169920"/>
                </a:xfrm>
                <a:prstGeom prst="rect">
                  <a:avLst/>
                </a:prstGeom>
              </p:spPr>
            </p:pic>
          </mc:Fallback>
        </mc:AlternateContent>
        <mc:AlternateContent xmlns:mc="http://schemas.openxmlformats.org/markup-compatibility/2006">
          <mc:Choice xmlns:p14="http://schemas.microsoft.com/office/powerpoint/2010/main" Requires="p14">
            <p:contentPart p14:bwMode="auto" r:id="rId460">
              <p14:nvContentPartPr>
                <p14:cNvPr id="266" name="Ink 265">
                  <a:extLst>
                    <a:ext uri="{FF2B5EF4-FFF2-40B4-BE49-F238E27FC236}">
                      <a16:creationId xmlns:a16="http://schemas.microsoft.com/office/drawing/2014/main" id="{004271A6-92B5-FC3F-E4AD-01DE24DE6B5E}"/>
                    </a:ext>
                  </a:extLst>
                </p14:cNvPr>
                <p14:cNvContentPartPr/>
                <p14:nvPr/>
              </p14:nvContentPartPr>
              <p14:xfrm>
                <a:off x="7269950" y="3047437"/>
                <a:ext cx="59400" cy="59760"/>
              </p14:xfrm>
            </p:contentPart>
          </mc:Choice>
          <mc:Fallback>
            <p:pic>
              <p:nvPicPr>
                <p:cNvPr id="266" name="Ink 265">
                  <a:extLst>
                    <a:ext uri="{FF2B5EF4-FFF2-40B4-BE49-F238E27FC236}">
                      <a16:creationId xmlns:a16="http://schemas.microsoft.com/office/drawing/2014/main" id="{004271A6-92B5-FC3F-E4AD-01DE24DE6B5E}"/>
                    </a:ext>
                  </a:extLst>
                </p:cNvPr>
                <p:cNvPicPr/>
                <p:nvPr/>
              </p:nvPicPr>
              <p:blipFill>
                <a:blip r:embed="rId461"/>
                <a:stretch>
                  <a:fillRect/>
                </a:stretch>
              </p:blipFill>
              <p:spPr>
                <a:xfrm>
                  <a:off x="7252310" y="3029437"/>
                  <a:ext cx="95040" cy="95400"/>
                </a:xfrm>
                <a:prstGeom prst="rect">
                  <a:avLst/>
                </a:prstGeom>
              </p:spPr>
            </p:pic>
          </mc:Fallback>
        </mc:AlternateContent>
        <mc:AlternateContent xmlns:mc="http://schemas.openxmlformats.org/markup-compatibility/2006">
          <mc:Choice xmlns:p14="http://schemas.microsoft.com/office/powerpoint/2010/main" Requires="p14">
            <p:contentPart p14:bwMode="auto" r:id="rId462">
              <p14:nvContentPartPr>
                <p14:cNvPr id="267" name="Ink 266">
                  <a:extLst>
                    <a:ext uri="{FF2B5EF4-FFF2-40B4-BE49-F238E27FC236}">
                      <a16:creationId xmlns:a16="http://schemas.microsoft.com/office/drawing/2014/main" id="{9ED7FE4F-992D-5EAC-2896-7532EDB04031}"/>
                    </a:ext>
                  </a:extLst>
                </p14:cNvPr>
                <p14:cNvContentPartPr/>
                <p14:nvPr/>
              </p14:nvContentPartPr>
              <p14:xfrm>
                <a:off x="7336190" y="2956357"/>
                <a:ext cx="48240" cy="121320"/>
              </p14:xfrm>
            </p:contentPart>
          </mc:Choice>
          <mc:Fallback>
            <p:pic>
              <p:nvPicPr>
                <p:cNvPr id="267" name="Ink 266">
                  <a:extLst>
                    <a:ext uri="{FF2B5EF4-FFF2-40B4-BE49-F238E27FC236}">
                      <a16:creationId xmlns:a16="http://schemas.microsoft.com/office/drawing/2014/main" id="{9ED7FE4F-992D-5EAC-2896-7532EDB04031}"/>
                    </a:ext>
                  </a:extLst>
                </p:cNvPr>
                <p:cNvPicPr/>
                <p:nvPr/>
              </p:nvPicPr>
              <p:blipFill>
                <a:blip r:embed="rId463"/>
                <a:stretch>
                  <a:fillRect/>
                </a:stretch>
              </p:blipFill>
              <p:spPr>
                <a:xfrm>
                  <a:off x="7318550" y="2938717"/>
                  <a:ext cx="83880" cy="156960"/>
                </a:xfrm>
                <a:prstGeom prst="rect">
                  <a:avLst/>
                </a:prstGeom>
              </p:spPr>
            </p:pic>
          </mc:Fallback>
        </mc:AlternateContent>
        <mc:AlternateContent xmlns:mc="http://schemas.openxmlformats.org/markup-compatibility/2006">
          <mc:Choice xmlns:p14="http://schemas.microsoft.com/office/powerpoint/2010/main" Requires="p14">
            <p:contentPart p14:bwMode="auto" r:id="rId464">
              <p14:nvContentPartPr>
                <p14:cNvPr id="268" name="Ink 267">
                  <a:extLst>
                    <a:ext uri="{FF2B5EF4-FFF2-40B4-BE49-F238E27FC236}">
                      <a16:creationId xmlns:a16="http://schemas.microsoft.com/office/drawing/2014/main" id="{8DAF8584-6A6C-A3EF-E2AD-6B661FD9C150}"/>
                    </a:ext>
                  </a:extLst>
                </p14:cNvPr>
                <p14:cNvContentPartPr/>
                <p14:nvPr/>
              </p14:nvContentPartPr>
              <p14:xfrm>
                <a:off x="7436630" y="2949877"/>
                <a:ext cx="204840" cy="152640"/>
              </p14:xfrm>
            </p:contentPart>
          </mc:Choice>
          <mc:Fallback>
            <p:pic>
              <p:nvPicPr>
                <p:cNvPr id="268" name="Ink 267">
                  <a:extLst>
                    <a:ext uri="{FF2B5EF4-FFF2-40B4-BE49-F238E27FC236}">
                      <a16:creationId xmlns:a16="http://schemas.microsoft.com/office/drawing/2014/main" id="{8DAF8584-6A6C-A3EF-E2AD-6B661FD9C150}"/>
                    </a:ext>
                  </a:extLst>
                </p:cNvPr>
                <p:cNvPicPr/>
                <p:nvPr/>
              </p:nvPicPr>
              <p:blipFill>
                <a:blip r:embed="rId465"/>
                <a:stretch>
                  <a:fillRect/>
                </a:stretch>
              </p:blipFill>
              <p:spPr>
                <a:xfrm>
                  <a:off x="7418630" y="2931877"/>
                  <a:ext cx="240480" cy="188280"/>
                </a:xfrm>
                <a:prstGeom prst="rect">
                  <a:avLst/>
                </a:prstGeom>
              </p:spPr>
            </p:pic>
          </mc:Fallback>
        </mc:AlternateContent>
        <mc:AlternateContent xmlns:mc="http://schemas.openxmlformats.org/markup-compatibility/2006">
          <mc:Choice xmlns:p14="http://schemas.microsoft.com/office/powerpoint/2010/main" Requires="p14">
            <p:contentPart p14:bwMode="auto" r:id="rId466">
              <p14:nvContentPartPr>
                <p14:cNvPr id="269" name="Ink 268">
                  <a:extLst>
                    <a:ext uri="{FF2B5EF4-FFF2-40B4-BE49-F238E27FC236}">
                      <a16:creationId xmlns:a16="http://schemas.microsoft.com/office/drawing/2014/main" id="{F19EF0F2-55B1-C780-C012-6BB12DEDDF8F}"/>
                    </a:ext>
                  </a:extLst>
                </p14:cNvPr>
                <p14:cNvContentPartPr/>
                <p14:nvPr/>
              </p14:nvContentPartPr>
              <p14:xfrm>
                <a:off x="7656230" y="3030517"/>
                <a:ext cx="187200" cy="143640"/>
              </p14:xfrm>
            </p:contentPart>
          </mc:Choice>
          <mc:Fallback>
            <p:pic>
              <p:nvPicPr>
                <p:cNvPr id="269" name="Ink 268">
                  <a:extLst>
                    <a:ext uri="{FF2B5EF4-FFF2-40B4-BE49-F238E27FC236}">
                      <a16:creationId xmlns:a16="http://schemas.microsoft.com/office/drawing/2014/main" id="{F19EF0F2-55B1-C780-C012-6BB12DEDDF8F}"/>
                    </a:ext>
                  </a:extLst>
                </p:cNvPr>
                <p:cNvPicPr/>
                <p:nvPr/>
              </p:nvPicPr>
              <p:blipFill>
                <a:blip r:embed="rId467"/>
                <a:stretch>
                  <a:fillRect/>
                </a:stretch>
              </p:blipFill>
              <p:spPr>
                <a:xfrm>
                  <a:off x="7638590" y="3012877"/>
                  <a:ext cx="222840" cy="179280"/>
                </a:xfrm>
                <a:prstGeom prst="rect">
                  <a:avLst/>
                </a:prstGeom>
              </p:spPr>
            </p:pic>
          </mc:Fallback>
        </mc:AlternateContent>
        <mc:AlternateContent xmlns:mc="http://schemas.openxmlformats.org/markup-compatibility/2006">
          <mc:Choice xmlns:p14="http://schemas.microsoft.com/office/powerpoint/2010/main" Requires="p14">
            <p:contentPart p14:bwMode="auto" r:id="rId468">
              <p14:nvContentPartPr>
                <p14:cNvPr id="270" name="Ink 269">
                  <a:extLst>
                    <a:ext uri="{FF2B5EF4-FFF2-40B4-BE49-F238E27FC236}">
                      <a16:creationId xmlns:a16="http://schemas.microsoft.com/office/drawing/2014/main" id="{50AE2A92-4E95-37C3-7404-3C7968903FB5}"/>
                    </a:ext>
                  </a:extLst>
                </p14:cNvPr>
                <p14:cNvContentPartPr/>
                <p14:nvPr/>
              </p14:nvContentPartPr>
              <p14:xfrm>
                <a:off x="7049630" y="3207637"/>
                <a:ext cx="151920" cy="192960"/>
              </p14:xfrm>
            </p:contentPart>
          </mc:Choice>
          <mc:Fallback>
            <p:pic>
              <p:nvPicPr>
                <p:cNvPr id="270" name="Ink 269">
                  <a:extLst>
                    <a:ext uri="{FF2B5EF4-FFF2-40B4-BE49-F238E27FC236}">
                      <a16:creationId xmlns:a16="http://schemas.microsoft.com/office/drawing/2014/main" id="{50AE2A92-4E95-37C3-7404-3C7968903FB5}"/>
                    </a:ext>
                  </a:extLst>
                </p:cNvPr>
                <p:cNvPicPr/>
                <p:nvPr/>
              </p:nvPicPr>
              <p:blipFill>
                <a:blip r:embed="rId469"/>
                <a:stretch>
                  <a:fillRect/>
                </a:stretch>
              </p:blipFill>
              <p:spPr>
                <a:xfrm>
                  <a:off x="7031990" y="3189997"/>
                  <a:ext cx="187560" cy="228600"/>
                </a:xfrm>
                <a:prstGeom prst="rect">
                  <a:avLst/>
                </a:prstGeom>
              </p:spPr>
            </p:pic>
          </mc:Fallback>
        </mc:AlternateContent>
        <mc:AlternateContent xmlns:mc="http://schemas.openxmlformats.org/markup-compatibility/2006">
          <mc:Choice xmlns:p14="http://schemas.microsoft.com/office/powerpoint/2010/main" Requires="p14">
            <p:contentPart p14:bwMode="auto" r:id="rId470">
              <p14:nvContentPartPr>
                <p14:cNvPr id="271" name="Ink 270">
                  <a:extLst>
                    <a:ext uri="{FF2B5EF4-FFF2-40B4-BE49-F238E27FC236}">
                      <a16:creationId xmlns:a16="http://schemas.microsoft.com/office/drawing/2014/main" id="{F889EF47-9638-BCA4-4F2C-F1117E9DA313}"/>
                    </a:ext>
                  </a:extLst>
                </p14:cNvPr>
                <p14:cNvContentPartPr/>
                <p14:nvPr/>
              </p14:nvContentPartPr>
              <p14:xfrm>
                <a:off x="7276070" y="3261277"/>
                <a:ext cx="54000" cy="207360"/>
              </p14:xfrm>
            </p:contentPart>
          </mc:Choice>
          <mc:Fallback>
            <p:pic>
              <p:nvPicPr>
                <p:cNvPr id="271" name="Ink 270">
                  <a:extLst>
                    <a:ext uri="{FF2B5EF4-FFF2-40B4-BE49-F238E27FC236}">
                      <a16:creationId xmlns:a16="http://schemas.microsoft.com/office/drawing/2014/main" id="{F889EF47-9638-BCA4-4F2C-F1117E9DA313}"/>
                    </a:ext>
                  </a:extLst>
                </p:cNvPr>
                <p:cNvPicPr/>
                <p:nvPr/>
              </p:nvPicPr>
              <p:blipFill>
                <a:blip r:embed="rId471"/>
                <a:stretch>
                  <a:fillRect/>
                </a:stretch>
              </p:blipFill>
              <p:spPr>
                <a:xfrm>
                  <a:off x="7258430" y="3243277"/>
                  <a:ext cx="89640" cy="243000"/>
                </a:xfrm>
                <a:prstGeom prst="rect">
                  <a:avLst/>
                </a:prstGeom>
              </p:spPr>
            </p:pic>
          </mc:Fallback>
        </mc:AlternateContent>
        <mc:AlternateContent xmlns:mc="http://schemas.openxmlformats.org/markup-compatibility/2006">
          <mc:Choice xmlns:p14="http://schemas.microsoft.com/office/powerpoint/2010/main" Requires="p14">
            <p:contentPart p14:bwMode="auto" r:id="rId472">
              <p14:nvContentPartPr>
                <p14:cNvPr id="272" name="Ink 271">
                  <a:extLst>
                    <a:ext uri="{FF2B5EF4-FFF2-40B4-BE49-F238E27FC236}">
                      <a16:creationId xmlns:a16="http://schemas.microsoft.com/office/drawing/2014/main" id="{EBF95493-F252-ABEB-883C-F5B9B3422C66}"/>
                    </a:ext>
                  </a:extLst>
                </p14:cNvPr>
                <p14:cNvContentPartPr/>
                <p14:nvPr/>
              </p14:nvContentPartPr>
              <p14:xfrm>
                <a:off x="7303430" y="3292957"/>
                <a:ext cx="81000" cy="78480"/>
              </p14:xfrm>
            </p:contentPart>
          </mc:Choice>
          <mc:Fallback>
            <p:pic>
              <p:nvPicPr>
                <p:cNvPr id="272" name="Ink 271">
                  <a:extLst>
                    <a:ext uri="{FF2B5EF4-FFF2-40B4-BE49-F238E27FC236}">
                      <a16:creationId xmlns:a16="http://schemas.microsoft.com/office/drawing/2014/main" id="{EBF95493-F252-ABEB-883C-F5B9B3422C66}"/>
                    </a:ext>
                  </a:extLst>
                </p:cNvPr>
                <p:cNvPicPr/>
                <p:nvPr/>
              </p:nvPicPr>
              <p:blipFill>
                <a:blip r:embed="rId473"/>
                <a:stretch>
                  <a:fillRect/>
                </a:stretch>
              </p:blipFill>
              <p:spPr>
                <a:xfrm>
                  <a:off x="7285790" y="3275317"/>
                  <a:ext cx="116640" cy="114120"/>
                </a:xfrm>
                <a:prstGeom prst="rect">
                  <a:avLst/>
                </a:prstGeom>
              </p:spPr>
            </p:pic>
          </mc:Fallback>
        </mc:AlternateContent>
        <mc:AlternateContent xmlns:mc="http://schemas.openxmlformats.org/markup-compatibility/2006">
          <mc:Choice xmlns:p14="http://schemas.microsoft.com/office/powerpoint/2010/main" Requires="p14">
            <p:contentPart p14:bwMode="auto" r:id="rId474">
              <p14:nvContentPartPr>
                <p14:cNvPr id="273" name="Ink 272">
                  <a:extLst>
                    <a:ext uri="{FF2B5EF4-FFF2-40B4-BE49-F238E27FC236}">
                      <a16:creationId xmlns:a16="http://schemas.microsoft.com/office/drawing/2014/main" id="{F9410B17-8645-AFC7-076D-453C2DC676DD}"/>
                    </a:ext>
                  </a:extLst>
                </p14:cNvPr>
                <p14:cNvContentPartPr/>
                <p14:nvPr/>
              </p14:nvContentPartPr>
              <p14:xfrm>
                <a:off x="7458950" y="3300877"/>
                <a:ext cx="25920" cy="129600"/>
              </p14:xfrm>
            </p:contentPart>
          </mc:Choice>
          <mc:Fallback>
            <p:pic>
              <p:nvPicPr>
                <p:cNvPr id="273" name="Ink 272">
                  <a:extLst>
                    <a:ext uri="{FF2B5EF4-FFF2-40B4-BE49-F238E27FC236}">
                      <a16:creationId xmlns:a16="http://schemas.microsoft.com/office/drawing/2014/main" id="{F9410B17-8645-AFC7-076D-453C2DC676DD}"/>
                    </a:ext>
                  </a:extLst>
                </p:cNvPr>
                <p:cNvPicPr/>
                <p:nvPr/>
              </p:nvPicPr>
              <p:blipFill>
                <a:blip r:embed="rId475"/>
                <a:stretch>
                  <a:fillRect/>
                </a:stretch>
              </p:blipFill>
              <p:spPr>
                <a:xfrm>
                  <a:off x="7441310" y="3282877"/>
                  <a:ext cx="61560" cy="165240"/>
                </a:xfrm>
                <a:prstGeom prst="rect">
                  <a:avLst/>
                </a:prstGeom>
              </p:spPr>
            </p:pic>
          </mc:Fallback>
        </mc:AlternateContent>
        <mc:AlternateContent xmlns:mc="http://schemas.openxmlformats.org/markup-compatibility/2006">
          <mc:Choice xmlns:p14="http://schemas.microsoft.com/office/powerpoint/2010/main" Requires="p14">
            <p:contentPart p14:bwMode="auto" r:id="rId476">
              <p14:nvContentPartPr>
                <p14:cNvPr id="274" name="Ink 273">
                  <a:extLst>
                    <a:ext uri="{FF2B5EF4-FFF2-40B4-BE49-F238E27FC236}">
                      <a16:creationId xmlns:a16="http://schemas.microsoft.com/office/drawing/2014/main" id="{5166FF2F-E303-7D9B-E251-6BC66FFBFD35}"/>
                    </a:ext>
                  </a:extLst>
                </p14:cNvPr>
                <p14:cNvContentPartPr/>
                <p14:nvPr/>
              </p14:nvContentPartPr>
              <p14:xfrm>
                <a:off x="7457150" y="3273157"/>
                <a:ext cx="46800" cy="14040"/>
              </p14:xfrm>
            </p:contentPart>
          </mc:Choice>
          <mc:Fallback>
            <p:pic>
              <p:nvPicPr>
                <p:cNvPr id="274" name="Ink 273">
                  <a:extLst>
                    <a:ext uri="{FF2B5EF4-FFF2-40B4-BE49-F238E27FC236}">
                      <a16:creationId xmlns:a16="http://schemas.microsoft.com/office/drawing/2014/main" id="{5166FF2F-E303-7D9B-E251-6BC66FFBFD35}"/>
                    </a:ext>
                  </a:extLst>
                </p:cNvPr>
                <p:cNvPicPr/>
                <p:nvPr/>
              </p:nvPicPr>
              <p:blipFill>
                <a:blip r:embed="rId477"/>
                <a:stretch>
                  <a:fillRect/>
                </a:stretch>
              </p:blipFill>
              <p:spPr>
                <a:xfrm>
                  <a:off x="7439150" y="3255517"/>
                  <a:ext cx="82440" cy="49680"/>
                </a:xfrm>
                <a:prstGeom prst="rect">
                  <a:avLst/>
                </a:prstGeom>
              </p:spPr>
            </p:pic>
          </mc:Fallback>
        </mc:AlternateContent>
        <mc:AlternateContent xmlns:mc="http://schemas.openxmlformats.org/markup-compatibility/2006">
          <mc:Choice xmlns:p14="http://schemas.microsoft.com/office/powerpoint/2010/main" Requires="p14">
            <p:contentPart p14:bwMode="auto" r:id="rId478">
              <p14:nvContentPartPr>
                <p14:cNvPr id="275" name="Ink 274">
                  <a:extLst>
                    <a:ext uri="{FF2B5EF4-FFF2-40B4-BE49-F238E27FC236}">
                      <a16:creationId xmlns:a16="http://schemas.microsoft.com/office/drawing/2014/main" id="{EF3C4F35-8131-D232-CA29-F8DA686315D6}"/>
                    </a:ext>
                  </a:extLst>
                </p14:cNvPr>
                <p14:cNvContentPartPr/>
                <p14:nvPr/>
              </p14:nvContentPartPr>
              <p14:xfrm>
                <a:off x="7476950" y="3391237"/>
                <a:ext cx="48240" cy="34920"/>
              </p14:xfrm>
            </p:contentPart>
          </mc:Choice>
          <mc:Fallback>
            <p:pic>
              <p:nvPicPr>
                <p:cNvPr id="275" name="Ink 274">
                  <a:extLst>
                    <a:ext uri="{FF2B5EF4-FFF2-40B4-BE49-F238E27FC236}">
                      <a16:creationId xmlns:a16="http://schemas.microsoft.com/office/drawing/2014/main" id="{EF3C4F35-8131-D232-CA29-F8DA686315D6}"/>
                    </a:ext>
                  </a:extLst>
                </p:cNvPr>
                <p:cNvPicPr/>
                <p:nvPr/>
              </p:nvPicPr>
              <p:blipFill>
                <a:blip r:embed="rId479"/>
                <a:stretch>
                  <a:fillRect/>
                </a:stretch>
              </p:blipFill>
              <p:spPr>
                <a:xfrm>
                  <a:off x="7458950" y="3373237"/>
                  <a:ext cx="83880" cy="70560"/>
                </a:xfrm>
                <a:prstGeom prst="rect">
                  <a:avLst/>
                </a:prstGeom>
              </p:spPr>
            </p:pic>
          </mc:Fallback>
        </mc:AlternateContent>
        <mc:AlternateContent xmlns:mc="http://schemas.openxmlformats.org/markup-compatibility/2006">
          <mc:Choice xmlns:p14="http://schemas.microsoft.com/office/powerpoint/2010/main" Requires="p14">
            <p:contentPart p14:bwMode="auto" r:id="rId480">
              <p14:nvContentPartPr>
                <p14:cNvPr id="276" name="Ink 275">
                  <a:extLst>
                    <a:ext uri="{FF2B5EF4-FFF2-40B4-BE49-F238E27FC236}">
                      <a16:creationId xmlns:a16="http://schemas.microsoft.com/office/drawing/2014/main" id="{3E63A516-9013-9E3A-DD06-6C64BD02D6B7}"/>
                    </a:ext>
                  </a:extLst>
                </p14:cNvPr>
                <p14:cNvContentPartPr/>
                <p14:nvPr/>
              </p14:nvContentPartPr>
              <p14:xfrm>
                <a:off x="7569470" y="3285037"/>
                <a:ext cx="68760" cy="94320"/>
              </p14:xfrm>
            </p:contentPart>
          </mc:Choice>
          <mc:Fallback>
            <p:pic>
              <p:nvPicPr>
                <p:cNvPr id="276" name="Ink 275">
                  <a:extLst>
                    <a:ext uri="{FF2B5EF4-FFF2-40B4-BE49-F238E27FC236}">
                      <a16:creationId xmlns:a16="http://schemas.microsoft.com/office/drawing/2014/main" id="{3E63A516-9013-9E3A-DD06-6C64BD02D6B7}"/>
                    </a:ext>
                  </a:extLst>
                </p:cNvPr>
                <p:cNvPicPr/>
                <p:nvPr/>
              </p:nvPicPr>
              <p:blipFill>
                <a:blip r:embed="rId481"/>
                <a:stretch>
                  <a:fillRect/>
                </a:stretch>
              </p:blipFill>
              <p:spPr>
                <a:xfrm>
                  <a:off x="7551470" y="3267037"/>
                  <a:ext cx="104400" cy="129960"/>
                </a:xfrm>
                <a:prstGeom prst="rect">
                  <a:avLst/>
                </a:prstGeom>
              </p:spPr>
            </p:pic>
          </mc:Fallback>
        </mc:AlternateContent>
        <mc:AlternateContent xmlns:mc="http://schemas.openxmlformats.org/markup-compatibility/2006">
          <mc:Choice xmlns:p14="http://schemas.microsoft.com/office/powerpoint/2010/main" Requires="p14">
            <p:contentPart p14:bwMode="auto" r:id="rId482">
              <p14:nvContentPartPr>
                <p14:cNvPr id="277" name="Ink 276">
                  <a:extLst>
                    <a:ext uri="{FF2B5EF4-FFF2-40B4-BE49-F238E27FC236}">
                      <a16:creationId xmlns:a16="http://schemas.microsoft.com/office/drawing/2014/main" id="{B23F267A-D556-D9A1-A31B-84553C0D3C86}"/>
                    </a:ext>
                  </a:extLst>
                </p14:cNvPr>
                <p14:cNvContentPartPr/>
                <p14:nvPr/>
              </p14:nvContentPartPr>
              <p14:xfrm>
                <a:off x="7910030" y="3258757"/>
                <a:ext cx="38160" cy="164160"/>
              </p14:xfrm>
            </p:contentPart>
          </mc:Choice>
          <mc:Fallback>
            <p:pic>
              <p:nvPicPr>
                <p:cNvPr id="277" name="Ink 276">
                  <a:extLst>
                    <a:ext uri="{FF2B5EF4-FFF2-40B4-BE49-F238E27FC236}">
                      <a16:creationId xmlns:a16="http://schemas.microsoft.com/office/drawing/2014/main" id="{B23F267A-D556-D9A1-A31B-84553C0D3C86}"/>
                    </a:ext>
                  </a:extLst>
                </p:cNvPr>
                <p:cNvPicPr/>
                <p:nvPr/>
              </p:nvPicPr>
              <p:blipFill>
                <a:blip r:embed="rId483"/>
                <a:stretch>
                  <a:fillRect/>
                </a:stretch>
              </p:blipFill>
              <p:spPr>
                <a:xfrm>
                  <a:off x="7892390" y="3241117"/>
                  <a:ext cx="73800" cy="199800"/>
                </a:xfrm>
                <a:prstGeom prst="rect">
                  <a:avLst/>
                </a:prstGeom>
              </p:spPr>
            </p:pic>
          </mc:Fallback>
        </mc:AlternateContent>
        <mc:AlternateContent xmlns:mc="http://schemas.openxmlformats.org/markup-compatibility/2006">
          <mc:Choice xmlns:p14="http://schemas.microsoft.com/office/powerpoint/2010/main" Requires="p14">
            <p:contentPart p14:bwMode="auto" r:id="rId484">
              <p14:nvContentPartPr>
                <p14:cNvPr id="278" name="Ink 277">
                  <a:extLst>
                    <a:ext uri="{FF2B5EF4-FFF2-40B4-BE49-F238E27FC236}">
                      <a16:creationId xmlns:a16="http://schemas.microsoft.com/office/drawing/2014/main" id="{D0B73157-665B-01C7-7321-1936D8C73F87}"/>
                    </a:ext>
                  </a:extLst>
                </p14:cNvPr>
                <p14:cNvContentPartPr/>
                <p14:nvPr/>
              </p14:nvContentPartPr>
              <p14:xfrm>
                <a:off x="8010470" y="3268837"/>
                <a:ext cx="47520" cy="113400"/>
              </p14:xfrm>
            </p:contentPart>
          </mc:Choice>
          <mc:Fallback>
            <p:pic>
              <p:nvPicPr>
                <p:cNvPr id="278" name="Ink 277">
                  <a:extLst>
                    <a:ext uri="{FF2B5EF4-FFF2-40B4-BE49-F238E27FC236}">
                      <a16:creationId xmlns:a16="http://schemas.microsoft.com/office/drawing/2014/main" id="{D0B73157-665B-01C7-7321-1936D8C73F87}"/>
                    </a:ext>
                  </a:extLst>
                </p:cNvPr>
                <p:cNvPicPr/>
                <p:nvPr/>
              </p:nvPicPr>
              <p:blipFill>
                <a:blip r:embed="rId485"/>
                <a:stretch>
                  <a:fillRect/>
                </a:stretch>
              </p:blipFill>
              <p:spPr>
                <a:xfrm>
                  <a:off x="7992830" y="3250837"/>
                  <a:ext cx="83160" cy="149040"/>
                </a:xfrm>
                <a:prstGeom prst="rect">
                  <a:avLst/>
                </a:prstGeom>
              </p:spPr>
            </p:pic>
          </mc:Fallback>
        </mc:AlternateContent>
        <mc:AlternateContent xmlns:mc="http://schemas.openxmlformats.org/markup-compatibility/2006">
          <mc:Choice xmlns:p14="http://schemas.microsoft.com/office/powerpoint/2010/main" Requires="p14">
            <p:contentPart p14:bwMode="auto" r:id="rId486">
              <p14:nvContentPartPr>
                <p14:cNvPr id="279" name="Ink 278">
                  <a:extLst>
                    <a:ext uri="{FF2B5EF4-FFF2-40B4-BE49-F238E27FC236}">
                      <a16:creationId xmlns:a16="http://schemas.microsoft.com/office/drawing/2014/main" id="{3B3C57E4-E428-4538-13D1-DA8C86A26FE0}"/>
                    </a:ext>
                  </a:extLst>
                </p14:cNvPr>
                <p14:cNvContentPartPr/>
                <p14:nvPr/>
              </p14:nvContentPartPr>
              <p14:xfrm>
                <a:off x="8003270" y="3280357"/>
                <a:ext cx="147960" cy="141120"/>
              </p14:xfrm>
            </p:contentPart>
          </mc:Choice>
          <mc:Fallback>
            <p:pic>
              <p:nvPicPr>
                <p:cNvPr id="279" name="Ink 278">
                  <a:extLst>
                    <a:ext uri="{FF2B5EF4-FFF2-40B4-BE49-F238E27FC236}">
                      <a16:creationId xmlns:a16="http://schemas.microsoft.com/office/drawing/2014/main" id="{3B3C57E4-E428-4538-13D1-DA8C86A26FE0}"/>
                    </a:ext>
                  </a:extLst>
                </p:cNvPr>
                <p:cNvPicPr/>
                <p:nvPr/>
              </p:nvPicPr>
              <p:blipFill>
                <a:blip r:embed="rId487"/>
                <a:stretch>
                  <a:fillRect/>
                </a:stretch>
              </p:blipFill>
              <p:spPr>
                <a:xfrm>
                  <a:off x="7985270" y="3262357"/>
                  <a:ext cx="183600" cy="176760"/>
                </a:xfrm>
                <a:prstGeom prst="rect">
                  <a:avLst/>
                </a:prstGeom>
              </p:spPr>
            </p:pic>
          </mc:Fallback>
        </mc:AlternateContent>
        <mc:AlternateContent xmlns:mc="http://schemas.openxmlformats.org/markup-compatibility/2006">
          <mc:Choice xmlns:p14="http://schemas.microsoft.com/office/powerpoint/2010/main" Requires="p14">
            <p:contentPart p14:bwMode="auto" r:id="rId488">
              <p14:nvContentPartPr>
                <p14:cNvPr id="280" name="Ink 279">
                  <a:extLst>
                    <a:ext uri="{FF2B5EF4-FFF2-40B4-BE49-F238E27FC236}">
                      <a16:creationId xmlns:a16="http://schemas.microsoft.com/office/drawing/2014/main" id="{E20FC752-B674-1863-5336-6358151A9739}"/>
                    </a:ext>
                  </a:extLst>
                </p14:cNvPr>
                <p14:cNvContentPartPr/>
                <p14:nvPr/>
              </p14:nvContentPartPr>
              <p14:xfrm>
                <a:off x="8239430" y="3236077"/>
                <a:ext cx="129960" cy="173160"/>
              </p14:xfrm>
            </p:contentPart>
          </mc:Choice>
          <mc:Fallback>
            <p:pic>
              <p:nvPicPr>
                <p:cNvPr id="280" name="Ink 279">
                  <a:extLst>
                    <a:ext uri="{FF2B5EF4-FFF2-40B4-BE49-F238E27FC236}">
                      <a16:creationId xmlns:a16="http://schemas.microsoft.com/office/drawing/2014/main" id="{E20FC752-B674-1863-5336-6358151A9739}"/>
                    </a:ext>
                  </a:extLst>
                </p:cNvPr>
                <p:cNvPicPr/>
                <p:nvPr/>
              </p:nvPicPr>
              <p:blipFill>
                <a:blip r:embed="rId489"/>
                <a:stretch>
                  <a:fillRect/>
                </a:stretch>
              </p:blipFill>
              <p:spPr>
                <a:xfrm>
                  <a:off x="8221430" y="3218437"/>
                  <a:ext cx="165600" cy="208800"/>
                </a:xfrm>
                <a:prstGeom prst="rect">
                  <a:avLst/>
                </a:prstGeom>
              </p:spPr>
            </p:pic>
          </mc:Fallback>
        </mc:AlternateContent>
        <mc:AlternateContent xmlns:mc="http://schemas.openxmlformats.org/markup-compatibility/2006">
          <mc:Choice xmlns:p14="http://schemas.microsoft.com/office/powerpoint/2010/main" Requires="p14">
            <p:contentPart p14:bwMode="auto" r:id="rId490">
              <p14:nvContentPartPr>
                <p14:cNvPr id="281" name="Ink 280">
                  <a:extLst>
                    <a:ext uri="{FF2B5EF4-FFF2-40B4-BE49-F238E27FC236}">
                      <a16:creationId xmlns:a16="http://schemas.microsoft.com/office/drawing/2014/main" id="{35DB0746-3469-88FF-A8A9-E52FA86DDFB2}"/>
                    </a:ext>
                  </a:extLst>
                </p14:cNvPr>
                <p14:cNvContentPartPr/>
                <p14:nvPr/>
              </p14:nvContentPartPr>
              <p14:xfrm>
                <a:off x="8478470" y="3242197"/>
                <a:ext cx="7200" cy="150480"/>
              </p14:xfrm>
            </p:contentPart>
          </mc:Choice>
          <mc:Fallback>
            <p:pic>
              <p:nvPicPr>
                <p:cNvPr id="281" name="Ink 280">
                  <a:extLst>
                    <a:ext uri="{FF2B5EF4-FFF2-40B4-BE49-F238E27FC236}">
                      <a16:creationId xmlns:a16="http://schemas.microsoft.com/office/drawing/2014/main" id="{35DB0746-3469-88FF-A8A9-E52FA86DDFB2}"/>
                    </a:ext>
                  </a:extLst>
                </p:cNvPr>
                <p:cNvPicPr/>
                <p:nvPr/>
              </p:nvPicPr>
              <p:blipFill>
                <a:blip r:embed="rId491"/>
                <a:stretch>
                  <a:fillRect/>
                </a:stretch>
              </p:blipFill>
              <p:spPr>
                <a:xfrm>
                  <a:off x="8460470" y="3224197"/>
                  <a:ext cx="42840" cy="186120"/>
                </a:xfrm>
                <a:prstGeom prst="rect">
                  <a:avLst/>
                </a:prstGeom>
              </p:spPr>
            </p:pic>
          </mc:Fallback>
        </mc:AlternateContent>
        <mc:AlternateContent xmlns:mc="http://schemas.openxmlformats.org/markup-compatibility/2006">
          <mc:Choice xmlns:p14="http://schemas.microsoft.com/office/powerpoint/2010/main" Requires="p14">
            <p:contentPart p14:bwMode="auto" r:id="rId492">
              <p14:nvContentPartPr>
                <p14:cNvPr id="282" name="Ink 281">
                  <a:extLst>
                    <a:ext uri="{FF2B5EF4-FFF2-40B4-BE49-F238E27FC236}">
                      <a16:creationId xmlns:a16="http://schemas.microsoft.com/office/drawing/2014/main" id="{AC20FB3F-DFA4-1D03-02DB-E5FB3599AD44}"/>
                    </a:ext>
                  </a:extLst>
                </p14:cNvPr>
                <p14:cNvContentPartPr/>
                <p14:nvPr/>
              </p14:nvContentPartPr>
              <p14:xfrm>
                <a:off x="8550110" y="3240037"/>
                <a:ext cx="47880" cy="171000"/>
              </p14:xfrm>
            </p:contentPart>
          </mc:Choice>
          <mc:Fallback>
            <p:pic>
              <p:nvPicPr>
                <p:cNvPr id="282" name="Ink 281">
                  <a:extLst>
                    <a:ext uri="{FF2B5EF4-FFF2-40B4-BE49-F238E27FC236}">
                      <a16:creationId xmlns:a16="http://schemas.microsoft.com/office/drawing/2014/main" id="{AC20FB3F-DFA4-1D03-02DB-E5FB3599AD44}"/>
                    </a:ext>
                  </a:extLst>
                </p:cNvPr>
                <p:cNvPicPr/>
                <p:nvPr/>
              </p:nvPicPr>
              <p:blipFill>
                <a:blip r:embed="rId493"/>
                <a:stretch>
                  <a:fillRect/>
                </a:stretch>
              </p:blipFill>
              <p:spPr>
                <a:xfrm>
                  <a:off x="8532470" y="3222397"/>
                  <a:ext cx="83520" cy="206640"/>
                </a:xfrm>
                <a:prstGeom prst="rect">
                  <a:avLst/>
                </a:prstGeom>
              </p:spPr>
            </p:pic>
          </mc:Fallback>
        </mc:AlternateContent>
        <mc:AlternateContent xmlns:mc="http://schemas.openxmlformats.org/markup-compatibility/2006">
          <mc:Choice xmlns:p14="http://schemas.microsoft.com/office/powerpoint/2010/main" Requires="p14">
            <p:contentPart p14:bwMode="auto" r:id="rId494">
              <p14:nvContentPartPr>
                <p14:cNvPr id="283" name="Ink 282">
                  <a:extLst>
                    <a:ext uri="{FF2B5EF4-FFF2-40B4-BE49-F238E27FC236}">
                      <a16:creationId xmlns:a16="http://schemas.microsoft.com/office/drawing/2014/main" id="{89CA86A7-D2D5-7462-C50D-4E79B968252D}"/>
                    </a:ext>
                  </a:extLst>
                </p14:cNvPr>
                <p14:cNvContentPartPr/>
                <p14:nvPr/>
              </p14:nvContentPartPr>
              <p14:xfrm>
                <a:off x="8508350" y="3306997"/>
                <a:ext cx="122400" cy="4680"/>
              </p14:xfrm>
            </p:contentPart>
          </mc:Choice>
          <mc:Fallback>
            <p:pic>
              <p:nvPicPr>
                <p:cNvPr id="283" name="Ink 282">
                  <a:extLst>
                    <a:ext uri="{FF2B5EF4-FFF2-40B4-BE49-F238E27FC236}">
                      <a16:creationId xmlns:a16="http://schemas.microsoft.com/office/drawing/2014/main" id="{89CA86A7-D2D5-7462-C50D-4E79B968252D}"/>
                    </a:ext>
                  </a:extLst>
                </p:cNvPr>
                <p:cNvPicPr/>
                <p:nvPr/>
              </p:nvPicPr>
              <p:blipFill>
                <a:blip r:embed="rId495"/>
                <a:stretch>
                  <a:fillRect/>
                </a:stretch>
              </p:blipFill>
              <p:spPr>
                <a:xfrm>
                  <a:off x="8490710" y="3289357"/>
                  <a:ext cx="158040" cy="40320"/>
                </a:xfrm>
                <a:prstGeom prst="rect">
                  <a:avLst/>
                </a:prstGeom>
              </p:spPr>
            </p:pic>
          </mc:Fallback>
        </mc:AlternateContent>
        <mc:AlternateContent xmlns:mc="http://schemas.openxmlformats.org/markup-compatibility/2006">
          <mc:Choice xmlns:p14="http://schemas.microsoft.com/office/powerpoint/2010/main" Requires="p14">
            <p:contentPart p14:bwMode="auto" r:id="rId496">
              <p14:nvContentPartPr>
                <p14:cNvPr id="285" name="Ink 284">
                  <a:extLst>
                    <a:ext uri="{FF2B5EF4-FFF2-40B4-BE49-F238E27FC236}">
                      <a16:creationId xmlns:a16="http://schemas.microsoft.com/office/drawing/2014/main" id="{250F9EE1-F67E-9A96-52AC-4258F232D8BD}"/>
                    </a:ext>
                  </a:extLst>
                </p14:cNvPr>
                <p14:cNvContentPartPr/>
                <p14:nvPr/>
              </p14:nvContentPartPr>
              <p14:xfrm>
                <a:off x="6974030" y="2250037"/>
                <a:ext cx="925200" cy="436680"/>
              </p14:xfrm>
            </p:contentPart>
          </mc:Choice>
          <mc:Fallback>
            <p:pic>
              <p:nvPicPr>
                <p:cNvPr id="285" name="Ink 284">
                  <a:extLst>
                    <a:ext uri="{FF2B5EF4-FFF2-40B4-BE49-F238E27FC236}">
                      <a16:creationId xmlns:a16="http://schemas.microsoft.com/office/drawing/2014/main" id="{250F9EE1-F67E-9A96-52AC-4258F232D8BD}"/>
                    </a:ext>
                  </a:extLst>
                </p:cNvPr>
                <p:cNvPicPr/>
                <p:nvPr/>
              </p:nvPicPr>
              <p:blipFill>
                <a:blip r:embed="rId497"/>
                <a:stretch>
                  <a:fillRect/>
                </a:stretch>
              </p:blipFill>
              <p:spPr>
                <a:xfrm>
                  <a:off x="6956390" y="2232397"/>
                  <a:ext cx="960840" cy="472320"/>
                </a:xfrm>
                <a:prstGeom prst="rect">
                  <a:avLst/>
                </a:prstGeom>
              </p:spPr>
            </p:pic>
          </mc:Fallback>
        </mc:AlternateContent>
        <mc:AlternateContent xmlns:mc="http://schemas.openxmlformats.org/markup-compatibility/2006">
          <mc:Choice xmlns:p14="http://schemas.microsoft.com/office/powerpoint/2010/main" Requires="p14">
            <p:contentPart p14:bwMode="auto" r:id="rId498">
              <p14:nvContentPartPr>
                <p14:cNvPr id="286" name="Ink 285">
                  <a:extLst>
                    <a:ext uri="{FF2B5EF4-FFF2-40B4-BE49-F238E27FC236}">
                      <a16:creationId xmlns:a16="http://schemas.microsoft.com/office/drawing/2014/main" id="{0FAB045B-E817-8034-962D-9EC893F12D64}"/>
                    </a:ext>
                  </a:extLst>
                </p14:cNvPr>
                <p14:cNvContentPartPr/>
                <p14:nvPr/>
              </p14:nvContentPartPr>
              <p14:xfrm>
                <a:off x="6952790" y="2375317"/>
                <a:ext cx="41040" cy="266400"/>
              </p14:xfrm>
            </p:contentPart>
          </mc:Choice>
          <mc:Fallback>
            <p:pic>
              <p:nvPicPr>
                <p:cNvPr id="286" name="Ink 285">
                  <a:extLst>
                    <a:ext uri="{FF2B5EF4-FFF2-40B4-BE49-F238E27FC236}">
                      <a16:creationId xmlns:a16="http://schemas.microsoft.com/office/drawing/2014/main" id="{0FAB045B-E817-8034-962D-9EC893F12D64}"/>
                    </a:ext>
                  </a:extLst>
                </p:cNvPr>
                <p:cNvPicPr/>
                <p:nvPr/>
              </p:nvPicPr>
              <p:blipFill>
                <a:blip r:embed="rId499"/>
                <a:stretch>
                  <a:fillRect/>
                </a:stretch>
              </p:blipFill>
              <p:spPr>
                <a:xfrm>
                  <a:off x="6935150" y="2357677"/>
                  <a:ext cx="76680" cy="302040"/>
                </a:xfrm>
                <a:prstGeom prst="rect">
                  <a:avLst/>
                </a:prstGeom>
              </p:spPr>
            </p:pic>
          </mc:Fallback>
        </mc:AlternateContent>
        <mc:AlternateContent xmlns:mc="http://schemas.openxmlformats.org/markup-compatibility/2006">
          <mc:Choice xmlns:p14="http://schemas.microsoft.com/office/powerpoint/2010/main" Requires="p14">
            <p:contentPart p14:bwMode="auto" r:id="rId500">
              <p14:nvContentPartPr>
                <p14:cNvPr id="288" name="Ink 287">
                  <a:extLst>
                    <a:ext uri="{FF2B5EF4-FFF2-40B4-BE49-F238E27FC236}">
                      <a16:creationId xmlns:a16="http://schemas.microsoft.com/office/drawing/2014/main" id="{14659FC5-3592-5B66-032F-23BE6876095C}"/>
                    </a:ext>
                  </a:extLst>
                </p14:cNvPr>
                <p14:cNvContentPartPr/>
                <p14:nvPr/>
              </p14:nvContentPartPr>
              <p14:xfrm>
                <a:off x="7836950" y="2406997"/>
                <a:ext cx="1117080" cy="1883520"/>
              </p14:xfrm>
            </p:contentPart>
          </mc:Choice>
          <mc:Fallback>
            <p:pic>
              <p:nvPicPr>
                <p:cNvPr id="288" name="Ink 287">
                  <a:extLst>
                    <a:ext uri="{FF2B5EF4-FFF2-40B4-BE49-F238E27FC236}">
                      <a16:creationId xmlns:a16="http://schemas.microsoft.com/office/drawing/2014/main" id="{14659FC5-3592-5B66-032F-23BE6876095C}"/>
                    </a:ext>
                  </a:extLst>
                </p:cNvPr>
                <p:cNvPicPr/>
                <p:nvPr/>
              </p:nvPicPr>
              <p:blipFill>
                <a:blip r:embed="rId501"/>
                <a:stretch>
                  <a:fillRect/>
                </a:stretch>
              </p:blipFill>
              <p:spPr>
                <a:xfrm>
                  <a:off x="7818950" y="2388997"/>
                  <a:ext cx="1152720" cy="1919160"/>
                </a:xfrm>
                <a:prstGeom prst="rect">
                  <a:avLst/>
                </a:prstGeom>
              </p:spPr>
            </p:pic>
          </mc:Fallback>
        </mc:AlternateContent>
        <mc:AlternateContent xmlns:mc="http://schemas.openxmlformats.org/markup-compatibility/2006">
          <mc:Choice xmlns:p14="http://schemas.microsoft.com/office/powerpoint/2010/main" Requires="p14">
            <p:contentPart p14:bwMode="auto" r:id="rId502">
              <p14:nvContentPartPr>
                <p14:cNvPr id="289" name="Ink 288">
                  <a:extLst>
                    <a:ext uri="{FF2B5EF4-FFF2-40B4-BE49-F238E27FC236}">
                      <a16:creationId xmlns:a16="http://schemas.microsoft.com/office/drawing/2014/main" id="{6CC175D8-F7F7-D322-4D81-E9E00FA4484B}"/>
                    </a:ext>
                  </a:extLst>
                </p14:cNvPr>
                <p14:cNvContentPartPr/>
                <p14:nvPr/>
              </p14:nvContentPartPr>
              <p14:xfrm>
                <a:off x="8822270" y="4129237"/>
                <a:ext cx="312120" cy="137520"/>
              </p14:xfrm>
            </p:contentPart>
          </mc:Choice>
          <mc:Fallback>
            <p:pic>
              <p:nvPicPr>
                <p:cNvPr id="289" name="Ink 288">
                  <a:extLst>
                    <a:ext uri="{FF2B5EF4-FFF2-40B4-BE49-F238E27FC236}">
                      <a16:creationId xmlns:a16="http://schemas.microsoft.com/office/drawing/2014/main" id="{6CC175D8-F7F7-D322-4D81-E9E00FA4484B}"/>
                    </a:ext>
                  </a:extLst>
                </p:cNvPr>
                <p:cNvPicPr/>
                <p:nvPr/>
              </p:nvPicPr>
              <p:blipFill>
                <a:blip r:embed="rId503"/>
                <a:stretch>
                  <a:fillRect/>
                </a:stretch>
              </p:blipFill>
              <p:spPr>
                <a:xfrm>
                  <a:off x="8804630" y="4111237"/>
                  <a:ext cx="347760" cy="173160"/>
                </a:xfrm>
                <a:prstGeom prst="rect">
                  <a:avLst/>
                </a:prstGeom>
              </p:spPr>
            </p:pic>
          </mc:Fallback>
        </mc:AlternateContent>
      </p:grpSp>
      <p:grpSp>
        <p:nvGrpSpPr>
          <p:cNvPr id="302" name="Group 301">
            <a:extLst>
              <a:ext uri="{FF2B5EF4-FFF2-40B4-BE49-F238E27FC236}">
                <a16:creationId xmlns:a16="http://schemas.microsoft.com/office/drawing/2014/main" id="{41FD89BB-ACB7-2D23-0F9B-E0FBD3382851}"/>
              </a:ext>
            </a:extLst>
          </p:cNvPr>
          <p:cNvGrpSpPr/>
          <p:nvPr/>
        </p:nvGrpSpPr>
        <p:grpSpPr>
          <a:xfrm>
            <a:off x="8314670" y="4554757"/>
            <a:ext cx="1398960" cy="471960"/>
            <a:chOff x="8314670" y="4554757"/>
            <a:chExt cx="1398960" cy="471960"/>
          </a:xfrm>
        </p:grpSpPr>
        <mc:AlternateContent xmlns:mc="http://schemas.openxmlformats.org/markup-compatibility/2006">
          <mc:Choice xmlns:p14="http://schemas.microsoft.com/office/powerpoint/2010/main" Requires="p14">
            <p:contentPart p14:bwMode="auto" r:id="rId504">
              <p14:nvContentPartPr>
                <p14:cNvPr id="291" name="Ink 290">
                  <a:extLst>
                    <a:ext uri="{FF2B5EF4-FFF2-40B4-BE49-F238E27FC236}">
                      <a16:creationId xmlns:a16="http://schemas.microsoft.com/office/drawing/2014/main" id="{6F1482B6-26BF-6A92-60C6-D456A93F0BBA}"/>
                    </a:ext>
                  </a:extLst>
                </p14:cNvPr>
                <p14:cNvContentPartPr/>
                <p14:nvPr/>
              </p14:nvContentPartPr>
              <p14:xfrm>
                <a:off x="8314670" y="4634317"/>
                <a:ext cx="125640" cy="278640"/>
              </p14:xfrm>
            </p:contentPart>
          </mc:Choice>
          <mc:Fallback>
            <p:pic>
              <p:nvPicPr>
                <p:cNvPr id="291" name="Ink 290">
                  <a:extLst>
                    <a:ext uri="{FF2B5EF4-FFF2-40B4-BE49-F238E27FC236}">
                      <a16:creationId xmlns:a16="http://schemas.microsoft.com/office/drawing/2014/main" id="{6F1482B6-26BF-6A92-60C6-D456A93F0BBA}"/>
                    </a:ext>
                  </a:extLst>
                </p:cNvPr>
                <p:cNvPicPr/>
                <p:nvPr/>
              </p:nvPicPr>
              <p:blipFill>
                <a:blip r:embed="rId505"/>
                <a:stretch>
                  <a:fillRect/>
                </a:stretch>
              </p:blipFill>
              <p:spPr>
                <a:xfrm>
                  <a:off x="8297030" y="4616317"/>
                  <a:ext cx="161280" cy="314280"/>
                </a:xfrm>
                <a:prstGeom prst="rect">
                  <a:avLst/>
                </a:prstGeom>
              </p:spPr>
            </p:pic>
          </mc:Fallback>
        </mc:AlternateContent>
        <mc:AlternateContent xmlns:mc="http://schemas.openxmlformats.org/markup-compatibility/2006">
          <mc:Choice xmlns:p14="http://schemas.microsoft.com/office/powerpoint/2010/main" Requires="p14">
            <p:contentPart p14:bwMode="auto" r:id="rId506">
              <p14:nvContentPartPr>
                <p14:cNvPr id="292" name="Ink 291">
                  <a:extLst>
                    <a:ext uri="{FF2B5EF4-FFF2-40B4-BE49-F238E27FC236}">
                      <a16:creationId xmlns:a16="http://schemas.microsoft.com/office/drawing/2014/main" id="{A6AA2F01-7CB1-C114-AC5E-90AE11D299DA}"/>
                    </a:ext>
                  </a:extLst>
                </p14:cNvPr>
                <p14:cNvContentPartPr/>
                <p14:nvPr/>
              </p14:nvContentPartPr>
              <p14:xfrm>
                <a:off x="8519510" y="4773277"/>
                <a:ext cx="53640" cy="122760"/>
              </p14:xfrm>
            </p:contentPart>
          </mc:Choice>
          <mc:Fallback>
            <p:pic>
              <p:nvPicPr>
                <p:cNvPr id="292" name="Ink 291">
                  <a:extLst>
                    <a:ext uri="{FF2B5EF4-FFF2-40B4-BE49-F238E27FC236}">
                      <a16:creationId xmlns:a16="http://schemas.microsoft.com/office/drawing/2014/main" id="{A6AA2F01-7CB1-C114-AC5E-90AE11D299DA}"/>
                    </a:ext>
                  </a:extLst>
                </p:cNvPr>
                <p:cNvPicPr/>
                <p:nvPr/>
              </p:nvPicPr>
              <p:blipFill>
                <a:blip r:embed="rId507"/>
                <a:stretch>
                  <a:fillRect/>
                </a:stretch>
              </p:blipFill>
              <p:spPr>
                <a:xfrm>
                  <a:off x="8501870" y="4755277"/>
                  <a:ext cx="89280" cy="158400"/>
                </a:xfrm>
                <a:prstGeom prst="rect">
                  <a:avLst/>
                </a:prstGeom>
              </p:spPr>
            </p:pic>
          </mc:Fallback>
        </mc:AlternateContent>
        <mc:AlternateContent xmlns:mc="http://schemas.openxmlformats.org/markup-compatibility/2006">
          <mc:Choice xmlns:p14="http://schemas.microsoft.com/office/powerpoint/2010/main" Requires="p14">
            <p:contentPart p14:bwMode="auto" r:id="rId508">
              <p14:nvContentPartPr>
                <p14:cNvPr id="293" name="Ink 292">
                  <a:extLst>
                    <a:ext uri="{FF2B5EF4-FFF2-40B4-BE49-F238E27FC236}">
                      <a16:creationId xmlns:a16="http://schemas.microsoft.com/office/drawing/2014/main" id="{64DD18DA-B6D7-0083-1462-4710655023F8}"/>
                    </a:ext>
                  </a:extLst>
                </p14:cNvPr>
                <p14:cNvContentPartPr/>
                <p14:nvPr/>
              </p14:nvContentPartPr>
              <p14:xfrm>
                <a:off x="8644070" y="4631077"/>
                <a:ext cx="75960" cy="239040"/>
              </p14:xfrm>
            </p:contentPart>
          </mc:Choice>
          <mc:Fallback>
            <p:pic>
              <p:nvPicPr>
                <p:cNvPr id="293" name="Ink 292">
                  <a:extLst>
                    <a:ext uri="{FF2B5EF4-FFF2-40B4-BE49-F238E27FC236}">
                      <a16:creationId xmlns:a16="http://schemas.microsoft.com/office/drawing/2014/main" id="{64DD18DA-B6D7-0083-1462-4710655023F8}"/>
                    </a:ext>
                  </a:extLst>
                </p:cNvPr>
                <p:cNvPicPr/>
                <p:nvPr/>
              </p:nvPicPr>
              <p:blipFill>
                <a:blip r:embed="rId509"/>
                <a:stretch>
                  <a:fillRect/>
                </a:stretch>
              </p:blipFill>
              <p:spPr>
                <a:xfrm>
                  <a:off x="8626430" y="4613437"/>
                  <a:ext cx="111600" cy="274680"/>
                </a:xfrm>
                <a:prstGeom prst="rect">
                  <a:avLst/>
                </a:prstGeom>
              </p:spPr>
            </p:pic>
          </mc:Fallback>
        </mc:AlternateContent>
        <mc:AlternateContent xmlns:mc="http://schemas.openxmlformats.org/markup-compatibility/2006">
          <mc:Choice xmlns:p14="http://schemas.microsoft.com/office/powerpoint/2010/main" Requires="p14">
            <p:contentPart p14:bwMode="auto" r:id="rId510">
              <p14:nvContentPartPr>
                <p14:cNvPr id="294" name="Ink 293">
                  <a:extLst>
                    <a:ext uri="{FF2B5EF4-FFF2-40B4-BE49-F238E27FC236}">
                      <a16:creationId xmlns:a16="http://schemas.microsoft.com/office/drawing/2014/main" id="{5A5DF382-86C1-C1E9-1EA3-BFEDF4AB4273}"/>
                    </a:ext>
                  </a:extLst>
                </p14:cNvPr>
                <p14:cNvContentPartPr/>
                <p14:nvPr/>
              </p14:nvContentPartPr>
              <p14:xfrm>
                <a:off x="8702390" y="4780117"/>
                <a:ext cx="102600" cy="114840"/>
              </p14:xfrm>
            </p:contentPart>
          </mc:Choice>
          <mc:Fallback>
            <p:pic>
              <p:nvPicPr>
                <p:cNvPr id="294" name="Ink 293">
                  <a:extLst>
                    <a:ext uri="{FF2B5EF4-FFF2-40B4-BE49-F238E27FC236}">
                      <a16:creationId xmlns:a16="http://schemas.microsoft.com/office/drawing/2014/main" id="{5A5DF382-86C1-C1E9-1EA3-BFEDF4AB4273}"/>
                    </a:ext>
                  </a:extLst>
                </p:cNvPr>
                <p:cNvPicPr/>
                <p:nvPr/>
              </p:nvPicPr>
              <p:blipFill>
                <a:blip r:embed="rId511"/>
                <a:stretch>
                  <a:fillRect/>
                </a:stretch>
              </p:blipFill>
              <p:spPr>
                <a:xfrm>
                  <a:off x="8684390" y="4762477"/>
                  <a:ext cx="138240" cy="150480"/>
                </a:xfrm>
                <a:prstGeom prst="rect">
                  <a:avLst/>
                </a:prstGeom>
              </p:spPr>
            </p:pic>
          </mc:Fallback>
        </mc:AlternateContent>
        <mc:AlternateContent xmlns:mc="http://schemas.openxmlformats.org/markup-compatibility/2006">
          <mc:Choice xmlns:p14="http://schemas.microsoft.com/office/powerpoint/2010/main" Requires="p14">
            <p:contentPart p14:bwMode="auto" r:id="rId512">
              <p14:nvContentPartPr>
                <p14:cNvPr id="295" name="Ink 294">
                  <a:extLst>
                    <a:ext uri="{FF2B5EF4-FFF2-40B4-BE49-F238E27FC236}">
                      <a16:creationId xmlns:a16="http://schemas.microsoft.com/office/drawing/2014/main" id="{246A1CCE-13AC-6F43-221F-55A9D730EC4E}"/>
                    </a:ext>
                  </a:extLst>
                </p14:cNvPr>
                <p14:cNvContentPartPr/>
                <p14:nvPr/>
              </p14:nvContentPartPr>
              <p14:xfrm>
                <a:off x="8861510" y="4767877"/>
                <a:ext cx="128880" cy="258840"/>
              </p14:xfrm>
            </p:contentPart>
          </mc:Choice>
          <mc:Fallback>
            <p:pic>
              <p:nvPicPr>
                <p:cNvPr id="295" name="Ink 294">
                  <a:extLst>
                    <a:ext uri="{FF2B5EF4-FFF2-40B4-BE49-F238E27FC236}">
                      <a16:creationId xmlns:a16="http://schemas.microsoft.com/office/drawing/2014/main" id="{246A1CCE-13AC-6F43-221F-55A9D730EC4E}"/>
                    </a:ext>
                  </a:extLst>
                </p:cNvPr>
                <p:cNvPicPr/>
                <p:nvPr/>
              </p:nvPicPr>
              <p:blipFill>
                <a:blip r:embed="rId513"/>
                <a:stretch>
                  <a:fillRect/>
                </a:stretch>
              </p:blipFill>
              <p:spPr>
                <a:xfrm>
                  <a:off x="8843870" y="4749877"/>
                  <a:ext cx="164520" cy="294480"/>
                </a:xfrm>
                <a:prstGeom prst="rect">
                  <a:avLst/>
                </a:prstGeom>
              </p:spPr>
            </p:pic>
          </mc:Fallback>
        </mc:AlternateContent>
        <mc:AlternateContent xmlns:mc="http://schemas.openxmlformats.org/markup-compatibility/2006">
          <mc:Choice xmlns:p14="http://schemas.microsoft.com/office/powerpoint/2010/main" Requires="p14">
            <p:contentPart p14:bwMode="auto" r:id="rId514">
              <p14:nvContentPartPr>
                <p14:cNvPr id="296" name="Ink 295">
                  <a:extLst>
                    <a:ext uri="{FF2B5EF4-FFF2-40B4-BE49-F238E27FC236}">
                      <a16:creationId xmlns:a16="http://schemas.microsoft.com/office/drawing/2014/main" id="{B5E03376-BDC9-6256-A964-FD65B96A2F2B}"/>
                    </a:ext>
                  </a:extLst>
                </p14:cNvPr>
                <p14:cNvContentPartPr/>
                <p14:nvPr/>
              </p14:nvContentPartPr>
              <p14:xfrm>
                <a:off x="9127190" y="4554757"/>
                <a:ext cx="88920" cy="343800"/>
              </p14:xfrm>
            </p:contentPart>
          </mc:Choice>
          <mc:Fallback>
            <p:pic>
              <p:nvPicPr>
                <p:cNvPr id="296" name="Ink 295">
                  <a:extLst>
                    <a:ext uri="{FF2B5EF4-FFF2-40B4-BE49-F238E27FC236}">
                      <a16:creationId xmlns:a16="http://schemas.microsoft.com/office/drawing/2014/main" id="{B5E03376-BDC9-6256-A964-FD65B96A2F2B}"/>
                    </a:ext>
                  </a:extLst>
                </p:cNvPr>
                <p:cNvPicPr/>
                <p:nvPr/>
              </p:nvPicPr>
              <p:blipFill>
                <a:blip r:embed="rId515"/>
                <a:stretch>
                  <a:fillRect/>
                </a:stretch>
              </p:blipFill>
              <p:spPr>
                <a:xfrm>
                  <a:off x="9109550" y="4536757"/>
                  <a:ext cx="124560" cy="379440"/>
                </a:xfrm>
                <a:prstGeom prst="rect">
                  <a:avLst/>
                </a:prstGeom>
              </p:spPr>
            </p:pic>
          </mc:Fallback>
        </mc:AlternateContent>
        <mc:AlternateContent xmlns:mc="http://schemas.openxmlformats.org/markup-compatibility/2006">
          <mc:Choice xmlns:p14="http://schemas.microsoft.com/office/powerpoint/2010/main" Requires="p14">
            <p:contentPart p14:bwMode="auto" r:id="rId516">
              <p14:nvContentPartPr>
                <p14:cNvPr id="297" name="Ink 296">
                  <a:extLst>
                    <a:ext uri="{FF2B5EF4-FFF2-40B4-BE49-F238E27FC236}">
                      <a16:creationId xmlns:a16="http://schemas.microsoft.com/office/drawing/2014/main" id="{66DAFE33-03E3-C8A1-DF29-FC1D60A5C041}"/>
                    </a:ext>
                  </a:extLst>
                </p14:cNvPr>
                <p14:cNvContentPartPr/>
                <p14:nvPr/>
              </p14:nvContentPartPr>
              <p14:xfrm>
                <a:off x="9326630" y="4703077"/>
                <a:ext cx="12240" cy="123840"/>
              </p14:xfrm>
            </p:contentPart>
          </mc:Choice>
          <mc:Fallback>
            <p:pic>
              <p:nvPicPr>
                <p:cNvPr id="297" name="Ink 296">
                  <a:extLst>
                    <a:ext uri="{FF2B5EF4-FFF2-40B4-BE49-F238E27FC236}">
                      <a16:creationId xmlns:a16="http://schemas.microsoft.com/office/drawing/2014/main" id="{66DAFE33-03E3-C8A1-DF29-FC1D60A5C041}"/>
                    </a:ext>
                  </a:extLst>
                </p:cNvPr>
                <p:cNvPicPr/>
                <p:nvPr/>
              </p:nvPicPr>
              <p:blipFill>
                <a:blip r:embed="rId517"/>
                <a:stretch>
                  <a:fillRect/>
                </a:stretch>
              </p:blipFill>
              <p:spPr>
                <a:xfrm>
                  <a:off x="9308630" y="4685437"/>
                  <a:ext cx="47880" cy="159480"/>
                </a:xfrm>
                <a:prstGeom prst="rect">
                  <a:avLst/>
                </a:prstGeom>
              </p:spPr>
            </p:pic>
          </mc:Fallback>
        </mc:AlternateContent>
        <mc:AlternateContent xmlns:mc="http://schemas.openxmlformats.org/markup-compatibility/2006">
          <mc:Choice xmlns:p14="http://schemas.microsoft.com/office/powerpoint/2010/main" Requires="p14">
            <p:contentPart p14:bwMode="auto" r:id="rId518">
              <p14:nvContentPartPr>
                <p14:cNvPr id="298" name="Ink 297">
                  <a:extLst>
                    <a:ext uri="{FF2B5EF4-FFF2-40B4-BE49-F238E27FC236}">
                      <a16:creationId xmlns:a16="http://schemas.microsoft.com/office/drawing/2014/main" id="{0247CE7D-3D7B-8060-B8B2-A16F365FED5B}"/>
                    </a:ext>
                  </a:extLst>
                </p14:cNvPr>
                <p14:cNvContentPartPr/>
                <p14:nvPr/>
              </p14:nvContentPartPr>
              <p14:xfrm>
                <a:off x="9448670" y="4628917"/>
                <a:ext cx="86040" cy="290520"/>
              </p14:xfrm>
            </p:contentPart>
          </mc:Choice>
          <mc:Fallback>
            <p:pic>
              <p:nvPicPr>
                <p:cNvPr id="298" name="Ink 297">
                  <a:extLst>
                    <a:ext uri="{FF2B5EF4-FFF2-40B4-BE49-F238E27FC236}">
                      <a16:creationId xmlns:a16="http://schemas.microsoft.com/office/drawing/2014/main" id="{0247CE7D-3D7B-8060-B8B2-A16F365FED5B}"/>
                    </a:ext>
                  </a:extLst>
                </p:cNvPr>
                <p:cNvPicPr/>
                <p:nvPr/>
              </p:nvPicPr>
              <p:blipFill>
                <a:blip r:embed="rId519"/>
                <a:stretch>
                  <a:fillRect/>
                </a:stretch>
              </p:blipFill>
              <p:spPr>
                <a:xfrm>
                  <a:off x="9430670" y="4611277"/>
                  <a:ext cx="121680" cy="326160"/>
                </a:xfrm>
                <a:prstGeom prst="rect">
                  <a:avLst/>
                </a:prstGeom>
              </p:spPr>
            </p:pic>
          </mc:Fallback>
        </mc:AlternateContent>
        <mc:AlternateContent xmlns:mc="http://schemas.openxmlformats.org/markup-compatibility/2006">
          <mc:Choice xmlns:p14="http://schemas.microsoft.com/office/powerpoint/2010/main" Requires="p14">
            <p:contentPart p14:bwMode="auto" r:id="rId520">
              <p14:nvContentPartPr>
                <p14:cNvPr id="300" name="Ink 299">
                  <a:extLst>
                    <a:ext uri="{FF2B5EF4-FFF2-40B4-BE49-F238E27FC236}">
                      <a16:creationId xmlns:a16="http://schemas.microsoft.com/office/drawing/2014/main" id="{CBB36E86-CF8F-B3CE-F265-A8D96C7E54D0}"/>
                    </a:ext>
                  </a:extLst>
                </p14:cNvPr>
                <p14:cNvContentPartPr/>
                <p14:nvPr/>
              </p14:nvContentPartPr>
              <p14:xfrm>
                <a:off x="9671150" y="4787677"/>
                <a:ext cx="42480" cy="132840"/>
              </p14:xfrm>
            </p:contentPart>
          </mc:Choice>
          <mc:Fallback>
            <p:pic>
              <p:nvPicPr>
                <p:cNvPr id="300" name="Ink 299">
                  <a:extLst>
                    <a:ext uri="{FF2B5EF4-FFF2-40B4-BE49-F238E27FC236}">
                      <a16:creationId xmlns:a16="http://schemas.microsoft.com/office/drawing/2014/main" id="{CBB36E86-CF8F-B3CE-F265-A8D96C7E54D0}"/>
                    </a:ext>
                  </a:extLst>
                </p:cNvPr>
                <p:cNvPicPr/>
                <p:nvPr/>
              </p:nvPicPr>
              <p:blipFill>
                <a:blip r:embed="rId521"/>
                <a:stretch>
                  <a:fillRect/>
                </a:stretch>
              </p:blipFill>
              <p:spPr>
                <a:xfrm>
                  <a:off x="9653510" y="4770037"/>
                  <a:ext cx="78120" cy="168480"/>
                </a:xfrm>
                <a:prstGeom prst="rect">
                  <a:avLst/>
                </a:prstGeom>
              </p:spPr>
            </p:pic>
          </mc:Fallback>
        </mc:AlternateContent>
        <mc:AlternateContent xmlns:mc="http://schemas.openxmlformats.org/markup-compatibility/2006">
          <mc:Choice xmlns:p14="http://schemas.microsoft.com/office/powerpoint/2010/main" Requires="p14">
            <p:contentPart p14:bwMode="auto" r:id="rId522">
              <p14:nvContentPartPr>
                <p14:cNvPr id="301" name="Ink 300">
                  <a:extLst>
                    <a:ext uri="{FF2B5EF4-FFF2-40B4-BE49-F238E27FC236}">
                      <a16:creationId xmlns:a16="http://schemas.microsoft.com/office/drawing/2014/main" id="{AC9FB3FD-600A-5956-EB30-1AE20C263C78}"/>
                    </a:ext>
                  </a:extLst>
                </p14:cNvPr>
                <p14:cNvContentPartPr/>
                <p14:nvPr/>
              </p14:nvContentPartPr>
              <p14:xfrm>
                <a:off x="9689870" y="4692277"/>
                <a:ext cx="6120" cy="12600"/>
              </p14:xfrm>
            </p:contentPart>
          </mc:Choice>
          <mc:Fallback>
            <p:pic>
              <p:nvPicPr>
                <p:cNvPr id="301" name="Ink 300">
                  <a:extLst>
                    <a:ext uri="{FF2B5EF4-FFF2-40B4-BE49-F238E27FC236}">
                      <a16:creationId xmlns:a16="http://schemas.microsoft.com/office/drawing/2014/main" id="{AC9FB3FD-600A-5956-EB30-1AE20C263C78}"/>
                    </a:ext>
                  </a:extLst>
                </p:cNvPr>
                <p:cNvPicPr/>
                <p:nvPr/>
              </p:nvPicPr>
              <p:blipFill>
                <a:blip r:embed="rId523"/>
                <a:stretch>
                  <a:fillRect/>
                </a:stretch>
              </p:blipFill>
              <p:spPr>
                <a:xfrm>
                  <a:off x="9672230" y="4674637"/>
                  <a:ext cx="41760" cy="48240"/>
                </a:xfrm>
                <a:prstGeom prst="rect">
                  <a:avLst/>
                </a:prstGeom>
              </p:spPr>
            </p:pic>
          </mc:Fallback>
        </mc:AlternateContent>
      </p:grpSp>
      <p:grpSp>
        <p:nvGrpSpPr>
          <p:cNvPr id="305" name="Group 304">
            <a:extLst>
              <a:ext uri="{FF2B5EF4-FFF2-40B4-BE49-F238E27FC236}">
                <a16:creationId xmlns:a16="http://schemas.microsoft.com/office/drawing/2014/main" id="{27C6E6F0-03F8-BE61-EA01-DF3314DBFF49}"/>
              </a:ext>
            </a:extLst>
          </p:cNvPr>
          <p:cNvGrpSpPr/>
          <p:nvPr/>
        </p:nvGrpSpPr>
        <p:grpSpPr>
          <a:xfrm>
            <a:off x="8478830" y="5266837"/>
            <a:ext cx="315000" cy="165600"/>
            <a:chOff x="8478830" y="5266837"/>
            <a:chExt cx="315000" cy="165600"/>
          </a:xfrm>
        </p:grpSpPr>
        <mc:AlternateContent xmlns:mc="http://schemas.openxmlformats.org/markup-compatibility/2006">
          <mc:Choice xmlns:p14="http://schemas.microsoft.com/office/powerpoint/2010/main" Requires="p14">
            <p:contentPart p14:bwMode="auto" r:id="rId524">
              <p14:nvContentPartPr>
                <p14:cNvPr id="303" name="Ink 302">
                  <a:extLst>
                    <a:ext uri="{FF2B5EF4-FFF2-40B4-BE49-F238E27FC236}">
                      <a16:creationId xmlns:a16="http://schemas.microsoft.com/office/drawing/2014/main" id="{39B6B9A5-CECE-E9F5-2ECB-A1E5793A7BD7}"/>
                    </a:ext>
                  </a:extLst>
                </p14:cNvPr>
                <p14:cNvContentPartPr/>
                <p14:nvPr/>
              </p14:nvContentPartPr>
              <p14:xfrm>
                <a:off x="8478830" y="5266837"/>
                <a:ext cx="185400" cy="107280"/>
              </p14:xfrm>
            </p:contentPart>
          </mc:Choice>
          <mc:Fallback>
            <p:pic>
              <p:nvPicPr>
                <p:cNvPr id="303" name="Ink 302">
                  <a:extLst>
                    <a:ext uri="{FF2B5EF4-FFF2-40B4-BE49-F238E27FC236}">
                      <a16:creationId xmlns:a16="http://schemas.microsoft.com/office/drawing/2014/main" id="{39B6B9A5-CECE-E9F5-2ECB-A1E5793A7BD7}"/>
                    </a:ext>
                  </a:extLst>
                </p:cNvPr>
                <p:cNvPicPr/>
                <p:nvPr/>
              </p:nvPicPr>
              <p:blipFill>
                <a:blip r:embed="rId525"/>
                <a:stretch>
                  <a:fillRect/>
                </a:stretch>
              </p:blipFill>
              <p:spPr>
                <a:xfrm>
                  <a:off x="8461190" y="5249197"/>
                  <a:ext cx="221040" cy="142920"/>
                </a:xfrm>
                <a:prstGeom prst="rect">
                  <a:avLst/>
                </a:prstGeom>
              </p:spPr>
            </p:pic>
          </mc:Fallback>
        </mc:AlternateContent>
        <mc:AlternateContent xmlns:mc="http://schemas.openxmlformats.org/markup-compatibility/2006">
          <mc:Choice xmlns:p14="http://schemas.microsoft.com/office/powerpoint/2010/main" Requires="p14">
            <p:contentPart p14:bwMode="auto" r:id="rId526">
              <p14:nvContentPartPr>
                <p14:cNvPr id="304" name="Ink 303">
                  <a:extLst>
                    <a:ext uri="{FF2B5EF4-FFF2-40B4-BE49-F238E27FC236}">
                      <a16:creationId xmlns:a16="http://schemas.microsoft.com/office/drawing/2014/main" id="{01EC98D3-D8AC-1B61-F465-123816E5FD09}"/>
                    </a:ext>
                  </a:extLst>
                </p14:cNvPr>
                <p14:cNvContentPartPr/>
                <p14:nvPr/>
              </p14:nvContentPartPr>
              <p14:xfrm>
                <a:off x="8539310" y="5355757"/>
                <a:ext cx="254520" cy="76680"/>
              </p14:xfrm>
            </p:contentPart>
          </mc:Choice>
          <mc:Fallback>
            <p:pic>
              <p:nvPicPr>
                <p:cNvPr id="304" name="Ink 303">
                  <a:extLst>
                    <a:ext uri="{FF2B5EF4-FFF2-40B4-BE49-F238E27FC236}">
                      <a16:creationId xmlns:a16="http://schemas.microsoft.com/office/drawing/2014/main" id="{01EC98D3-D8AC-1B61-F465-123816E5FD09}"/>
                    </a:ext>
                  </a:extLst>
                </p:cNvPr>
                <p:cNvPicPr/>
                <p:nvPr/>
              </p:nvPicPr>
              <p:blipFill>
                <a:blip r:embed="rId527"/>
                <a:stretch>
                  <a:fillRect/>
                </a:stretch>
              </p:blipFill>
              <p:spPr>
                <a:xfrm>
                  <a:off x="8521670" y="5337757"/>
                  <a:ext cx="290160" cy="112320"/>
                </a:xfrm>
                <a:prstGeom prst="rect">
                  <a:avLst/>
                </a:prstGeom>
              </p:spPr>
            </p:pic>
          </mc:Fallback>
        </mc:AlternateContent>
      </p:grpSp>
      <p:grpSp>
        <p:nvGrpSpPr>
          <p:cNvPr id="309" name="Group 308">
            <a:extLst>
              <a:ext uri="{FF2B5EF4-FFF2-40B4-BE49-F238E27FC236}">
                <a16:creationId xmlns:a16="http://schemas.microsoft.com/office/drawing/2014/main" id="{C4C5E30D-F98A-CE22-B411-C4CD3CF2EF14}"/>
              </a:ext>
            </a:extLst>
          </p:cNvPr>
          <p:cNvGrpSpPr/>
          <p:nvPr/>
        </p:nvGrpSpPr>
        <p:grpSpPr>
          <a:xfrm>
            <a:off x="9155630" y="5232997"/>
            <a:ext cx="641520" cy="279360"/>
            <a:chOff x="9155630" y="5232997"/>
            <a:chExt cx="641520" cy="279360"/>
          </a:xfrm>
        </p:grpSpPr>
        <mc:AlternateContent xmlns:mc="http://schemas.openxmlformats.org/markup-compatibility/2006">
          <mc:Choice xmlns:p14="http://schemas.microsoft.com/office/powerpoint/2010/main" Requires="p14">
            <p:contentPart p14:bwMode="auto" r:id="rId528">
              <p14:nvContentPartPr>
                <p14:cNvPr id="306" name="Ink 305">
                  <a:extLst>
                    <a:ext uri="{FF2B5EF4-FFF2-40B4-BE49-F238E27FC236}">
                      <a16:creationId xmlns:a16="http://schemas.microsoft.com/office/drawing/2014/main" id="{D6631C4C-4907-8810-19B9-4285B8C85F5D}"/>
                    </a:ext>
                  </a:extLst>
                </p14:cNvPr>
                <p14:cNvContentPartPr/>
                <p14:nvPr/>
              </p14:nvContentPartPr>
              <p14:xfrm>
                <a:off x="9155630" y="5232997"/>
                <a:ext cx="29880" cy="279360"/>
              </p14:xfrm>
            </p:contentPart>
          </mc:Choice>
          <mc:Fallback>
            <p:pic>
              <p:nvPicPr>
                <p:cNvPr id="306" name="Ink 305">
                  <a:extLst>
                    <a:ext uri="{FF2B5EF4-FFF2-40B4-BE49-F238E27FC236}">
                      <a16:creationId xmlns:a16="http://schemas.microsoft.com/office/drawing/2014/main" id="{D6631C4C-4907-8810-19B9-4285B8C85F5D}"/>
                    </a:ext>
                  </a:extLst>
                </p:cNvPr>
                <p:cNvPicPr/>
                <p:nvPr/>
              </p:nvPicPr>
              <p:blipFill>
                <a:blip r:embed="rId529"/>
                <a:stretch>
                  <a:fillRect/>
                </a:stretch>
              </p:blipFill>
              <p:spPr>
                <a:xfrm>
                  <a:off x="9137630" y="5215357"/>
                  <a:ext cx="65520" cy="315000"/>
                </a:xfrm>
                <a:prstGeom prst="rect">
                  <a:avLst/>
                </a:prstGeom>
              </p:spPr>
            </p:pic>
          </mc:Fallback>
        </mc:AlternateContent>
        <mc:AlternateContent xmlns:mc="http://schemas.openxmlformats.org/markup-compatibility/2006">
          <mc:Choice xmlns:p14="http://schemas.microsoft.com/office/powerpoint/2010/main" Requires="p14">
            <p:contentPart p14:bwMode="auto" r:id="rId530">
              <p14:nvContentPartPr>
                <p14:cNvPr id="307" name="Ink 306">
                  <a:extLst>
                    <a:ext uri="{FF2B5EF4-FFF2-40B4-BE49-F238E27FC236}">
                      <a16:creationId xmlns:a16="http://schemas.microsoft.com/office/drawing/2014/main" id="{CAF65949-5137-4401-EA7A-183D9C14CC1E}"/>
                    </a:ext>
                  </a:extLst>
                </p14:cNvPr>
                <p14:cNvContentPartPr/>
                <p14:nvPr/>
              </p14:nvContentPartPr>
              <p14:xfrm>
                <a:off x="9338870" y="5357557"/>
                <a:ext cx="259560" cy="141480"/>
              </p14:xfrm>
            </p:contentPart>
          </mc:Choice>
          <mc:Fallback>
            <p:pic>
              <p:nvPicPr>
                <p:cNvPr id="307" name="Ink 306">
                  <a:extLst>
                    <a:ext uri="{FF2B5EF4-FFF2-40B4-BE49-F238E27FC236}">
                      <a16:creationId xmlns:a16="http://schemas.microsoft.com/office/drawing/2014/main" id="{CAF65949-5137-4401-EA7A-183D9C14CC1E}"/>
                    </a:ext>
                  </a:extLst>
                </p:cNvPr>
                <p:cNvPicPr/>
                <p:nvPr/>
              </p:nvPicPr>
              <p:blipFill>
                <a:blip r:embed="rId531"/>
                <a:stretch>
                  <a:fillRect/>
                </a:stretch>
              </p:blipFill>
              <p:spPr>
                <a:xfrm>
                  <a:off x="9320870" y="5339557"/>
                  <a:ext cx="295200" cy="177120"/>
                </a:xfrm>
                <a:prstGeom prst="rect">
                  <a:avLst/>
                </a:prstGeom>
              </p:spPr>
            </p:pic>
          </mc:Fallback>
        </mc:AlternateContent>
        <mc:AlternateContent xmlns:mc="http://schemas.openxmlformats.org/markup-compatibility/2006">
          <mc:Choice xmlns:p14="http://schemas.microsoft.com/office/powerpoint/2010/main" Requires="p14">
            <p:contentPart p14:bwMode="auto" r:id="rId532">
              <p14:nvContentPartPr>
                <p14:cNvPr id="308" name="Ink 307">
                  <a:extLst>
                    <a:ext uri="{FF2B5EF4-FFF2-40B4-BE49-F238E27FC236}">
                      <a16:creationId xmlns:a16="http://schemas.microsoft.com/office/drawing/2014/main" id="{F7E0C024-9CA2-1F99-A296-218EF995DD92}"/>
                    </a:ext>
                  </a:extLst>
                </p14:cNvPr>
                <p14:cNvContentPartPr/>
                <p14:nvPr/>
              </p14:nvContentPartPr>
              <p14:xfrm>
                <a:off x="9708950" y="5309317"/>
                <a:ext cx="88200" cy="191160"/>
              </p14:xfrm>
            </p:contentPart>
          </mc:Choice>
          <mc:Fallback>
            <p:pic>
              <p:nvPicPr>
                <p:cNvPr id="308" name="Ink 307">
                  <a:extLst>
                    <a:ext uri="{FF2B5EF4-FFF2-40B4-BE49-F238E27FC236}">
                      <a16:creationId xmlns:a16="http://schemas.microsoft.com/office/drawing/2014/main" id="{F7E0C024-9CA2-1F99-A296-218EF995DD92}"/>
                    </a:ext>
                  </a:extLst>
                </p:cNvPr>
                <p:cNvPicPr/>
                <p:nvPr/>
              </p:nvPicPr>
              <p:blipFill>
                <a:blip r:embed="rId533"/>
                <a:stretch>
                  <a:fillRect/>
                </a:stretch>
              </p:blipFill>
              <p:spPr>
                <a:xfrm>
                  <a:off x="9690950" y="5291317"/>
                  <a:ext cx="123840" cy="22680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534">
            <p14:nvContentPartPr>
              <p14:cNvPr id="310" name="Ink 309">
                <a:extLst>
                  <a:ext uri="{FF2B5EF4-FFF2-40B4-BE49-F238E27FC236}">
                    <a16:creationId xmlns:a16="http://schemas.microsoft.com/office/drawing/2014/main" id="{1D95D368-FB67-FB09-22F3-0CC1A9E835BC}"/>
                  </a:ext>
                </a:extLst>
              </p14:cNvPr>
              <p14:cNvContentPartPr/>
              <p14:nvPr/>
            </p14:nvContentPartPr>
            <p14:xfrm>
              <a:off x="8830910" y="5726197"/>
              <a:ext cx="958320" cy="73800"/>
            </p14:xfrm>
          </p:contentPart>
        </mc:Choice>
        <mc:Fallback>
          <p:pic>
            <p:nvPicPr>
              <p:cNvPr id="310" name="Ink 309">
                <a:extLst>
                  <a:ext uri="{FF2B5EF4-FFF2-40B4-BE49-F238E27FC236}">
                    <a16:creationId xmlns:a16="http://schemas.microsoft.com/office/drawing/2014/main" id="{1D95D368-FB67-FB09-22F3-0CC1A9E835BC}"/>
                  </a:ext>
                </a:extLst>
              </p:cNvPr>
              <p:cNvPicPr/>
              <p:nvPr/>
            </p:nvPicPr>
            <p:blipFill>
              <a:blip r:embed="rId535"/>
              <a:stretch>
                <a:fillRect/>
              </a:stretch>
            </p:blipFill>
            <p:spPr>
              <a:xfrm>
                <a:off x="8813270" y="5708557"/>
                <a:ext cx="993960" cy="109440"/>
              </a:xfrm>
              <a:prstGeom prst="rect">
                <a:avLst/>
              </a:prstGeom>
            </p:spPr>
          </p:pic>
        </mc:Fallback>
      </mc:AlternateContent>
      <p:grpSp>
        <p:nvGrpSpPr>
          <p:cNvPr id="327" name="Group 326">
            <a:extLst>
              <a:ext uri="{FF2B5EF4-FFF2-40B4-BE49-F238E27FC236}">
                <a16:creationId xmlns:a16="http://schemas.microsoft.com/office/drawing/2014/main" id="{E795551C-A73C-55C3-C6BA-EE4399C65D02}"/>
              </a:ext>
            </a:extLst>
          </p:cNvPr>
          <p:cNvGrpSpPr/>
          <p:nvPr/>
        </p:nvGrpSpPr>
        <p:grpSpPr>
          <a:xfrm>
            <a:off x="8015150" y="6348997"/>
            <a:ext cx="549720" cy="263160"/>
            <a:chOff x="8015150" y="6348997"/>
            <a:chExt cx="549720" cy="263160"/>
          </a:xfrm>
        </p:grpSpPr>
        <mc:AlternateContent xmlns:mc="http://schemas.openxmlformats.org/markup-compatibility/2006">
          <mc:Choice xmlns:p14="http://schemas.microsoft.com/office/powerpoint/2010/main" Requires="p14">
            <p:contentPart p14:bwMode="auto" r:id="rId536">
              <p14:nvContentPartPr>
                <p14:cNvPr id="311" name="Ink 310">
                  <a:extLst>
                    <a:ext uri="{FF2B5EF4-FFF2-40B4-BE49-F238E27FC236}">
                      <a16:creationId xmlns:a16="http://schemas.microsoft.com/office/drawing/2014/main" id="{97BF5D64-E6AE-1780-EDEA-065D2FD1261D}"/>
                    </a:ext>
                  </a:extLst>
                </p14:cNvPr>
                <p14:cNvContentPartPr/>
                <p14:nvPr/>
              </p14:nvContentPartPr>
              <p14:xfrm>
                <a:off x="8015150" y="6348997"/>
                <a:ext cx="315000" cy="44280"/>
              </p14:xfrm>
            </p:contentPart>
          </mc:Choice>
          <mc:Fallback>
            <p:pic>
              <p:nvPicPr>
                <p:cNvPr id="311" name="Ink 310">
                  <a:extLst>
                    <a:ext uri="{FF2B5EF4-FFF2-40B4-BE49-F238E27FC236}">
                      <a16:creationId xmlns:a16="http://schemas.microsoft.com/office/drawing/2014/main" id="{97BF5D64-E6AE-1780-EDEA-065D2FD1261D}"/>
                    </a:ext>
                  </a:extLst>
                </p:cNvPr>
                <p:cNvPicPr/>
                <p:nvPr/>
              </p:nvPicPr>
              <p:blipFill>
                <a:blip r:embed="rId537"/>
                <a:stretch>
                  <a:fillRect/>
                </a:stretch>
              </p:blipFill>
              <p:spPr>
                <a:xfrm>
                  <a:off x="7997150" y="6331357"/>
                  <a:ext cx="350640" cy="79920"/>
                </a:xfrm>
                <a:prstGeom prst="rect">
                  <a:avLst/>
                </a:prstGeom>
              </p:spPr>
            </p:pic>
          </mc:Fallback>
        </mc:AlternateContent>
        <mc:AlternateContent xmlns:mc="http://schemas.openxmlformats.org/markup-compatibility/2006">
          <mc:Choice xmlns:p14="http://schemas.microsoft.com/office/powerpoint/2010/main" Requires="p14">
            <p:contentPart p14:bwMode="auto" r:id="rId538">
              <p14:nvContentPartPr>
                <p14:cNvPr id="312" name="Ink 311">
                  <a:extLst>
                    <a:ext uri="{FF2B5EF4-FFF2-40B4-BE49-F238E27FC236}">
                      <a16:creationId xmlns:a16="http://schemas.microsoft.com/office/drawing/2014/main" id="{C1F7E8D2-333D-D0F6-D492-7BB19224C933}"/>
                    </a:ext>
                  </a:extLst>
                </p14:cNvPr>
                <p14:cNvContentPartPr/>
                <p14:nvPr/>
              </p14:nvContentPartPr>
              <p14:xfrm>
                <a:off x="8183630" y="6361957"/>
                <a:ext cx="76320" cy="250200"/>
              </p14:xfrm>
            </p:contentPart>
          </mc:Choice>
          <mc:Fallback>
            <p:pic>
              <p:nvPicPr>
                <p:cNvPr id="312" name="Ink 311">
                  <a:extLst>
                    <a:ext uri="{FF2B5EF4-FFF2-40B4-BE49-F238E27FC236}">
                      <a16:creationId xmlns:a16="http://schemas.microsoft.com/office/drawing/2014/main" id="{C1F7E8D2-333D-D0F6-D492-7BB19224C933}"/>
                    </a:ext>
                  </a:extLst>
                </p:cNvPr>
                <p:cNvPicPr/>
                <p:nvPr/>
              </p:nvPicPr>
              <p:blipFill>
                <a:blip r:embed="rId539"/>
                <a:stretch>
                  <a:fillRect/>
                </a:stretch>
              </p:blipFill>
              <p:spPr>
                <a:xfrm>
                  <a:off x="8165630" y="6344317"/>
                  <a:ext cx="111960" cy="285840"/>
                </a:xfrm>
                <a:prstGeom prst="rect">
                  <a:avLst/>
                </a:prstGeom>
              </p:spPr>
            </p:pic>
          </mc:Fallback>
        </mc:AlternateContent>
        <mc:AlternateContent xmlns:mc="http://schemas.openxmlformats.org/markup-compatibility/2006">
          <mc:Choice xmlns:p14="http://schemas.microsoft.com/office/powerpoint/2010/main" Requires="p14">
            <p:contentPart p14:bwMode="auto" r:id="rId540">
              <p14:nvContentPartPr>
                <p14:cNvPr id="313" name="Ink 312">
                  <a:extLst>
                    <a:ext uri="{FF2B5EF4-FFF2-40B4-BE49-F238E27FC236}">
                      <a16:creationId xmlns:a16="http://schemas.microsoft.com/office/drawing/2014/main" id="{D46C839E-0B0D-17DD-7A65-4884F6234042}"/>
                    </a:ext>
                  </a:extLst>
                </p14:cNvPr>
                <p14:cNvContentPartPr/>
                <p14:nvPr/>
              </p14:nvContentPartPr>
              <p14:xfrm>
                <a:off x="8415470" y="6416677"/>
                <a:ext cx="132480" cy="156240"/>
              </p14:xfrm>
            </p:contentPart>
          </mc:Choice>
          <mc:Fallback>
            <p:pic>
              <p:nvPicPr>
                <p:cNvPr id="313" name="Ink 312">
                  <a:extLst>
                    <a:ext uri="{FF2B5EF4-FFF2-40B4-BE49-F238E27FC236}">
                      <a16:creationId xmlns:a16="http://schemas.microsoft.com/office/drawing/2014/main" id="{D46C839E-0B0D-17DD-7A65-4884F6234042}"/>
                    </a:ext>
                  </a:extLst>
                </p:cNvPr>
                <p:cNvPicPr/>
                <p:nvPr/>
              </p:nvPicPr>
              <p:blipFill>
                <a:blip r:embed="rId541"/>
                <a:stretch>
                  <a:fillRect/>
                </a:stretch>
              </p:blipFill>
              <p:spPr>
                <a:xfrm>
                  <a:off x="8397830" y="6398677"/>
                  <a:ext cx="168120" cy="191880"/>
                </a:xfrm>
                <a:prstGeom prst="rect">
                  <a:avLst/>
                </a:prstGeom>
              </p:spPr>
            </p:pic>
          </mc:Fallback>
        </mc:AlternateContent>
        <mc:AlternateContent xmlns:mc="http://schemas.openxmlformats.org/markup-compatibility/2006">
          <mc:Choice xmlns:p14="http://schemas.microsoft.com/office/powerpoint/2010/main" Requires="p14">
            <p:contentPart p14:bwMode="auto" r:id="rId542">
              <p14:nvContentPartPr>
                <p14:cNvPr id="314" name="Ink 313">
                  <a:extLst>
                    <a:ext uri="{FF2B5EF4-FFF2-40B4-BE49-F238E27FC236}">
                      <a16:creationId xmlns:a16="http://schemas.microsoft.com/office/drawing/2014/main" id="{F36061F9-8C6C-94A3-0C61-9060B85AFA4B}"/>
                    </a:ext>
                  </a:extLst>
                </p14:cNvPr>
                <p14:cNvContentPartPr/>
                <p14:nvPr/>
              </p14:nvContentPartPr>
              <p14:xfrm>
                <a:off x="8440670" y="6378877"/>
                <a:ext cx="124200" cy="212400"/>
              </p14:xfrm>
            </p:contentPart>
          </mc:Choice>
          <mc:Fallback>
            <p:pic>
              <p:nvPicPr>
                <p:cNvPr id="314" name="Ink 313">
                  <a:extLst>
                    <a:ext uri="{FF2B5EF4-FFF2-40B4-BE49-F238E27FC236}">
                      <a16:creationId xmlns:a16="http://schemas.microsoft.com/office/drawing/2014/main" id="{F36061F9-8C6C-94A3-0C61-9060B85AFA4B}"/>
                    </a:ext>
                  </a:extLst>
                </p:cNvPr>
                <p:cNvPicPr/>
                <p:nvPr/>
              </p:nvPicPr>
              <p:blipFill>
                <a:blip r:embed="rId543"/>
                <a:stretch>
                  <a:fillRect/>
                </a:stretch>
              </p:blipFill>
              <p:spPr>
                <a:xfrm>
                  <a:off x="8422670" y="6360877"/>
                  <a:ext cx="159840" cy="248040"/>
                </a:xfrm>
                <a:prstGeom prst="rect">
                  <a:avLst/>
                </a:prstGeom>
              </p:spPr>
            </p:pic>
          </mc:Fallback>
        </mc:AlternateContent>
      </p:grpSp>
      <p:grpSp>
        <p:nvGrpSpPr>
          <p:cNvPr id="326" name="Group 325">
            <a:extLst>
              <a:ext uri="{FF2B5EF4-FFF2-40B4-BE49-F238E27FC236}">
                <a16:creationId xmlns:a16="http://schemas.microsoft.com/office/drawing/2014/main" id="{4AB6E1A0-4F12-6108-6BBC-20E87DA89C13}"/>
              </a:ext>
            </a:extLst>
          </p:cNvPr>
          <p:cNvGrpSpPr/>
          <p:nvPr/>
        </p:nvGrpSpPr>
        <p:grpSpPr>
          <a:xfrm>
            <a:off x="8771870" y="6272677"/>
            <a:ext cx="1338840" cy="333360"/>
            <a:chOff x="8771870" y="6272677"/>
            <a:chExt cx="1338840" cy="333360"/>
          </a:xfrm>
        </p:grpSpPr>
        <mc:AlternateContent xmlns:mc="http://schemas.openxmlformats.org/markup-compatibility/2006">
          <mc:Choice xmlns:p14="http://schemas.microsoft.com/office/powerpoint/2010/main" Requires="p14">
            <p:contentPart p14:bwMode="auto" r:id="rId544">
              <p14:nvContentPartPr>
                <p14:cNvPr id="315" name="Ink 314">
                  <a:extLst>
                    <a:ext uri="{FF2B5EF4-FFF2-40B4-BE49-F238E27FC236}">
                      <a16:creationId xmlns:a16="http://schemas.microsoft.com/office/drawing/2014/main" id="{159225CD-26B0-AB9A-6E7F-357CBAC8E810}"/>
                    </a:ext>
                  </a:extLst>
                </p14:cNvPr>
                <p14:cNvContentPartPr/>
                <p14:nvPr/>
              </p14:nvContentPartPr>
              <p14:xfrm>
                <a:off x="8771870" y="6429277"/>
                <a:ext cx="93600" cy="18720"/>
              </p14:xfrm>
            </p:contentPart>
          </mc:Choice>
          <mc:Fallback>
            <p:pic>
              <p:nvPicPr>
                <p:cNvPr id="315" name="Ink 314">
                  <a:extLst>
                    <a:ext uri="{FF2B5EF4-FFF2-40B4-BE49-F238E27FC236}">
                      <a16:creationId xmlns:a16="http://schemas.microsoft.com/office/drawing/2014/main" id="{159225CD-26B0-AB9A-6E7F-357CBAC8E810}"/>
                    </a:ext>
                  </a:extLst>
                </p:cNvPr>
                <p:cNvPicPr/>
                <p:nvPr/>
              </p:nvPicPr>
              <p:blipFill>
                <a:blip r:embed="rId545"/>
                <a:stretch>
                  <a:fillRect/>
                </a:stretch>
              </p:blipFill>
              <p:spPr>
                <a:xfrm>
                  <a:off x="8754230" y="6411637"/>
                  <a:ext cx="129240" cy="54360"/>
                </a:xfrm>
                <a:prstGeom prst="rect">
                  <a:avLst/>
                </a:prstGeom>
              </p:spPr>
            </p:pic>
          </mc:Fallback>
        </mc:AlternateContent>
        <mc:AlternateContent xmlns:mc="http://schemas.openxmlformats.org/markup-compatibility/2006">
          <mc:Choice xmlns:p14="http://schemas.microsoft.com/office/powerpoint/2010/main" Requires="p14">
            <p:contentPart p14:bwMode="auto" r:id="rId546">
              <p14:nvContentPartPr>
                <p14:cNvPr id="316" name="Ink 315">
                  <a:extLst>
                    <a:ext uri="{FF2B5EF4-FFF2-40B4-BE49-F238E27FC236}">
                      <a16:creationId xmlns:a16="http://schemas.microsoft.com/office/drawing/2014/main" id="{B5DEBF5B-163A-313B-8DBB-AF6200DCB07D}"/>
                    </a:ext>
                  </a:extLst>
                </p14:cNvPr>
                <p14:cNvContentPartPr/>
                <p14:nvPr/>
              </p14:nvContentPartPr>
              <p14:xfrm>
                <a:off x="8816510" y="6477877"/>
                <a:ext cx="138600" cy="48600"/>
              </p14:xfrm>
            </p:contentPart>
          </mc:Choice>
          <mc:Fallback>
            <p:pic>
              <p:nvPicPr>
                <p:cNvPr id="316" name="Ink 315">
                  <a:extLst>
                    <a:ext uri="{FF2B5EF4-FFF2-40B4-BE49-F238E27FC236}">
                      <a16:creationId xmlns:a16="http://schemas.microsoft.com/office/drawing/2014/main" id="{B5DEBF5B-163A-313B-8DBB-AF6200DCB07D}"/>
                    </a:ext>
                  </a:extLst>
                </p:cNvPr>
                <p:cNvPicPr/>
                <p:nvPr/>
              </p:nvPicPr>
              <p:blipFill>
                <a:blip r:embed="rId547"/>
                <a:stretch>
                  <a:fillRect/>
                </a:stretch>
              </p:blipFill>
              <p:spPr>
                <a:xfrm>
                  <a:off x="8798510" y="6460237"/>
                  <a:ext cx="174240" cy="84240"/>
                </a:xfrm>
                <a:prstGeom prst="rect">
                  <a:avLst/>
                </a:prstGeom>
              </p:spPr>
            </p:pic>
          </mc:Fallback>
        </mc:AlternateContent>
        <mc:AlternateContent xmlns:mc="http://schemas.openxmlformats.org/markup-compatibility/2006">
          <mc:Choice xmlns:p14="http://schemas.microsoft.com/office/powerpoint/2010/main" Requires="p14">
            <p:contentPart p14:bwMode="auto" r:id="rId548">
              <p14:nvContentPartPr>
                <p14:cNvPr id="317" name="Ink 316">
                  <a:extLst>
                    <a:ext uri="{FF2B5EF4-FFF2-40B4-BE49-F238E27FC236}">
                      <a16:creationId xmlns:a16="http://schemas.microsoft.com/office/drawing/2014/main" id="{8E0AD63B-4826-F022-1401-62D1FB84DB7A}"/>
                    </a:ext>
                  </a:extLst>
                </p14:cNvPr>
                <p14:cNvContentPartPr/>
                <p14:nvPr/>
              </p14:nvContentPartPr>
              <p14:xfrm>
                <a:off x="9097670" y="6311557"/>
                <a:ext cx="78480" cy="294480"/>
              </p14:xfrm>
            </p:contentPart>
          </mc:Choice>
          <mc:Fallback>
            <p:pic>
              <p:nvPicPr>
                <p:cNvPr id="317" name="Ink 316">
                  <a:extLst>
                    <a:ext uri="{FF2B5EF4-FFF2-40B4-BE49-F238E27FC236}">
                      <a16:creationId xmlns:a16="http://schemas.microsoft.com/office/drawing/2014/main" id="{8E0AD63B-4826-F022-1401-62D1FB84DB7A}"/>
                    </a:ext>
                  </a:extLst>
                </p:cNvPr>
                <p:cNvPicPr/>
                <p:nvPr/>
              </p:nvPicPr>
              <p:blipFill>
                <a:blip r:embed="rId549"/>
                <a:stretch>
                  <a:fillRect/>
                </a:stretch>
              </p:blipFill>
              <p:spPr>
                <a:xfrm>
                  <a:off x="9080030" y="6293557"/>
                  <a:ext cx="114120" cy="330120"/>
                </a:xfrm>
                <a:prstGeom prst="rect">
                  <a:avLst/>
                </a:prstGeom>
              </p:spPr>
            </p:pic>
          </mc:Fallback>
        </mc:AlternateContent>
        <mc:AlternateContent xmlns:mc="http://schemas.openxmlformats.org/markup-compatibility/2006">
          <mc:Choice xmlns:p14="http://schemas.microsoft.com/office/powerpoint/2010/main" Requires="p14">
            <p:contentPart p14:bwMode="auto" r:id="rId550">
              <p14:nvContentPartPr>
                <p14:cNvPr id="318" name="Ink 317">
                  <a:extLst>
                    <a:ext uri="{FF2B5EF4-FFF2-40B4-BE49-F238E27FC236}">
                      <a16:creationId xmlns:a16="http://schemas.microsoft.com/office/drawing/2014/main" id="{5F9C8E50-814A-7602-F01D-63C83B925985}"/>
                    </a:ext>
                  </a:extLst>
                </p14:cNvPr>
                <p14:cNvContentPartPr/>
                <p14:nvPr/>
              </p14:nvContentPartPr>
              <p14:xfrm>
                <a:off x="9260030" y="6302197"/>
                <a:ext cx="85680" cy="294480"/>
              </p14:xfrm>
            </p:contentPart>
          </mc:Choice>
          <mc:Fallback>
            <p:pic>
              <p:nvPicPr>
                <p:cNvPr id="318" name="Ink 317">
                  <a:extLst>
                    <a:ext uri="{FF2B5EF4-FFF2-40B4-BE49-F238E27FC236}">
                      <a16:creationId xmlns:a16="http://schemas.microsoft.com/office/drawing/2014/main" id="{5F9C8E50-814A-7602-F01D-63C83B925985}"/>
                    </a:ext>
                  </a:extLst>
                </p:cNvPr>
                <p:cNvPicPr/>
                <p:nvPr/>
              </p:nvPicPr>
              <p:blipFill>
                <a:blip r:embed="rId551"/>
                <a:stretch>
                  <a:fillRect/>
                </a:stretch>
              </p:blipFill>
              <p:spPr>
                <a:xfrm>
                  <a:off x="9242390" y="6284557"/>
                  <a:ext cx="121320" cy="330120"/>
                </a:xfrm>
                <a:prstGeom prst="rect">
                  <a:avLst/>
                </a:prstGeom>
              </p:spPr>
            </p:pic>
          </mc:Fallback>
        </mc:AlternateContent>
        <mc:AlternateContent xmlns:mc="http://schemas.openxmlformats.org/markup-compatibility/2006">
          <mc:Choice xmlns:p14="http://schemas.microsoft.com/office/powerpoint/2010/main" Requires="p14">
            <p:contentPart p14:bwMode="auto" r:id="rId552">
              <p14:nvContentPartPr>
                <p14:cNvPr id="319" name="Ink 318">
                  <a:extLst>
                    <a:ext uri="{FF2B5EF4-FFF2-40B4-BE49-F238E27FC236}">
                      <a16:creationId xmlns:a16="http://schemas.microsoft.com/office/drawing/2014/main" id="{6FAD285B-EF48-625D-4BEF-6CEF3BE6FFCF}"/>
                    </a:ext>
                  </a:extLst>
                </p14:cNvPr>
                <p14:cNvContentPartPr/>
                <p14:nvPr/>
              </p14:nvContentPartPr>
              <p14:xfrm>
                <a:off x="9315470" y="6335677"/>
                <a:ext cx="153720" cy="166320"/>
              </p14:xfrm>
            </p:contentPart>
          </mc:Choice>
          <mc:Fallback>
            <p:pic>
              <p:nvPicPr>
                <p:cNvPr id="319" name="Ink 318">
                  <a:extLst>
                    <a:ext uri="{FF2B5EF4-FFF2-40B4-BE49-F238E27FC236}">
                      <a16:creationId xmlns:a16="http://schemas.microsoft.com/office/drawing/2014/main" id="{6FAD285B-EF48-625D-4BEF-6CEF3BE6FFCF}"/>
                    </a:ext>
                  </a:extLst>
                </p:cNvPr>
                <p:cNvPicPr/>
                <p:nvPr/>
              </p:nvPicPr>
              <p:blipFill>
                <a:blip r:embed="rId553"/>
                <a:stretch>
                  <a:fillRect/>
                </a:stretch>
              </p:blipFill>
              <p:spPr>
                <a:xfrm>
                  <a:off x="9297470" y="6318037"/>
                  <a:ext cx="189360" cy="201960"/>
                </a:xfrm>
                <a:prstGeom prst="rect">
                  <a:avLst/>
                </a:prstGeom>
              </p:spPr>
            </p:pic>
          </mc:Fallback>
        </mc:AlternateContent>
        <mc:AlternateContent xmlns:mc="http://schemas.openxmlformats.org/markup-compatibility/2006">
          <mc:Choice xmlns:p14="http://schemas.microsoft.com/office/powerpoint/2010/main" Requires="p14">
            <p:contentPart p14:bwMode="auto" r:id="rId554">
              <p14:nvContentPartPr>
                <p14:cNvPr id="320" name="Ink 319">
                  <a:extLst>
                    <a:ext uri="{FF2B5EF4-FFF2-40B4-BE49-F238E27FC236}">
                      <a16:creationId xmlns:a16="http://schemas.microsoft.com/office/drawing/2014/main" id="{0EBC9B93-37B4-3CFE-DDB5-36A843AF90A0}"/>
                    </a:ext>
                  </a:extLst>
                </p14:cNvPr>
                <p14:cNvContentPartPr/>
                <p14:nvPr/>
              </p14:nvContentPartPr>
              <p14:xfrm>
                <a:off x="9542990" y="6280237"/>
                <a:ext cx="53280" cy="244080"/>
              </p14:xfrm>
            </p:contentPart>
          </mc:Choice>
          <mc:Fallback>
            <p:pic>
              <p:nvPicPr>
                <p:cNvPr id="320" name="Ink 319">
                  <a:extLst>
                    <a:ext uri="{FF2B5EF4-FFF2-40B4-BE49-F238E27FC236}">
                      <a16:creationId xmlns:a16="http://schemas.microsoft.com/office/drawing/2014/main" id="{0EBC9B93-37B4-3CFE-DDB5-36A843AF90A0}"/>
                    </a:ext>
                  </a:extLst>
                </p:cNvPr>
                <p:cNvPicPr/>
                <p:nvPr/>
              </p:nvPicPr>
              <p:blipFill>
                <a:blip r:embed="rId555"/>
                <a:stretch>
                  <a:fillRect/>
                </a:stretch>
              </p:blipFill>
              <p:spPr>
                <a:xfrm>
                  <a:off x="9524990" y="6262597"/>
                  <a:ext cx="88920" cy="279720"/>
                </a:xfrm>
                <a:prstGeom prst="rect">
                  <a:avLst/>
                </a:prstGeom>
              </p:spPr>
            </p:pic>
          </mc:Fallback>
        </mc:AlternateContent>
        <mc:AlternateContent xmlns:mc="http://schemas.openxmlformats.org/markup-compatibility/2006">
          <mc:Choice xmlns:p14="http://schemas.microsoft.com/office/powerpoint/2010/main" Requires="p14">
            <p:contentPart p14:bwMode="auto" r:id="rId556">
              <p14:nvContentPartPr>
                <p14:cNvPr id="321" name="Ink 320">
                  <a:extLst>
                    <a:ext uri="{FF2B5EF4-FFF2-40B4-BE49-F238E27FC236}">
                      <a16:creationId xmlns:a16="http://schemas.microsoft.com/office/drawing/2014/main" id="{92781A8F-023F-6019-4C5A-13B2EB6FED48}"/>
                    </a:ext>
                  </a:extLst>
                </p14:cNvPr>
                <p14:cNvContentPartPr/>
                <p14:nvPr/>
              </p14:nvContentPartPr>
              <p14:xfrm>
                <a:off x="9651710" y="6272677"/>
                <a:ext cx="94320" cy="203760"/>
              </p14:xfrm>
            </p:contentPart>
          </mc:Choice>
          <mc:Fallback>
            <p:pic>
              <p:nvPicPr>
                <p:cNvPr id="321" name="Ink 320">
                  <a:extLst>
                    <a:ext uri="{FF2B5EF4-FFF2-40B4-BE49-F238E27FC236}">
                      <a16:creationId xmlns:a16="http://schemas.microsoft.com/office/drawing/2014/main" id="{92781A8F-023F-6019-4C5A-13B2EB6FED48}"/>
                    </a:ext>
                  </a:extLst>
                </p:cNvPr>
                <p:cNvPicPr/>
                <p:nvPr/>
              </p:nvPicPr>
              <p:blipFill>
                <a:blip r:embed="rId557"/>
                <a:stretch>
                  <a:fillRect/>
                </a:stretch>
              </p:blipFill>
              <p:spPr>
                <a:xfrm>
                  <a:off x="9633710" y="6255037"/>
                  <a:ext cx="129960" cy="239400"/>
                </a:xfrm>
                <a:prstGeom prst="rect">
                  <a:avLst/>
                </a:prstGeom>
              </p:spPr>
            </p:pic>
          </mc:Fallback>
        </mc:AlternateContent>
        <mc:AlternateContent xmlns:mc="http://schemas.openxmlformats.org/markup-compatibility/2006">
          <mc:Choice xmlns:p14="http://schemas.microsoft.com/office/powerpoint/2010/main" Requires="p14">
            <p:contentPart p14:bwMode="auto" r:id="rId558">
              <p14:nvContentPartPr>
                <p14:cNvPr id="322" name="Ink 321">
                  <a:extLst>
                    <a:ext uri="{FF2B5EF4-FFF2-40B4-BE49-F238E27FC236}">
                      <a16:creationId xmlns:a16="http://schemas.microsoft.com/office/drawing/2014/main" id="{74719020-1607-6BC7-F110-FF46B2DFFD63}"/>
                    </a:ext>
                  </a:extLst>
                </p14:cNvPr>
                <p14:cNvContentPartPr/>
                <p14:nvPr/>
              </p14:nvContentPartPr>
              <p14:xfrm>
                <a:off x="9571430" y="6332437"/>
                <a:ext cx="141840" cy="71280"/>
              </p14:xfrm>
            </p:contentPart>
          </mc:Choice>
          <mc:Fallback>
            <p:pic>
              <p:nvPicPr>
                <p:cNvPr id="322" name="Ink 321">
                  <a:extLst>
                    <a:ext uri="{FF2B5EF4-FFF2-40B4-BE49-F238E27FC236}">
                      <a16:creationId xmlns:a16="http://schemas.microsoft.com/office/drawing/2014/main" id="{74719020-1607-6BC7-F110-FF46B2DFFD63}"/>
                    </a:ext>
                  </a:extLst>
                </p:cNvPr>
                <p:cNvPicPr/>
                <p:nvPr/>
              </p:nvPicPr>
              <p:blipFill>
                <a:blip r:embed="rId559"/>
                <a:stretch>
                  <a:fillRect/>
                </a:stretch>
              </p:blipFill>
              <p:spPr>
                <a:xfrm>
                  <a:off x="9553430" y="6314437"/>
                  <a:ext cx="177480" cy="106920"/>
                </a:xfrm>
                <a:prstGeom prst="rect">
                  <a:avLst/>
                </a:prstGeom>
              </p:spPr>
            </p:pic>
          </mc:Fallback>
        </mc:AlternateContent>
        <mc:AlternateContent xmlns:mc="http://schemas.openxmlformats.org/markup-compatibility/2006">
          <mc:Choice xmlns:p14="http://schemas.microsoft.com/office/powerpoint/2010/main" Requires="p14">
            <p:contentPart p14:bwMode="auto" r:id="rId560">
              <p14:nvContentPartPr>
                <p14:cNvPr id="323" name="Ink 322">
                  <a:extLst>
                    <a:ext uri="{FF2B5EF4-FFF2-40B4-BE49-F238E27FC236}">
                      <a16:creationId xmlns:a16="http://schemas.microsoft.com/office/drawing/2014/main" id="{75382273-DDE8-4BDE-88B3-8961B5C638C1}"/>
                    </a:ext>
                  </a:extLst>
                </p14:cNvPr>
                <p14:cNvContentPartPr/>
                <p14:nvPr/>
              </p14:nvContentPartPr>
              <p14:xfrm>
                <a:off x="9833510" y="6279877"/>
                <a:ext cx="105480" cy="219240"/>
              </p14:xfrm>
            </p:contentPart>
          </mc:Choice>
          <mc:Fallback>
            <p:pic>
              <p:nvPicPr>
                <p:cNvPr id="323" name="Ink 322">
                  <a:extLst>
                    <a:ext uri="{FF2B5EF4-FFF2-40B4-BE49-F238E27FC236}">
                      <a16:creationId xmlns:a16="http://schemas.microsoft.com/office/drawing/2014/main" id="{75382273-DDE8-4BDE-88B3-8961B5C638C1}"/>
                    </a:ext>
                  </a:extLst>
                </p:cNvPr>
                <p:cNvPicPr/>
                <p:nvPr/>
              </p:nvPicPr>
              <p:blipFill>
                <a:blip r:embed="rId561"/>
                <a:stretch>
                  <a:fillRect/>
                </a:stretch>
              </p:blipFill>
              <p:spPr>
                <a:xfrm>
                  <a:off x="9815870" y="6261877"/>
                  <a:ext cx="141120" cy="254880"/>
                </a:xfrm>
                <a:prstGeom prst="rect">
                  <a:avLst/>
                </a:prstGeom>
              </p:spPr>
            </p:pic>
          </mc:Fallback>
        </mc:AlternateContent>
        <mc:AlternateContent xmlns:mc="http://schemas.openxmlformats.org/markup-compatibility/2006">
          <mc:Choice xmlns:p14="http://schemas.microsoft.com/office/powerpoint/2010/main" Requires="p14">
            <p:contentPart p14:bwMode="auto" r:id="rId562">
              <p14:nvContentPartPr>
                <p14:cNvPr id="324" name="Ink 323">
                  <a:extLst>
                    <a:ext uri="{FF2B5EF4-FFF2-40B4-BE49-F238E27FC236}">
                      <a16:creationId xmlns:a16="http://schemas.microsoft.com/office/drawing/2014/main" id="{BE6C5EF1-F94C-1DDF-CFE7-A1CDC287F7CB}"/>
                    </a:ext>
                  </a:extLst>
                </p14:cNvPr>
                <p14:cNvContentPartPr/>
                <p14:nvPr/>
              </p14:nvContentPartPr>
              <p14:xfrm>
                <a:off x="9816950" y="6365917"/>
                <a:ext cx="139680" cy="18000"/>
              </p14:xfrm>
            </p:contentPart>
          </mc:Choice>
          <mc:Fallback>
            <p:pic>
              <p:nvPicPr>
                <p:cNvPr id="324" name="Ink 323">
                  <a:extLst>
                    <a:ext uri="{FF2B5EF4-FFF2-40B4-BE49-F238E27FC236}">
                      <a16:creationId xmlns:a16="http://schemas.microsoft.com/office/drawing/2014/main" id="{BE6C5EF1-F94C-1DDF-CFE7-A1CDC287F7CB}"/>
                    </a:ext>
                  </a:extLst>
                </p:cNvPr>
                <p:cNvPicPr/>
                <p:nvPr/>
              </p:nvPicPr>
              <p:blipFill>
                <a:blip r:embed="rId563"/>
                <a:stretch>
                  <a:fillRect/>
                </a:stretch>
              </p:blipFill>
              <p:spPr>
                <a:xfrm>
                  <a:off x="9798950" y="6347917"/>
                  <a:ext cx="175320" cy="53640"/>
                </a:xfrm>
                <a:prstGeom prst="rect">
                  <a:avLst/>
                </a:prstGeom>
              </p:spPr>
            </p:pic>
          </mc:Fallback>
        </mc:AlternateContent>
        <mc:AlternateContent xmlns:mc="http://schemas.openxmlformats.org/markup-compatibility/2006">
          <mc:Choice xmlns:p14="http://schemas.microsoft.com/office/powerpoint/2010/main" Requires="p14">
            <p:contentPart p14:bwMode="auto" r:id="rId564">
              <p14:nvContentPartPr>
                <p14:cNvPr id="325" name="Ink 324">
                  <a:extLst>
                    <a:ext uri="{FF2B5EF4-FFF2-40B4-BE49-F238E27FC236}">
                      <a16:creationId xmlns:a16="http://schemas.microsoft.com/office/drawing/2014/main" id="{083226B5-EF48-4991-E150-79FC802C9DAE}"/>
                    </a:ext>
                  </a:extLst>
                </p14:cNvPr>
                <p14:cNvContentPartPr/>
                <p14:nvPr/>
              </p14:nvContentPartPr>
              <p14:xfrm>
                <a:off x="10075790" y="6395797"/>
                <a:ext cx="34920" cy="21600"/>
              </p14:xfrm>
            </p:contentPart>
          </mc:Choice>
          <mc:Fallback>
            <p:pic>
              <p:nvPicPr>
                <p:cNvPr id="325" name="Ink 324">
                  <a:extLst>
                    <a:ext uri="{FF2B5EF4-FFF2-40B4-BE49-F238E27FC236}">
                      <a16:creationId xmlns:a16="http://schemas.microsoft.com/office/drawing/2014/main" id="{083226B5-EF48-4991-E150-79FC802C9DAE}"/>
                    </a:ext>
                  </a:extLst>
                </p:cNvPr>
                <p:cNvPicPr/>
                <p:nvPr/>
              </p:nvPicPr>
              <p:blipFill>
                <a:blip r:embed="rId565"/>
                <a:stretch>
                  <a:fillRect/>
                </a:stretch>
              </p:blipFill>
              <p:spPr>
                <a:xfrm>
                  <a:off x="10057790" y="6378157"/>
                  <a:ext cx="70560" cy="57240"/>
                </a:xfrm>
                <a:prstGeom prst="rect">
                  <a:avLst/>
                </a:prstGeom>
              </p:spPr>
            </p:pic>
          </mc:Fallback>
        </mc:AlternateContent>
      </p:grpSp>
    </p:spTree>
    <p:extLst>
      <p:ext uri="{BB962C8B-B14F-4D97-AF65-F5344CB8AC3E}">
        <p14:creationId xmlns:p14="http://schemas.microsoft.com/office/powerpoint/2010/main" val="41789878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1ECC7D-24B4-201A-A4D8-63AEC01428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091D9E-047D-0598-B48F-D1AF7231E2B2}"/>
              </a:ext>
            </a:extLst>
          </p:cNvPr>
          <p:cNvSpPr>
            <a:spLocks noGrp="1"/>
          </p:cNvSpPr>
          <p:nvPr>
            <p:ph type="title"/>
          </p:nvPr>
        </p:nvSpPr>
        <p:spPr>
          <a:xfrm>
            <a:off x="78739" y="14986"/>
            <a:ext cx="10328275" cy="492443"/>
          </a:xfrm>
        </p:spPr>
        <p:txBody>
          <a:bodyPr/>
          <a:lstStyle/>
          <a:p>
            <a:r>
              <a:rPr lang="en-US" dirty="0"/>
              <a:t>Let’s design optical comm system</a:t>
            </a:r>
          </a:p>
        </p:txBody>
      </p:sp>
      <p:grpSp>
        <p:nvGrpSpPr>
          <p:cNvPr id="12" name="Group 11">
            <a:extLst>
              <a:ext uri="{FF2B5EF4-FFF2-40B4-BE49-F238E27FC236}">
                <a16:creationId xmlns:a16="http://schemas.microsoft.com/office/drawing/2014/main" id="{34A4B991-F142-59B0-0A21-5382F91C6367}"/>
              </a:ext>
            </a:extLst>
          </p:cNvPr>
          <p:cNvGrpSpPr/>
          <p:nvPr/>
        </p:nvGrpSpPr>
        <p:grpSpPr>
          <a:xfrm>
            <a:off x="1080830" y="2043757"/>
            <a:ext cx="1151640" cy="2036160"/>
            <a:chOff x="1080830" y="2043757"/>
            <a:chExt cx="1151640" cy="2036160"/>
          </a:xfrm>
        </p:grpSpPr>
        <mc:AlternateContent xmlns:mc="http://schemas.openxmlformats.org/markup-compatibility/2006">
          <mc:Choice xmlns:p14="http://schemas.microsoft.com/office/powerpoint/2010/main" Requires="p14">
            <p:contentPart p14:bwMode="auto" r:id="rId2">
              <p14:nvContentPartPr>
                <p14:cNvPr id="4" name="Ink 3">
                  <a:extLst>
                    <a:ext uri="{FF2B5EF4-FFF2-40B4-BE49-F238E27FC236}">
                      <a16:creationId xmlns:a16="http://schemas.microsoft.com/office/drawing/2014/main" id="{80CF18CC-C762-0291-30D5-3A69D6190E06}"/>
                    </a:ext>
                  </a:extLst>
                </p14:cNvPr>
                <p14:cNvContentPartPr/>
                <p14:nvPr/>
              </p14:nvContentPartPr>
              <p14:xfrm>
                <a:off x="1111430" y="2489437"/>
                <a:ext cx="43920" cy="1470240"/>
              </p14:xfrm>
            </p:contentPart>
          </mc:Choice>
          <mc:Fallback>
            <p:pic>
              <p:nvPicPr>
                <p:cNvPr id="4" name="Ink 3">
                  <a:extLst>
                    <a:ext uri="{FF2B5EF4-FFF2-40B4-BE49-F238E27FC236}">
                      <a16:creationId xmlns:a16="http://schemas.microsoft.com/office/drawing/2014/main" id="{80CF18CC-C762-0291-30D5-3A69D6190E06}"/>
                    </a:ext>
                  </a:extLst>
                </p:cNvPr>
                <p:cNvPicPr/>
                <p:nvPr/>
              </p:nvPicPr>
              <p:blipFill>
                <a:blip r:embed="rId3"/>
                <a:stretch>
                  <a:fillRect/>
                </a:stretch>
              </p:blipFill>
              <p:spPr>
                <a:xfrm>
                  <a:off x="1093430" y="2471437"/>
                  <a:ext cx="79560" cy="1505880"/>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5" name="Ink 4">
                  <a:extLst>
                    <a:ext uri="{FF2B5EF4-FFF2-40B4-BE49-F238E27FC236}">
                      <a16:creationId xmlns:a16="http://schemas.microsoft.com/office/drawing/2014/main" id="{925BA27A-2E8A-4CB9-CD62-3BE3734E4F32}"/>
                    </a:ext>
                  </a:extLst>
                </p14:cNvPr>
                <p14:cNvContentPartPr/>
                <p14:nvPr/>
              </p14:nvContentPartPr>
              <p14:xfrm>
                <a:off x="1080830" y="2568277"/>
                <a:ext cx="1043640" cy="49680"/>
              </p14:xfrm>
            </p:contentPart>
          </mc:Choice>
          <mc:Fallback>
            <p:pic>
              <p:nvPicPr>
                <p:cNvPr id="5" name="Ink 4">
                  <a:extLst>
                    <a:ext uri="{FF2B5EF4-FFF2-40B4-BE49-F238E27FC236}">
                      <a16:creationId xmlns:a16="http://schemas.microsoft.com/office/drawing/2014/main" id="{925BA27A-2E8A-4CB9-CD62-3BE3734E4F32}"/>
                    </a:ext>
                  </a:extLst>
                </p:cNvPr>
                <p:cNvPicPr/>
                <p:nvPr/>
              </p:nvPicPr>
              <p:blipFill>
                <a:blip r:embed="rId5"/>
                <a:stretch>
                  <a:fillRect/>
                </a:stretch>
              </p:blipFill>
              <p:spPr>
                <a:xfrm>
                  <a:off x="1062830" y="2550406"/>
                  <a:ext cx="1079280" cy="85064"/>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6" name="Ink 5">
                  <a:extLst>
                    <a:ext uri="{FF2B5EF4-FFF2-40B4-BE49-F238E27FC236}">
                      <a16:creationId xmlns:a16="http://schemas.microsoft.com/office/drawing/2014/main" id="{C3B07DD0-555D-A3AA-812A-EFC47B3CDEAF}"/>
                    </a:ext>
                  </a:extLst>
                </p14:cNvPr>
                <p14:cNvContentPartPr/>
                <p14:nvPr/>
              </p14:nvContentPartPr>
              <p14:xfrm>
                <a:off x="1109990" y="2603557"/>
                <a:ext cx="1122480" cy="1476360"/>
              </p14:xfrm>
            </p:contentPart>
          </mc:Choice>
          <mc:Fallback>
            <p:pic>
              <p:nvPicPr>
                <p:cNvPr id="6" name="Ink 5">
                  <a:extLst>
                    <a:ext uri="{FF2B5EF4-FFF2-40B4-BE49-F238E27FC236}">
                      <a16:creationId xmlns:a16="http://schemas.microsoft.com/office/drawing/2014/main" id="{C3B07DD0-555D-A3AA-812A-EFC47B3CDEAF}"/>
                    </a:ext>
                  </a:extLst>
                </p:cNvPr>
                <p:cNvPicPr/>
                <p:nvPr/>
              </p:nvPicPr>
              <p:blipFill>
                <a:blip r:embed="rId7"/>
                <a:stretch>
                  <a:fillRect/>
                </a:stretch>
              </p:blipFill>
              <p:spPr>
                <a:xfrm>
                  <a:off x="1091990" y="2585557"/>
                  <a:ext cx="1158120" cy="151200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7" name="Ink 6">
                  <a:extLst>
                    <a:ext uri="{FF2B5EF4-FFF2-40B4-BE49-F238E27FC236}">
                      <a16:creationId xmlns:a16="http://schemas.microsoft.com/office/drawing/2014/main" id="{98CA1F16-4941-7E2D-4822-CD8181A954CB}"/>
                    </a:ext>
                  </a:extLst>
                </p14:cNvPr>
                <p14:cNvContentPartPr/>
                <p14:nvPr/>
              </p14:nvContentPartPr>
              <p14:xfrm>
                <a:off x="1356950" y="2141317"/>
                <a:ext cx="38160" cy="266400"/>
              </p14:xfrm>
            </p:contentPart>
          </mc:Choice>
          <mc:Fallback>
            <p:pic>
              <p:nvPicPr>
                <p:cNvPr id="7" name="Ink 6">
                  <a:extLst>
                    <a:ext uri="{FF2B5EF4-FFF2-40B4-BE49-F238E27FC236}">
                      <a16:creationId xmlns:a16="http://schemas.microsoft.com/office/drawing/2014/main" id="{98CA1F16-4941-7E2D-4822-CD8181A954CB}"/>
                    </a:ext>
                  </a:extLst>
                </p:cNvPr>
                <p:cNvPicPr/>
                <p:nvPr/>
              </p:nvPicPr>
              <p:blipFill>
                <a:blip r:embed="rId9"/>
                <a:stretch>
                  <a:fillRect/>
                </a:stretch>
              </p:blipFill>
              <p:spPr>
                <a:xfrm>
                  <a:off x="1338950" y="2123317"/>
                  <a:ext cx="73800" cy="302040"/>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8" name="Ink 7">
                  <a:extLst>
                    <a:ext uri="{FF2B5EF4-FFF2-40B4-BE49-F238E27FC236}">
                      <a16:creationId xmlns:a16="http://schemas.microsoft.com/office/drawing/2014/main" id="{EAD1FF78-5A8A-2535-8681-4087D97923FD}"/>
                    </a:ext>
                  </a:extLst>
                </p14:cNvPr>
                <p14:cNvContentPartPr/>
                <p14:nvPr/>
              </p14:nvContentPartPr>
              <p14:xfrm>
                <a:off x="1369550" y="2156077"/>
                <a:ext cx="142920" cy="225720"/>
              </p14:xfrm>
            </p:contentPart>
          </mc:Choice>
          <mc:Fallback>
            <p:pic>
              <p:nvPicPr>
                <p:cNvPr id="8" name="Ink 7">
                  <a:extLst>
                    <a:ext uri="{FF2B5EF4-FFF2-40B4-BE49-F238E27FC236}">
                      <a16:creationId xmlns:a16="http://schemas.microsoft.com/office/drawing/2014/main" id="{EAD1FF78-5A8A-2535-8681-4087D97923FD}"/>
                    </a:ext>
                  </a:extLst>
                </p:cNvPr>
                <p:cNvPicPr/>
                <p:nvPr/>
              </p:nvPicPr>
              <p:blipFill>
                <a:blip r:embed="rId11"/>
                <a:stretch>
                  <a:fillRect/>
                </a:stretch>
              </p:blipFill>
              <p:spPr>
                <a:xfrm>
                  <a:off x="1351595" y="2138077"/>
                  <a:ext cx="178470" cy="261360"/>
                </a:xfrm>
                <a:prstGeom prst="rect">
                  <a:avLst/>
                </a:prstGeom>
              </p:spPr>
            </p:pic>
          </mc:Fallback>
        </mc:AlternateContent>
        <mc:AlternateContent xmlns:mc="http://schemas.openxmlformats.org/markup-compatibility/2006">
          <mc:Choice xmlns:p14="http://schemas.microsoft.com/office/powerpoint/2010/main" Requires="p14">
            <p:contentPart p14:bwMode="auto" r:id="rId12">
              <p14:nvContentPartPr>
                <p14:cNvPr id="9" name="Ink 8">
                  <a:extLst>
                    <a:ext uri="{FF2B5EF4-FFF2-40B4-BE49-F238E27FC236}">
                      <a16:creationId xmlns:a16="http://schemas.microsoft.com/office/drawing/2014/main" id="{1A62ED75-E982-08CF-B3EA-1589C22C70C7}"/>
                    </a:ext>
                  </a:extLst>
                </p14:cNvPr>
                <p14:cNvContentPartPr/>
                <p14:nvPr/>
              </p14:nvContentPartPr>
              <p14:xfrm>
                <a:off x="1400510" y="2278117"/>
                <a:ext cx="49680" cy="38160"/>
              </p14:xfrm>
            </p:contentPart>
          </mc:Choice>
          <mc:Fallback>
            <p:pic>
              <p:nvPicPr>
                <p:cNvPr id="9" name="Ink 8">
                  <a:extLst>
                    <a:ext uri="{FF2B5EF4-FFF2-40B4-BE49-F238E27FC236}">
                      <a16:creationId xmlns:a16="http://schemas.microsoft.com/office/drawing/2014/main" id="{1A62ED75-E982-08CF-B3EA-1589C22C70C7}"/>
                    </a:ext>
                  </a:extLst>
                </p:cNvPr>
                <p:cNvPicPr/>
                <p:nvPr/>
              </p:nvPicPr>
              <p:blipFill>
                <a:blip r:embed="rId13"/>
                <a:stretch>
                  <a:fillRect/>
                </a:stretch>
              </p:blipFill>
              <p:spPr>
                <a:xfrm>
                  <a:off x="1382379" y="2260285"/>
                  <a:ext cx="85580" cy="73467"/>
                </a:xfrm>
                <a:prstGeom prst="rect">
                  <a:avLst/>
                </a:prstGeom>
              </p:spPr>
            </p:pic>
          </mc:Fallback>
        </mc:AlternateContent>
        <mc:AlternateContent xmlns:mc="http://schemas.openxmlformats.org/markup-compatibility/2006">
          <mc:Choice xmlns:p14="http://schemas.microsoft.com/office/powerpoint/2010/main" Requires="p14">
            <p:contentPart p14:bwMode="auto" r:id="rId14">
              <p14:nvContentPartPr>
                <p14:cNvPr id="10" name="Ink 9">
                  <a:extLst>
                    <a:ext uri="{FF2B5EF4-FFF2-40B4-BE49-F238E27FC236}">
                      <a16:creationId xmlns:a16="http://schemas.microsoft.com/office/drawing/2014/main" id="{C6533AC6-53C4-FB49-D3EC-AB8C8033ADC4}"/>
                    </a:ext>
                  </a:extLst>
                </p14:cNvPr>
                <p14:cNvContentPartPr/>
                <p14:nvPr/>
              </p14:nvContentPartPr>
              <p14:xfrm>
                <a:off x="1540190" y="2185597"/>
                <a:ext cx="81360" cy="120240"/>
              </p14:xfrm>
            </p:contentPart>
          </mc:Choice>
          <mc:Fallback>
            <p:pic>
              <p:nvPicPr>
                <p:cNvPr id="10" name="Ink 9">
                  <a:extLst>
                    <a:ext uri="{FF2B5EF4-FFF2-40B4-BE49-F238E27FC236}">
                      <a16:creationId xmlns:a16="http://schemas.microsoft.com/office/drawing/2014/main" id="{C6533AC6-53C4-FB49-D3EC-AB8C8033ADC4}"/>
                    </a:ext>
                  </a:extLst>
                </p:cNvPr>
                <p:cNvPicPr/>
                <p:nvPr/>
              </p:nvPicPr>
              <p:blipFill>
                <a:blip r:embed="rId15"/>
                <a:stretch>
                  <a:fillRect/>
                </a:stretch>
              </p:blipFill>
              <p:spPr>
                <a:xfrm>
                  <a:off x="1522190" y="2167597"/>
                  <a:ext cx="117000" cy="155880"/>
                </a:xfrm>
                <a:prstGeom prst="rect">
                  <a:avLst/>
                </a:prstGeom>
              </p:spPr>
            </p:pic>
          </mc:Fallback>
        </mc:AlternateContent>
        <mc:AlternateContent xmlns:mc="http://schemas.openxmlformats.org/markup-compatibility/2006">
          <mc:Choice xmlns:p14="http://schemas.microsoft.com/office/powerpoint/2010/main" Requires="p14">
            <p:contentPart p14:bwMode="auto" r:id="rId16">
              <p14:nvContentPartPr>
                <p14:cNvPr id="11" name="Ink 10">
                  <a:extLst>
                    <a:ext uri="{FF2B5EF4-FFF2-40B4-BE49-F238E27FC236}">
                      <a16:creationId xmlns:a16="http://schemas.microsoft.com/office/drawing/2014/main" id="{4321A775-E0F5-356E-FB01-72E33F026BFC}"/>
                    </a:ext>
                  </a:extLst>
                </p14:cNvPr>
                <p14:cNvContentPartPr/>
                <p14:nvPr/>
              </p14:nvContentPartPr>
              <p14:xfrm>
                <a:off x="1708310" y="2043757"/>
                <a:ext cx="121320" cy="317160"/>
              </p14:xfrm>
            </p:contentPart>
          </mc:Choice>
          <mc:Fallback>
            <p:pic>
              <p:nvPicPr>
                <p:cNvPr id="11" name="Ink 10">
                  <a:extLst>
                    <a:ext uri="{FF2B5EF4-FFF2-40B4-BE49-F238E27FC236}">
                      <a16:creationId xmlns:a16="http://schemas.microsoft.com/office/drawing/2014/main" id="{4321A775-E0F5-356E-FB01-72E33F026BFC}"/>
                    </a:ext>
                  </a:extLst>
                </p:cNvPr>
                <p:cNvPicPr/>
                <p:nvPr/>
              </p:nvPicPr>
              <p:blipFill>
                <a:blip r:embed="rId17"/>
                <a:stretch>
                  <a:fillRect/>
                </a:stretch>
              </p:blipFill>
              <p:spPr>
                <a:xfrm>
                  <a:off x="1690310" y="2025757"/>
                  <a:ext cx="156960" cy="352800"/>
                </a:xfrm>
                <a:prstGeom prst="rect">
                  <a:avLst/>
                </a:prstGeom>
              </p:spPr>
            </p:pic>
          </mc:Fallback>
        </mc:AlternateContent>
      </p:grpSp>
      <p:grpSp>
        <p:nvGrpSpPr>
          <p:cNvPr id="20" name="Group 19">
            <a:extLst>
              <a:ext uri="{FF2B5EF4-FFF2-40B4-BE49-F238E27FC236}">
                <a16:creationId xmlns:a16="http://schemas.microsoft.com/office/drawing/2014/main" id="{8915E8BB-830A-287C-BDE6-C5D664514AD1}"/>
              </a:ext>
            </a:extLst>
          </p:cNvPr>
          <p:cNvGrpSpPr/>
          <p:nvPr/>
        </p:nvGrpSpPr>
        <p:grpSpPr>
          <a:xfrm>
            <a:off x="456950" y="845677"/>
            <a:ext cx="5617440" cy="991440"/>
            <a:chOff x="456950" y="845677"/>
            <a:chExt cx="5617440" cy="991440"/>
          </a:xfrm>
        </p:grpSpPr>
        <mc:AlternateContent xmlns:mc="http://schemas.openxmlformats.org/markup-compatibility/2006">
          <mc:Choice xmlns:p14="http://schemas.microsoft.com/office/powerpoint/2010/main" Requires="p14">
            <p:contentPart p14:bwMode="auto" r:id="rId18">
              <p14:nvContentPartPr>
                <p14:cNvPr id="13" name="Ink 12">
                  <a:extLst>
                    <a:ext uri="{FF2B5EF4-FFF2-40B4-BE49-F238E27FC236}">
                      <a16:creationId xmlns:a16="http://schemas.microsoft.com/office/drawing/2014/main" id="{FFEEE271-8724-52D1-1F86-3DD592DE741A}"/>
                    </a:ext>
                  </a:extLst>
                </p14:cNvPr>
                <p14:cNvContentPartPr/>
                <p14:nvPr/>
              </p14:nvContentPartPr>
              <p14:xfrm>
                <a:off x="456950" y="1474597"/>
                <a:ext cx="43560" cy="362520"/>
              </p14:xfrm>
            </p:contentPart>
          </mc:Choice>
          <mc:Fallback>
            <p:pic>
              <p:nvPicPr>
                <p:cNvPr id="13" name="Ink 12">
                  <a:extLst>
                    <a:ext uri="{FF2B5EF4-FFF2-40B4-BE49-F238E27FC236}">
                      <a16:creationId xmlns:a16="http://schemas.microsoft.com/office/drawing/2014/main" id="{FFEEE271-8724-52D1-1F86-3DD592DE741A}"/>
                    </a:ext>
                  </a:extLst>
                </p:cNvPr>
                <p:cNvPicPr/>
                <p:nvPr/>
              </p:nvPicPr>
              <p:blipFill>
                <a:blip r:embed="rId19"/>
                <a:stretch>
                  <a:fillRect/>
                </a:stretch>
              </p:blipFill>
              <p:spPr>
                <a:xfrm>
                  <a:off x="438950" y="1456579"/>
                  <a:ext cx="79200" cy="398195"/>
                </a:xfrm>
                <a:prstGeom prst="rect">
                  <a:avLst/>
                </a:prstGeom>
              </p:spPr>
            </p:pic>
          </mc:Fallback>
        </mc:AlternateContent>
        <mc:AlternateContent xmlns:mc="http://schemas.openxmlformats.org/markup-compatibility/2006">
          <mc:Choice xmlns:p14="http://schemas.microsoft.com/office/powerpoint/2010/main" Requires="p14">
            <p:contentPart p14:bwMode="auto" r:id="rId20">
              <p14:nvContentPartPr>
                <p14:cNvPr id="14" name="Ink 13">
                  <a:extLst>
                    <a:ext uri="{FF2B5EF4-FFF2-40B4-BE49-F238E27FC236}">
                      <a16:creationId xmlns:a16="http://schemas.microsoft.com/office/drawing/2014/main" id="{D363256D-7E07-6E56-3B98-2ABCA0834944}"/>
                    </a:ext>
                  </a:extLst>
                </p14:cNvPr>
                <p14:cNvContentPartPr/>
                <p14:nvPr/>
              </p14:nvContentPartPr>
              <p14:xfrm>
                <a:off x="474230" y="1265797"/>
                <a:ext cx="5596920" cy="190800"/>
              </p14:xfrm>
            </p:contentPart>
          </mc:Choice>
          <mc:Fallback>
            <p:pic>
              <p:nvPicPr>
                <p:cNvPr id="14" name="Ink 13">
                  <a:extLst>
                    <a:ext uri="{FF2B5EF4-FFF2-40B4-BE49-F238E27FC236}">
                      <a16:creationId xmlns:a16="http://schemas.microsoft.com/office/drawing/2014/main" id="{D363256D-7E07-6E56-3B98-2ABCA0834944}"/>
                    </a:ext>
                  </a:extLst>
                </p:cNvPr>
                <p:cNvPicPr/>
                <p:nvPr/>
              </p:nvPicPr>
              <p:blipFill>
                <a:blip r:embed="rId21"/>
                <a:stretch>
                  <a:fillRect/>
                </a:stretch>
              </p:blipFill>
              <p:spPr>
                <a:xfrm>
                  <a:off x="456230" y="1247763"/>
                  <a:ext cx="5632560" cy="226507"/>
                </a:xfrm>
                <a:prstGeom prst="rect">
                  <a:avLst/>
                </a:prstGeom>
              </p:spPr>
            </p:pic>
          </mc:Fallback>
        </mc:AlternateContent>
        <mc:AlternateContent xmlns:mc="http://schemas.openxmlformats.org/markup-compatibility/2006">
          <mc:Choice xmlns:p14="http://schemas.microsoft.com/office/powerpoint/2010/main" Requires="p14">
            <p:contentPart p14:bwMode="auto" r:id="rId22">
              <p14:nvContentPartPr>
                <p14:cNvPr id="15" name="Ink 14">
                  <a:extLst>
                    <a:ext uri="{FF2B5EF4-FFF2-40B4-BE49-F238E27FC236}">
                      <a16:creationId xmlns:a16="http://schemas.microsoft.com/office/drawing/2014/main" id="{F3E47699-EF73-5352-4F24-F8DADA5A3C5B}"/>
                    </a:ext>
                  </a:extLst>
                </p14:cNvPr>
                <p14:cNvContentPartPr/>
                <p14:nvPr/>
              </p14:nvContentPartPr>
              <p14:xfrm>
                <a:off x="6019310" y="1274797"/>
                <a:ext cx="55080" cy="345240"/>
              </p14:xfrm>
            </p:contentPart>
          </mc:Choice>
          <mc:Fallback>
            <p:pic>
              <p:nvPicPr>
                <p:cNvPr id="15" name="Ink 14">
                  <a:extLst>
                    <a:ext uri="{FF2B5EF4-FFF2-40B4-BE49-F238E27FC236}">
                      <a16:creationId xmlns:a16="http://schemas.microsoft.com/office/drawing/2014/main" id="{F3E47699-EF73-5352-4F24-F8DADA5A3C5B}"/>
                    </a:ext>
                  </a:extLst>
                </p:cNvPr>
                <p:cNvPicPr/>
                <p:nvPr/>
              </p:nvPicPr>
              <p:blipFill>
                <a:blip r:embed="rId23"/>
                <a:stretch>
                  <a:fillRect/>
                </a:stretch>
              </p:blipFill>
              <p:spPr>
                <a:xfrm>
                  <a:off x="6001310" y="1256797"/>
                  <a:ext cx="90720" cy="380880"/>
                </a:xfrm>
                <a:prstGeom prst="rect">
                  <a:avLst/>
                </a:prstGeom>
              </p:spPr>
            </p:pic>
          </mc:Fallback>
        </mc:AlternateContent>
        <mc:AlternateContent xmlns:mc="http://schemas.openxmlformats.org/markup-compatibility/2006">
          <mc:Choice xmlns:p14="http://schemas.microsoft.com/office/powerpoint/2010/main" Requires="p14">
            <p:contentPart p14:bwMode="auto" r:id="rId24">
              <p14:nvContentPartPr>
                <p14:cNvPr id="16" name="Ink 15">
                  <a:extLst>
                    <a:ext uri="{FF2B5EF4-FFF2-40B4-BE49-F238E27FC236}">
                      <a16:creationId xmlns:a16="http://schemas.microsoft.com/office/drawing/2014/main" id="{9665DC6A-636E-991F-A1A1-8AC74DAA03DF}"/>
                    </a:ext>
                  </a:extLst>
                </p14:cNvPr>
                <p14:cNvContentPartPr/>
                <p14:nvPr/>
              </p14:nvContentPartPr>
              <p14:xfrm>
                <a:off x="2504630" y="845677"/>
                <a:ext cx="357480" cy="77760"/>
              </p14:xfrm>
            </p:contentPart>
          </mc:Choice>
          <mc:Fallback>
            <p:pic>
              <p:nvPicPr>
                <p:cNvPr id="16" name="Ink 15">
                  <a:extLst>
                    <a:ext uri="{FF2B5EF4-FFF2-40B4-BE49-F238E27FC236}">
                      <a16:creationId xmlns:a16="http://schemas.microsoft.com/office/drawing/2014/main" id="{9665DC6A-636E-991F-A1A1-8AC74DAA03DF}"/>
                    </a:ext>
                  </a:extLst>
                </p:cNvPr>
                <p:cNvPicPr/>
                <p:nvPr/>
              </p:nvPicPr>
              <p:blipFill>
                <a:blip r:embed="rId25"/>
                <a:stretch>
                  <a:fillRect/>
                </a:stretch>
              </p:blipFill>
              <p:spPr>
                <a:xfrm>
                  <a:off x="2486630" y="827677"/>
                  <a:ext cx="393120" cy="113400"/>
                </a:xfrm>
                <a:prstGeom prst="rect">
                  <a:avLst/>
                </a:prstGeom>
              </p:spPr>
            </p:pic>
          </mc:Fallback>
        </mc:AlternateContent>
        <mc:AlternateContent xmlns:mc="http://schemas.openxmlformats.org/markup-compatibility/2006">
          <mc:Choice xmlns:p14="http://schemas.microsoft.com/office/powerpoint/2010/main" Requires="p14">
            <p:contentPart p14:bwMode="auto" r:id="rId26">
              <p14:nvContentPartPr>
                <p14:cNvPr id="17" name="Ink 16">
                  <a:extLst>
                    <a:ext uri="{FF2B5EF4-FFF2-40B4-BE49-F238E27FC236}">
                      <a16:creationId xmlns:a16="http://schemas.microsoft.com/office/drawing/2014/main" id="{A03EA53A-30D3-5AEC-A553-ADC027F88981}"/>
                    </a:ext>
                  </a:extLst>
                </p14:cNvPr>
                <p14:cNvContentPartPr/>
                <p14:nvPr/>
              </p14:nvContentPartPr>
              <p14:xfrm>
                <a:off x="2693990" y="882037"/>
                <a:ext cx="88560" cy="243720"/>
              </p14:xfrm>
            </p:contentPart>
          </mc:Choice>
          <mc:Fallback>
            <p:pic>
              <p:nvPicPr>
                <p:cNvPr id="17" name="Ink 16">
                  <a:extLst>
                    <a:ext uri="{FF2B5EF4-FFF2-40B4-BE49-F238E27FC236}">
                      <a16:creationId xmlns:a16="http://schemas.microsoft.com/office/drawing/2014/main" id="{A03EA53A-30D3-5AEC-A553-ADC027F88981}"/>
                    </a:ext>
                  </a:extLst>
                </p:cNvPr>
                <p:cNvPicPr/>
                <p:nvPr/>
              </p:nvPicPr>
              <p:blipFill>
                <a:blip r:embed="rId27"/>
                <a:stretch>
                  <a:fillRect/>
                </a:stretch>
              </p:blipFill>
              <p:spPr>
                <a:xfrm>
                  <a:off x="2675990" y="864037"/>
                  <a:ext cx="124200" cy="279360"/>
                </a:xfrm>
                <a:prstGeom prst="rect">
                  <a:avLst/>
                </a:prstGeom>
              </p:spPr>
            </p:pic>
          </mc:Fallback>
        </mc:AlternateContent>
        <mc:AlternateContent xmlns:mc="http://schemas.openxmlformats.org/markup-compatibility/2006">
          <mc:Choice xmlns:p14="http://schemas.microsoft.com/office/powerpoint/2010/main" Requires="p14">
            <p:contentPart p14:bwMode="auto" r:id="rId28">
              <p14:nvContentPartPr>
                <p14:cNvPr id="18" name="Ink 17">
                  <a:extLst>
                    <a:ext uri="{FF2B5EF4-FFF2-40B4-BE49-F238E27FC236}">
                      <a16:creationId xmlns:a16="http://schemas.microsoft.com/office/drawing/2014/main" id="{DDBCDBA1-C088-AFE6-781A-F867D63456D5}"/>
                    </a:ext>
                  </a:extLst>
                </p14:cNvPr>
                <p14:cNvContentPartPr/>
                <p14:nvPr/>
              </p14:nvContentPartPr>
              <p14:xfrm>
                <a:off x="2856350" y="942877"/>
                <a:ext cx="190440" cy="103320"/>
              </p14:xfrm>
            </p:contentPart>
          </mc:Choice>
          <mc:Fallback>
            <p:pic>
              <p:nvPicPr>
                <p:cNvPr id="18" name="Ink 17">
                  <a:extLst>
                    <a:ext uri="{FF2B5EF4-FFF2-40B4-BE49-F238E27FC236}">
                      <a16:creationId xmlns:a16="http://schemas.microsoft.com/office/drawing/2014/main" id="{DDBCDBA1-C088-AFE6-781A-F867D63456D5}"/>
                    </a:ext>
                  </a:extLst>
                </p:cNvPr>
                <p:cNvPicPr/>
                <p:nvPr/>
              </p:nvPicPr>
              <p:blipFill>
                <a:blip r:embed="rId29"/>
                <a:stretch>
                  <a:fillRect/>
                </a:stretch>
              </p:blipFill>
              <p:spPr>
                <a:xfrm>
                  <a:off x="2838350" y="924877"/>
                  <a:ext cx="226080" cy="138960"/>
                </a:xfrm>
                <a:prstGeom prst="rect">
                  <a:avLst/>
                </a:prstGeom>
              </p:spPr>
            </p:pic>
          </mc:Fallback>
        </mc:AlternateContent>
        <mc:AlternateContent xmlns:mc="http://schemas.openxmlformats.org/markup-compatibility/2006">
          <mc:Choice xmlns:p14="http://schemas.microsoft.com/office/powerpoint/2010/main" Requires="p14">
            <p:contentPart p14:bwMode="auto" r:id="rId30">
              <p14:nvContentPartPr>
                <p14:cNvPr id="19" name="Ink 18">
                  <a:extLst>
                    <a:ext uri="{FF2B5EF4-FFF2-40B4-BE49-F238E27FC236}">
                      <a16:creationId xmlns:a16="http://schemas.microsoft.com/office/drawing/2014/main" id="{B27811F6-2C7D-C717-A004-1075EE658839}"/>
                    </a:ext>
                  </a:extLst>
                </p14:cNvPr>
                <p14:cNvContentPartPr/>
                <p14:nvPr/>
              </p14:nvContentPartPr>
              <p14:xfrm>
                <a:off x="2935910" y="860797"/>
                <a:ext cx="142200" cy="269640"/>
              </p14:xfrm>
            </p:contentPart>
          </mc:Choice>
          <mc:Fallback>
            <p:pic>
              <p:nvPicPr>
                <p:cNvPr id="19" name="Ink 18">
                  <a:extLst>
                    <a:ext uri="{FF2B5EF4-FFF2-40B4-BE49-F238E27FC236}">
                      <a16:creationId xmlns:a16="http://schemas.microsoft.com/office/drawing/2014/main" id="{B27811F6-2C7D-C717-A004-1075EE658839}"/>
                    </a:ext>
                  </a:extLst>
                </p:cNvPr>
                <p:cNvPicPr/>
                <p:nvPr/>
              </p:nvPicPr>
              <p:blipFill>
                <a:blip r:embed="rId31"/>
                <a:stretch>
                  <a:fillRect/>
                </a:stretch>
              </p:blipFill>
              <p:spPr>
                <a:xfrm>
                  <a:off x="2917910" y="842797"/>
                  <a:ext cx="177840" cy="305280"/>
                </a:xfrm>
                <a:prstGeom prst="rect">
                  <a:avLst/>
                </a:prstGeom>
              </p:spPr>
            </p:pic>
          </mc:Fallback>
        </mc:AlternateContent>
      </p:grpSp>
      <p:grpSp>
        <p:nvGrpSpPr>
          <p:cNvPr id="29" name="Group 28">
            <a:extLst>
              <a:ext uri="{FF2B5EF4-FFF2-40B4-BE49-F238E27FC236}">
                <a16:creationId xmlns:a16="http://schemas.microsoft.com/office/drawing/2014/main" id="{FFE7624B-591B-00A3-E68C-F3E6ADE1FE50}"/>
              </a:ext>
            </a:extLst>
          </p:cNvPr>
          <p:cNvGrpSpPr/>
          <p:nvPr/>
        </p:nvGrpSpPr>
        <p:grpSpPr>
          <a:xfrm>
            <a:off x="8722550" y="828757"/>
            <a:ext cx="480600" cy="330480"/>
            <a:chOff x="8722550" y="828757"/>
            <a:chExt cx="480600" cy="330480"/>
          </a:xfrm>
        </p:grpSpPr>
        <mc:AlternateContent xmlns:mc="http://schemas.openxmlformats.org/markup-compatibility/2006">
          <mc:Choice xmlns:p14="http://schemas.microsoft.com/office/powerpoint/2010/main" Requires="p14">
            <p:contentPart p14:bwMode="auto" r:id="rId32">
              <p14:nvContentPartPr>
                <p14:cNvPr id="21" name="Ink 20">
                  <a:extLst>
                    <a:ext uri="{FF2B5EF4-FFF2-40B4-BE49-F238E27FC236}">
                      <a16:creationId xmlns:a16="http://schemas.microsoft.com/office/drawing/2014/main" id="{F50E5C4F-A428-D9B1-F77D-F83206416A6B}"/>
                    </a:ext>
                  </a:extLst>
                </p14:cNvPr>
                <p14:cNvContentPartPr/>
                <p14:nvPr/>
              </p14:nvContentPartPr>
              <p14:xfrm>
                <a:off x="8722550" y="1014157"/>
                <a:ext cx="360" cy="360"/>
              </p14:xfrm>
            </p:contentPart>
          </mc:Choice>
          <mc:Fallback>
            <p:pic>
              <p:nvPicPr>
                <p:cNvPr id="21" name="Ink 20">
                  <a:extLst>
                    <a:ext uri="{FF2B5EF4-FFF2-40B4-BE49-F238E27FC236}">
                      <a16:creationId xmlns:a16="http://schemas.microsoft.com/office/drawing/2014/main" id="{F50E5C4F-A428-D9B1-F77D-F83206416A6B}"/>
                    </a:ext>
                  </a:extLst>
                </p:cNvPr>
                <p:cNvPicPr/>
                <p:nvPr/>
              </p:nvPicPr>
              <p:blipFill>
                <a:blip r:embed="rId33"/>
                <a:stretch>
                  <a:fillRect/>
                </a:stretch>
              </p:blipFill>
              <p:spPr>
                <a:xfrm>
                  <a:off x="8704550" y="996157"/>
                  <a:ext cx="36000" cy="36000"/>
                </a:xfrm>
                <a:prstGeom prst="rect">
                  <a:avLst/>
                </a:prstGeom>
              </p:spPr>
            </p:pic>
          </mc:Fallback>
        </mc:AlternateContent>
        <mc:AlternateContent xmlns:mc="http://schemas.openxmlformats.org/markup-compatibility/2006">
          <mc:Choice xmlns:p14="http://schemas.microsoft.com/office/powerpoint/2010/main" Requires="p14">
            <p:contentPart p14:bwMode="auto" r:id="rId34">
              <p14:nvContentPartPr>
                <p14:cNvPr id="22" name="Ink 21">
                  <a:extLst>
                    <a:ext uri="{FF2B5EF4-FFF2-40B4-BE49-F238E27FC236}">
                      <a16:creationId xmlns:a16="http://schemas.microsoft.com/office/drawing/2014/main" id="{07913982-5AF9-D35E-F878-B582157BC22D}"/>
                    </a:ext>
                  </a:extLst>
                </p14:cNvPr>
                <p14:cNvContentPartPr/>
                <p14:nvPr/>
              </p14:nvContentPartPr>
              <p14:xfrm>
                <a:off x="8750630" y="865837"/>
                <a:ext cx="33120" cy="293400"/>
              </p14:xfrm>
            </p:contentPart>
          </mc:Choice>
          <mc:Fallback>
            <p:pic>
              <p:nvPicPr>
                <p:cNvPr id="22" name="Ink 21">
                  <a:extLst>
                    <a:ext uri="{FF2B5EF4-FFF2-40B4-BE49-F238E27FC236}">
                      <a16:creationId xmlns:a16="http://schemas.microsoft.com/office/drawing/2014/main" id="{07913982-5AF9-D35E-F878-B582157BC22D}"/>
                    </a:ext>
                  </a:extLst>
                </p:cNvPr>
                <p:cNvPicPr/>
                <p:nvPr/>
              </p:nvPicPr>
              <p:blipFill>
                <a:blip r:embed="rId35"/>
                <a:stretch>
                  <a:fillRect/>
                </a:stretch>
              </p:blipFill>
              <p:spPr>
                <a:xfrm>
                  <a:off x="8732630" y="847837"/>
                  <a:ext cx="68760" cy="329040"/>
                </a:xfrm>
                <a:prstGeom prst="rect">
                  <a:avLst/>
                </a:prstGeom>
              </p:spPr>
            </p:pic>
          </mc:Fallback>
        </mc:AlternateContent>
        <mc:AlternateContent xmlns:mc="http://schemas.openxmlformats.org/markup-compatibility/2006">
          <mc:Choice xmlns:p14="http://schemas.microsoft.com/office/powerpoint/2010/main" Requires="p14">
            <p:contentPart p14:bwMode="auto" r:id="rId36">
              <p14:nvContentPartPr>
                <p14:cNvPr id="23" name="Ink 22">
                  <a:extLst>
                    <a:ext uri="{FF2B5EF4-FFF2-40B4-BE49-F238E27FC236}">
                      <a16:creationId xmlns:a16="http://schemas.microsoft.com/office/drawing/2014/main" id="{D01BA525-E6D9-7B41-00A8-035CD7A2ECA6}"/>
                    </a:ext>
                  </a:extLst>
                </p14:cNvPr>
                <p14:cNvContentPartPr/>
                <p14:nvPr/>
              </p14:nvContentPartPr>
              <p14:xfrm>
                <a:off x="8752430" y="828757"/>
                <a:ext cx="170640" cy="225360"/>
              </p14:xfrm>
            </p:contentPart>
          </mc:Choice>
          <mc:Fallback>
            <p:pic>
              <p:nvPicPr>
                <p:cNvPr id="23" name="Ink 22">
                  <a:extLst>
                    <a:ext uri="{FF2B5EF4-FFF2-40B4-BE49-F238E27FC236}">
                      <a16:creationId xmlns:a16="http://schemas.microsoft.com/office/drawing/2014/main" id="{D01BA525-E6D9-7B41-00A8-035CD7A2ECA6}"/>
                    </a:ext>
                  </a:extLst>
                </p:cNvPr>
                <p:cNvPicPr/>
                <p:nvPr/>
              </p:nvPicPr>
              <p:blipFill>
                <a:blip r:embed="rId37"/>
                <a:stretch>
                  <a:fillRect/>
                </a:stretch>
              </p:blipFill>
              <p:spPr>
                <a:xfrm>
                  <a:off x="8734430" y="810757"/>
                  <a:ext cx="206280" cy="261000"/>
                </a:xfrm>
                <a:prstGeom prst="rect">
                  <a:avLst/>
                </a:prstGeom>
              </p:spPr>
            </p:pic>
          </mc:Fallback>
        </mc:AlternateContent>
        <mc:AlternateContent xmlns:mc="http://schemas.openxmlformats.org/markup-compatibility/2006">
          <mc:Choice xmlns:p14="http://schemas.microsoft.com/office/powerpoint/2010/main" Requires="p14">
            <p:contentPart p14:bwMode="auto" r:id="rId38">
              <p14:nvContentPartPr>
                <p14:cNvPr id="24" name="Ink 23">
                  <a:extLst>
                    <a:ext uri="{FF2B5EF4-FFF2-40B4-BE49-F238E27FC236}">
                      <a16:creationId xmlns:a16="http://schemas.microsoft.com/office/drawing/2014/main" id="{931E4BA7-39D1-59D6-94D0-AFD6B6C2FD80}"/>
                    </a:ext>
                  </a:extLst>
                </p14:cNvPr>
                <p14:cNvContentPartPr/>
                <p14:nvPr/>
              </p14:nvContentPartPr>
              <p14:xfrm>
                <a:off x="9032510" y="931357"/>
                <a:ext cx="170640" cy="86040"/>
              </p14:xfrm>
            </p:contentPart>
          </mc:Choice>
          <mc:Fallback>
            <p:pic>
              <p:nvPicPr>
                <p:cNvPr id="24" name="Ink 23">
                  <a:extLst>
                    <a:ext uri="{FF2B5EF4-FFF2-40B4-BE49-F238E27FC236}">
                      <a16:creationId xmlns:a16="http://schemas.microsoft.com/office/drawing/2014/main" id="{931E4BA7-39D1-59D6-94D0-AFD6B6C2FD80}"/>
                    </a:ext>
                  </a:extLst>
                </p:cNvPr>
                <p:cNvPicPr/>
                <p:nvPr/>
              </p:nvPicPr>
              <p:blipFill>
                <a:blip r:embed="rId39"/>
                <a:stretch>
                  <a:fillRect/>
                </a:stretch>
              </p:blipFill>
              <p:spPr>
                <a:xfrm>
                  <a:off x="9014472" y="913281"/>
                  <a:ext cx="206355" cy="121830"/>
                </a:xfrm>
                <a:prstGeom prst="rect">
                  <a:avLst/>
                </a:prstGeom>
              </p:spPr>
            </p:pic>
          </mc:Fallback>
        </mc:AlternateContent>
        <mc:AlternateContent xmlns:mc="http://schemas.openxmlformats.org/markup-compatibility/2006">
          <mc:Choice xmlns:p14="http://schemas.microsoft.com/office/powerpoint/2010/main" Requires="p14">
            <p:contentPart p14:bwMode="auto" r:id="rId40">
              <p14:nvContentPartPr>
                <p14:cNvPr id="25" name="Ink 24">
                  <a:extLst>
                    <a:ext uri="{FF2B5EF4-FFF2-40B4-BE49-F238E27FC236}">
                      <a16:creationId xmlns:a16="http://schemas.microsoft.com/office/drawing/2014/main" id="{C955381E-A230-5D19-0433-9E88A1DF1BC2}"/>
                    </a:ext>
                  </a:extLst>
                </p14:cNvPr>
                <p14:cNvContentPartPr/>
                <p14:nvPr/>
              </p14:nvContentPartPr>
              <p14:xfrm>
                <a:off x="9082910" y="897877"/>
                <a:ext cx="87840" cy="157680"/>
              </p14:xfrm>
            </p:contentPart>
          </mc:Choice>
          <mc:Fallback>
            <p:pic>
              <p:nvPicPr>
                <p:cNvPr id="25" name="Ink 24">
                  <a:extLst>
                    <a:ext uri="{FF2B5EF4-FFF2-40B4-BE49-F238E27FC236}">
                      <a16:creationId xmlns:a16="http://schemas.microsoft.com/office/drawing/2014/main" id="{C955381E-A230-5D19-0433-9E88A1DF1BC2}"/>
                    </a:ext>
                  </a:extLst>
                </p:cNvPr>
                <p:cNvPicPr/>
                <p:nvPr/>
              </p:nvPicPr>
              <p:blipFill>
                <a:blip r:embed="rId41"/>
                <a:stretch>
                  <a:fillRect/>
                </a:stretch>
              </p:blipFill>
              <p:spPr>
                <a:xfrm>
                  <a:off x="9064910" y="879877"/>
                  <a:ext cx="123480" cy="193320"/>
                </a:xfrm>
                <a:prstGeom prst="rect">
                  <a:avLst/>
                </a:prstGeom>
              </p:spPr>
            </p:pic>
          </mc:Fallback>
        </mc:AlternateContent>
      </p:grpSp>
      <p:grpSp>
        <p:nvGrpSpPr>
          <p:cNvPr id="31" name="Group 30">
            <a:extLst>
              <a:ext uri="{FF2B5EF4-FFF2-40B4-BE49-F238E27FC236}">
                <a16:creationId xmlns:a16="http://schemas.microsoft.com/office/drawing/2014/main" id="{4D8D42B0-C315-6CEE-7789-0DFF44E67AEA}"/>
              </a:ext>
            </a:extLst>
          </p:cNvPr>
          <p:cNvGrpSpPr/>
          <p:nvPr/>
        </p:nvGrpSpPr>
        <p:grpSpPr>
          <a:xfrm>
            <a:off x="6422150" y="1336717"/>
            <a:ext cx="5285880" cy="280800"/>
            <a:chOff x="6422150" y="1336717"/>
            <a:chExt cx="5285880" cy="280800"/>
          </a:xfrm>
        </p:grpSpPr>
        <mc:AlternateContent xmlns:mc="http://schemas.openxmlformats.org/markup-compatibility/2006">
          <mc:Choice xmlns:p14="http://schemas.microsoft.com/office/powerpoint/2010/main" Requires="p14">
            <p:contentPart p14:bwMode="auto" r:id="rId42">
              <p14:nvContentPartPr>
                <p14:cNvPr id="26" name="Ink 25">
                  <a:extLst>
                    <a:ext uri="{FF2B5EF4-FFF2-40B4-BE49-F238E27FC236}">
                      <a16:creationId xmlns:a16="http://schemas.microsoft.com/office/drawing/2014/main" id="{8471549E-583B-5141-4286-CD61F8CF7433}"/>
                    </a:ext>
                  </a:extLst>
                </p14:cNvPr>
                <p14:cNvContentPartPr/>
                <p14:nvPr/>
              </p14:nvContentPartPr>
              <p14:xfrm>
                <a:off x="6542390" y="1336717"/>
                <a:ext cx="5165640" cy="77400"/>
              </p14:xfrm>
            </p:contentPart>
          </mc:Choice>
          <mc:Fallback>
            <p:pic>
              <p:nvPicPr>
                <p:cNvPr id="26" name="Ink 25">
                  <a:extLst>
                    <a:ext uri="{FF2B5EF4-FFF2-40B4-BE49-F238E27FC236}">
                      <a16:creationId xmlns:a16="http://schemas.microsoft.com/office/drawing/2014/main" id="{8471549E-583B-5141-4286-CD61F8CF7433}"/>
                    </a:ext>
                  </a:extLst>
                </p:cNvPr>
                <p:cNvPicPr/>
                <p:nvPr/>
              </p:nvPicPr>
              <p:blipFill>
                <a:blip r:embed="rId43"/>
                <a:stretch>
                  <a:fillRect/>
                </a:stretch>
              </p:blipFill>
              <p:spPr>
                <a:xfrm>
                  <a:off x="6524390" y="1318717"/>
                  <a:ext cx="5201280" cy="113040"/>
                </a:xfrm>
                <a:prstGeom prst="rect">
                  <a:avLst/>
                </a:prstGeom>
              </p:spPr>
            </p:pic>
          </mc:Fallback>
        </mc:AlternateContent>
        <mc:AlternateContent xmlns:mc="http://schemas.openxmlformats.org/markup-compatibility/2006">
          <mc:Choice xmlns:p14="http://schemas.microsoft.com/office/powerpoint/2010/main" Requires="p14">
            <p:contentPart p14:bwMode="auto" r:id="rId44">
              <p14:nvContentPartPr>
                <p14:cNvPr id="27" name="Ink 26">
                  <a:extLst>
                    <a:ext uri="{FF2B5EF4-FFF2-40B4-BE49-F238E27FC236}">
                      <a16:creationId xmlns:a16="http://schemas.microsoft.com/office/drawing/2014/main" id="{CE6EBDC4-DB90-DDF7-1513-FA5545F66660}"/>
                    </a:ext>
                  </a:extLst>
                </p14:cNvPr>
                <p14:cNvContentPartPr/>
                <p14:nvPr/>
              </p14:nvContentPartPr>
              <p14:xfrm>
                <a:off x="6422150" y="1378477"/>
                <a:ext cx="12600" cy="239040"/>
              </p14:xfrm>
            </p:contentPart>
          </mc:Choice>
          <mc:Fallback>
            <p:pic>
              <p:nvPicPr>
                <p:cNvPr id="27" name="Ink 26">
                  <a:extLst>
                    <a:ext uri="{FF2B5EF4-FFF2-40B4-BE49-F238E27FC236}">
                      <a16:creationId xmlns:a16="http://schemas.microsoft.com/office/drawing/2014/main" id="{CE6EBDC4-DB90-DDF7-1513-FA5545F66660}"/>
                    </a:ext>
                  </a:extLst>
                </p:cNvPr>
                <p:cNvPicPr/>
                <p:nvPr/>
              </p:nvPicPr>
              <p:blipFill>
                <a:blip r:embed="rId45"/>
                <a:stretch>
                  <a:fillRect/>
                </a:stretch>
              </p:blipFill>
              <p:spPr>
                <a:xfrm>
                  <a:off x="6404650" y="1360477"/>
                  <a:ext cx="47250" cy="274680"/>
                </a:xfrm>
                <a:prstGeom prst="rect">
                  <a:avLst/>
                </a:prstGeom>
              </p:spPr>
            </p:pic>
          </mc:Fallback>
        </mc:AlternateContent>
        <mc:AlternateContent xmlns:mc="http://schemas.openxmlformats.org/markup-compatibility/2006">
          <mc:Choice xmlns:p14="http://schemas.microsoft.com/office/powerpoint/2010/main" Requires="p14">
            <p:contentPart p14:bwMode="auto" r:id="rId46">
              <p14:nvContentPartPr>
                <p14:cNvPr id="30" name="Ink 29">
                  <a:extLst>
                    <a:ext uri="{FF2B5EF4-FFF2-40B4-BE49-F238E27FC236}">
                      <a16:creationId xmlns:a16="http://schemas.microsoft.com/office/drawing/2014/main" id="{7DCEC0E3-80AE-509B-E559-802D658BCE0D}"/>
                    </a:ext>
                  </a:extLst>
                </p14:cNvPr>
                <p14:cNvContentPartPr/>
                <p14:nvPr/>
              </p14:nvContentPartPr>
              <p14:xfrm>
                <a:off x="11546390" y="1378117"/>
                <a:ext cx="33480" cy="228600"/>
              </p14:xfrm>
            </p:contentPart>
          </mc:Choice>
          <mc:Fallback>
            <p:pic>
              <p:nvPicPr>
                <p:cNvPr id="30" name="Ink 29">
                  <a:extLst>
                    <a:ext uri="{FF2B5EF4-FFF2-40B4-BE49-F238E27FC236}">
                      <a16:creationId xmlns:a16="http://schemas.microsoft.com/office/drawing/2014/main" id="{7DCEC0E3-80AE-509B-E559-802D658BCE0D}"/>
                    </a:ext>
                  </a:extLst>
                </p:cNvPr>
                <p:cNvPicPr/>
                <p:nvPr/>
              </p:nvPicPr>
              <p:blipFill>
                <a:blip r:embed="rId47"/>
                <a:stretch>
                  <a:fillRect/>
                </a:stretch>
              </p:blipFill>
              <p:spPr>
                <a:xfrm>
                  <a:off x="11528194" y="1360117"/>
                  <a:ext cx="69507" cy="264240"/>
                </a:xfrm>
                <a:prstGeom prst="rect">
                  <a:avLst/>
                </a:prstGeom>
              </p:spPr>
            </p:pic>
          </mc:Fallback>
        </mc:AlternateContent>
      </p:grpSp>
      <p:grpSp>
        <p:nvGrpSpPr>
          <p:cNvPr id="57" name="Group 56">
            <a:extLst>
              <a:ext uri="{FF2B5EF4-FFF2-40B4-BE49-F238E27FC236}">
                <a16:creationId xmlns:a16="http://schemas.microsoft.com/office/drawing/2014/main" id="{77E4BE39-7EE1-5894-06C8-746DBCE3C002}"/>
              </a:ext>
            </a:extLst>
          </p:cNvPr>
          <p:cNvGrpSpPr/>
          <p:nvPr/>
        </p:nvGrpSpPr>
        <p:grpSpPr>
          <a:xfrm>
            <a:off x="3313910" y="680077"/>
            <a:ext cx="1855800" cy="471600"/>
            <a:chOff x="3313910" y="680077"/>
            <a:chExt cx="1855800" cy="471600"/>
          </a:xfrm>
        </p:grpSpPr>
        <mc:AlternateContent xmlns:mc="http://schemas.openxmlformats.org/markup-compatibility/2006">
          <mc:Choice xmlns:p14="http://schemas.microsoft.com/office/powerpoint/2010/main" Requires="p14">
            <p:contentPart p14:bwMode="auto" r:id="rId48">
              <p14:nvContentPartPr>
                <p14:cNvPr id="32" name="Ink 31">
                  <a:extLst>
                    <a:ext uri="{FF2B5EF4-FFF2-40B4-BE49-F238E27FC236}">
                      <a16:creationId xmlns:a16="http://schemas.microsoft.com/office/drawing/2014/main" id="{C54A00E9-B721-898B-39A2-1CC8595CF697}"/>
                    </a:ext>
                  </a:extLst>
                </p14:cNvPr>
                <p14:cNvContentPartPr/>
                <p14:nvPr/>
              </p14:nvContentPartPr>
              <p14:xfrm>
                <a:off x="3313910" y="680077"/>
                <a:ext cx="97920" cy="471600"/>
              </p14:xfrm>
            </p:contentPart>
          </mc:Choice>
          <mc:Fallback>
            <p:pic>
              <p:nvPicPr>
                <p:cNvPr id="32" name="Ink 31">
                  <a:extLst>
                    <a:ext uri="{FF2B5EF4-FFF2-40B4-BE49-F238E27FC236}">
                      <a16:creationId xmlns:a16="http://schemas.microsoft.com/office/drawing/2014/main" id="{C54A00E9-B721-898B-39A2-1CC8595CF697}"/>
                    </a:ext>
                  </a:extLst>
                </p:cNvPr>
                <p:cNvPicPr/>
                <p:nvPr/>
              </p:nvPicPr>
              <p:blipFill>
                <a:blip r:embed="rId49"/>
                <a:stretch>
                  <a:fillRect/>
                </a:stretch>
              </p:blipFill>
              <p:spPr>
                <a:xfrm>
                  <a:off x="3295910" y="662077"/>
                  <a:ext cx="133560" cy="507240"/>
                </a:xfrm>
                <a:prstGeom prst="rect">
                  <a:avLst/>
                </a:prstGeom>
              </p:spPr>
            </p:pic>
          </mc:Fallback>
        </mc:AlternateContent>
        <mc:AlternateContent xmlns:mc="http://schemas.openxmlformats.org/markup-compatibility/2006">
          <mc:Choice xmlns:p14="http://schemas.microsoft.com/office/powerpoint/2010/main" Requires="p14">
            <p:contentPart p14:bwMode="auto" r:id="rId50">
              <p14:nvContentPartPr>
                <p14:cNvPr id="33" name="Ink 32">
                  <a:extLst>
                    <a:ext uri="{FF2B5EF4-FFF2-40B4-BE49-F238E27FC236}">
                      <a16:creationId xmlns:a16="http://schemas.microsoft.com/office/drawing/2014/main" id="{DF4F23FC-C2D8-E4A9-F784-CC456DA892E8}"/>
                    </a:ext>
                  </a:extLst>
                </p14:cNvPr>
                <p14:cNvContentPartPr/>
                <p14:nvPr/>
              </p14:nvContentPartPr>
              <p14:xfrm>
                <a:off x="3547910" y="859717"/>
                <a:ext cx="169560" cy="71640"/>
              </p14:xfrm>
            </p:contentPart>
          </mc:Choice>
          <mc:Fallback>
            <p:pic>
              <p:nvPicPr>
                <p:cNvPr id="33" name="Ink 32">
                  <a:extLst>
                    <a:ext uri="{FF2B5EF4-FFF2-40B4-BE49-F238E27FC236}">
                      <a16:creationId xmlns:a16="http://schemas.microsoft.com/office/drawing/2014/main" id="{DF4F23FC-C2D8-E4A9-F784-CC456DA892E8}"/>
                    </a:ext>
                  </a:extLst>
                </p:cNvPr>
                <p:cNvPicPr/>
                <p:nvPr/>
              </p:nvPicPr>
              <p:blipFill>
                <a:blip r:embed="rId51"/>
                <a:stretch>
                  <a:fillRect/>
                </a:stretch>
              </p:blipFill>
              <p:spPr>
                <a:xfrm>
                  <a:off x="3529910" y="841717"/>
                  <a:ext cx="205200" cy="107280"/>
                </a:xfrm>
                <a:prstGeom prst="rect">
                  <a:avLst/>
                </a:prstGeom>
              </p:spPr>
            </p:pic>
          </mc:Fallback>
        </mc:AlternateContent>
        <mc:AlternateContent xmlns:mc="http://schemas.openxmlformats.org/markup-compatibility/2006">
          <mc:Choice xmlns:p14="http://schemas.microsoft.com/office/powerpoint/2010/main" Requires="p14">
            <p:contentPart p14:bwMode="auto" r:id="rId52">
              <p14:nvContentPartPr>
                <p14:cNvPr id="34" name="Ink 33">
                  <a:extLst>
                    <a:ext uri="{FF2B5EF4-FFF2-40B4-BE49-F238E27FC236}">
                      <a16:creationId xmlns:a16="http://schemas.microsoft.com/office/drawing/2014/main" id="{5CA03071-E10E-4398-51C2-089A81F854A2}"/>
                    </a:ext>
                  </a:extLst>
                </p14:cNvPr>
                <p14:cNvContentPartPr/>
                <p14:nvPr/>
              </p14:nvContentPartPr>
              <p14:xfrm>
                <a:off x="3638630" y="887797"/>
                <a:ext cx="50040" cy="204120"/>
              </p14:xfrm>
            </p:contentPart>
          </mc:Choice>
          <mc:Fallback>
            <p:pic>
              <p:nvPicPr>
                <p:cNvPr id="34" name="Ink 33">
                  <a:extLst>
                    <a:ext uri="{FF2B5EF4-FFF2-40B4-BE49-F238E27FC236}">
                      <a16:creationId xmlns:a16="http://schemas.microsoft.com/office/drawing/2014/main" id="{5CA03071-E10E-4398-51C2-089A81F854A2}"/>
                    </a:ext>
                  </a:extLst>
                </p:cNvPr>
                <p:cNvPicPr/>
                <p:nvPr/>
              </p:nvPicPr>
              <p:blipFill>
                <a:blip r:embed="rId53"/>
                <a:stretch>
                  <a:fillRect/>
                </a:stretch>
              </p:blipFill>
              <p:spPr>
                <a:xfrm>
                  <a:off x="3620630" y="869797"/>
                  <a:ext cx="85680" cy="239760"/>
                </a:xfrm>
                <a:prstGeom prst="rect">
                  <a:avLst/>
                </a:prstGeom>
              </p:spPr>
            </p:pic>
          </mc:Fallback>
        </mc:AlternateContent>
        <mc:AlternateContent xmlns:mc="http://schemas.openxmlformats.org/markup-compatibility/2006">
          <mc:Choice xmlns:p14="http://schemas.microsoft.com/office/powerpoint/2010/main" Requires="p14">
            <p:contentPart p14:bwMode="auto" r:id="rId54">
              <p14:nvContentPartPr>
                <p14:cNvPr id="35" name="Ink 34">
                  <a:extLst>
                    <a:ext uri="{FF2B5EF4-FFF2-40B4-BE49-F238E27FC236}">
                      <a16:creationId xmlns:a16="http://schemas.microsoft.com/office/drawing/2014/main" id="{D5382EDC-6917-8561-F0EE-F1F03BFDF562}"/>
                    </a:ext>
                  </a:extLst>
                </p14:cNvPr>
                <p14:cNvContentPartPr/>
                <p14:nvPr/>
              </p14:nvContentPartPr>
              <p14:xfrm>
                <a:off x="3758510" y="943957"/>
                <a:ext cx="91440" cy="115920"/>
              </p14:xfrm>
            </p:contentPart>
          </mc:Choice>
          <mc:Fallback>
            <p:pic>
              <p:nvPicPr>
                <p:cNvPr id="35" name="Ink 34">
                  <a:extLst>
                    <a:ext uri="{FF2B5EF4-FFF2-40B4-BE49-F238E27FC236}">
                      <a16:creationId xmlns:a16="http://schemas.microsoft.com/office/drawing/2014/main" id="{D5382EDC-6917-8561-F0EE-F1F03BFDF562}"/>
                    </a:ext>
                  </a:extLst>
                </p:cNvPr>
                <p:cNvPicPr/>
                <p:nvPr/>
              </p:nvPicPr>
              <p:blipFill>
                <a:blip r:embed="rId55"/>
                <a:stretch>
                  <a:fillRect/>
                </a:stretch>
              </p:blipFill>
              <p:spPr>
                <a:xfrm>
                  <a:off x="3740510" y="925957"/>
                  <a:ext cx="127080" cy="151560"/>
                </a:xfrm>
                <a:prstGeom prst="rect">
                  <a:avLst/>
                </a:prstGeom>
              </p:spPr>
            </p:pic>
          </mc:Fallback>
        </mc:AlternateContent>
        <mc:AlternateContent xmlns:mc="http://schemas.openxmlformats.org/markup-compatibility/2006">
          <mc:Choice xmlns:p14="http://schemas.microsoft.com/office/powerpoint/2010/main" Requires="p14">
            <p:contentPart p14:bwMode="auto" r:id="rId56">
              <p14:nvContentPartPr>
                <p14:cNvPr id="36" name="Ink 35">
                  <a:extLst>
                    <a:ext uri="{FF2B5EF4-FFF2-40B4-BE49-F238E27FC236}">
                      <a16:creationId xmlns:a16="http://schemas.microsoft.com/office/drawing/2014/main" id="{D9FD8AB3-6847-1725-8635-C653DACE3279}"/>
                    </a:ext>
                  </a:extLst>
                </p14:cNvPr>
                <p14:cNvContentPartPr/>
                <p14:nvPr/>
              </p14:nvContentPartPr>
              <p14:xfrm>
                <a:off x="3911510" y="950077"/>
                <a:ext cx="91800" cy="158400"/>
              </p14:xfrm>
            </p:contentPart>
          </mc:Choice>
          <mc:Fallback>
            <p:pic>
              <p:nvPicPr>
                <p:cNvPr id="36" name="Ink 35">
                  <a:extLst>
                    <a:ext uri="{FF2B5EF4-FFF2-40B4-BE49-F238E27FC236}">
                      <a16:creationId xmlns:a16="http://schemas.microsoft.com/office/drawing/2014/main" id="{D9FD8AB3-6847-1725-8635-C653DACE3279}"/>
                    </a:ext>
                  </a:extLst>
                </p:cNvPr>
                <p:cNvPicPr/>
                <p:nvPr/>
              </p:nvPicPr>
              <p:blipFill>
                <a:blip r:embed="rId57"/>
                <a:stretch>
                  <a:fillRect/>
                </a:stretch>
              </p:blipFill>
              <p:spPr>
                <a:xfrm>
                  <a:off x="3893510" y="932077"/>
                  <a:ext cx="127440" cy="194040"/>
                </a:xfrm>
                <a:prstGeom prst="rect">
                  <a:avLst/>
                </a:prstGeom>
              </p:spPr>
            </p:pic>
          </mc:Fallback>
        </mc:AlternateContent>
        <mc:AlternateContent xmlns:mc="http://schemas.openxmlformats.org/markup-compatibility/2006">
          <mc:Choice xmlns:p14="http://schemas.microsoft.com/office/powerpoint/2010/main" Requires="p14">
            <p:contentPart p14:bwMode="auto" r:id="rId58">
              <p14:nvContentPartPr>
                <p14:cNvPr id="37" name="Ink 36">
                  <a:extLst>
                    <a:ext uri="{FF2B5EF4-FFF2-40B4-BE49-F238E27FC236}">
                      <a16:creationId xmlns:a16="http://schemas.microsoft.com/office/drawing/2014/main" id="{D6495590-4C10-1ECD-2F1F-13816FC72753}"/>
                    </a:ext>
                  </a:extLst>
                </p14:cNvPr>
                <p14:cNvContentPartPr/>
                <p14:nvPr/>
              </p14:nvContentPartPr>
              <p14:xfrm>
                <a:off x="4086830" y="981397"/>
                <a:ext cx="117000" cy="74880"/>
              </p14:xfrm>
            </p:contentPart>
          </mc:Choice>
          <mc:Fallback>
            <p:pic>
              <p:nvPicPr>
                <p:cNvPr id="37" name="Ink 36">
                  <a:extLst>
                    <a:ext uri="{FF2B5EF4-FFF2-40B4-BE49-F238E27FC236}">
                      <a16:creationId xmlns:a16="http://schemas.microsoft.com/office/drawing/2014/main" id="{D6495590-4C10-1ECD-2F1F-13816FC72753}"/>
                    </a:ext>
                  </a:extLst>
                </p:cNvPr>
                <p:cNvPicPr/>
                <p:nvPr/>
              </p:nvPicPr>
              <p:blipFill>
                <a:blip r:embed="rId59"/>
                <a:stretch>
                  <a:fillRect/>
                </a:stretch>
              </p:blipFill>
              <p:spPr>
                <a:xfrm>
                  <a:off x="4068830" y="963397"/>
                  <a:ext cx="152640" cy="110520"/>
                </a:xfrm>
                <a:prstGeom prst="rect">
                  <a:avLst/>
                </a:prstGeom>
              </p:spPr>
            </p:pic>
          </mc:Fallback>
        </mc:AlternateContent>
        <mc:AlternateContent xmlns:mc="http://schemas.openxmlformats.org/markup-compatibility/2006">
          <mc:Choice xmlns:p14="http://schemas.microsoft.com/office/powerpoint/2010/main" Requires="p14">
            <p:contentPart p14:bwMode="auto" r:id="rId60">
              <p14:nvContentPartPr>
                <p14:cNvPr id="38" name="Ink 37">
                  <a:extLst>
                    <a:ext uri="{FF2B5EF4-FFF2-40B4-BE49-F238E27FC236}">
                      <a16:creationId xmlns:a16="http://schemas.microsoft.com/office/drawing/2014/main" id="{194070AD-705F-ED26-115C-1BD41E98137B}"/>
                    </a:ext>
                  </a:extLst>
                </p14:cNvPr>
                <p14:cNvContentPartPr/>
                <p14:nvPr/>
              </p14:nvContentPartPr>
              <p14:xfrm>
                <a:off x="4277630" y="948277"/>
                <a:ext cx="93240" cy="137160"/>
              </p14:xfrm>
            </p:contentPart>
          </mc:Choice>
          <mc:Fallback>
            <p:pic>
              <p:nvPicPr>
                <p:cNvPr id="38" name="Ink 37">
                  <a:extLst>
                    <a:ext uri="{FF2B5EF4-FFF2-40B4-BE49-F238E27FC236}">
                      <a16:creationId xmlns:a16="http://schemas.microsoft.com/office/drawing/2014/main" id="{194070AD-705F-ED26-115C-1BD41E98137B}"/>
                    </a:ext>
                  </a:extLst>
                </p:cNvPr>
                <p:cNvPicPr/>
                <p:nvPr/>
              </p:nvPicPr>
              <p:blipFill>
                <a:blip r:embed="rId61"/>
                <a:stretch>
                  <a:fillRect/>
                </a:stretch>
              </p:blipFill>
              <p:spPr>
                <a:xfrm>
                  <a:off x="4259630" y="930277"/>
                  <a:ext cx="128880" cy="172800"/>
                </a:xfrm>
                <a:prstGeom prst="rect">
                  <a:avLst/>
                </a:prstGeom>
              </p:spPr>
            </p:pic>
          </mc:Fallback>
        </mc:AlternateContent>
        <mc:AlternateContent xmlns:mc="http://schemas.openxmlformats.org/markup-compatibility/2006">
          <mc:Choice xmlns:p14="http://schemas.microsoft.com/office/powerpoint/2010/main" Requires="p14">
            <p:contentPart p14:bwMode="auto" r:id="rId62">
              <p14:nvContentPartPr>
                <p14:cNvPr id="39" name="Ink 38">
                  <a:extLst>
                    <a:ext uri="{FF2B5EF4-FFF2-40B4-BE49-F238E27FC236}">
                      <a16:creationId xmlns:a16="http://schemas.microsoft.com/office/drawing/2014/main" id="{DA753D61-4DE0-5294-CFD5-D04F9F23F987}"/>
                    </a:ext>
                  </a:extLst>
                </p14:cNvPr>
                <p14:cNvContentPartPr/>
                <p14:nvPr/>
              </p14:nvContentPartPr>
              <p14:xfrm>
                <a:off x="4487870" y="952957"/>
                <a:ext cx="216000" cy="89640"/>
              </p14:xfrm>
            </p:contentPart>
          </mc:Choice>
          <mc:Fallback>
            <p:pic>
              <p:nvPicPr>
                <p:cNvPr id="39" name="Ink 38">
                  <a:extLst>
                    <a:ext uri="{FF2B5EF4-FFF2-40B4-BE49-F238E27FC236}">
                      <a16:creationId xmlns:a16="http://schemas.microsoft.com/office/drawing/2014/main" id="{DA753D61-4DE0-5294-CFD5-D04F9F23F987}"/>
                    </a:ext>
                  </a:extLst>
                </p:cNvPr>
                <p:cNvPicPr/>
                <p:nvPr/>
              </p:nvPicPr>
              <p:blipFill>
                <a:blip r:embed="rId63"/>
                <a:stretch>
                  <a:fillRect/>
                </a:stretch>
              </p:blipFill>
              <p:spPr>
                <a:xfrm>
                  <a:off x="4469870" y="934957"/>
                  <a:ext cx="251640" cy="125280"/>
                </a:xfrm>
                <a:prstGeom prst="rect">
                  <a:avLst/>
                </a:prstGeom>
              </p:spPr>
            </p:pic>
          </mc:Fallback>
        </mc:AlternateContent>
        <mc:AlternateContent xmlns:mc="http://schemas.openxmlformats.org/markup-compatibility/2006">
          <mc:Choice xmlns:p14="http://schemas.microsoft.com/office/powerpoint/2010/main" Requires="p14">
            <p:contentPart p14:bwMode="auto" r:id="rId64">
              <p14:nvContentPartPr>
                <p14:cNvPr id="40" name="Ink 39">
                  <a:extLst>
                    <a:ext uri="{FF2B5EF4-FFF2-40B4-BE49-F238E27FC236}">
                      <a16:creationId xmlns:a16="http://schemas.microsoft.com/office/drawing/2014/main" id="{CE49204C-12EE-FD8C-958B-7ADF38257821}"/>
                    </a:ext>
                  </a:extLst>
                </p14:cNvPr>
                <p14:cNvContentPartPr/>
                <p14:nvPr/>
              </p14:nvContentPartPr>
              <p14:xfrm>
                <a:off x="4751030" y="943957"/>
                <a:ext cx="6840" cy="122040"/>
              </p14:xfrm>
            </p:contentPart>
          </mc:Choice>
          <mc:Fallback>
            <p:pic>
              <p:nvPicPr>
                <p:cNvPr id="40" name="Ink 39">
                  <a:extLst>
                    <a:ext uri="{FF2B5EF4-FFF2-40B4-BE49-F238E27FC236}">
                      <a16:creationId xmlns:a16="http://schemas.microsoft.com/office/drawing/2014/main" id="{CE49204C-12EE-FD8C-958B-7ADF38257821}"/>
                    </a:ext>
                  </a:extLst>
                </p:cNvPr>
                <p:cNvPicPr/>
                <p:nvPr/>
              </p:nvPicPr>
              <p:blipFill>
                <a:blip r:embed="rId65"/>
                <a:stretch>
                  <a:fillRect/>
                </a:stretch>
              </p:blipFill>
              <p:spPr>
                <a:xfrm>
                  <a:off x="4732030" y="925957"/>
                  <a:ext cx="44460" cy="157680"/>
                </a:xfrm>
                <a:prstGeom prst="rect">
                  <a:avLst/>
                </a:prstGeom>
              </p:spPr>
            </p:pic>
          </mc:Fallback>
        </mc:AlternateContent>
        <mc:AlternateContent xmlns:mc="http://schemas.openxmlformats.org/markup-compatibility/2006">
          <mc:Choice xmlns:p14="http://schemas.microsoft.com/office/powerpoint/2010/main" Requires="p14">
            <p:contentPart p14:bwMode="auto" r:id="rId66">
              <p14:nvContentPartPr>
                <p14:cNvPr id="41" name="Ink 40">
                  <a:extLst>
                    <a:ext uri="{FF2B5EF4-FFF2-40B4-BE49-F238E27FC236}">
                      <a16:creationId xmlns:a16="http://schemas.microsoft.com/office/drawing/2014/main" id="{63767631-F473-DF0E-C8C3-04273A75EF0A}"/>
                    </a:ext>
                  </a:extLst>
                </p14:cNvPr>
                <p14:cNvContentPartPr/>
                <p14:nvPr/>
              </p14:nvContentPartPr>
              <p14:xfrm>
                <a:off x="4755350" y="846397"/>
                <a:ext cx="19080" cy="35280"/>
              </p14:xfrm>
            </p:contentPart>
          </mc:Choice>
          <mc:Fallback>
            <p:pic>
              <p:nvPicPr>
                <p:cNvPr id="41" name="Ink 40">
                  <a:extLst>
                    <a:ext uri="{FF2B5EF4-FFF2-40B4-BE49-F238E27FC236}">
                      <a16:creationId xmlns:a16="http://schemas.microsoft.com/office/drawing/2014/main" id="{63767631-F473-DF0E-C8C3-04273A75EF0A}"/>
                    </a:ext>
                  </a:extLst>
                </p:cNvPr>
                <p:cNvPicPr/>
                <p:nvPr/>
              </p:nvPicPr>
              <p:blipFill>
                <a:blip r:embed="rId67"/>
                <a:stretch>
                  <a:fillRect/>
                </a:stretch>
              </p:blipFill>
              <p:spPr>
                <a:xfrm>
                  <a:off x="4737350" y="828397"/>
                  <a:ext cx="54720" cy="70920"/>
                </a:xfrm>
                <a:prstGeom prst="rect">
                  <a:avLst/>
                </a:prstGeom>
              </p:spPr>
            </p:pic>
          </mc:Fallback>
        </mc:AlternateContent>
        <mc:AlternateContent xmlns:mc="http://schemas.openxmlformats.org/markup-compatibility/2006">
          <mc:Choice xmlns:p14="http://schemas.microsoft.com/office/powerpoint/2010/main" Requires="p14">
            <p:contentPart p14:bwMode="auto" r:id="rId68">
              <p14:nvContentPartPr>
                <p14:cNvPr id="42" name="Ink 41">
                  <a:extLst>
                    <a:ext uri="{FF2B5EF4-FFF2-40B4-BE49-F238E27FC236}">
                      <a16:creationId xmlns:a16="http://schemas.microsoft.com/office/drawing/2014/main" id="{1E2934C9-75F8-23E3-DC1E-14F1E0E7EF24}"/>
                    </a:ext>
                  </a:extLst>
                </p14:cNvPr>
                <p14:cNvContentPartPr/>
                <p14:nvPr/>
              </p14:nvContentPartPr>
              <p14:xfrm>
                <a:off x="4901510" y="778717"/>
                <a:ext cx="29880" cy="214200"/>
              </p14:xfrm>
            </p:contentPart>
          </mc:Choice>
          <mc:Fallback>
            <p:pic>
              <p:nvPicPr>
                <p:cNvPr id="42" name="Ink 41">
                  <a:extLst>
                    <a:ext uri="{FF2B5EF4-FFF2-40B4-BE49-F238E27FC236}">
                      <a16:creationId xmlns:a16="http://schemas.microsoft.com/office/drawing/2014/main" id="{1E2934C9-75F8-23E3-DC1E-14F1E0E7EF24}"/>
                    </a:ext>
                  </a:extLst>
                </p:cNvPr>
                <p:cNvPicPr/>
                <p:nvPr/>
              </p:nvPicPr>
              <p:blipFill>
                <a:blip r:embed="rId69"/>
                <a:stretch>
                  <a:fillRect/>
                </a:stretch>
              </p:blipFill>
              <p:spPr>
                <a:xfrm>
                  <a:off x="4883510" y="760717"/>
                  <a:ext cx="65520" cy="249840"/>
                </a:xfrm>
                <a:prstGeom prst="rect">
                  <a:avLst/>
                </a:prstGeom>
              </p:spPr>
            </p:pic>
          </mc:Fallback>
        </mc:AlternateContent>
        <mc:AlternateContent xmlns:mc="http://schemas.openxmlformats.org/markup-compatibility/2006">
          <mc:Choice xmlns:p14="http://schemas.microsoft.com/office/powerpoint/2010/main" Requires="p14">
            <p:contentPart p14:bwMode="auto" r:id="rId70">
              <p14:nvContentPartPr>
                <p14:cNvPr id="43" name="Ink 42">
                  <a:extLst>
                    <a:ext uri="{FF2B5EF4-FFF2-40B4-BE49-F238E27FC236}">
                      <a16:creationId xmlns:a16="http://schemas.microsoft.com/office/drawing/2014/main" id="{4B8D5F88-6810-E3FA-DAAA-3AF1F3A6C006}"/>
                    </a:ext>
                  </a:extLst>
                </p14:cNvPr>
                <p14:cNvContentPartPr/>
                <p14:nvPr/>
              </p14:nvContentPartPr>
              <p14:xfrm>
                <a:off x="4898630" y="932437"/>
                <a:ext cx="96120" cy="27000"/>
              </p14:xfrm>
            </p:contentPart>
          </mc:Choice>
          <mc:Fallback>
            <p:pic>
              <p:nvPicPr>
                <p:cNvPr id="43" name="Ink 42">
                  <a:extLst>
                    <a:ext uri="{FF2B5EF4-FFF2-40B4-BE49-F238E27FC236}">
                      <a16:creationId xmlns:a16="http://schemas.microsoft.com/office/drawing/2014/main" id="{4B8D5F88-6810-E3FA-DAAA-3AF1F3A6C006}"/>
                    </a:ext>
                  </a:extLst>
                </p:cNvPr>
                <p:cNvPicPr/>
                <p:nvPr/>
              </p:nvPicPr>
              <p:blipFill>
                <a:blip r:embed="rId71"/>
                <a:stretch>
                  <a:fillRect/>
                </a:stretch>
              </p:blipFill>
              <p:spPr>
                <a:xfrm>
                  <a:off x="4880697" y="914437"/>
                  <a:ext cx="131627" cy="62640"/>
                </a:xfrm>
                <a:prstGeom prst="rect">
                  <a:avLst/>
                </a:prstGeom>
              </p:spPr>
            </p:pic>
          </mc:Fallback>
        </mc:AlternateContent>
        <mc:AlternateContent xmlns:mc="http://schemas.openxmlformats.org/markup-compatibility/2006">
          <mc:Choice xmlns:p14="http://schemas.microsoft.com/office/powerpoint/2010/main" Requires="p14">
            <p:contentPart p14:bwMode="auto" r:id="rId72">
              <p14:nvContentPartPr>
                <p14:cNvPr id="44" name="Ink 43">
                  <a:extLst>
                    <a:ext uri="{FF2B5EF4-FFF2-40B4-BE49-F238E27FC236}">
                      <a16:creationId xmlns:a16="http://schemas.microsoft.com/office/drawing/2014/main" id="{298A1240-C389-5D62-FF06-29C65363CEF5}"/>
                    </a:ext>
                  </a:extLst>
                </p14:cNvPr>
                <p14:cNvContentPartPr/>
                <p14:nvPr/>
              </p14:nvContentPartPr>
              <p14:xfrm>
                <a:off x="5103830" y="725077"/>
                <a:ext cx="65880" cy="338400"/>
              </p14:xfrm>
            </p:contentPart>
          </mc:Choice>
          <mc:Fallback>
            <p:pic>
              <p:nvPicPr>
                <p:cNvPr id="44" name="Ink 43">
                  <a:extLst>
                    <a:ext uri="{FF2B5EF4-FFF2-40B4-BE49-F238E27FC236}">
                      <a16:creationId xmlns:a16="http://schemas.microsoft.com/office/drawing/2014/main" id="{298A1240-C389-5D62-FF06-29C65363CEF5}"/>
                    </a:ext>
                  </a:extLst>
                </p:cNvPr>
                <p:cNvPicPr/>
                <p:nvPr/>
              </p:nvPicPr>
              <p:blipFill>
                <a:blip r:embed="rId73"/>
                <a:stretch>
                  <a:fillRect/>
                </a:stretch>
              </p:blipFill>
              <p:spPr>
                <a:xfrm>
                  <a:off x="5085928" y="707077"/>
                  <a:ext cx="101326" cy="374040"/>
                </a:xfrm>
                <a:prstGeom prst="rect">
                  <a:avLst/>
                </a:prstGeom>
              </p:spPr>
            </p:pic>
          </mc:Fallback>
        </mc:AlternateContent>
      </p:grpSp>
      <p:grpSp>
        <p:nvGrpSpPr>
          <p:cNvPr id="56" name="Group 55">
            <a:extLst>
              <a:ext uri="{FF2B5EF4-FFF2-40B4-BE49-F238E27FC236}">
                <a16:creationId xmlns:a16="http://schemas.microsoft.com/office/drawing/2014/main" id="{3E5AEA2D-C6D7-727C-5131-87494FC852F6}"/>
              </a:ext>
            </a:extLst>
          </p:cNvPr>
          <p:cNvGrpSpPr/>
          <p:nvPr/>
        </p:nvGrpSpPr>
        <p:grpSpPr>
          <a:xfrm>
            <a:off x="9579710" y="747037"/>
            <a:ext cx="1585440" cy="402840"/>
            <a:chOff x="9579710" y="747037"/>
            <a:chExt cx="1585440" cy="402840"/>
          </a:xfrm>
        </p:grpSpPr>
        <mc:AlternateContent xmlns:mc="http://schemas.openxmlformats.org/markup-compatibility/2006">
          <mc:Choice xmlns:p14="http://schemas.microsoft.com/office/powerpoint/2010/main" Requires="p14">
            <p:contentPart p14:bwMode="auto" r:id="rId74">
              <p14:nvContentPartPr>
                <p14:cNvPr id="45" name="Ink 44">
                  <a:extLst>
                    <a:ext uri="{FF2B5EF4-FFF2-40B4-BE49-F238E27FC236}">
                      <a16:creationId xmlns:a16="http://schemas.microsoft.com/office/drawing/2014/main" id="{829341B0-1338-EA2B-2990-0CA49A87E3F6}"/>
                    </a:ext>
                  </a:extLst>
                </p14:cNvPr>
                <p14:cNvContentPartPr/>
                <p14:nvPr/>
              </p14:nvContentPartPr>
              <p14:xfrm>
                <a:off x="9579710" y="749557"/>
                <a:ext cx="232920" cy="400320"/>
              </p14:xfrm>
            </p:contentPart>
          </mc:Choice>
          <mc:Fallback>
            <p:pic>
              <p:nvPicPr>
                <p:cNvPr id="45" name="Ink 44">
                  <a:extLst>
                    <a:ext uri="{FF2B5EF4-FFF2-40B4-BE49-F238E27FC236}">
                      <a16:creationId xmlns:a16="http://schemas.microsoft.com/office/drawing/2014/main" id="{829341B0-1338-EA2B-2990-0CA49A87E3F6}"/>
                    </a:ext>
                  </a:extLst>
                </p:cNvPr>
                <p:cNvPicPr/>
                <p:nvPr/>
              </p:nvPicPr>
              <p:blipFill>
                <a:blip r:embed="rId75"/>
                <a:stretch>
                  <a:fillRect/>
                </a:stretch>
              </p:blipFill>
              <p:spPr>
                <a:xfrm>
                  <a:off x="9561710" y="731557"/>
                  <a:ext cx="268560" cy="435960"/>
                </a:xfrm>
                <a:prstGeom prst="rect">
                  <a:avLst/>
                </a:prstGeom>
              </p:spPr>
            </p:pic>
          </mc:Fallback>
        </mc:AlternateContent>
        <mc:AlternateContent xmlns:mc="http://schemas.openxmlformats.org/markup-compatibility/2006">
          <mc:Choice xmlns:p14="http://schemas.microsoft.com/office/powerpoint/2010/main" Requires="p14">
            <p:contentPart p14:bwMode="auto" r:id="rId76">
              <p14:nvContentPartPr>
                <p14:cNvPr id="46" name="Ink 45">
                  <a:extLst>
                    <a:ext uri="{FF2B5EF4-FFF2-40B4-BE49-F238E27FC236}">
                      <a16:creationId xmlns:a16="http://schemas.microsoft.com/office/drawing/2014/main" id="{33B43886-5707-942E-9E15-885992E87C46}"/>
                    </a:ext>
                  </a:extLst>
                </p14:cNvPr>
                <p14:cNvContentPartPr/>
                <p14:nvPr/>
              </p14:nvContentPartPr>
              <p14:xfrm>
                <a:off x="9949070" y="929197"/>
                <a:ext cx="28080" cy="202320"/>
              </p14:xfrm>
            </p:contentPart>
          </mc:Choice>
          <mc:Fallback>
            <p:pic>
              <p:nvPicPr>
                <p:cNvPr id="46" name="Ink 45">
                  <a:extLst>
                    <a:ext uri="{FF2B5EF4-FFF2-40B4-BE49-F238E27FC236}">
                      <a16:creationId xmlns:a16="http://schemas.microsoft.com/office/drawing/2014/main" id="{33B43886-5707-942E-9E15-885992E87C46}"/>
                    </a:ext>
                  </a:extLst>
                </p:cNvPr>
                <p:cNvPicPr/>
                <p:nvPr/>
              </p:nvPicPr>
              <p:blipFill>
                <a:blip r:embed="rId77"/>
                <a:stretch>
                  <a:fillRect/>
                </a:stretch>
              </p:blipFill>
              <p:spPr>
                <a:xfrm>
                  <a:off x="9931070" y="911197"/>
                  <a:ext cx="63720" cy="237960"/>
                </a:xfrm>
                <a:prstGeom prst="rect">
                  <a:avLst/>
                </a:prstGeom>
              </p:spPr>
            </p:pic>
          </mc:Fallback>
        </mc:AlternateContent>
        <mc:AlternateContent xmlns:mc="http://schemas.openxmlformats.org/markup-compatibility/2006">
          <mc:Choice xmlns:p14="http://schemas.microsoft.com/office/powerpoint/2010/main" Requires="p14">
            <p:contentPart p14:bwMode="auto" r:id="rId78">
              <p14:nvContentPartPr>
                <p14:cNvPr id="47" name="Ink 46">
                  <a:extLst>
                    <a:ext uri="{FF2B5EF4-FFF2-40B4-BE49-F238E27FC236}">
                      <a16:creationId xmlns:a16="http://schemas.microsoft.com/office/drawing/2014/main" id="{D6120144-7717-C240-09A4-6D1B9247A8F0}"/>
                    </a:ext>
                  </a:extLst>
                </p14:cNvPr>
                <p14:cNvContentPartPr/>
                <p14:nvPr/>
              </p14:nvContentPartPr>
              <p14:xfrm>
                <a:off x="9959150" y="893917"/>
                <a:ext cx="71640" cy="155160"/>
              </p14:xfrm>
            </p:contentPart>
          </mc:Choice>
          <mc:Fallback>
            <p:pic>
              <p:nvPicPr>
                <p:cNvPr id="47" name="Ink 46">
                  <a:extLst>
                    <a:ext uri="{FF2B5EF4-FFF2-40B4-BE49-F238E27FC236}">
                      <a16:creationId xmlns:a16="http://schemas.microsoft.com/office/drawing/2014/main" id="{D6120144-7717-C240-09A4-6D1B9247A8F0}"/>
                    </a:ext>
                  </a:extLst>
                </p:cNvPr>
                <p:cNvPicPr/>
                <p:nvPr/>
              </p:nvPicPr>
              <p:blipFill>
                <a:blip r:embed="rId79"/>
                <a:stretch>
                  <a:fillRect/>
                </a:stretch>
              </p:blipFill>
              <p:spPr>
                <a:xfrm>
                  <a:off x="9941150" y="875917"/>
                  <a:ext cx="107280" cy="190800"/>
                </a:xfrm>
                <a:prstGeom prst="rect">
                  <a:avLst/>
                </a:prstGeom>
              </p:spPr>
            </p:pic>
          </mc:Fallback>
        </mc:AlternateContent>
        <mc:AlternateContent xmlns:mc="http://schemas.openxmlformats.org/markup-compatibility/2006">
          <mc:Choice xmlns:p14="http://schemas.microsoft.com/office/powerpoint/2010/main" Requires="p14">
            <p:contentPart p14:bwMode="auto" r:id="rId80">
              <p14:nvContentPartPr>
                <p14:cNvPr id="48" name="Ink 47">
                  <a:extLst>
                    <a:ext uri="{FF2B5EF4-FFF2-40B4-BE49-F238E27FC236}">
                      <a16:creationId xmlns:a16="http://schemas.microsoft.com/office/drawing/2014/main" id="{F3E0E064-A4E3-13C2-BC38-39D59ACDAC2C}"/>
                    </a:ext>
                  </a:extLst>
                </p14:cNvPr>
                <p14:cNvContentPartPr/>
                <p14:nvPr/>
              </p14:nvContentPartPr>
              <p14:xfrm>
                <a:off x="10135190" y="983917"/>
                <a:ext cx="124560" cy="101160"/>
              </p14:xfrm>
            </p:contentPart>
          </mc:Choice>
          <mc:Fallback>
            <p:pic>
              <p:nvPicPr>
                <p:cNvPr id="48" name="Ink 47">
                  <a:extLst>
                    <a:ext uri="{FF2B5EF4-FFF2-40B4-BE49-F238E27FC236}">
                      <a16:creationId xmlns:a16="http://schemas.microsoft.com/office/drawing/2014/main" id="{F3E0E064-A4E3-13C2-BC38-39D59ACDAC2C}"/>
                    </a:ext>
                  </a:extLst>
                </p:cNvPr>
                <p:cNvPicPr/>
                <p:nvPr/>
              </p:nvPicPr>
              <p:blipFill>
                <a:blip r:embed="rId81"/>
                <a:stretch>
                  <a:fillRect/>
                </a:stretch>
              </p:blipFill>
              <p:spPr>
                <a:xfrm>
                  <a:off x="10117190" y="965917"/>
                  <a:ext cx="160200" cy="136800"/>
                </a:xfrm>
                <a:prstGeom prst="rect">
                  <a:avLst/>
                </a:prstGeom>
              </p:spPr>
            </p:pic>
          </mc:Fallback>
        </mc:AlternateContent>
        <mc:AlternateContent xmlns:mc="http://schemas.openxmlformats.org/markup-compatibility/2006">
          <mc:Choice xmlns:p14="http://schemas.microsoft.com/office/powerpoint/2010/main" Requires="p14">
            <p:contentPart p14:bwMode="auto" r:id="rId82">
              <p14:nvContentPartPr>
                <p14:cNvPr id="49" name="Ink 48">
                  <a:extLst>
                    <a:ext uri="{FF2B5EF4-FFF2-40B4-BE49-F238E27FC236}">
                      <a16:creationId xmlns:a16="http://schemas.microsoft.com/office/drawing/2014/main" id="{71E771D6-1B9D-C72E-D810-6355B7892847}"/>
                    </a:ext>
                  </a:extLst>
                </p14:cNvPr>
                <p14:cNvContentPartPr/>
                <p14:nvPr/>
              </p14:nvContentPartPr>
              <p14:xfrm>
                <a:off x="10359830" y="995437"/>
                <a:ext cx="140040" cy="123120"/>
              </p14:xfrm>
            </p:contentPart>
          </mc:Choice>
          <mc:Fallback>
            <p:pic>
              <p:nvPicPr>
                <p:cNvPr id="49" name="Ink 48">
                  <a:extLst>
                    <a:ext uri="{FF2B5EF4-FFF2-40B4-BE49-F238E27FC236}">
                      <a16:creationId xmlns:a16="http://schemas.microsoft.com/office/drawing/2014/main" id="{71E771D6-1B9D-C72E-D810-6355B7892847}"/>
                    </a:ext>
                  </a:extLst>
                </p:cNvPr>
                <p:cNvPicPr/>
                <p:nvPr/>
              </p:nvPicPr>
              <p:blipFill>
                <a:blip r:embed="rId83"/>
                <a:stretch>
                  <a:fillRect/>
                </a:stretch>
              </p:blipFill>
              <p:spPr>
                <a:xfrm>
                  <a:off x="10341830" y="977437"/>
                  <a:ext cx="175680" cy="158760"/>
                </a:xfrm>
                <a:prstGeom prst="rect">
                  <a:avLst/>
                </a:prstGeom>
              </p:spPr>
            </p:pic>
          </mc:Fallback>
        </mc:AlternateContent>
        <mc:AlternateContent xmlns:mc="http://schemas.openxmlformats.org/markup-compatibility/2006">
          <mc:Choice xmlns:p14="http://schemas.microsoft.com/office/powerpoint/2010/main" Requires="p14">
            <p:contentPart p14:bwMode="auto" r:id="rId84">
              <p14:nvContentPartPr>
                <p14:cNvPr id="50" name="Ink 49">
                  <a:extLst>
                    <a:ext uri="{FF2B5EF4-FFF2-40B4-BE49-F238E27FC236}">
                      <a16:creationId xmlns:a16="http://schemas.microsoft.com/office/drawing/2014/main" id="{39AEE2B6-A16F-5C3B-F08A-936166210305}"/>
                    </a:ext>
                  </a:extLst>
                </p14:cNvPr>
                <p14:cNvContentPartPr/>
                <p14:nvPr/>
              </p14:nvContentPartPr>
              <p14:xfrm>
                <a:off x="10482950" y="1026037"/>
                <a:ext cx="129960" cy="102960"/>
              </p14:xfrm>
            </p:contentPart>
          </mc:Choice>
          <mc:Fallback>
            <p:pic>
              <p:nvPicPr>
                <p:cNvPr id="50" name="Ink 49">
                  <a:extLst>
                    <a:ext uri="{FF2B5EF4-FFF2-40B4-BE49-F238E27FC236}">
                      <a16:creationId xmlns:a16="http://schemas.microsoft.com/office/drawing/2014/main" id="{39AEE2B6-A16F-5C3B-F08A-936166210305}"/>
                    </a:ext>
                  </a:extLst>
                </p:cNvPr>
                <p:cNvPicPr/>
                <p:nvPr/>
              </p:nvPicPr>
              <p:blipFill>
                <a:blip r:embed="rId85"/>
                <a:stretch>
                  <a:fillRect/>
                </a:stretch>
              </p:blipFill>
              <p:spPr>
                <a:xfrm>
                  <a:off x="10464950" y="1008100"/>
                  <a:ext cx="165600" cy="138476"/>
                </a:xfrm>
                <a:prstGeom prst="rect">
                  <a:avLst/>
                </a:prstGeom>
              </p:spPr>
            </p:pic>
          </mc:Fallback>
        </mc:AlternateContent>
        <mc:AlternateContent xmlns:mc="http://schemas.openxmlformats.org/markup-compatibility/2006">
          <mc:Choice xmlns:p14="http://schemas.microsoft.com/office/powerpoint/2010/main" Requires="p14">
            <p:contentPart p14:bwMode="auto" r:id="rId86">
              <p14:nvContentPartPr>
                <p14:cNvPr id="51" name="Ink 50">
                  <a:extLst>
                    <a:ext uri="{FF2B5EF4-FFF2-40B4-BE49-F238E27FC236}">
                      <a16:creationId xmlns:a16="http://schemas.microsoft.com/office/drawing/2014/main" id="{C2080BA0-DFB2-8609-D075-25A3AFD47D2B}"/>
                    </a:ext>
                  </a:extLst>
                </p14:cNvPr>
                <p14:cNvContentPartPr/>
                <p14:nvPr/>
              </p14:nvContentPartPr>
              <p14:xfrm>
                <a:off x="10670510" y="1049797"/>
                <a:ext cx="33480" cy="82080"/>
              </p14:xfrm>
            </p:contentPart>
          </mc:Choice>
          <mc:Fallback>
            <p:pic>
              <p:nvPicPr>
                <p:cNvPr id="51" name="Ink 50">
                  <a:extLst>
                    <a:ext uri="{FF2B5EF4-FFF2-40B4-BE49-F238E27FC236}">
                      <a16:creationId xmlns:a16="http://schemas.microsoft.com/office/drawing/2014/main" id="{C2080BA0-DFB2-8609-D075-25A3AFD47D2B}"/>
                    </a:ext>
                  </a:extLst>
                </p:cNvPr>
                <p:cNvPicPr/>
                <p:nvPr/>
              </p:nvPicPr>
              <p:blipFill>
                <a:blip r:embed="rId87"/>
                <a:stretch>
                  <a:fillRect/>
                </a:stretch>
              </p:blipFill>
              <p:spPr>
                <a:xfrm>
                  <a:off x="10652701" y="1031797"/>
                  <a:ext cx="68741" cy="117720"/>
                </a:xfrm>
                <a:prstGeom prst="rect">
                  <a:avLst/>
                </a:prstGeom>
              </p:spPr>
            </p:pic>
          </mc:Fallback>
        </mc:AlternateContent>
        <mc:AlternateContent xmlns:mc="http://schemas.openxmlformats.org/markup-compatibility/2006">
          <mc:Choice xmlns:p14="http://schemas.microsoft.com/office/powerpoint/2010/main" Requires="p14">
            <p:contentPart p14:bwMode="auto" r:id="rId88">
              <p14:nvContentPartPr>
                <p14:cNvPr id="52" name="Ink 51">
                  <a:extLst>
                    <a:ext uri="{FF2B5EF4-FFF2-40B4-BE49-F238E27FC236}">
                      <a16:creationId xmlns:a16="http://schemas.microsoft.com/office/drawing/2014/main" id="{6BFE4D7D-4C62-5C86-04B9-38A91F7A05C3}"/>
                    </a:ext>
                  </a:extLst>
                </p14:cNvPr>
                <p14:cNvContentPartPr/>
                <p14:nvPr/>
              </p14:nvContentPartPr>
              <p14:xfrm>
                <a:off x="10692110" y="881677"/>
                <a:ext cx="30960" cy="47160"/>
              </p14:xfrm>
            </p:contentPart>
          </mc:Choice>
          <mc:Fallback>
            <p:pic>
              <p:nvPicPr>
                <p:cNvPr id="52" name="Ink 51">
                  <a:extLst>
                    <a:ext uri="{FF2B5EF4-FFF2-40B4-BE49-F238E27FC236}">
                      <a16:creationId xmlns:a16="http://schemas.microsoft.com/office/drawing/2014/main" id="{6BFE4D7D-4C62-5C86-04B9-38A91F7A05C3}"/>
                    </a:ext>
                  </a:extLst>
                </p:cNvPr>
                <p:cNvPicPr/>
                <p:nvPr/>
              </p:nvPicPr>
              <p:blipFill>
                <a:blip r:embed="rId89"/>
                <a:stretch>
                  <a:fillRect/>
                </a:stretch>
              </p:blipFill>
              <p:spPr>
                <a:xfrm>
                  <a:off x="10674110" y="863813"/>
                  <a:ext cx="66600" cy="82530"/>
                </a:xfrm>
                <a:prstGeom prst="rect">
                  <a:avLst/>
                </a:prstGeom>
              </p:spPr>
            </p:pic>
          </mc:Fallback>
        </mc:AlternateContent>
        <mc:AlternateContent xmlns:mc="http://schemas.openxmlformats.org/markup-compatibility/2006">
          <mc:Choice xmlns:p14="http://schemas.microsoft.com/office/powerpoint/2010/main" Requires="p14">
            <p:contentPart p14:bwMode="auto" r:id="rId90">
              <p14:nvContentPartPr>
                <p14:cNvPr id="53" name="Ink 52">
                  <a:extLst>
                    <a:ext uri="{FF2B5EF4-FFF2-40B4-BE49-F238E27FC236}">
                      <a16:creationId xmlns:a16="http://schemas.microsoft.com/office/drawing/2014/main" id="{ECDDEFEA-3421-4467-DAC9-2818062AC1A4}"/>
                    </a:ext>
                  </a:extLst>
                </p14:cNvPr>
                <p14:cNvContentPartPr/>
                <p14:nvPr/>
              </p14:nvContentPartPr>
              <p14:xfrm>
                <a:off x="10800110" y="976717"/>
                <a:ext cx="105120" cy="129960"/>
              </p14:xfrm>
            </p:contentPart>
          </mc:Choice>
          <mc:Fallback>
            <p:pic>
              <p:nvPicPr>
                <p:cNvPr id="53" name="Ink 52">
                  <a:extLst>
                    <a:ext uri="{FF2B5EF4-FFF2-40B4-BE49-F238E27FC236}">
                      <a16:creationId xmlns:a16="http://schemas.microsoft.com/office/drawing/2014/main" id="{ECDDEFEA-3421-4467-DAC9-2818062AC1A4}"/>
                    </a:ext>
                  </a:extLst>
                </p:cNvPr>
                <p:cNvPicPr/>
                <p:nvPr/>
              </p:nvPicPr>
              <p:blipFill>
                <a:blip r:embed="rId91"/>
                <a:stretch>
                  <a:fillRect/>
                </a:stretch>
              </p:blipFill>
              <p:spPr>
                <a:xfrm>
                  <a:off x="10782110" y="958717"/>
                  <a:ext cx="140760" cy="165600"/>
                </a:xfrm>
                <a:prstGeom prst="rect">
                  <a:avLst/>
                </a:prstGeom>
              </p:spPr>
            </p:pic>
          </mc:Fallback>
        </mc:AlternateContent>
        <mc:AlternateContent xmlns:mc="http://schemas.openxmlformats.org/markup-compatibility/2006">
          <mc:Choice xmlns:p14="http://schemas.microsoft.com/office/powerpoint/2010/main" Requires="p14">
            <p:contentPart p14:bwMode="auto" r:id="rId92">
              <p14:nvContentPartPr>
                <p14:cNvPr id="54" name="Ink 53">
                  <a:extLst>
                    <a:ext uri="{FF2B5EF4-FFF2-40B4-BE49-F238E27FC236}">
                      <a16:creationId xmlns:a16="http://schemas.microsoft.com/office/drawing/2014/main" id="{7DAAEE06-15E7-A2E1-46EF-8C4BD1F21035}"/>
                    </a:ext>
                  </a:extLst>
                </p14:cNvPr>
                <p14:cNvContentPartPr/>
                <p14:nvPr/>
              </p14:nvContentPartPr>
              <p14:xfrm>
                <a:off x="10947350" y="1011637"/>
                <a:ext cx="56520" cy="71280"/>
              </p14:xfrm>
            </p:contentPart>
          </mc:Choice>
          <mc:Fallback>
            <p:pic>
              <p:nvPicPr>
                <p:cNvPr id="54" name="Ink 53">
                  <a:extLst>
                    <a:ext uri="{FF2B5EF4-FFF2-40B4-BE49-F238E27FC236}">
                      <a16:creationId xmlns:a16="http://schemas.microsoft.com/office/drawing/2014/main" id="{7DAAEE06-15E7-A2E1-46EF-8C4BD1F21035}"/>
                    </a:ext>
                  </a:extLst>
                </p:cNvPr>
                <p:cNvPicPr/>
                <p:nvPr/>
              </p:nvPicPr>
              <p:blipFill>
                <a:blip r:embed="rId93"/>
                <a:stretch>
                  <a:fillRect/>
                </a:stretch>
              </p:blipFill>
              <p:spPr>
                <a:xfrm>
                  <a:off x="10929235" y="993637"/>
                  <a:ext cx="92388" cy="106920"/>
                </a:xfrm>
                <a:prstGeom prst="rect">
                  <a:avLst/>
                </a:prstGeom>
              </p:spPr>
            </p:pic>
          </mc:Fallback>
        </mc:AlternateContent>
        <mc:AlternateContent xmlns:mc="http://schemas.openxmlformats.org/markup-compatibility/2006">
          <mc:Choice xmlns:p14="http://schemas.microsoft.com/office/powerpoint/2010/main" Requires="p14">
            <p:contentPart p14:bwMode="auto" r:id="rId94">
              <p14:nvContentPartPr>
                <p14:cNvPr id="55" name="Ink 54">
                  <a:extLst>
                    <a:ext uri="{FF2B5EF4-FFF2-40B4-BE49-F238E27FC236}">
                      <a16:creationId xmlns:a16="http://schemas.microsoft.com/office/drawing/2014/main" id="{9A3F8D00-3073-F589-4894-C299BDD035CF}"/>
                    </a:ext>
                  </a:extLst>
                </p14:cNvPr>
                <p14:cNvContentPartPr/>
                <p14:nvPr/>
              </p14:nvContentPartPr>
              <p14:xfrm>
                <a:off x="11104670" y="747037"/>
                <a:ext cx="60480" cy="401760"/>
              </p14:xfrm>
            </p:contentPart>
          </mc:Choice>
          <mc:Fallback>
            <p:pic>
              <p:nvPicPr>
                <p:cNvPr id="55" name="Ink 54">
                  <a:extLst>
                    <a:ext uri="{FF2B5EF4-FFF2-40B4-BE49-F238E27FC236}">
                      <a16:creationId xmlns:a16="http://schemas.microsoft.com/office/drawing/2014/main" id="{9A3F8D00-3073-F589-4894-C299BDD035CF}"/>
                    </a:ext>
                  </a:extLst>
                </p:cNvPr>
                <p:cNvPicPr/>
                <p:nvPr/>
              </p:nvPicPr>
              <p:blipFill>
                <a:blip r:embed="rId95"/>
                <a:stretch>
                  <a:fillRect/>
                </a:stretch>
              </p:blipFill>
              <p:spPr>
                <a:xfrm>
                  <a:off x="11086670" y="729037"/>
                  <a:ext cx="96120" cy="437400"/>
                </a:xfrm>
                <a:prstGeom prst="rect">
                  <a:avLst/>
                </a:prstGeom>
              </p:spPr>
            </p:pic>
          </mc:Fallback>
        </mc:AlternateContent>
      </p:grpSp>
      <p:grpSp>
        <p:nvGrpSpPr>
          <p:cNvPr id="67" name="Group 66">
            <a:extLst>
              <a:ext uri="{FF2B5EF4-FFF2-40B4-BE49-F238E27FC236}">
                <a16:creationId xmlns:a16="http://schemas.microsoft.com/office/drawing/2014/main" id="{E7C1E1C2-5FDE-B7F4-9BBB-8405EA2C9A46}"/>
              </a:ext>
            </a:extLst>
          </p:cNvPr>
          <p:cNvGrpSpPr/>
          <p:nvPr/>
        </p:nvGrpSpPr>
        <p:grpSpPr>
          <a:xfrm>
            <a:off x="10310870" y="2015677"/>
            <a:ext cx="1197720" cy="2074680"/>
            <a:chOff x="10310870" y="2015677"/>
            <a:chExt cx="1197720" cy="2074680"/>
          </a:xfrm>
        </p:grpSpPr>
        <mc:AlternateContent xmlns:mc="http://schemas.openxmlformats.org/markup-compatibility/2006">
          <mc:Choice xmlns:p14="http://schemas.microsoft.com/office/powerpoint/2010/main" Requires="p14">
            <p:contentPart p14:bwMode="auto" r:id="rId96">
              <p14:nvContentPartPr>
                <p14:cNvPr id="58" name="Ink 57">
                  <a:extLst>
                    <a:ext uri="{FF2B5EF4-FFF2-40B4-BE49-F238E27FC236}">
                      <a16:creationId xmlns:a16="http://schemas.microsoft.com/office/drawing/2014/main" id="{436BAB7A-FDDA-196B-6452-96F221043531}"/>
                    </a:ext>
                  </a:extLst>
                </p14:cNvPr>
                <p14:cNvContentPartPr/>
                <p14:nvPr/>
              </p14:nvContentPartPr>
              <p14:xfrm>
                <a:off x="10322750" y="2635597"/>
                <a:ext cx="74880" cy="1214640"/>
              </p14:xfrm>
            </p:contentPart>
          </mc:Choice>
          <mc:Fallback>
            <p:pic>
              <p:nvPicPr>
                <p:cNvPr id="58" name="Ink 57">
                  <a:extLst>
                    <a:ext uri="{FF2B5EF4-FFF2-40B4-BE49-F238E27FC236}">
                      <a16:creationId xmlns:a16="http://schemas.microsoft.com/office/drawing/2014/main" id="{436BAB7A-FDDA-196B-6452-96F221043531}"/>
                    </a:ext>
                  </a:extLst>
                </p:cNvPr>
                <p:cNvPicPr/>
                <p:nvPr/>
              </p:nvPicPr>
              <p:blipFill>
                <a:blip r:embed="rId97"/>
                <a:stretch>
                  <a:fillRect/>
                </a:stretch>
              </p:blipFill>
              <p:spPr>
                <a:xfrm>
                  <a:off x="10304836" y="2617597"/>
                  <a:ext cx="110349" cy="1250280"/>
                </a:xfrm>
                <a:prstGeom prst="rect">
                  <a:avLst/>
                </a:prstGeom>
              </p:spPr>
            </p:pic>
          </mc:Fallback>
        </mc:AlternateContent>
        <mc:AlternateContent xmlns:mc="http://schemas.openxmlformats.org/markup-compatibility/2006">
          <mc:Choice xmlns:p14="http://schemas.microsoft.com/office/powerpoint/2010/main" Requires="p14">
            <p:contentPart p14:bwMode="auto" r:id="rId98">
              <p14:nvContentPartPr>
                <p14:cNvPr id="59" name="Ink 58">
                  <a:extLst>
                    <a:ext uri="{FF2B5EF4-FFF2-40B4-BE49-F238E27FC236}">
                      <a16:creationId xmlns:a16="http://schemas.microsoft.com/office/drawing/2014/main" id="{4F7763CD-E8C2-8C45-CE5E-3EE032A812F7}"/>
                    </a:ext>
                  </a:extLst>
                </p14:cNvPr>
                <p14:cNvContentPartPr/>
                <p14:nvPr/>
              </p14:nvContentPartPr>
              <p14:xfrm>
                <a:off x="10310870" y="2452717"/>
                <a:ext cx="1162440" cy="112320"/>
              </p14:xfrm>
            </p:contentPart>
          </mc:Choice>
          <mc:Fallback>
            <p:pic>
              <p:nvPicPr>
                <p:cNvPr id="59" name="Ink 58">
                  <a:extLst>
                    <a:ext uri="{FF2B5EF4-FFF2-40B4-BE49-F238E27FC236}">
                      <a16:creationId xmlns:a16="http://schemas.microsoft.com/office/drawing/2014/main" id="{4F7763CD-E8C2-8C45-CE5E-3EE032A812F7}"/>
                    </a:ext>
                  </a:extLst>
                </p:cNvPr>
                <p:cNvPicPr/>
                <p:nvPr/>
              </p:nvPicPr>
              <p:blipFill>
                <a:blip r:embed="rId99"/>
                <a:stretch>
                  <a:fillRect/>
                </a:stretch>
              </p:blipFill>
              <p:spPr>
                <a:xfrm>
                  <a:off x="10292870" y="2434775"/>
                  <a:ext cx="1198080" cy="147846"/>
                </a:xfrm>
                <a:prstGeom prst="rect">
                  <a:avLst/>
                </a:prstGeom>
              </p:spPr>
            </p:pic>
          </mc:Fallback>
        </mc:AlternateContent>
        <mc:AlternateContent xmlns:mc="http://schemas.openxmlformats.org/markup-compatibility/2006">
          <mc:Choice xmlns:p14="http://schemas.microsoft.com/office/powerpoint/2010/main" Requires="p14">
            <p:contentPart p14:bwMode="auto" r:id="rId100">
              <p14:nvContentPartPr>
                <p14:cNvPr id="61" name="Ink 60">
                  <a:extLst>
                    <a:ext uri="{FF2B5EF4-FFF2-40B4-BE49-F238E27FC236}">
                      <a16:creationId xmlns:a16="http://schemas.microsoft.com/office/drawing/2014/main" id="{C8491C78-6F5D-19E2-A654-F11C323D52A2}"/>
                    </a:ext>
                  </a:extLst>
                </p14:cNvPr>
                <p14:cNvContentPartPr/>
                <p14:nvPr/>
              </p14:nvContentPartPr>
              <p14:xfrm>
                <a:off x="10311950" y="2475037"/>
                <a:ext cx="1196640" cy="1615320"/>
              </p14:xfrm>
            </p:contentPart>
          </mc:Choice>
          <mc:Fallback>
            <p:pic>
              <p:nvPicPr>
                <p:cNvPr id="61" name="Ink 60">
                  <a:extLst>
                    <a:ext uri="{FF2B5EF4-FFF2-40B4-BE49-F238E27FC236}">
                      <a16:creationId xmlns:a16="http://schemas.microsoft.com/office/drawing/2014/main" id="{C8491C78-6F5D-19E2-A654-F11C323D52A2}"/>
                    </a:ext>
                  </a:extLst>
                </p:cNvPr>
                <p:cNvPicPr/>
                <p:nvPr/>
              </p:nvPicPr>
              <p:blipFill>
                <a:blip r:embed="rId101"/>
                <a:stretch>
                  <a:fillRect/>
                </a:stretch>
              </p:blipFill>
              <p:spPr>
                <a:xfrm>
                  <a:off x="10293945" y="2457037"/>
                  <a:ext cx="1232291" cy="1650960"/>
                </a:xfrm>
                <a:prstGeom prst="rect">
                  <a:avLst/>
                </a:prstGeom>
              </p:spPr>
            </p:pic>
          </mc:Fallback>
        </mc:AlternateContent>
        <mc:AlternateContent xmlns:mc="http://schemas.openxmlformats.org/markup-compatibility/2006">
          <mc:Choice xmlns:p14="http://schemas.microsoft.com/office/powerpoint/2010/main" Requires="p14">
            <p:contentPart p14:bwMode="auto" r:id="rId102">
              <p14:nvContentPartPr>
                <p14:cNvPr id="62" name="Ink 61">
                  <a:extLst>
                    <a:ext uri="{FF2B5EF4-FFF2-40B4-BE49-F238E27FC236}">
                      <a16:creationId xmlns:a16="http://schemas.microsoft.com/office/drawing/2014/main" id="{8613FE56-BCBA-A34B-BABB-828AF0CB9F91}"/>
                    </a:ext>
                  </a:extLst>
                </p14:cNvPr>
                <p14:cNvContentPartPr/>
                <p14:nvPr/>
              </p14:nvContentPartPr>
              <p14:xfrm>
                <a:off x="10519310" y="2044837"/>
                <a:ext cx="55800" cy="314280"/>
              </p14:xfrm>
            </p:contentPart>
          </mc:Choice>
          <mc:Fallback>
            <p:pic>
              <p:nvPicPr>
                <p:cNvPr id="62" name="Ink 61">
                  <a:extLst>
                    <a:ext uri="{FF2B5EF4-FFF2-40B4-BE49-F238E27FC236}">
                      <a16:creationId xmlns:a16="http://schemas.microsoft.com/office/drawing/2014/main" id="{8613FE56-BCBA-A34B-BABB-828AF0CB9F91}"/>
                    </a:ext>
                  </a:extLst>
                </p:cNvPr>
                <p:cNvPicPr/>
                <p:nvPr/>
              </p:nvPicPr>
              <p:blipFill>
                <a:blip r:embed="rId103"/>
                <a:stretch>
                  <a:fillRect/>
                </a:stretch>
              </p:blipFill>
              <p:spPr>
                <a:xfrm>
                  <a:off x="10501310" y="2026837"/>
                  <a:ext cx="91440" cy="349920"/>
                </a:xfrm>
                <a:prstGeom prst="rect">
                  <a:avLst/>
                </a:prstGeom>
              </p:spPr>
            </p:pic>
          </mc:Fallback>
        </mc:AlternateContent>
        <mc:AlternateContent xmlns:mc="http://schemas.openxmlformats.org/markup-compatibility/2006">
          <mc:Choice xmlns:p14="http://schemas.microsoft.com/office/powerpoint/2010/main" Requires="p14">
            <p:contentPart p14:bwMode="auto" r:id="rId104">
              <p14:nvContentPartPr>
                <p14:cNvPr id="63" name="Ink 62">
                  <a:extLst>
                    <a:ext uri="{FF2B5EF4-FFF2-40B4-BE49-F238E27FC236}">
                      <a16:creationId xmlns:a16="http://schemas.microsoft.com/office/drawing/2014/main" id="{3FFBA52C-DCDB-F0C5-4F39-C1BD246E4BD1}"/>
                    </a:ext>
                  </a:extLst>
                </p14:cNvPr>
                <p14:cNvContentPartPr/>
                <p14:nvPr/>
              </p14:nvContentPartPr>
              <p14:xfrm>
                <a:off x="10583390" y="2070397"/>
                <a:ext cx="163080" cy="250920"/>
              </p14:xfrm>
            </p:contentPart>
          </mc:Choice>
          <mc:Fallback>
            <p:pic>
              <p:nvPicPr>
                <p:cNvPr id="63" name="Ink 62">
                  <a:extLst>
                    <a:ext uri="{FF2B5EF4-FFF2-40B4-BE49-F238E27FC236}">
                      <a16:creationId xmlns:a16="http://schemas.microsoft.com/office/drawing/2014/main" id="{3FFBA52C-DCDB-F0C5-4F39-C1BD246E4BD1}"/>
                    </a:ext>
                  </a:extLst>
                </p:cNvPr>
                <p:cNvPicPr/>
                <p:nvPr/>
              </p:nvPicPr>
              <p:blipFill>
                <a:blip r:embed="rId105"/>
                <a:stretch>
                  <a:fillRect/>
                </a:stretch>
              </p:blipFill>
              <p:spPr>
                <a:xfrm>
                  <a:off x="10565430" y="2052397"/>
                  <a:ext cx="198641" cy="286560"/>
                </a:xfrm>
                <a:prstGeom prst="rect">
                  <a:avLst/>
                </a:prstGeom>
              </p:spPr>
            </p:pic>
          </mc:Fallback>
        </mc:AlternateContent>
        <mc:AlternateContent xmlns:mc="http://schemas.openxmlformats.org/markup-compatibility/2006">
          <mc:Choice xmlns:p14="http://schemas.microsoft.com/office/powerpoint/2010/main" Requires="p14">
            <p:contentPart p14:bwMode="auto" r:id="rId106">
              <p14:nvContentPartPr>
                <p14:cNvPr id="64" name="Ink 63">
                  <a:extLst>
                    <a:ext uri="{FF2B5EF4-FFF2-40B4-BE49-F238E27FC236}">
                      <a16:creationId xmlns:a16="http://schemas.microsoft.com/office/drawing/2014/main" id="{0004BA56-D819-4BCC-804E-B7D1D81C75B4}"/>
                    </a:ext>
                  </a:extLst>
                </p14:cNvPr>
                <p14:cNvContentPartPr/>
                <p14:nvPr/>
              </p14:nvContentPartPr>
              <p14:xfrm>
                <a:off x="10524710" y="2172997"/>
                <a:ext cx="180000" cy="72720"/>
              </p14:xfrm>
            </p:contentPart>
          </mc:Choice>
          <mc:Fallback>
            <p:pic>
              <p:nvPicPr>
                <p:cNvPr id="64" name="Ink 63">
                  <a:extLst>
                    <a:ext uri="{FF2B5EF4-FFF2-40B4-BE49-F238E27FC236}">
                      <a16:creationId xmlns:a16="http://schemas.microsoft.com/office/drawing/2014/main" id="{0004BA56-D819-4BCC-804E-B7D1D81C75B4}"/>
                    </a:ext>
                  </a:extLst>
                </p:cNvPr>
                <p:cNvPicPr/>
                <p:nvPr/>
              </p:nvPicPr>
              <p:blipFill>
                <a:blip r:embed="rId107"/>
                <a:stretch>
                  <a:fillRect/>
                </a:stretch>
              </p:blipFill>
              <p:spPr>
                <a:xfrm>
                  <a:off x="10506710" y="2154997"/>
                  <a:ext cx="215640" cy="108360"/>
                </a:xfrm>
                <a:prstGeom prst="rect">
                  <a:avLst/>
                </a:prstGeom>
              </p:spPr>
            </p:pic>
          </mc:Fallback>
        </mc:AlternateContent>
        <mc:AlternateContent xmlns:mc="http://schemas.openxmlformats.org/markup-compatibility/2006">
          <mc:Choice xmlns:p14="http://schemas.microsoft.com/office/powerpoint/2010/main" Requires="p14">
            <p:contentPart p14:bwMode="auto" r:id="rId108">
              <p14:nvContentPartPr>
                <p14:cNvPr id="65" name="Ink 64">
                  <a:extLst>
                    <a:ext uri="{FF2B5EF4-FFF2-40B4-BE49-F238E27FC236}">
                      <a16:creationId xmlns:a16="http://schemas.microsoft.com/office/drawing/2014/main" id="{BD399ED7-A64A-D95D-6A75-2171A4F7BBBD}"/>
                    </a:ext>
                  </a:extLst>
                </p14:cNvPr>
                <p14:cNvContentPartPr/>
                <p14:nvPr/>
              </p14:nvContentPartPr>
              <p14:xfrm>
                <a:off x="10764470" y="2140597"/>
                <a:ext cx="106200" cy="123120"/>
              </p14:xfrm>
            </p:contentPart>
          </mc:Choice>
          <mc:Fallback>
            <p:pic>
              <p:nvPicPr>
                <p:cNvPr id="65" name="Ink 64">
                  <a:extLst>
                    <a:ext uri="{FF2B5EF4-FFF2-40B4-BE49-F238E27FC236}">
                      <a16:creationId xmlns:a16="http://schemas.microsoft.com/office/drawing/2014/main" id="{BD399ED7-A64A-D95D-6A75-2171A4F7BBBD}"/>
                    </a:ext>
                  </a:extLst>
                </p:cNvPr>
                <p:cNvPicPr/>
                <p:nvPr/>
              </p:nvPicPr>
              <p:blipFill>
                <a:blip r:embed="rId109"/>
                <a:stretch>
                  <a:fillRect/>
                </a:stretch>
              </p:blipFill>
              <p:spPr>
                <a:xfrm>
                  <a:off x="10746470" y="2122544"/>
                  <a:ext cx="141840" cy="158865"/>
                </a:xfrm>
                <a:prstGeom prst="rect">
                  <a:avLst/>
                </a:prstGeom>
              </p:spPr>
            </p:pic>
          </mc:Fallback>
        </mc:AlternateContent>
        <mc:AlternateContent xmlns:mc="http://schemas.openxmlformats.org/markup-compatibility/2006">
          <mc:Choice xmlns:p14="http://schemas.microsoft.com/office/powerpoint/2010/main" Requires="p14">
            <p:contentPart p14:bwMode="auto" r:id="rId110">
              <p14:nvContentPartPr>
                <p14:cNvPr id="66" name="Ink 65">
                  <a:extLst>
                    <a:ext uri="{FF2B5EF4-FFF2-40B4-BE49-F238E27FC236}">
                      <a16:creationId xmlns:a16="http://schemas.microsoft.com/office/drawing/2014/main" id="{548D75DB-7B84-B9EA-3BD7-F516A842AA89}"/>
                    </a:ext>
                  </a:extLst>
                </p14:cNvPr>
                <p14:cNvContentPartPr/>
                <p14:nvPr/>
              </p14:nvContentPartPr>
              <p14:xfrm>
                <a:off x="10946990" y="2015677"/>
                <a:ext cx="147240" cy="241200"/>
              </p14:xfrm>
            </p:contentPart>
          </mc:Choice>
          <mc:Fallback>
            <p:pic>
              <p:nvPicPr>
                <p:cNvPr id="66" name="Ink 65">
                  <a:extLst>
                    <a:ext uri="{FF2B5EF4-FFF2-40B4-BE49-F238E27FC236}">
                      <a16:creationId xmlns:a16="http://schemas.microsoft.com/office/drawing/2014/main" id="{548D75DB-7B84-B9EA-3BD7-F516A842AA89}"/>
                    </a:ext>
                  </a:extLst>
                </p:cNvPr>
                <p:cNvPicPr/>
                <p:nvPr/>
              </p:nvPicPr>
              <p:blipFill>
                <a:blip r:embed="rId111"/>
                <a:stretch>
                  <a:fillRect/>
                </a:stretch>
              </p:blipFill>
              <p:spPr>
                <a:xfrm>
                  <a:off x="10928990" y="1997677"/>
                  <a:ext cx="182880" cy="276840"/>
                </a:xfrm>
                <a:prstGeom prst="rect">
                  <a:avLst/>
                </a:prstGeom>
              </p:spPr>
            </p:pic>
          </mc:Fallback>
        </mc:AlternateContent>
      </p:grpSp>
      <p:grpSp>
        <p:nvGrpSpPr>
          <p:cNvPr id="70" name="Group 69">
            <a:extLst>
              <a:ext uri="{FF2B5EF4-FFF2-40B4-BE49-F238E27FC236}">
                <a16:creationId xmlns:a16="http://schemas.microsoft.com/office/drawing/2014/main" id="{6D02BDA9-1E3C-8867-E7BA-0D470CE7BC63}"/>
              </a:ext>
            </a:extLst>
          </p:cNvPr>
          <p:cNvGrpSpPr/>
          <p:nvPr/>
        </p:nvGrpSpPr>
        <p:grpSpPr>
          <a:xfrm>
            <a:off x="1414910" y="4238677"/>
            <a:ext cx="207000" cy="431640"/>
            <a:chOff x="1414910" y="4238677"/>
            <a:chExt cx="207000" cy="431640"/>
          </a:xfrm>
        </p:grpSpPr>
        <mc:AlternateContent xmlns:mc="http://schemas.openxmlformats.org/markup-compatibility/2006">
          <mc:Choice xmlns:p14="http://schemas.microsoft.com/office/powerpoint/2010/main" Requires="p14">
            <p:contentPart p14:bwMode="auto" r:id="rId112">
              <p14:nvContentPartPr>
                <p14:cNvPr id="68" name="Ink 67">
                  <a:extLst>
                    <a:ext uri="{FF2B5EF4-FFF2-40B4-BE49-F238E27FC236}">
                      <a16:creationId xmlns:a16="http://schemas.microsoft.com/office/drawing/2014/main" id="{6ECDB4C2-8FFD-8033-84FE-FEA0B13C7902}"/>
                    </a:ext>
                  </a:extLst>
                </p14:cNvPr>
                <p14:cNvContentPartPr/>
                <p14:nvPr/>
              </p14:nvContentPartPr>
              <p14:xfrm>
                <a:off x="1472510" y="4238677"/>
                <a:ext cx="32760" cy="431640"/>
              </p14:xfrm>
            </p:contentPart>
          </mc:Choice>
          <mc:Fallback>
            <p:pic>
              <p:nvPicPr>
                <p:cNvPr id="68" name="Ink 67">
                  <a:extLst>
                    <a:ext uri="{FF2B5EF4-FFF2-40B4-BE49-F238E27FC236}">
                      <a16:creationId xmlns:a16="http://schemas.microsoft.com/office/drawing/2014/main" id="{6ECDB4C2-8FFD-8033-84FE-FEA0B13C7902}"/>
                    </a:ext>
                  </a:extLst>
                </p:cNvPr>
                <p:cNvPicPr/>
                <p:nvPr/>
              </p:nvPicPr>
              <p:blipFill>
                <a:blip r:embed="rId113"/>
                <a:stretch>
                  <a:fillRect/>
                </a:stretch>
              </p:blipFill>
              <p:spPr>
                <a:xfrm>
                  <a:off x="1454310" y="4220677"/>
                  <a:ext cx="68796" cy="467280"/>
                </a:xfrm>
                <a:prstGeom prst="rect">
                  <a:avLst/>
                </a:prstGeom>
              </p:spPr>
            </p:pic>
          </mc:Fallback>
        </mc:AlternateContent>
        <mc:AlternateContent xmlns:mc="http://schemas.openxmlformats.org/markup-compatibility/2006">
          <mc:Choice xmlns:p14="http://schemas.microsoft.com/office/powerpoint/2010/main" Requires="p14">
            <p:contentPart p14:bwMode="auto" r:id="rId114">
              <p14:nvContentPartPr>
                <p14:cNvPr id="69" name="Ink 68">
                  <a:extLst>
                    <a:ext uri="{FF2B5EF4-FFF2-40B4-BE49-F238E27FC236}">
                      <a16:creationId xmlns:a16="http://schemas.microsoft.com/office/drawing/2014/main" id="{977389EF-E31F-E65A-C9A2-762B34F793C4}"/>
                    </a:ext>
                  </a:extLst>
                </p14:cNvPr>
                <p14:cNvContentPartPr/>
                <p14:nvPr/>
              </p14:nvContentPartPr>
              <p14:xfrm>
                <a:off x="1414910" y="4545397"/>
                <a:ext cx="207000" cy="94320"/>
              </p14:xfrm>
            </p:contentPart>
          </mc:Choice>
          <mc:Fallback>
            <p:pic>
              <p:nvPicPr>
                <p:cNvPr id="69" name="Ink 68">
                  <a:extLst>
                    <a:ext uri="{FF2B5EF4-FFF2-40B4-BE49-F238E27FC236}">
                      <a16:creationId xmlns:a16="http://schemas.microsoft.com/office/drawing/2014/main" id="{977389EF-E31F-E65A-C9A2-762B34F793C4}"/>
                    </a:ext>
                  </a:extLst>
                </p:cNvPr>
                <p:cNvPicPr/>
                <p:nvPr/>
              </p:nvPicPr>
              <p:blipFill>
                <a:blip r:embed="rId115"/>
                <a:stretch>
                  <a:fillRect/>
                </a:stretch>
              </p:blipFill>
              <p:spPr>
                <a:xfrm>
                  <a:off x="1396910" y="4527397"/>
                  <a:ext cx="242640" cy="129960"/>
                </a:xfrm>
                <a:prstGeom prst="rect">
                  <a:avLst/>
                </a:prstGeom>
              </p:spPr>
            </p:pic>
          </mc:Fallback>
        </mc:AlternateContent>
      </p:grpSp>
      <p:grpSp>
        <p:nvGrpSpPr>
          <p:cNvPr id="76" name="Group 75">
            <a:extLst>
              <a:ext uri="{FF2B5EF4-FFF2-40B4-BE49-F238E27FC236}">
                <a16:creationId xmlns:a16="http://schemas.microsoft.com/office/drawing/2014/main" id="{810F0ABE-CF9C-4464-AE4C-C1B7826A45FD}"/>
              </a:ext>
            </a:extLst>
          </p:cNvPr>
          <p:cNvGrpSpPr/>
          <p:nvPr/>
        </p:nvGrpSpPr>
        <p:grpSpPr>
          <a:xfrm>
            <a:off x="641990" y="4899637"/>
            <a:ext cx="222120" cy="171720"/>
            <a:chOff x="641990" y="4899637"/>
            <a:chExt cx="222120" cy="171720"/>
          </a:xfrm>
        </p:grpSpPr>
        <mc:AlternateContent xmlns:mc="http://schemas.openxmlformats.org/markup-compatibility/2006">
          <mc:Choice xmlns:p14="http://schemas.microsoft.com/office/powerpoint/2010/main" Requires="p14">
            <p:contentPart p14:bwMode="auto" r:id="rId116">
              <p14:nvContentPartPr>
                <p14:cNvPr id="71" name="Ink 70">
                  <a:extLst>
                    <a:ext uri="{FF2B5EF4-FFF2-40B4-BE49-F238E27FC236}">
                      <a16:creationId xmlns:a16="http://schemas.microsoft.com/office/drawing/2014/main" id="{C2604B73-563C-55A4-5B5F-033E83FDB7F5}"/>
                    </a:ext>
                  </a:extLst>
                </p14:cNvPr>
                <p14:cNvContentPartPr/>
                <p14:nvPr/>
              </p14:nvContentPartPr>
              <p14:xfrm>
                <a:off x="641990" y="4899637"/>
                <a:ext cx="14400" cy="155520"/>
              </p14:xfrm>
            </p:contentPart>
          </mc:Choice>
          <mc:Fallback>
            <p:pic>
              <p:nvPicPr>
                <p:cNvPr id="71" name="Ink 70">
                  <a:extLst>
                    <a:ext uri="{FF2B5EF4-FFF2-40B4-BE49-F238E27FC236}">
                      <a16:creationId xmlns:a16="http://schemas.microsoft.com/office/drawing/2014/main" id="{C2604B73-563C-55A4-5B5F-033E83FDB7F5}"/>
                    </a:ext>
                  </a:extLst>
                </p:cNvPr>
                <p:cNvPicPr/>
                <p:nvPr/>
              </p:nvPicPr>
              <p:blipFill>
                <a:blip r:embed="rId117"/>
                <a:stretch>
                  <a:fillRect/>
                </a:stretch>
              </p:blipFill>
              <p:spPr>
                <a:xfrm>
                  <a:off x="623990" y="4881637"/>
                  <a:ext cx="50040" cy="191160"/>
                </a:xfrm>
                <a:prstGeom prst="rect">
                  <a:avLst/>
                </a:prstGeom>
              </p:spPr>
            </p:pic>
          </mc:Fallback>
        </mc:AlternateContent>
        <mc:AlternateContent xmlns:mc="http://schemas.openxmlformats.org/markup-compatibility/2006">
          <mc:Choice xmlns:p14="http://schemas.microsoft.com/office/powerpoint/2010/main" Requires="p14">
            <p:contentPart p14:bwMode="auto" r:id="rId118">
              <p14:nvContentPartPr>
                <p14:cNvPr id="72" name="Ink 71">
                  <a:extLst>
                    <a:ext uri="{FF2B5EF4-FFF2-40B4-BE49-F238E27FC236}">
                      <a16:creationId xmlns:a16="http://schemas.microsoft.com/office/drawing/2014/main" id="{55CA1649-D21B-F910-17FF-0694ED31A8CA}"/>
                    </a:ext>
                  </a:extLst>
                </p14:cNvPr>
                <p14:cNvContentPartPr/>
                <p14:nvPr/>
              </p14:nvContentPartPr>
              <p14:xfrm>
                <a:off x="787790" y="4921957"/>
                <a:ext cx="76320" cy="149400"/>
              </p14:xfrm>
            </p:contentPart>
          </mc:Choice>
          <mc:Fallback>
            <p:pic>
              <p:nvPicPr>
                <p:cNvPr id="72" name="Ink 71">
                  <a:extLst>
                    <a:ext uri="{FF2B5EF4-FFF2-40B4-BE49-F238E27FC236}">
                      <a16:creationId xmlns:a16="http://schemas.microsoft.com/office/drawing/2014/main" id="{55CA1649-D21B-F910-17FF-0694ED31A8CA}"/>
                    </a:ext>
                  </a:extLst>
                </p:cNvPr>
                <p:cNvPicPr/>
                <p:nvPr/>
              </p:nvPicPr>
              <p:blipFill>
                <a:blip r:embed="rId119"/>
                <a:stretch>
                  <a:fillRect/>
                </a:stretch>
              </p:blipFill>
              <p:spPr>
                <a:xfrm>
                  <a:off x="769790" y="4903957"/>
                  <a:ext cx="111960" cy="185040"/>
                </a:xfrm>
                <a:prstGeom prst="rect">
                  <a:avLst/>
                </a:prstGeom>
              </p:spPr>
            </p:pic>
          </mc:Fallback>
        </mc:AlternateContent>
      </p:grpSp>
      <p:grpSp>
        <p:nvGrpSpPr>
          <p:cNvPr id="75" name="Group 74">
            <a:extLst>
              <a:ext uri="{FF2B5EF4-FFF2-40B4-BE49-F238E27FC236}">
                <a16:creationId xmlns:a16="http://schemas.microsoft.com/office/drawing/2014/main" id="{91AEC118-F6CB-8D40-92ED-ABF65F940639}"/>
              </a:ext>
            </a:extLst>
          </p:cNvPr>
          <p:cNvGrpSpPr/>
          <p:nvPr/>
        </p:nvGrpSpPr>
        <p:grpSpPr>
          <a:xfrm>
            <a:off x="614990" y="5282677"/>
            <a:ext cx="270720" cy="298440"/>
            <a:chOff x="614990" y="5282677"/>
            <a:chExt cx="270720" cy="298440"/>
          </a:xfrm>
        </p:grpSpPr>
        <mc:AlternateContent xmlns:mc="http://schemas.openxmlformats.org/markup-compatibility/2006">
          <mc:Choice xmlns:p14="http://schemas.microsoft.com/office/powerpoint/2010/main" Requires="p14">
            <p:contentPart p14:bwMode="auto" r:id="rId120">
              <p14:nvContentPartPr>
                <p14:cNvPr id="73" name="Ink 72">
                  <a:extLst>
                    <a:ext uri="{FF2B5EF4-FFF2-40B4-BE49-F238E27FC236}">
                      <a16:creationId xmlns:a16="http://schemas.microsoft.com/office/drawing/2014/main" id="{42A74A7F-0651-755E-DB1A-07E3DD311722}"/>
                    </a:ext>
                  </a:extLst>
                </p14:cNvPr>
                <p14:cNvContentPartPr/>
                <p14:nvPr/>
              </p14:nvContentPartPr>
              <p14:xfrm>
                <a:off x="614990" y="5282677"/>
                <a:ext cx="136080" cy="229320"/>
              </p14:xfrm>
            </p:contentPart>
          </mc:Choice>
          <mc:Fallback>
            <p:pic>
              <p:nvPicPr>
                <p:cNvPr id="73" name="Ink 72">
                  <a:extLst>
                    <a:ext uri="{FF2B5EF4-FFF2-40B4-BE49-F238E27FC236}">
                      <a16:creationId xmlns:a16="http://schemas.microsoft.com/office/drawing/2014/main" id="{42A74A7F-0651-755E-DB1A-07E3DD311722}"/>
                    </a:ext>
                  </a:extLst>
                </p:cNvPr>
                <p:cNvPicPr/>
                <p:nvPr/>
              </p:nvPicPr>
              <p:blipFill>
                <a:blip r:embed="rId121"/>
                <a:stretch>
                  <a:fillRect/>
                </a:stretch>
              </p:blipFill>
              <p:spPr>
                <a:xfrm>
                  <a:off x="596942" y="5264677"/>
                  <a:ext cx="171815" cy="264960"/>
                </a:xfrm>
                <a:prstGeom prst="rect">
                  <a:avLst/>
                </a:prstGeom>
              </p:spPr>
            </p:pic>
          </mc:Fallback>
        </mc:AlternateContent>
        <mc:AlternateContent xmlns:mc="http://schemas.openxmlformats.org/markup-compatibility/2006">
          <mc:Choice xmlns:p14="http://schemas.microsoft.com/office/powerpoint/2010/main" Requires="p14">
            <p:contentPart p14:bwMode="auto" r:id="rId122">
              <p14:nvContentPartPr>
                <p14:cNvPr id="74" name="Ink 73">
                  <a:extLst>
                    <a:ext uri="{FF2B5EF4-FFF2-40B4-BE49-F238E27FC236}">
                      <a16:creationId xmlns:a16="http://schemas.microsoft.com/office/drawing/2014/main" id="{F4E65BA0-868D-50AA-E017-13A8FEC95120}"/>
                    </a:ext>
                  </a:extLst>
                </p14:cNvPr>
                <p14:cNvContentPartPr/>
                <p14:nvPr/>
              </p14:nvContentPartPr>
              <p14:xfrm>
                <a:off x="843950" y="5366197"/>
                <a:ext cx="41760" cy="214920"/>
              </p14:xfrm>
            </p:contentPart>
          </mc:Choice>
          <mc:Fallback>
            <p:pic>
              <p:nvPicPr>
                <p:cNvPr id="74" name="Ink 73">
                  <a:extLst>
                    <a:ext uri="{FF2B5EF4-FFF2-40B4-BE49-F238E27FC236}">
                      <a16:creationId xmlns:a16="http://schemas.microsoft.com/office/drawing/2014/main" id="{F4E65BA0-868D-50AA-E017-13A8FEC95120}"/>
                    </a:ext>
                  </a:extLst>
                </p:cNvPr>
                <p:cNvPicPr/>
                <p:nvPr/>
              </p:nvPicPr>
              <p:blipFill>
                <a:blip r:embed="rId123"/>
                <a:stretch>
                  <a:fillRect/>
                </a:stretch>
              </p:blipFill>
              <p:spPr>
                <a:xfrm>
                  <a:off x="825950" y="5348167"/>
                  <a:ext cx="77400" cy="250620"/>
                </a:xfrm>
                <a:prstGeom prst="rect">
                  <a:avLst/>
                </a:prstGeom>
              </p:spPr>
            </p:pic>
          </mc:Fallback>
        </mc:AlternateContent>
      </p:grpSp>
      <p:grpSp>
        <p:nvGrpSpPr>
          <p:cNvPr id="90" name="Group 89">
            <a:extLst>
              <a:ext uri="{FF2B5EF4-FFF2-40B4-BE49-F238E27FC236}">
                <a16:creationId xmlns:a16="http://schemas.microsoft.com/office/drawing/2014/main" id="{6EE0B5BA-AF22-0867-AC18-0E962C1277C7}"/>
              </a:ext>
            </a:extLst>
          </p:cNvPr>
          <p:cNvGrpSpPr/>
          <p:nvPr/>
        </p:nvGrpSpPr>
        <p:grpSpPr>
          <a:xfrm>
            <a:off x="1202870" y="4944637"/>
            <a:ext cx="1446840" cy="443880"/>
            <a:chOff x="1202870" y="4944637"/>
            <a:chExt cx="1446840" cy="443880"/>
          </a:xfrm>
        </p:grpSpPr>
        <mc:AlternateContent xmlns:mc="http://schemas.openxmlformats.org/markup-compatibility/2006">
          <mc:Choice xmlns:p14="http://schemas.microsoft.com/office/powerpoint/2010/main" Requires="p14">
            <p:contentPart p14:bwMode="auto" r:id="rId124">
              <p14:nvContentPartPr>
                <p14:cNvPr id="77" name="Ink 76">
                  <a:extLst>
                    <a:ext uri="{FF2B5EF4-FFF2-40B4-BE49-F238E27FC236}">
                      <a16:creationId xmlns:a16="http://schemas.microsoft.com/office/drawing/2014/main" id="{5F0BCDDD-9120-9D34-895D-67D619E974D2}"/>
                    </a:ext>
                  </a:extLst>
                </p14:cNvPr>
                <p14:cNvContentPartPr/>
                <p14:nvPr/>
              </p14:nvContentPartPr>
              <p14:xfrm>
                <a:off x="1202870" y="5044717"/>
                <a:ext cx="128880" cy="343800"/>
              </p14:xfrm>
            </p:contentPart>
          </mc:Choice>
          <mc:Fallback>
            <p:pic>
              <p:nvPicPr>
                <p:cNvPr id="77" name="Ink 76">
                  <a:extLst>
                    <a:ext uri="{FF2B5EF4-FFF2-40B4-BE49-F238E27FC236}">
                      <a16:creationId xmlns:a16="http://schemas.microsoft.com/office/drawing/2014/main" id="{5F0BCDDD-9120-9D34-895D-67D619E974D2}"/>
                    </a:ext>
                  </a:extLst>
                </p:cNvPr>
                <p:cNvPicPr/>
                <p:nvPr/>
              </p:nvPicPr>
              <p:blipFill>
                <a:blip r:embed="rId125"/>
                <a:stretch>
                  <a:fillRect/>
                </a:stretch>
              </p:blipFill>
              <p:spPr>
                <a:xfrm>
                  <a:off x="1184870" y="5026717"/>
                  <a:ext cx="164520" cy="379440"/>
                </a:xfrm>
                <a:prstGeom prst="rect">
                  <a:avLst/>
                </a:prstGeom>
              </p:spPr>
            </p:pic>
          </mc:Fallback>
        </mc:AlternateContent>
        <mc:AlternateContent xmlns:mc="http://schemas.openxmlformats.org/markup-compatibility/2006">
          <mc:Choice xmlns:p14="http://schemas.microsoft.com/office/powerpoint/2010/main" Requires="p14">
            <p:contentPart p14:bwMode="auto" r:id="rId126">
              <p14:nvContentPartPr>
                <p14:cNvPr id="78" name="Ink 77">
                  <a:extLst>
                    <a:ext uri="{FF2B5EF4-FFF2-40B4-BE49-F238E27FC236}">
                      <a16:creationId xmlns:a16="http://schemas.microsoft.com/office/drawing/2014/main" id="{616A0769-61AF-7B84-9686-CE590B62F6EA}"/>
                    </a:ext>
                  </a:extLst>
                </p14:cNvPr>
                <p14:cNvContentPartPr/>
                <p14:nvPr/>
              </p14:nvContentPartPr>
              <p14:xfrm>
                <a:off x="1379630" y="5154157"/>
                <a:ext cx="31680" cy="194760"/>
              </p14:xfrm>
            </p:contentPart>
          </mc:Choice>
          <mc:Fallback>
            <p:pic>
              <p:nvPicPr>
                <p:cNvPr id="78" name="Ink 77">
                  <a:extLst>
                    <a:ext uri="{FF2B5EF4-FFF2-40B4-BE49-F238E27FC236}">
                      <a16:creationId xmlns:a16="http://schemas.microsoft.com/office/drawing/2014/main" id="{616A0769-61AF-7B84-9686-CE590B62F6EA}"/>
                    </a:ext>
                  </a:extLst>
                </p:cNvPr>
                <p:cNvPicPr/>
                <p:nvPr/>
              </p:nvPicPr>
              <p:blipFill>
                <a:blip r:embed="rId127"/>
                <a:stretch>
                  <a:fillRect/>
                </a:stretch>
              </p:blipFill>
              <p:spPr>
                <a:xfrm>
                  <a:off x="1361630" y="5136157"/>
                  <a:ext cx="67320" cy="230400"/>
                </a:xfrm>
                <a:prstGeom prst="rect">
                  <a:avLst/>
                </a:prstGeom>
              </p:spPr>
            </p:pic>
          </mc:Fallback>
        </mc:AlternateContent>
        <mc:AlternateContent xmlns:mc="http://schemas.openxmlformats.org/markup-compatibility/2006">
          <mc:Choice xmlns:p14="http://schemas.microsoft.com/office/powerpoint/2010/main" Requires="p14">
            <p:contentPart p14:bwMode="auto" r:id="rId128">
              <p14:nvContentPartPr>
                <p14:cNvPr id="79" name="Ink 78">
                  <a:extLst>
                    <a:ext uri="{FF2B5EF4-FFF2-40B4-BE49-F238E27FC236}">
                      <a16:creationId xmlns:a16="http://schemas.microsoft.com/office/drawing/2014/main" id="{CEF8D368-73E6-B623-185C-0B3E5F72E849}"/>
                    </a:ext>
                  </a:extLst>
                </p14:cNvPr>
                <p14:cNvContentPartPr/>
                <p14:nvPr/>
              </p14:nvContentPartPr>
              <p14:xfrm>
                <a:off x="1408790" y="5132917"/>
                <a:ext cx="95400" cy="172800"/>
              </p14:xfrm>
            </p:contentPart>
          </mc:Choice>
          <mc:Fallback>
            <p:pic>
              <p:nvPicPr>
                <p:cNvPr id="79" name="Ink 78">
                  <a:extLst>
                    <a:ext uri="{FF2B5EF4-FFF2-40B4-BE49-F238E27FC236}">
                      <a16:creationId xmlns:a16="http://schemas.microsoft.com/office/drawing/2014/main" id="{CEF8D368-73E6-B623-185C-0B3E5F72E849}"/>
                    </a:ext>
                  </a:extLst>
                </p:cNvPr>
                <p:cNvPicPr/>
                <p:nvPr/>
              </p:nvPicPr>
              <p:blipFill>
                <a:blip r:embed="rId129"/>
                <a:stretch>
                  <a:fillRect/>
                </a:stretch>
              </p:blipFill>
              <p:spPr>
                <a:xfrm>
                  <a:off x="1390790" y="5114917"/>
                  <a:ext cx="131040" cy="208440"/>
                </a:xfrm>
                <a:prstGeom prst="rect">
                  <a:avLst/>
                </a:prstGeom>
              </p:spPr>
            </p:pic>
          </mc:Fallback>
        </mc:AlternateContent>
        <mc:AlternateContent xmlns:mc="http://schemas.openxmlformats.org/markup-compatibility/2006">
          <mc:Choice xmlns:p14="http://schemas.microsoft.com/office/powerpoint/2010/main" Requires="p14">
            <p:contentPart p14:bwMode="auto" r:id="rId130">
              <p14:nvContentPartPr>
                <p14:cNvPr id="80" name="Ink 79">
                  <a:extLst>
                    <a:ext uri="{FF2B5EF4-FFF2-40B4-BE49-F238E27FC236}">
                      <a16:creationId xmlns:a16="http://schemas.microsoft.com/office/drawing/2014/main" id="{126294D5-785A-8AFE-72F0-C56D61B6016C}"/>
                    </a:ext>
                  </a:extLst>
                </p14:cNvPr>
                <p14:cNvContentPartPr/>
                <p14:nvPr/>
              </p14:nvContentPartPr>
              <p14:xfrm>
                <a:off x="1605710" y="5155597"/>
                <a:ext cx="42480" cy="180360"/>
              </p14:xfrm>
            </p:contentPart>
          </mc:Choice>
          <mc:Fallback>
            <p:pic>
              <p:nvPicPr>
                <p:cNvPr id="80" name="Ink 79">
                  <a:extLst>
                    <a:ext uri="{FF2B5EF4-FFF2-40B4-BE49-F238E27FC236}">
                      <a16:creationId xmlns:a16="http://schemas.microsoft.com/office/drawing/2014/main" id="{126294D5-785A-8AFE-72F0-C56D61B6016C}"/>
                    </a:ext>
                  </a:extLst>
                </p:cNvPr>
                <p:cNvPicPr/>
                <p:nvPr/>
              </p:nvPicPr>
              <p:blipFill>
                <a:blip r:embed="rId131"/>
                <a:stretch>
                  <a:fillRect/>
                </a:stretch>
              </p:blipFill>
              <p:spPr>
                <a:xfrm>
                  <a:off x="1587861" y="5137597"/>
                  <a:ext cx="77821" cy="216000"/>
                </a:xfrm>
                <a:prstGeom prst="rect">
                  <a:avLst/>
                </a:prstGeom>
              </p:spPr>
            </p:pic>
          </mc:Fallback>
        </mc:AlternateContent>
        <mc:AlternateContent xmlns:mc="http://schemas.openxmlformats.org/markup-compatibility/2006">
          <mc:Choice xmlns:p14="http://schemas.microsoft.com/office/powerpoint/2010/main" Requires="p14">
            <p:contentPart p14:bwMode="auto" r:id="rId132">
              <p14:nvContentPartPr>
                <p14:cNvPr id="81" name="Ink 80">
                  <a:extLst>
                    <a:ext uri="{FF2B5EF4-FFF2-40B4-BE49-F238E27FC236}">
                      <a16:creationId xmlns:a16="http://schemas.microsoft.com/office/drawing/2014/main" id="{01319402-64F3-7E31-C275-654E5C2612AD}"/>
                    </a:ext>
                  </a:extLst>
                </p14:cNvPr>
                <p14:cNvContentPartPr/>
                <p14:nvPr/>
              </p14:nvContentPartPr>
              <p14:xfrm>
                <a:off x="1638110" y="5093317"/>
                <a:ext cx="3240" cy="21240"/>
              </p14:xfrm>
            </p:contentPart>
          </mc:Choice>
          <mc:Fallback>
            <p:pic>
              <p:nvPicPr>
                <p:cNvPr id="81" name="Ink 80">
                  <a:extLst>
                    <a:ext uri="{FF2B5EF4-FFF2-40B4-BE49-F238E27FC236}">
                      <a16:creationId xmlns:a16="http://schemas.microsoft.com/office/drawing/2014/main" id="{01319402-64F3-7E31-C275-654E5C2612AD}"/>
                    </a:ext>
                  </a:extLst>
                </p:cNvPr>
                <p:cNvPicPr/>
                <p:nvPr/>
              </p:nvPicPr>
              <p:blipFill>
                <a:blip r:embed="rId133"/>
                <a:stretch>
                  <a:fillRect/>
                </a:stretch>
              </p:blipFill>
              <p:spPr>
                <a:xfrm>
                  <a:off x="1620110" y="5075317"/>
                  <a:ext cx="38880" cy="56880"/>
                </a:xfrm>
                <a:prstGeom prst="rect">
                  <a:avLst/>
                </a:prstGeom>
              </p:spPr>
            </p:pic>
          </mc:Fallback>
        </mc:AlternateContent>
        <mc:AlternateContent xmlns:mc="http://schemas.openxmlformats.org/markup-compatibility/2006">
          <mc:Choice xmlns:p14="http://schemas.microsoft.com/office/powerpoint/2010/main" Requires="p14">
            <p:contentPart p14:bwMode="auto" r:id="rId134">
              <p14:nvContentPartPr>
                <p14:cNvPr id="82" name="Ink 81">
                  <a:extLst>
                    <a:ext uri="{FF2B5EF4-FFF2-40B4-BE49-F238E27FC236}">
                      <a16:creationId xmlns:a16="http://schemas.microsoft.com/office/drawing/2014/main" id="{B00A06B0-EC62-8BF7-0A38-511FA46F6133}"/>
                    </a:ext>
                  </a:extLst>
                </p14:cNvPr>
                <p14:cNvContentPartPr/>
                <p14:nvPr/>
              </p14:nvContentPartPr>
              <p14:xfrm>
                <a:off x="1754750" y="5157397"/>
                <a:ext cx="105480" cy="166680"/>
              </p14:xfrm>
            </p:contentPart>
          </mc:Choice>
          <mc:Fallback>
            <p:pic>
              <p:nvPicPr>
                <p:cNvPr id="82" name="Ink 81">
                  <a:extLst>
                    <a:ext uri="{FF2B5EF4-FFF2-40B4-BE49-F238E27FC236}">
                      <a16:creationId xmlns:a16="http://schemas.microsoft.com/office/drawing/2014/main" id="{B00A06B0-EC62-8BF7-0A38-511FA46F6133}"/>
                    </a:ext>
                  </a:extLst>
                </p:cNvPr>
                <p:cNvPicPr/>
                <p:nvPr/>
              </p:nvPicPr>
              <p:blipFill>
                <a:blip r:embed="rId135"/>
                <a:stretch>
                  <a:fillRect/>
                </a:stretch>
              </p:blipFill>
              <p:spPr>
                <a:xfrm>
                  <a:off x="1736750" y="5139397"/>
                  <a:ext cx="141120" cy="202320"/>
                </a:xfrm>
                <a:prstGeom prst="rect">
                  <a:avLst/>
                </a:prstGeom>
              </p:spPr>
            </p:pic>
          </mc:Fallback>
        </mc:AlternateContent>
        <mc:AlternateContent xmlns:mc="http://schemas.openxmlformats.org/markup-compatibility/2006">
          <mc:Choice xmlns:p14="http://schemas.microsoft.com/office/powerpoint/2010/main" Requires="p14">
            <p:contentPart p14:bwMode="auto" r:id="rId136">
              <p14:nvContentPartPr>
                <p14:cNvPr id="83" name="Ink 82">
                  <a:extLst>
                    <a:ext uri="{FF2B5EF4-FFF2-40B4-BE49-F238E27FC236}">
                      <a16:creationId xmlns:a16="http://schemas.microsoft.com/office/drawing/2014/main" id="{8285F2BE-D0B7-2B98-72DC-A46DD5E3D734}"/>
                    </a:ext>
                  </a:extLst>
                </p14:cNvPr>
                <p14:cNvContentPartPr/>
                <p14:nvPr/>
              </p14:nvContentPartPr>
              <p14:xfrm>
                <a:off x="1945190" y="5132197"/>
                <a:ext cx="5760" cy="114120"/>
              </p14:xfrm>
            </p:contentPart>
          </mc:Choice>
          <mc:Fallback>
            <p:pic>
              <p:nvPicPr>
                <p:cNvPr id="83" name="Ink 82">
                  <a:extLst>
                    <a:ext uri="{FF2B5EF4-FFF2-40B4-BE49-F238E27FC236}">
                      <a16:creationId xmlns:a16="http://schemas.microsoft.com/office/drawing/2014/main" id="{8285F2BE-D0B7-2B98-72DC-A46DD5E3D734}"/>
                    </a:ext>
                  </a:extLst>
                </p:cNvPr>
                <p:cNvPicPr/>
                <p:nvPr/>
              </p:nvPicPr>
              <p:blipFill>
                <a:blip r:embed="rId137"/>
                <a:stretch>
                  <a:fillRect/>
                </a:stretch>
              </p:blipFill>
              <p:spPr>
                <a:xfrm>
                  <a:off x="1927190" y="5114254"/>
                  <a:ext cx="41400" cy="149648"/>
                </a:xfrm>
                <a:prstGeom prst="rect">
                  <a:avLst/>
                </a:prstGeom>
              </p:spPr>
            </p:pic>
          </mc:Fallback>
        </mc:AlternateContent>
        <mc:AlternateContent xmlns:mc="http://schemas.openxmlformats.org/markup-compatibility/2006">
          <mc:Choice xmlns:p14="http://schemas.microsoft.com/office/powerpoint/2010/main" Requires="p14">
            <p:contentPart p14:bwMode="auto" r:id="rId138">
              <p14:nvContentPartPr>
                <p14:cNvPr id="84" name="Ink 83">
                  <a:extLst>
                    <a:ext uri="{FF2B5EF4-FFF2-40B4-BE49-F238E27FC236}">
                      <a16:creationId xmlns:a16="http://schemas.microsoft.com/office/drawing/2014/main" id="{7079F495-118A-E585-FC33-1D85A09F7BF5}"/>
                    </a:ext>
                  </a:extLst>
                </p14:cNvPr>
                <p14:cNvContentPartPr/>
                <p14:nvPr/>
              </p14:nvContentPartPr>
              <p14:xfrm>
                <a:off x="1921430" y="4986037"/>
                <a:ext cx="2880" cy="25920"/>
              </p14:xfrm>
            </p:contentPart>
          </mc:Choice>
          <mc:Fallback>
            <p:pic>
              <p:nvPicPr>
                <p:cNvPr id="84" name="Ink 83">
                  <a:extLst>
                    <a:ext uri="{FF2B5EF4-FFF2-40B4-BE49-F238E27FC236}">
                      <a16:creationId xmlns:a16="http://schemas.microsoft.com/office/drawing/2014/main" id="{7079F495-118A-E585-FC33-1D85A09F7BF5}"/>
                    </a:ext>
                  </a:extLst>
                </p:cNvPr>
                <p:cNvPicPr/>
                <p:nvPr/>
              </p:nvPicPr>
              <p:blipFill>
                <a:blip r:embed="rId139"/>
                <a:stretch>
                  <a:fillRect/>
                </a:stretch>
              </p:blipFill>
              <p:spPr>
                <a:xfrm>
                  <a:off x="1903430" y="4968037"/>
                  <a:ext cx="38520" cy="61560"/>
                </a:xfrm>
                <a:prstGeom prst="rect">
                  <a:avLst/>
                </a:prstGeom>
              </p:spPr>
            </p:pic>
          </mc:Fallback>
        </mc:AlternateContent>
        <mc:AlternateContent xmlns:mc="http://schemas.openxmlformats.org/markup-compatibility/2006">
          <mc:Choice xmlns:p14="http://schemas.microsoft.com/office/powerpoint/2010/main" Requires="p14">
            <p:contentPart p14:bwMode="auto" r:id="rId140">
              <p14:nvContentPartPr>
                <p14:cNvPr id="85" name="Ink 84">
                  <a:extLst>
                    <a:ext uri="{FF2B5EF4-FFF2-40B4-BE49-F238E27FC236}">
                      <a16:creationId xmlns:a16="http://schemas.microsoft.com/office/drawing/2014/main" id="{25EDC470-FB8C-1AEE-0DED-B88C23565E24}"/>
                    </a:ext>
                  </a:extLst>
                </p14:cNvPr>
                <p14:cNvContentPartPr/>
                <p14:nvPr/>
              </p14:nvContentPartPr>
              <p14:xfrm>
                <a:off x="2052830" y="4998637"/>
                <a:ext cx="63360" cy="210600"/>
              </p14:xfrm>
            </p:contentPart>
          </mc:Choice>
          <mc:Fallback>
            <p:pic>
              <p:nvPicPr>
                <p:cNvPr id="85" name="Ink 84">
                  <a:extLst>
                    <a:ext uri="{FF2B5EF4-FFF2-40B4-BE49-F238E27FC236}">
                      <a16:creationId xmlns:a16="http://schemas.microsoft.com/office/drawing/2014/main" id="{25EDC470-FB8C-1AEE-0DED-B88C23565E24}"/>
                    </a:ext>
                  </a:extLst>
                </p:cNvPr>
                <p:cNvPicPr/>
                <p:nvPr/>
              </p:nvPicPr>
              <p:blipFill>
                <a:blip r:embed="rId141"/>
                <a:stretch>
                  <a:fillRect/>
                </a:stretch>
              </p:blipFill>
              <p:spPr>
                <a:xfrm>
                  <a:off x="2034727" y="4980606"/>
                  <a:ext cx="99204" cy="246301"/>
                </a:xfrm>
                <a:prstGeom prst="rect">
                  <a:avLst/>
                </a:prstGeom>
              </p:spPr>
            </p:pic>
          </mc:Fallback>
        </mc:AlternateContent>
        <mc:AlternateContent xmlns:mc="http://schemas.openxmlformats.org/markup-compatibility/2006">
          <mc:Choice xmlns:p14="http://schemas.microsoft.com/office/powerpoint/2010/main" Requires="p14">
            <p:contentPart p14:bwMode="auto" r:id="rId142">
              <p14:nvContentPartPr>
                <p14:cNvPr id="86" name="Ink 85">
                  <a:extLst>
                    <a:ext uri="{FF2B5EF4-FFF2-40B4-BE49-F238E27FC236}">
                      <a16:creationId xmlns:a16="http://schemas.microsoft.com/office/drawing/2014/main" id="{0059DF1B-4A57-AEDC-7FDB-5A1AE6E9D2B3}"/>
                    </a:ext>
                  </a:extLst>
                </p14:cNvPr>
                <p14:cNvContentPartPr/>
                <p14:nvPr/>
              </p14:nvContentPartPr>
              <p14:xfrm>
                <a:off x="2045990" y="5083237"/>
                <a:ext cx="125280" cy="38160"/>
              </p14:xfrm>
            </p:contentPart>
          </mc:Choice>
          <mc:Fallback>
            <p:pic>
              <p:nvPicPr>
                <p:cNvPr id="86" name="Ink 85">
                  <a:extLst>
                    <a:ext uri="{FF2B5EF4-FFF2-40B4-BE49-F238E27FC236}">
                      <a16:creationId xmlns:a16="http://schemas.microsoft.com/office/drawing/2014/main" id="{0059DF1B-4A57-AEDC-7FDB-5A1AE6E9D2B3}"/>
                    </a:ext>
                  </a:extLst>
                </p:cNvPr>
                <p:cNvPicPr/>
                <p:nvPr/>
              </p:nvPicPr>
              <p:blipFill>
                <a:blip r:embed="rId143"/>
                <a:stretch>
                  <a:fillRect/>
                </a:stretch>
              </p:blipFill>
              <p:spPr>
                <a:xfrm>
                  <a:off x="2027990" y="5065237"/>
                  <a:ext cx="160920" cy="73800"/>
                </a:xfrm>
                <a:prstGeom prst="rect">
                  <a:avLst/>
                </a:prstGeom>
              </p:spPr>
            </p:pic>
          </mc:Fallback>
        </mc:AlternateContent>
        <mc:AlternateContent xmlns:mc="http://schemas.openxmlformats.org/markup-compatibility/2006">
          <mc:Choice xmlns:p14="http://schemas.microsoft.com/office/powerpoint/2010/main" Requires="p14">
            <p:contentPart p14:bwMode="auto" r:id="rId144">
              <p14:nvContentPartPr>
                <p14:cNvPr id="87" name="Ink 86">
                  <a:extLst>
                    <a:ext uri="{FF2B5EF4-FFF2-40B4-BE49-F238E27FC236}">
                      <a16:creationId xmlns:a16="http://schemas.microsoft.com/office/drawing/2014/main" id="{A2C7B98E-547C-5B31-46E2-A9B8E0AC0DFE}"/>
                    </a:ext>
                  </a:extLst>
                </p14:cNvPr>
                <p14:cNvContentPartPr/>
                <p14:nvPr/>
              </p14:nvContentPartPr>
              <p14:xfrm>
                <a:off x="2184230" y="5082517"/>
                <a:ext cx="134640" cy="76680"/>
              </p14:xfrm>
            </p:contentPart>
          </mc:Choice>
          <mc:Fallback>
            <p:pic>
              <p:nvPicPr>
                <p:cNvPr id="87" name="Ink 86">
                  <a:extLst>
                    <a:ext uri="{FF2B5EF4-FFF2-40B4-BE49-F238E27FC236}">
                      <a16:creationId xmlns:a16="http://schemas.microsoft.com/office/drawing/2014/main" id="{A2C7B98E-547C-5B31-46E2-A9B8E0AC0DFE}"/>
                    </a:ext>
                  </a:extLst>
                </p:cNvPr>
                <p:cNvPicPr/>
                <p:nvPr/>
              </p:nvPicPr>
              <p:blipFill>
                <a:blip r:embed="rId145"/>
                <a:stretch>
                  <a:fillRect/>
                </a:stretch>
              </p:blipFill>
              <p:spPr>
                <a:xfrm>
                  <a:off x="2166230" y="5064517"/>
                  <a:ext cx="170280" cy="112320"/>
                </a:xfrm>
                <a:prstGeom prst="rect">
                  <a:avLst/>
                </a:prstGeom>
              </p:spPr>
            </p:pic>
          </mc:Fallback>
        </mc:AlternateContent>
        <mc:AlternateContent xmlns:mc="http://schemas.openxmlformats.org/markup-compatibility/2006">
          <mc:Choice xmlns:p14="http://schemas.microsoft.com/office/powerpoint/2010/main" Requires="p14">
            <p:contentPart p14:bwMode="auto" r:id="rId146">
              <p14:nvContentPartPr>
                <p14:cNvPr id="88" name="Ink 87">
                  <a:extLst>
                    <a:ext uri="{FF2B5EF4-FFF2-40B4-BE49-F238E27FC236}">
                      <a16:creationId xmlns:a16="http://schemas.microsoft.com/office/drawing/2014/main" id="{7BA5A317-4077-5DE1-237D-66C88AAE7FAE}"/>
                    </a:ext>
                  </a:extLst>
                </p14:cNvPr>
                <p14:cNvContentPartPr/>
                <p14:nvPr/>
              </p14:nvContentPartPr>
              <p14:xfrm>
                <a:off x="2368910" y="4948597"/>
                <a:ext cx="45360" cy="283680"/>
              </p14:xfrm>
            </p:contentPart>
          </mc:Choice>
          <mc:Fallback>
            <p:pic>
              <p:nvPicPr>
                <p:cNvPr id="88" name="Ink 87">
                  <a:extLst>
                    <a:ext uri="{FF2B5EF4-FFF2-40B4-BE49-F238E27FC236}">
                      <a16:creationId xmlns:a16="http://schemas.microsoft.com/office/drawing/2014/main" id="{7BA5A317-4077-5DE1-237D-66C88AAE7FAE}"/>
                    </a:ext>
                  </a:extLst>
                </p:cNvPr>
                <p:cNvPicPr/>
                <p:nvPr/>
              </p:nvPicPr>
              <p:blipFill>
                <a:blip r:embed="rId147"/>
                <a:stretch>
                  <a:fillRect/>
                </a:stretch>
              </p:blipFill>
              <p:spPr>
                <a:xfrm>
                  <a:off x="2350910" y="4930597"/>
                  <a:ext cx="81000" cy="319320"/>
                </a:xfrm>
                <a:prstGeom prst="rect">
                  <a:avLst/>
                </a:prstGeom>
              </p:spPr>
            </p:pic>
          </mc:Fallback>
        </mc:AlternateContent>
        <mc:AlternateContent xmlns:mc="http://schemas.openxmlformats.org/markup-compatibility/2006">
          <mc:Choice xmlns:p14="http://schemas.microsoft.com/office/powerpoint/2010/main" Requires="p14">
            <p:contentPart p14:bwMode="auto" r:id="rId148">
              <p14:nvContentPartPr>
                <p14:cNvPr id="89" name="Ink 88">
                  <a:extLst>
                    <a:ext uri="{FF2B5EF4-FFF2-40B4-BE49-F238E27FC236}">
                      <a16:creationId xmlns:a16="http://schemas.microsoft.com/office/drawing/2014/main" id="{C693929D-BCB1-BF88-B14F-C71403F2AB35}"/>
                    </a:ext>
                  </a:extLst>
                </p14:cNvPr>
                <p14:cNvContentPartPr/>
                <p14:nvPr/>
              </p14:nvContentPartPr>
              <p14:xfrm>
                <a:off x="2512190" y="4944637"/>
                <a:ext cx="137520" cy="365040"/>
              </p14:xfrm>
            </p:contentPart>
          </mc:Choice>
          <mc:Fallback>
            <p:pic>
              <p:nvPicPr>
                <p:cNvPr id="89" name="Ink 88">
                  <a:extLst>
                    <a:ext uri="{FF2B5EF4-FFF2-40B4-BE49-F238E27FC236}">
                      <a16:creationId xmlns:a16="http://schemas.microsoft.com/office/drawing/2014/main" id="{C693929D-BCB1-BF88-B14F-C71403F2AB35}"/>
                    </a:ext>
                  </a:extLst>
                </p:cNvPr>
                <p:cNvPicPr/>
                <p:nvPr/>
              </p:nvPicPr>
              <p:blipFill>
                <a:blip r:embed="rId149"/>
                <a:stretch>
                  <a:fillRect/>
                </a:stretch>
              </p:blipFill>
              <p:spPr>
                <a:xfrm>
                  <a:off x="2494143" y="4926619"/>
                  <a:ext cx="173254" cy="400715"/>
                </a:xfrm>
                <a:prstGeom prst="rect">
                  <a:avLst/>
                </a:prstGeom>
              </p:spPr>
            </p:pic>
          </mc:Fallback>
        </mc:AlternateContent>
      </p:grpSp>
      <p:grpSp>
        <p:nvGrpSpPr>
          <p:cNvPr id="103" name="Group 102">
            <a:extLst>
              <a:ext uri="{FF2B5EF4-FFF2-40B4-BE49-F238E27FC236}">
                <a16:creationId xmlns:a16="http://schemas.microsoft.com/office/drawing/2014/main" id="{747FE49B-C069-5244-1F64-694114C40167}"/>
              </a:ext>
            </a:extLst>
          </p:cNvPr>
          <p:cNvGrpSpPr/>
          <p:nvPr/>
        </p:nvGrpSpPr>
        <p:grpSpPr>
          <a:xfrm>
            <a:off x="4266110" y="2764117"/>
            <a:ext cx="1103760" cy="1571040"/>
            <a:chOff x="4266110" y="2764117"/>
            <a:chExt cx="1103760" cy="1571040"/>
          </a:xfrm>
        </p:grpSpPr>
        <mc:AlternateContent xmlns:mc="http://schemas.openxmlformats.org/markup-compatibility/2006">
          <mc:Choice xmlns:p14="http://schemas.microsoft.com/office/powerpoint/2010/main" Requires="p14">
            <p:contentPart p14:bwMode="auto" r:id="rId150">
              <p14:nvContentPartPr>
                <p14:cNvPr id="91" name="Ink 90">
                  <a:extLst>
                    <a:ext uri="{FF2B5EF4-FFF2-40B4-BE49-F238E27FC236}">
                      <a16:creationId xmlns:a16="http://schemas.microsoft.com/office/drawing/2014/main" id="{1BB556B2-67B6-BF6A-C983-97A28F8C9F67}"/>
                    </a:ext>
                  </a:extLst>
                </p14:cNvPr>
                <p14:cNvContentPartPr/>
                <p14:nvPr/>
              </p14:nvContentPartPr>
              <p14:xfrm>
                <a:off x="4510550" y="2764117"/>
                <a:ext cx="54000" cy="529560"/>
              </p14:xfrm>
            </p:contentPart>
          </mc:Choice>
          <mc:Fallback>
            <p:pic>
              <p:nvPicPr>
                <p:cNvPr id="91" name="Ink 90">
                  <a:extLst>
                    <a:ext uri="{FF2B5EF4-FFF2-40B4-BE49-F238E27FC236}">
                      <a16:creationId xmlns:a16="http://schemas.microsoft.com/office/drawing/2014/main" id="{1BB556B2-67B6-BF6A-C983-97A28F8C9F67}"/>
                    </a:ext>
                  </a:extLst>
                </p:cNvPr>
                <p:cNvPicPr/>
                <p:nvPr/>
              </p:nvPicPr>
              <p:blipFill>
                <a:blip r:embed="rId151"/>
                <a:stretch>
                  <a:fillRect/>
                </a:stretch>
              </p:blipFill>
              <p:spPr>
                <a:xfrm>
                  <a:off x="4492550" y="2746105"/>
                  <a:ext cx="89640" cy="565224"/>
                </a:xfrm>
                <a:prstGeom prst="rect">
                  <a:avLst/>
                </a:prstGeom>
              </p:spPr>
            </p:pic>
          </mc:Fallback>
        </mc:AlternateContent>
        <mc:AlternateContent xmlns:mc="http://schemas.openxmlformats.org/markup-compatibility/2006">
          <mc:Choice xmlns:p14="http://schemas.microsoft.com/office/powerpoint/2010/main" Requires="p14">
            <p:contentPart p14:bwMode="auto" r:id="rId152">
              <p14:nvContentPartPr>
                <p14:cNvPr id="92" name="Ink 91">
                  <a:extLst>
                    <a:ext uri="{FF2B5EF4-FFF2-40B4-BE49-F238E27FC236}">
                      <a16:creationId xmlns:a16="http://schemas.microsoft.com/office/drawing/2014/main" id="{2BB80F0C-6078-7F2C-9694-D81DC199CF12}"/>
                    </a:ext>
                  </a:extLst>
                </p14:cNvPr>
                <p14:cNvContentPartPr/>
                <p14:nvPr/>
              </p14:nvContentPartPr>
              <p14:xfrm>
                <a:off x="4266110" y="3253717"/>
                <a:ext cx="519120" cy="88560"/>
              </p14:xfrm>
            </p:contentPart>
          </mc:Choice>
          <mc:Fallback>
            <p:pic>
              <p:nvPicPr>
                <p:cNvPr id="92" name="Ink 91">
                  <a:extLst>
                    <a:ext uri="{FF2B5EF4-FFF2-40B4-BE49-F238E27FC236}">
                      <a16:creationId xmlns:a16="http://schemas.microsoft.com/office/drawing/2014/main" id="{2BB80F0C-6078-7F2C-9694-D81DC199CF12}"/>
                    </a:ext>
                  </a:extLst>
                </p:cNvPr>
                <p:cNvPicPr/>
                <p:nvPr/>
              </p:nvPicPr>
              <p:blipFill>
                <a:blip r:embed="rId153"/>
                <a:stretch>
                  <a:fillRect/>
                </a:stretch>
              </p:blipFill>
              <p:spPr>
                <a:xfrm>
                  <a:off x="4248110" y="3235644"/>
                  <a:ext cx="554760" cy="124345"/>
                </a:xfrm>
                <a:prstGeom prst="rect">
                  <a:avLst/>
                </a:prstGeom>
              </p:spPr>
            </p:pic>
          </mc:Fallback>
        </mc:AlternateContent>
        <mc:AlternateContent xmlns:mc="http://schemas.openxmlformats.org/markup-compatibility/2006">
          <mc:Choice xmlns:p14="http://schemas.microsoft.com/office/powerpoint/2010/main" Requires="p14">
            <p:contentPart p14:bwMode="auto" r:id="rId154">
              <p14:nvContentPartPr>
                <p14:cNvPr id="93" name="Ink 92">
                  <a:extLst>
                    <a:ext uri="{FF2B5EF4-FFF2-40B4-BE49-F238E27FC236}">
                      <a16:creationId xmlns:a16="http://schemas.microsoft.com/office/drawing/2014/main" id="{801BB9DA-7CAC-D762-8ADD-4AB736BFAA3F}"/>
                    </a:ext>
                  </a:extLst>
                </p14:cNvPr>
                <p14:cNvContentPartPr/>
                <p14:nvPr/>
              </p14:nvContentPartPr>
              <p14:xfrm>
                <a:off x="4324430" y="3364237"/>
                <a:ext cx="308520" cy="251280"/>
              </p14:xfrm>
            </p:contentPart>
          </mc:Choice>
          <mc:Fallback>
            <p:pic>
              <p:nvPicPr>
                <p:cNvPr id="93" name="Ink 92">
                  <a:extLst>
                    <a:ext uri="{FF2B5EF4-FFF2-40B4-BE49-F238E27FC236}">
                      <a16:creationId xmlns:a16="http://schemas.microsoft.com/office/drawing/2014/main" id="{801BB9DA-7CAC-D762-8ADD-4AB736BFAA3F}"/>
                    </a:ext>
                  </a:extLst>
                </p:cNvPr>
                <p:cNvPicPr/>
                <p:nvPr/>
              </p:nvPicPr>
              <p:blipFill>
                <a:blip r:embed="rId155"/>
                <a:stretch>
                  <a:fillRect/>
                </a:stretch>
              </p:blipFill>
              <p:spPr>
                <a:xfrm>
                  <a:off x="4306409" y="3346237"/>
                  <a:ext cx="344202" cy="286920"/>
                </a:xfrm>
                <a:prstGeom prst="rect">
                  <a:avLst/>
                </a:prstGeom>
              </p:spPr>
            </p:pic>
          </mc:Fallback>
        </mc:AlternateContent>
        <mc:AlternateContent xmlns:mc="http://schemas.openxmlformats.org/markup-compatibility/2006">
          <mc:Choice xmlns:p14="http://schemas.microsoft.com/office/powerpoint/2010/main" Requires="p14">
            <p:contentPart p14:bwMode="auto" r:id="rId156">
              <p14:nvContentPartPr>
                <p14:cNvPr id="94" name="Ink 93">
                  <a:extLst>
                    <a:ext uri="{FF2B5EF4-FFF2-40B4-BE49-F238E27FC236}">
                      <a16:creationId xmlns:a16="http://schemas.microsoft.com/office/drawing/2014/main" id="{4314B952-477A-A6B0-F5C7-4D891192306B}"/>
                    </a:ext>
                  </a:extLst>
                </p14:cNvPr>
                <p14:cNvContentPartPr/>
                <p14:nvPr/>
              </p14:nvContentPartPr>
              <p14:xfrm>
                <a:off x="4613150" y="3328597"/>
                <a:ext cx="147960" cy="246240"/>
              </p14:xfrm>
            </p:contentPart>
          </mc:Choice>
          <mc:Fallback>
            <p:pic>
              <p:nvPicPr>
                <p:cNvPr id="94" name="Ink 93">
                  <a:extLst>
                    <a:ext uri="{FF2B5EF4-FFF2-40B4-BE49-F238E27FC236}">
                      <a16:creationId xmlns:a16="http://schemas.microsoft.com/office/drawing/2014/main" id="{4314B952-477A-A6B0-F5C7-4D891192306B}"/>
                    </a:ext>
                  </a:extLst>
                </p:cNvPr>
                <p:cNvPicPr/>
                <p:nvPr/>
              </p:nvPicPr>
              <p:blipFill>
                <a:blip r:embed="rId157"/>
                <a:stretch>
                  <a:fillRect/>
                </a:stretch>
              </p:blipFill>
              <p:spPr>
                <a:xfrm>
                  <a:off x="4595150" y="3310597"/>
                  <a:ext cx="183600" cy="281880"/>
                </a:xfrm>
                <a:prstGeom prst="rect">
                  <a:avLst/>
                </a:prstGeom>
              </p:spPr>
            </p:pic>
          </mc:Fallback>
        </mc:AlternateContent>
        <mc:AlternateContent xmlns:mc="http://schemas.openxmlformats.org/markup-compatibility/2006">
          <mc:Choice xmlns:p14="http://schemas.microsoft.com/office/powerpoint/2010/main" Requires="p14">
            <p:contentPart p14:bwMode="auto" r:id="rId158">
              <p14:nvContentPartPr>
                <p14:cNvPr id="96" name="Ink 95">
                  <a:extLst>
                    <a:ext uri="{FF2B5EF4-FFF2-40B4-BE49-F238E27FC236}">
                      <a16:creationId xmlns:a16="http://schemas.microsoft.com/office/drawing/2014/main" id="{A2DC133A-A6FD-95C0-EEF3-24FFEF2B0804}"/>
                    </a:ext>
                  </a:extLst>
                </p14:cNvPr>
                <p14:cNvContentPartPr/>
                <p14:nvPr/>
              </p14:nvContentPartPr>
              <p14:xfrm>
                <a:off x="4410830" y="3563317"/>
                <a:ext cx="546840" cy="101160"/>
              </p14:xfrm>
            </p:contentPart>
          </mc:Choice>
          <mc:Fallback>
            <p:pic>
              <p:nvPicPr>
                <p:cNvPr id="96" name="Ink 95">
                  <a:extLst>
                    <a:ext uri="{FF2B5EF4-FFF2-40B4-BE49-F238E27FC236}">
                      <a16:creationId xmlns:a16="http://schemas.microsoft.com/office/drawing/2014/main" id="{A2DC133A-A6FD-95C0-EEF3-24FFEF2B0804}"/>
                    </a:ext>
                  </a:extLst>
                </p:cNvPr>
                <p:cNvPicPr/>
                <p:nvPr/>
              </p:nvPicPr>
              <p:blipFill>
                <a:blip r:embed="rId159"/>
                <a:stretch>
                  <a:fillRect/>
                </a:stretch>
              </p:blipFill>
              <p:spPr>
                <a:xfrm>
                  <a:off x="4392830" y="3545317"/>
                  <a:ext cx="582480" cy="136800"/>
                </a:xfrm>
                <a:prstGeom prst="rect">
                  <a:avLst/>
                </a:prstGeom>
              </p:spPr>
            </p:pic>
          </mc:Fallback>
        </mc:AlternateContent>
        <mc:AlternateContent xmlns:mc="http://schemas.openxmlformats.org/markup-compatibility/2006">
          <mc:Choice xmlns:p14="http://schemas.microsoft.com/office/powerpoint/2010/main" Requires="p14">
            <p:contentPart p14:bwMode="auto" r:id="rId160">
              <p14:nvContentPartPr>
                <p14:cNvPr id="97" name="Ink 96">
                  <a:extLst>
                    <a:ext uri="{FF2B5EF4-FFF2-40B4-BE49-F238E27FC236}">
                      <a16:creationId xmlns:a16="http://schemas.microsoft.com/office/drawing/2014/main" id="{B7FDC039-CF7C-E820-25BA-0461FD53EF4C}"/>
                    </a:ext>
                  </a:extLst>
                </p14:cNvPr>
                <p14:cNvContentPartPr/>
                <p14:nvPr/>
              </p14:nvContentPartPr>
              <p14:xfrm>
                <a:off x="4632590" y="3608677"/>
                <a:ext cx="49320" cy="726480"/>
              </p14:xfrm>
            </p:contentPart>
          </mc:Choice>
          <mc:Fallback>
            <p:pic>
              <p:nvPicPr>
                <p:cNvPr id="97" name="Ink 96">
                  <a:extLst>
                    <a:ext uri="{FF2B5EF4-FFF2-40B4-BE49-F238E27FC236}">
                      <a16:creationId xmlns:a16="http://schemas.microsoft.com/office/drawing/2014/main" id="{B7FDC039-CF7C-E820-25BA-0461FD53EF4C}"/>
                    </a:ext>
                  </a:extLst>
                </p:cNvPr>
                <p:cNvPicPr/>
                <p:nvPr/>
              </p:nvPicPr>
              <p:blipFill>
                <a:blip r:embed="rId161"/>
                <a:stretch>
                  <a:fillRect/>
                </a:stretch>
              </p:blipFill>
              <p:spPr>
                <a:xfrm>
                  <a:off x="4614590" y="3590677"/>
                  <a:ext cx="84960" cy="762120"/>
                </a:xfrm>
                <a:prstGeom prst="rect">
                  <a:avLst/>
                </a:prstGeom>
              </p:spPr>
            </p:pic>
          </mc:Fallback>
        </mc:AlternateContent>
        <mc:AlternateContent xmlns:mc="http://schemas.openxmlformats.org/markup-compatibility/2006">
          <mc:Choice xmlns:p14="http://schemas.microsoft.com/office/powerpoint/2010/main" Requires="p14">
            <p:contentPart p14:bwMode="auto" r:id="rId162">
              <p14:nvContentPartPr>
                <p14:cNvPr id="98" name="Ink 97">
                  <a:extLst>
                    <a:ext uri="{FF2B5EF4-FFF2-40B4-BE49-F238E27FC236}">
                      <a16:creationId xmlns:a16="http://schemas.microsoft.com/office/drawing/2014/main" id="{20272A00-4909-0C88-C51C-F110FDDAECDA}"/>
                    </a:ext>
                  </a:extLst>
                </p14:cNvPr>
                <p14:cNvContentPartPr/>
                <p14:nvPr/>
              </p14:nvContentPartPr>
              <p14:xfrm>
                <a:off x="4961990" y="3038437"/>
                <a:ext cx="134640" cy="223560"/>
              </p14:xfrm>
            </p:contentPart>
          </mc:Choice>
          <mc:Fallback>
            <p:pic>
              <p:nvPicPr>
                <p:cNvPr id="98" name="Ink 97">
                  <a:extLst>
                    <a:ext uri="{FF2B5EF4-FFF2-40B4-BE49-F238E27FC236}">
                      <a16:creationId xmlns:a16="http://schemas.microsoft.com/office/drawing/2014/main" id="{20272A00-4909-0C88-C51C-F110FDDAECDA}"/>
                    </a:ext>
                  </a:extLst>
                </p:cNvPr>
                <p:cNvPicPr/>
                <p:nvPr/>
              </p:nvPicPr>
              <p:blipFill>
                <a:blip r:embed="rId163"/>
                <a:stretch>
                  <a:fillRect/>
                </a:stretch>
              </p:blipFill>
              <p:spPr>
                <a:xfrm>
                  <a:off x="4943990" y="3020437"/>
                  <a:ext cx="170280" cy="259200"/>
                </a:xfrm>
                <a:prstGeom prst="rect">
                  <a:avLst/>
                </a:prstGeom>
              </p:spPr>
            </p:pic>
          </mc:Fallback>
        </mc:AlternateContent>
        <mc:AlternateContent xmlns:mc="http://schemas.openxmlformats.org/markup-compatibility/2006">
          <mc:Choice xmlns:p14="http://schemas.microsoft.com/office/powerpoint/2010/main" Requires="p14">
            <p:contentPart p14:bwMode="auto" r:id="rId164">
              <p14:nvContentPartPr>
                <p14:cNvPr id="99" name="Ink 98">
                  <a:extLst>
                    <a:ext uri="{FF2B5EF4-FFF2-40B4-BE49-F238E27FC236}">
                      <a16:creationId xmlns:a16="http://schemas.microsoft.com/office/drawing/2014/main" id="{867611A3-892B-F259-6E6E-3C35F214B172}"/>
                    </a:ext>
                  </a:extLst>
                </p14:cNvPr>
                <p14:cNvContentPartPr/>
                <p14:nvPr/>
              </p14:nvContentPartPr>
              <p14:xfrm>
                <a:off x="4957670" y="3045997"/>
                <a:ext cx="145440" cy="65160"/>
              </p14:xfrm>
            </p:contentPart>
          </mc:Choice>
          <mc:Fallback>
            <p:pic>
              <p:nvPicPr>
                <p:cNvPr id="99" name="Ink 98">
                  <a:extLst>
                    <a:ext uri="{FF2B5EF4-FFF2-40B4-BE49-F238E27FC236}">
                      <a16:creationId xmlns:a16="http://schemas.microsoft.com/office/drawing/2014/main" id="{867611A3-892B-F259-6E6E-3C35F214B172}"/>
                    </a:ext>
                  </a:extLst>
                </p:cNvPr>
                <p:cNvPicPr/>
                <p:nvPr/>
              </p:nvPicPr>
              <p:blipFill>
                <a:blip r:embed="rId165"/>
                <a:stretch>
                  <a:fillRect/>
                </a:stretch>
              </p:blipFill>
              <p:spPr>
                <a:xfrm>
                  <a:off x="4939714" y="3027997"/>
                  <a:ext cx="180992" cy="100800"/>
                </a:xfrm>
                <a:prstGeom prst="rect">
                  <a:avLst/>
                </a:prstGeom>
              </p:spPr>
            </p:pic>
          </mc:Fallback>
        </mc:AlternateContent>
        <mc:AlternateContent xmlns:mc="http://schemas.openxmlformats.org/markup-compatibility/2006">
          <mc:Choice xmlns:p14="http://schemas.microsoft.com/office/powerpoint/2010/main" Requires="p14">
            <p:contentPart p14:bwMode="auto" r:id="rId166">
              <p14:nvContentPartPr>
                <p14:cNvPr id="100" name="Ink 99">
                  <a:extLst>
                    <a:ext uri="{FF2B5EF4-FFF2-40B4-BE49-F238E27FC236}">
                      <a16:creationId xmlns:a16="http://schemas.microsoft.com/office/drawing/2014/main" id="{3B46E790-112B-E9F4-5038-33AF3E2226E0}"/>
                    </a:ext>
                  </a:extLst>
                </p14:cNvPr>
                <p14:cNvContentPartPr/>
                <p14:nvPr/>
              </p14:nvContentPartPr>
              <p14:xfrm>
                <a:off x="5104190" y="3035917"/>
                <a:ext cx="32760" cy="151560"/>
              </p14:xfrm>
            </p:contentPart>
          </mc:Choice>
          <mc:Fallback>
            <p:pic>
              <p:nvPicPr>
                <p:cNvPr id="100" name="Ink 99">
                  <a:extLst>
                    <a:ext uri="{FF2B5EF4-FFF2-40B4-BE49-F238E27FC236}">
                      <a16:creationId xmlns:a16="http://schemas.microsoft.com/office/drawing/2014/main" id="{3B46E790-112B-E9F4-5038-33AF3E2226E0}"/>
                    </a:ext>
                  </a:extLst>
                </p:cNvPr>
                <p:cNvPicPr/>
                <p:nvPr/>
              </p:nvPicPr>
              <p:blipFill>
                <a:blip r:embed="rId167"/>
                <a:stretch>
                  <a:fillRect/>
                </a:stretch>
              </p:blipFill>
              <p:spPr>
                <a:xfrm>
                  <a:off x="5086190" y="3017874"/>
                  <a:ext cx="68400" cy="187285"/>
                </a:xfrm>
                <a:prstGeom prst="rect">
                  <a:avLst/>
                </a:prstGeom>
              </p:spPr>
            </p:pic>
          </mc:Fallback>
        </mc:AlternateContent>
        <mc:AlternateContent xmlns:mc="http://schemas.openxmlformats.org/markup-compatibility/2006">
          <mc:Choice xmlns:p14="http://schemas.microsoft.com/office/powerpoint/2010/main" Requires="p14">
            <p:contentPart p14:bwMode="auto" r:id="rId168">
              <p14:nvContentPartPr>
                <p14:cNvPr id="101" name="Ink 100">
                  <a:extLst>
                    <a:ext uri="{FF2B5EF4-FFF2-40B4-BE49-F238E27FC236}">
                      <a16:creationId xmlns:a16="http://schemas.microsoft.com/office/drawing/2014/main" id="{B612F26E-7F26-C6A3-0FFC-8C2F14C36373}"/>
                    </a:ext>
                  </a:extLst>
                </p14:cNvPr>
                <p14:cNvContentPartPr/>
                <p14:nvPr/>
              </p14:nvContentPartPr>
              <p14:xfrm>
                <a:off x="5129390" y="3188557"/>
                <a:ext cx="154080" cy="205200"/>
              </p14:xfrm>
            </p:contentPart>
          </mc:Choice>
          <mc:Fallback>
            <p:pic>
              <p:nvPicPr>
                <p:cNvPr id="101" name="Ink 100">
                  <a:extLst>
                    <a:ext uri="{FF2B5EF4-FFF2-40B4-BE49-F238E27FC236}">
                      <a16:creationId xmlns:a16="http://schemas.microsoft.com/office/drawing/2014/main" id="{B612F26E-7F26-C6A3-0FFC-8C2F14C36373}"/>
                    </a:ext>
                  </a:extLst>
                </p:cNvPr>
                <p:cNvPicPr/>
                <p:nvPr/>
              </p:nvPicPr>
              <p:blipFill>
                <a:blip r:embed="rId169"/>
                <a:stretch>
                  <a:fillRect/>
                </a:stretch>
              </p:blipFill>
              <p:spPr>
                <a:xfrm>
                  <a:off x="5111390" y="3170589"/>
                  <a:ext cx="189720" cy="240778"/>
                </a:xfrm>
                <a:prstGeom prst="rect">
                  <a:avLst/>
                </a:prstGeom>
              </p:spPr>
            </p:pic>
          </mc:Fallback>
        </mc:AlternateContent>
        <mc:AlternateContent xmlns:mc="http://schemas.openxmlformats.org/markup-compatibility/2006">
          <mc:Choice xmlns:p14="http://schemas.microsoft.com/office/powerpoint/2010/main" Requires="p14">
            <p:contentPart p14:bwMode="auto" r:id="rId170">
              <p14:nvContentPartPr>
                <p14:cNvPr id="102" name="Ink 101">
                  <a:extLst>
                    <a:ext uri="{FF2B5EF4-FFF2-40B4-BE49-F238E27FC236}">
                      <a16:creationId xmlns:a16="http://schemas.microsoft.com/office/drawing/2014/main" id="{BDA6DD7B-CBE6-6C99-F372-B782338EF56A}"/>
                    </a:ext>
                  </a:extLst>
                </p14:cNvPr>
                <p14:cNvContentPartPr/>
                <p14:nvPr/>
              </p14:nvContentPartPr>
              <p14:xfrm>
                <a:off x="5180150" y="3130597"/>
                <a:ext cx="189720" cy="181080"/>
              </p14:xfrm>
            </p:contentPart>
          </mc:Choice>
          <mc:Fallback>
            <p:pic>
              <p:nvPicPr>
                <p:cNvPr id="102" name="Ink 101">
                  <a:extLst>
                    <a:ext uri="{FF2B5EF4-FFF2-40B4-BE49-F238E27FC236}">
                      <a16:creationId xmlns:a16="http://schemas.microsoft.com/office/drawing/2014/main" id="{BDA6DD7B-CBE6-6C99-F372-B782338EF56A}"/>
                    </a:ext>
                  </a:extLst>
                </p:cNvPr>
                <p:cNvPicPr/>
                <p:nvPr/>
              </p:nvPicPr>
              <p:blipFill>
                <a:blip r:embed="rId171"/>
                <a:stretch>
                  <a:fillRect/>
                </a:stretch>
              </p:blipFill>
              <p:spPr>
                <a:xfrm>
                  <a:off x="5162150" y="3112597"/>
                  <a:ext cx="225360" cy="21672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172">
            <p14:nvContentPartPr>
              <p14:cNvPr id="104" name="Ink 103">
                <a:extLst>
                  <a:ext uri="{FF2B5EF4-FFF2-40B4-BE49-F238E27FC236}">
                    <a16:creationId xmlns:a16="http://schemas.microsoft.com/office/drawing/2014/main" id="{BD0C48AD-544B-EF58-6F3E-EAEF20D7C50C}"/>
                  </a:ext>
                </a:extLst>
              </p14:cNvPr>
              <p14:cNvContentPartPr/>
              <p14:nvPr/>
            </p14:nvContentPartPr>
            <p14:xfrm>
              <a:off x="2193230" y="2804797"/>
              <a:ext cx="2437920" cy="78840"/>
            </p14:xfrm>
          </p:contentPart>
        </mc:Choice>
        <mc:Fallback>
          <p:pic>
            <p:nvPicPr>
              <p:cNvPr id="104" name="Ink 103">
                <a:extLst>
                  <a:ext uri="{FF2B5EF4-FFF2-40B4-BE49-F238E27FC236}">
                    <a16:creationId xmlns:a16="http://schemas.microsoft.com/office/drawing/2014/main" id="{BD0C48AD-544B-EF58-6F3E-EAEF20D7C50C}"/>
                  </a:ext>
                </a:extLst>
              </p:cNvPr>
              <p:cNvPicPr/>
              <p:nvPr/>
            </p:nvPicPr>
            <p:blipFill>
              <a:blip r:embed="rId173"/>
              <a:stretch>
                <a:fillRect/>
              </a:stretch>
            </p:blipFill>
            <p:spPr>
              <a:xfrm>
                <a:off x="2175230" y="2786797"/>
                <a:ext cx="2473560" cy="114480"/>
              </a:xfrm>
              <a:prstGeom prst="rect">
                <a:avLst/>
              </a:prstGeom>
            </p:spPr>
          </p:pic>
        </mc:Fallback>
      </mc:AlternateContent>
      <p:grpSp>
        <p:nvGrpSpPr>
          <p:cNvPr id="112" name="Group 111">
            <a:extLst>
              <a:ext uri="{FF2B5EF4-FFF2-40B4-BE49-F238E27FC236}">
                <a16:creationId xmlns:a16="http://schemas.microsoft.com/office/drawing/2014/main" id="{C5B561CF-204E-9B2C-DF99-E93CF5FF2D72}"/>
              </a:ext>
            </a:extLst>
          </p:cNvPr>
          <p:cNvGrpSpPr/>
          <p:nvPr/>
        </p:nvGrpSpPr>
        <p:grpSpPr>
          <a:xfrm>
            <a:off x="2524070" y="2336437"/>
            <a:ext cx="770400" cy="291960"/>
            <a:chOff x="2524070" y="2336437"/>
            <a:chExt cx="770400" cy="291960"/>
          </a:xfrm>
        </p:grpSpPr>
        <mc:AlternateContent xmlns:mc="http://schemas.openxmlformats.org/markup-compatibility/2006">
          <mc:Choice xmlns:p14="http://schemas.microsoft.com/office/powerpoint/2010/main" Requires="p14">
            <p:contentPart p14:bwMode="auto" r:id="rId174">
              <p14:nvContentPartPr>
                <p14:cNvPr id="105" name="Ink 104">
                  <a:extLst>
                    <a:ext uri="{FF2B5EF4-FFF2-40B4-BE49-F238E27FC236}">
                      <a16:creationId xmlns:a16="http://schemas.microsoft.com/office/drawing/2014/main" id="{BAB30F0D-D08E-4DB0-4D53-49CDD351C7FC}"/>
                    </a:ext>
                  </a:extLst>
                </p14:cNvPr>
                <p14:cNvContentPartPr/>
                <p14:nvPr/>
              </p14:nvContentPartPr>
              <p14:xfrm>
                <a:off x="2524070" y="2359117"/>
                <a:ext cx="213480" cy="256680"/>
              </p14:xfrm>
            </p:contentPart>
          </mc:Choice>
          <mc:Fallback>
            <p:pic>
              <p:nvPicPr>
                <p:cNvPr id="105" name="Ink 104">
                  <a:extLst>
                    <a:ext uri="{FF2B5EF4-FFF2-40B4-BE49-F238E27FC236}">
                      <a16:creationId xmlns:a16="http://schemas.microsoft.com/office/drawing/2014/main" id="{BAB30F0D-D08E-4DB0-4D53-49CDD351C7FC}"/>
                    </a:ext>
                  </a:extLst>
                </p:cNvPr>
                <p:cNvPicPr/>
                <p:nvPr/>
              </p:nvPicPr>
              <p:blipFill>
                <a:blip r:embed="rId175"/>
                <a:stretch>
                  <a:fillRect/>
                </a:stretch>
              </p:blipFill>
              <p:spPr>
                <a:xfrm>
                  <a:off x="2506070" y="2341117"/>
                  <a:ext cx="249120" cy="292320"/>
                </a:xfrm>
                <a:prstGeom prst="rect">
                  <a:avLst/>
                </a:prstGeom>
              </p:spPr>
            </p:pic>
          </mc:Fallback>
        </mc:AlternateContent>
        <mc:AlternateContent xmlns:mc="http://schemas.openxmlformats.org/markup-compatibility/2006">
          <mc:Choice xmlns:p14="http://schemas.microsoft.com/office/powerpoint/2010/main" Requires="p14">
            <p:contentPart p14:bwMode="auto" r:id="rId176">
              <p14:nvContentPartPr>
                <p14:cNvPr id="106" name="Ink 105">
                  <a:extLst>
                    <a:ext uri="{FF2B5EF4-FFF2-40B4-BE49-F238E27FC236}">
                      <a16:creationId xmlns:a16="http://schemas.microsoft.com/office/drawing/2014/main" id="{2567EC7A-7F5D-E318-CD9F-703F6BD9CD40}"/>
                    </a:ext>
                  </a:extLst>
                </p14:cNvPr>
                <p14:cNvContentPartPr/>
                <p14:nvPr/>
              </p14:nvContentPartPr>
              <p14:xfrm>
                <a:off x="2818190" y="2381797"/>
                <a:ext cx="30960" cy="222120"/>
              </p14:xfrm>
            </p:contentPart>
          </mc:Choice>
          <mc:Fallback>
            <p:pic>
              <p:nvPicPr>
                <p:cNvPr id="106" name="Ink 105">
                  <a:extLst>
                    <a:ext uri="{FF2B5EF4-FFF2-40B4-BE49-F238E27FC236}">
                      <a16:creationId xmlns:a16="http://schemas.microsoft.com/office/drawing/2014/main" id="{2567EC7A-7F5D-E318-CD9F-703F6BD9CD40}"/>
                    </a:ext>
                  </a:extLst>
                </p:cNvPr>
                <p:cNvPicPr/>
                <p:nvPr/>
              </p:nvPicPr>
              <p:blipFill>
                <a:blip r:embed="rId177"/>
                <a:stretch>
                  <a:fillRect/>
                </a:stretch>
              </p:blipFill>
              <p:spPr>
                <a:xfrm>
                  <a:off x="2800190" y="2363797"/>
                  <a:ext cx="66600" cy="257760"/>
                </a:xfrm>
                <a:prstGeom prst="rect">
                  <a:avLst/>
                </a:prstGeom>
              </p:spPr>
            </p:pic>
          </mc:Fallback>
        </mc:AlternateContent>
        <mc:AlternateContent xmlns:mc="http://schemas.openxmlformats.org/markup-compatibility/2006">
          <mc:Choice xmlns:p14="http://schemas.microsoft.com/office/powerpoint/2010/main" Requires="p14">
            <p:contentPart p14:bwMode="auto" r:id="rId178">
              <p14:nvContentPartPr>
                <p14:cNvPr id="107" name="Ink 106">
                  <a:extLst>
                    <a:ext uri="{FF2B5EF4-FFF2-40B4-BE49-F238E27FC236}">
                      <a16:creationId xmlns:a16="http://schemas.microsoft.com/office/drawing/2014/main" id="{3A98ED24-3873-5A70-6929-755D76DD2CD7}"/>
                    </a:ext>
                  </a:extLst>
                </p14:cNvPr>
                <p14:cNvContentPartPr/>
                <p14:nvPr/>
              </p14:nvContentPartPr>
              <p14:xfrm>
                <a:off x="2837990" y="2364877"/>
                <a:ext cx="96120" cy="108360"/>
              </p14:xfrm>
            </p:contentPart>
          </mc:Choice>
          <mc:Fallback>
            <p:pic>
              <p:nvPicPr>
                <p:cNvPr id="107" name="Ink 106">
                  <a:extLst>
                    <a:ext uri="{FF2B5EF4-FFF2-40B4-BE49-F238E27FC236}">
                      <a16:creationId xmlns:a16="http://schemas.microsoft.com/office/drawing/2014/main" id="{3A98ED24-3873-5A70-6929-755D76DD2CD7}"/>
                    </a:ext>
                  </a:extLst>
                </p:cNvPr>
                <p:cNvPicPr/>
                <p:nvPr/>
              </p:nvPicPr>
              <p:blipFill>
                <a:blip r:embed="rId179"/>
                <a:stretch>
                  <a:fillRect/>
                </a:stretch>
              </p:blipFill>
              <p:spPr>
                <a:xfrm>
                  <a:off x="2819990" y="2346877"/>
                  <a:ext cx="131760" cy="144000"/>
                </a:xfrm>
                <a:prstGeom prst="rect">
                  <a:avLst/>
                </a:prstGeom>
              </p:spPr>
            </p:pic>
          </mc:Fallback>
        </mc:AlternateContent>
        <mc:AlternateContent xmlns:mc="http://schemas.openxmlformats.org/markup-compatibility/2006">
          <mc:Choice xmlns:p14="http://schemas.microsoft.com/office/powerpoint/2010/main" Requires="p14">
            <p:contentPart p14:bwMode="auto" r:id="rId180">
              <p14:nvContentPartPr>
                <p14:cNvPr id="108" name="Ink 107">
                  <a:extLst>
                    <a:ext uri="{FF2B5EF4-FFF2-40B4-BE49-F238E27FC236}">
                      <a16:creationId xmlns:a16="http://schemas.microsoft.com/office/drawing/2014/main" id="{FFBD0D56-68D2-2B0A-9782-7BAA6F0EFDEB}"/>
                    </a:ext>
                  </a:extLst>
                </p14:cNvPr>
                <p14:cNvContentPartPr/>
                <p14:nvPr/>
              </p14:nvContentPartPr>
              <p14:xfrm>
                <a:off x="3011510" y="2388637"/>
                <a:ext cx="20160" cy="194400"/>
              </p14:xfrm>
            </p:contentPart>
          </mc:Choice>
          <mc:Fallback>
            <p:pic>
              <p:nvPicPr>
                <p:cNvPr id="108" name="Ink 107">
                  <a:extLst>
                    <a:ext uri="{FF2B5EF4-FFF2-40B4-BE49-F238E27FC236}">
                      <a16:creationId xmlns:a16="http://schemas.microsoft.com/office/drawing/2014/main" id="{FFBD0D56-68D2-2B0A-9782-7BAA6F0EFDEB}"/>
                    </a:ext>
                  </a:extLst>
                </p:cNvPr>
                <p:cNvPicPr/>
                <p:nvPr/>
              </p:nvPicPr>
              <p:blipFill>
                <a:blip r:embed="rId181"/>
                <a:stretch>
                  <a:fillRect/>
                </a:stretch>
              </p:blipFill>
              <p:spPr>
                <a:xfrm>
                  <a:off x="2993183" y="2370637"/>
                  <a:ext cx="56448" cy="230040"/>
                </a:xfrm>
                <a:prstGeom prst="rect">
                  <a:avLst/>
                </a:prstGeom>
              </p:spPr>
            </p:pic>
          </mc:Fallback>
        </mc:AlternateContent>
        <mc:AlternateContent xmlns:mc="http://schemas.openxmlformats.org/markup-compatibility/2006">
          <mc:Choice xmlns:p14="http://schemas.microsoft.com/office/powerpoint/2010/main" Requires="p14">
            <p:contentPart p14:bwMode="auto" r:id="rId182">
              <p14:nvContentPartPr>
                <p14:cNvPr id="109" name="Ink 108">
                  <a:extLst>
                    <a:ext uri="{FF2B5EF4-FFF2-40B4-BE49-F238E27FC236}">
                      <a16:creationId xmlns:a16="http://schemas.microsoft.com/office/drawing/2014/main" id="{2494FF66-AF42-ACEC-2DF7-41A042953972}"/>
                    </a:ext>
                  </a:extLst>
                </p14:cNvPr>
                <p14:cNvContentPartPr/>
                <p14:nvPr/>
              </p14:nvContentPartPr>
              <p14:xfrm>
                <a:off x="2998550" y="2374957"/>
                <a:ext cx="46800" cy="32400"/>
              </p14:xfrm>
            </p:contentPart>
          </mc:Choice>
          <mc:Fallback>
            <p:pic>
              <p:nvPicPr>
                <p:cNvPr id="109" name="Ink 108">
                  <a:extLst>
                    <a:ext uri="{FF2B5EF4-FFF2-40B4-BE49-F238E27FC236}">
                      <a16:creationId xmlns:a16="http://schemas.microsoft.com/office/drawing/2014/main" id="{2494FF66-AF42-ACEC-2DF7-41A042953972}"/>
                    </a:ext>
                  </a:extLst>
                </p:cNvPr>
                <p:cNvPicPr/>
                <p:nvPr/>
              </p:nvPicPr>
              <p:blipFill>
                <a:blip r:embed="rId183"/>
                <a:stretch>
                  <a:fillRect/>
                </a:stretch>
              </p:blipFill>
              <p:spPr>
                <a:xfrm>
                  <a:off x="2980550" y="2356957"/>
                  <a:ext cx="82440" cy="68040"/>
                </a:xfrm>
                <a:prstGeom prst="rect">
                  <a:avLst/>
                </a:prstGeom>
              </p:spPr>
            </p:pic>
          </mc:Fallback>
        </mc:AlternateContent>
        <mc:AlternateContent xmlns:mc="http://schemas.openxmlformats.org/markup-compatibility/2006">
          <mc:Choice xmlns:p14="http://schemas.microsoft.com/office/powerpoint/2010/main" Requires="p14">
            <p:contentPart p14:bwMode="auto" r:id="rId184">
              <p14:nvContentPartPr>
                <p14:cNvPr id="110" name="Ink 109">
                  <a:extLst>
                    <a:ext uri="{FF2B5EF4-FFF2-40B4-BE49-F238E27FC236}">
                      <a16:creationId xmlns:a16="http://schemas.microsoft.com/office/drawing/2014/main" id="{5757B583-3E80-B08E-32EA-022DDDD1342E}"/>
                    </a:ext>
                  </a:extLst>
                </p14:cNvPr>
                <p14:cNvContentPartPr/>
                <p14:nvPr/>
              </p14:nvContentPartPr>
              <p14:xfrm>
                <a:off x="3007190" y="2541637"/>
                <a:ext cx="107280" cy="86760"/>
              </p14:xfrm>
            </p:contentPart>
          </mc:Choice>
          <mc:Fallback>
            <p:pic>
              <p:nvPicPr>
                <p:cNvPr id="110" name="Ink 109">
                  <a:extLst>
                    <a:ext uri="{FF2B5EF4-FFF2-40B4-BE49-F238E27FC236}">
                      <a16:creationId xmlns:a16="http://schemas.microsoft.com/office/drawing/2014/main" id="{5757B583-3E80-B08E-32EA-022DDDD1342E}"/>
                    </a:ext>
                  </a:extLst>
                </p:cNvPr>
                <p:cNvPicPr/>
                <p:nvPr/>
              </p:nvPicPr>
              <p:blipFill>
                <a:blip r:embed="rId185"/>
                <a:stretch>
                  <a:fillRect/>
                </a:stretch>
              </p:blipFill>
              <p:spPr>
                <a:xfrm>
                  <a:off x="2989190" y="2523711"/>
                  <a:ext cx="142920" cy="122253"/>
                </a:xfrm>
                <a:prstGeom prst="rect">
                  <a:avLst/>
                </a:prstGeom>
              </p:spPr>
            </p:pic>
          </mc:Fallback>
        </mc:AlternateContent>
        <mc:AlternateContent xmlns:mc="http://schemas.openxmlformats.org/markup-compatibility/2006">
          <mc:Choice xmlns:p14="http://schemas.microsoft.com/office/powerpoint/2010/main" Requires="p14">
            <p:contentPart p14:bwMode="auto" r:id="rId186">
              <p14:nvContentPartPr>
                <p14:cNvPr id="111" name="Ink 110">
                  <a:extLst>
                    <a:ext uri="{FF2B5EF4-FFF2-40B4-BE49-F238E27FC236}">
                      <a16:creationId xmlns:a16="http://schemas.microsoft.com/office/drawing/2014/main" id="{FEA5BE82-86FA-80DD-AF99-2CBE1206D7AD}"/>
                    </a:ext>
                  </a:extLst>
                </p14:cNvPr>
                <p14:cNvContentPartPr/>
                <p14:nvPr/>
              </p14:nvContentPartPr>
              <p14:xfrm>
                <a:off x="3131390" y="2336437"/>
                <a:ext cx="163080" cy="178560"/>
              </p14:xfrm>
            </p:contentPart>
          </mc:Choice>
          <mc:Fallback>
            <p:pic>
              <p:nvPicPr>
                <p:cNvPr id="111" name="Ink 110">
                  <a:extLst>
                    <a:ext uri="{FF2B5EF4-FFF2-40B4-BE49-F238E27FC236}">
                      <a16:creationId xmlns:a16="http://schemas.microsoft.com/office/drawing/2014/main" id="{FEA5BE82-86FA-80DD-AF99-2CBE1206D7AD}"/>
                    </a:ext>
                  </a:extLst>
                </p:cNvPr>
                <p:cNvPicPr/>
                <p:nvPr/>
              </p:nvPicPr>
              <p:blipFill>
                <a:blip r:embed="rId187"/>
                <a:stretch>
                  <a:fillRect/>
                </a:stretch>
              </p:blipFill>
              <p:spPr>
                <a:xfrm>
                  <a:off x="3113390" y="2318437"/>
                  <a:ext cx="198720" cy="214200"/>
                </a:xfrm>
                <a:prstGeom prst="rect">
                  <a:avLst/>
                </a:prstGeom>
              </p:spPr>
            </p:pic>
          </mc:Fallback>
        </mc:AlternateContent>
      </p:grpSp>
      <p:grpSp>
        <p:nvGrpSpPr>
          <p:cNvPr id="124" name="Group 123">
            <a:extLst>
              <a:ext uri="{FF2B5EF4-FFF2-40B4-BE49-F238E27FC236}">
                <a16:creationId xmlns:a16="http://schemas.microsoft.com/office/drawing/2014/main" id="{3E600794-CBE9-9B09-E380-BD2F79B52DB3}"/>
              </a:ext>
            </a:extLst>
          </p:cNvPr>
          <p:cNvGrpSpPr/>
          <p:nvPr/>
        </p:nvGrpSpPr>
        <p:grpSpPr>
          <a:xfrm>
            <a:off x="3425150" y="1481437"/>
            <a:ext cx="1099080" cy="1068840"/>
            <a:chOff x="3425150" y="1481437"/>
            <a:chExt cx="1099080" cy="1068840"/>
          </a:xfrm>
        </p:grpSpPr>
        <mc:AlternateContent xmlns:mc="http://schemas.openxmlformats.org/markup-compatibility/2006">
          <mc:Choice xmlns:p14="http://schemas.microsoft.com/office/powerpoint/2010/main" Requires="p14">
            <p:contentPart p14:bwMode="auto" r:id="rId188">
              <p14:nvContentPartPr>
                <p14:cNvPr id="113" name="Ink 112">
                  <a:extLst>
                    <a:ext uri="{FF2B5EF4-FFF2-40B4-BE49-F238E27FC236}">
                      <a16:creationId xmlns:a16="http://schemas.microsoft.com/office/drawing/2014/main" id="{0A884A94-9C5B-EBD3-770B-922D056E4539}"/>
                    </a:ext>
                  </a:extLst>
                </p14:cNvPr>
                <p14:cNvContentPartPr/>
                <p14:nvPr/>
              </p14:nvContentPartPr>
              <p14:xfrm>
                <a:off x="3425150" y="1589077"/>
                <a:ext cx="171000" cy="434880"/>
              </p14:xfrm>
            </p:contentPart>
          </mc:Choice>
          <mc:Fallback>
            <p:pic>
              <p:nvPicPr>
                <p:cNvPr id="113" name="Ink 112">
                  <a:extLst>
                    <a:ext uri="{FF2B5EF4-FFF2-40B4-BE49-F238E27FC236}">
                      <a16:creationId xmlns:a16="http://schemas.microsoft.com/office/drawing/2014/main" id="{0A884A94-9C5B-EBD3-770B-922D056E4539}"/>
                    </a:ext>
                  </a:extLst>
                </p:cNvPr>
                <p:cNvPicPr/>
                <p:nvPr/>
              </p:nvPicPr>
              <p:blipFill>
                <a:blip r:embed="rId189"/>
                <a:stretch>
                  <a:fillRect/>
                </a:stretch>
              </p:blipFill>
              <p:spPr>
                <a:xfrm>
                  <a:off x="3407150" y="1571077"/>
                  <a:ext cx="206640" cy="470520"/>
                </a:xfrm>
                <a:prstGeom prst="rect">
                  <a:avLst/>
                </a:prstGeom>
              </p:spPr>
            </p:pic>
          </mc:Fallback>
        </mc:AlternateContent>
        <mc:AlternateContent xmlns:mc="http://schemas.openxmlformats.org/markup-compatibility/2006">
          <mc:Choice xmlns:p14="http://schemas.microsoft.com/office/powerpoint/2010/main" Requires="p14">
            <p:contentPart p14:bwMode="auto" r:id="rId190">
              <p14:nvContentPartPr>
                <p14:cNvPr id="114" name="Ink 113">
                  <a:extLst>
                    <a:ext uri="{FF2B5EF4-FFF2-40B4-BE49-F238E27FC236}">
                      <a16:creationId xmlns:a16="http://schemas.microsoft.com/office/drawing/2014/main" id="{8198573D-C46C-B369-6D72-640C4DBF549D}"/>
                    </a:ext>
                  </a:extLst>
                </p14:cNvPr>
                <p14:cNvContentPartPr/>
                <p14:nvPr/>
              </p14:nvContentPartPr>
              <p14:xfrm>
                <a:off x="3645470" y="1641277"/>
                <a:ext cx="145080" cy="326520"/>
              </p14:xfrm>
            </p:contentPart>
          </mc:Choice>
          <mc:Fallback>
            <p:pic>
              <p:nvPicPr>
                <p:cNvPr id="114" name="Ink 113">
                  <a:extLst>
                    <a:ext uri="{FF2B5EF4-FFF2-40B4-BE49-F238E27FC236}">
                      <a16:creationId xmlns:a16="http://schemas.microsoft.com/office/drawing/2014/main" id="{8198573D-C46C-B369-6D72-640C4DBF549D}"/>
                    </a:ext>
                  </a:extLst>
                </p:cNvPr>
                <p:cNvPicPr/>
                <p:nvPr/>
              </p:nvPicPr>
              <p:blipFill>
                <a:blip r:embed="rId191"/>
                <a:stretch>
                  <a:fillRect/>
                </a:stretch>
              </p:blipFill>
              <p:spPr>
                <a:xfrm>
                  <a:off x="3627470" y="1623277"/>
                  <a:ext cx="180720" cy="362160"/>
                </a:xfrm>
                <a:prstGeom prst="rect">
                  <a:avLst/>
                </a:prstGeom>
              </p:spPr>
            </p:pic>
          </mc:Fallback>
        </mc:AlternateContent>
        <mc:AlternateContent xmlns:mc="http://schemas.openxmlformats.org/markup-compatibility/2006">
          <mc:Choice xmlns:p14="http://schemas.microsoft.com/office/powerpoint/2010/main" Requires="p14">
            <p:contentPart p14:bwMode="auto" r:id="rId192">
              <p14:nvContentPartPr>
                <p14:cNvPr id="115" name="Ink 114">
                  <a:extLst>
                    <a:ext uri="{FF2B5EF4-FFF2-40B4-BE49-F238E27FC236}">
                      <a16:creationId xmlns:a16="http://schemas.microsoft.com/office/drawing/2014/main" id="{6CB01507-BF0C-6D72-4D72-C0EA5F6D908B}"/>
                    </a:ext>
                  </a:extLst>
                </p14:cNvPr>
                <p14:cNvContentPartPr/>
                <p14:nvPr/>
              </p14:nvContentPartPr>
              <p14:xfrm>
                <a:off x="3874070" y="1734517"/>
                <a:ext cx="9720" cy="28800"/>
              </p14:xfrm>
            </p:contentPart>
          </mc:Choice>
          <mc:Fallback>
            <p:pic>
              <p:nvPicPr>
                <p:cNvPr id="115" name="Ink 114">
                  <a:extLst>
                    <a:ext uri="{FF2B5EF4-FFF2-40B4-BE49-F238E27FC236}">
                      <a16:creationId xmlns:a16="http://schemas.microsoft.com/office/drawing/2014/main" id="{6CB01507-BF0C-6D72-4D72-C0EA5F6D908B}"/>
                    </a:ext>
                  </a:extLst>
                </p:cNvPr>
                <p:cNvPicPr/>
                <p:nvPr/>
              </p:nvPicPr>
              <p:blipFill>
                <a:blip r:embed="rId193"/>
                <a:stretch>
                  <a:fillRect/>
                </a:stretch>
              </p:blipFill>
              <p:spPr>
                <a:xfrm>
                  <a:off x="3856070" y="1716517"/>
                  <a:ext cx="45360" cy="64440"/>
                </a:xfrm>
                <a:prstGeom prst="rect">
                  <a:avLst/>
                </a:prstGeom>
              </p:spPr>
            </p:pic>
          </mc:Fallback>
        </mc:AlternateContent>
        <mc:AlternateContent xmlns:mc="http://schemas.openxmlformats.org/markup-compatibility/2006">
          <mc:Choice xmlns:p14="http://schemas.microsoft.com/office/powerpoint/2010/main" Requires="p14">
            <p:contentPart p14:bwMode="auto" r:id="rId194">
              <p14:nvContentPartPr>
                <p14:cNvPr id="117" name="Ink 116">
                  <a:extLst>
                    <a:ext uri="{FF2B5EF4-FFF2-40B4-BE49-F238E27FC236}">
                      <a16:creationId xmlns:a16="http://schemas.microsoft.com/office/drawing/2014/main" id="{2EA1DBA9-235D-B2D1-7B89-5EE513840C9A}"/>
                    </a:ext>
                  </a:extLst>
                </p14:cNvPr>
                <p14:cNvContentPartPr/>
                <p14:nvPr/>
              </p14:nvContentPartPr>
              <p14:xfrm>
                <a:off x="3972350" y="1660357"/>
                <a:ext cx="101880" cy="218520"/>
              </p14:xfrm>
            </p:contentPart>
          </mc:Choice>
          <mc:Fallback>
            <p:pic>
              <p:nvPicPr>
                <p:cNvPr id="117" name="Ink 116">
                  <a:extLst>
                    <a:ext uri="{FF2B5EF4-FFF2-40B4-BE49-F238E27FC236}">
                      <a16:creationId xmlns:a16="http://schemas.microsoft.com/office/drawing/2014/main" id="{2EA1DBA9-235D-B2D1-7B89-5EE513840C9A}"/>
                    </a:ext>
                  </a:extLst>
                </p:cNvPr>
                <p:cNvPicPr/>
                <p:nvPr/>
              </p:nvPicPr>
              <p:blipFill>
                <a:blip r:embed="rId195"/>
                <a:stretch>
                  <a:fillRect/>
                </a:stretch>
              </p:blipFill>
              <p:spPr>
                <a:xfrm>
                  <a:off x="3954286" y="1642357"/>
                  <a:ext cx="137646" cy="254160"/>
                </a:xfrm>
                <a:prstGeom prst="rect">
                  <a:avLst/>
                </a:prstGeom>
              </p:spPr>
            </p:pic>
          </mc:Fallback>
        </mc:AlternateContent>
        <mc:AlternateContent xmlns:mc="http://schemas.openxmlformats.org/markup-compatibility/2006">
          <mc:Choice xmlns:p14="http://schemas.microsoft.com/office/powerpoint/2010/main" Requires="p14">
            <p:contentPart p14:bwMode="auto" r:id="rId196">
              <p14:nvContentPartPr>
                <p14:cNvPr id="118" name="Ink 117">
                  <a:extLst>
                    <a:ext uri="{FF2B5EF4-FFF2-40B4-BE49-F238E27FC236}">
                      <a16:creationId xmlns:a16="http://schemas.microsoft.com/office/drawing/2014/main" id="{649AD455-1C98-90FB-E990-66A756BD0917}"/>
                    </a:ext>
                  </a:extLst>
                </p14:cNvPr>
                <p14:cNvContentPartPr/>
                <p14:nvPr/>
              </p14:nvContentPartPr>
              <p14:xfrm>
                <a:off x="4153430" y="1622557"/>
                <a:ext cx="168120" cy="192600"/>
              </p14:xfrm>
            </p:contentPart>
          </mc:Choice>
          <mc:Fallback>
            <p:pic>
              <p:nvPicPr>
                <p:cNvPr id="118" name="Ink 117">
                  <a:extLst>
                    <a:ext uri="{FF2B5EF4-FFF2-40B4-BE49-F238E27FC236}">
                      <a16:creationId xmlns:a16="http://schemas.microsoft.com/office/drawing/2014/main" id="{649AD455-1C98-90FB-E990-66A756BD0917}"/>
                    </a:ext>
                  </a:extLst>
                </p:cNvPr>
                <p:cNvPicPr/>
                <p:nvPr/>
              </p:nvPicPr>
              <p:blipFill>
                <a:blip r:embed="rId197"/>
                <a:stretch>
                  <a:fillRect/>
                </a:stretch>
              </p:blipFill>
              <p:spPr>
                <a:xfrm>
                  <a:off x="4135430" y="1604557"/>
                  <a:ext cx="203760" cy="228240"/>
                </a:xfrm>
                <a:prstGeom prst="rect">
                  <a:avLst/>
                </a:prstGeom>
              </p:spPr>
            </p:pic>
          </mc:Fallback>
        </mc:AlternateContent>
        <mc:AlternateContent xmlns:mc="http://schemas.openxmlformats.org/markup-compatibility/2006">
          <mc:Choice xmlns:p14="http://schemas.microsoft.com/office/powerpoint/2010/main" Requires="p14">
            <p:contentPart p14:bwMode="auto" r:id="rId198">
              <p14:nvContentPartPr>
                <p14:cNvPr id="119" name="Ink 118">
                  <a:extLst>
                    <a:ext uri="{FF2B5EF4-FFF2-40B4-BE49-F238E27FC236}">
                      <a16:creationId xmlns:a16="http://schemas.microsoft.com/office/drawing/2014/main" id="{51CE0F27-EDC7-7F17-D443-42AE5BC2E828}"/>
                    </a:ext>
                  </a:extLst>
                </p14:cNvPr>
                <p14:cNvContentPartPr/>
                <p14:nvPr/>
              </p14:nvContentPartPr>
              <p14:xfrm>
                <a:off x="3614150" y="2228437"/>
                <a:ext cx="117000" cy="321840"/>
              </p14:xfrm>
            </p:contentPart>
          </mc:Choice>
          <mc:Fallback>
            <p:pic>
              <p:nvPicPr>
                <p:cNvPr id="119" name="Ink 118">
                  <a:extLst>
                    <a:ext uri="{FF2B5EF4-FFF2-40B4-BE49-F238E27FC236}">
                      <a16:creationId xmlns:a16="http://schemas.microsoft.com/office/drawing/2014/main" id="{51CE0F27-EDC7-7F17-D443-42AE5BC2E828}"/>
                    </a:ext>
                  </a:extLst>
                </p:cNvPr>
                <p:cNvPicPr/>
                <p:nvPr/>
              </p:nvPicPr>
              <p:blipFill>
                <a:blip r:embed="rId199"/>
                <a:stretch>
                  <a:fillRect/>
                </a:stretch>
              </p:blipFill>
              <p:spPr>
                <a:xfrm>
                  <a:off x="3596205" y="2210437"/>
                  <a:ext cx="152531" cy="357480"/>
                </a:xfrm>
                <a:prstGeom prst="rect">
                  <a:avLst/>
                </a:prstGeom>
              </p:spPr>
            </p:pic>
          </mc:Fallback>
        </mc:AlternateContent>
        <mc:AlternateContent xmlns:mc="http://schemas.openxmlformats.org/markup-compatibility/2006">
          <mc:Choice xmlns:p14="http://schemas.microsoft.com/office/powerpoint/2010/main" Requires="p14">
            <p:contentPart p14:bwMode="auto" r:id="rId200">
              <p14:nvContentPartPr>
                <p14:cNvPr id="120" name="Ink 119">
                  <a:extLst>
                    <a:ext uri="{FF2B5EF4-FFF2-40B4-BE49-F238E27FC236}">
                      <a16:creationId xmlns:a16="http://schemas.microsoft.com/office/drawing/2014/main" id="{F3A789DD-84A9-4A0D-885D-A54EAC74D9DC}"/>
                    </a:ext>
                  </a:extLst>
                </p14:cNvPr>
                <p14:cNvContentPartPr/>
                <p14:nvPr/>
              </p14:nvContentPartPr>
              <p14:xfrm>
                <a:off x="3827270" y="2264437"/>
                <a:ext cx="154080" cy="161640"/>
              </p14:xfrm>
            </p:contentPart>
          </mc:Choice>
          <mc:Fallback>
            <p:pic>
              <p:nvPicPr>
                <p:cNvPr id="120" name="Ink 119">
                  <a:extLst>
                    <a:ext uri="{FF2B5EF4-FFF2-40B4-BE49-F238E27FC236}">
                      <a16:creationId xmlns:a16="http://schemas.microsoft.com/office/drawing/2014/main" id="{F3A789DD-84A9-4A0D-885D-A54EAC74D9DC}"/>
                    </a:ext>
                  </a:extLst>
                </p:cNvPr>
                <p:cNvPicPr/>
                <p:nvPr/>
              </p:nvPicPr>
              <p:blipFill>
                <a:blip r:embed="rId201"/>
                <a:stretch>
                  <a:fillRect/>
                </a:stretch>
              </p:blipFill>
              <p:spPr>
                <a:xfrm>
                  <a:off x="3809270" y="2246437"/>
                  <a:ext cx="189720" cy="197280"/>
                </a:xfrm>
                <a:prstGeom prst="rect">
                  <a:avLst/>
                </a:prstGeom>
              </p:spPr>
            </p:pic>
          </mc:Fallback>
        </mc:AlternateContent>
        <mc:AlternateContent xmlns:mc="http://schemas.openxmlformats.org/markup-compatibility/2006">
          <mc:Choice xmlns:p14="http://schemas.microsoft.com/office/powerpoint/2010/main" Requires="p14">
            <p:contentPart p14:bwMode="auto" r:id="rId202">
              <p14:nvContentPartPr>
                <p14:cNvPr id="121" name="Ink 120">
                  <a:extLst>
                    <a:ext uri="{FF2B5EF4-FFF2-40B4-BE49-F238E27FC236}">
                      <a16:creationId xmlns:a16="http://schemas.microsoft.com/office/drawing/2014/main" id="{E8FCB060-ED72-1872-02F6-115F867E96D5}"/>
                    </a:ext>
                  </a:extLst>
                </p14:cNvPr>
                <p14:cNvContentPartPr/>
                <p14:nvPr/>
              </p14:nvContentPartPr>
              <p14:xfrm>
                <a:off x="4094390" y="2180197"/>
                <a:ext cx="74520" cy="139320"/>
              </p14:xfrm>
            </p:contentPart>
          </mc:Choice>
          <mc:Fallback>
            <p:pic>
              <p:nvPicPr>
                <p:cNvPr id="121" name="Ink 120">
                  <a:extLst>
                    <a:ext uri="{FF2B5EF4-FFF2-40B4-BE49-F238E27FC236}">
                      <a16:creationId xmlns:a16="http://schemas.microsoft.com/office/drawing/2014/main" id="{E8FCB060-ED72-1872-02F6-115F867E96D5}"/>
                    </a:ext>
                  </a:extLst>
                </p:cNvPr>
                <p:cNvPicPr/>
                <p:nvPr/>
              </p:nvPicPr>
              <p:blipFill>
                <a:blip r:embed="rId203"/>
                <a:stretch>
                  <a:fillRect/>
                </a:stretch>
              </p:blipFill>
              <p:spPr>
                <a:xfrm>
                  <a:off x="4076390" y="2162197"/>
                  <a:ext cx="110160" cy="174960"/>
                </a:xfrm>
                <a:prstGeom prst="rect">
                  <a:avLst/>
                </a:prstGeom>
              </p:spPr>
            </p:pic>
          </mc:Fallback>
        </mc:AlternateContent>
        <mc:AlternateContent xmlns:mc="http://schemas.openxmlformats.org/markup-compatibility/2006">
          <mc:Choice xmlns:p14="http://schemas.microsoft.com/office/powerpoint/2010/main" Requires="p14">
            <p:contentPart p14:bwMode="auto" r:id="rId204">
              <p14:nvContentPartPr>
                <p14:cNvPr id="122" name="Ink 121">
                  <a:extLst>
                    <a:ext uri="{FF2B5EF4-FFF2-40B4-BE49-F238E27FC236}">
                      <a16:creationId xmlns:a16="http://schemas.microsoft.com/office/drawing/2014/main" id="{DFE4F4FA-EB72-113B-2F0F-3903325FEC57}"/>
                    </a:ext>
                  </a:extLst>
                </p14:cNvPr>
                <p14:cNvContentPartPr/>
                <p14:nvPr/>
              </p14:nvContentPartPr>
              <p14:xfrm>
                <a:off x="4419110" y="1481437"/>
                <a:ext cx="105120" cy="326880"/>
              </p14:xfrm>
            </p:contentPart>
          </mc:Choice>
          <mc:Fallback>
            <p:pic>
              <p:nvPicPr>
                <p:cNvPr id="122" name="Ink 121">
                  <a:extLst>
                    <a:ext uri="{FF2B5EF4-FFF2-40B4-BE49-F238E27FC236}">
                      <a16:creationId xmlns:a16="http://schemas.microsoft.com/office/drawing/2014/main" id="{DFE4F4FA-EB72-113B-2F0F-3903325FEC57}"/>
                    </a:ext>
                  </a:extLst>
                </p:cNvPr>
                <p:cNvPicPr/>
                <p:nvPr/>
              </p:nvPicPr>
              <p:blipFill>
                <a:blip r:embed="rId205"/>
                <a:stretch>
                  <a:fillRect/>
                </a:stretch>
              </p:blipFill>
              <p:spPr>
                <a:xfrm>
                  <a:off x="4401171" y="1463437"/>
                  <a:ext cx="140638" cy="362520"/>
                </a:xfrm>
                <a:prstGeom prst="rect">
                  <a:avLst/>
                </a:prstGeom>
              </p:spPr>
            </p:pic>
          </mc:Fallback>
        </mc:AlternateContent>
        <mc:AlternateContent xmlns:mc="http://schemas.openxmlformats.org/markup-compatibility/2006">
          <mc:Choice xmlns:p14="http://schemas.microsoft.com/office/powerpoint/2010/main" Requires="p14">
            <p:contentPart p14:bwMode="auto" r:id="rId206">
              <p14:nvContentPartPr>
                <p14:cNvPr id="123" name="Ink 122">
                  <a:extLst>
                    <a:ext uri="{FF2B5EF4-FFF2-40B4-BE49-F238E27FC236}">
                      <a16:creationId xmlns:a16="http://schemas.microsoft.com/office/drawing/2014/main" id="{8B0982AB-264F-2F6C-5D93-7DABF73295CD}"/>
                    </a:ext>
                  </a:extLst>
                </p14:cNvPr>
                <p14:cNvContentPartPr/>
                <p14:nvPr/>
              </p14:nvContentPartPr>
              <p14:xfrm>
                <a:off x="4338830" y="2096677"/>
                <a:ext cx="94680" cy="412200"/>
              </p14:xfrm>
            </p:contentPart>
          </mc:Choice>
          <mc:Fallback>
            <p:pic>
              <p:nvPicPr>
                <p:cNvPr id="123" name="Ink 122">
                  <a:extLst>
                    <a:ext uri="{FF2B5EF4-FFF2-40B4-BE49-F238E27FC236}">
                      <a16:creationId xmlns:a16="http://schemas.microsoft.com/office/drawing/2014/main" id="{8B0982AB-264F-2F6C-5D93-7DABF73295CD}"/>
                    </a:ext>
                  </a:extLst>
                </p:cNvPr>
                <p:cNvPicPr/>
                <p:nvPr/>
              </p:nvPicPr>
              <p:blipFill>
                <a:blip r:embed="rId207"/>
                <a:stretch>
                  <a:fillRect/>
                </a:stretch>
              </p:blipFill>
              <p:spPr>
                <a:xfrm>
                  <a:off x="4320830" y="2078677"/>
                  <a:ext cx="130320" cy="447840"/>
                </a:xfrm>
                <a:prstGeom prst="rect">
                  <a:avLst/>
                </a:prstGeom>
              </p:spPr>
            </p:pic>
          </mc:Fallback>
        </mc:AlternateContent>
      </p:grpSp>
      <p:grpSp>
        <p:nvGrpSpPr>
          <p:cNvPr id="136" name="Group 135">
            <a:extLst>
              <a:ext uri="{FF2B5EF4-FFF2-40B4-BE49-F238E27FC236}">
                <a16:creationId xmlns:a16="http://schemas.microsoft.com/office/drawing/2014/main" id="{089EC433-6CA7-5E7F-9854-F26744516DE4}"/>
              </a:ext>
            </a:extLst>
          </p:cNvPr>
          <p:cNvGrpSpPr/>
          <p:nvPr/>
        </p:nvGrpSpPr>
        <p:grpSpPr>
          <a:xfrm>
            <a:off x="4742030" y="1464877"/>
            <a:ext cx="393840" cy="216000"/>
            <a:chOff x="4742030" y="1464877"/>
            <a:chExt cx="393840" cy="216000"/>
          </a:xfrm>
        </p:grpSpPr>
        <mc:AlternateContent xmlns:mc="http://schemas.openxmlformats.org/markup-compatibility/2006">
          <mc:Choice xmlns:p14="http://schemas.microsoft.com/office/powerpoint/2010/main" Requires="p14">
            <p:contentPart p14:bwMode="auto" r:id="rId208">
              <p14:nvContentPartPr>
                <p14:cNvPr id="125" name="Ink 124">
                  <a:extLst>
                    <a:ext uri="{FF2B5EF4-FFF2-40B4-BE49-F238E27FC236}">
                      <a16:creationId xmlns:a16="http://schemas.microsoft.com/office/drawing/2014/main" id="{64FD6915-8BDF-DDFE-D2D0-1EA563080301}"/>
                    </a:ext>
                  </a:extLst>
                </p14:cNvPr>
                <p14:cNvContentPartPr/>
                <p14:nvPr/>
              </p14:nvContentPartPr>
              <p14:xfrm>
                <a:off x="4742030" y="1492597"/>
                <a:ext cx="123480" cy="165960"/>
              </p14:xfrm>
            </p:contentPart>
          </mc:Choice>
          <mc:Fallback>
            <p:pic>
              <p:nvPicPr>
                <p:cNvPr id="125" name="Ink 124">
                  <a:extLst>
                    <a:ext uri="{FF2B5EF4-FFF2-40B4-BE49-F238E27FC236}">
                      <a16:creationId xmlns:a16="http://schemas.microsoft.com/office/drawing/2014/main" id="{64FD6915-8BDF-DDFE-D2D0-1EA563080301}"/>
                    </a:ext>
                  </a:extLst>
                </p:cNvPr>
                <p:cNvPicPr/>
                <p:nvPr/>
              </p:nvPicPr>
              <p:blipFill>
                <a:blip r:embed="rId209"/>
                <a:stretch>
                  <a:fillRect/>
                </a:stretch>
              </p:blipFill>
              <p:spPr>
                <a:xfrm>
                  <a:off x="4724030" y="1474558"/>
                  <a:ext cx="159120" cy="201677"/>
                </a:xfrm>
                <a:prstGeom prst="rect">
                  <a:avLst/>
                </a:prstGeom>
              </p:spPr>
            </p:pic>
          </mc:Fallback>
        </mc:AlternateContent>
        <mc:AlternateContent xmlns:mc="http://schemas.openxmlformats.org/markup-compatibility/2006">
          <mc:Choice xmlns:p14="http://schemas.microsoft.com/office/powerpoint/2010/main" Requires="p14">
            <p:contentPart p14:bwMode="auto" r:id="rId210">
              <p14:nvContentPartPr>
                <p14:cNvPr id="126" name="Ink 125">
                  <a:extLst>
                    <a:ext uri="{FF2B5EF4-FFF2-40B4-BE49-F238E27FC236}">
                      <a16:creationId xmlns:a16="http://schemas.microsoft.com/office/drawing/2014/main" id="{DE438102-9368-B9BB-03F6-5ACB899E590A}"/>
                    </a:ext>
                  </a:extLst>
                </p14:cNvPr>
                <p14:cNvContentPartPr/>
                <p14:nvPr/>
              </p14:nvContentPartPr>
              <p14:xfrm>
                <a:off x="4964150" y="1514557"/>
                <a:ext cx="29880" cy="166320"/>
              </p14:xfrm>
            </p:contentPart>
          </mc:Choice>
          <mc:Fallback>
            <p:pic>
              <p:nvPicPr>
                <p:cNvPr id="126" name="Ink 125">
                  <a:extLst>
                    <a:ext uri="{FF2B5EF4-FFF2-40B4-BE49-F238E27FC236}">
                      <a16:creationId xmlns:a16="http://schemas.microsoft.com/office/drawing/2014/main" id="{DE438102-9368-B9BB-03F6-5ACB899E590A}"/>
                    </a:ext>
                  </a:extLst>
                </p:cNvPr>
                <p:cNvPicPr/>
                <p:nvPr/>
              </p:nvPicPr>
              <p:blipFill>
                <a:blip r:embed="rId211"/>
                <a:stretch>
                  <a:fillRect/>
                </a:stretch>
              </p:blipFill>
              <p:spPr>
                <a:xfrm>
                  <a:off x="4946150" y="1496518"/>
                  <a:ext cx="65520" cy="202037"/>
                </a:xfrm>
                <a:prstGeom prst="rect">
                  <a:avLst/>
                </a:prstGeom>
              </p:spPr>
            </p:pic>
          </mc:Fallback>
        </mc:AlternateContent>
        <mc:AlternateContent xmlns:mc="http://schemas.openxmlformats.org/markup-compatibility/2006">
          <mc:Choice xmlns:p14="http://schemas.microsoft.com/office/powerpoint/2010/main" Requires="p14">
            <p:contentPart p14:bwMode="auto" r:id="rId212">
              <p14:nvContentPartPr>
                <p14:cNvPr id="127" name="Ink 126">
                  <a:extLst>
                    <a:ext uri="{FF2B5EF4-FFF2-40B4-BE49-F238E27FC236}">
                      <a16:creationId xmlns:a16="http://schemas.microsoft.com/office/drawing/2014/main" id="{0CEE8B5F-E3A1-726B-CFC3-CC19BEB8B813}"/>
                    </a:ext>
                  </a:extLst>
                </p14:cNvPr>
                <p14:cNvContentPartPr/>
                <p14:nvPr/>
              </p14:nvContentPartPr>
              <p14:xfrm>
                <a:off x="4985390" y="1464877"/>
                <a:ext cx="150480" cy="150840"/>
              </p14:xfrm>
            </p:contentPart>
          </mc:Choice>
          <mc:Fallback>
            <p:pic>
              <p:nvPicPr>
                <p:cNvPr id="127" name="Ink 126">
                  <a:extLst>
                    <a:ext uri="{FF2B5EF4-FFF2-40B4-BE49-F238E27FC236}">
                      <a16:creationId xmlns:a16="http://schemas.microsoft.com/office/drawing/2014/main" id="{0CEE8B5F-E3A1-726B-CFC3-CC19BEB8B813}"/>
                    </a:ext>
                  </a:extLst>
                </p:cNvPr>
                <p:cNvPicPr/>
                <p:nvPr/>
              </p:nvPicPr>
              <p:blipFill>
                <a:blip r:embed="rId213"/>
                <a:stretch>
                  <a:fillRect/>
                </a:stretch>
              </p:blipFill>
              <p:spPr>
                <a:xfrm>
                  <a:off x="4967390" y="1446877"/>
                  <a:ext cx="186120" cy="186480"/>
                </a:xfrm>
                <a:prstGeom prst="rect">
                  <a:avLst/>
                </a:prstGeom>
              </p:spPr>
            </p:pic>
          </mc:Fallback>
        </mc:AlternateContent>
      </p:grpSp>
      <p:grpSp>
        <p:nvGrpSpPr>
          <p:cNvPr id="135" name="Group 134">
            <a:extLst>
              <a:ext uri="{FF2B5EF4-FFF2-40B4-BE49-F238E27FC236}">
                <a16:creationId xmlns:a16="http://schemas.microsoft.com/office/drawing/2014/main" id="{53FC51F3-7192-AD68-9148-3A91B1CC0FC7}"/>
              </a:ext>
            </a:extLst>
          </p:cNvPr>
          <p:cNvGrpSpPr/>
          <p:nvPr/>
        </p:nvGrpSpPr>
        <p:grpSpPr>
          <a:xfrm>
            <a:off x="4713230" y="1999837"/>
            <a:ext cx="547200" cy="263160"/>
            <a:chOff x="4713230" y="1999837"/>
            <a:chExt cx="547200" cy="263160"/>
          </a:xfrm>
        </p:grpSpPr>
        <mc:AlternateContent xmlns:mc="http://schemas.openxmlformats.org/markup-compatibility/2006">
          <mc:Choice xmlns:p14="http://schemas.microsoft.com/office/powerpoint/2010/main" Requires="p14">
            <p:contentPart p14:bwMode="auto" r:id="rId214">
              <p14:nvContentPartPr>
                <p14:cNvPr id="128" name="Ink 127">
                  <a:extLst>
                    <a:ext uri="{FF2B5EF4-FFF2-40B4-BE49-F238E27FC236}">
                      <a16:creationId xmlns:a16="http://schemas.microsoft.com/office/drawing/2014/main" id="{71A85949-9079-F7F4-521C-B63FBC70226E}"/>
                    </a:ext>
                  </a:extLst>
                </p14:cNvPr>
                <p14:cNvContentPartPr/>
                <p14:nvPr/>
              </p14:nvContentPartPr>
              <p14:xfrm>
                <a:off x="4713230" y="2064277"/>
                <a:ext cx="108720" cy="154440"/>
              </p14:xfrm>
            </p:contentPart>
          </mc:Choice>
          <mc:Fallback>
            <p:pic>
              <p:nvPicPr>
                <p:cNvPr id="128" name="Ink 127">
                  <a:extLst>
                    <a:ext uri="{FF2B5EF4-FFF2-40B4-BE49-F238E27FC236}">
                      <a16:creationId xmlns:a16="http://schemas.microsoft.com/office/drawing/2014/main" id="{71A85949-9079-F7F4-521C-B63FBC70226E}"/>
                    </a:ext>
                  </a:extLst>
                </p:cNvPr>
                <p:cNvPicPr/>
                <p:nvPr/>
              </p:nvPicPr>
              <p:blipFill>
                <a:blip r:embed="rId215"/>
                <a:stretch>
                  <a:fillRect/>
                </a:stretch>
              </p:blipFill>
              <p:spPr>
                <a:xfrm>
                  <a:off x="4695230" y="2046277"/>
                  <a:ext cx="144360" cy="190080"/>
                </a:xfrm>
                <a:prstGeom prst="rect">
                  <a:avLst/>
                </a:prstGeom>
              </p:spPr>
            </p:pic>
          </mc:Fallback>
        </mc:AlternateContent>
        <mc:AlternateContent xmlns:mc="http://schemas.openxmlformats.org/markup-compatibility/2006">
          <mc:Choice xmlns:p14="http://schemas.microsoft.com/office/powerpoint/2010/main" Requires="p14">
            <p:contentPart p14:bwMode="auto" r:id="rId216">
              <p14:nvContentPartPr>
                <p14:cNvPr id="129" name="Ink 128">
                  <a:extLst>
                    <a:ext uri="{FF2B5EF4-FFF2-40B4-BE49-F238E27FC236}">
                      <a16:creationId xmlns:a16="http://schemas.microsoft.com/office/drawing/2014/main" id="{B240CB5E-D199-7793-6B41-FF2A6F2D947F}"/>
                    </a:ext>
                  </a:extLst>
                </p14:cNvPr>
                <p14:cNvContentPartPr/>
                <p14:nvPr/>
              </p14:nvContentPartPr>
              <p14:xfrm>
                <a:off x="4905830" y="2068957"/>
                <a:ext cx="26640" cy="194040"/>
              </p14:xfrm>
            </p:contentPart>
          </mc:Choice>
          <mc:Fallback>
            <p:pic>
              <p:nvPicPr>
                <p:cNvPr id="129" name="Ink 128">
                  <a:extLst>
                    <a:ext uri="{FF2B5EF4-FFF2-40B4-BE49-F238E27FC236}">
                      <a16:creationId xmlns:a16="http://schemas.microsoft.com/office/drawing/2014/main" id="{B240CB5E-D199-7793-6B41-FF2A6F2D947F}"/>
                    </a:ext>
                  </a:extLst>
                </p:cNvPr>
                <p:cNvPicPr/>
                <p:nvPr/>
              </p:nvPicPr>
              <p:blipFill>
                <a:blip r:embed="rId217"/>
                <a:stretch>
                  <a:fillRect/>
                </a:stretch>
              </p:blipFill>
              <p:spPr>
                <a:xfrm>
                  <a:off x="4887583" y="2050957"/>
                  <a:ext cx="62768" cy="229680"/>
                </a:xfrm>
                <a:prstGeom prst="rect">
                  <a:avLst/>
                </a:prstGeom>
              </p:spPr>
            </p:pic>
          </mc:Fallback>
        </mc:AlternateContent>
        <mc:AlternateContent xmlns:mc="http://schemas.openxmlformats.org/markup-compatibility/2006">
          <mc:Choice xmlns:p14="http://schemas.microsoft.com/office/powerpoint/2010/main" Requires="p14">
            <p:contentPart p14:bwMode="auto" r:id="rId218">
              <p14:nvContentPartPr>
                <p14:cNvPr id="130" name="Ink 129">
                  <a:extLst>
                    <a:ext uri="{FF2B5EF4-FFF2-40B4-BE49-F238E27FC236}">
                      <a16:creationId xmlns:a16="http://schemas.microsoft.com/office/drawing/2014/main" id="{E2658D3C-F135-A475-8FB0-1CB14B18B177}"/>
                    </a:ext>
                  </a:extLst>
                </p14:cNvPr>
                <p14:cNvContentPartPr/>
                <p14:nvPr/>
              </p14:nvContentPartPr>
              <p14:xfrm>
                <a:off x="4909790" y="2023237"/>
                <a:ext cx="95760" cy="90360"/>
              </p14:xfrm>
            </p:contentPart>
          </mc:Choice>
          <mc:Fallback>
            <p:pic>
              <p:nvPicPr>
                <p:cNvPr id="130" name="Ink 129">
                  <a:extLst>
                    <a:ext uri="{FF2B5EF4-FFF2-40B4-BE49-F238E27FC236}">
                      <a16:creationId xmlns:a16="http://schemas.microsoft.com/office/drawing/2014/main" id="{E2658D3C-F135-A475-8FB0-1CB14B18B177}"/>
                    </a:ext>
                  </a:extLst>
                </p:cNvPr>
                <p:cNvPicPr/>
                <p:nvPr/>
              </p:nvPicPr>
              <p:blipFill>
                <a:blip r:embed="rId219"/>
                <a:stretch>
                  <a:fillRect/>
                </a:stretch>
              </p:blipFill>
              <p:spPr>
                <a:xfrm>
                  <a:off x="4891790" y="2005237"/>
                  <a:ext cx="131400" cy="126000"/>
                </a:xfrm>
                <a:prstGeom prst="rect">
                  <a:avLst/>
                </a:prstGeom>
              </p:spPr>
            </p:pic>
          </mc:Fallback>
        </mc:AlternateContent>
        <mc:AlternateContent xmlns:mc="http://schemas.openxmlformats.org/markup-compatibility/2006">
          <mc:Choice xmlns:p14="http://schemas.microsoft.com/office/powerpoint/2010/main" Requires="p14">
            <p:contentPart p14:bwMode="auto" r:id="rId220">
              <p14:nvContentPartPr>
                <p14:cNvPr id="131" name="Ink 130">
                  <a:extLst>
                    <a:ext uri="{FF2B5EF4-FFF2-40B4-BE49-F238E27FC236}">
                      <a16:creationId xmlns:a16="http://schemas.microsoft.com/office/drawing/2014/main" id="{72B5AC7D-533C-2DCA-04A3-5B5CB85103EC}"/>
                    </a:ext>
                  </a:extLst>
                </p14:cNvPr>
                <p14:cNvContentPartPr/>
                <p14:nvPr/>
              </p14:nvContentPartPr>
              <p14:xfrm>
                <a:off x="4921670" y="2093797"/>
                <a:ext cx="132840" cy="110160"/>
              </p14:xfrm>
            </p:contentPart>
          </mc:Choice>
          <mc:Fallback>
            <p:pic>
              <p:nvPicPr>
                <p:cNvPr id="131" name="Ink 130">
                  <a:extLst>
                    <a:ext uri="{FF2B5EF4-FFF2-40B4-BE49-F238E27FC236}">
                      <a16:creationId xmlns:a16="http://schemas.microsoft.com/office/drawing/2014/main" id="{72B5AC7D-533C-2DCA-04A3-5B5CB85103EC}"/>
                    </a:ext>
                  </a:extLst>
                </p:cNvPr>
                <p:cNvPicPr/>
                <p:nvPr/>
              </p:nvPicPr>
              <p:blipFill>
                <a:blip r:embed="rId221"/>
                <a:stretch>
                  <a:fillRect/>
                </a:stretch>
              </p:blipFill>
              <p:spPr>
                <a:xfrm>
                  <a:off x="4903621" y="2075797"/>
                  <a:ext cx="168577" cy="145800"/>
                </a:xfrm>
                <a:prstGeom prst="rect">
                  <a:avLst/>
                </a:prstGeom>
              </p:spPr>
            </p:pic>
          </mc:Fallback>
        </mc:AlternateContent>
        <mc:AlternateContent xmlns:mc="http://schemas.openxmlformats.org/markup-compatibility/2006">
          <mc:Choice xmlns:p14="http://schemas.microsoft.com/office/powerpoint/2010/main" Requires="p14">
            <p:contentPart p14:bwMode="auto" r:id="rId222">
              <p14:nvContentPartPr>
                <p14:cNvPr id="132" name="Ink 131">
                  <a:extLst>
                    <a:ext uri="{FF2B5EF4-FFF2-40B4-BE49-F238E27FC236}">
                      <a16:creationId xmlns:a16="http://schemas.microsoft.com/office/drawing/2014/main" id="{C9E74135-B870-6C23-E74F-E5E50CB1F870}"/>
                    </a:ext>
                  </a:extLst>
                </p14:cNvPr>
                <p14:cNvContentPartPr/>
                <p14:nvPr/>
              </p14:nvContentPartPr>
              <p14:xfrm>
                <a:off x="5119310" y="2063557"/>
                <a:ext cx="30600" cy="167760"/>
              </p14:xfrm>
            </p:contentPart>
          </mc:Choice>
          <mc:Fallback>
            <p:pic>
              <p:nvPicPr>
                <p:cNvPr id="132" name="Ink 131">
                  <a:extLst>
                    <a:ext uri="{FF2B5EF4-FFF2-40B4-BE49-F238E27FC236}">
                      <a16:creationId xmlns:a16="http://schemas.microsoft.com/office/drawing/2014/main" id="{C9E74135-B870-6C23-E74F-E5E50CB1F870}"/>
                    </a:ext>
                  </a:extLst>
                </p:cNvPr>
                <p:cNvPicPr/>
                <p:nvPr/>
              </p:nvPicPr>
              <p:blipFill>
                <a:blip r:embed="rId223"/>
                <a:stretch>
                  <a:fillRect/>
                </a:stretch>
              </p:blipFill>
              <p:spPr>
                <a:xfrm>
                  <a:off x="5101310" y="2045557"/>
                  <a:ext cx="66240" cy="203400"/>
                </a:xfrm>
                <a:prstGeom prst="rect">
                  <a:avLst/>
                </a:prstGeom>
              </p:spPr>
            </p:pic>
          </mc:Fallback>
        </mc:AlternateContent>
        <mc:AlternateContent xmlns:mc="http://schemas.openxmlformats.org/markup-compatibility/2006">
          <mc:Choice xmlns:p14="http://schemas.microsoft.com/office/powerpoint/2010/main" Requires="p14">
            <p:contentPart p14:bwMode="auto" r:id="rId224">
              <p14:nvContentPartPr>
                <p14:cNvPr id="133" name="Ink 132">
                  <a:extLst>
                    <a:ext uri="{FF2B5EF4-FFF2-40B4-BE49-F238E27FC236}">
                      <a16:creationId xmlns:a16="http://schemas.microsoft.com/office/drawing/2014/main" id="{FCC31A67-CD3F-43E3-6C38-05C8C6F6CFCF}"/>
                    </a:ext>
                  </a:extLst>
                </p14:cNvPr>
                <p14:cNvContentPartPr/>
                <p14:nvPr/>
              </p14:nvContentPartPr>
              <p14:xfrm>
                <a:off x="5132630" y="1999837"/>
                <a:ext cx="78840" cy="63000"/>
              </p14:xfrm>
            </p:contentPart>
          </mc:Choice>
          <mc:Fallback>
            <p:pic>
              <p:nvPicPr>
                <p:cNvPr id="133" name="Ink 132">
                  <a:extLst>
                    <a:ext uri="{FF2B5EF4-FFF2-40B4-BE49-F238E27FC236}">
                      <a16:creationId xmlns:a16="http://schemas.microsoft.com/office/drawing/2014/main" id="{FCC31A67-CD3F-43E3-6C38-05C8C6F6CFCF}"/>
                    </a:ext>
                  </a:extLst>
                </p:cNvPr>
                <p:cNvPicPr/>
                <p:nvPr/>
              </p:nvPicPr>
              <p:blipFill>
                <a:blip r:embed="rId225"/>
                <a:stretch>
                  <a:fillRect/>
                </a:stretch>
              </p:blipFill>
              <p:spPr>
                <a:xfrm>
                  <a:off x="5114630" y="1981939"/>
                  <a:ext cx="114480" cy="98438"/>
                </a:xfrm>
                <a:prstGeom prst="rect">
                  <a:avLst/>
                </a:prstGeom>
              </p:spPr>
            </p:pic>
          </mc:Fallback>
        </mc:AlternateContent>
        <mc:AlternateContent xmlns:mc="http://schemas.openxmlformats.org/markup-compatibility/2006">
          <mc:Choice xmlns:p14="http://schemas.microsoft.com/office/powerpoint/2010/main" Requires="p14">
            <p:contentPart p14:bwMode="auto" r:id="rId226">
              <p14:nvContentPartPr>
                <p14:cNvPr id="134" name="Ink 133">
                  <a:extLst>
                    <a:ext uri="{FF2B5EF4-FFF2-40B4-BE49-F238E27FC236}">
                      <a16:creationId xmlns:a16="http://schemas.microsoft.com/office/drawing/2014/main" id="{9EFB6993-A868-F16E-346E-BD8BA6AD15E2}"/>
                    </a:ext>
                  </a:extLst>
                </p14:cNvPr>
                <p14:cNvContentPartPr/>
                <p14:nvPr/>
              </p14:nvContentPartPr>
              <p14:xfrm>
                <a:off x="5137670" y="2080837"/>
                <a:ext cx="122760" cy="64800"/>
              </p14:xfrm>
            </p:contentPart>
          </mc:Choice>
          <mc:Fallback>
            <p:pic>
              <p:nvPicPr>
                <p:cNvPr id="134" name="Ink 133">
                  <a:extLst>
                    <a:ext uri="{FF2B5EF4-FFF2-40B4-BE49-F238E27FC236}">
                      <a16:creationId xmlns:a16="http://schemas.microsoft.com/office/drawing/2014/main" id="{9EFB6993-A868-F16E-346E-BD8BA6AD15E2}"/>
                    </a:ext>
                  </a:extLst>
                </p:cNvPr>
                <p:cNvPicPr/>
                <p:nvPr/>
              </p:nvPicPr>
              <p:blipFill>
                <a:blip r:embed="rId227"/>
                <a:stretch>
                  <a:fillRect/>
                </a:stretch>
              </p:blipFill>
              <p:spPr>
                <a:xfrm>
                  <a:off x="5119670" y="2062837"/>
                  <a:ext cx="158400" cy="100440"/>
                </a:xfrm>
                <a:prstGeom prst="rect">
                  <a:avLst/>
                </a:prstGeom>
              </p:spPr>
            </p:pic>
          </mc:Fallback>
        </mc:AlternateContent>
      </p:grpSp>
      <p:grpSp>
        <p:nvGrpSpPr>
          <p:cNvPr id="143" name="Group 142">
            <a:extLst>
              <a:ext uri="{FF2B5EF4-FFF2-40B4-BE49-F238E27FC236}">
                <a16:creationId xmlns:a16="http://schemas.microsoft.com/office/drawing/2014/main" id="{18EA936D-C9A2-0D6F-4B66-5F6C71A0DBBB}"/>
              </a:ext>
            </a:extLst>
          </p:cNvPr>
          <p:cNvGrpSpPr/>
          <p:nvPr/>
        </p:nvGrpSpPr>
        <p:grpSpPr>
          <a:xfrm>
            <a:off x="4647710" y="4348477"/>
            <a:ext cx="375480" cy="1010160"/>
            <a:chOff x="4647710" y="4348477"/>
            <a:chExt cx="375480" cy="1010160"/>
          </a:xfrm>
        </p:grpSpPr>
        <mc:AlternateContent xmlns:mc="http://schemas.openxmlformats.org/markup-compatibility/2006">
          <mc:Choice xmlns:p14="http://schemas.microsoft.com/office/powerpoint/2010/main" Requires="p14">
            <p:contentPart p14:bwMode="auto" r:id="rId228">
              <p14:nvContentPartPr>
                <p14:cNvPr id="137" name="Ink 136">
                  <a:extLst>
                    <a:ext uri="{FF2B5EF4-FFF2-40B4-BE49-F238E27FC236}">
                      <a16:creationId xmlns:a16="http://schemas.microsoft.com/office/drawing/2014/main" id="{65628A9C-EFF7-6827-223C-F7CAD2742473}"/>
                    </a:ext>
                  </a:extLst>
                </p14:cNvPr>
                <p14:cNvContentPartPr/>
                <p14:nvPr/>
              </p14:nvContentPartPr>
              <p14:xfrm>
                <a:off x="4647710" y="4348477"/>
                <a:ext cx="225360" cy="417600"/>
              </p14:xfrm>
            </p:contentPart>
          </mc:Choice>
          <mc:Fallback>
            <p:pic>
              <p:nvPicPr>
                <p:cNvPr id="137" name="Ink 136">
                  <a:extLst>
                    <a:ext uri="{FF2B5EF4-FFF2-40B4-BE49-F238E27FC236}">
                      <a16:creationId xmlns:a16="http://schemas.microsoft.com/office/drawing/2014/main" id="{65628A9C-EFF7-6827-223C-F7CAD2742473}"/>
                    </a:ext>
                  </a:extLst>
                </p:cNvPr>
                <p:cNvPicPr/>
                <p:nvPr/>
              </p:nvPicPr>
              <p:blipFill>
                <a:blip r:embed="rId229"/>
                <a:stretch>
                  <a:fillRect/>
                </a:stretch>
              </p:blipFill>
              <p:spPr>
                <a:xfrm>
                  <a:off x="4629710" y="4330477"/>
                  <a:ext cx="261000" cy="453240"/>
                </a:xfrm>
                <a:prstGeom prst="rect">
                  <a:avLst/>
                </a:prstGeom>
              </p:spPr>
            </p:pic>
          </mc:Fallback>
        </mc:AlternateContent>
        <mc:AlternateContent xmlns:mc="http://schemas.openxmlformats.org/markup-compatibility/2006">
          <mc:Choice xmlns:p14="http://schemas.microsoft.com/office/powerpoint/2010/main" Requires="p14">
            <p:contentPart p14:bwMode="auto" r:id="rId230">
              <p14:nvContentPartPr>
                <p14:cNvPr id="138" name="Ink 137">
                  <a:extLst>
                    <a:ext uri="{FF2B5EF4-FFF2-40B4-BE49-F238E27FC236}">
                      <a16:creationId xmlns:a16="http://schemas.microsoft.com/office/drawing/2014/main" id="{2FB32CDA-F228-AB3F-80B0-BF980C4B6738}"/>
                    </a:ext>
                  </a:extLst>
                </p14:cNvPr>
                <p14:cNvContentPartPr/>
                <p14:nvPr/>
              </p14:nvContentPartPr>
              <p14:xfrm>
                <a:off x="4837430" y="4759957"/>
                <a:ext cx="66600" cy="343440"/>
              </p14:xfrm>
            </p:contentPart>
          </mc:Choice>
          <mc:Fallback>
            <p:pic>
              <p:nvPicPr>
                <p:cNvPr id="138" name="Ink 137">
                  <a:extLst>
                    <a:ext uri="{FF2B5EF4-FFF2-40B4-BE49-F238E27FC236}">
                      <a16:creationId xmlns:a16="http://schemas.microsoft.com/office/drawing/2014/main" id="{2FB32CDA-F228-AB3F-80B0-BF980C4B6738}"/>
                    </a:ext>
                  </a:extLst>
                </p:cNvPr>
                <p:cNvPicPr/>
                <p:nvPr/>
              </p:nvPicPr>
              <p:blipFill>
                <a:blip r:embed="rId231"/>
                <a:stretch>
                  <a:fillRect/>
                </a:stretch>
              </p:blipFill>
              <p:spPr>
                <a:xfrm>
                  <a:off x="4819430" y="4741957"/>
                  <a:ext cx="102240" cy="379080"/>
                </a:xfrm>
                <a:prstGeom prst="rect">
                  <a:avLst/>
                </a:prstGeom>
              </p:spPr>
            </p:pic>
          </mc:Fallback>
        </mc:AlternateContent>
        <mc:AlternateContent xmlns:mc="http://schemas.openxmlformats.org/markup-compatibility/2006">
          <mc:Choice xmlns:p14="http://schemas.microsoft.com/office/powerpoint/2010/main" Requires="p14">
            <p:contentPart p14:bwMode="auto" r:id="rId232">
              <p14:nvContentPartPr>
                <p14:cNvPr id="140" name="Ink 139">
                  <a:extLst>
                    <a:ext uri="{FF2B5EF4-FFF2-40B4-BE49-F238E27FC236}">
                      <a16:creationId xmlns:a16="http://schemas.microsoft.com/office/drawing/2014/main" id="{7AB6E8F4-0136-13E7-6BF7-F11DAED8A444}"/>
                    </a:ext>
                  </a:extLst>
                </p14:cNvPr>
                <p14:cNvContentPartPr/>
                <p14:nvPr/>
              </p14:nvContentPartPr>
              <p14:xfrm>
                <a:off x="4723670" y="5148397"/>
                <a:ext cx="298800" cy="26640"/>
              </p14:xfrm>
            </p:contentPart>
          </mc:Choice>
          <mc:Fallback>
            <p:pic>
              <p:nvPicPr>
                <p:cNvPr id="140" name="Ink 139">
                  <a:extLst>
                    <a:ext uri="{FF2B5EF4-FFF2-40B4-BE49-F238E27FC236}">
                      <a16:creationId xmlns:a16="http://schemas.microsoft.com/office/drawing/2014/main" id="{7AB6E8F4-0136-13E7-6BF7-F11DAED8A444}"/>
                    </a:ext>
                  </a:extLst>
                </p:cNvPr>
                <p:cNvPicPr/>
                <p:nvPr/>
              </p:nvPicPr>
              <p:blipFill>
                <a:blip r:embed="rId233"/>
                <a:stretch>
                  <a:fillRect/>
                </a:stretch>
              </p:blipFill>
              <p:spPr>
                <a:xfrm>
                  <a:off x="4705670" y="5130397"/>
                  <a:ext cx="334440" cy="62280"/>
                </a:xfrm>
                <a:prstGeom prst="rect">
                  <a:avLst/>
                </a:prstGeom>
              </p:spPr>
            </p:pic>
          </mc:Fallback>
        </mc:AlternateContent>
        <mc:AlternateContent xmlns:mc="http://schemas.openxmlformats.org/markup-compatibility/2006">
          <mc:Choice xmlns:p14="http://schemas.microsoft.com/office/powerpoint/2010/main" Requires="p14">
            <p:contentPart p14:bwMode="auto" r:id="rId234">
              <p14:nvContentPartPr>
                <p14:cNvPr id="141" name="Ink 140">
                  <a:extLst>
                    <a:ext uri="{FF2B5EF4-FFF2-40B4-BE49-F238E27FC236}">
                      <a16:creationId xmlns:a16="http://schemas.microsoft.com/office/drawing/2014/main" id="{6685DD12-CA59-6412-511E-8789CC09A07B}"/>
                    </a:ext>
                  </a:extLst>
                </p14:cNvPr>
                <p14:cNvContentPartPr/>
                <p14:nvPr/>
              </p14:nvContentPartPr>
              <p14:xfrm>
                <a:off x="4767230" y="5208157"/>
                <a:ext cx="156600" cy="150480"/>
              </p14:xfrm>
            </p:contentPart>
          </mc:Choice>
          <mc:Fallback>
            <p:pic>
              <p:nvPicPr>
                <p:cNvPr id="141" name="Ink 140">
                  <a:extLst>
                    <a:ext uri="{FF2B5EF4-FFF2-40B4-BE49-F238E27FC236}">
                      <a16:creationId xmlns:a16="http://schemas.microsoft.com/office/drawing/2014/main" id="{6685DD12-CA59-6412-511E-8789CC09A07B}"/>
                    </a:ext>
                  </a:extLst>
                </p:cNvPr>
                <p:cNvPicPr/>
                <p:nvPr/>
              </p:nvPicPr>
              <p:blipFill>
                <a:blip r:embed="rId235"/>
                <a:stretch>
                  <a:fillRect/>
                </a:stretch>
              </p:blipFill>
              <p:spPr>
                <a:xfrm>
                  <a:off x="4749230" y="5190157"/>
                  <a:ext cx="192240" cy="186120"/>
                </a:xfrm>
                <a:prstGeom prst="rect">
                  <a:avLst/>
                </a:prstGeom>
              </p:spPr>
            </p:pic>
          </mc:Fallback>
        </mc:AlternateContent>
        <mc:AlternateContent xmlns:mc="http://schemas.openxmlformats.org/markup-compatibility/2006">
          <mc:Choice xmlns:p14="http://schemas.microsoft.com/office/powerpoint/2010/main" Requires="p14">
            <p:contentPart p14:bwMode="auto" r:id="rId236">
              <p14:nvContentPartPr>
                <p14:cNvPr id="142" name="Ink 141">
                  <a:extLst>
                    <a:ext uri="{FF2B5EF4-FFF2-40B4-BE49-F238E27FC236}">
                      <a16:creationId xmlns:a16="http://schemas.microsoft.com/office/drawing/2014/main" id="{DDB5C186-EDD4-7488-9EFB-5AFFCCC55950}"/>
                    </a:ext>
                  </a:extLst>
                </p14:cNvPr>
                <p14:cNvContentPartPr/>
                <p14:nvPr/>
              </p14:nvContentPartPr>
              <p14:xfrm>
                <a:off x="4907630" y="5168557"/>
                <a:ext cx="115560" cy="181080"/>
              </p14:xfrm>
            </p:contentPart>
          </mc:Choice>
          <mc:Fallback>
            <p:pic>
              <p:nvPicPr>
                <p:cNvPr id="142" name="Ink 141">
                  <a:extLst>
                    <a:ext uri="{FF2B5EF4-FFF2-40B4-BE49-F238E27FC236}">
                      <a16:creationId xmlns:a16="http://schemas.microsoft.com/office/drawing/2014/main" id="{DDB5C186-EDD4-7488-9EFB-5AFFCCC55950}"/>
                    </a:ext>
                  </a:extLst>
                </p:cNvPr>
                <p:cNvPicPr/>
                <p:nvPr/>
              </p:nvPicPr>
              <p:blipFill>
                <a:blip r:embed="rId237"/>
                <a:stretch>
                  <a:fillRect/>
                </a:stretch>
              </p:blipFill>
              <p:spPr>
                <a:xfrm>
                  <a:off x="4889574" y="5150557"/>
                  <a:ext cx="151311" cy="216720"/>
                </a:xfrm>
                <a:prstGeom prst="rect">
                  <a:avLst/>
                </a:prstGeom>
              </p:spPr>
            </p:pic>
          </mc:Fallback>
        </mc:AlternateContent>
      </p:grpSp>
      <p:grpSp>
        <p:nvGrpSpPr>
          <p:cNvPr id="163" name="Group 162">
            <a:extLst>
              <a:ext uri="{FF2B5EF4-FFF2-40B4-BE49-F238E27FC236}">
                <a16:creationId xmlns:a16="http://schemas.microsoft.com/office/drawing/2014/main" id="{9081523F-2E95-2EC7-2082-C43E7DB518D5}"/>
              </a:ext>
            </a:extLst>
          </p:cNvPr>
          <p:cNvGrpSpPr/>
          <p:nvPr/>
        </p:nvGrpSpPr>
        <p:grpSpPr>
          <a:xfrm>
            <a:off x="4978550" y="3885157"/>
            <a:ext cx="1869840" cy="743400"/>
            <a:chOff x="4978550" y="3885157"/>
            <a:chExt cx="1869840" cy="743400"/>
          </a:xfrm>
        </p:grpSpPr>
        <mc:AlternateContent xmlns:mc="http://schemas.openxmlformats.org/markup-compatibility/2006">
          <mc:Choice xmlns:p14="http://schemas.microsoft.com/office/powerpoint/2010/main" Requires="p14">
            <p:contentPart p14:bwMode="auto" r:id="rId238">
              <p14:nvContentPartPr>
                <p14:cNvPr id="144" name="Ink 143">
                  <a:extLst>
                    <a:ext uri="{FF2B5EF4-FFF2-40B4-BE49-F238E27FC236}">
                      <a16:creationId xmlns:a16="http://schemas.microsoft.com/office/drawing/2014/main" id="{668BAAE5-72B2-2389-FCF4-A8AFCC492962}"/>
                    </a:ext>
                  </a:extLst>
                </p14:cNvPr>
                <p14:cNvContentPartPr/>
                <p14:nvPr/>
              </p14:nvContentPartPr>
              <p14:xfrm>
                <a:off x="4978550" y="4311397"/>
                <a:ext cx="362160" cy="111600"/>
              </p14:xfrm>
            </p:contentPart>
          </mc:Choice>
          <mc:Fallback>
            <p:pic>
              <p:nvPicPr>
                <p:cNvPr id="144" name="Ink 143">
                  <a:extLst>
                    <a:ext uri="{FF2B5EF4-FFF2-40B4-BE49-F238E27FC236}">
                      <a16:creationId xmlns:a16="http://schemas.microsoft.com/office/drawing/2014/main" id="{668BAAE5-72B2-2389-FCF4-A8AFCC492962}"/>
                    </a:ext>
                  </a:extLst>
                </p:cNvPr>
                <p:cNvPicPr/>
                <p:nvPr/>
              </p:nvPicPr>
              <p:blipFill>
                <a:blip r:embed="rId239"/>
                <a:stretch>
                  <a:fillRect/>
                </a:stretch>
              </p:blipFill>
              <p:spPr>
                <a:xfrm>
                  <a:off x="4960568" y="4293397"/>
                  <a:ext cx="397765" cy="147240"/>
                </a:xfrm>
                <a:prstGeom prst="rect">
                  <a:avLst/>
                </a:prstGeom>
              </p:spPr>
            </p:pic>
          </mc:Fallback>
        </mc:AlternateContent>
        <mc:AlternateContent xmlns:mc="http://schemas.openxmlformats.org/markup-compatibility/2006">
          <mc:Choice xmlns:p14="http://schemas.microsoft.com/office/powerpoint/2010/main" Requires="p14">
            <p:contentPart p14:bwMode="auto" r:id="rId240">
              <p14:nvContentPartPr>
                <p14:cNvPr id="145" name="Ink 144">
                  <a:extLst>
                    <a:ext uri="{FF2B5EF4-FFF2-40B4-BE49-F238E27FC236}">
                      <a16:creationId xmlns:a16="http://schemas.microsoft.com/office/drawing/2014/main" id="{F5AFAF0A-695E-8A3A-0D42-321ABE1A47EB}"/>
                    </a:ext>
                  </a:extLst>
                </p14:cNvPr>
                <p14:cNvContentPartPr/>
                <p14:nvPr/>
              </p14:nvContentPartPr>
              <p14:xfrm>
                <a:off x="5258990" y="4243717"/>
                <a:ext cx="184680" cy="201960"/>
              </p14:xfrm>
            </p:contentPart>
          </mc:Choice>
          <mc:Fallback>
            <p:pic>
              <p:nvPicPr>
                <p:cNvPr id="145" name="Ink 144">
                  <a:extLst>
                    <a:ext uri="{FF2B5EF4-FFF2-40B4-BE49-F238E27FC236}">
                      <a16:creationId xmlns:a16="http://schemas.microsoft.com/office/drawing/2014/main" id="{F5AFAF0A-695E-8A3A-0D42-321ABE1A47EB}"/>
                    </a:ext>
                  </a:extLst>
                </p:cNvPr>
                <p:cNvPicPr/>
                <p:nvPr/>
              </p:nvPicPr>
              <p:blipFill>
                <a:blip r:embed="rId241"/>
                <a:stretch>
                  <a:fillRect/>
                </a:stretch>
              </p:blipFill>
              <p:spPr>
                <a:xfrm>
                  <a:off x="5240990" y="4225717"/>
                  <a:ext cx="220320" cy="237600"/>
                </a:xfrm>
                <a:prstGeom prst="rect">
                  <a:avLst/>
                </a:prstGeom>
              </p:spPr>
            </p:pic>
          </mc:Fallback>
        </mc:AlternateContent>
        <mc:AlternateContent xmlns:mc="http://schemas.openxmlformats.org/markup-compatibility/2006">
          <mc:Choice xmlns:p14="http://schemas.microsoft.com/office/powerpoint/2010/main" Requires="p14">
            <p:contentPart p14:bwMode="auto" r:id="rId242">
              <p14:nvContentPartPr>
                <p14:cNvPr id="146" name="Ink 145">
                  <a:extLst>
                    <a:ext uri="{FF2B5EF4-FFF2-40B4-BE49-F238E27FC236}">
                      <a16:creationId xmlns:a16="http://schemas.microsoft.com/office/drawing/2014/main" id="{CED77724-7CC5-0CD4-47CD-587EF44C0862}"/>
                    </a:ext>
                  </a:extLst>
                </p14:cNvPr>
                <p14:cNvContentPartPr/>
                <p14:nvPr/>
              </p14:nvContentPartPr>
              <p14:xfrm>
                <a:off x="5613230" y="4090357"/>
                <a:ext cx="195480" cy="181800"/>
              </p14:xfrm>
            </p:contentPart>
          </mc:Choice>
          <mc:Fallback>
            <p:pic>
              <p:nvPicPr>
                <p:cNvPr id="146" name="Ink 145">
                  <a:extLst>
                    <a:ext uri="{FF2B5EF4-FFF2-40B4-BE49-F238E27FC236}">
                      <a16:creationId xmlns:a16="http://schemas.microsoft.com/office/drawing/2014/main" id="{CED77724-7CC5-0CD4-47CD-587EF44C0862}"/>
                    </a:ext>
                  </a:extLst>
                </p:cNvPr>
                <p:cNvPicPr/>
                <p:nvPr/>
              </p:nvPicPr>
              <p:blipFill>
                <a:blip r:embed="rId243"/>
                <a:stretch>
                  <a:fillRect/>
                </a:stretch>
              </p:blipFill>
              <p:spPr>
                <a:xfrm>
                  <a:off x="5595230" y="4072357"/>
                  <a:ext cx="231120" cy="217440"/>
                </a:xfrm>
                <a:prstGeom prst="rect">
                  <a:avLst/>
                </a:prstGeom>
              </p:spPr>
            </p:pic>
          </mc:Fallback>
        </mc:AlternateContent>
        <mc:AlternateContent xmlns:mc="http://schemas.openxmlformats.org/markup-compatibility/2006">
          <mc:Choice xmlns:p14="http://schemas.microsoft.com/office/powerpoint/2010/main" Requires="p14">
            <p:contentPart p14:bwMode="auto" r:id="rId244">
              <p14:nvContentPartPr>
                <p14:cNvPr id="147" name="Ink 146">
                  <a:extLst>
                    <a:ext uri="{FF2B5EF4-FFF2-40B4-BE49-F238E27FC236}">
                      <a16:creationId xmlns:a16="http://schemas.microsoft.com/office/drawing/2014/main" id="{F318E863-CE89-7C2A-1E5C-45910FF86A8B}"/>
                    </a:ext>
                  </a:extLst>
                </p14:cNvPr>
                <p14:cNvContentPartPr/>
                <p14:nvPr/>
              </p14:nvContentPartPr>
              <p14:xfrm>
                <a:off x="5867750" y="4144717"/>
                <a:ext cx="20520" cy="106920"/>
              </p14:xfrm>
            </p:contentPart>
          </mc:Choice>
          <mc:Fallback>
            <p:pic>
              <p:nvPicPr>
                <p:cNvPr id="147" name="Ink 146">
                  <a:extLst>
                    <a:ext uri="{FF2B5EF4-FFF2-40B4-BE49-F238E27FC236}">
                      <a16:creationId xmlns:a16="http://schemas.microsoft.com/office/drawing/2014/main" id="{F318E863-CE89-7C2A-1E5C-45910FF86A8B}"/>
                    </a:ext>
                  </a:extLst>
                </p:cNvPr>
                <p:cNvPicPr/>
                <p:nvPr/>
              </p:nvPicPr>
              <p:blipFill>
                <a:blip r:embed="rId245"/>
                <a:stretch>
                  <a:fillRect/>
                </a:stretch>
              </p:blipFill>
              <p:spPr>
                <a:xfrm>
                  <a:off x="5849750" y="4126656"/>
                  <a:ext cx="56160" cy="142680"/>
                </a:xfrm>
                <a:prstGeom prst="rect">
                  <a:avLst/>
                </a:prstGeom>
              </p:spPr>
            </p:pic>
          </mc:Fallback>
        </mc:AlternateContent>
        <mc:AlternateContent xmlns:mc="http://schemas.openxmlformats.org/markup-compatibility/2006">
          <mc:Choice xmlns:p14="http://schemas.microsoft.com/office/powerpoint/2010/main" Requires="p14">
            <p:contentPart p14:bwMode="auto" r:id="rId246">
              <p14:nvContentPartPr>
                <p14:cNvPr id="148" name="Ink 147">
                  <a:extLst>
                    <a:ext uri="{FF2B5EF4-FFF2-40B4-BE49-F238E27FC236}">
                      <a16:creationId xmlns:a16="http://schemas.microsoft.com/office/drawing/2014/main" id="{EC810AB0-FFDD-0E27-5FA9-7570528E11F9}"/>
                    </a:ext>
                  </a:extLst>
                </p14:cNvPr>
                <p14:cNvContentPartPr/>
                <p14:nvPr/>
              </p14:nvContentPartPr>
              <p14:xfrm>
                <a:off x="5859470" y="3997117"/>
                <a:ext cx="12240" cy="14760"/>
              </p14:xfrm>
            </p:contentPart>
          </mc:Choice>
          <mc:Fallback>
            <p:pic>
              <p:nvPicPr>
                <p:cNvPr id="148" name="Ink 147">
                  <a:extLst>
                    <a:ext uri="{FF2B5EF4-FFF2-40B4-BE49-F238E27FC236}">
                      <a16:creationId xmlns:a16="http://schemas.microsoft.com/office/drawing/2014/main" id="{EC810AB0-FFDD-0E27-5FA9-7570528E11F9}"/>
                    </a:ext>
                  </a:extLst>
                </p:cNvPr>
                <p:cNvPicPr/>
                <p:nvPr/>
              </p:nvPicPr>
              <p:blipFill>
                <a:blip r:embed="rId247"/>
                <a:stretch>
                  <a:fillRect/>
                </a:stretch>
              </p:blipFill>
              <p:spPr>
                <a:xfrm>
                  <a:off x="5841470" y="3978667"/>
                  <a:ext cx="47880" cy="51291"/>
                </a:xfrm>
                <a:prstGeom prst="rect">
                  <a:avLst/>
                </a:prstGeom>
              </p:spPr>
            </p:pic>
          </mc:Fallback>
        </mc:AlternateContent>
        <mc:AlternateContent xmlns:mc="http://schemas.openxmlformats.org/markup-compatibility/2006">
          <mc:Choice xmlns:p14="http://schemas.microsoft.com/office/powerpoint/2010/main" Requires="p14">
            <p:contentPart p14:bwMode="auto" r:id="rId248">
              <p14:nvContentPartPr>
                <p14:cNvPr id="149" name="Ink 148">
                  <a:extLst>
                    <a:ext uri="{FF2B5EF4-FFF2-40B4-BE49-F238E27FC236}">
                      <a16:creationId xmlns:a16="http://schemas.microsoft.com/office/drawing/2014/main" id="{B2CE3D22-84FC-FB22-06F8-376A91787BC2}"/>
                    </a:ext>
                  </a:extLst>
                </p14:cNvPr>
                <p14:cNvContentPartPr/>
                <p14:nvPr/>
              </p14:nvContentPartPr>
              <p14:xfrm>
                <a:off x="5955950" y="4052557"/>
                <a:ext cx="233640" cy="101520"/>
              </p14:xfrm>
            </p:contentPart>
          </mc:Choice>
          <mc:Fallback>
            <p:pic>
              <p:nvPicPr>
                <p:cNvPr id="149" name="Ink 148">
                  <a:extLst>
                    <a:ext uri="{FF2B5EF4-FFF2-40B4-BE49-F238E27FC236}">
                      <a16:creationId xmlns:a16="http://schemas.microsoft.com/office/drawing/2014/main" id="{B2CE3D22-84FC-FB22-06F8-376A91787BC2}"/>
                    </a:ext>
                  </a:extLst>
                </p:cNvPr>
                <p:cNvPicPr/>
                <p:nvPr/>
              </p:nvPicPr>
              <p:blipFill>
                <a:blip r:embed="rId249"/>
                <a:stretch>
                  <a:fillRect/>
                </a:stretch>
              </p:blipFill>
              <p:spPr>
                <a:xfrm>
                  <a:off x="5937950" y="4034557"/>
                  <a:ext cx="269280" cy="137160"/>
                </a:xfrm>
                <a:prstGeom prst="rect">
                  <a:avLst/>
                </a:prstGeom>
              </p:spPr>
            </p:pic>
          </mc:Fallback>
        </mc:AlternateContent>
        <mc:AlternateContent xmlns:mc="http://schemas.openxmlformats.org/markup-compatibility/2006">
          <mc:Choice xmlns:p14="http://schemas.microsoft.com/office/powerpoint/2010/main" Requires="p14">
            <p:contentPart p14:bwMode="auto" r:id="rId250">
              <p14:nvContentPartPr>
                <p14:cNvPr id="150" name="Ink 149">
                  <a:extLst>
                    <a:ext uri="{FF2B5EF4-FFF2-40B4-BE49-F238E27FC236}">
                      <a16:creationId xmlns:a16="http://schemas.microsoft.com/office/drawing/2014/main" id="{F555C9F1-5794-D07A-89C1-2A6CD3671583}"/>
                    </a:ext>
                  </a:extLst>
                </p14:cNvPr>
                <p14:cNvContentPartPr/>
                <p14:nvPr/>
              </p14:nvContentPartPr>
              <p14:xfrm>
                <a:off x="6270950" y="4056157"/>
                <a:ext cx="17640" cy="115560"/>
              </p14:xfrm>
            </p:contentPart>
          </mc:Choice>
          <mc:Fallback>
            <p:pic>
              <p:nvPicPr>
                <p:cNvPr id="150" name="Ink 149">
                  <a:extLst>
                    <a:ext uri="{FF2B5EF4-FFF2-40B4-BE49-F238E27FC236}">
                      <a16:creationId xmlns:a16="http://schemas.microsoft.com/office/drawing/2014/main" id="{F555C9F1-5794-D07A-89C1-2A6CD3671583}"/>
                    </a:ext>
                  </a:extLst>
                </p:cNvPr>
                <p:cNvPicPr/>
                <p:nvPr/>
              </p:nvPicPr>
              <p:blipFill>
                <a:blip r:embed="rId251"/>
                <a:stretch>
                  <a:fillRect/>
                </a:stretch>
              </p:blipFill>
              <p:spPr>
                <a:xfrm>
                  <a:off x="6253310" y="4038157"/>
                  <a:ext cx="52567" cy="151200"/>
                </a:xfrm>
                <a:prstGeom prst="rect">
                  <a:avLst/>
                </a:prstGeom>
              </p:spPr>
            </p:pic>
          </mc:Fallback>
        </mc:AlternateContent>
        <mc:AlternateContent xmlns:mc="http://schemas.openxmlformats.org/markup-compatibility/2006">
          <mc:Choice xmlns:p14="http://schemas.microsoft.com/office/powerpoint/2010/main" Requires="p14">
            <p:contentPart p14:bwMode="auto" r:id="rId252">
              <p14:nvContentPartPr>
                <p14:cNvPr id="151" name="Ink 150">
                  <a:extLst>
                    <a:ext uri="{FF2B5EF4-FFF2-40B4-BE49-F238E27FC236}">
                      <a16:creationId xmlns:a16="http://schemas.microsoft.com/office/drawing/2014/main" id="{5FAFC22E-3BC8-B8E2-1DF4-7B7FB9ABD66B}"/>
                    </a:ext>
                  </a:extLst>
                </p14:cNvPr>
                <p14:cNvContentPartPr/>
                <p14:nvPr/>
              </p14:nvContentPartPr>
              <p14:xfrm>
                <a:off x="6244670" y="3894517"/>
                <a:ext cx="12960" cy="10080"/>
              </p14:xfrm>
            </p:contentPart>
          </mc:Choice>
          <mc:Fallback>
            <p:pic>
              <p:nvPicPr>
                <p:cNvPr id="151" name="Ink 150">
                  <a:extLst>
                    <a:ext uri="{FF2B5EF4-FFF2-40B4-BE49-F238E27FC236}">
                      <a16:creationId xmlns:a16="http://schemas.microsoft.com/office/drawing/2014/main" id="{5FAFC22E-3BC8-B8E2-1DF4-7B7FB9ABD66B}"/>
                    </a:ext>
                  </a:extLst>
                </p:cNvPr>
                <p:cNvPicPr/>
                <p:nvPr/>
              </p:nvPicPr>
              <p:blipFill>
                <a:blip r:embed="rId253"/>
                <a:stretch>
                  <a:fillRect/>
                </a:stretch>
              </p:blipFill>
              <p:spPr>
                <a:xfrm>
                  <a:off x="6227156" y="3877138"/>
                  <a:ext cx="47637" cy="44491"/>
                </a:xfrm>
                <a:prstGeom prst="rect">
                  <a:avLst/>
                </a:prstGeom>
              </p:spPr>
            </p:pic>
          </mc:Fallback>
        </mc:AlternateContent>
        <mc:AlternateContent xmlns:mc="http://schemas.openxmlformats.org/markup-compatibility/2006">
          <mc:Choice xmlns:p14="http://schemas.microsoft.com/office/powerpoint/2010/main" Requires="p14">
            <p:contentPart p14:bwMode="auto" r:id="rId254">
              <p14:nvContentPartPr>
                <p14:cNvPr id="152" name="Ink 151">
                  <a:extLst>
                    <a:ext uri="{FF2B5EF4-FFF2-40B4-BE49-F238E27FC236}">
                      <a16:creationId xmlns:a16="http://schemas.microsoft.com/office/drawing/2014/main" id="{BCCF2C99-B805-7133-D886-3CB8F8390DA3}"/>
                    </a:ext>
                  </a:extLst>
                </p14:cNvPr>
                <p14:cNvContentPartPr/>
                <p14:nvPr/>
              </p14:nvContentPartPr>
              <p14:xfrm>
                <a:off x="6365990" y="3885157"/>
                <a:ext cx="59400" cy="181440"/>
              </p14:xfrm>
            </p:contentPart>
          </mc:Choice>
          <mc:Fallback>
            <p:pic>
              <p:nvPicPr>
                <p:cNvPr id="152" name="Ink 151">
                  <a:extLst>
                    <a:ext uri="{FF2B5EF4-FFF2-40B4-BE49-F238E27FC236}">
                      <a16:creationId xmlns:a16="http://schemas.microsoft.com/office/drawing/2014/main" id="{BCCF2C99-B805-7133-D886-3CB8F8390DA3}"/>
                    </a:ext>
                  </a:extLst>
                </p:cNvPr>
                <p:cNvPicPr/>
                <p:nvPr/>
              </p:nvPicPr>
              <p:blipFill>
                <a:blip r:embed="rId255"/>
                <a:stretch>
                  <a:fillRect/>
                </a:stretch>
              </p:blipFill>
              <p:spPr>
                <a:xfrm>
                  <a:off x="6348098" y="3867157"/>
                  <a:ext cx="94825" cy="217080"/>
                </a:xfrm>
                <a:prstGeom prst="rect">
                  <a:avLst/>
                </a:prstGeom>
              </p:spPr>
            </p:pic>
          </mc:Fallback>
        </mc:AlternateContent>
        <mc:AlternateContent xmlns:mc="http://schemas.openxmlformats.org/markup-compatibility/2006">
          <mc:Choice xmlns:p14="http://schemas.microsoft.com/office/powerpoint/2010/main" Requires="p14">
            <p:contentPart p14:bwMode="auto" r:id="rId256">
              <p14:nvContentPartPr>
                <p14:cNvPr id="153" name="Ink 152">
                  <a:extLst>
                    <a:ext uri="{FF2B5EF4-FFF2-40B4-BE49-F238E27FC236}">
                      <a16:creationId xmlns:a16="http://schemas.microsoft.com/office/drawing/2014/main" id="{43234560-C70B-2080-B53D-72D27BBFAC2D}"/>
                    </a:ext>
                  </a:extLst>
                </p14:cNvPr>
                <p14:cNvContentPartPr/>
                <p14:nvPr/>
              </p14:nvContentPartPr>
              <p14:xfrm>
                <a:off x="6350150" y="3963277"/>
                <a:ext cx="115560" cy="61920"/>
              </p14:xfrm>
            </p:contentPart>
          </mc:Choice>
          <mc:Fallback>
            <p:pic>
              <p:nvPicPr>
                <p:cNvPr id="153" name="Ink 152">
                  <a:extLst>
                    <a:ext uri="{FF2B5EF4-FFF2-40B4-BE49-F238E27FC236}">
                      <a16:creationId xmlns:a16="http://schemas.microsoft.com/office/drawing/2014/main" id="{43234560-C70B-2080-B53D-72D27BBFAC2D}"/>
                    </a:ext>
                  </a:extLst>
                </p:cNvPr>
                <p:cNvPicPr/>
                <p:nvPr/>
              </p:nvPicPr>
              <p:blipFill>
                <a:blip r:embed="rId257"/>
                <a:stretch>
                  <a:fillRect/>
                </a:stretch>
              </p:blipFill>
              <p:spPr>
                <a:xfrm>
                  <a:off x="6332150" y="3945172"/>
                  <a:ext cx="151200" cy="97768"/>
                </a:xfrm>
                <a:prstGeom prst="rect">
                  <a:avLst/>
                </a:prstGeom>
              </p:spPr>
            </p:pic>
          </mc:Fallback>
        </mc:AlternateContent>
        <mc:AlternateContent xmlns:mc="http://schemas.openxmlformats.org/markup-compatibility/2006">
          <mc:Choice xmlns:p14="http://schemas.microsoft.com/office/powerpoint/2010/main" Requires="p14">
            <p:contentPart p14:bwMode="auto" r:id="rId258">
              <p14:nvContentPartPr>
                <p14:cNvPr id="154" name="Ink 153">
                  <a:extLst>
                    <a:ext uri="{FF2B5EF4-FFF2-40B4-BE49-F238E27FC236}">
                      <a16:creationId xmlns:a16="http://schemas.microsoft.com/office/drawing/2014/main" id="{DDBBF482-8711-CD4B-DD1B-FB087C22342B}"/>
                    </a:ext>
                  </a:extLst>
                </p14:cNvPr>
                <p14:cNvContentPartPr/>
                <p14:nvPr/>
              </p14:nvContentPartPr>
              <p14:xfrm>
                <a:off x="5695310" y="4478437"/>
                <a:ext cx="96120" cy="150120"/>
              </p14:xfrm>
            </p:contentPart>
          </mc:Choice>
          <mc:Fallback>
            <p:pic>
              <p:nvPicPr>
                <p:cNvPr id="154" name="Ink 153">
                  <a:extLst>
                    <a:ext uri="{FF2B5EF4-FFF2-40B4-BE49-F238E27FC236}">
                      <a16:creationId xmlns:a16="http://schemas.microsoft.com/office/drawing/2014/main" id="{DDBBF482-8711-CD4B-DD1B-FB087C22342B}"/>
                    </a:ext>
                  </a:extLst>
                </p:cNvPr>
                <p:cNvPicPr/>
                <p:nvPr/>
              </p:nvPicPr>
              <p:blipFill>
                <a:blip r:embed="rId259"/>
                <a:stretch>
                  <a:fillRect/>
                </a:stretch>
              </p:blipFill>
              <p:spPr>
                <a:xfrm>
                  <a:off x="5677310" y="4460437"/>
                  <a:ext cx="131760" cy="185760"/>
                </a:xfrm>
                <a:prstGeom prst="rect">
                  <a:avLst/>
                </a:prstGeom>
              </p:spPr>
            </p:pic>
          </mc:Fallback>
        </mc:AlternateContent>
        <mc:AlternateContent xmlns:mc="http://schemas.openxmlformats.org/markup-compatibility/2006">
          <mc:Choice xmlns:p14="http://schemas.microsoft.com/office/powerpoint/2010/main" Requires="p14">
            <p:contentPart p14:bwMode="auto" r:id="rId260">
              <p14:nvContentPartPr>
                <p14:cNvPr id="155" name="Ink 154">
                  <a:extLst>
                    <a:ext uri="{FF2B5EF4-FFF2-40B4-BE49-F238E27FC236}">
                      <a16:creationId xmlns:a16="http://schemas.microsoft.com/office/drawing/2014/main" id="{FB8FCF9F-A40A-3548-1826-01446AB17590}"/>
                    </a:ext>
                  </a:extLst>
                </p14:cNvPr>
                <p14:cNvContentPartPr/>
                <p14:nvPr/>
              </p14:nvContentPartPr>
              <p14:xfrm>
                <a:off x="5865230" y="4478437"/>
                <a:ext cx="112320" cy="123480"/>
              </p14:xfrm>
            </p:contentPart>
          </mc:Choice>
          <mc:Fallback>
            <p:pic>
              <p:nvPicPr>
                <p:cNvPr id="155" name="Ink 154">
                  <a:extLst>
                    <a:ext uri="{FF2B5EF4-FFF2-40B4-BE49-F238E27FC236}">
                      <a16:creationId xmlns:a16="http://schemas.microsoft.com/office/drawing/2014/main" id="{FB8FCF9F-A40A-3548-1826-01446AB17590}"/>
                    </a:ext>
                  </a:extLst>
                </p:cNvPr>
                <p:cNvPicPr/>
                <p:nvPr/>
              </p:nvPicPr>
              <p:blipFill>
                <a:blip r:embed="rId261"/>
                <a:stretch>
                  <a:fillRect/>
                </a:stretch>
              </p:blipFill>
              <p:spPr>
                <a:xfrm>
                  <a:off x="5847230" y="4460437"/>
                  <a:ext cx="147960" cy="159120"/>
                </a:xfrm>
                <a:prstGeom prst="rect">
                  <a:avLst/>
                </a:prstGeom>
              </p:spPr>
            </p:pic>
          </mc:Fallback>
        </mc:AlternateContent>
        <mc:AlternateContent xmlns:mc="http://schemas.openxmlformats.org/markup-compatibility/2006">
          <mc:Choice xmlns:p14="http://schemas.microsoft.com/office/powerpoint/2010/main" Requires="p14">
            <p:contentPart p14:bwMode="auto" r:id="rId262">
              <p14:nvContentPartPr>
                <p14:cNvPr id="156" name="Ink 155">
                  <a:extLst>
                    <a:ext uri="{FF2B5EF4-FFF2-40B4-BE49-F238E27FC236}">
                      <a16:creationId xmlns:a16="http://schemas.microsoft.com/office/drawing/2014/main" id="{38FE2789-31BA-D2B9-4768-4129A66F47AE}"/>
                    </a:ext>
                  </a:extLst>
                </p14:cNvPr>
                <p14:cNvContentPartPr/>
                <p14:nvPr/>
              </p14:nvContentPartPr>
              <p14:xfrm>
                <a:off x="5958470" y="4485637"/>
                <a:ext cx="51120" cy="114120"/>
              </p14:xfrm>
            </p:contentPart>
          </mc:Choice>
          <mc:Fallback>
            <p:pic>
              <p:nvPicPr>
                <p:cNvPr id="156" name="Ink 155">
                  <a:extLst>
                    <a:ext uri="{FF2B5EF4-FFF2-40B4-BE49-F238E27FC236}">
                      <a16:creationId xmlns:a16="http://schemas.microsoft.com/office/drawing/2014/main" id="{38FE2789-31BA-D2B9-4768-4129A66F47AE}"/>
                    </a:ext>
                  </a:extLst>
                </p:cNvPr>
                <p:cNvPicPr/>
                <p:nvPr/>
              </p:nvPicPr>
              <p:blipFill>
                <a:blip r:embed="rId263"/>
                <a:stretch>
                  <a:fillRect/>
                </a:stretch>
              </p:blipFill>
              <p:spPr>
                <a:xfrm>
                  <a:off x="5940470" y="4467580"/>
                  <a:ext cx="86760" cy="149873"/>
                </a:xfrm>
                <a:prstGeom prst="rect">
                  <a:avLst/>
                </a:prstGeom>
              </p:spPr>
            </p:pic>
          </mc:Fallback>
        </mc:AlternateContent>
        <mc:AlternateContent xmlns:mc="http://schemas.openxmlformats.org/markup-compatibility/2006">
          <mc:Choice xmlns:p14="http://schemas.microsoft.com/office/powerpoint/2010/main" Requires="p14">
            <p:contentPart p14:bwMode="auto" r:id="rId264">
              <p14:nvContentPartPr>
                <p14:cNvPr id="157" name="Ink 156">
                  <a:extLst>
                    <a:ext uri="{FF2B5EF4-FFF2-40B4-BE49-F238E27FC236}">
                      <a16:creationId xmlns:a16="http://schemas.microsoft.com/office/drawing/2014/main" id="{035AC966-2B65-DCD8-87FE-287321E31307}"/>
                    </a:ext>
                  </a:extLst>
                </p14:cNvPr>
                <p14:cNvContentPartPr/>
                <p14:nvPr/>
              </p14:nvContentPartPr>
              <p14:xfrm>
                <a:off x="6058910" y="4470157"/>
                <a:ext cx="59760" cy="86760"/>
              </p14:xfrm>
            </p:contentPart>
          </mc:Choice>
          <mc:Fallback>
            <p:pic>
              <p:nvPicPr>
                <p:cNvPr id="157" name="Ink 156">
                  <a:extLst>
                    <a:ext uri="{FF2B5EF4-FFF2-40B4-BE49-F238E27FC236}">
                      <a16:creationId xmlns:a16="http://schemas.microsoft.com/office/drawing/2014/main" id="{035AC966-2B65-DCD8-87FE-287321E31307}"/>
                    </a:ext>
                  </a:extLst>
                </p:cNvPr>
                <p:cNvPicPr/>
                <p:nvPr/>
              </p:nvPicPr>
              <p:blipFill>
                <a:blip r:embed="rId265"/>
                <a:stretch>
                  <a:fillRect/>
                </a:stretch>
              </p:blipFill>
              <p:spPr>
                <a:xfrm>
                  <a:off x="6040910" y="4452157"/>
                  <a:ext cx="95400" cy="122400"/>
                </a:xfrm>
                <a:prstGeom prst="rect">
                  <a:avLst/>
                </a:prstGeom>
              </p:spPr>
            </p:pic>
          </mc:Fallback>
        </mc:AlternateContent>
        <mc:AlternateContent xmlns:mc="http://schemas.openxmlformats.org/markup-compatibility/2006">
          <mc:Choice xmlns:p14="http://schemas.microsoft.com/office/powerpoint/2010/main" Requires="p14">
            <p:contentPart p14:bwMode="auto" r:id="rId266">
              <p14:nvContentPartPr>
                <p14:cNvPr id="158" name="Ink 157">
                  <a:extLst>
                    <a:ext uri="{FF2B5EF4-FFF2-40B4-BE49-F238E27FC236}">
                      <a16:creationId xmlns:a16="http://schemas.microsoft.com/office/drawing/2014/main" id="{7B95E8CE-6D18-BF3C-3355-1DDB4DA6E0B2}"/>
                    </a:ext>
                  </a:extLst>
                </p14:cNvPr>
                <p14:cNvContentPartPr/>
                <p14:nvPr/>
              </p14:nvContentPartPr>
              <p14:xfrm>
                <a:off x="6159710" y="4415797"/>
                <a:ext cx="133560" cy="134280"/>
              </p14:xfrm>
            </p:contentPart>
          </mc:Choice>
          <mc:Fallback>
            <p:pic>
              <p:nvPicPr>
                <p:cNvPr id="158" name="Ink 157">
                  <a:extLst>
                    <a:ext uri="{FF2B5EF4-FFF2-40B4-BE49-F238E27FC236}">
                      <a16:creationId xmlns:a16="http://schemas.microsoft.com/office/drawing/2014/main" id="{7B95E8CE-6D18-BF3C-3355-1DDB4DA6E0B2}"/>
                    </a:ext>
                  </a:extLst>
                </p:cNvPr>
                <p:cNvPicPr/>
                <p:nvPr/>
              </p:nvPicPr>
              <p:blipFill>
                <a:blip r:embed="rId267"/>
                <a:stretch>
                  <a:fillRect/>
                </a:stretch>
              </p:blipFill>
              <p:spPr>
                <a:xfrm>
                  <a:off x="6141710" y="4397797"/>
                  <a:ext cx="169200" cy="169920"/>
                </a:xfrm>
                <a:prstGeom prst="rect">
                  <a:avLst/>
                </a:prstGeom>
              </p:spPr>
            </p:pic>
          </mc:Fallback>
        </mc:AlternateContent>
        <mc:AlternateContent xmlns:mc="http://schemas.openxmlformats.org/markup-compatibility/2006">
          <mc:Choice xmlns:p14="http://schemas.microsoft.com/office/powerpoint/2010/main" Requires="p14">
            <p:contentPart p14:bwMode="auto" r:id="rId268">
              <p14:nvContentPartPr>
                <p14:cNvPr id="159" name="Ink 158">
                  <a:extLst>
                    <a:ext uri="{FF2B5EF4-FFF2-40B4-BE49-F238E27FC236}">
                      <a16:creationId xmlns:a16="http://schemas.microsoft.com/office/drawing/2014/main" id="{14FF7485-54F7-2B53-08AC-DD1BEC6ACFD5}"/>
                    </a:ext>
                  </a:extLst>
                </p14:cNvPr>
                <p14:cNvContentPartPr/>
                <p14:nvPr/>
              </p14:nvContentPartPr>
              <p14:xfrm>
                <a:off x="6327470" y="4374757"/>
                <a:ext cx="295200" cy="140760"/>
              </p14:xfrm>
            </p:contentPart>
          </mc:Choice>
          <mc:Fallback>
            <p:pic>
              <p:nvPicPr>
                <p:cNvPr id="159" name="Ink 158">
                  <a:extLst>
                    <a:ext uri="{FF2B5EF4-FFF2-40B4-BE49-F238E27FC236}">
                      <a16:creationId xmlns:a16="http://schemas.microsoft.com/office/drawing/2014/main" id="{14FF7485-54F7-2B53-08AC-DD1BEC6ACFD5}"/>
                    </a:ext>
                  </a:extLst>
                </p:cNvPr>
                <p:cNvPicPr/>
                <p:nvPr/>
              </p:nvPicPr>
              <p:blipFill>
                <a:blip r:embed="rId269"/>
                <a:stretch>
                  <a:fillRect/>
                </a:stretch>
              </p:blipFill>
              <p:spPr>
                <a:xfrm>
                  <a:off x="6309492" y="4356711"/>
                  <a:ext cx="330797" cy="176491"/>
                </a:xfrm>
                <a:prstGeom prst="rect">
                  <a:avLst/>
                </a:prstGeom>
              </p:spPr>
            </p:pic>
          </mc:Fallback>
        </mc:AlternateContent>
        <mc:AlternateContent xmlns:mc="http://schemas.openxmlformats.org/markup-compatibility/2006">
          <mc:Choice xmlns:p14="http://schemas.microsoft.com/office/powerpoint/2010/main" Requires="p14">
            <p:contentPart p14:bwMode="auto" r:id="rId270">
              <p14:nvContentPartPr>
                <p14:cNvPr id="160" name="Ink 159">
                  <a:extLst>
                    <a:ext uri="{FF2B5EF4-FFF2-40B4-BE49-F238E27FC236}">
                      <a16:creationId xmlns:a16="http://schemas.microsoft.com/office/drawing/2014/main" id="{062D8151-A854-4DA0-1F05-A66E85FE31D3}"/>
                    </a:ext>
                  </a:extLst>
                </p14:cNvPr>
                <p14:cNvContentPartPr/>
                <p14:nvPr/>
              </p14:nvContentPartPr>
              <p14:xfrm>
                <a:off x="6699710" y="4191877"/>
                <a:ext cx="73080" cy="218520"/>
              </p14:xfrm>
            </p:contentPart>
          </mc:Choice>
          <mc:Fallback>
            <p:pic>
              <p:nvPicPr>
                <p:cNvPr id="160" name="Ink 159">
                  <a:extLst>
                    <a:ext uri="{FF2B5EF4-FFF2-40B4-BE49-F238E27FC236}">
                      <a16:creationId xmlns:a16="http://schemas.microsoft.com/office/drawing/2014/main" id="{062D8151-A854-4DA0-1F05-A66E85FE31D3}"/>
                    </a:ext>
                  </a:extLst>
                </p:cNvPr>
                <p:cNvPicPr/>
                <p:nvPr/>
              </p:nvPicPr>
              <p:blipFill>
                <a:blip r:embed="rId271"/>
                <a:stretch>
                  <a:fillRect/>
                </a:stretch>
              </p:blipFill>
              <p:spPr>
                <a:xfrm>
                  <a:off x="6681710" y="4173877"/>
                  <a:ext cx="108720" cy="254160"/>
                </a:xfrm>
                <a:prstGeom prst="rect">
                  <a:avLst/>
                </a:prstGeom>
              </p:spPr>
            </p:pic>
          </mc:Fallback>
        </mc:AlternateContent>
        <mc:AlternateContent xmlns:mc="http://schemas.openxmlformats.org/markup-compatibility/2006">
          <mc:Choice xmlns:p14="http://schemas.microsoft.com/office/powerpoint/2010/main" Requires="p14">
            <p:contentPart p14:bwMode="auto" r:id="rId272">
              <p14:nvContentPartPr>
                <p14:cNvPr id="161" name="Ink 160">
                  <a:extLst>
                    <a:ext uri="{FF2B5EF4-FFF2-40B4-BE49-F238E27FC236}">
                      <a16:creationId xmlns:a16="http://schemas.microsoft.com/office/drawing/2014/main" id="{8D8D6D61-4934-5814-781D-14304192F1F5}"/>
                    </a:ext>
                  </a:extLst>
                </p14:cNvPr>
                <p14:cNvContentPartPr/>
                <p14:nvPr/>
              </p14:nvContentPartPr>
              <p14:xfrm>
                <a:off x="6708350" y="4246597"/>
                <a:ext cx="140040" cy="80280"/>
              </p14:xfrm>
            </p:contentPart>
          </mc:Choice>
          <mc:Fallback>
            <p:pic>
              <p:nvPicPr>
                <p:cNvPr id="161" name="Ink 160">
                  <a:extLst>
                    <a:ext uri="{FF2B5EF4-FFF2-40B4-BE49-F238E27FC236}">
                      <a16:creationId xmlns:a16="http://schemas.microsoft.com/office/drawing/2014/main" id="{8D8D6D61-4934-5814-781D-14304192F1F5}"/>
                    </a:ext>
                  </a:extLst>
                </p:cNvPr>
                <p:cNvPicPr/>
                <p:nvPr/>
              </p:nvPicPr>
              <p:blipFill>
                <a:blip r:embed="rId273"/>
                <a:stretch>
                  <a:fillRect/>
                </a:stretch>
              </p:blipFill>
              <p:spPr>
                <a:xfrm>
                  <a:off x="6690350" y="4228597"/>
                  <a:ext cx="175680" cy="115920"/>
                </a:xfrm>
                <a:prstGeom prst="rect">
                  <a:avLst/>
                </a:prstGeom>
              </p:spPr>
            </p:pic>
          </mc:Fallback>
        </mc:AlternateContent>
      </p:grpSp>
      <p:grpSp>
        <p:nvGrpSpPr>
          <p:cNvPr id="204" name="Group 203">
            <a:extLst>
              <a:ext uri="{FF2B5EF4-FFF2-40B4-BE49-F238E27FC236}">
                <a16:creationId xmlns:a16="http://schemas.microsoft.com/office/drawing/2014/main" id="{E23B0239-4C3A-3C0B-1526-474DD7186451}"/>
              </a:ext>
            </a:extLst>
          </p:cNvPr>
          <p:cNvGrpSpPr/>
          <p:nvPr/>
        </p:nvGrpSpPr>
        <p:grpSpPr>
          <a:xfrm>
            <a:off x="4269350" y="5576797"/>
            <a:ext cx="676440" cy="258480"/>
            <a:chOff x="4269350" y="5576797"/>
            <a:chExt cx="676440" cy="258480"/>
          </a:xfrm>
        </p:grpSpPr>
        <mc:AlternateContent xmlns:mc="http://schemas.openxmlformats.org/markup-compatibility/2006">
          <mc:Choice xmlns:p14="http://schemas.microsoft.com/office/powerpoint/2010/main" Requires="p14">
            <p:contentPart p14:bwMode="auto" r:id="rId274">
              <p14:nvContentPartPr>
                <p14:cNvPr id="170" name="Ink 169">
                  <a:extLst>
                    <a:ext uri="{FF2B5EF4-FFF2-40B4-BE49-F238E27FC236}">
                      <a16:creationId xmlns:a16="http://schemas.microsoft.com/office/drawing/2014/main" id="{83811354-EC74-2301-3B1B-07B8B0135B75}"/>
                    </a:ext>
                  </a:extLst>
                </p14:cNvPr>
                <p14:cNvContentPartPr/>
                <p14:nvPr/>
              </p14:nvContentPartPr>
              <p14:xfrm>
                <a:off x="4310390" y="5576797"/>
                <a:ext cx="81360" cy="240120"/>
              </p14:xfrm>
            </p:contentPart>
          </mc:Choice>
          <mc:Fallback>
            <p:pic>
              <p:nvPicPr>
                <p:cNvPr id="170" name="Ink 169">
                  <a:extLst>
                    <a:ext uri="{FF2B5EF4-FFF2-40B4-BE49-F238E27FC236}">
                      <a16:creationId xmlns:a16="http://schemas.microsoft.com/office/drawing/2014/main" id="{83811354-EC74-2301-3B1B-07B8B0135B75}"/>
                    </a:ext>
                  </a:extLst>
                </p:cNvPr>
                <p:cNvPicPr/>
                <p:nvPr/>
              </p:nvPicPr>
              <p:blipFill>
                <a:blip r:embed="rId275"/>
                <a:stretch>
                  <a:fillRect/>
                </a:stretch>
              </p:blipFill>
              <p:spPr>
                <a:xfrm>
                  <a:off x="4292469" y="5558797"/>
                  <a:ext cx="116843" cy="275760"/>
                </a:xfrm>
                <a:prstGeom prst="rect">
                  <a:avLst/>
                </a:prstGeom>
              </p:spPr>
            </p:pic>
          </mc:Fallback>
        </mc:AlternateContent>
        <mc:AlternateContent xmlns:mc="http://schemas.openxmlformats.org/markup-compatibility/2006">
          <mc:Choice xmlns:p14="http://schemas.microsoft.com/office/powerpoint/2010/main" Requires="p14">
            <p:contentPart p14:bwMode="auto" r:id="rId276">
              <p14:nvContentPartPr>
                <p14:cNvPr id="171" name="Ink 170">
                  <a:extLst>
                    <a:ext uri="{FF2B5EF4-FFF2-40B4-BE49-F238E27FC236}">
                      <a16:creationId xmlns:a16="http://schemas.microsoft.com/office/drawing/2014/main" id="{EAA35F93-B751-5877-FB92-A21F4AF0A61B}"/>
                    </a:ext>
                  </a:extLst>
                </p14:cNvPr>
                <p14:cNvContentPartPr/>
                <p14:nvPr/>
              </p14:nvContentPartPr>
              <p14:xfrm>
                <a:off x="4269350" y="5698837"/>
                <a:ext cx="103320" cy="60480"/>
              </p14:xfrm>
            </p:contentPart>
          </mc:Choice>
          <mc:Fallback>
            <p:pic>
              <p:nvPicPr>
                <p:cNvPr id="171" name="Ink 170">
                  <a:extLst>
                    <a:ext uri="{FF2B5EF4-FFF2-40B4-BE49-F238E27FC236}">
                      <a16:creationId xmlns:a16="http://schemas.microsoft.com/office/drawing/2014/main" id="{EAA35F93-B751-5877-FB92-A21F4AF0A61B}"/>
                    </a:ext>
                  </a:extLst>
                </p:cNvPr>
                <p:cNvPicPr/>
                <p:nvPr/>
              </p:nvPicPr>
              <p:blipFill>
                <a:blip r:embed="rId277"/>
                <a:stretch>
                  <a:fillRect/>
                </a:stretch>
              </p:blipFill>
              <p:spPr>
                <a:xfrm>
                  <a:off x="4251287" y="5680944"/>
                  <a:ext cx="139085" cy="95909"/>
                </a:xfrm>
                <a:prstGeom prst="rect">
                  <a:avLst/>
                </a:prstGeom>
              </p:spPr>
            </p:pic>
          </mc:Fallback>
        </mc:AlternateContent>
        <mc:AlternateContent xmlns:mc="http://schemas.openxmlformats.org/markup-compatibility/2006">
          <mc:Choice xmlns:p14="http://schemas.microsoft.com/office/powerpoint/2010/main" Requires="p14">
            <p:contentPart p14:bwMode="auto" r:id="rId278">
              <p14:nvContentPartPr>
                <p14:cNvPr id="172" name="Ink 171">
                  <a:extLst>
                    <a:ext uri="{FF2B5EF4-FFF2-40B4-BE49-F238E27FC236}">
                      <a16:creationId xmlns:a16="http://schemas.microsoft.com/office/drawing/2014/main" id="{FF65DB1D-7BE6-F0FC-1382-7D08F96F6A4D}"/>
                    </a:ext>
                  </a:extLst>
                </p14:cNvPr>
                <p14:cNvContentPartPr/>
                <p14:nvPr/>
              </p14:nvContentPartPr>
              <p14:xfrm>
                <a:off x="4456910" y="5661037"/>
                <a:ext cx="120600" cy="160560"/>
              </p14:xfrm>
            </p:contentPart>
          </mc:Choice>
          <mc:Fallback>
            <p:pic>
              <p:nvPicPr>
                <p:cNvPr id="172" name="Ink 171">
                  <a:extLst>
                    <a:ext uri="{FF2B5EF4-FFF2-40B4-BE49-F238E27FC236}">
                      <a16:creationId xmlns:a16="http://schemas.microsoft.com/office/drawing/2014/main" id="{FF65DB1D-7BE6-F0FC-1382-7D08F96F6A4D}"/>
                    </a:ext>
                  </a:extLst>
                </p:cNvPr>
                <p:cNvPicPr/>
                <p:nvPr/>
              </p:nvPicPr>
              <p:blipFill>
                <a:blip r:embed="rId279"/>
                <a:stretch>
                  <a:fillRect/>
                </a:stretch>
              </p:blipFill>
              <p:spPr>
                <a:xfrm>
                  <a:off x="4438910" y="5643077"/>
                  <a:ext cx="156240" cy="196120"/>
                </a:xfrm>
                <a:prstGeom prst="rect">
                  <a:avLst/>
                </a:prstGeom>
              </p:spPr>
            </p:pic>
          </mc:Fallback>
        </mc:AlternateContent>
        <mc:AlternateContent xmlns:mc="http://schemas.openxmlformats.org/markup-compatibility/2006">
          <mc:Choice xmlns:p14="http://schemas.microsoft.com/office/powerpoint/2010/main" Requires="p14">
            <p:contentPart p14:bwMode="auto" r:id="rId280">
              <p14:nvContentPartPr>
                <p14:cNvPr id="173" name="Ink 172">
                  <a:extLst>
                    <a:ext uri="{FF2B5EF4-FFF2-40B4-BE49-F238E27FC236}">
                      <a16:creationId xmlns:a16="http://schemas.microsoft.com/office/drawing/2014/main" id="{E5A9564E-C439-B9CF-1B96-5D69935DC9F7}"/>
                    </a:ext>
                  </a:extLst>
                </p14:cNvPr>
                <p14:cNvContentPartPr/>
                <p14:nvPr/>
              </p14:nvContentPartPr>
              <p14:xfrm>
                <a:off x="4648070" y="5693437"/>
                <a:ext cx="89280" cy="141840"/>
              </p14:xfrm>
            </p:contentPart>
          </mc:Choice>
          <mc:Fallback>
            <p:pic>
              <p:nvPicPr>
                <p:cNvPr id="173" name="Ink 172">
                  <a:extLst>
                    <a:ext uri="{FF2B5EF4-FFF2-40B4-BE49-F238E27FC236}">
                      <a16:creationId xmlns:a16="http://schemas.microsoft.com/office/drawing/2014/main" id="{E5A9564E-C439-B9CF-1B96-5D69935DC9F7}"/>
                    </a:ext>
                  </a:extLst>
                </p:cNvPr>
                <p:cNvPicPr/>
                <p:nvPr/>
              </p:nvPicPr>
              <p:blipFill>
                <a:blip r:embed="rId281"/>
                <a:stretch>
                  <a:fillRect/>
                </a:stretch>
              </p:blipFill>
              <p:spPr>
                <a:xfrm>
                  <a:off x="4630070" y="5675483"/>
                  <a:ext cx="124920" cy="177390"/>
                </a:xfrm>
                <a:prstGeom prst="rect">
                  <a:avLst/>
                </a:prstGeom>
              </p:spPr>
            </p:pic>
          </mc:Fallback>
        </mc:AlternateContent>
        <mc:AlternateContent xmlns:mc="http://schemas.openxmlformats.org/markup-compatibility/2006">
          <mc:Choice xmlns:p14="http://schemas.microsoft.com/office/powerpoint/2010/main" Requires="p14">
            <p:contentPart p14:bwMode="auto" r:id="rId282">
              <p14:nvContentPartPr>
                <p14:cNvPr id="174" name="Ink 173">
                  <a:extLst>
                    <a:ext uri="{FF2B5EF4-FFF2-40B4-BE49-F238E27FC236}">
                      <a16:creationId xmlns:a16="http://schemas.microsoft.com/office/drawing/2014/main" id="{4A77523A-A2D6-A267-1E24-1F5414CD86F1}"/>
                    </a:ext>
                  </a:extLst>
                </p14:cNvPr>
                <p14:cNvContentPartPr/>
                <p14:nvPr/>
              </p14:nvContentPartPr>
              <p14:xfrm>
                <a:off x="4808990" y="5614237"/>
                <a:ext cx="85320" cy="190080"/>
              </p14:xfrm>
            </p:contentPart>
          </mc:Choice>
          <mc:Fallback>
            <p:pic>
              <p:nvPicPr>
                <p:cNvPr id="174" name="Ink 173">
                  <a:extLst>
                    <a:ext uri="{FF2B5EF4-FFF2-40B4-BE49-F238E27FC236}">
                      <a16:creationId xmlns:a16="http://schemas.microsoft.com/office/drawing/2014/main" id="{4A77523A-A2D6-A267-1E24-1F5414CD86F1}"/>
                    </a:ext>
                  </a:extLst>
                </p:cNvPr>
                <p:cNvPicPr/>
                <p:nvPr/>
              </p:nvPicPr>
              <p:blipFill>
                <a:blip r:embed="rId283"/>
                <a:stretch>
                  <a:fillRect/>
                </a:stretch>
              </p:blipFill>
              <p:spPr>
                <a:xfrm>
                  <a:off x="4790990" y="5596271"/>
                  <a:ext cx="120960" cy="225653"/>
                </a:xfrm>
                <a:prstGeom prst="rect">
                  <a:avLst/>
                </a:prstGeom>
              </p:spPr>
            </p:pic>
          </mc:Fallback>
        </mc:AlternateContent>
        <mc:AlternateContent xmlns:mc="http://schemas.openxmlformats.org/markup-compatibility/2006">
          <mc:Choice xmlns:p14="http://schemas.microsoft.com/office/powerpoint/2010/main" Requires="p14">
            <p:contentPart p14:bwMode="auto" r:id="rId284">
              <p14:nvContentPartPr>
                <p14:cNvPr id="175" name="Ink 174">
                  <a:extLst>
                    <a:ext uri="{FF2B5EF4-FFF2-40B4-BE49-F238E27FC236}">
                      <a16:creationId xmlns:a16="http://schemas.microsoft.com/office/drawing/2014/main" id="{D807284E-8786-A554-3E92-C28B0EBE15DB}"/>
                    </a:ext>
                  </a:extLst>
                </p14:cNvPr>
                <p14:cNvContentPartPr/>
                <p14:nvPr/>
              </p14:nvContentPartPr>
              <p14:xfrm>
                <a:off x="4840670" y="5724397"/>
                <a:ext cx="105120" cy="80640"/>
              </p14:xfrm>
            </p:contentPart>
          </mc:Choice>
          <mc:Fallback>
            <p:pic>
              <p:nvPicPr>
                <p:cNvPr id="175" name="Ink 174">
                  <a:extLst>
                    <a:ext uri="{FF2B5EF4-FFF2-40B4-BE49-F238E27FC236}">
                      <a16:creationId xmlns:a16="http://schemas.microsoft.com/office/drawing/2014/main" id="{D807284E-8786-A554-3E92-C28B0EBE15DB}"/>
                    </a:ext>
                  </a:extLst>
                </p:cNvPr>
                <p:cNvPicPr/>
                <p:nvPr/>
              </p:nvPicPr>
              <p:blipFill>
                <a:blip r:embed="rId285"/>
                <a:stretch>
                  <a:fillRect/>
                </a:stretch>
              </p:blipFill>
              <p:spPr>
                <a:xfrm>
                  <a:off x="4822608" y="5706397"/>
                  <a:ext cx="140882" cy="116280"/>
                </a:xfrm>
                <a:prstGeom prst="rect">
                  <a:avLst/>
                </a:prstGeom>
              </p:spPr>
            </p:pic>
          </mc:Fallback>
        </mc:AlternateContent>
      </p:grpSp>
      <p:grpSp>
        <p:nvGrpSpPr>
          <p:cNvPr id="203" name="Group 202">
            <a:extLst>
              <a:ext uri="{FF2B5EF4-FFF2-40B4-BE49-F238E27FC236}">
                <a16:creationId xmlns:a16="http://schemas.microsoft.com/office/drawing/2014/main" id="{92B8A5E8-3080-A511-8076-6FBCA2D97B3C}"/>
              </a:ext>
            </a:extLst>
          </p:cNvPr>
          <p:cNvGrpSpPr/>
          <p:nvPr/>
        </p:nvGrpSpPr>
        <p:grpSpPr>
          <a:xfrm>
            <a:off x="5362310" y="5704957"/>
            <a:ext cx="501120" cy="126000"/>
            <a:chOff x="5362310" y="5704957"/>
            <a:chExt cx="501120" cy="126000"/>
          </a:xfrm>
        </p:grpSpPr>
        <mc:AlternateContent xmlns:mc="http://schemas.openxmlformats.org/markup-compatibility/2006">
          <mc:Choice xmlns:p14="http://schemas.microsoft.com/office/powerpoint/2010/main" Requires="p14">
            <p:contentPart p14:bwMode="auto" r:id="rId286">
              <p14:nvContentPartPr>
                <p14:cNvPr id="176" name="Ink 175">
                  <a:extLst>
                    <a:ext uri="{FF2B5EF4-FFF2-40B4-BE49-F238E27FC236}">
                      <a16:creationId xmlns:a16="http://schemas.microsoft.com/office/drawing/2014/main" id="{492EA7C8-E101-D047-6902-DCF49BA45B0C}"/>
                    </a:ext>
                  </a:extLst>
                </p14:cNvPr>
                <p14:cNvContentPartPr/>
                <p14:nvPr/>
              </p14:nvContentPartPr>
              <p14:xfrm>
                <a:off x="5362310" y="5710717"/>
                <a:ext cx="62280" cy="120240"/>
              </p14:xfrm>
            </p:contentPart>
          </mc:Choice>
          <mc:Fallback>
            <p:pic>
              <p:nvPicPr>
                <p:cNvPr id="176" name="Ink 175">
                  <a:extLst>
                    <a:ext uri="{FF2B5EF4-FFF2-40B4-BE49-F238E27FC236}">
                      <a16:creationId xmlns:a16="http://schemas.microsoft.com/office/drawing/2014/main" id="{492EA7C8-E101-D047-6902-DCF49BA45B0C}"/>
                    </a:ext>
                  </a:extLst>
                </p:cNvPr>
                <p:cNvPicPr/>
                <p:nvPr/>
              </p:nvPicPr>
              <p:blipFill>
                <a:blip r:embed="rId287"/>
                <a:stretch>
                  <a:fillRect/>
                </a:stretch>
              </p:blipFill>
              <p:spPr>
                <a:xfrm>
                  <a:off x="5344310" y="5692771"/>
                  <a:ext cx="97920" cy="155774"/>
                </a:xfrm>
                <a:prstGeom prst="rect">
                  <a:avLst/>
                </a:prstGeom>
              </p:spPr>
            </p:pic>
          </mc:Fallback>
        </mc:AlternateContent>
        <mc:AlternateContent xmlns:mc="http://schemas.openxmlformats.org/markup-compatibility/2006">
          <mc:Choice xmlns:p14="http://schemas.microsoft.com/office/powerpoint/2010/main" Requires="p14">
            <p:contentPart p14:bwMode="auto" r:id="rId288">
              <p14:nvContentPartPr>
                <p14:cNvPr id="177" name="Ink 176">
                  <a:extLst>
                    <a:ext uri="{FF2B5EF4-FFF2-40B4-BE49-F238E27FC236}">
                      <a16:creationId xmlns:a16="http://schemas.microsoft.com/office/drawing/2014/main" id="{DBF7D3E5-E686-51B9-4BDE-008AF65EDE49}"/>
                    </a:ext>
                  </a:extLst>
                </p14:cNvPr>
                <p14:cNvContentPartPr/>
                <p14:nvPr/>
              </p14:nvContentPartPr>
              <p14:xfrm>
                <a:off x="5487950" y="5718277"/>
                <a:ext cx="219240" cy="107640"/>
              </p14:xfrm>
            </p:contentPart>
          </mc:Choice>
          <mc:Fallback>
            <p:pic>
              <p:nvPicPr>
                <p:cNvPr id="177" name="Ink 176">
                  <a:extLst>
                    <a:ext uri="{FF2B5EF4-FFF2-40B4-BE49-F238E27FC236}">
                      <a16:creationId xmlns:a16="http://schemas.microsoft.com/office/drawing/2014/main" id="{DBF7D3E5-E686-51B9-4BDE-008AF65EDE49}"/>
                    </a:ext>
                  </a:extLst>
                </p:cNvPr>
                <p:cNvPicPr/>
                <p:nvPr/>
              </p:nvPicPr>
              <p:blipFill>
                <a:blip r:embed="rId289"/>
                <a:stretch>
                  <a:fillRect/>
                </a:stretch>
              </p:blipFill>
              <p:spPr>
                <a:xfrm>
                  <a:off x="5469980" y="5700337"/>
                  <a:ext cx="254822" cy="143161"/>
                </a:xfrm>
                <a:prstGeom prst="rect">
                  <a:avLst/>
                </a:prstGeom>
              </p:spPr>
            </p:pic>
          </mc:Fallback>
        </mc:AlternateContent>
        <mc:AlternateContent xmlns:mc="http://schemas.openxmlformats.org/markup-compatibility/2006">
          <mc:Choice xmlns:p14="http://schemas.microsoft.com/office/powerpoint/2010/main" Requires="p14">
            <p:contentPart p14:bwMode="auto" r:id="rId290">
              <p14:nvContentPartPr>
                <p14:cNvPr id="178" name="Ink 177">
                  <a:extLst>
                    <a:ext uri="{FF2B5EF4-FFF2-40B4-BE49-F238E27FC236}">
                      <a16:creationId xmlns:a16="http://schemas.microsoft.com/office/drawing/2014/main" id="{593E3669-80D0-6388-B976-8C983E17D034}"/>
                    </a:ext>
                  </a:extLst>
                </p14:cNvPr>
                <p14:cNvContentPartPr/>
                <p14:nvPr/>
              </p14:nvContentPartPr>
              <p14:xfrm>
                <a:off x="5687750" y="5704957"/>
                <a:ext cx="175680" cy="112680"/>
              </p14:xfrm>
            </p:contentPart>
          </mc:Choice>
          <mc:Fallback>
            <p:pic>
              <p:nvPicPr>
                <p:cNvPr id="178" name="Ink 177">
                  <a:extLst>
                    <a:ext uri="{FF2B5EF4-FFF2-40B4-BE49-F238E27FC236}">
                      <a16:creationId xmlns:a16="http://schemas.microsoft.com/office/drawing/2014/main" id="{593E3669-80D0-6388-B976-8C983E17D034}"/>
                    </a:ext>
                  </a:extLst>
                </p:cNvPr>
                <p:cNvPicPr/>
                <p:nvPr/>
              </p:nvPicPr>
              <p:blipFill>
                <a:blip r:embed="rId291"/>
                <a:stretch>
                  <a:fillRect/>
                </a:stretch>
              </p:blipFill>
              <p:spPr>
                <a:xfrm>
                  <a:off x="5669750" y="5686957"/>
                  <a:ext cx="211320" cy="148320"/>
                </a:xfrm>
                <a:prstGeom prst="rect">
                  <a:avLst/>
                </a:prstGeom>
              </p:spPr>
            </p:pic>
          </mc:Fallback>
        </mc:AlternateContent>
      </p:grpSp>
      <p:grpSp>
        <p:nvGrpSpPr>
          <p:cNvPr id="201" name="Group 200">
            <a:extLst>
              <a:ext uri="{FF2B5EF4-FFF2-40B4-BE49-F238E27FC236}">
                <a16:creationId xmlns:a16="http://schemas.microsoft.com/office/drawing/2014/main" id="{C952D4C9-A1F4-34AF-03A7-26BB5D3636EC}"/>
              </a:ext>
            </a:extLst>
          </p:cNvPr>
          <p:cNvGrpSpPr/>
          <p:nvPr/>
        </p:nvGrpSpPr>
        <p:grpSpPr>
          <a:xfrm>
            <a:off x="4308950" y="6139477"/>
            <a:ext cx="677880" cy="250920"/>
            <a:chOff x="4308950" y="6139477"/>
            <a:chExt cx="677880" cy="250920"/>
          </a:xfrm>
        </p:grpSpPr>
        <mc:AlternateContent xmlns:mc="http://schemas.openxmlformats.org/markup-compatibility/2006">
          <mc:Choice xmlns:p14="http://schemas.microsoft.com/office/powerpoint/2010/main" Requires="p14">
            <p:contentPart p14:bwMode="auto" r:id="rId292">
              <p14:nvContentPartPr>
                <p14:cNvPr id="182" name="Ink 181">
                  <a:extLst>
                    <a:ext uri="{FF2B5EF4-FFF2-40B4-BE49-F238E27FC236}">
                      <a16:creationId xmlns:a16="http://schemas.microsoft.com/office/drawing/2014/main" id="{04DE7989-61C3-1033-5447-42649CC7CDA9}"/>
                    </a:ext>
                  </a:extLst>
                </p14:cNvPr>
                <p14:cNvContentPartPr/>
                <p14:nvPr/>
              </p14:nvContentPartPr>
              <p14:xfrm>
                <a:off x="4317230" y="6139477"/>
                <a:ext cx="30240" cy="250920"/>
              </p14:xfrm>
            </p:contentPart>
          </mc:Choice>
          <mc:Fallback>
            <p:pic>
              <p:nvPicPr>
                <p:cNvPr id="182" name="Ink 181">
                  <a:extLst>
                    <a:ext uri="{FF2B5EF4-FFF2-40B4-BE49-F238E27FC236}">
                      <a16:creationId xmlns:a16="http://schemas.microsoft.com/office/drawing/2014/main" id="{04DE7989-61C3-1033-5447-42649CC7CDA9}"/>
                    </a:ext>
                  </a:extLst>
                </p:cNvPr>
                <p:cNvPicPr/>
                <p:nvPr/>
              </p:nvPicPr>
              <p:blipFill>
                <a:blip r:embed="rId293"/>
                <a:stretch>
                  <a:fillRect/>
                </a:stretch>
              </p:blipFill>
              <p:spPr>
                <a:xfrm>
                  <a:off x="4299442" y="6121451"/>
                  <a:ext cx="65461" cy="286611"/>
                </a:xfrm>
                <a:prstGeom prst="rect">
                  <a:avLst/>
                </a:prstGeom>
              </p:spPr>
            </p:pic>
          </mc:Fallback>
        </mc:AlternateContent>
        <mc:AlternateContent xmlns:mc="http://schemas.openxmlformats.org/markup-compatibility/2006">
          <mc:Choice xmlns:p14="http://schemas.microsoft.com/office/powerpoint/2010/main" Requires="p14">
            <p:contentPart p14:bwMode="auto" r:id="rId294">
              <p14:nvContentPartPr>
                <p14:cNvPr id="183" name="Ink 182">
                  <a:extLst>
                    <a:ext uri="{FF2B5EF4-FFF2-40B4-BE49-F238E27FC236}">
                      <a16:creationId xmlns:a16="http://schemas.microsoft.com/office/drawing/2014/main" id="{945E308F-B5B3-BE5F-F936-C1AA9C9D6212}"/>
                    </a:ext>
                  </a:extLst>
                </p14:cNvPr>
                <p14:cNvContentPartPr/>
                <p14:nvPr/>
              </p14:nvContentPartPr>
              <p14:xfrm>
                <a:off x="4308950" y="6261517"/>
                <a:ext cx="60480" cy="20520"/>
              </p14:xfrm>
            </p:contentPart>
          </mc:Choice>
          <mc:Fallback>
            <p:pic>
              <p:nvPicPr>
                <p:cNvPr id="183" name="Ink 182">
                  <a:extLst>
                    <a:ext uri="{FF2B5EF4-FFF2-40B4-BE49-F238E27FC236}">
                      <a16:creationId xmlns:a16="http://schemas.microsoft.com/office/drawing/2014/main" id="{945E308F-B5B3-BE5F-F936-C1AA9C9D6212}"/>
                    </a:ext>
                  </a:extLst>
                </p:cNvPr>
                <p:cNvPicPr/>
                <p:nvPr/>
              </p:nvPicPr>
              <p:blipFill>
                <a:blip r:embed="rId295"/>
                <a:stretch>
                  <a:fillRect/>
                </a:stretch>
              </p:blipFill>
              <p:spPr>
                <a:xfrm>
                  <a:off x="4290950" y="6243517"/>
                  <a:ext cx="96120" cy="56160"/>
                </a:xfrm>
                <a:prstGeom prst="rect">
                  <a:avLst/>
                </a:prstGeom>
              </p:spPr>
            </p:pic>
          </mc:Fallback>
        </mc:AlternateContent>
        <mc:AlternateContent xmlns:mc="http://schemas.openxmlformats.org/markup-compatibility/2006">
          <mc:Choice xmlns:p14="http://schemas.microsoft.com/office/powerpoint/2010/main" Requires="p14">
            <p:contentPart p14:bwMode="auto" r:id="rId296">
              <p14:nvContentPartPr>
                <p14:cNvPr id="184" name="Ink 183">
                  <a:extLst>
                    <a:ext uri="{FF2B5EF4-FFF2-40B4-BE49-F238E27FC236}">
                      <a16:creationId xmlns:a16="http://schemas.microsoft.com/office/drawing/2014/main" id="{EAD929BC-793F-BDB0-B2E7-7FE8C5406472}"/>
                    </a:ext>
                  </a:extLst>
                </p14:cNvPr>
                <p14:cNvContentPartPr/>
                <p14:nvPr/>
              </p14:nvContentPartPr>
              <p14:xfrm>
                <a:off x="4427390" y="6207877"/>
                <a:ext cx="94680" cy="102960"/>
              </p14:xfrm>
            </p:contentPart>
          </mc:Choice>
          <mc:Fallback>
            <p:pic>
              <p:nvPicPr>
                <p:cNvPr id="184" name="Ink 183">
                  <a:extLst>
                    <a:ext uri="{FF2B5EF4-FFF2-40B4-BE49-F238E27FC236}">
                      <a16:creationId xmlns:a16="http://schemas.microsoft.com/office/drawing/2014/main" id="{EAD929BC-793F-BDB0-B2E7-7FE8C5406472}"/>
                    </a:ext>
                  </a:extLst>
                </p:cNvPr>
                <p:cNvPicPr/>
                <p:nvPr/>
              </p:nvPicPr>
              <p:blipFill>
                <a:blip r:embed="rId297"/>
                <a:stretch>
                  <a:fillRect/>
                </a:stretch>
              </p:blipFill>
              <p:spPr>
                <a:xfrm>
                  <a:off x="4409458" y="6189877"/>
                  <a:ext cx="130185" cy="138600"/>
                </a:xfrm>
                <a:prstGeom prst="rect">
                  <a:avLst/>
                </a:prstGeom>
              </p:spPr>
            </p:pic>
          </mc:Fallback>
        </mc:AlternateContent>
        <mc:AlternateContent xmlns:mc="http://schemas.openxmlformats.org/markup-compatibility/2006">
          <mc:Choice xmlns:p14="http://schemas.microsoft.com/office/powerpoint/2010/main" Requires="p14">
            <p:contentPart p14:bwMode="auto" r:id="rId298">
              <p14:nvContentPartPr>
                <p14:cNvPr id="185" name="Ink 184">
                  <a:extLst>
                    <a:ext uri="{FF2B5EF4-FFF2-40B4-BE49-F238E27FC236}">
                      <a16:creationId xmlns:a16="http://schemas.microsoft.com/office/drawing/2014/main" id="{6148CEB9-5989-0EA3-7FF5-9E73D581AC17}"/>
                    </a:ext>
                  </a:extLst>
                </p14:cNvPr>
                <p14:cNvContentPartPr/>
                <p14:nvPr/>
              </p14:nvContentPartPr>
              <p14:xfrm>
                <a:off x="4569590" y="6235597"/>
                <a:ext cx="7560" cy="16200"/>
              </p14:xfrm>
            </p:contentPart>
          </mc:Choice>
          <mc:Fallback>
            <p:pic>
              <p:nvPicPr>
                <p:cNvPr id="185" name="Ink 184">
                  <a:extLst>
                    <a:ext uri="{FF2B5EF4-FFF2-40B4-BE49-F238E27FC236}">
                      <a16:creationId xmlns:a16="http://schemas.microsoft.com/office/drawing/2014/main" id="{6148CEB9-5989-0EA3-7FF5-9E73D581AC17}"/>
                    </a:ext>
                  </a:extLst>
                </p:cNvPr>
                <p:cNvPicPr/>
                <p:nvPr/>
              </p:nvPicPr>
              <p:blipFill>
                <a:blip r:embed="rId299"/>
                <a:stretch>
                  <a:fillRect/>
                </a:stretch>
              </p:blipFill>
              <p:spPr>
                <a:xfrm>
                  <a:off x="4552408" y="6217597"/>
                  <a:ext cx="41580" cy="51840"/>
                </a:xfrm>
                <a:prstGeom prst="rect">
                  <a:avLst/>
                </a:prstGeom>
              </p:spPr>
            </p:pic>
          </mc:Fallback>
        </mc:AlternateContent>
        <mc:AlternateContent xmlns:mc="http://schemas.openxmlformats.org/markup-compatibility/2006">
          <mc:Choice xmlns:p14="http://schemas.microsoft.com/office/powerpoint/2010/main" Requires="p14">
            <p:contentPart p14:bwMode="auto" r:id="rId300">
              <p14:nvContentPartPr>
                <p14:cNvPr id="186" name="Ink 185">
                  <a:extLst>
                    <a:ext uri="{FF2B5EF4-FFF2-40B4-BE49-F238E27FC236}">
                      <a16:creationId xmlns:a16="http://schemas.microsoft.com/office/drawing/2014/main" id="{C371BDAD-1FE5-FFE9-D0DC-281F7E3D3F41}"/>
                    </a:ext>
                  </a:extLst>
                </p14:cNvPr>
                <p14:cNvContentPartPr/>
                <p14:nvPr/>
              </p14:nvContentPartPr>
              <p14:xfrm>
                <a:off x="4502990" y="6193117"/>
                <a:ext cx="185760" cy="145800"/>
              </p14:xfrm>
            </p:contentPart>
          </mc:Choice>
          <mc:Fallback>
            <p:pic>
              <p:nvPicPr>
                <p:cNvPr id="186" name="Ink 185">
                  <a:extLst>
                    <a:ext uri="{FF2B5EF4-FFF2-40B4-BE49-F238E27FC236}">
                      <a16:creationId xmlns:a16="http://schemas.microsoft.com/office/drawing/2014/main" id="{C371BDAD-1FE5-FFE9-D0DC-281F7E3D3F41}"/>
                    </a:ext>
                  </a:extLst>
                </p:cNvPr>
                <p:cNvPicPr/>
                <p:nvPr/>
              </p:nvPicPr>
              <p:blipFill>
                <a:blip r:embed="rId301"/>
                <a:stretch>
                  <a:fillRect/>
                </a:stretch>
              </p:blipFill>
              <p:spPr>
                <a:xfrm>
                  <a:off x="4484990" y="6175161"/>
                  <a:ext cx="221400" cy="181352"/>
                </a:xfrm>
                <a:prstGeom prst="rect">
                  <a:avLst/>
                </a:prstGeom>
              </p:spPr>
            </p:pic>
          </mc:Fallback>
        </mc:AlternateContent>
        <mc:AlternateContent xmlns:mc="http://schemas.openxmlformats.org/markup-compatibility/2006">
          <mc:Choice xmlns:p14="http://schemas.microsoft.com/office/powerpoint/2010/main" Requires="p14">
            <p:contentPart p14:bwMode="auto" r:id="rId302">
              <p14:nvContentPartPr>
                <p14:cNvPr id="187" name="Ink 186">
                  <a:extLst>
                    <a:ext uri="{FF2B5EF4-FFF2-40B4-BE49-F238E27FC236}">
                      <a16:creationId xmlns:a16="http://schemas.microsoft.com/office/drawing/2014/main" id="{1930ECAA-3482-51F2-4EBD-B6CF412D97A8}"/>
                    </a:ext>
                  </a:extLst>
                </p14:cNvPr>
                <p14:cNvContentPartPr/>
                <p14:nvPr/>
              </p14:nvContentPartPr>
              <p14:xfrm>
                <a:off x="4701710" y="6210757"/>
                <a:ext cx="53640" cy="87480"/>
              </p14:xfrm>
            </p:contentPart>
          </mc:Choice>
          <mc:Fallback>
            <p:pic>
              <p:nvPicPr>
                <p:cNvPr id="187" name="Ink 186">
                  <a:extLst>
                    <a:ext uri="{FF2B5EF4-FFF2-40B4-BE49-F238E27FC236}">
                      <a16:creationId xmlns:a16="http://schemas.microsoft.com/office/drawing/2014/main" id="{1930ECAA-3482-51F2-4EBD-B6CF412D97A8}"/>
                    </a:ext>
                  </a:extLst>
                </p:cNvPr>
                <p:cNvPicPr/>
                <p:nvPr/>
              </p:nvPicPr>
              <p:blipFill>
                <a:blip r:embed="rId303"/>
                <a:stretch>
                  <a:fillRect/>
                </a:stretch>
              </p:blipFill>
              <p:spPr>
                <a:xfrm>
                  <a:off x="4683588" y="6192757"/>
                  <a:ext cx="89521" cy="123120"/>
                </a:xfrm>
                <a:prstGeom prst="rect">
                  <a:avLst/>
                </a:prstGeom>
              </p:spPr>
            </p:pic>
          </mc:Fallback>
        </mc:AlternateContent>
        <mc:AlternateContent xmlns:mc="http://schemas.openxmlformats.org/markup-compatibility/2006">
          <mc:Choice xmlns:p14="http://schemas.microsoft.com/office/powerpoint/2010/main" Requires="p14">
            <p:contentPart p14:bwMode="auto" r:id="rId304">
              <p14:nvContentPartPr>
                <p14:cNvPr id="188" name="Ink 187">
                  <a:extLst>
                    <a:ext uri="{FF2B5EF4-FFF2-40B4-BE49-F238E27FC236}">
                      <a16:creationId xmlns:a16="http://schemas.microsoft.com/office/drawing/2014/main" id="{603533C0-9D5D-8A26-A959-093098AF0A15}"/>
                    </a:ext>
                  </a:extLst>
                </p14:cNvPr>
                <p14:cNvContentPartPr/>
                <p14:nvPr/>
              </p14:nvContentPartPr>
              <p14:xfrm>
                <a:off x="4872350" y="6197797"/>
                <a:ext cx="114480" cy="92880"/>
              </p14:xfrm>
            </p:contentPart>
          </mc:Choice>
          <mc:Fallback>
            <p:pic>
              <p:nvPicPr>
                <p:cNvPr id="188" name="Ink 187">
                  <a:extLst>
                    <a:ext uri="{FF2B5EF4-FFF2-40B4-BE49-F238E27FC236}">
                      <a16:creationId xmlns:a16="http://schemas.microsoft.com/office/drawing/2014/main" id="{603533C0-9D5D-8A26-A959-093098AF0A15}"/>
                    </a:ext>
                  </a:extLst>
                </p:cNvPr>
                <p:cNvPicPr/>
                <p:nvPr/>
              </p:nvPicPr>
              <p:blipFill>
                <a:blip r:embed="rId305"/>
                <a:stretch>
                  <a:fillRect/>
                </a:stretch>
              </p:blipFill>
              <p:spPr>
                <a:xfrm>
                  <a:off x="4854350" y="6179797"/>
                  <a:ext cx="150120" cy="128520"/>
                </a:xfrm>
                <a:prstGeom prst="rect">
                  <a:avLst/>
                </a:prstGeom>
              </p:spPr>
            </p:pic>
          </mc:Fallback>
        </mc:AlternateContent>
      </p:grpSp>
      <p:grpSp>
        <p:nvGrpSpPr>
          <p:cNvPr id="200" name="Group 199">
            <a:extLst>
              <a:ext uri="{FF2B5EF4-FFF2-40B4-BE49-F238E27FC236}">
                <a16:creationId xmlns:a16="http://schemas.microsoft.com/office/drawing/2014/main" id="{B9F1F063-3139-3B4F-CB6A-5295CC380E2D}"/>
              </a:ext>
            </a:extLst>
          </p:cNvPr>
          <p:cNvGrpSpPr/>
          <p:nvPr/>
        </p:nvGrpSpPr>
        <p:grpSpPr>
          <a:xfrm>
            <a:off x="5236310" y="6086197"/>
            <a:ext cx="851400" cy="249120"/>
            <a:chOff x="5236310" y="6086197"/>
            <a:chExt cx="851400" cy="249120"/>
          </a:xfrm>
        </p:grpSpPr>
        <mc:AlternateContent xmlns:mc="http://schemas.openxmlformats.org/markup-compatibility/2006">
          <mc:Choice xmlns:p14="http://schemas.microsoft.com/office/powerpoint/2010/main" Requires="p14">
            <p:contentPart p14:bwMode="auto" r:id="rId306">
              <p14:nvContentPartPr>
                <p14:cNvPr id="189" name="Ink 188">
                  <a:extLst>
                    <a:ext uri="{FF2B5EF4-FFF2-40B4-BE49-F238E27FC236}">
                      <a16:creationId xmlns:a16="http://schemas.microsoft.com/office/drawing/2014/main" id="{81642CAD-5360-7ADF-CF76-3A873873B41D}"/>
                    </a:ext>
                  </a:extLst>
                </p14:cNvPr>
                <p14:cNvContentPartPr/>
                <p14:nvPr/>
              </p14:nvContentPartPr>
              <p14:xfrm>
                <a:off x="5236310" y="6185917"/>
                <a:ext cx="81360" cy="135360"/>
              </p14:xfrm>
            </p:contentPart>
          </mc:Choice>
          <mc:Fallback>
            <p:pic>
              <p:nvPicPr>
                <p:cNvPr id="189" name="Ink 188">
                  <a:extLst>
                    <a:ext uri="{FF2B5EF4-FFF2-40B4-BE49-F238E27FC236}">
                      <a16:creationId xmlns:a16="http://schemas.microsoft.com/office/drawing/2014/main" id="{81642CAD-5360-7ADF-CF76-3A873873B41D}"/>
                    </a:ext>
                  </a:extLst>
                </p:cNvPr>
                <p:cNvPicPr/>
                <p:nvPr/>
              </p:nvPicPr>
              <p:blipFill>
                <a:blip r:embed="rId307"/>
                <a:stretch>
                  <a:fillRect/>
                </a:stretch>
              </p:blipFill>
              <p:spPr>
                <a:xfrm>
                  <a:off x="5218310" y="6167917"/>
                  <a:ext cx="117000" cy="171000"/>
                </a:xfrm>
                <a:prstGeom prst="rect">
                  <a:avLst/>
                </a:prstGeom>
              </p:spPr>
            </p:pic>
          </mc:Fallback>
        </mc:AlternateContent>
        <mc:AlternateContent xmlns:mc="http://schemas.openxmlformats.org/markup-compatibility/2006">
          <mc:Choice xmlns:p14="http://schemas.microsoft.com/office/powerpoint/2010/main" Requires="p14">
            <p:contentPart p14:bwMode="auto" r:id="rId308">
              <p14:nvContentPartPr>
                <p14:cNvPr id="190" name="Ink 189">
                  <a:extLst>
                    <a:ext uri="{FF2B5EF4-FFF2-40B4-BE49-F238E27FC236}">
                      <a16:creationId xmlns:a16="http://schemas.microsoft.com/office/drawing/2014/main" id="{9FAB85D5-8B31-ABB3-594F-74B69F7EB6A7}"/>
                    </a:ext>
                  </a:extLst>
                </p14:cNvPr>
                <p14:cNvContentPartPr/>
                <p14:nvPr/>
              </p14:nvContentPartPr>
              <p14:xfrm>
                <a:off x="5403710" y="6211117"/>
                <a:ext cx="15840" cy="81000"/>
              </p14:xfrm>
            </p:contentPart>
          </mc:Choice>
          <mc:Fallback>
            <p:pic>
              <p:nvPicPr>
                <p:cNvPr id="190" name="Ink 189">
                  <a:extLst>
                    <a:ext uri="{FF2B5EF4-FFF2-40B4-BE49-F238E27FC236}">
                      <a16:creationId xmlns:a16="http://schemas.microsoft.com/office/drawing/2014/main" id="{9FAB85D5-8B31-ABB3-594F-74B69F7EB6A7}"/>
                    </a:ext>
                  </a:extLst>
                </p:cNvPr>
                <p:cNvPicPr/>
                <p:nvPr/>
              </p:nvPicPr>
              <p:blipFill>
                <a:blip r:embed="rId309"/>
                <a:stretch>
                  <a:fillRect/>
                </a:stretch>
              </p:blipFill>
              <p:spPr>
                <a:xfrm>
                  <a:off x="5385710" y="6193117"/>
                  <a:ext cx="51480" cy="116640"/>
                </a:xfrm>
                <a:prstGeom prst="rect">
                  <a:avLst/>
                </a:prstGeom>
              </p:spPr>
            </p:pic>
          </mc:Fallback>
        </mc:AlternateContent>
        <mc:AlternateContent xmlns:mc="http://schemas.openxmlformats.org/markup-compatibility/2006">
          <mc:Choice xmlns:p14="http://schemas.microsoft.com/office/powerpoint/2010/main" Requires="p14">
            <p:contentPart p14:bwMode="auto" r:id="rId310">
              <p14:nvContentPartPr>
                <p14:cNvPr id="191" name="Ink 190">
                  <a:extLst>
                    <a:ext uri="{FF2B5EF4-FFF2-40B4-BE49-F238E27FC236}">
                      <a16:creationId xmlns:a16="http://schemas.microsoft.com/office/drawing/2014/main" id="{19163F7A-72CA-E1C5-82C7-F96D8D20A7FC}"/>
                    </a:ext>
                  </a:extLst>
                </p14:cNvPr>
                <p14:cNvContentPartPr/>
                <p14:nvPr/>
              </p14:nvContentPartPr>
              <p14:xfrm>
                <a:off x="5420270" y="6183037"/>
                <a:ext cx="95760" cy="68400"/>
              </p14:xfrm>
            </p:contentPart>
          </mc:Choice>
          <mc:Fallback>
            <p:pic>
              <p:nvPicPr>
                <p:cNvPr id="191" name="Ink 190">
                  <a:extLst>
                    <a:ext uri="{FF2B5EF4-FFF2-40B4-BE49-F238E27FC236}">
                      <a16:creationId xmlns:a16="http://schemas.microsoft.com/office/drawing/2014/main" id="{19163F7A-72CA-E1C5-82C7-F96D8D20A7FC}"/>
                    </a:ext>
                  </a:extLst>
                </p:cNvPr>
                <p:cNvPicPr/>
                <p:nvPr/>
              </p:nvPicPr>
              <p:blipFill>
                <a:blip r:embed="rId311"/>
                <a:stretch>
                  <a:fillRect/>
                </a:stretch>
              </p:blipFill>
              <p:spPr>
                <a:xfrm>
                  <a:off x="5402270" y="6165037"/>
                  <a:ext cx="131400" cy="104040"/>
                </a:xfrm>
                <a:prstGeom prst="rect">
                  <a:avLst/>
                </a:prstGeom>
              </p:spPr>
            </p:pic>
          </mc:Fallback>
        </mc:AlternateContent>
        <mc:AlternateContent xmlns:mc="http://schemas.openxmlformats.org/markup-compatibility/2006">
          <mc:Choice xmlns:p14="http://schemas.microsoft.com/office/powerpoint/2010/main" Requires="p14">
            <p:contentPart p14:bwMode="auto" r:id="rId312">
              <p14:nvContentPartPr>
                <p14:cNvPr id="192" name="Ink 191">
                  <a:extLst>
                    <a:ext uri="{FF2B5EF4-FFF2-40B4-BE49-F238E27FC236}">
                      <a16:creationId xmlns:a16="http://schemas.microsoft.com/office/drawing/2014/main" id="{287F1B0D-2F65-5ADC-68EB-CF0E051E3715}"/>
                    </a:ext>
                  </a:extLst>
                </p14:cNvPr>
                <p14:cNvContentPartPr/>
                <p14:nvPr/>
              </p14:nvContentPartPr>
              <p14:xfrm>
                <a:off x="5587310" y="6100597"/>
                <a:ext cx="60120" cy="234720"/>
              </p14:xfrm>
            </p:contentPart>
          </mc:Choice>
          <mc:Fallback>
            <p:pic>
              <p:nvPicPr>
                <p:cNvPr id="192" name="Ink 191">
                  <a:extLst>
                    <a:ext uri="{FF2B5EF4-FFF2-40B4-BE49-F238E27FC236}">
                      <a16:creationId xmlns:a16="http://schemas.microsoft.com/office/drawing/2014/main" id="{287F1B0D-2F65-5ADC-68EB-CF0E051E3715}"/>
                    </a:ext>
                  </a:extLst>
                </p:cNvPr>
                <p:cNvPicPr/>
                <p:nvPr/>
              </p:nvPicPr>
              <p:blipFill>
                <a:blip r:embed="rId313"/>
                <a:stretch>
                  <a:fillRect/>
                </a:stretch>
              </p:blipFill>
              <p:spPr>
                <a:xfrm>
                  <a:off x="5569310" y="6082597"/>
                  <a:ext cx="95760" cy="270360"/>
                </a:xfrm>
                <a:prstGeom prst="rect">
                  <a:avLst/>
                </a:prstGeom>
              </p:spPr>
            </p:pic>
          </mc:Fallback>
        </mc:AlternateContent>
        <mc:AlternateContent xmlns:mc="http://schemas.openxmlformats.org/markup-compatibility/2006">
          <mc:Choice xmlns:p14="http://schemas.microsoft.com/office/powerpoint/2010/main" Requires="p14">
            <p:contentPart p14:bwMode="auto" r:id="rId314">
              <p14:nvContentPartPr>
                <p14:cNvPr id="193" name="Ink 192">
                  <a:extLst>
                    <a:ext uri="{FF2B5EF4-FFF2-40B4-BE49-F238E27FC236}">
                      <a16:creationId xmlns:a16="http://schemas.microsoft.com/office/drawing/2014/main" id="{ADC57D63-9880-54A0-2810-15CD8772A39E}"/>
                    </a:ext>
                  </a:extLst>
                </p14:cNvPr>
                <p14:cNvContentPartPr/>
                <p14:nvPr/>
              </p14:nvContentPartPr>
              <p14:xfrm>
                <a:off x="5702510" y="6168277"/>
                <a:ext cx="81000" cy="93600"/>
              </p14:xfrm>
            </p:contentPart>
          </mc:Choice>
          <mc:Fallback>
            <p:pic>
              <p:nvPicPr>
                <p:cNvPr id="193" name="Ink 192">
                  <a:extLst>
                    <a:ext uri="{FF2B5EF4-FFF2-40B4-BE49-F238E27FC236}">
                      <a16:creationId xmlns:a16="http://schemas.microsoft.com/office/drawing/2014/main" id="{ADC57D63-9880-54A0-2810-15CD8772A39E}"/>
                    </a:ext>
                  </a:extLst>
                </p:cNvPr>
                <p:cNvPicPr/>
                <p:nvPr/>
              </p:nvPicPr>
              <p:blipFill>
                <a:blip r:embed="rId315"/>
                <a:stretch>
                  <a:fillRect/>
                </a:stretch>
              </p:blipFill>
              <p:spPr>
                <a:xfrm>
                  <a:off x="5684590" y="6150277"/>
                  <a:ext cx="116482" cy="129240"/>
                </a:xfrm>
                <a:prstGeom prst="rect">
                  <a:avLst/>
                </a:prstGeom>
              </p:spPr>
            </p:pic>
          </mc:Fallback>
        </mc:AlternateContent>
        <mc:AlternateContent xmlns:mc="http://schemas.openxmlformats.org/markup-compatibility/2006">
          <mc:Choice xmlns:p14="http://schemas.microsoft.com/office/powerpoint/2010/main" Requires="p14">
            <p:contentPart p14:bwMode="auto" r:id="rId316">
              <p14:nvContentPartPr>
                <p14:cNvPr id="194" name="Ink 193">
                  <a:extLst>
                    <a:ext uri="{FF2B5EF4-FFF2-40B4-BE49-F238E27FC236}">
                      <a16:creationId xmlns:a16="http://schemas.microsoft.com/office/drawing/2014/main" id="{34F47885-8E12-E0B1-736A-3713DE8E1629}"/>
                    </a:ext>
                  </a:extLst>
                </p14:cNvPr>
                <p14:cNvContentPartPr/>
                <p14:nvPr/>
              </p14:nvContentPartPr>
              <p14:xfrm>
                <a:off x="5868470" y="6148117"/>
                <a:ext cx="31680" cy="130320"/>
              </p14:xfrm>
            </p:contentPart>
          </mc:Choice>
          <mc:Fallback>
            <p:pic>
              <p:nvPicPr>
                <p:cNvPr id="194" name="Ink 193">
                  <a:extLst>
                    <a:ext uri="{FF2B5EF4-FFF2-40B4-BE49-F238E27FC236}">
                      <a16:creationId xmlns:a16="http://schemas.microsoft.com/office/drawing/2014/main" id="{34F47885-8E12-E0B1-736A-3713DE8E1629}"/>
                    </a:ext>
                  </a:extLst>
                </p:cNvPr>
                <p:cNvPicPr/>
                <p:nvPr/>
              </p:nvPicPr>
              <p:blipFill>
                <a:blip r:embed="rId317"/>
                <a:stretch>
                  <a:fillRect/>
                </a:stretch>
              </p:blipFill>
              <p:spPr>
                <a:xfrm>
                  <a:off x="5850470" y="6130117"/>
                  <a:ext cx="67320" cy="165960"/>
                </a:xfrm>
                <a:prstGeom prst="rect">
                  <a:avLst/>
                </a:prstGeom>
              </p:spPr>
            </p:pic>
          </mc:Fallback>
        </mc:AlternateContent>
        <mc:AlternateContent xmlns:mc="http://schemas.openxmlformats.org/markup-compatibility/2006">
          <mc:Choice xmlns:p14="http://schemas.microsoft.com/office/powerpoint/2010/main" Requires="p14">
            <p:contentPart p14:bwMode="auto" r:id="rId318">
              <p14:nvContentPartPr>
                <p14:cNvPr id="195" name="Ink 194">
                  <a:extLst>
                    <a:ext uri="{FF2B5EF4-FFF2-40B4-BE49-F238E27FC236}">
                      <a16:creationId xmlns:a16="http://schemas.microsoft.com/office/drawing/2014/main" id="{A9BF0591-EF47-E7A9-C992-917F04EE1997}"/>
                    </a:ext>
                  </a:extLst>
                </p14:cNvPr>
                <p14:cNvContentPartPr/>
                <p14:nvPr/>
              </p14:nvContentPartPr>
              <p14:xfrm>
                <a:off x="5852990" y="6105637"/>
                <a:ext cx="46440" cy="28440"/>
              </p14:xfrm>
            </p:contentPart>
          </mc:Choice>
          <mc:Fallback>
            <p:pic>
              <p:nvPicPr>
                <p:cNvPr id="195" name="Ink 194">
                  <a:extLst>
                    <a:ext uri="{FF2B5EF4-FFF2-40B4-BE49-F238E27FC236}">
                      <a16:creationId xmlns:a16="http://schemas.microsoft.com/office/drawing/2014/main" id="{A9BF0591-EF47-E7A9-C992-917F04EE1997}"/>
                    </a:ext>
                  </a:extLst>
                </p:cNvPr>
                <p:cNvPicPr/>
                <p:nvPr/>
              </p:nvPicPr>
              <p:blipFill>
                <a:blip r:embed="rId319"/>
                <a:stretch>
                  <a:fillRect/>
                </a:stretch>
              </p:blipFill>
              <p:spPr>
                <a:xfrm>
                  <a:off x="5834990" y="6087637"/>
                  <a:ext cx="82080" cy="64080"/>
                </a:xfrm>
                <a:prstGeom prst="rect">
                  <a:avLst/>
                </a:prstGeom>
              </p:spPr>
            </p:pic>
          </mc:Fallback>
        </mc:AlternateContent>
        <mc:AlternateContent xmlns:mc="http://schemas.openxmlformats.org/markup-compatibility/2006">
          <mc:Choice xmlns:p14="http://schemas.microsoft.com/office/powerpoint/2010/main" Requires="p14">
            <p:contentPart p14:bwMode="auto" r:id="rId320">
              <p14:nvContentPartPr>
                <p14:cNvPr id="196" name="Ink 195">
                  <a:extLst>
                    <a:ext uri="{FF2B5EF4-FFF2-40B4-BE49-F238E27FC236}">
                      <a16:creationId xmlns:a16="http://schemas.microsoft.com/office/drawing/2014/main" id="{06AE34F0-A43F-CB38-3C0E-442CD46ABF6C}"/>
                    </a:ext>
                  </a:extLst>
                </p14:cNvPr>
                <p14:cNvContentPartPr/>
                <p14:nvPr/>
              </p14:nvContentPartPr>
              <p14:xfrm>
                <a:off x="5895830" y="6157837"/>
                <a:ext cx="48960" cy="31320"/>
              </p14:xfrm>
            </p:contentPart>
          </mc:Choice>
          <mc:Fallback>
            <p:pic>
              <p:nvPicPr>
                <p:cNvPr id="196" name="Ink 195">
                  <a:extLst>
                    <a:ext uri="{FF2B5EF4-FFF2-40B4-BE49-F238E27FC236}">
                      <a16:creationId xmlns:a16="http://schemas.microsoft.com/office/drawing/2014/main" id="{06AE34F0-A43F-CB38-3C0E-442CD46ABF6C}"/>
                    </a:ext>
                  </a:extLst>
                </p:cNvPr>
                <p:cNvPicPr/>
                <p:nvPr/>
              </p:nvPicPr>
              <p:blipFill>
                <a:blip r:embed="rId321"/>
                <a:stretch>
                  <a:fillRect/>
                </a:stretch>
              </p:blipFill>
              <p:spPr>
                <a:xfrm>
                  <a:off x="5877961" y="6139837"/>
                  <a:ext cx="84340" cy="66960"/>
                </a:xfrm>
                <a:prstGeom prst="rect">
                  <a:avLst/>
                </a:prstGeom>
              </p:spPr>
            </p:pic>
          </mc:Fallback>
        </mc:AlternateContent>
        <mc:AlternateContent xmlns:mc="http://schemas.openxmlformats.org/markup-compatibility/2006">
          <mc:Choice xmlns:p14="http://schemas.microsoft.com/office/powerpoint/2010/main" Requires="p14">
            <p:contentPart p14:bwMode="auto" r:id="rId322">
              <p14:nvContentPartPr>
                <p14:cNvPr id="197" name="Ink 196">
                  <a:extLst>
                    <a:ext uri="{FF2B5EF4-FFF2-40B4-BE49-F238E27FC236}">
                      <a16:creationId xmlns:a16="http://schemas.microsoft.com/office/drawing/2014/main" id="{9E0C5BBC-DA64-C3D3-E7D3-16DC29DED1BA}"/>
                    </a:ext>
                  </a:extLst>
                </p14:cNvPr>
                <p14:cNvContentPartPr/>
                <p14:nvPr/>
              </p14:nvContentPartPr>
              <p14:xfrm>
                <a:off x="6031550" y="6117517"/>
                <a:ext cx="29160" cy="121680"/>
              </p14:xfrm>
            </p:contentPart>
          </mc:Choice>
          <mc:Fallback>
            <p:pic>
              <p:nvPicPr>
                <p:cNvPr id="197" name="Ink 196">
                  <a:extLst>
                    <a:ext uri="{FF2B5EF4-FFF2-40B4-BE49-F238E27FC236}">
                      <a16:creationId xmlns:a16="http://schemas.microsoft.com/office/drawing/2014/main" id="{9E0C5BBC-DA64-C3D3-E7D3-16DC29DED1BA}"/>
                    </a:ext>
                  </a:extLst>
                </p:cNvPr>
                <p:cNvPicPr/>
                <p:nvPr/>
              </p:nvPicPr>
              <p:blipFill>
                <a:blip r:embed="rId323"/>
                <a:stretch>
                  <a:fillRect/>
                </a:stretch>
              </p:blipFill>
              <p:spPr>
                <a:xfrm>
                  <a:off x="6013550" y="6099517"/>
                  <a:ext cx="64800" cy="157320"/>
                </a:xfrm>
                <a:prstGeom prst="rect">
                  <a:avLst/>
                </a:prstGeom>
              </p:spPr>
            </p:pic>
          </mc:Fallback>
        </mc:AlternateContent>
        <mc:AlternateContent xmlns:mc="http://schemas.openxmlformats.org/markup-compatibility/2006">
          <mc:Choice xmlns:p14="http://schemas.microsoft.com/office/powerpoint/2010/main" Requires="p14">
            <p:contentPart p14:bwMode="auto" r:id="rId324">
              <p14:nvContentPartPr>
                <p14:cNvPr id="198" name="Ink 197">
                  <a:extLst>
                    <a:ext uri="{FF2B5EF4-FFF2-40B4-BE49-F238E27FC236}">
                      <a16:creationId xmlns:a16="http://schemas.microsoft.com/office/drawing/2014/main" id="{7A1B27F2-33E5-A2F9-ECD4-479811414782}"/>
                    </a:ext>
                  </a:extLst>
                </p14:cNvPr>
                <p14:cNvContentPartPr/>
                <p14:nvPr/>
              </p14:nvContentPartPr>
              <p14:xfrm>
                <a:off x="6018950" y="6086197"/>
                <a:ext cx="42840" cy="44280"/>
              </p14:xfrm>
            </p:contentPart>
          </mc:Choice>
          <mc:Fallback>
            <p:pic>
              <p:nvPicPr>
                <p:cNvPr id="198" name="Ink 197">
                  <a:extLst>
                    <a:ext uri="{FF2B5EF4-FFF2-40B4-BE49-F238E27FC236}">
                      <a16:creationId xmlns:a16="http://schemas.microsoft.com/office/drawing/2014/main" id="{7A1B27F2-33E5-A2F9-ECD4-479811414782}"/>
                    </a:ext>
                  </a:extLst>
                </p:cNvPr>
                <p:cNvPicPr/>
                <p:nvPr/>
              </p:nvPicPr>
              <p:blipFill>
                <a:blip r:embed="rId325"/>
                <a:stretch>
                  <a:fillRect/>
                </a:stretch>
              </p:blipFill>
              <p:spPr>
                <a:xfrm>
                  <a:off x="6000950" y="6068197"/>
                  <a:ext cx="78480" cy="79920"/>
                </a:xfrm>
                <a:prstGeom prst="rect">
                  <a:avLst/>
                </a:prstGeom>
              </p:spPr>
            </p:pic>
          </mc:Fallback>
        </mc:AlternateContent>
        <mc:AlternateContent xmlns:mc="http://schemas.openxmlformats.org/markup-compatibility/2006">
          <mc:Choice xmlns:p14="http://schemas.microsoft.com/office/powerpoint/2010/main" Requires="p14">
            <p:contentPart p14:bwMode="auto" r:id="rId326">
              <p14:nvContentPartPr>
                <p14:cNvPr id="199" name="Ink 198">
                  <a:extLst>
                    <a:ext uri="{FF2B5EF4-FFF2-40B4-BE49-F238E27FC236}">
                      <a16:creationId xmlns:a16="http://schemas.microsoft.com/office/drawing/2014/main" id="{8C97805A-9789-535B-7689-2EF948B9AC03}"/>
                    </a:ext>
                  </a:extLst>
                </p14:cNvPr>
                <p14:cNvContentPartPr/>
                <p14:nvPr/>
              </p14:nvContentPartPr>
              <p14:xfrm>
                <a:off x="6059630" y="6154237"/>
                <a:ext cx="28080" cy="21960"/>
              </p14:xfrm>
            </p:contentPart>
          </mc:Choice>
          <mc:Fallback>
            <p:pic>
              <p:nvPicPr>
                <p:cNvPr id="199" name="Ink 198">
                  <a:extLst>
                    <a:ext uri="{FF2B5EF4-FFF2-40B4-BE49-F238E27FC236}">
                      <a16:creationId xmlns:a16="http://schemas.microsoft.com/office/drawing/2014/main" id="{8C97805A-9789-535B-7689-2EF948B9AC03}"/>
                    </a:ext>
                  </a:extLst>
                </p:cNvPr>
                <p:cNvPicPr/>
                <p:nvPr/>
              </p:nvPicPr>
              <p:blipFill>
                <a:blip r:embed="rId327"/>
                <a:stretch>
                  <a:fillRect/>
                </a:stretch>
              </p:blipFill>
              <p:spPr>
                <a:xfrm>
                  <a:off x="6041630" y="6136237"/>
                  <a:ext cx="63720" cy="57600"/>
                </a:xfrm>
                <a:prstGeom prst="rect">
                  <a:avLst/>
                </a:prstGeom>
              </p:spPr>
            </p:pic>
          </mc:Fallback>
        </mc:AlternateContent>
      </p:grpSp>
      <p:grpSp>
        <p:nvGrpSpPr>
          <p:cNvPr id="228" name="Group 227">
            <a:extLst>
              <a:ext uri="{FF2B5EF4-FFF2-40B4-BE49-F238E27FC236}">
                <a16:creationId xmlns:a16="http://schemas.microsoft.com/office/drawing/2014/main" id="{EFCF82B9-00A2-DFFD-AD04-8256EF3EB68E}"/>
              </a:ext>
            </a:extLst>
          </p:cNvPr>
          <p:cNvGrpSpPr/>
          <p:nvPr/>
        </p:nvGrpSpPr>
        <p:grpSpPr>
          <a:xfrm>
            <a:off x="125030" y="5581117"/>
            <a:ext cx="3918960" cy="1132920"/>
            <a:chOff x="125030" y="5581117"/>
            <a:chExt cx="3918960" cy="1132920"/>
          </a:xfrm>
        </p:grpSpPr>
        <mc:AlternateContent xmlns:mc="http://schemas.openxmlformats.org/markup-compatibility/2006">
          <mc:Choice xmlns:p14="http://schemas.microsoft.com/office/powerpoint/2010/main" Requires="p14">
            <p:contentPart p14:bwMode="auto" r:id="rId328">
              <p14:nvContentPartPr>
                <p14:cNvPr id="164" name="Ink 163">
                  <a:extLst>
                    <a:ext uri="{FF2B5EF4-FFF2-40B4-BE49-F238E27FC236}">
                      <a16:creationId xmlns:a16="http://schemas.microsoft.com/office/drawing/2014/main" id="{FE890369-C117-FE91-7A66-109D435F36B5}"/>
                    </a:ext>
                  </a:extLst>
                </p14:cNvPr>
                <p14:cNvContentPartPr/>
                <p14:nvPr/>
              </p14:nvContentPartPr>
              <p14:xfrm>
                <a:off x="3269990" y="5707117"/>
                <a:ext cx="20880" cy="239760"/>
              </p14:xfrm>
            </p:contentPart>
          </mc:Choice>
          <mc:Fallback>
            <p:pic>
              <p:nvPicPr>
                <p:cNvPr id="164" name="Ink 163">
                  <a:extLst>
                    <a:ext uri="{FF2B5EF4-FFF2-40B4-BE49-F238E27FC236}">
                      <a16:creationId xmlns:a16="http://schemas.microsoft.com/office/drawing/2014/main" id="{FE890369-C117-FE91-7A66-109D435F36B5}"/>
                    </a:ext>
                  </a:extLst>
                </p:cNvPr>
                <p:cNvPicPr/>
                <p:nvPr/>
              </p:nvPicPr>
              <p:blipFill>
                <a:blip r:embed="rId329"/>
                <a:stretch>
                  <a:fillRect/>
                </a:stretch>
              </p:blipFill>
              <p:spPr>
                <a:xfrm>
                  <a:off x="3252295" y="5689117"/>
                  <a:ext cx="55916" cy="275400"/>
                </a:xfrm>
                <a:prstGeom prst="rect">
                  <a:avLst/>
                </a:prstGeom>
              </p:spPr>
            </p:pic>
          </mc:Fallback>
        </mc:AlternateContent>
        <mc:AlternateContent xmlns:mc="http://schemas.openxmlformats.org/markup-compatibility/2006">
          <mc:Choice xmlns:p14="http://schemas.microsoft.com/office/powerpoint/2010/main" Requires="p14">
            <p:contentPart p14:bwMode="auto" r:id="rId330">
              <p14:nvContentPartPr>
                <p14:cNvPr id="165" name="Ink 164">
                  <a:extLst>
                    <a:ext uri="{FF2B5EF4-FFF2-40B4-BE49-F238E27FC236}">
                      <a16:creationId xmlns:a16="http://schemas.microsoft.com/office/drawing/2014/main" id="{DE256F47-3B5A-2626-5967-6D4DECCF7E24}"/>
                    </a:ext>
                  </a:extLst>
                </p14:cNvPr>
                <p14:cNvContentPartPr/>
                <p14:nvPr/>
              </p14:nvContentPartPr>
              <p14:xfrm>
                <a:off x="3421910" y="5706037"/>
                <a:ext cx="95400" cy="276120"/>
              </p14:xfrm>
            </p:contentPart>
          </mc:Choice>
          <mc:Fallback>
            <p:pic>
              <p:nvPicPr>
                <p:cNvPr id="165" name="Ink 164">
                  <a:extLst>
                    <a:ext uri="{FF2B5EF4-FFF2-40B4-BE49-F238E27FC236}">
                      <a16:creationId xmlns:a16="http://schemas.microsoft.com/office/drawing/2014/main" id="{DE256F47-3B5A-2626-5967-6D4DECCF7E24}"/>
                    </a:ext>
                  </a:extLst>
                </p:cNvPr>
                <p:cNvPicPr/>
                <p:nvPr/>
              </p:nvPicPr>
              <p:blipFill>
                <a:blip r:embed="rId331"/>
                <a:stretch>
                  <a:fillRect/>
                </a:stretch>
              </p:blipFill>
              <p:spPr>
                <a:xfrm>
                  <a:off x="3403910" y="5688037"/>
                  <a:ext cx="131040" cy="311760"/>
                </a:xfrm>
                <a:prstGeom prst="rect">
                  <a:avLst/>
                </a:prstGeom>
              </p:spPr>
            </p:pic>
          </mc:Fallback>
        </mc:AlternateContent>
        <mc:AlternateContent xmlns:mc="http://schemas.openxmlformats.org/markup-compatibility/2006">
          <mc:Choice xmlns:p14="http://schemas.microsoft.com/office/powerpoint/2010/main" Requires="p14">
            <p:contentPart p14:bwMode="auto" r:id="rId332">
              <p14:nvContentPartPr>
                <p14:cNvPr id="166" name="Ink 165">
                  <a:extLst>
                    <a:ext uri="{FF2B5EF4-FFF2-40B4-BE49-F238E27FC236}">
                      <a16:creationId xmlns:a16="http://schemas.microsoft.com/office/drawing/2014/main" id="{2C5BB0C8-B2C2-B67D-75B8-D6D23C8FEEA0}"/>
                    </a:ext>
                  </a:extLst>
                </p14:cNvPr>
                <p14:cNvContentPartPr/>
                <p14:nvPr/>
              </p14:nvContentPartPr>
              <p14:xfrm>
                <a:off x="3316070" y="5749957"/>
                <a:ext cx="74520" cy="33480"/>
              </p14:xfrm>
            </p:contentPart>
          </mc:Choice>
          <mc:Fallback>
            <p:pic>
              <p:nvPicPr>
                <p:cNvPr id="166" name="Ink 165">
                  <a:extLst>
                    <a:ext uri="{FF2B5EF4-FFF2-40B4-BE49-F238E27FC236}">
                      <a16:creationId xmlns:a16="http://schemas.microsoft.com/office/drawing/2014/main" id="{2C5BB0C8-B2C2-B67D-75B8-D6D23C8FEEA0}"/>
                    </a:ext>
                  </a:extLst>
                </p:cNvPr>
                <p:cNvPicPr/>
                <p:nvPr/>
              </p:nvPicPr>
              <p:blipFill>
                <a:blip r:embed="rId333"/>
                <a:stretch>
                  <a:fillRect/>
                </a:stretch>
              </p:blipFill>
              <p:spPr>
                <a:xfrm>
                  <a:off x="3298070" y="5731957"/>
                  <a:ext cx="110160" cy="69120"/>
                </a:xfrm>
                <a:prstGeom prst="rect">
                  <a:avLst/>
                </a:prstGeom>
              </p:spPr>
            </p:pic>
          </mc:Fallback>
        </mc:AlternateContent>
        <mc:AlternateContent xmlns:mc="http://schemas.openxmlformats.org/markup-compatibility/2006">
          <mc:Choice xmlns:p14="http://schemas.microsoft.com/office/powerpoint/2010/main" Requires="p14">
            <p:contentPart p14:bwMode="auto" r:id="rId334">
              <p14:nvContentPartPr>
                <p14:cNvPr id="167" name="Ink 166">
                  <a:extLst>
                    <a:ext uri="{FF2B5EF4-FFF2-40B4-BE49-F238E27FC236}">
                      <a16:creationId xmlns:a16="http://schemas.microsoft.com/office/drawing/2014/main" id="{A9775918-7632-C1F9-1C90-A5A7123129A9}"/>
                    </a:ext>
                  </a:extLst>
                </p14:cNvPr>
                <p14:cNvContentPartPr/>
                <p14:nvPr/>
              </p14:nvContentPartPr>
              <p14:xfrm>
                <a:off x="3554030" y="5757877"/>
                <a:ext cx="53280" cy="132120"/>
              </p14:xfrm>
            </p:contentPart>
          </mc:Choice>
          <mc:Fallback>
            <p:pic>
              <p:nvPicPr>
                <p:cNvPr id="167" name="Ink 166">
                  <a:extLst>
                    <a:ext uri="{FF2B5EF4-FFF2-40B4-BE49-F238E27FC236}">
                      <a16:creationId xmlns:a16="http://schemas.microsoft.com/office/drawing/2014/main" id="{A9775918-7632-C1F9-1C90-A5A7123129A9}"/>
                    </a:ext>
                  </a:extLst>
                </p:cNvPr>
                <p:cNvPicPr/>
                <p:nvPr/>
              </p:nvPicPr>
              <p:blipFill>
                <a:blip r:embed="rId335"/>
                <a:stretch>
                  <a:fillRect/>
                </a:stretch>
              </p:blipFill>
              <p:spPr>
                <a:xfrm>
                  <a:off x="3536030" y="5739828"/>
                  <a:ext cx="88920" cy="167857"/>
                </a:xfrm>
                <a:prstGeom prst="rect">
                  <a:avLst/>
                </a:prstGeom>
              </p:spPr>
            </p:pic>
          </mc:Fallback>
        </mc:AlternateContent>
        <mc:AlternateContent xmlns:mc="http://schemas.openxmlformats.org/markup-compatibility/2006">
          <mc:Choice xmlns:p14="http://schemas.microsoft.com/office/powerpoint/2010/main" Requires="p14">
            <p:contentPart p14:bwMode="auto" r:id="rId336">
              <p14:nvContentPartPr>
                <p14:cNvPr id="168" name="Ink 167">
                  <a:extLst>
                    <a:ext uri="{FF2B5EF4-FFF2-40B4-BE49-F238E27FC236}">
                      <a16:creationId xmlns:a16="http://schemas.microsoft.com/office/drawing/2014/main" id="{179C082B-9A89-428D-F0D4-4D9A51D55288}"/>
                    </a:ext>
                  </a:extLst>
                </p14:cNvPr>
                <p14:cNvContentPartPr/>
                <p14:nvPr/>
              </p14:nvContentPartPr>
              <p14:xfrm>
                <a:off x="3692270" y="5752117"/>
                <a:ext cx="112680" cy="105840"/>
              </p14:xfrm>
            </p:contentPart>
          </mc:Choice>
          <mc:Fallback>
            <p:pic>
              <p:nvPicPr>
                <p:cNvPr id="168" name="Ink 167">
                  <a:extLst>
                    <a:ext uri="{FF2B5EF4-FFF2-40B4-BE49-F238E27FC236}">
                      <a16:creationId xmlns:a16="http://schemas.microsoft.com/office/drawing/2014/main" id="{179C082B-9A89-428D-F0D4-4D9A51D55288}"/>
                    </a:ext>
                  </a:extLst>
                </p:cNvPr>
                <p:cNvPicPr/>
                <p:nvPr/>
              </p:nvPicPr>
              <p:blipFill>
                <a:blip r:embed="rId337"/>
                <a:stretch>
                  <a:fillRect/>
                </a:stretch>
              </p:blipFill>
              <p:spPr>
                <a:xfrm>
                  <a:off x="3674270" y="5734117"/>
                  <a:ext cx="148320" cy="141480"/>
                </a:xfrm>
                <a:prstGeom prst="rect">
                  <a:avLst/>
                </a:prstGeom>
              </p:spPr>
            </p:pic>
          </mc:Fallback>
        </mc:AlternateContent>
        <mc:AlternateContent xmlns:mc="http://schemas.openxmlformats.org/markup-compatibility/2006">
          <mc:Choice xmlns:p14="http://schemas.microsoft.com/office/powerpoint/2010/main" Requires="p14">
            <p:contentPart p14:bwMode="auto" r:id="rId338">
              <p14:nvContentPartPr>
                <p14:cNvPr id="169" name="Ink 168">
                  <a:extLst>
                    <a:ext uri="{FF2B5EF4-FFF2-40B4-BE49-F238E27FC236}">
                      <a16:creationId xmlns:a16="http://schemas.microsoft.com/office/drawing/2014/main" id="{CA42EDE7-49D9-0C7F-3663-A105A5B8C698}"/>
                    </a:ext>
                  </a:extLst>
                </p14:cNvPr>
                <p14:cNvContentPartPr/>
                <p14:nvPr/>
              </p14:nvContentPartPr>
              <p14:xfrm>
                <a:off x="3793790" y="5721517"/>
                <a:ext cx="126000" cy="115560"/>
              </p14:xfrm>
            </p:contentPart>
          </mc:Choice>
          <mc:Fallback>
            <p:pic>
              <p:nvPicPr>
                <p:cNvPr id="169" name="Ink 168">
                  <a:extLst>
                    <a:ext uri="{FF2B5EF4-FFF2-40B4-BE49-F238E27FC236}">
                      <a16:creationId xmlns:a16="http://schemas.microsoft.com/office/drawing/2014/main" id="{CA42EDE7-49D9-0C7F-3663-A105A5B8C698}"/>
                    </a:ext>
                  </a:extLst>
                </p:cNvPr>
                <p:cNvPicPr/>
                <p:nvPr/>
              </p:nvPicPr>
              <p:blipFill>
                <a:blip r:embed="rId339"/>
                <a:stretch>
                  <a:fillRect/>
                </a:stretch>
              </p:blipFill>
              <p:spPr>
                <a:xfrm>
                  <a:off x="3775790" y="5703517"/>
                  <a:ext cx="161640" cy="151200"/>
                </a:xfrm>
                <a:prstGeom prst="rect">
                  <a:avLst/>
                </a:prstGeom>
              </p:spPr>
            </p:pic>
          </mc:Fallback>
        </mc:AlternateContent>
        <mc:AlternateContent xmlns:mc="http://schemas.openxmlformats.org/markup-compatibility/2006">
          <mc:Choice xmlns:p14="http://schemas.microsoft.com/office/powerpoint/2010/main" Requires="p14">
            <p:contentPart p14:bwMode="auto" r:id="rId340">
              <p14:nvContentPartPr>
                <p14:cNvPr id="179" name="Ink 178">
                  <a:extLst>
                    <a:ext uri="{FF2B5EF4-FFF2-40B4-BE49-F238E27FC236}">
                      <a16:creationId xmlns:a16="http://schemas.microsoft.com/office/drawing/2014/main" id="{01989BD7-5985-93FC-70B5-970DA8338801}"/>
                    </a:ext>
                  </a:extLst>
                </p14:cNvPr>
                <p14:cNvContentPartPr/>
                <p14:nvPr/>
              </p14:nvContentPartPr>
              <p14:xfrm>
                <a:off x="3549350" y="6278437"/>
                <a:ext cx="123480" cy="230040"/>
              </p14:xfrm>
            </p:contentPart>
          </mc:Choice>
          <mc:Fallback>
            <p:pic>
              <p:nvPicPr>
                <p:cNvPr id="179" name="Ink 178">
                  <a:extLst>
                    <a:ext uri="{FF2B5EF4-FFF2-40B4-BE49-F238E27FC236}">
                      <a16:creationId xmlns:a16="http://schemas.microsoft.com/office/drawing/2014/main" id="{01989BD7-5985-93FC-70B5-970DA8338801}"/>
                    </a:ext>
                  </a:extLst>
                </p:cNvPr>
                <p:cNvPicPr/>
                <p:nvPr/>
              </p:nvPicPr>
              <p:blipFill>
                <a:blip r:embed="rId341"/>
                <a:stretch>
                  <a:fillRect/>
                </a:stretch>
              </p:blipFill>
              <p:spPr>
                <a:xfrm>
                  <a:off x="3531402" y="6260437"/>
                  <a:ext cx="159016" cy="265680"/>
                </a:xfrm>
                <a:prstGeom prst="rect">
                  <a:avLst/>
                </a:prstGeom>
              </p:spPr>
            </p:pic>
          </mc:Fallback>
        </mc:AlternateContent>
        <mc:AlternateContent xmlns:mc="http://schemas.openxmlformats.org/markup-compatibility/2006">
          <mc:Choice xmlns:p14="http://schemas.microsoft.com/office/powerpoint/2010/main" Requires="p14">
            <p:contentPart p14:bwMode="auto" r:id="rId342">
              <p14:nvContentPartPr>
                <p14:cNvPr id="180" name="Ink 179">
                  <a:extLst>
                    <a:ext uri="{FF2B5EF4-FFF2-40B4-BE49-F238E27FC236}">
                      <a16:creationId xmlns:a16="http://schemas.microsoft.com/office/drawing/2014/main" id="{9A5BBB1D-99C6-3E80-61BB-9C5F0D604EC1}"/>
                    </a:ext>
                  </a:extLst>
                </p14:cNvPr>
                <p14:cNvContentPartPr/>
                <p14:nvPr/>
              </p14:nvContentPartPr>
              <p14:xfrm>
                <a:off x="3777230" y="6278797"/>
                <a:ext cx="73800" cy="128160"/>
              </p14:xfrm>
            </p:contentPart>
          </mc:Choice>
          <mc:Fallback>
            <p:pic>
              <p:nvPicPr>
                <p:cNvPr id="180" name="Ink 179">
                  <a:extLst>
                    <a:ext uri="{FF2B5EF4-FFF2-40B4-BE49-F238E27FC236}">
                      <a16:creationId xmlns:a16="http://schemas.microsoft.com/office/drawing/2014/main" id="{9A5BBB1D-99C6-3E80-61BB-9C5F0D604EC1}"/>
                    </a:ext>
                  </a:extLst>
                </p:cNvPr>
                <p:cNvPicPr/>
                <p:nvPr/>
              </p:nvPicPr>
              <p:blipFill>
                <a:blip r:embed="rId343"/>
                <a:stretch>
                  <a:fillRect/>
                </a:stretch>
              </p:blipFill>
              <p:spPr>
                <a:xfrm>
                  <a:off x="3759142" y="6260746"/>
                  <a:ext cx="109615" cy="163900"/>
                </a:xfrm>
                <a:prstGeom prst="rect">
                  <a:avLst/>
                </a:prstGeom>
              </p:spPr>
            </p:pic>
          </mc:Fallback>
        </mc:AlternateContent>
        <mc:AlternateContent xmlns:mc="http://schemas.openxmlformats.org/markup-compatibility/2006">
          <mc:Choice xmlns:p14="http://schemas.microsoft.com/office/powerpoint/2010/main" Requires="p14">
            <p:contentPart p14:bwMode="auto" r:id="rId344">
              <p14:nvContentPartPr>
                <p14:cNvPr id="181" name="Ink 180">
                  <a:extLst>
                    <a:ext uri="{FF2B5EF4-FFF2-40B4-BE49-F238E27FC236}">
                      <a16:creationId xmlns:a16="http://schemas.microsoft.com/office/drawing/2014/main" id="{FDE316B8-B791-4CF1-0B27-7E0F25611721}"/>
                    </a:ext>
                  </a:extLst>
                </p14:cNvPr>
                <p14:cNvContentPartPr/>
                <p14:nvPr/>
              </p14:nvContentPartPr>
              <p14:xfrm>
                <a:off x="3888110" y="6276277"/>
                <a:ext cx="155880" cy="68040"/>
              </p14:xfrm>
            </p:contentPart>
          </mc:Choice>
          <mc:Fallback>
            <p:pic>
              <p:nvPicPr>
                <p:cNvPr id="181" name="Ink 180">
                  <a:extLst>
                    <a:ext uri="{FF2B5EF4-FFF2-40B4-BE49-F238E27FC236}">
                      <a16:creationId xmlns:a16="http://schemas.microsoft.com/office/drawing/2014/main" id="{FDE316B8-B791-4CF1-0B27-7E0F25611721}"/>
                    </a:ext>
                  </a:extLst>
                </p:cNvPr>
                <p:cNvPicPr/>
                <p:nvPr/>
              </p:nvPicPr>
              <p:blipFill>
                <a:blip r:embed="rId345"/>
                <a:stretch>
                  <a:fillRect/>
                </a:stretch>
              </p:blipFill>
              <p:spPr>
                <a:xfrm>
                  <a:off x="3870110" y="6258277"/>
                  <a:ext cx="191520" cy="103680"/>
                </a:xfrm>
                <a:prstGeom prst="rect">
                  <a:avLst/>
                </a:prstGeom>
              </p:spPr>
            </p:pic>
          </mc:Fallback>
        </mc:AlternateContent>
        <mc:AlternateContent xmlns:mc="http://schemas.openxmlformats.org/markup-compatibility/2006">
          <mc:Choice xmlns:p14="http://schemas.microsoft.com/office/powerpoint/2010/main" Requires="p14">
            <p:contentPart p14:bwMode="auto" r:id="rId346">
              <p14:nvContentPartPr>
                <p14:cNvPr id="206" name="Ink 205">
                  <a:extLst>
                    <a:ext uri="{FF2B5EF4-FFF2-40B4-BE49-F238E27FC236}">
                      <a16:creationId xmlns:a16="http://schemas.microsoft.com/office/drawing/2014/main" id="{D0B54654-244C-0058-D2C6-A6AA0FB280BE}"/>
                    </a:ext>
                  </a:extLst>
                </p14:cNvPr>
                <p14:cNvContentPartPr/>
                <p14:nvPr/>
              </p14:nvContentPartPr>
              <p14:xfrm>
                <a:off x="125030" y="5581117"/>
                <a:ext cx="3042720" cy="98640"/>
              </p14:xfrm>
            </p:contentPart>
          </mc:Choice>
          <mc:Fallback>
            <p:pic>
              <p:nvPicPr>
                <p:cNvPr id="206" name="Ink 205">
                  <a:extLst>
                    <a:ext uri="{FF2B5EF4-FFF2-40B4-BE49-F238E27FC236}">
                      <a16:creationId xmlns:a16="http://schemas.microsoft.com/office/drawing/2014/main" id="{D0B54654-244C-0058-D2C6-A6AA0FB280BE}"/>
                    </a:ext>
                  </a:extLst>
                </p:cNvPr>
                <p:cNvPicPr/>
                <p:nvPr/>
              </p:nvPicPr>
              <p:blipFill>
                <a:blip r:embed="rId347"/>
                <a:stretch>
                  <a:fillRect/>
                </a:stretch>
              </p:blipFill>
              <p:spPr>
                <a:xfrm>
                  <a:off x="107030" y="5563117"/>
                  <a:ext cx="3078360" cy="134280"/>
                </a:xfrm>
                <a:prstGeom prst="rect">
                  <a:avLst/>
                </a:prstGeom>
              </p:spPr>
            </p:pic>
          </mc:Fallback>
        </mc:AlternateContent>
        <mc:AlternateContent xmlns:mc="http://schemas.openxmlformats.org/markup-compatibility/2006">
          <mc:Choice xmlns:p14="http://schemas.microsoft.com/office/powerpoint/2010/main" Requires="p14">
            <p:contentPart p14:bwMode="auto" r:id="rId348">
              <p14:nvContentPartPr>
                <p14:cNvPr id="207" name="Ink 206">
                  <a:extLst>
                    <a:ext uri="{FF2B5EF4-FFF2-40B4-BE49-F238E27FC236}">
                      <a16:creationId xmlns:a16="http://schemas.microsoft.com/office/drawing/2014/main" id="{D10BAFF6-3479-A7C5-EF1A-E75430E5DDE5}"/>
                    </a:ext>
                  </a:extLst>
                </p14:cNvPr>
                <p14:cNvContentPartPr/>
                <p14:nvPr/>
              </p14:nvContentPartPr>
              <p14:xfrm>
                <a:off x="3162350" y="5615677"/>
                <a:ext cx="88200" cy="1098360"/>
              </p14:xfrm>
            </p:contentPart>
          </mc:Choice>
          <mc:Fallback>
            <p:pic>
              <p:nvPicPr>
                <p:cNvPr id="207" name="Ink 206">
                  <a:extLst>
                    <a:ext uri="{FF2B5EF4-FFF2-40B4-BE49-F238E27FC236}">
                      <a16:creationId xmlns:a16="http://schemas.microsoft.com/office/drawing/2014/main" id="{D10BAFF6-3479-A7C5-EF1A-E75430E5DDE5}"/>
                    </a:ext>
                  </a:extLst>
                </p:cNvPr>
                <p:cNvPicPr/>
                <p:nvPr/>
              </p:nvPicPr>
              <p:blipFill>
                <a:blip r:embed="rId349"/>
                <a:stretch>
                  <a:fillRect/>
                </a:stretch>
              </p:blipFill>
              <p:spPr>
                <a:xfrm>
                  <a:off x="3144350" y="5597683"/>
                  <a:ext cx="123840" cy="1133988"/>
                </a:xfrm>
                <a:prstGeom prst="rect">
                  <a:avLst/>
                </a:prstGeom>
              </p:spPr>
            </p:pic>
          </mc:Fallback>
        </mc:AlternateContent>
        <mc:AlternateContent xmlns:mc="http://schemas.openxmlformats.org/markup-compatibility/2006">
          <mc:Choice xmlns:p14="http://schemas.microsoft.com/office/powerpoint/2010/main" Requires="p14">
            <p:contentPart p14:bwMode="auto" r:id="rId350">
              <p14:nvContentPartPr>
                <p14:cNvPr id="208" name="Ink 207">
                  <a:extLst>
                    <a:ext uri="{FF2B5EF4-FFF2-40B4-BE49-F238E27FC236}">
                      <a16:creationId xmlns:a16="http://schemas.microsoft.com/office/drawing/2014/main" id="{7C5B0DAA-8715-8895-0430-151A6D25A797}"/>
                    </a:ext>
                  </a:extLst>
                </p14:cNvPr>
                <p14:cNvContentPartPr/>
                <p14:nvPr/>
              </p14:nvContentPartPr>
              <p14:xfrm>
                <a:off x="243470" y="5920957"/>
                <a:ext cx="27720" cy="215280"/>
              </p14:xfrm>
            </p:contentPart>
          </mc:Choice>
          <mc:Fallback>
            <p:pic>
              <p:nvPicPr>
                <p:cNvPr id="208" name="Ink 207">
                  <a:extLst>
                    <a:ext uri="{FF2B5EF4-FFF2-40B4-BE49-F238E27FC236}">
                      <a16:creationId xmlns:a16="http://schemas.microsoft.com/office/drawing/2014/main" id="{7C5B0DAA-8715-8895-0430-151A6D25A797}"/>
                    </a:ext>
                  </a:extLst>
                </p:cNvPr>
                <p:cNvPicPr/>
                <p:nvPr/>
              </p:nvPicPr>
              <p:blipFill>
                <a:blip r:embed="rId351"/>
                <a:stretch>
                  <a:fillRect/>
                </a:stretch>
              </p:blipFill>
              <p:spPr>
                <a:xfrm>
                  <a:off x="225470" y="5902957"/>
                  <a:ext cx="63360" cy="250920"/>
                </a:xfrm>
                <a:prstGeom prst="rect">
                  <a:avLst/>
                </a:prstGeom>
              </p:spPr>
            </p:pic>
          </mc:Fallback>
        </mc:AlternateContent>
        <mc:AlternateContent xmlns:mc="http://schemas.openxmlformats.org/markup-compatibility/2006">
          <mc:Choice xmlns:p14="http://schemas.microsoft.com/office/powerpoint/2010/main" Requires="p14">
            <p:contentPart p14:bwMode="auto" r:id="rId352">
              <p14:nvContentPartPr>
                <p14:cNvPr id="209" name="Ink 208">
                  <a:extLst>
                    <a:ext uri="{FF2B5EF4-FFF2-40B4-BE49-F238E27FC236}">
                      <a16:creationId xmlns:a16="http://schemas.microsoft.com/office/drawing/2014/main" id="{A3D3564B-BA55-CF4D-51F8-0F82C01E56D6}"/>
                    </a:ext>
                  </a:extLst>
                </p14:cNvPr>
                <p14:cNvContentPartPr/>
                <p14:nvPr/>
              </p14:nvContentPartPr>
              <p14:xfrm>
                <a:off x="359030" y="5876317"/>
                <a:ext cx="117000" cy="178920"/>
              </p14:xfrm>
            </p:contentPart>
          </mc:Choice>
          <mc:Fallback>
            <p:pic>
              <p:nvPicPr>
                <p:cNvPr id="209" name="Ink 208">
                  <a:extLst>
                    <a:ext uri="{FF2B5EF4-FFF2-40B4-BE49-F238E27FC236}">
                      <a16:creationId xmlns:a16="http://schemas.microsoft.com/office/drawing/2014/main" id="{A3D3564B-BA55-CF4D-51F8-0F82C01E56D6}"/>
                    </a:ext>
                  </a:extLst>
                </p:cNvPr>
                <p:cNvPicPr/>
                <p:nvPr/>
              </p:nvPicPr>
              <p:blipFill>
                <a:blip r:embed="rId353"/>
                <a:stretch>
                  <a:fillRect/>
                </a:stretch>
              </p:blipFill>
              <p:spPr>
                <a:xfrm>
                  <a:off x="341030" y="5858317"/>
                  <a:ext cx="152640" cy="214560"/>
                </a:xfrm>
                <a:prstGeom prst="rect">
                  <a:avLst/>
                </a:prstGeom>
              </p:spPr>
            </p:pic>
          </mc:Fallback>
        </mc:AlternateContent>
        <mc:AlternateContent xmlns:mc="http://schemas.openxmlformats.org/markup-compatibility/2006">
          <mc:Choice xmlns:p14="http://schemas.microsoft.com/office/powerpoint/2010/main" Requires="p14">
            <p:contentPart p14:bwMode="auto" r:id="rId354">
              <p14:nvContentPartPr>
                <p14:cNvPr id="210" name="Ink 209">
                  <a:extLst>
                    <a:ext uri="{FF2B5EF4-FFF2-40B4-BE49-F238E27FC236}">
                      <a16:creationId xmlns:a16="http://schemas.microsoft.com/office/drawing/2014/main" id="{1748B7F1-7A8E-7A09-50A3-03C421318141}"/>
                    </a:ext>
                  </a:extLst>
                </p14:cNvPr>
                <p14:cNvContentPartPr/>
                <p14:nvPr/>
              </p14:nvContentPartPr>
              <p14:xfrm>
                <a:off x="314030" y="5980357"/>
                <a:ext cx="74520" cy="34920"/>
              </p14:xfrm>
            </p:contentPart>
          </mc:Choice>
          <mc:Fallback>
            <p:pic>
              <p:nvPicPr>
                <p:cNvPr id="210" name="Ink 209">
                  <a:extLst>
                    <a:ext uri="{FF2B5EF4-FFF2-40B4-BE49-F238E27FC236}">
                      <a16:creationId xmlns:a16="http://schemas.microsoft.com/office/drawing/2014/main" id="{1748B7F1-7A8E-7A09-50A3-03C421318141}"/>
                    </a:ext>
                  </a:extLst>
                </p:cNvPr>
                <p:cNvPicPr/>
                <p:nvPr/>
              </p:nvPicPr>
              <p:blipFill>
                <a:blip r:embed="rId355"/>
                <a:stretch>
                  <a:fillRect/>
                </a:stretch>
              </p:blipFill>
              <p:spPr>
                <a:xfrm>
                  <a:off x="296030" y="5962357"/>
                  <a:ext cx="110160" cy="70560"/>
                </a:xfrm>
                <a:prstGeom prst="rect">
                  <a:avLst/>
                </a:prstGeom>
              </p:spPr>
            </p:pic>
          </mc:Fallback>
        </mc:AlternateContent>
        <mc:AlternateContent xmlns:mc="http://schemas.openxmlformats.org/markup-compatibility/2006">
          <mc:Choice xmlns:p14="http://schemas.microsoft.com/office/powerpoint/2010/main" Requires="p14">
            <p:contentPart p14:bwMode="auto" r:id="rId356">
              <p14:nvContentPartPr>
                <p14:cNvPr id="211" name="Ink 210">
                  <a:extLst>
                    <a:ext uri="{FF2B5EF4-FFF2-40B4-BE49-F238E27FC236}">
                      <a16:creationId xmlns:a16="http://schemas.microsoft.com/office/drawing/2014/main" id="{8A5CAE45-939C-F40E-675A-8975C3613955}"/>
                    </a:ext>
                  </a:extLst>
                </p14:cNvPr>
                <p14:cNvContentPartPr/>
                <p14:nvPr/>
              </p14:nvContentPartPr>
              <p14:xfrm>
                <a:off x="521030" y="5897917"/>
                <a:ext cx="110160" cy="128520"/>
              </p14:xfrm>
            </p:contentPart>
          </mc:Choice>
          <mc:Fallback>
            <p:pic>
              <p:nvPicPr>
                <p:cNvPr id="211" name="Ink 210">
                  <a:extLst>
                    <a:ext uri="{FF2B5EF4-FFF2-40B4-BE49-F238E27FC236}">
                      <a16:creationId xmlns:a16="http://schemas.microsoft.com/office/drawing/2014/main" id="{8A5CAE45-939C-F40E-675A-8975C3613955}"/>
                    </a:ext>
                  </a:extLst>
                </p:cNvPr>
                <p:cNvPicPr/>
                <p:nvPr/>
              </p:nvPicPr>
              <p:blipFill>
                <a:blip r:embed="rId357"/>
                <a:stretch>
                  <a:fillRect/>
                </a:stretch>
              </p:blipFill>
              <p:spPr>
                <a:xfrm>
                  <a:off x="503030" y="5879917"/>
                  <a:ext cx="145800" cy="164160"/>
                </a:xfrm>
                <a:prstGeom prst="rect">
                  <a:avLst/>
                </a:prstGeom>
              </p:spPr>
            </p:pic>
          </mc:Fallback>
        </mc:AlternateContent>
        <mc:AlternateContent xmlns:mc="http://schemas.openxmlformats.org/markup-compatibility/2006">
          <mc:Choice xmlns:p14="http://schemas.microsoft.com/office/powerpoint/2010/main" Requires="p14">
            <p:contentPart p14:bwMode="auto" r:id="rId358">
              <p14:nvContentPartPr>
                <p14:cNvPr id="212" name="Ink 211">
                  <a:extLst>
                    <a:ext uri="{FF2B5EF4-FFF2-40B4-BE49-F238E27FC236}">
                      <a16:creationId xmlns:a16="http://schemas.microsoft.com/office/drawing/2014/main" id="{5D242571-F438-5282-B72F-8431CEA708F5}"/>
                    </a:ext>
                  </a:extLst>
                </p14:cNvPr>
                <p14:cNvContentPartPr/>
                <p14:nvPr/>
              </p14:nvContentPartPr>
              <p14:xfrm>
                <a:off x="671870" y="5900077"/>
                <a:ext cx="61560" cy="84600"/>
              </p14:xfrm>
            </p:contentPart>
          </mc:Choice>
          <mc:Fallback>
            <p:pic>
              <p:nvPicPr>
                <p:cNvPr id="212" name="Ink 211">
                  <a:extLst>
                    <a:ext uri="{FF2B5EF4-FFF2-40B4-BE49-F238E27FC236}">
                      <a16:creationId xmlns:a16="http://schemas.microsoft.com/office/drawing/2014/main" id="{5D242571-F438-5282-B72F-8431CEA708F5}"/>
                    </a:ext>
                  </a:extLst>
                </p:cNvPr>
                <p:cNvPicPr/>
                <p:nvPr/>
              </p:nvPicPr>
              <p:blipFill>
                <a:blip r:embed="rId359"/>
                <a:stretch>
                  <a:fillRect/>
                </a:stretch>
              </p:blipFill>
              <p:spPr>
                <a:xfrm>
                  <a:off x="653870" y="5882153"/>
                  <a:ext cx="97200" cy="120089"/>
                </a:xfrm>
                <a:prstGeom prst="rect">
                  <a:avLst/>
                </a:prstGeom>
              </p:spPr>
            </p:pic>
          </mc:Fallback>
        </mc:AlternateContent>
        <mc:AlternateContent xmlns:mc="http://schemas.openxmlformats.org/markup-compatibility/2006">
          <mc:Choice xmlns:p14="http://schemas.microsoft.com/office/powerpoint/2010/main" Requires="p14">
            <p:contentPart p14:bwMode="auto" r:id="rId360">
              <p14:nvContentPartPr>
                <p14:cNvPr id="213" name="Ink 212">
                  <a:extLst>
                    <a:ext uri="{FF2B5EF4-FFF2-40B4-BE49-F238E27FC236}">
                      <a16:creationId xmlns:a16="http://schemas.microsoft.com/office/drawing/2014/main" id="{C6C69CC3-5C52-D47C-F33F-BA56E6F1BC7E}"/>
                    </a:ext>
                  </a:extLst>
                </p14:cNvPr>
                <p14:cNvContentPartPr/>
                <p14:nvPr/>
              </p14:nvContentPartPr>
              <p14:xfrm>
                <a:off x="833510" y="5771557"/>
                <a:ext cx="100800" cy="259920"/>
              </p14:xfrm>
            </p:contentPart>
          </mc:Choice>
          <mc:Fallback>
            <p:pic>
              <p:nvPicPr>
                <p:cNvPr id="213" name="Ink 212">
                  <a:extLst>
                    <a:ext uri="{FF2B5EF4-FFF2-40B4-BE49-F238E27FC236}">
                      <a16:creationId xmlns:a16="http://schemas.microsoft.com/office/drawing/2014/main" id="{C6C69CC3-5C52-D47C-F33F-BA56E6F1BC7E}"/>
                    </a:ext>
                  </a:extLst>
                </p:cNvPr>
                <p:cNvPicPr/>
                <p:nvPr/>
              </p:nvPicPr>
              <p:blipFill>
                <a:blip r:embed="rId361"/>
                <a:stretch>
                  <a:fillRect/>
                </a:stretch>
              </p:blipFill>
              <p:spPr>
                <a:xfrm>
                  <a:off x="815510" y="5753532"/>
                  <a:ext cx="136440" cy="295609"/>
                </a:xfrm>
                <a:prstGeom prst="rect">
                  <a:avLst/>
                </a:prstGeom>
              </p:spPr>
            </p:pic>
          </mc:Fallback>
        </mc:AlternateContent>
        <mc:AlternateContent xmlns:mc="http://schemas.openxmlformats.org/markup-compatibility/2006">
          <mc:Choice xmlns:p14="http://schemas.microsoft.com/office/powerpoint/2010/main" Requires="p14">
            <p:contentPart p14:bwMode="auto" r:id="rId362">
              <p14:nvContentPartPr>
                <p14:cNvPr id="214" name="Ink 213">
                  <a:extLst>
                    <a:ext uri="{FF2B5EF4-FFF2-40B4-BE49-F238E27FC236}">
                      <a16:creationId xmlns:a16="http://schemas.microsoft.com/office/drawing/2014/main" id="{342C3C66-8D39-4458-9ADF-F000E2A8CF83}"/>
                    </a:ext>
                  </a:extLst>
                </p14:cNvPr>
                <p14:cNvContentPartPr/>
                <p14:nvPr/>
              </p14:nvContentPartPr>
              <p14:xfrm>
                <a:off x="1021790" y="5940757"/>
                <a:ext cx="158040" cy="86040"/>
              </p14:xfrm>
            </p:contentPart>
          </mc:Choice>
          <mc:Fallback>
            <p:pic>
              <p:nvPicPr>
                <p:cNvPr id="214" name="Ink 213">
                  <a:extLst>
                    <a:ext uri="{FF2B5EF4-FFF2-40B4-BE49-F238E27FC236}">
                      <a16:creationId xmlns:a16="http://schemas.microsoft.com/office/drawing/2014/main" id="{342C3C66-8D39-4458-9ADF-F000E2A8CF83}"/>
                    </a:ext>
                  </a:extLst>
                </p:cNvPr>
                <p:cNvPicPr/>
                <p:nvPr/>
              </p:nvPicPr>
              <p:blipFill>
                <a:blip r:embed="rId363"/>
                <a:stretch>
                  <a:fillRect/>
                </a:stretch>
              </p:blipFill>
              <p:spPr>
                <a:xfrm>
                  <a:off x="1003790" y="5922681"/>
                  <a:ext cx="193680" cy="121830"/>
                </a:xfrm>
                <a:prstGeom prst="rect">
                  <a:avLst/>
                </a:prstGeom>
              </p:spPr>
            </p:pic>
          </mc:Fallback>
        </mc:AlternateContent>
        <mc:AlternateContent xmlns:mc="http://schemas.openxmlformats.org/markup-compatibility/2006">
          <mc:Choice xmlns:p14="http://schemas.microsoft.com/office/powerpoint/2010/main" Requires="p14">
            <p:contentPart p14:bwMode="auto" r:id="rId364">
              <p14:nvContentPartPr>
                <p14:cNvPr id="215" name="Ink 214">
                  <a:extLst>
                    <a:ext uri="{FF2B5EF4-FFF2-40B4-BE49-F238E27FC236}">
                      <a16:creationId xmlns:a16="http://schemas.microsoft.com/office/drawing/2014/main" id="{7CD48CD6-512B-4F1F-CEFE-5FF190DB922E}"/>
                    </a:ext>
                  </a:extLst>
                </p14:cNvPr>
                <p14:cNvContentPartPr/>
                <p14:nvPr/>
              </p14:nvContentPartPr>
              <p14:xfrm>
                <a:off x="1238870" y="5898277"/>
                <a:ext cx="117720" cy="93600"/>
              </p14:xfrm>
            </p:contentPart>
          </mc:Choice>
          <mc:Fallback>
            <p:pic>
              <p:nvPicPr>
                <p:cNvPr id="215" name="Ink 214">
                  <a:extLst>
                    <a:ext uri="{FF2B5EF4-FFF2-40B4-BE49-F238E27FC236}">
                      <a16:creationId xmlns:a16="http://schemas.microsoft.com/office/drawing/2014/main" id="{7CD48CD6-512B-4F1F-CEFE-5FF190DB922E}"/>
                    </a:ext>
                  </a:extLst>
                </p:cNvPr>
                <p:cNvPicPr/>
                <p:nvPr/>
              </p:nvPicPr>
              <p:blipFill>
                <a:blip r:embed="rId365"/>
                <a:stretch>
                  <a:fillRect/>
                </a:stretch>
              </p:blipFill>
              <p:spPr>
                <a:xfrm>
                  <a:off x="1220925" y="5880277"/>
                  <a:ext cx="153251" cy="129240"/>
                </a:xfrm>
                <a:prstGeom prst="rect">
                  <a:avLst/>
                </a:prstGeom>
              </p:spPr>
            </p:pic>
          </mc:Fallback>
        </mc:AlternateContent>
        <mc:AlternateContent xmlns:mc="http://schemas.openxmlformats.org/markup-compatibility/2006">
          <mc:Choice xmlns:p14="http://schemas.microsoft.com/office/powerpoint/2010/main" Requires="p14">
            <p:contentPart p14:bwMode="auto" r:id="rId366">
              <p14:nvContentPartPr>
                <p14:cNvPr id="216" name="Ink 215">
                  <a:extLst>
                    <a:ext uri="{FF2B5EF4-FFF2-40B4-BE49-F238E27FC236}">
                      <a16:creationId xmlns:a16="http://schemas.microsoft.com/office/drawing/2014/main" id="{492E08F4-DA79-F2A3-0008-FAC2BD555A8C}"/>
                    </a:ext>
                  </a:extLst>
                </p14:cNvPr>
                <p14:cNvContentPartPr/>
                <p14:nvPr/>
              </p14:nvContentPartPr>
              <p14:xfrm>
                <a:off x="1390070" y="5874877"/>
                <a:ext cx="71280" cy="84960"/>
              </p14:xfrm>
            </p:contentPart>
          </mc:Choice>
          <mc:Fallback>
            <p:pic>
              <p:nvPicPr>
                <p:cNvPr id="216" name="Ink 215">
                  <a:extLst>
                    <a:ext uri="{FF2B5EF4-FFF2-40B4-BE49-F238E27FC236}">
                      <a16:creationId xmlns:a16="http://schemas.microsoft.com/office/drawing/2014/main" id="{492E08F4-DA79-F2A3-0008-FAC2BD555A8C}"/>
                    </a:ext>
                  </a:extLst>
                </p:cNvPr>
                <p:cNvPicPr/>
                <p:nvPr/>
              </p:nvPicPr>
              <p:blipFill>
                <a:blip r:embed="rId367"/>
                <a:stretch>
                  <a:fillRect/>
                </a:stretch>
              </p:blipFill>
              <p:spPr>
                <a:xfrm>
                  <a:off x="1372070" y="5856877"/>
                  <a:ext cx="106920" cy="120600"/>
                </a:xfrm>
                <a:prstGeom prst="rect">
                  <a:avLst/>
                </a:prstGeom>
              </p:spPr>
            </p:pic>
          </mc:Fallback>
        </mc:AlternateContent>
        <mc:AlternateContent xmlns:mc="http://schemas.openxmlformats.org/markup-compatibility/2006">
          <mc:Choice xmlns:p14="http://schemas.microsoft.com/office/powerpoint/2010/main" Requires="p14">
            <p:contentPart p14:bwMode="auto" r:id="rId368">
              <p14:nvContentPartPr>
                <p14:cNvPr id="217" name="Ink 216">
                  <a:extLst>
                    <a:ext uri="{FF2B5EF4-FFF2-40B4-BE49-F238E27FC236}">
                      <a16:creationId xmlns:a16="http://schemas.microsoft.com/office/drawing/2014/main" id="{E9761BAB-1C37-835B-563A-B8A201415BB6}"/>
                    </a:ext>
                  </a:extLst>
                </p14:cNvPr>
                <p14:cNvContentPartPr/>
                <p14:nvPr/>
              </p14:nvContentPartPr>
              <p14:xfrm>
                <a:off x="1549910" y="5897197"/>
                <a:ext cx="82440" cy="69120"/>
              </p14:xfrm>
            </p:contentPart>
          </mc:Choice>
          <mc:Fallback>
            <p:pic>
              <p:nvPicPr>
                <p:cNvPr id="217" name="Ink 216">
                  <a:extLst>
                    <a:ext uri="{FF2B5EF4-FFF2-40B4-BE49-F238E27FC236}">
                      <a16:creationId xmlns:a16="http://schemas.microsoft.com/office/drawing/2014/main" id="{E9761BAB-1C37-835B-563A-B8A201415BB6}"/>
                    </a:ext>
                  </a:extLst>
                </p:cNvPr>
                <p:cNvPicPr/>
                <p:nvPr/>
              </p:nvPicPr>
              <p:blipFill>
                <a:blip r:embed="rId369"/>
                <a:stretch>
                  <a:fillRect/>
                </a:stretch>
              </p:blipFill>
              <p:spPr>
                <a:xfrm>
                  <a:off x="1531910" y="5879197"/>
                  <a:ext cx="118080" cy="104760"/>
                </a:xfrm>
                <a:prstGeom prst="rect">
                  <a:avLst/>
                </a:prstGeom>
              </p:spPr>
            </p:pic>
          </mc:Fallback>
        </mc:AlternateContent>
        <mc:AlternateContent xmlns:mc="http://schemas.openxmlformats.org/markup-compatibility/2006">
          <mc:Choice xmlns:p14="http://schemas.microsoft.com/office/powerpoint/2010/main" Requires="p14">
            <p:contentPart p14:bwMode="auto" r:id="rId370">
              <p14:nvContentPartPr>
                <p14:cNvPr id="218" name="Ink 217">
                  <a:extLst>
                    <a:ext uri="{FF2B5EF4-FFF2-40B4-BE49-F238E27FC236}">
                      <a16:creationId xmlns:a16="http://schemas.microsoft.com/office/drawing/2014/main" id="{8DBA9575-0208-A1EE-520F-81C017E2737B}"/>
                    </a:ext>
                  </a:extLst>
                </p14:cNvPr>
                <p14:cNvContentPartPr/>
                <p14:nvPr/>
              </p14:nvContentPartPr>
              <p14:xfrm>
                <a:off x="1960670" y="5762557"/>
                <a:ext cx="102600" cy="253080"/>
              </p14:xfrm>
            </p:contentPart>
          </mc:Choice>
          <mc:Fallback>
            <p:pic>
              <p:nvPicPr>
                <p:cNvPr id="218" name="Ink 217">
                  <a:extLst>
                    <a:ext uri="{FF2B5EF4-FFF2-40B4-BE49-F238E27FC236}">
                      <a16:creationId xmlns:a16="http://schemas.microsoft.com/office/drawing/2014/main" id="{8DBA9575-0208-A1EE-520F-81C017E2737B}"/>
                    </a:ext>
                  </a:extLst>
                </p:cNvPr>
                <p:cNvPicPr/>
                <p:nvPr/>
              </p:nvPicPr>
              <p:blipFill>
                <a:blip r:embed="rId371"/>
                <a:stretch>
                  <a:fillRect/>
                </a:stretch>
              </p:blipFill>
              <p:spPr>
                <a:xfrm>
                  <a:off x="1942670" y="5744557"/>
                  <a:ext cx="138240" cy="288720"/>
                </a:xfrm>
                <a:prstGeom prst="rect">
                  <a:avLst/>
                </a:prstGeom>
              </p:spPr>
            </p:pic>
          </mc:Fallback>
        </mc:AlternateContent>
        <mc:AlternateContent xmlns:mc="http://schemas.openxmlformats.org/markup-compatibility/2006">
          <mc:Choice xmlns:p14="http://schemas.microsoft.com/office/powerpoint/2010/main" Requires="p14">
            <p:contentPart p14:bwMode="auto" r:id="rId372">
              <p14:nvContentPartPr>
                <p14:cNvPr id="219" name="Ink 218">
                  <a:extLst>
                    <a:ext uri="{FF2B5EF4-FFF2-40B4-BE49-F238E27FC236}">
                      <a16:creationId xmlns:a16="http://schemas.microsoft.com/office/drawing/2014/main" id="{F48A1433-0CBB-6F21-09FD-A6F1F08B0E79}"/>
                    </a:ext>
                  </a:extLst>
                </p14:cNvPr>
                <p14:cNvContentPartPr/>
                <p14:nvPr/>
              </p14:nvContentPartPr>
              <p14:xfrm>
                <a:off x="2141750" y="5818717"/>
                <a:ext cx="120600" cy="147240"/>
              </p14:xfrm>
            </p:contentPart>
          </mc:Choice>
          <mc:Fallback>
            <p:pic>
              <p:nvPicPr>
                <p:cNvPr id="219" name="Ink 218">
                  <a:extLst>
                    <a:ext uri="{FF2B5EF4-FFF2-40B4-BE49-F238E27FC236}">
                      <a16:creationId xmlns:a16="http://schemas.microsoft.com/office/drawing/2014/main" id="{F48A1433-0CBB-6F21-09FD-A6F1F08B0E79}"/>
                    </a:ext>
                  </a:extLst>
                </p:cNvPr>
                <p:cNvPicPr/>
                <p:nvPr/>
              </p:nvPicPr>
              <p:blipFill>
                <a:blip r:embed="rId373"/>
                <a:stretch>
                  <a:fillRect/>
                </a:stretch>
              </p:blipFill>
              <p:spPr>
                <a:xfrm>
                  <a:off x="2123750" y="5800717"/>
                  <a:ext cx="156240" cy="182880"/>
                </a:xfrm>
                <a:prstGeom prst="rect">
                  <a:avLst/>
                </a:prstGeom>
              </p:spPr>
            </p:pic>
          </mc:Fallback>
        </mc:AlternateContent>
        <mc:AlternateContent xmlns:mc="http://schemas.openxmlformats.org/markup-compatibility/2006">
          <mc:Choice xmlns:p14="http://schemas.microsoft.com/office/powerpoint/2010/main" Requires="p14">
            <p:contentPart p14:bwMode="auto" r:id="rId374">
              <p14:nvContentPartPr>
                <p14:cNvPr id="220" name="Ink 219">
                  <a:extLst>
                    <a:ext uri="{FF2B5EF4-FFF2-40B4-BE49-F238E27FC236}">
                      <a16:creationId xmlns:a16="http://schemas.microsoft.com/office/drawing/2014/main" id="{B8E4C082-49D9-C9B8-A1A8-A6B403C15B7C}"/>
                    </a:ext>
                  </a:extLst>
                </p14:cNvPr>
                <p14:cNvContentPartPr/>
                <p14:nvPr/>
              </p14:nvContentPartPr>
              <p14:xfrm>
                <a:off x="2244710" y="5832037"/>
                <a:ext cx="24120" cy="184680"/>
              </p14:xfrm>
            </p:contentPart>
          </mc:Choice>
          <mc:Fallback>
            <p:pic>
              <p:nvPicPr>
                <p:cNvPr id="220" name="Ink 219">
                  <a:extLst>
                    <a:ext uri="{FF2B5EF4-FFF2-40B4-BE49-F238E27FC236}">
                      <a16:creationId xmlns:a16="http://schemas.microsoft.com/office/drawing/2014/main" id="{B8E4C082-49D9-C9B8-A1A8-A6B403C15B7C}"/>
                    </a:ext>
                  </a:extLst>
                </p:cNvPr>
                <p:cNvPicPr/>
                <p:nvPr/>
              </p:nvPicPr>
              <p:blipFill>
                <a:blip r:embed="rId375"/>
                <a:stretch>
                  <a:fillRect/>
                </a:stretch>
              </p:blipFill>
              <p:spPr>
                <a:xfrm>
                  <a:off x="2226710" y="5814037"/>
                  <a:ext cx="59760" cy="220320"/>
                </a:xfrm>
                <a:prstGeom prst="rect">
                  <a:avLst/>
                </a:prstGeom>
              </p:spPr>
            </p:pic>
          </mc:Fallback>
        </mc:AlternateContent>
        <mc:AlternateContent xmlns:mc="http://schemas.openxmlformats.org/markup-compatibility/2006">
          <mc:Choice xmlns:p14="http://schemas.microsoft.com/office/powerpoint/2010/main" Requires="p14">
            <p:contentPart p14:bwMode="auto" r:id="rId376">
              <p14:nvContentPartPr>
                <p14:cNvPr id="221" name="Ink 220">
                  <a:extLst>
                    <a:ext uri="{FF2B5EF4-FFF2-40B4-BE49-F238E27FC236}">
                      <a16:creationId xmlns:a16="http://schemas.microsoft.com/office/drawing/2014/main" id="{471DB7A9-1AAD-E4D8-99A1-74379DB47CE7}"/>
                    </a:ext>
                  </a:extLst>
                </p14:cNvPr>
                <p14:cNvContentPartPr/>
                <p14:nvPr/>
              </p14:nvContentPartPr>
              <p14:xfrm>
                <a:off x="2385470" y="5820517"/>
                <a:ext cx="27720" cy="146880"/>
              </p14:xfrm>
            </p:contentPart>
          </mc:Choice>
          <mc:Fallback>
            <p:pic>
              <p:nvPicPr>
                <p:cNvPr id="221" name="Ink 220">
                  <a:extLst>
                    <a:ext uri="{FF2B5EF4-FFF2-40B4-BE49-F238E27FC236}">
                      <a16:creationId xmlns:a16="http://schemas.microsoft.com/office/drawing/2014/main" id="{471DB7A9-1AAD-E4D8-99A1-74379DB47CE7}"/>
                    </a:ext>
                  </a:extLst>
                </p:cNvPr>
                <p:cNvPicPr/>
                <p:nvPr/>
              </p:nvPicPr>
              <p:blipFill>
                <a:blip r:embed="rId377"/>
                <a:stretch>
                  <a:fillRect/>
                </a:stretch>
              </p:blipFill>
              <p:spPr>
                <a:xfrm>
                  <a:off x="2367470" y="5802517"/>
                  <a:ext cx="63360" cy="182520"/>
                </a:xfrm>
                <a:prstGeom prst="rect">
                  <a:avLst/>
                </a:prstGeom>
              </p:spPr>
            </p:pic>
          </mc:Fallback>
        </mc:AlternateContent>
        <mc:AlternateContent xmlns:mc="http://schemas.openxmlformats.org/markup-compatibility/2006">
          <mc:Choice xmlns:p14="http://schemas.microsoft.com/office/powerpoint/2010/main" Requires="p14">
            <p:contentPart p14:bwMode="auto" r:id="rId378">
              <p14:nvContentPartPr>
                <p14:cNvPr id="222" name="Ink 221">
                  <a:extLst>
                    <a:ext uri="{FF2B5EF4-FFF2-40B4-BE49-F238E27FC236}">
                      <a16:creationId xmlns:a16="http://schemas.microsoft.com/office/drawing/2014/main" id="{E5671B2B-7C01-B9E0-4F49-91CB466BA937}"/>
                    </a:ext>
                  </a:extLst>
                </p14:cNvPr>
                <p14:cNvContentPartPr/>
                <p14:nvPr/>
              </p14:nvContentPartPr>
              <p14:xfrm>
                <a:off x="2417510" y="5808277"/>
                <a:ext cx="157320" cy="127440"/>
              </p14:xfrm>
            </p:contentPart>
          </mc:Choice>
          <mc:Fallback>
            <p:pic>
              <p:nvPicPr>
                <p:cNvPr id="222" name="Ink 221">
                  <a:extLst>
                    <a:ext uri="{FF2B5EF4-FFF2-40B4-BE49-F238E27FC236}">
                      <a16:creationId xmlns:a16="http://schemas.microsoft.com/office/drawing/2014/main" id="{E5671B2B-7C01-B9E0-4F49-91CB466BA937}"/>
                    </a:ext>
                  </a:extLst>
                </p:cNvPr>
                <p:cNvPicPr/>
                <p:nvPr/>
              </p:nvPicPr>
              <p:blipFill>
                <a:blip r:embed="rId379"/>
                <a:stretch>
                  <a:fillRect/>
                </a:stretch>
              </p:blipFill>
              <p:spPr>
                <a:xfrm>
                  <a:off x="2399510" y="5790226"/>
                  <a:ext cx="192960" cy="163181"/>
                </a:xfrm>
                <a:prstGeom prst="rect">
                  <a:avLst/>
                </a:prstGeom>
              </p:spPr>
            </p:pic>
          </mc:Fallback>
        </mc:AlternateContent>
        <mc:AlternateContent xmlns:mc="http://schemas.openxmlformats.org/markup-compatibility/2006">
          <mc:Choice xmlns:p14="http://schemas.microsoft.com/office/powerpoint/2010/main" Requires="p14">
            <p:contentPart p14:bwMode="auto" r:id="rId380">
              <p14:nvContentPartPr>
                <p14:cNvPr id="223" name="Ink 222">
                  <a:extLst>
                    <a:ext uri="{FF2B5EF4-FFF2-40B4-BE49-F238E27FC236}">
                      <a16:creationId xmlns:a16="http://schemas.microsoft.com/office/drawing/2014/main" id="{3A0B6ECC-2C2B-27EE-27B1-331CAD50380A}"/>
                    </a:ext>
                  </a:extLst>
                </p14:cNvPr>
                <p14:cNvContentPartPr/>
                <p14:nvPr/>
              </p14:nvContentPartPr>
              <p14:xfrm>
                <a:off x="2637830" y="5792437"/>
                <a:ext cx="60480" cy="218880"/>
              </p14:xfrm>
            </p:contentPart>
          </mc:Choice>
          <mc:Fallback>
            <p:pic>
              <p:nvPicPr>
                <p:cNvPr id="223" name="Ink 222">
                  <a:extLst>
                    <a:ext uri="{FF2B5EF4-FFF2-40B4-BE49-F238E27FC236}">
                      <a16:creationId xmlns:a16="http://schemas.microsoft.com/office/drawing/2014/main" id="{3A0B6ECC-2C2B-27EE-27B1-331CAD50380A}"/>
                    </a:ext>
                  </a:extLst>
                </p:cNvPr>
                <p:cNvPicPr/>
                <p:nvPr/>
              </p:nvPicPr>
              <p:blipFill>
                <a:blip r:embed="rId381"/>
                <a:stretch>
                  <a:fillRect/>
                </a:stretch>
              </p:blipFill>
              <p:spPr>
                <a:xfrm>
                  <a:off x="2619830" y="5774437"/>
                  <a:ext cx="96120" cy="254520"/>
                </a:xfrm>
                <a:prstGeom prst="rect">
                  <a:avLst/>
                </a:prstGeom>
              </p:spPr>
            </p:pic>
          </mc:Fallback>
        </mc:AlternateContent>
        <mc:AlternateContent xmlns:mc="http://schemas.openxmlformats.org/markup-compatibility/2006">
          <mc:Choice xmlns:p14="http://schemas.microsoft.com/office/powerpoint/2010/main" Requires="p14">
            <p:contentPart p14:bwMode="auto" r:id="rId382">
              <p14:nvContentPartPr>
                <p14:cNvPr id="224" name="Ink 223">
                  <a:extLst>
                    <a:ext uri="{FF2B5EF4-FFF2-40B4-BE49-F238E27FC236}">
                      <a16:creationId xmlns:a16="http://schemas.microsoft.com/office/drawing/2014/main" id="{DF3DF2F7-10DA-A9FC-0734-9FB78D1EEADC}"/>
                    </a:ext>
                  </a:extLst>
                </p14:cNvPr>
                <p14:cNvContentPartPr/>
                <p14:nvPr/>
              </p14:nvContentPartPr>
              <p14:xfrm>
                <a:off x="2782190" y="5748877"/>
                <a:ext cx="43560" cy="217440"/>
              </p14:xfrm>
            </p:contentPart>
          </mc:Choice>
          <mc:Fallback>
            <p:pic>
              <p:nvPicPr>
                <p:cNvPr id="224" name="Ink 223">
                  <a:extLst>
                    <a:ext uri="{FF2B5EF4-FFF2-40B4-BE49-F238E27FC236}">
                      <a16:creationId xmlns:a16="http://schemas.microsoft.com/office/drawing/2014/main" id="{DF3DF2F7-10DA-A9FC-0734-9FB78D1EEADC}"/>
                    </a:ext>
                  </a:extLst>
                </p:cNvPr>
                <p:cNvPicPr/>
                <p:nvPr/>
              </p:nvPicPr>
              <p:blipFill>
                <a:blip r:embed="rId383"/>
                <a:stretch>
                  <a:fillRect/>
                </a:stretch>
              </p:blipFill>
              <p:spPr>
                <a:xfrm>
                  <a:off x="2764190" y="5730847"/>
                  <a:ext cx="79200" cy="253139"/>
                </a:xfrm>
                <a:prstGeom prst="rect">
                  <a:avLst/>
                </a:prstGeom>
              </p:spPr>
            </p:pic>
          </mc:Fallback>
        </mc:AlternateContent>
        <mc:AlternateContent xmlns:mc="http://schemas.openxmlformats.org/markup-compatibility/2006">
          <mc:Choice xmlns:p14="http://schemas.microsoft.com/office/powerpoint/2010/main" Requires="p14">
            <p:contentPart p14:bwMode="auto" r:id="rId384">
              <p14:nvContentPartPr>
                <p14:cNvPr id="225" name="Ink 224">
                  <a:extLst>
                    <a:ext uri="{FF2B5EF4-FFF2-40B4-BE49-F238E27FC236}">
                      <a16:creationId xmlns:a16="http://schemas.microsoft.com/office/drawing/2014/main" id="{FF196916-862C-C812-2473-73AE951B2F19}"/>
                    </a:ext>
                  </a:extLst>
                </p14:cNvPr>
                <p14:cNvContentPartPr/>
                <p14:nvPr/>
              </p14:nvContentPartPr>
              <p14:xfrm>
                <a:off x="2704790" y="5868397"/>
                <a:ext cx="132120" cy="60480"/>
              </p14:xfrm>
            </p:contentPart>
          </mc:Choice>
          <mc:Fallback>
            <p:pic>
              <p:nvPicPr>
                <p:cNvPr id="225" name="Ink 224">
                  <a:extLst>
                    <a:ext uri="{FF2B5EF4-FFF2-40B4-BE49-F238E27FC236}">
                      <a16:creationId xmlns:a16="http://schemas.microsoft.com/office/drawing/2014/main" id="{FF196916-862C-C812-2473-73AE951B2F19}"/>
                    </a:ext>
                  </a:extLst>
                </p:cNvPr>
                <p:cNvPicPr/>
                <p:nvPr/>
              </p:nvPicPr>
              <p:blipFill>
                <a:blip r:embed="rId385"/>
                <a:stretch>
                  <a:fillRect/>
                </a:stretch>
              </p:blipFill>
              <p:spPr>
                <a:xfrm>
                  <a:off x="2686790" y="5850397"/>
                  <a:ext cx="167760" cy="96120"/>
                </a:xfrm>
                <a:prstGeom prst="rect">
                  <a:avLst/>
                </a:prstGeom>
              </p:spPr>
            </p:pic>
          </mc:Fallback>
        </mc:AlternateContent>
        <mc:AlternateContent xmlns:mc="http://schemas.openxmlformats.org/markup-compatibility/2006">
          <mc:Choice xmlns:p14="http://schemas.microsoft.com/office/powerpoint/2010/main" Requires="p14">
            <p:contentPart p14:bwMode="auto" r:id="rId386">
              <p14:nvContentPartPr>
                <p14:cNvPr id="226" name="Ink 225">
                  <a:extLst>
                    <a:ext uri="{FF2B5EF4-FFF2-40B4-BE49-F238E27FC236}">
                      <a16:creationId xmlns:a16="http://schemas.microsoft.com/office/drawing/2014/main" id="{1B70C797-B34C-BC74-1F1F-F6F2F2B59DC1}"/>
                    </a:ext>
                  </a:extLst>
                </p14:cNvPr>
                <p14:cNvContentPartPr/>
                <p14:nvPr/>
              </p14:nvContentPartPr>
              <p14:xfrm>
                <a:off x="2864270" y="5868397"/>
                <a:ext cx="123120" cy="102600"/>
              </p14:xfrm>
            </p:contentPart>
          </mc:Choice>
          <mc:Fallback>
            <p:pic>
              <p:nvPicPr>
                <p:cNvPr id="226" name="Ink 225">
                  <a:extLst>
                    <a:ext uri="{FF2B5EF4-FFF2-40B4-BE49-F238E27FC236}">
                      <a16:creationId xmlns:a16="http://schemas.microsoft.com/office/drawing/2014/main" id="{1B70C797-B34C-BC74-1F1F-F6F2F2B59DC1}"/>
                    </a:ext>
                  </a:extLst>
                </p:cNvPr>
                <p:cNvPicPr/>
                <p:nvPr/>
              </p:nvPicPr>
              <p:blipFill>
                <a:blip r:embed="rId387"/>
                <a:stretch>
                  <a:fillRect/>
                </a:stretch>
              </p:blipFill>
              <p:spPr>
                <a:xfrm>
                  <a:off x="2846270" y="5850397"/>
                  <a:ext cx="158760" cy="138240"/>
                </a:xfrm>
                <a:prstGeom prst="rect">
                  <a:avLst/>
                </a:prstGeom>
              </p:spPr>
            </p:pic>
          </mc:Fallback>
        </mc:AlternateContent>
        <mc:AlternateContent xmlns:mc="http://schemas.openxmlformats.org/markup-compatibility/2006">
          <mc:Choice xmlns:p14="http://schemas.microsoft.com/office/powerpoint/2010/main" Requires="p14">
            <p:contentPart p14:bwMode="auto" r:id="rId388">
              <p14:nvContentPartPr>
                <p14:cNvPr id="227" name="Ink 226">
                  <a:extLst>
                    <a:ext uri="{FF2B5EF4-FFF2-40B4-BE49-F238E27FC236}">
                      <a16:creationId xmlns:a16="http://schemas.microsoft.com/office/drawing/2014/main" id="{48F8897D-8C84-75D5-65FF-6FC46955DF34}"/>
                    </a:ext>
                  </a:extLst>
                </p14:cNvPr>
                <p14:cNvContentPartPr/>
                <p14:nvPr/>
              </p14:nvContentPartPr>
              <p14:xfrm>
                <a:off x="2883350" y="5873797"/>
                <a:ext cx="102600" cy="57240"/>
              </p14:xfrm>
            </p:contentPart>
          </mc:Choice>
          <mc:Fallback>
            <p:pic>
              <p:nvPicPr>
                <p:cNvPr id="227" name="Ink 226">
                  <a:extLst>
                    <a:ext uri="{FF2B5EF4-FFF2-40B4-BE49-F238E27FC236}">
                      <a16:creationId xmlns:a16="http://schemas.microsoft.com/office/drawing/2014/main" id="{48F8897D-8C84-75D5-65FF-6FC46955DF34}"/>
                    </a:ext>
                  </a:extLst>
                </p:cNvPr>
                <p:cNvPicPr/>
                <p:nvPr/>
              </p:nvPicPr>
              <p:blipFill>
                <a:blip r:embed="rId389"/>
                <a:stretch>
                  <a:fillRect/>
                </a:stretch>
              </p:blipFill>
              <p:spPr>
                <a:xfrm>
                  <a:off x="2865287" y="5855797"/>
                  <a:ext cx="138365" cy="92880"/>
                </a:xfrm>
                <a:prstGeom prst="rect">
                  <a:avLst/>
                </a:prstGeom>
              </p:spPr>
            </p:pic>
          </mc:Fallback>
        </mc:AlternateContent>
      </p:grpSp>
      <p:grpSp>
        <p:nvGrpSpPr>
          <p:cNvPr id="329" name="Group 328">
            <a:extLst>
              <a:ext uri="{FF2B5EF4-FFF2-40B4-BE49-F238E27FC236}">
                <a16:creationId xmlns:a16="http://schemas.microsoft.com/office/drawing/2014/main" id="{CF20F64A-4FCB-5AD1-6A7D-73D93A05E044}"/>
              </a:ext>
            </a:extLst>
          </p:cNvPr>
          <p:cNvGrpSpPr/>
          <p:nvPr/>
        </p:nvGrpSpPr>
        <p:grpSpPr>
          <a:xfrm>
            <a:off x="7022990" y="2866717"/>
            <a:ext cx="839880" cy="2027880"/>
            <a:chOff x="7022990" y="2866717"/>
            <a:chExt cx="839880" cy="2027880"/>
          </a:xfrm>
        </p:grpSpPr>
        <mc:AlternateContent xmlns:mc="http://schemas.openxmlformats.org/markup-compatibility/2006">
          <mc:Choice xmlns:p14="http://schemas.microsoft.com/office/powerpoint/2010/main" Requires="p14">
            <p:contentPart p14:bwMode="auto" r:id="rId390">
              <p14:nvContentPartPr>
                <p14:cNvPr id="3" name="Ink 2">
                  <a:extLst>
                    <a:ext uri="{FF2B5EF4-FFF2-40B4-BE49-F238E27FC236}">
                      <a16:creationId xmlns:a16="http://schemas.microsoft.com/office/drawing/2014/main" id="{DB320D4D-0EDB-6968-F669-8281494CE782}"/>
                    </a:ext>
                  </a:extLst>
                </p14:cNvPr>
                <p14:cNvContentPartPr/>
                <p14:nvPr/>
              </p14:nvContentPartPr>
              <p14:xfrm>
                <a:off x="7440230" y="3484837"/>
                <a:ext cx="101160" cy="262800"/>
              </p14:xfrm>
            </p:contentPart>
          </mc:Choice>
          <mc:Fallback>
            <p:pic>
              <p:nvPicPr>
                <p:cNvPr id="3" name="Ink 2">
                  <a:extLst>
                    <a:ext uri="{FF2B5EF4-FFF2-40B4-BE49-F238E27FC236}">
                      <a16:creationId xmlns:a16="http://schemas.microsoft.com/office/drawing/2014/main" id="{DB320D4D-0EDB-6968-F669-8281494CE782}"/>
                    </a:ext>
                  </a:extLst>
                </p:cNvPr>
                <p:cNvPicPr/>
                <p:nvPr/>
              </p:nvPicPr>
              <p:blipFill>
                <a:blip r:embed="rId391"/>
                <a:stretch>
                  <a:fillRect/>
                </a:stretch>
              </p:blipFill>
              <p:spPr>
                <a:xfrm>
                  <a:off x="7422590" y="3466837"/>
                  <a:ext cx="136800" cy="298440"/>
                </a:xfrm>
                <a:prstGeom prst="rect">
                  <a:avLst/>
                </a:prstGeom>
              </p:spPr>
            </p:pic>
          </mc:Fallback>
        </mc:AlternateContent>
        <mc:AlternateContent xmlns:mc="http://schemas.openxmlformats.org/markup-compatibility/2006">
          <mc:Choice xmlns:p14="http://schemas.microsoft.com/office/powerpoint/2010/main" Requires="p14">
            <p:contentPart p14:bwMode="auto" r:id="rId392">
              <p14:nvContentPartPr>
                <p14:cNvPr id="28" name="Ink 27">
                  <a:extLst>
                    <a:ext uri="{FF2B5EF4-FFF2-40B4-BE49-F238E27FC236}">
                      <a16:creationId xmlns:a16="http://schemas.microsoft.com/office/drawing/2014/main" id="{48428CFA-26E0-866E-1DCD-D9AE82D91F41}"/>
                    </a:ext>
                  </a:extLst>
                </p14:cNvPr>
                <p14:cNvContentPartPr/>
                <p14:nvPr/>
              </p14:nvContentPartPr>
              <p14:xfrm>
                <a:off x="7504310" y="3454237"/>
                <a:ext cx="191160" cy="294480"/>
              </p14:xfrm>
            </p:contentPart>
          </mc:Choice>
          <mc:Fallback>
            <p:pic>
              <p:nvPicPr>
                <p:cNvPr id="28" name="Ink 27">
                  <a:extLst>
                    <a:ext uri="{FF2B5EF4-FFF2-40B4-BE49-F238E27FC236}">
                      <a16:creationId xmlns:a16="http://schemas.microsoft.com/office/drawing/2014/main" id="{48428CFA-26E0-866E-1DCD-D9AE82D91F41}"/>
                    </a:ext>
                  </a:extLst>
                </p:cNvPr>
                <p:cNvPicPr/>
                <p:nvPr/>
              </p:nvPicPr>
              <p:blipFill>
                <a:blip r:embed="rId393"/>
                <a:stretch>
                  <a:fillRect/>
                </a:stretch>
              </p:blipFill>
              <p:spPr>
                <a:xfrm>
                  <a:off x="7486670" y="3436597"/>
                  <a:ext cx="226800" cy="330120"/>
                </a:xfrm>
                <a:prstGeom prst="rect">
                  <a:avLst/>
                </a:prstGeom>
              </p:spPr>
            </p:pic>
          </mc:Fallback>
        </mc:AlternateContent>
        <mc:AlternateContent xmlns:mc="http://schemas.openxmlformats.org/markup-compatibility/2006">
          <mc:Choice xmlns:p14="http://schemas.microsoft.com/office/powerpoint/2010/main" Requires="p14">
            <p:contentPart p14:bwMode="auto" r:id="rId394">
              <p14:nvContentPartPr>
                <p14:cNvPr id="60" name="Ink 59">
                  <a:extLst>
                    <a:ext uri="{FF2B5EF4-FFF2-40B4-BE49-F238E27FC236}">
                      <a16:creationId xmlns:a16="http://schemas.microsoft.com/office/drawing/2014/main" id="{5824A9A6-E9F2-FB38-4C27-2948A4B9AA2D}"/>
                    </a:ext>
                  </a:extLst>
                </p14:cNvPr>
                <p14:cNvContentPartPr/>
                <p14:nvPr/>
              </p14:nvContentPartPr>
              <p14:xfrm>
                <a:off x="7393070" y="3748717"/>
                <a:ext cx="163080" cy="21960"/>
              </p14:xfrm>
            </p:contentPart>
          </mc:Choice>
          <mc:Fallback>
            <p:pic>
              <p:nvPicPr>
                <p:cNvPr id="60" name="Ink 59">
                  <a:extLst>
                    <a:ext uri="{FF2B5EF4-FFF2-40B4-BE49-F238E27FC236}">
                      <a16:creationId xmlns:a16="http://schemas.microsoft.com/office/drawing/2014/main" id="{5824A9A6-E9F2-FB38-4C27-2948A4B9AA2D}"/>
                    </a:ext>
                  </a:extLst>
                </p:cNvPr>
                <p:cNvPicPr/>
                <p:nvPr/>
              </p:nvPicPr>
              <p:blipFill>
                <a:blip r:embed="rId395"/>
                <a:stretch>
                  <a:fillRect/>
                </a:stretch>
              </p:blipFill>
              <p:spPr>
                <a:xfrm>
                  <a:off x="7375070" y="3731077"/>
                  <a:ext cx="198720" cy="57600"/>
                </a:xfrm>
                <a:prstGeom prst="rect">
                  <a:avLst/>
                </a:prstGeom>
              </p:spPr>
            </p:pic>
          </mc:Fallback>
        </mc:AlternateContent>
        <mc:AlternateContent xmlns:mc="http://schemas.openxmlformats.org/markup-compatibility/2006">
          <mc:Choice xmlns:p14="http://schemas.microsoft.com/office/powerpoint/2010/main" Requires="p14">
            <p:contentPart p14:bwMode="auto" r:id="rId396">
              <p14:nvContentPartPr>
                <p14:cNvPr id="95" name="Ink 94">
                  <a:extLst>
                    <a:ext uri="{FF2B5EF4-FFF2-40B4-BE49-F238E27FC236}">
                      <a16:creationId xmlns:a16="http://schemas.microsoft.com/office/drawing/2014/main" id="{479B28F8-7B83-2CDC-684A-56A00460D51C}"/>
                    </a:ext>
                  </a:extLst>
                </p14:cNvPr>
                <p14:cNvContentPartPr/>
                <p14:nvPr/>
              </p14:nvContentPartPr>
              <p14:xfrm>
                <a:off x="7271390" y="3466837"/>
                <a:ext cx="591480" cy="57600"/>
              </p14:xfrm>
            </p:contentPart>
          </mc:Choice>
          <mc:Fallback>
            <p:pic>
              <p:nvPicPr>
                <p:cNvPr id="95" name="Ink 94">
                  <a:extLst>
                    <a:ext uri="{FF2B5EF4-FFF2-40B4-BE49-F238E27FC236}">
                      <a16:creationId xmlns:a16="http://schemas.microsoft.com/office/drawing/2014/main" id="{479B28F8-7B83-2CDC-684A-56A00460D51C}"/>
                    </a:ext>
                  </a:extLst>
                </p:cNvPr>
                <p:cNvPicPr/>
                <p:nvPr/>
              </p:nvPicPr>
              <p:blipFill>
                <a:blip r:embed="rId397"/>
                <a:stretch>
                  <a:fillRect/>
                </a:stretch>
              </p:blipFill>
              <p:spPr>
                <a:xfrm>
                  <a:off x="7253390" y="3448837"/>
                  <a:ext cx="627120" cy="93240"/>
                </a:xfrm>
                <a:prstGeom prst="rect">
                  <a:avLst/>
                </a:prstGeom>
              </p:spPr>
            </p:pic>
          </mc:Fallback>
        </mc:AlternateContent>
        <mc:AlternateContent xmlns:mc="http://schemas.openxmlformats.org/markup-compatibility/2006">
          <mc:Choice xmlns:p14="http://schemas.microsoft.com/office/powerpoint/2010/main" Requires="p14">
            <p:contentPart p14:bwMode="auto" r:id="rId398">
              <p14:nvContentPartPr>
                <p14:cNvPr id="116" name="Ink 115">
                  <a:extLst>
                    <a:ext uri="{FF2B5EF4-FFF2-40B4-BE49-F238E27FC236}">
                      <a16:creationId xmlns:a16="http://schemas.microsoft.com/office/drawing/2014/main" id="{33A3E5FE-DDE9-019B-9E6C-A729DC97CFA8}"/>
                    </a:ext>
                  </a:extLst>
                </p14:cNvPr>
                <p14:cNvContentPartPr/>
                <p14:nvPr/>
              </p14:nvContentPartPr>
              <p14:xfrm>
                <a:off x="7420790" y="2866717"/>
                <a:ext cx="105120" cy="590040"/>
              </p14:xfrm>
            </p:contentPart>
          </mc:Choice>
          <mc:Fallback>
            <p:pic>
              <p:nvPicPr>
                <p:cNvPr id="116" name="Ink 115">
                  <a:extLst>
                    <a:ext uri="{FF2B5EF4-FFF2-40B4-BE49-F238E27FC236}">
                      <a16:creationId xmlns:a16="http://schemas.microsoft.com/office/drawing/2014/main" id="{33A3E5FE-DDE9-019B-9E6C-A729DC97CFA8}"/>
                    </a:ext>
                  </a:extLst>
                </p:cNvPr>
                <p:cNvPicPr/>
                <p:nvPr/>
              </p:nvPicPr>
              <p:blipFill>
                <a:blip r:embed="rId399"/>
                <a:stretch>
                  <a:fillRect/>
                </a:stretch>
              </p:blipFill>
              <p:spPr>
                <a:xfrm>
                  <a:off x="7402790" y="2849077"/>
                  <a:ext cx="140760" cy="625680"/>
                </a:xfrm>
                <a:prstGeom prst="rect">
                  <a:avLst/>
                </a:prstGeom>
              </p:spPr>
            </p:pic>
          </mc:Fallback>
        </mc:AlternateContent>
        <mc:AlternateContent xmlns:mc="http://schemas.openxmlformats.org/markup-compatibility/2006">
          <mc:Choice xmlns:p14="http://schemas.microsoft.com/office/powerpoint/2010/main" Requires="p14">
            <p:contentPart p14:bwMode="auto" r:id="rId400">
              <p14:nvContentPartPr>
                <p14:cNvPr id="162" name="Ink 161">
                  <a:extLst>
                    <a:ext uri="{FF2B5EF4-FFF2-40B4-BE49-F238E27FC236}">
                      <a16:creationId xmlns:a16="http://schemas.microsoft.com/office/drawing/2014/main" id="{6598A4CE-0A3B-1BF6-CEEC-79C07BF2E8F6}"/>
                    </a:ext>
                  </a:extLst>
                </p14:cNvPr>
                <p14:cNvContentPartPr/>
                <p14:nvPr/>
              </p14:nvContentPartPr>
              <p14:xfrm>
                <a:off x="7560470" y="3776077"/>
                <a:ext cx="52920" cy="751320"/>
              </p14:xfrm>
            </p:contentPart>
          </mc:Choice>
          <mc:Fallback>
            <p:pic>
              <p:nvPicPr>
                <p:cNvPr id="162" name="Ink 161">
                  <a:extLst>
                    <a:ext uri="{FF2B5EF4-FFF2-40B4-BE49-F238E27FC236}">
                      <a16:creationId xmlns:a16="http://schemas.microsoft.com/office/drawing/2014/main" id="{6598A4CE-0A3B-1BF6-CEEC-79C07BF2E8F6}"/>
                    </a:ext>
                  </a:extLst>
                </p:cNvPr>
                <p:cNvPicPr/>
                <p:nvPr/>
              </p:nvPicPr>
              <p:blipFill>
                <a:blip r:embed="rId401"/>
                <a:stretch>
                  <a:fillRect/>
                </a:stretch>
              </p:blipFill>
              <p:spPr>
                <a:xfrm>
                  <a:off x="7542830" y="3758437"/>
                  <a:ext cx="88560" cy="786960"/>
                </a:xfrm>
                <a:prstGeom prst="rect">
                  <a:avLst/>
                </a:prstGeom>
              </p:spPr>
            </p:pic>
          </mc:Fallback>
        </mc:AlternateContent>
        <mc:AlternateContent xmlns:mc="http://schemas.openxmlformats.org/markup-compatibility/2006">
          <mc:Choice xmlns:p14="http://schemas.microsoft.com/office/powerpoint/2010/main" Requires="p14">
            <p:contentPart p14:bwMode="auto" r:id="rId402">
              <p14:nvContentPartPr>
                <p14:cNvPr id="202" name="Ink 201">
                  <a:extLst>
                    <a:ext uri="{FF2B5EF4-FFF2-40B4-BE49-F238E27FC236}">
                      <a16:creationId xmlns:a16="http://schemas.microsoft.com/office/drawing/2014/main" id="{720A67BF-35EE-9970-E010-37A696E74727}"/>
                    </a:ext>
                  </a:extLst>
                </p14:cNvPr>
                <p14:cNvContentPartPr/>
                <p14:nvPr/>
              </p14:nvContentPartPr>
              <p14:xfrm>
                <a:off x="7022990" y="3607597"/>
                <a:ext cx="242280" cy="216720"/>
              </p14:xfrm>
            </p:contentPart>
          </mc:Choice>
          <mc:Fallback>
            <p:pic>
              <p:nvPicPr>
                <p:cNvPr id="202" name="Ink 201">
                  <a:extLst>
                    <a:ext uri="{FF2B5EF4-FFF2-40B4-BE49-F238E27FC236}">
                      <a16:creationId xmlns:a16="http://schemas.microsoft.com/office/drawing/2014/main" id="{720A67BF-35EE-9970-E010-37A696E74727}"/>
                    </a:ext>
                  </a:extLst>
                </p:cNvPr>
                <p:cNvPicPr/>
                <p:nvPr/>
              </p:nvPicPr>
              <p:blipFill>
                <a:blip r:embed="rId403"/>
                <a:stretch>
                  <a:fillRect/>
                </a:stretch>
              </p:blipFill>
              <p:spPr>
                <a:xfrm>
                  <a:off x="7004990" y="3589957"/>
                  <a:ext cx="277920" cy="252360"/>
                </a:xfrm>
                <a:prstGeom prst="rect">
                  <a:avLst/>
                </a:prstGeom>
              </p:spPr>
            </p:pic>
          </mc:Fallback>
        </mc:AlternateContent>
        <mc:AlternateContent xmlns:mc="http://schemas.openxmlformats.org/markup-compatibility/2006">
          <mc:Choice xmlns:p14="http://schemas.microsoft.com/office/powerpoint/2010/main" Requires="p14">
            <p:contentPart p14:bwMode="auto" r:id="rId404">
              <p14:nvContentPartPr>
                <p14:cNvPr id="205" name="Ink 204">
                  <a:extLst>
                    <a:ext uri="{FF2B5EF4-FFF2-40B4-BE49-F238E27FC236}">
                      <a16:creationId xmlns:a16="http://schemas.microsoft.com/office/drawing/2014/main" id="{A523789E-68AB-C3A4-3AE5-FBA21AC04A76}"/>
                    </a:ext>
                  </a:extLst>
                </p14:cNvPr>
                <p14:cNvContentPartPr/>
                <p14:nvPr/>
              </p14:nvContentPartPr>
              <p14:xfrm>
                <a:off x="7139990" y="3590677"/>
                <a:ext cx="127800" cy="189360"/>
              </p14:xfrm>
            </p:contentPart>
          </mc:Choice>
          <mc:Fallback>
            <p:pic>
              <p:nvPicPr>
                <p:cNvPr id="205" name="Ink 204">
                  <a:extLst>
                    <a:ext uri="{FF2B5EF4-FFF2-40B4-BE49-F238E27FC236}">
                      <a16:creationId xmlns:a16="http://schemas.microsoft.com/office/drawing/2014/main" id="{A523789E-68AB-C3A4-3AE5-FBA21AC04A76}"/>
                    </a:ext>
                  </a:extLst>
                </p:cNvPr>
                <p:cNvPicPr/>
                <p:nvPr/>
              </p:nvPicPr>
              <p:blipFill>
                <a:blip r:embed="rId405"/>
                <a:stretch>
                  <a:fillRect/>
                </a:stretch>
              </p:blipFill>
              <p:spPr>
                <a:xfrm>
                  <a:off x="7121990" y="3573037"/>
                  <a:ext cx="163440" cy="225000"/>
                </a:xfrm>
                <a:prstGeom prst="rect">
                  <a:avLst/>
                </a:prstGeom>
              </p:spPr>
            </p:pic>
          </mc:Fallback>
        </mc:AlternateContent>
        <mc:AlternateContent xmlns:mc="http://schemas.openxmlformats.org/markup-compatibility/2006">
          <mc:Choice xmlns:p14="http://schemas.microsoft.com/office/powerpoint/2010/main" Requires="p14">
            <p:contentPart p14:bwMode="auto" r:id="rId406">
              <p14:nvContentPartPr>
                <p14:cNvPr id="264" name="Ink 263">
                  <a:extLst>
                    <a:ext uri="{FF2B5EF4-FFF2-40B4-BE49-F238E27FC236}">
                      <a16:creationId xmlns:a16="http://schemas.microsoft.com/office/drawing/2014/main" id="{559B27CB-E587-1413-D098-737292DB8A6E}"/>
                    </a:ext>
                  </a:extLst>
                </p14:cNvPr>
                <p14:cNvContentPartPr/>
                <p14:nvPr/>
              </p14:nvContentPartPr>
              <p14:xfrm>
                <a:off x="7121630" y="3889477"/>
                <a:ext cx="205920" cy="247320"/>
              </p14:xfrm>
            </p:contentPart>
          </mc:Choice>
          <mc:Fallback>
            <p:pic>
              <p:nvPicPr>
                <p:cNvPr id="264" name="Ink 263">
                  <a:extLst>
                    <a:ext uri="{FF2B5EF4-FFF2-40B4-BE49-F238E27FC236}">
                      <a16:creationId xmlns:a16="http://schemas.microsoft.com/office/drawing/2014/main" id="{559B27CB-E587-1413-D098-737292DB8A6E}"/>
                    </a:ext>
                  </a:extLst>
                </p:cNvPr>
                <p:cNvPicPr/>
                <p:nvPr/>
              </p:nvPicPr>
              <p:blipFill>
                <a:blip r:embed="rId407"/>
                <a:stretch>
                  <a:fillRect/>
                </a:stretch>
              </p:blipFill>
              <p:spPr>
                <a:xfrm>
                  <a:off x="7103990" y="3871837"/>
                  <a:ext cx="241560" cy="282960"/>
                </a:xfrm>
                <a:prstGeom prst="rect">
                  <a:avLst/>
                </a:prstGeom>
              </p:spPr>
            </p:pic>
          </mc:Fallback>
        </mc:AlternateContent>
        <mc:AlternateContent xmlns:mc="http://schemas.openxmlformats.org/markup-compatibility/2006">
          <mc:Choice xmlns:p14="http://schemas.microsoft.com/office/powerpoint/2010/main" Requires="p14">
            <p:contentPart p14:bwMode="auto" r:id="rId408">
              <p14:nvContentPartPr>
                <p14:cNvPr id="265" name="Ink 264">
                  <a:extLst>
                    <a:ext uri="{FF2B5EF4-FFF2-40B4-BE49-F238E27FC236}">
                      <a16:creationId xmlns:a16="http://schemas.microsoft.com/office/drawing/2014/main" id="{CDD8FEF2-9F88-C3EF-8CC2-F17AF785BC60}"/>
                    </a:ext>
                  </a:extLst>
                </p14:cNvPr>
                <p14:cNvContentPartPr/>
                <p14:nvPr/>
              </p14:nvContentPartPr>
              <p14:xfrm>
                <a:off x="7224230" y="3890557"/>
                <a:ext cx="148320" cy="118440"/>
              </p14:xfrm>
            </p:contentPart>
          </mc:Choice>
          <mc:Fallback>
            <p:pic>
              <p:nvPicPr>
                <p:cNvPr id="265" name="Ink 264">
                  <a:extLst>
                    <a:ext uri="{FF2B5EF4-FFF2-40B4-BE49-F238E27FC236}">
                      <a16:creationId xmlns:a16="http://schemas.microsoft.com/office/drawing/2014/main" id="{CDD8FEF2-9F88-C3EF-8CC2-F17AF785BC60}"/>
                    </a:ext>
                  </a:extLst>
                </p:cNvPr>
                <p:cNvPicPr/>
                <p:nvPr/>
              </p:nvPicPr>
              <p:blipFill>
                <a:blip r:embed="rId409"/>
                <a:stretch>
                  <a:fillRect/>
                </a:stretch>
              </p:blipFill>
              <p:spPr>
                <a:xfrm>
                  <a:off x="7206230" y="3872557"/>
                  <a:ext cx="183960" cy="154080"/>
                </a:xfrm>
                <a:prstGeom prst="rect">
                  <a:avLst/>
                </a:prstGeom>
              </p:spPr>
            </p:pic>
          </mc:Fallback>
        </mc:AlternateContent>
        <mc:AlternateContent xmlns:mc="http://schemas.openxmlformats.org/markup-compatibility/2006">
          <mc:Choice xmlns:p14="http://schemas.microsoft.com/office/powerpoint/2010/main" Requires="p14">
            <p:contentPart p14:bwMode="auto" r:id="rId410">
              <p14:nvContentPartPr>
                <p14:cNvPr id="284" name="Ink 283">
                  <a:extLst>
                    <a:ext uri="{FF2B5EF4-FFF2-40B4-BE49-F238E27FC236}">
                      <a16:creationId xmlns:a16="http://schemas.microsoft.com/office/drawing/2014/main" id="{BECBBA5E-B4A8-980C-15BD-A253E9D8A36C}"/>
                    </a:ext>
                  </a:extLst>
                </p14:cNvPr>
                <p14:cNvContentPartPr/>
                <p14:nvPr/>
              </p14:nvContentPartPr>
              <p14:xfrm>
                <a:off x="7394510" y="4681117"/>
                <a:ext cx="30960" cy="213480"/>
              </p14:xfrm>
            </p:contentPart>
          </mc:Choice>
          <mc:Fallback>
            <p:pic>
              <p:nvPicPr>
                <p:cNvPr id="284" name="Ink 283">
                  <a:extLst>
                    <a:ext uri="{FF2B5EF4-FFF2-40B4-BE49-F238E27FC236}">
                      <a16:creationId xmlns:a16="http://schemas.microsoft.com/office/drawing/2014/main" id="{BECBBA5E-B4A8-980C-15BD-A253E9D8A36C}"/>
                    </a:ext>
                  </a:extLst>
                </p:cNvPr>
                <p:cNvPicPr/>
                <p:nvPr/>
              </p:nvPicPr>
              <p:blipFill>
                <a:blip r:embed="rId411"/>
                <a:stretch>
                  <a:fillRect/>
                </a:stretch>
              </p:blipFill>
              <p:spPr>
                <a:xfrm>
                  <a:off x="7376510" y="4663117"/>
                  <a:ext cx="66600" cy="249120"/>
                </a:xfrm>
                <a:prstGeom prst="rect">
                  <a:avLst/>
                </a:prstGeom>
              </p:spPr>
            </p:pic>
          </mc:Fallback>
        </mc:AlternateContent>
        <mc:AlternateContent xmlns:mc="http://schemas.openxmlformats.org/markup-compatibility/2006">
          <mc:Choice xmlns:p14="http://schemas.microsoft.com/office/powerpoint/2010/main" Requires="p14">
            <p:contentPart p14:bwMode="auto" r:id="rId412">
              <p14:nvContentPartPr>
                <p14:cNvPr id="287" name="Ink 286">
                  <a:extLst>
                    <a:ext uri="{FF2B5EF4-FFF2-40B4-BE49-F238E27FC236}">
                      <a16:creationId xmlns:a16="http://schemas.microsoft.com/office/drawing/2014/main" id="{136A512B-3F44-47E4-63F4-9AD0CCA97792}"/>
                    </a:ext>
                  </a:extLst>
                </p14:cNvPr>
                <p14:cNvContentPartPr/>
                <p14:nvPr/>
              </p14:nvContentPartPr>
              <p14:xfrm>
                <a:off x="7404590" y="4620637"/>
                <a:ext cx="67320" cy="156240"/>
              </p14:xfrm>
            </p:contentPart>
          </mc:Choice>
          <mc:Fallback>
            <p:pic>
              <p:nvPicPr>
                <p:cNvPr id="287" name="Ink 286">
                  <a:extLst>
                    <a:ext uri="{FF2B5EF4-FFF2-40B4-BE49-F238E27FC236}">
                      <a16:creationId xmlns:a16="http://schemas.microsoft.com/office/drawing/2014/main" id="{136A512B-3F44-47E4-63F4-9AD0CCA97792}"/>
                    </a:ext>
                  </a:extLst>
                </p:cNvPr>
                <p:cNvPicPr/>
                <p:nvPr/>
              </p:nvPicPr>
              <p:blipFill>
                <a:blip r:embed="rId413"/>
                <a:stretch>
                  <a:fillRect/>
                </a:stretch>
              </p:blipFill>
              <p:spPr>
                <a:xfrm>
                  <a:off x="7386590" y="4602637"/>
                  <a:ext cx="102960" cy="191880"/>
                </a:xfrm>
                <a:prstGeom prst="rect">
                  <a:avLst/>
                </a:prstGeom>
              </p:spPr>
            </p:pic>
          </mc:Fallback>
        </mc:AlternateContent>
        <mc:AlternateContent xmlns:mc="http://schemas.openxmlformats.org/markup-compatibility/2006">
          <mc:Choice xmlns:p14="http://schemas.microsoft.com/office/powerpoint/2010/main" Requires="p14">
            <p:contentPart p14:bwMode="auto" r:id="rId414">
              <p14:nvContentPartPr>
                <p14:cNvPr id="299" name="Ink 298">
                  <a:extLst>
                    <a:ext uri="{FF2B5EF4-FFF2-40B4-BE49-F238E27FC236}">
                      <a16:creationId xmlns:a16="http://schemas.microsoft.com/office/drawing/2014/main" id="{4B92D807-8C21-8430-AE5F-BA8AB01A7D2E}"/>
                    </a:ext>
                  </a:extLst>
                </p14:cNvPr>
                <p14:cNvContentPartPr/>
                <p14:nvPr/>
              </p14:nvContentPartPr>
              <p14:xfrm>
                <a:off x="7569830" y="4674997"/>
                <a:ext cx="26280" cy="190800"/>
              </p14:xfrm>
            </p:contentPart>
          </mc:Choice>
          <mc:Fallback>
            <p:pic>
              <p:nvPicPr>
                <p:cNvPr id="299" name="Ink 298">
                  <a:extLst>
                    <a:ext uri="{FF2B5EF4-FFF2-40B4-BE49-F238E27FC236}">
                      <a16:creationId xmlns:a16="http://schemas.microsoft.com/office/drawing/2014/main" id="{4B92D807-8C21-8430-AE5F-BA8AB01A7D2E}"/>
                    </a:ext>
                  </a:extLst>
                </p:cNvPr>
                <p:cNvPicPr/>
                <p:nvPr/>
              </p:nvPicPr>
              <p:blipFill>
                <a:blip r:embed="rId415"/>
                <a:stretch>
                  <a:fillRect/>
                </a:stretch>
              </p:blipFill>
              <p:spPr>
                <a:xfrm>
                  <a:off x="7552190" y="4657357"/>
                  <a:ext cx="61920" cy="226440"/>
                </a:xfrm>
                <a:prstGeom prst="rect">
                  <a:avLst/>
                </a:prstGeom>
              </p:spPr>
            </p:pic>
          </mc:Fallback>
        </mc:AlternateContent>
        <mc:AlternateContent xmlns:mc="http://schemas.openxmlformats.org/markup-compatibility/2006">
          <mc:Choice xmlns:p14="http://schemas.microsoft.com/office/powerpoint/2010/main" Requires="p14">
            <p:contentPart p14:bwMode="auto" r:id="rId416">
              <p14:nvContentPartPr>
                <p14:cNvPr id="328" name="Ink 327">
                  <a:extLst>
                    <a:ext uri="{FF2B5EF4-FFF2-40B4-BE49-F238E27FC236}">
                      <a16:creationId xmlns:a16="http://schemas.microsoft.com/office/drawing/2014/main" id="{7FEF7338-755B-39DA-AB80-C03028094DF1}"/>
                    </a:ext>
                  </a:extLst>
                </p14:cNvPr>
                <p14:cNvContentPartPr/>
                <p14:nvPr/>
              </p14:nvContentPartPr>
              <p14:xfrm>
                <a:off x="7543550" y="4642957"/>
                <a:ext cx="205560" cy="212400"/>
              </p14:xfrm>
            </p:contentPart>
          </mc:Choice>
          <mc:Fallback>
            <p:pic>
              <p:nvPicPr>
                <p:cNvPr id="328" name="Ink 327">
                  <a:extLst>
                    <a:ext uri="{FF2B5EF4-FFF2-40B4-BE49-F238E27FC236}">
                      <a16:creationId xmlns:a16="http://schemas.microsoft.com/office/drawing/2014/main" id="{7FEF7338-755B-39DA-AB80-C03028094DF1}"/>
                    </a:ext>
                  </a:extLst>
                </p:cNvPr>
                <p:cNvPicPr/>
                <p:nvPr/>
              </p:nvPicPr>
              <p:blipFill>
                <a:blip r:embed="rId417"/>
                <a:stretch>
                  <a:fillRect/>
                </a:stretch>
              </p:blipFill>
              <p:spPr>
                <a:xfrm>
                  <a:off x="7525550" y="4625317"/>
                  <a:ext cx="241200" cy="248040"/>
                </a:xfrm>
                <a:prstGeom prst="rect">
                  <a:avLst/>
                </a:prstGeom>
              </p:spPr>
            </p:pic>
          </mc:Fallback>
        </mc:AlternateContent>
      </p:grpSp>
      <p:grpSp>
        <p:nvGrpSpPr>
          <p:cNvPr id="345" name="Group 344">
            <a:extLst>
              <a:ext uri="{FF2B5EF4-FFF2-40B4-BE49-F238E27FC236}">
                <a16:creationId xmlns:a16="http://schemas.microsoft.com/office/drawing/2014/main" id="{BE84BBC2-887F-2BF0-C56E-C33C9F7CAF67}"/>
              </a:ext>
            </a:extLst>
          </p:cNvPr>
          <p:cNvGrpSpPr/>
          <p:nvPr/>
        </p:nvGrpSpPr>
        <p:grpSpPr>
          <a:xfrm>
            <a:off x="7682510" y="5131477"/>
            <a:ext cx="406080" cy="493920"/>
            <a:chOff x="7682510" y="5131477"/>
            <a:chExt cx="406080" cy="493920"/>
          </a:xfrm>
        </p:grpSpPr>
        <mc:AlternateContent xmlns:mc="http://schemas.openxmlformats.org/markup-compatibility/2006">
          <mc:Choice xmlns:p14="http://schemas.microsoft.com/office/powerpoint/2010/main" Requires="p14">
            <p:contentPart p14:bwMode="auto" r:id="rId418">
              <p14:nvContentPartPr>
                <p14:cNvPr id="330" name="Ink 329">
                  <a:extLst>
                    <a:ext uri="{FF2B5EF4-FFF2-40B4-BE49-F238E27FC236}">
                      <a16:creationId xmlns:a16="http://schemas.microsoft.com/office/drawing/2014/main" id="{E486C675-CD9B-4201-5EC2-D76193494547}"/>
                    </a:ext>
                  </a:extLst>
                </p14:cNvPr>
                <p14:cNvContentPartPr/>
                <p14:nvPr/>
              </p14:nvContentPartPr>
              <p14:xfrm>
                <a:off x="7682510" y="5131477"/>
                <a:ext cx="114480" cy="453240"/>
              </p14:xfrm>
            </p:contentPart>
          </mc:Choice>
          <mc:Fallback>
            <p:pic>
              <p:nvPicPr>
                <p:cNvPr id="330" name="Ink 329">
                  <a:extLst>
                    <a:ext uri="{FF2B5EF4-FFF2-40B4-BE49-F238E27FC236}">
                      <a16:creationId xmlns:a16="http://schemas.microsoft.com/office/drawing/2014/main" id="{E486C675-CD9B-4201-5EC2-D76193494547}"/>
                    </a:ext>
                  </a:extLst>
                </p:cNvPr>
                <p:cNvPicPr/>
                <p:nvPr/>
              </p:nvPicPr>
              <p:blipFill>
                <a:blip r:embed="rId419"/>
                <a:stretch>
                  <a:fillRect/>
                </a:stretch>
              </p:blipFill>
              <p:spPr>
                <a:xfrm>
                  <a:off x="7664510" y="5113837"/>
                  <a:ext cx="150120" cy="488880"/>
                </a:xfrm>
                <a:prstGeom prst="rect">
                  <a:avLst/>
                </a:prstGeom>
              </p:spPr>
            </p:pic>
          </mc:Fallback>
        </mc:AlternateContent>
        <mc:AlternateContent xmlns:mc="http://schemas.openxmlformats.org/markup-compatibility/2006">
          <mc:Choice xmlns:p14="http://schemas.microsoft.com/office/powerpoint/2010/main" Requires="p14">
            <p:contentPart p14:bwMode="auto" r:id="rId420">
              <p14:nvContentPartPr>
                <p14:cNvPr id="331" name="Ink 330">
                  <a:extLst>
                    <a:ext uri="{FF2B5EF4-FFF2-40B4-BE49-F238E27FC236}">
                      <a16:creationId xmlns:a16="http://schemas.microsoft.com/office/drawing/2014/main" id="{140D8A7A-AA4A-39A1-DDC5-D462B9EDA330}"/>
                    </a:ext>
                  </a:extLst>
                </p14:cNvPr>
                <p14:cNvContentPartPr/>
                <p14:nvPr/>
              </p14:nvContentPartPr>
              <p14:xfrm>
                <a:off x="7747670" y="5512357"/>
                <a:ext cx="253800" cy="29880"/>
              </p14:xfrm>
            </p:contentPart>
          </mc:Choice>
          <mc:Fallback>
            <p:pic>
              <p:nvPicPr>
                <p:cNvPr id="331" name="Ink 330">
                  <a:extLst>
                    <a:ext uri="{FF2B5EF4-FFF2-40B4-BE49-F238E27FC236}">
                      <a16:creationId xmlns:a16="http://schemas.microsoft.com/office/drawing/2014/main" id="{140D8A7A-AA4A-39A1-DDC5-D462B9EDA330}"/>
                    </a:ext>
                  </a:extLst>
                </p:cNvPr>
                <p:cNvPicPr/>
                <p:nvPr/>
              </p:nvPicPr>
              <p:blipFill>
                <a:blip r:embed="rId421"/>
                <a:stretch>
                  <a:fillRect/>
                </a:stretch>
              </p:blipFill>
              <p:spPr>
                <a:xfrm>
                  <a:off x="7730030" y="5494717"/>
                  <a:ext cx="289440" cy="65520"/>
                </a:xfrm>
                <a:prstGeom prst="rect">
                  <a:avLst/>
                </a:prstGeom>
              </p:spPr>
            </p:pic>
          </mc:Fallback>
        </mc:AlternateContent>
        <mc:AlternateContent xmlns:mc="http://schemas.openxmlformats.org/markup-compatibility/2006">
          <mc:Choice xmlns:p14="http://schemas.microsoft.com/office/powerpoint/2010/main" Requires="p14">
            <p:contentPart p14:bwMode="auto" r:id="rId422">
              <p14:nvContentPartPr>
                <p14:cNvPr id="332" name="Ink 331">
                  <a:extLst>
                    <a:ext uri="{FF2B5EF4-FFF2-40B4-BE49-F238E27FC236}">
                      <a16:creationId xmlns:a16="http://schemas.microsoft.com/office/drawing/2014/main" id="{F6AE75B0-D03A-4250-0099-1E1DB7F9387E}"/>
                    </a:ext>
                  </a:extLst>
                </p14:cNvPr>
                <p14:cNvContentPartPr/>
                <p14:nvPr/>
              </p14:nvContentPartPr>
              <p14:xfrm>
                <a:off x="7960430" y="5419837"/>
                <a:ext cx="128160" cy="205560"/>
              </p14:xfrm>
            </p:contentPart>
          </mc:Choice>
          <mc:Fallback>
            <p:pic>
              <p:nvPicPr>
                <p:cNvPr id="332" name="Ink 331">
                  <a:extLst>
                    <a:ext uri="{FF2B5EF4-FFF2-40B4-BE49-F238E27FC236}">
                      <a16:creationId xmlns:a16="http://schemas.microsoft.com/office/drawing/2014/main" id="{F6AE75B0-D03A-4250-0099-1E1DB7F9387E}"/>
                    </a:ext>
                  </a:extLst>
                </p:cNvPr>
                <p:cNvPicPr/>
                <p:nvPr/>
              </p:nvPicPr>
              <p:blipFill>
                <a:blip r:embed="rId423"/>
                <a:stretch>
                  <a:fillRect/>
                </a:stretch>
              </p:blipFill>
              <p:spPr>
                <a:xfrm>
                  <a:off x="7942430" y="5402197"/>
                  <a:ext cx="163800" cy="241200"/>
                </a:xfrm>
                <a:prstGeom prst="rect">
                  <a:avLst/>
                </a:prstGeom>
              </p:spPr>
            </p:pic>
          </mc:Fallback>
        </mc:AlternateContent>
      </p:grpSp>
      <p:grpSp>
        <p:nvGrpSpPr>
          <p:cNvPr id="344" name="Group 343">
            <a:extLst>
              <a:ext uri="{FF2B5EF4-FFF2-40B4-BE49-F238E27FC236}">
                <a16:creationId xmlns:a16="http://schemas.microsoft.com/office/drawing/2014/main" id="{0F5BCF19-6760-8464-0332-9F25804DEBEB}"/>
              </a:ext>
            </a:extLst>
          </p:cNvPr>
          <p:cNvGrpSpPr/>
          <p:nvPr/>
        </p:nvGrpSpPr>
        <p:grpSpPr>
          <a:xfrm>
            <a:off x="8441390" y="5288437"/>
            <a:ext cx="1098720" cy="561240"/>
            <a:chOff x="8441390" y="5288437"/>
            <a:chExt cx="1098720" cy="561240"/>
          </a:xfrm>
        </p:grpSpPr>
        <mc:AlternateContent xmlns:mc="http://schemas.openxmlformats.org/markup-compatibility/2006">
          <mc:Choice xmlns:p14="http://schemas.microsoft.com/office/powerpoint/2010/main" Requires="p14">
            <p:contentPart p14:bwMode="auto" r:id="rId424">
              <p14:nvContentPartPr>
                <p14:cNvPr id="333" name="Ink 332">
                  <a:extLst>
                    <a:ext uri="{FF2B5EF4-FFF2-40B4-BE49-F238E27FC236}">
                      <a16:creationId xmlns:a16="http://schemas.microsoft.com/office/drawing/2014/main" id="{EFD4D09F-FDC4-D780-DAA5-50FBE1DF388A}"/>
                    </a:ext>
                  </a:extLst>
                </p14:cNvPr>
                <p14:cNvContentPartPr/>
                <p14:nvPr/>
              </p14:nvContentPartPr>
              <p14:xfrm>
                <a:off x="8441390" y="5467357"/>
                <a:ext cx="409680" cy="130320"/>
              </p14:xfrm>
            </p:contentPart>
          </mc:Choice>
          <mc:Fallback>
            <p:pic>
              <p:nvPicPr>
                <p:cNvPr id="333" name="Ink 332">
                  <a:extLst>
                    <a:ext uri="{FF2B5EF4-FFF2-40B4-BE49-F238E27FC236}">
                      <a16:creationId xmlns:a16="http://schemas.microsoft.com/office/drawing/2014/main" id="{EFD4D09F-FDC4-D780-DAA5-50FBE1DF388A}"/>
                    </a:ext>
                  </a:extLst>
                </p:cNvPr>
                <p:cNvPicPr/>
                <p:nvPr/>
              </p:nvPicPr>
              <p:blipFill>
                <a:blip r:embed="rId425"/>
                <a:stretch>
                  <a:fillRect/>
                </a:stretch>
              </p:blipFill>
              <p:spPr>
                <a:xfrm>
                  <a:off x="8423390" y="5449717"/>
                  <a:ext cx="445320" cy="165960"/>
                </a:xfrm>
                <a:prstGeom prst="rect">
                  <a:avLst/>
                </a:prstGeom>
              </p:spPr>
            </p:pic>
          </mc:Fallback>
        </mc:AlternateContent>
        <mc:AlternateContent xmlns:mc="http://schemas.openxmlformats.org/markup-compatibility/2006">
          <mc:Choice xmlns:p14="http://schemas.microsoft.com/office/powerpoint/2010/main" Requires="p14">
            <p:contentPart p14:bwMode="auto" r:id="rId426">
              <p14:nvContentPartPr>
                <p14:cNvPr id="334" name="Ink 333">
                  <a:extLst>
                    <a:ext uri="{FF2B5EF4-FFF2-40B4-BE49-F238E27FC236}">
                      <a16:creationId xmlns:a16="http://schemas.microsoft.com/office/drawing/2014/main" id="{07E05293-8300-B295-F699-A318BFE51CC3}"/>
                    </a:ext>
                  </a:extLst>
                </p14:cNvPr>
                <p14:cNvContentPartPr/>
                <p14:nvPr/>
              </p14:nvContentPartPr>
              <p14:xfrm>
                <a:off x="8883110" y="5452597"/>
                <a:ext cx="134280" cy="153720"/>
              </p14:xfrm>
            </p:contentPart>
          </mc:Choice>
          <mc:Fallback>
            <p:pic>
              <p:nvPicPr>
                <p:cNvPr id="334" name="Ink 333">
                  <a:extLst>
                    <a:ext uri="{FF2B5EF4-FFF2-40B4-BE49-F238E27FC236}">
                      <a16:creationId xmlns:a16="http://schemas.microsoft.com/office/drawing/2014/main" id="{07E05293-8300-B295-F699-A318BFE51CC3}"/>
                    </a:ext>
                  </a:extLst>
                </p:cNvPr>
                <p:cNvPicPr/>
                <p:nvPr/>
              </p:nvPicPr>
              <p:blipFill>
                <a:blip r:embed="rId427"/>
                <a:stretch>
                  <a:fillRect/>
                </a:stretch>
              </p:blipFill>
              <p:spPr>
                <a:xfrm>
                  <a:off x="8865110" y="5434957"/>
                  <a:ext cx="169920" cy="189360"/>
                </a:xfrm>
                <a:prstGeom prst="rect">
                  <a:avLst/>
                </a:prstGeom>
              </p:spPr>
            </p:pic>
          </mc:Fallback>
        </mc:AlternateContent>
        <mc:AlternateContent xmlns:mc="http://schemas.openxmlformats.org/markup-compatibility/2006">
          <mc:Choice xmlns:p14="http://schemas.microsoft.com/office/powerpoint/2010/main" Requires="p14">
            <p:contentPart p14:bwMode="auto" r:id="rId428">
              <p14:nvContentPartPr>
                <p14:cNvPr id="335" name="Ink 334">
                  <a:extLst>
                    <a:ext uri="{FF2B5EF4-FFF2-40B4-BE49-F238E27FC236}">
                      <a16:creationId xmlns:a16="http://schemas.microsoft.com/office/drawing/2014/main" id="{E3746B8E-E2E3-CB99-1A12-24A0A8155484}"/>
                    </a:ext>
                  </a:extLst>
                </p14:cNvPr>
                <p14:cNvContentPartPr/>
                <p14:nvPr/>
              </p14:nvContentPartPr>
              <p14:xfrm>
                <a:off x="9111710" y="5288437"/>
                <a:ext cx="36000" cy="301680"/>
              </p14:xfrm>
            </p:contentPart>
          </mc:Choice>
          <mc:Fallback>
            <p:pic>
              <p:nvPicPr>
                <p:cNvPr id="335" name="Ink 334">
                  <a:extLst>
                    <a:ext uri="{FF2B5EF4-FFF2-40B4-BE49-F238E27FC236}">
                      <a16:creationId xmlns:a16="http://schemas.microsoft.com/office/drawing/2014/main" id="{E3746B8E-E2E3-CB99-1A12-24A0A8155484}"/>
                    </a:ext>
                  </a:extLst>
                </p:cNvPr>
                <p:cNvPicPr/>
                <p:nvPr/>
              </p:nvPicPr>
              <p:blipFill>
                <a:blip r:embed="rId429"/>
                <a:stretch>
                  <a:fillRect/>
                </a:stretch>
              </p:blipFill>
              <p:spPr>
                <a:xfrm>
                  <a:off x="9093710" y="5270437"/>
                  <a:ext cx="71640" cy="337320"/>
                </a:xfrm>
                <a:prstGeom prst="rect">
                  <a:avLst/>
                </a:prstGeom>
              </p:spPr>
            </p:pic>
          </mc:Fallback>
        </mc:AlternateContent>
        <mc:AlternateContent xmlns:mc="http://schemas.openxmlformats.org/markup-compatibility/2006">
          <mc:Choice xmlns:p14="http://schemas.microsoft.com/office/powerpoint/2010/main" Requires="p14">
            <p:contentPart p14:bwMode="auto" r:id="rId430">
              <p14:nvContentPartPr>
                <p14:cNvPr id="336" name="Ink 335">
                  <a:extLst>
                    <a:ext uri="{FF2B5EF4-FFF2-40B4-BE49-F238E27FC236}">
                      <a16:creationId xmlns:a16="http://schemas.microsoft.com/office/drawing/2014/main" id="{25E5E6D9-1207-29E1-AAB4-E746CC60DF2F}"/>
                    </a:ext>
                  </a:extLst>
                </p14:cNvPr>
                <p14:cNvContentPartPr/>
                <p14:nvPr/>
              </p14:nvContentPartPr>
              <p14:xfrm>
                <a:off x="9211790" y="5496517"/>
                <a:ext cx="106200" cy="89640"/>
              </p14:xfrm>
            </p:contentPart>
          </mc:Choice>
          <mc:Fallback>
            <p:pic>
              <p:nvPicPr>
                <p:cNvPr id="336" name="Ink 335">
                  <a:extLst>
                    <a:ext uri="{FF2B5EF4-FFF2-40B4-BE49-F238E27FC236}">
                      <a16:creationId xmlns:a16="http://schemas.microsoft.com/office/drawing/2014/main" id="{25E5E6D9-1207-29E1-AAB4-E746CC60DF2F}"/>
                    </a:ext>
                  </a:extLst>
                </p:cNvPr>
                <p:cNvPicPr/>
                <p:nvPr/>
              </p:nvPicPr>
              <p:blipFill>
                <a:blip r:embed="rId431"/>
                <a:stretch>
                  <a:fillRect/>
                </a:stretch>
              </p:blipFill>
              <p:spPr>
                <a:xfrm>
                  <a:off x="9193790" y="5478517"/>
                  <a:ext cx="141840" cy="125280"/>
                </a:xfrm>
                <a:prstGeom prst="rect">
                  <a:avLst/>
                </a:prstGeom>
              </p:spPr>
            </p:pic>
          </mc:Fallback>
        </mc:AlternateContent>
        <mc:AlternateContent xmlns:mc="http://schemas.openxmlformats.org/markup-compatibility/2006">
          <mc:Choice xmlns:p14="http://schemas.microsoft.com/office/powerpoint/2010/main" Requires="p14">
            <p:contentPart p14:bwMode="auto" r:id="rId432">
              <p14:nvContentPartPr>
                <p14:cNvPr id="337" name="Ink 336">
                  <a:extLst>
                    <a:ext uri="{FF2B5EF4-FFF2-40B4-BE49-F238E27FC236}">
                      <a16:creationId xmlns:a16="http://schemas.microsoft.com/office/drawing/2014/main" id="{FE093D27-84CC-A39F-A862-A3882A4B79F2}"/>
                    </a:ext>
                  </a:extLst>
                </p14:cNvPr>
                <p14:cNvContentPartPr/>
                <p14:nvPr/>
              </p14:nvContentPartPr>
              <p14:xfrm>
                <a:off x="9384950" y="5502277"/>
                <a:ext cx="155160" cy="347400"/>
              </p14:xfrm>
            </p:contentPart>
          </mc:Choice>
          <mc:Fallback>
            <p:pic>
              <p:nvPicPr>
                <p:cNvPr id="337" name="Ink 336">
                  <a:extLst>
                    <a:ext uri="{FF2B5EF4-FFF2-40B4-BE49-F238E27FC236}">
                      <a16:creationId xmlns:a16="http://schemas.microsoft.com/office/drawing/2014/main" id="{FE093D27-84CC-A39F-A862-A3882A4B79F2}"/>
                    </a:ext>
                  </a:extLst>
                </p:cNvPr>
                <p:cNvPicPr/>
                <p:nvPr/>
              </p:nvPicPr>
              <p:blipFill>
                <a:blip r:embed="rId433"/>
                <a:stretch>
                  <a:fillRect/>
                </a:stretch>
              </p:blipFill>
              <p:spPr>
                <a:xfrm>
                  <a:off x="9366950" y="5484637"/>
                  <a:ext cx="190800" cy="383040"/>
                </a:xfrm>
                <a:prstGeom prst="rect">
                  <a:avLst/>
                </a:prstGeom>
              </p:spPr>
            </p:pic>
          </mc:Fallback>
        </mc:AlternateContent>
      </p:grpSp>
      <p:grpSp>
        <p:nvGrpSpPr>
          <p:cNvPr id="343" name="Group 342">
            <a:extLst>
              <a:ext uri="{FF2B5EF4-FFF2-40B4-BE49-F238E27FC236}">
                <a16:creationId xmlns:a16="http://schemas.microsoft.com/office/drawing/2014/main" id="{3510DF66-9854-7D4F-B83D-5E2EB9E903D6}"/>
              </a:ext>
            </a:extLst>
          </p:cNvPr>
          <p:cNvGrpSpPr/>
          <p:nvPr/>
        </p:nvGrpSpPr>
        <p:grpSpPr>
          <a:xfrm>
            <a:off x="9888230" y="5371237"/>
            <a:ext cx="963720" cy="328320"/>
            <a:chOff x="9888230" y="5371237"/>
            <a:chExt cx="963720" cy="328320"/>
          </a:xfrm>
        </p:grpSpPr>
        <mc:AlternateContent xmlns:mc="http://schemas.openxmlformats.org/markup-compatibility/2006">
          <mc:Choice xmlns:p14="http://schemas.microsoft.com/office/powerpoint/2010/main" Requires="p14">
            <p:contentPart p14:bwMode="auto" r:id="rId434">
              <p14:nvContentPartPr>
                <p14:cNvPr id="338" name="Ink 337">
                  <a:extLst>
                    <a:ext uri="{FF2B5EF4-FFF2-40B4-BE49-F238E27FC236}">
                      <a16:creationId xmlns:a16="http://schemas.microsoft.com/office/drawing/2014/main" id="{95827455-79B5-10CC-D66A-49436B895E44}"/>
                    </a:ext>
                  </a:extLst>
                </p14:cNvPr>
                <p14:cNvContentPartPr/>
                <p14:nvPr/>
              </p14:nvContentPartPr>
              <p14:xfrm>
                <a:off x="9888230" y="5478877"/>
                <a:ext cx="111960" cy="220680"/>
              </p14:xfrm>
            </p:contentPart>
          </mc:Choice>
          <mc:Fallback>
            <p:pic>
              <p:nvPicPr>
                <p:cNvPr id="338" name="Ink 337">
                  <a:extLst>
                    <a:ext uri="{FF2B5EF4-FFF2-40B4-BE49-F238E27FC236}">
                      <a16:creationId xmlns:a16="http://schemas.microsoft.com/office/drawing/2014/main" id="{95827455-79B5-10CC-D66A-49436B895E44}"/>
                    </a:ext>
                  </a:extLst>
                </p:cNvPr>
                <p:cNvPicPr/>
                <p:nvPr/>
              </p:nvPicPr>
              <p:blipFill>
                <a:blip r:embed="rId435"/>
                <a:stretch>
                  <a:fillRect/>
                </a:stretch>
              </p:blipFill>
              <p:spPr>
                <a:xfrm>
                  <a:off x="9870230" y="5461237"/>
                  <a:ext cx="147600" cy="256320"/>
                </a:xfrm>
                <a:prstGeom prst="rect">
                  <a:avLst/>
                </a:prstGeom>
              </p:spPr>
            </p:pic>
          </mc:Fallback>
        </mc:AlternateContent>
        <mc:AlternateContent xmlns:mc="http://schemas.openxmlformats.org/markup-compatibility/2006">
          <mc:Choice xmlns:p14="http://schemas.microsoft.com/office/powerpoint/2010/main" Requires="p14">
            <p:contentPart p14:bwMode="auto" r:id="rId436">
              <p14:nvContentPartPr>
                <p14:cNvPr id="339" name="Ink 338">
                  <a:extLst>
                    <a:ext uri="{FF2B5EF4-FFF2-40B4-BE49-F238E27FC236}">
                      <a16:creationId xmlns:a16="http://schemas.microsoft.com/office/drawing/2014/main" id="{4A9E9F03-79A1-4525-8341-8AEEE0E555D2}"/>
                    </a:ext>
                  </a:extLst>
                </p14:cNvPr>
                <p14:cNvContentPartPr/>
                <p14:nvPr/>
              </p14:nvContentPartPr>
              <p14:xfrm>
                <a:off x="10080110" y="5512717"/>
                <a:ext cx="13680" cy="78480"/>
              </p14:xfrm>
            </p:contentPart>
          </mc:Choice>
          <mc:Fallback>
            <p:pic>
              <p:nvPicPr>
                <p:cNvPr id="339" name="Ink 338">
                  <a:extLst>
                    <a:ext uri="{FF2B5EF4-FFF2-40B4-BE49-F238E27FC236}">
                      <a16:creationId xmlns:a16="http://schemas.microsoft.com/office/drawing/2014/main" id="{4A9E9F03-79A1-4525-8341-8AEEE0E555D2}"/>
                    </a:ext>
                  </a:extLst>
                </p:cNvPr>
                <p:cNvPicPr/>
                <p:nvPr/>
              </p:nvPicPr>
              <p:blipFill>
                <a:blip r:embed="rId437"/>
                <a:stretch>
                  <a:fillRect/>
                </a:stretch>
              </p:blipFill>
              <p:spPr>
                <a:xfrm>
                  <a:off x="10062110" y="5495077"/>
                  <a:ext cx="49320" cy="114120"/>
                </a:xfrm>
                <a:prstGeom prst="rect">
                  <a:avLst/>
                </a:prstGeom>
              </p:spPr>
            </p:pic>
          </mc:Fallback>
        </mc:AlternateContent>
        <mc:AlternateContent xmlns:mc="http://schemas.openxmlformats.org/markup-compatibility/2006">
          <mc:Choice xmlns:p14="http://schemas.microsoft.com/office/powerpoint/2010/main" Requires="p14">
            <p:contentPart p14:bwMode="auto" r:id="rId438">
              <p14:nvContentPartPr>
                <p14:cNvPr id="340" name="Ink 339">
                  <a:extLst>
                    <a:ext uri="{FF2B5EF4-FFF2-40B4-BE49-F238E27FC236}">
                      <a16:creationId xmlns:a16="http://schemas.microsoft.com/office/drawing/2014/main" id="{1E65D624-4E29-3507-1948-13CD9884A965}"/>
                    </a:ext>
                  </a:extLst>
                </p14:cNvPr>
                <p14:cNvContentPartPr/>
                <p14:nvPr/>
              </p14:nvContentPartPr>
              <p14:xfrm>
                <a:off x="10085150" y="5406157"/>
                <a:ext cx="14760" cy="30960"/>
              </p14:xfrm>
            </p:contentPart>
          </mc:Choice>
          <mc:Fallback>
            <p:pic>
              <p:nvPicPr>
                <p:cNvPr id="340" name="Ink 339">
                  <a:extLst>
                    <a:ext uri="{FF2B5EF4-FFF2-40B4-BE49-F238E27FC236}">
                      <a16:creationId xmlns:a16="http://schemas.microsoft.com/office/drawing/2014/main" id="{1E65D624-4E29-3507-1948-13CD9884A965}"/>
                    </a:ext>
                  </a:extLst>
                </p:cNvPr>
                <p:cNvPicPr/>
                <p:nvPr/>
              </p:nvPicPr>
              <p:blipFill>
                <a:blip r:embed="rId439"/>
                <a:stretch>
                  <a:fillRect/>
                </a:stretch>
              </p:blipFill>
              <p:spPr>
                <a:xfrm>
                  <a:off x="10067150" y="5388157"/>
                  <a:ext cx="50400" cy="66600"/>
                </a:xfrm>
                <a:prstGeom prst="rect">
                  <a:avLst/>
                </a:prstGeom>
              </p:spPr>
            </p:pic>
          </mc:Fallback>
        </mc:AlternateContent>
        <mc:AlternateContent xmlns:mc="http://schemas.openxmlformats.org/markup-compatibility/2006">
          <mc:Choice xmlns:p14="http://schemas.microsoft.com/office/powerpoint/2010/main" Requires="p14">
            <p:contentPart p14:bwMode="auto" r:id="rId440">
              <p14:nvContentPartPr>
                <p14:cNvPr id="341" name="Ink 340">
                  <a:extLst>
                    <a:ext uri="{FF2B5EF4-FFF2-40B4-BE49-F238E27FC236}">
                      <a16:creationId xmlns:a16="http://schemas.microsoft.com/office/drawing/2014/main" id="{A49F135F-FE26-3D99-2CC7-7AC8A24CB519}"/>
                    </a:ext>
                  </a:extLst>
                </p14:cNvPr>
                <p14:cNvContentPartPr/>
                <p14:nvPr/>
              </p14:nvContentPartPr>
              <p14:xfrm>
                <a:off x="10162550" y="5514877"/>
                <a:ext cx="354600" cy="166680"/>
              </p14:xfrm>
            </p:contentPart>
          </mc:Choice>
          <mc:Fallback>
            <p:pic>
              <p:nvPicPr>
                <p:cNvPr id="341" name="Ink 340">
                  <a:extLst>
                    <a:ext uri="{FF2B5EF4-FFF2-40B4-BE49-F238E27FC236}">
                      <a16:creationId xmlns:a16="http://schemas.microsoft.com/office/drawing/2014/main" id="{A49F135F-FE26-3D99-2CC7-7AC8A24CB519}"/>
                    </a:ext>
                  </a:extLst>
                </p:cNvPr>
                <p:cNvPicPr/>
                <p:nvPr/>
              </p:nvPicPr>
              <p:blipFill>
                <a:blip r:embed="rId441"/>
                <a:stretch>
                  <a:fillRect/>
                </a:stretch>
              </p:blipFill>
              <p:spPr>
                <a:xfrm>
                  <a:off x="10144550" y="5496877"/>
                  <a:ext cx="390240" cy="202320"/>
                </a:xfrm>
                <a:prstGeom prst="rect">
                  <a:avLst/>
                </a:prstGeom>
              </p:spPr>
            </p:pic>
          </mc:Fallback>
        </mc:AlternateContent>
        <mc:AlternateContent xmlns:mc="http://schemas.openxmlformats.org/markup-compatibility/2006">
          <mc:Choice xmlns:p14="http://schemas.microsoft.com/office/powerpoint/2010/main" Requires="p14">
            <p:contentPart p14:bwMode="auto" r:id="rId442">
              <p14:nvContentPartPr>
                <p14:cNvPr id="342" name="Ink 341">
                  <a:extLst>
                    <a:ext uri="{FF2B5EF4-FFF2-40B4-BE49-F238E27FC236}">
                      <a16:creationId xmlns:a16="http://schemas.microsoft.com/office/drawing/2014/main" id="{672A87AD-CE22-5293-3246-AEE62C8815C6}"/>
                    </a:ext>
                  </a:extLst>
                </p14:cNvPr>
                <p14:cNvContentPartPr/>
                <p14:nvPr/>
              </p14:nvContentPartPr>
              <p14:xfrm>
                <a:off x="10563950" y="5371237"/>
                <a:ext cx="288000" cy="289080"/>
              </p14:xfrm>
            </p:contentPart>
          </mc:Choice>
          <mc:Fallback>
            <p:pic>
              <p:nvPicPr>
                <p:cNvPr id="342" name="Ink 341">
                  <a:extLst>
                    <a:ext uri="{FF2B5EF4-FFF2-40B4-BE49-F238E27FC236}">
                      <a16:creationId xmlns:a16="http://schemas.microsoft.com/office/drawing/2014/main" id="{672A87AD-CE22-5293-3246-AEE62C8815C6}"/>
                    </a:ext>
                  </a:extLst>
                </p:cNvPr>
                <p:cNvPicPr/>
                <p:nvPr/>
              </p:nvPicPr>
              <p:blipFill>
                <a:blip r:embed="rId443"/>
                <a:stretch>
                  <a:fillRect/>
                </a:stretch>
              </p:blipFill>
              <p:spPr>
                <a:xfrm>
                  <a:off x="10545950" y="5353597"/>
                  <a:ext cx="323640" cy="324720"/>
                </a:xfrm>
                <a:prstGeom prst="rect">
                  <a:avLst/>
                </a:prstGeom>
              </p:spPr>
            </p:pic>
          </mc:Fallback>
        </mc:AlternateContent>
      </p:grpSp>
      <p:grpSp>
        <p:nvGrpSpPr>
          <p:cNvPr id="356" name="Group 355">
            <a:extLst>
              <a:ext uri="{FF2B5EF4-FFF2-40B4-BE49-F238E27FC236}">
                <a16:creationId xmlns:a16="http://schemas.microsoft.com/office/drawing/2014/main" id="{22536D19-4242-C85F-F23C-C54337D884E4}"/>
              </a:ext>
            </a:extLst>
          </p:cNvPr>
          <p:cNvGrpSpPr/>
          <p:nvPr/>
        </p:nvGrpSpPr>
        <p:grpSpPr>
          <a:xfrm>
            <a:off x="8732990" y="5960917"/>
            <a:ext cx="1675080" cy="403200"/>
            <a:chOff x="8732990" y="5960917"/>
            <a:chExt cx="1675080" cy="403200"/>
          </a:xfrm>
        </p:grpSpPr>
        <mc:AlternateContent xmlns:mc="http://schemas.openxmlformats.org/markup-compatibility/2006">
          <mc:Choice xmlns:p14="http://schemas.microsoft.com/office/powerpoint/2010/main" Requires="p14">
            <p:contentPart p14:bwMode="auto" r:id="rId444">
              <p14:nvContentPartPr>
                <p14:cNvPr id="346" name="Ink 345">
                  <a:extLst>
                    <a:ext uri="{FF2B5EF4-FFF2-40B4-BE49-F238E27FC236}">
                      <a16:creationId xmlns:a16="http://schemas.microsoft.com/office/drawing/2014/main" id="{28F67C13-46A3-0145-4669-CA80238A21F4}"/>
                    </a:ext>
                  </a:extLst>
                </p14:cNvPr>
                <p14:cNvContentPartPr/>
                <p14:nvPr/>
              </p14:nvContentPartPr>
              <p14:xfrm>
                <a:off x="8732990" y="5997277"/>
                <a:ext cx="80640" cy="366840"/>
              </p14:xfrm>
            </p:contentPart>
          </mc:Choice>
          <mc:Fallback>
            <p:pic>
              <p:nvPicPr>
                <p:cNvPr id="346" name="Ink 345">
                  <a:extLst>
                    <a:ext uri="{FF2B5EF4-FFF2-40B4-BE49-F238E27FC236}">
                      <a16:creationId xmlns:a16="http://schemas.microsoft.com/office/drawing/2014/main" id="{28F67C13-46A3-0145-4669-CA80238A21F4}"/>
                    </a:ext>
                  </a:extLst>
                </p:cNvPr>
                <p:cNvPicPr/>
                <p:nvPr/>
              </p:nvPicPr>
              <p:blipFill>
                <a:blip r:embed="rId445"/>
                <a:stretch>
                  <a:fillRect/>
                </a:stretch>
              </p:blipFill>
              <p:spPr>
                <a:xfrm>
                  <a:off x="8714990" y="5979637"/>
                  <a:ext cx="116280" cy="402480"/>
                </a:xfrm>
                <a:prstGeom prst="rect">
                  <a:avLst/>
                </a:prstGeom>
              </p:spPr>
            </p:pic>
          </mc:Fallback>
        </mc:AlternateContent>
        <mc:AlternateContent xmlns:mc="http://schemas.openxmlformats.org/markup-compatibility/2006">
          <mc:Choice xmlns:p14="http://schemas.microsoft.com/office/powerpoint/2010/main" Requires="p14">
            <p:contentPart p14:bwMode="auto" r:id="rId446">
              <p14:nvContentPartPr>
                <p14:cNvPr id="347" name="Ink 346">
                  <a:extLst>
                    <a:ext uri="{FF2B5EF4-FFF2-40B4-BE49-F238E27FC236}">
                      <a16:creationId xmlns:a16="http://schemas.microsoft.com/office/drawing/2014/main" id="{242B66B7-7FB1-3B1D-FFBA-79EEF87FCFA0}"/>
                    </a:ext>
                  </a:extLst>
                </p14:cNvPr>
                <p14:cNvContentPartPr/>
                <p14:nvPr/>
              </p14:nvContentPartPr>
              <p14:xfrm>
                <a:off x="9005870" y="6144877"/>
                <a:ext cx="115200" cy="122400"/>
              </p14:xfrm>
            </p:contentPart>
          </mc:Choice>
          <mc:Fallback>
            <p:pic>
              <p:nvPicPr>
                <p:cNvPr id="347" name="Ink 346">
                  <a:extLst>
                    <a:ext uri="{FF2B5EF4-FFF2-40B4-BE49-F238E27FC236}">
                      <a16:creationId xmlns:a16="http://schemas.microsoft.com/office/drawing/2014/main" id="{242B66B7-7FB1-3B1D-FFBA-79EEF87FCFA0}"/>
                    </a:ext>
                  </a:extLst>
                </p:cNvPr>
                <p:cNvPicPr/>
                <p:nvPr/>
              </p:nvPicPr>
              <p:blipFill>
                <a:blip r:embed="rId447"/>
                <a:stretch>
                  <a:fillRect/>
                </a:stretch>
              </p:blipFill>
              <p:spPr>
                <a:xfrm>
                  <a:off x="8987870" y="6126877"/>
                  <a:ext cx="150840" cy="158040"/>
                </a:xfrm>
                <a:prstGeom prst="rect">
                  <a:avLst/>
                </a:prstGeom>
              </p:spPr>
            </p:pic>
          </mc:Fallback>
        </mc:AlternateContent>
        <mc:AlternateContent xmlns:mc="http://schemas.openxmlformats.org/markup-compatibility/2006">
          <mc:Choice xmlns:p14="http://schemas.microsoft.com/office/powerpoint/2010/main" Requires="p14">
            <p:contentPart p14:bwMode="auto" r:id="rId448">
              <p14:nvContentPartPr>
                <p14:cNvPr id="348" name="Ink 347">
                  <a:extLst>
                    <a:ext uri="{FF2B5EF4-FFF2-40B4-BE49-F238E27FC236}">
                      <a16:creationId xmlns:a16="http://schemas.microsoft.com/office/drawing/2014/main" id="{3DE84C48-4762-5F29-5FE2-D9510ADAE354}"/>
                    </a:ext>
                  </a:extLst>
                </p14:cNvPr>
                <p14:cNvContentPartPr/>
                <p14:nvPr/>
              </p14:nvContentPartPr>
              <p14:xfrm>
                <a:off x="9168950" y="6171157"/>
                <a:ext cx="83160" cy="101520"/>
              </p14:xfrm>
            </p:contentPart>
          </mc:Choice>
          <mc:Fallback>
            <p:pic>
              <p:nvPicPr>
                <p:cNvPr id="348" name="Ink 347">
                  <a:extLst>
                    <a:ext uri="{FF2B5EF4-FFF2-40B4-BE49-F238E27FC236}">
                      <a16:creationId xmlns:a16="http://schemas.microsoft.com/office/drawing/2014/main" id="{3DE84C48-4762-5F29-5FE2-D9510ADAE354}"/>
                    </a:ext>
                  </a:extLst>
                </p:cNvPr>
                <p:cNvPicPr/>
                <p:nvPr/>
              </p:nvPicPr>
              <p:blipFill>
                <a:blip r:embed="rId449"/>
                <a:stretch>
                  <a:fillRect/>
                </a:stretch>
              </p:blipFill>
              <p:spPr>
                <a:xfrm>
                  <a:off x="9151310" y="6153157"/>
                  <a:ext cx="118800" cy="137160"/>
                </a:xfrm>
                <a:prstGeom prst="rect">
                  <a:avLst/>
                </a:prstGeom>
              </p:spPr>
            </p:pic>
          </mc:Fallback>
        </mc:AlternateContent>
        <mc:AlternateContent xmlns:mc="http://schemas.openxmlformats.org/markup-compatibility/2006">
          <mc:Choice xmlns:p14="http://schemas.microsoft.com/office/powerpoint/2010/main" Requires="p14">
            <p:contentPart p14:bwMode="auto" r:id="rId450">
              <p14:nvContentPartPr>
                <p14:cNvPr id="349" name="Ink 348">
                  <a:extLst>
                    <a:ext uri="{FF2B5EF4-FFF2-40B4-BE49-F238E27FC236}">
                      <a16:creationId xmlns:a16="http://schemas.microsoft.com/office/drawing/2014/main" id="{3D49693C-8389-593E-8FDB-49136D99A1C4}"/>
                    </a:ext>
                  </a:extLst>
                </p14:cNvPr>
                <p14:cNvContentPartPr/>
                <p14:nvPr/>
              </p14:nvContentPartPr>
              <p14:xfrm>
                <a:off x="9267590" y="6179077"/>
                <a:ext cx="61920" cy="131040"/>
              </p14:xfrm>
            </p:contentPart>
          </mc:Choice>
          <mc:Fallback>
            <p:pic>
              <p:nvPicPr>
                <p:cNvPr id="349" name="Ink 348">
                  <a:extLst>
                    <a:ext uri="{FF2B5EF4-FFF2-40B4-BE49-F238E27FC236}">
                      <a16:creationId xmlns:a16="http://schemas.microsoft.com/office/drawing/2014/main" id="{3D49693C-8389-593E-8FDB-49136D99A1C4}"/>
                    </a:ext>
                  </a:extLst>
                </p:cNvPr>
                <p:cNvPicPr/>
                <p:nvPr/>
              </p:nvPicPr>
              <p:blipFill>
                <a:blip r:embed="rId451"/>
                <a:stretch>
                  <a:fillRect/>
                </a:stretch>
              </p:blipFill>
              <p:spPr>
                <a:xfrm>
                  <a:off x="9249590" y="6161077"/>
                  <a:ext cx="97560" cy="166680"/>
                </a:xfrm>
                <a:prstGeom prst="rect">
                  <a:avLst/>
                </a:prstGeom>
              </p:spPr>
            </p:pic>
          </mc:Fallback>
        </mc:AlternateContent>
        <mc:AlternateContent xmlns:mc="http://schemas.openxmlformats.org/markup-compatibility/2006">
          <mc:Choice xmlns:p14="http://schemas.microsoft.com/office/powerpoint/2010/main" Requires="p14">
            <p:contentPart p14:bwMode="auto" r:id="rId452">
              <p14:nvContentPartPr>
                <p14:cNvPr id="350" name="Ink 349">
                  <a:extLst>
                    <a:ext uri="{FF2B5EF4-FFF2-40B4-BE49-F238E27FC236}">
                      <a16:creationId xmlns:a16="http://schemas.microsoft.com/office/drawing/2014/main" id="{8C98F7F7-F967-3562-7139-51DA40A74CEB}"/>
                    </a:ext>
                  </a:extLst>
                </p14:cNvPr>
                <p14:cNvContentPartPr/>
                <p14:nvPr/>
              </p14:nvContentPartPr>
              <p14:xfrm>
                <a:off x="9374510" y="6167557"/>
                <a:ext cx="73080" cy="114840"/>
              </p14:xfrm>
            </p:contentPart>
          </mc:Choice>
          <mc:Fallback>
            <p:pic>
              <p:nvPicPr>
                <p:cNvPr id="350" name="Ink 349">
                  <a:extLst>
                    <a:ext uri="{FF2B5EF4-FFF2-40B4-BE49-F238E27FC236}">
                      <a16:creationId xmlns:a16="http://schemas.microsoft.com/office/drawing/2014/main" id="{8C98F7F7-F967-3562-7139-51DA40A74CEB}"/>
                    </a:ext>
                  </a:extLst>
                </p:cNvPr>
                <p:cNvPicPr/>
                <p:nvPr/>
              </p:nvPicPr>
              <p:blipFill>
                <a:blip r:embed="rId453"/>
                <a:stretch>
                  <a:fillRect/>
                </a:stretch>
              </p:blipFill>
              <p:spPr>
                <a:xfrm>
                  <a:off x="9356870" y="6149917"/>
                  <a:ext cx="108720" cy="150480"/>
                </a:xfrm>
                <a:prstGeom prst="rect">
                  <a:avLst/>
                </a:prstGeom>
              </p:spPr>
            </p:pic>
          </mc:Fallback>
        </mc:AlternateContent>
        <mc:AlternateContent xmlns:mc="http://schemas.openxmlformats.org/markup-compatibility/2006">
          <mc:Choice xmlns:p14="http://schemas.microsoft.com/office/powerpoint/2010/main" Requires="p14">
            <p:contentPart p14:bwMode="auto" r:id="rId454">
              <p14:nvContentPartPr>
                <p14:cNvPr id="351" name="Ink 350">
                  <a:extLst>
                    <a:ext uri="{FF2B5EF4-FFF2-40B4-BE49-F238E27FC236}">
                      <a16:creationId xmlns:a16="http://schemas.microsoft.com/office/drawing/2014/main" id="{3A21B9B5-B314-507E-695C-3079928B7DA5}"/>
                    </a:ext>
                  </a:extLst>
                </p14:cNvPr>
                <p14:cNvContentPartPr/>
                <p14:nvPr/>
              </p14:nvContentPartPr>
              <p14:xfrm>
                <a:off x="9545870" y="6119317"/>
                <a:ext cx="123480" cy="133560"/>
              </p14:xfrm>
            </p:contentPart>
          </mc:Choice>
          <mc:Fallback>
            <p:pic>
              <p:nvPicPr>
                <p:cNvPr id="351" name="Ink 350">
                  <a:extLst>
                    <a:ext uri="{FF2B5EF4-FFF2-40B4-BE49-F238E27FC236}">
                      <a16:creationId xmlns:a16="http://schemas.microsoft.com/office/drawing/2014/main" id="{3A21B9B5-B314-507E-695C-3079928B7DA5}"/>
                    </a:ext>
                  </a:extLst>
                </p:cNvPr>
                <p:cNvPicPr/>
                <p:nvPr/>
              </p:nvPicPr>
              <p:blipFill>
                <a:blip r:embed="rId455"/>
                <a:stretch>
                  <a:fillRect/>
                </a:stretch>
              </p:blipFill>
              <p:spPr>
                <a:xfrm>
                  <a:off x="9527870" y="6101677"/>
                  <a:ext cx="159120" cy="169200"/>
                </a:xfrm>
                <a:prstGeom prst="rect">
                  <a:avLst/>
                </a:prstGeom>
              </p:spPr>
            </p:pic>
          </mc:Fallback>
        </mc:AlternateContent>
        <mc:AlternateContent xmlns:mc="http://schemas.openxmlformats.org/markup-compatibility/2006">
          <mc:Choice xmlns:p14="http://schemas.microsoft.com/office/powerpoint/2010/main" Requires="p14">
            <p:contentPart p14:bwMode="auto" r:id="rId456">
              <p14:nvContentPartPr>
                <p14:cNvPr id="352" name="Ink 351">
                  <a:extLst>
                    <a:ext uri="{FF2B5EF4-FFF2-40B4-BE49-F238E27FC236}">
                      <a16:creationId xmlns:a16="http://schemas.microsoft.com/office/drawing/2014/main" id="{9CFCB9D3-E695-139F-513F-3FBFC754174E}"/>
                    </a:ext>
                  </a:extLst>
                </p14:cNvPr>
                <p14:cNvContentPartPr/>
                <p14:nvPr/>
              </p14:nvContentPartPr>
              <p14:xfrm>
                <a:off x="9746390" y="6109597"/>
                <a:ext cx="290880" cy="137520"/>
              </p14:xfrm>
            </p:contentPart>
          </mc:Choice>
          <mc:Fallback>
            <p:pic>
              <p:nvPicPr>
                <p:cNvPr id="352" name="Ink 351">
                  <a:extLst>
                    <a:ext uri="{FF2B5EF4-FFF2-40B4-BE49-F238E27FC236}">
                      <a16:creationId xmlns:a16="http://schemas.microsoft.com/office/drawing/2014/main" id="{9CFCB9D3-E695-139F-513F-3FBFC754174E}"/>
                    </a:ext>
                  </a:extLst>
                </p:cNvPr>
                <p:cNvPicPr/>
                <p:nvPr/>
              </p:nvPicPr>
              <p:blipFill>
                <a:blip r:embed="rId457"/>
                <a:stretch>
                  <a:fillRect/>
                </a:stretch>
              </p:blipFill>
              <p:spPr>
                <a:xfrm>
                  <a:off x="9728750" y="6091957"/>
                  <a:ext cx="326520" cy="173160"/>
                </a:xfrm>
                <a:prstGeom prst="rect">
                  <a:avLst/>
                </a:prstGeom>
              </p:spPr>
            </p:pic>
          </mc:Fallback>
        </mc:AlternateContent>
        <mc:AlternateContent xmlns:mc="http://schemas.openxmlformats.org/markup-compatibility/2006">
          <mc:Choice xmlns:p14="http://schemas.microsoft.com/office/powerpoint/2010/main" Requires="p14">
            <p:contentPart p14:bwMode="auto" r:id="rId458">
              <p14:nvContentPartPr>
                <p14:cNvPr id="353" name="Ink 352">
                  <a:extLst>
                    <a:ext uri="{FF2B5EF4-FFF2-40B4-BE49-F238E27FC236}">
                      <a16:creationId xmlns:a16="http://schemas.microsoft.com/office/drawing/2014/main" id="{08082B5E-C6B0-FC3D-0896-FACA23AF8489}"/>
                    </a:ext>
                  </a:extLst>
                </p14:cNvPr>
                <p14:cNvContentPartPr/>
                <p14:nvPr/>
              </p14:nvContentPartPr>
              <p14:xfrm>
                <a:off x="10162910" y="5999437"/>
                <a:ext cx="30240" cy="255240"/>
              </p14:xfrm>
            </p:contentPart>
          </mc:Choice>
          <mc:Fallback>
            <p:pic>
              <p:nvPicPr>
                <p:cNvPr id="353" name="Ink 352">
                  <a:extLst>
                    <a:ext uri="{FF2B5EF4-FFF2-40B4-BE49-F238E27FC236}">
                      <a16:creationId xmlns:a16="http://schemas.microsoft.com/office/drawing/2014/main" id="{08082B5E-C6B0-FC3D-0896-FACA23AF8489}"/>
                    </a:ext>
                  </a:extLst>
                </p:cNvPr>
                <p:cNvPicPr/>
                <p:nvPr/>
              </p:nvPicPr>
              <p:blipFill>
                <a:blip r:embed="rId459"/>
                <a:stretch>
                  <a:fillRect/>
                </a:stretch>
              </p:blipFill>
              <p:spPr>
                <a:xfrm>
                  <a:off x="10145270" y="5981437"/>
                  <a:ext cx="65880" cy="290880"/>
                </a:xfrm>
                <a:prstGeom prst="rect">
                  <a:avLst/>
                </a:prstGeom>
              </p:spPr>
            </p:pic>
          </mc:Fallback>
        </mc:AlternateContent>
        <mc:AlternateContent xmlns:mc="http://schemas.openxmlformats.org/markup-compatibility/2006">
          <mc:Choice xmlns:p14="http://schemas.microsoft.com/office/powerpoint/2010/main" Requires="p14">
            <p:contentPart p14:bwMode="auto" r:id="rId460">
              <p14:nvContentPartPr>
                <p14:cNvPr id="354" name="Ink 353">
                  <a:extLst>
                    <a:ext uri="{FF2B5EF4-FFF2-40B4-BE49-F238E27FC236}">
                      <a16:creationId xmlns:a16="http://schemas.microsoft.com/office/drawing/2014/main" id="{45724652-D0D4-0051-7844-DCAEA501AEB0}"/>
                    </a:ext>
                  </a:extLst>
                </p14:cNvPr>
                <p14:cNvContentPartPr/>
                <p14:nvPr/>
              </p14:nvContentPartPr>
              <p14:xfrm>
                <a:off x="10140950" y="6126877"/>
                <a:ext cx="82080" cy="15840"/>
              </p14:xfrm>
            </p:contentPart>
          </mc:Choice>
          <mc:Fallback>
            <p:pic>
              <p:nvPicPr>
                <p:cNvPr id="354" name="Ink 353">
                  <a:extLst>
                    <a:ext uri="{FF2B5EF4-FFF2-40B4-BE49-F238E27FC236}">
                      <a16:creationId xmlns:a16="http://schemas.microsoft.com/office/drawing/2014/main" id="{45724652-D0D4-0051-7844-DCAEA501AEB0}"/>
                    </a:ext>
                  </a:extLst>
                </p:cNvPr>
                <p:cNvPicPr/>
                <p:nvPr/>
              </p:nvPicPr>
              <p:blipFill>
                <a:blip r:embed="rId461"/>
                <a:stretch>
                  <a:fillRect/>
                </a:stretch>
              </p:blipFill>
              <p:spPr>
                <a:xfrm>
                  <a:off x="10123310" y="6108877"/>
                  <a:ext cx="117720" cy="51480"/>
                </a:xfrm>
                <a:prstGeom prst="rect">
                  <a:avLst/>
                </a:prstGeom>
              </p:spPr>
            </p:pic>
          </mc:Fallback>
        </mc:AlternateContent>
        <mc:AlternateContent xmlns:mc="http://schemas.openxmlformats.org/markup-compatibility/2006">
          <mc:Choice xmlns:p14="http://schemas.microsoft.com/office/powerpoint/2010/main" Requires="p14">
            <p:contentPart p14:bwMode="auto" r:id="rId462">
              <p14:nvContentPartPr>
                <p14:cNvPr id="355" name="Ink 354">
                  <a:extLst>
                    <a:ext uri="{FF2B5EF4-FFF2-40B4-BE49-F238E27FC236}">
                      <a16:creationId xmlns:a16="http://schemas.microsoft.com/office/drawing/2014/main" id="{3A7F5D91-7E47-E2AF-9268-E485F05D755B}"/>
                    </a:ext>
                  </a:extLst>
                </p14:cNvPr>
                <p14:cNvContentPartPr/>
                <p14:nvPr/>
              </p14:nvContentPartPr>
              <p14:xfrm>
                <a:off x="10311950" y="5960917"/>
                <a:ext cx="96120" cy="326160"/>
              </p14:xfrm>
            </p:contentPart>
          </mc:Choice>
          <mc:Fallback>
            <p:pic>
              <p:nvPicPr>
                <p:cNvPr id="355" name="Ink 354">
                  <a:extLst>
                    <a:ext uri="{FF2B5EF4-FFF2-40B4-BE49-F238E27FC236}">
                      <a16:creationId xmlns:a16="http://schemas.microsoft.com/office/drawing/2014/main" id="{3A7F5D91-7E47-E2AF-9268-E485F05D755B}"/>
                    </a:ext>
                  </a:extLst>
                </p:cNvPr>
                <p:cNvPicPr/>
                <p:nvPr/>
              </p:nvPicPr>
              <p:blipFill>
                <a:blip r:embed="rId463"/>
                <a:stretch>
                  <a:fillRect/>
                </a:stretch>
              </p:blipFill>
              <p:spPr>
                <a:xfrm>
                  <a:off x="10293950" y="5943277"/>
                  <a:ext cx="131760" cy="361800"/>
                </a:xfrm>
                <a:prstGeom prst="rect">
                  <a:avLst/>
                </a:prstGeom>
              </p:spPr>
            </p:pic>
          </mc:Fallback>
        </mc:AlternateContent>
      </p:grpSp>
      <p:grpSp>
        <p:nvGrpSpPr>
          <p:cNvPr id="366" name="Group 365">
            <a:extLst>
              <a:ext uri="{FF2B5EF4-FFF2-40B4-BE49-F238E27FC236}">
                <a16:creationId xmlns:a16="http://schemas.microsoft.com/office/drawing/2014/main" id="{D67D2F37-C5C9-41C9-80D2-D1BE5B364D86}"/>
              </a:ext>
            </a:extLst>
          </p:cNvPr>
          <p:cNvGrpSpPr/>
          <p:nvPr/>
        </p:nvGrpSpPr>
        <p:grpSpPr>
          <a:xfrm>
            <a:off x="9177230" y="1995157"/>
            <a:ext cx="754200" cy="279360"/>
            <a:chOff x="9177230" y="1995157"/>
            <a:chExt cx="754200" cy="279360"/>
          </a:xfrm>
        </p:grpSpPr>
        <mc:AlternateContent xmlns:mc="http://schemas.openxmlformats.org/markup-compatibility/2006">
          <mc:Choice xmlns:p14="http://schemas.microsoft.com/office/powerpoint/2010/main" Requires="p14">
            <p:contentPart p14:bwMode="auto" r:id="rId464">
              <p14:nvContentPartPr>
                <p14:cNvPr id="360" name="Ink 359">
                  <a:extLst>
                    <a:ext uri="{FF2B5EF4-FFF2-40B4-BE49-F238E27FC236}">
                      <a16:creationId xmlns:a16="http://schemas.microsoft.com/office/drawing/2014/main" id="{60F51D81-B180-3092-57C2-9953EE42829E}"/>
                    </a:ext>
                  </a:extLst>
                </p14:cNvPr>
                <p14:cNvContentPartPr/>
                <p14:nvPr/>
              </p14:nvContentPartPr>
              <p14:xfrm>
                <a:off x="9177230" y="1995157"/>
                <a:ext cx="53640" cy="279360"/>
              </p14:xfrm>
            </p:contentPart>
          </mc:Choice>
          <mc:Fallback>
            <p:pic>
              <p:nvPicPr>
                <p:cNvPr id="360" name="Ink 359">
                  <a:extLst>
                    <a:ext uri="{FF2B5EF4-FFF2-40B4-BE49-F238E27FC236}">
                      <a16:creationId xmlns:a16="http://schemas.microsoft.com/office/drawing/2014/main" id="{60F51D81-B180-3092-57C2-9953EE42829E}"/>
                    </a:ext>
                  </a:extLst>
                </p:cNvPr>
                <p:cNvPicPr/>
                <p:nvPr/>
              </p:nvPicPr>
              <p:blipFill>
                <a:blip r:embed="rId465"/>
                <a:stretch>
                  <a:fillRect/>
                </a:stretch>
              </p:blipFill>
              <p:spPr>
                <a:xfrm>
                  <a:off x="9159590" y="1977517"/>
                  <a:ext cx="89280" cy="315000"/>
                </a:xfrm>
                <a:prstGeom prst="rect">
                  <a:avLst/>
                </a:prstGeom>
              </p:spPr>
            </p:pic>
          </mc:Fallback>
        </mc:AlternateContent>
        <mc:AlternateContent xmlns:mc="http://schemas.openxmlformats.org/markup-compatibility/2006">
          <mc:Choice xmlns:p14="http://schemas.microsoft.com/office/powerpoint/2010/main" Requires="p14">
            <p:contentPart p14:bwMode="auto" r:id="rId466">
              <p14:nvContentPartPr>
                <p14:cNvPr id="361" name="Ink 360">
                  <a:extLst>
                    <a:ext uri="{FF2B5EF4-FFF2-40B4-BE49-F238E27FC236}">
                      <a16:creationId xmlns:a16="http://schemas.microsoft.com/office/drawing/2014/main" id="{E0B27657-8134-AD9D-E84D-1136DED3F4E6}"/>
                    </a:ext>
                  </a:extLst>
                </p14:cNvPr>
                <p14:cNvContentPartPr/>
                <p14:nvPr/>
              </p14:nvContentPartPr>
              <p14:xfrm>
                <a:off x="9254990" y="2013517"/>
                <a:ext cx="158760" cy="192240"/>
              </p14:xfrm>
            </p:contentPart>
          </mc:Choice>
          <mc:Fallback>
            <p:pic>
              <p:nvPicPr>
                <p:cNvPr id="361" name="Ink 360">
                  <a:extLst>
                    <a:ext uri="{FF2B5EF4-FFF2-40B4-BE49-F238E27FC236}">
                      <a16:creationId xmlns:a16="http://schemas.microsoft.com/office/drawing/2014/main" id="{E0B27657-8134-AD9D-E84D-1136DED3F4E6}"/>
                    </a:ext>
                  </a:extLst>
                </p:cNvPr>
                <p:cNvPicPr/>
                <p:nvPr/>
              </p:nvPicPr>
              <p:blipFill>
                <a:blip r:embed="rId467"/>
                <a:stretch>
                  <a:fillRect/>
                </a:stretch>
              </p:blipFill>
              <p:spPr>
                <a:xfrm>
                  <a:off x="9237350" y="1995517"/>
                  <a:ext cx="194400" cy="227880"/>
                </a:xfrm>
                <a:prstGeom prst="rect">
                  <a:avLst/>
                </a:prstGeom>
              </p:spPr>
            </p:pic>
          </mc:Fallback>
        </mc:AlternateContent>
        <mc:AlternateContent xmlns:mc="http://schemas.openxmlformats.org/markup-compatibility/2006">
          <mc:Choice xmlns:p14="http://schemas.microsoft.com/office/powerpoint/2010/main" Requires="p14">
            <p:contentPart p14:bwMode="auto" r:id="rId468">
              <p14:nvContentPartPr>
                <p14:cNvPr id="362" name="Ink 361">
                  <a:extLst>
                    <a:ext uri="{FF2B5EF4-FFF2-40B4-BE49-F238E27FC236}">
                      <a16:creationId xmlns:a16="http://schemas.microsoft.com/office/drawing/2014/main" id="{07A1E039-E6A5-9F3B-88A3-76F8ADC7A306}"/>
                    </a:ext>
                  </a:extLst>
                </p14:cNvPr>
                <p14:cNvContentPartPr/>
                <p14:nvPr/>
              </p14:nvContentPartPr>
              <p14:xfrm>
                <a:off x="9231950" y="2133397"/>
                <a:ext cx="106920" cy="46080"/>
              </p14:xfrm>
            </p:contentPart>
          </mc:Choice>
          <mc:Fallback>
            <p:pic>
              <p:nvPicPr>
                <p:cNvPr id="362" name="Ink 361">
                  <a:extLst>
                    <a:ext uri="{FF2B5EF4-FFF2-40B4-BE49-F238E27FC236}">
                      <a16:creationId xmlns:a16="http://schemas.microsoft.com/office/drawing/2014/main" id="{07A1E039-E6A5-9F3B-88A3-76F8ADC7A306}"/>
                    </a:ext>
                  </a:extLst>
                </p:cNvPr>
                <p:cNvPicPr/>
                <p:nvPr/>
              </p:nvPicPr>
              <p:blipFill>
                <a:blip r:embed="rId469"/>
                <a:stretch>
                  <a:fillRect/>
                </a:stretch>
              </p:blipFill>
              <p:spPr>
                <a:xfrm>
                  <a:off x="9213950" y="2115397"/>
                  <a:ext cx="142560" cy="81720"/>
                </a:xfrm>
                <a:prstGeom prst="rect">
                  <a:avLst/>
                </a:prstGeom>
              </p:spPr>
            </p:pic>
          </mc:Fallback>
        </mc:AlternateContent>
        <mc:AlternateContent xmlns:mc="http://schemas.openxmlformats.org/markup-compatibility/2006">
          <mc:Choice xmlns:p14="http://schemas.microsoft.com/office/powerpoint/2010/main" Requires="p14">
            <p:contentPart p14:bwMode="auto" r:id="rId470">
              <p14:nvContentPartPr>
                <p14:cNvPr id="363" name="Ink 362">
                  <a:extLst>
                    <a:ext uri="{FF2B5EF4-FFF2-40B4-BE49-F238E27FC236}">
                      <a16:creationId xmlns:a16="http://schemas.microsoft.com/office/drawing/2014/main" id="{B3138E36-3732-A0E7-104B-8CEC45915B19}"/>
                    </a:ext>
                  </a:extLst>
                </p14:cNvPr>
                <p14:cNvContentPartPr/>
                <p14:nvPr/>
              </p14:nvContentPartPr>
              <p14:xfrm>
                <a:off x="9443990" y="2013517"/>
                <a:ext cx="41760" cy="216360"/>
              </p14:xfrm>
            </p:contentPart>
          </mc:Choice>
          <mc:Fallback>
            <p:pic>
              <p:nvPicPr>
                <p:cNvPr id="363" name="Ink 362">
                  <a:extLst>
                    <a:ext uri="{FF2B5EF4-FFF2-40B4-BE49-F238E27FC236}">
                      <a16:creationId xmlns:a16="http://schemas.microsoft.com/office/drawing/2014/main" id="{B3138E36-3732-A0E7-104B-8CEC45915B19}"/>
                    </a:ext>
                  </a:extLst>
                </p:cNvPr>
                <p:cNvPicPr/>
                <p:nvPr/>
              </p:nvPicPr>
              <p:blipFill>
                <a:blip r:embed="rId471"/>
                <a:stretch>
                  <a:fillRect/>
                </a:stretch>
              </p:blipFill>
              <p:spPr>
                <a:xfrm>
                  <a:off x="9425990" y="1995877"/>
                  <a:ext cx="77400" cy="252000"/>
                </a:xfrm>
                <a:prstGeom prst="rect">
                  <a:avLst/>
                </a:prstGeom>
              </p:spPr>
            </p:pic>
          </mc:Fallback>
        </mc:AlternateContent>
        <mc:AlternateContent xmlns:mc="http://schemas.openxmlformats.org/markup-compatibility/2006">
          <mc:Choice xmlns:p14="http://schemas.microsoft.com/office/powerpoint/2010/main" Requires="p14">
            <p:contentPart p14:bwMode="auto" r:id="rId472">
              <p14:nvContentPartPr>
                <p14:cNvPr id="364" name="Ink 363">
                  <a:extLst>
                    <a:ext uri="{FF2B5EF4-FFF2-40B4-BE49-F238E27FC236}">
                      <a16:creationId xmlns:a16="http://schemas.microsoft.com/office/drawing/2014/main" id="{A5412DC7-04D0-170E-0676-3783FB009103}"/>
                    </a:ext>
                  </a:extLst>
                </p14:cNvPr>
                <p14:cNvContentPartPr/>
                <p14:nvPr/>
              </p14:nvContentPartPr>
              <p14:xfrm>
                <a:off x="9452990" y="2009557"/>
                <a:ext cx="132120" cy="228960"/>
              </p14:xfrm>
            </p:contentPart>
          </mc:Choice>
          <mc:Fallback>
            <p:pic>
              <p:nvPicPr>
                <p:cNvPr id="364" name="Ink 363">
                  <a:extLst>
                    <a:ext uri="{FF2B5EF4-FFF2-40B4-BE49-F238E27FC236}">
                      <a16:creationId xmlns:a16="http://schemas.microsoft.com/office/drawing/2014/main" id="{A5412DC7-04D0-170E-0676-3783FB009103}"/>
                    </a:ext>
                  </a:extLst>
                </p:cNvPr>
                <p:cNvPicPr/>
                <p:nvPr/>
              </p:nvPicPr>
              <p:blipFill>
                <a:blip r:embed="rId473"/>
                <a:stretch>
                  <a:fillRect/>
                </a:stretch>
              </p:blipFill>
              <p:spPr>
                <a:xfrm>
                  <a:off x="9434990" y="1991557"/>
                  <a:ext cx="167760" cy="264600"/>
                </a:xfrm>
                <a:prstGeom prst="rect">
                  <a:avLst/>
                </a:prstGeom>
              </p:spPr>
            </p:pic>
          </mc:Fallback>
        </mc:AlternateContent>
        <mc:AlternateContent xmlns:mc="http://schemas.openxmlformats.org/markup-compatibility/2006">
          <mc:Choice xmlns:p14="http://schemas.microsoft.com/office/powerpoint/2010/main" Requires="p14">
            <p:contentPart p14:bwMode="auto" r:id="rId474">
              <p14:nvContentPartPr>
                <p14:cNvPr id="365" name="Ink 364">
                  <a:extLst>
                    <a:ext uri="{FF2B5EF4-FFF2-40B4-BE49-F238E27FC236}">
                      <a16:creationId xmlns:a16="http://schemas.microsoft.com/office/drawing/2014/main" id="{25D757AB-8269-99BD-A1B4-1CDE46775AFA}"/>
                    </a:ext>
                  </a:extLst>
                </p14:cNvPr>
                <p14:cNvContentPartPr/>
                <p14:nvPr/>
              </p14:nvContentPartPr>
              <p14:xfrm>
                <a:off x="9714710" y="2006677"/>
                <a:ext cx="216720" cy="243360"/>
              </p14:xfrm>
            </p:contentPart>
          </mc:Choice>
          <mc:Fallback>
            <p:pic>
              <p:nvPicPr>
                <p:cNvPr id="365" name="Ink 364">
                  <a:extLst>
                    <a:ext uri="{FF2B5EF4-FFF2-40B4-BE49-F238E27FC236}">
                      <a16:creationId xmlns:a16="http://schemas.microsoft.com/office/drawing/2014/main" id="{25D757AB-8269-99BD-A1B4-1CDE46775AFA}"/>
                    </a:ext>
                  </a:extLst>
                </p:cNvPr>
                <p:cNvPicPr/>
                <p:nvPr/>
              </p:nvPicPr>
              <p:blipFill>
                <a:blip r:embed="rId475"/>
                <a:stretch>
                  <a:fillRect/>
                </a:stretch>
              </p:blipFill>
              <p:spPr>
                <a:xfrm>
                  <a:off x="9697070" y="1989037"/>
                  <a:ext cx="252360" cy="279000"/>
                </a:xfrm>
                <a:prstGeom prst="rect">
                  <a:avLst/>
                </a:prstGeom>
              </p:spPr>
            </p:pic>
          </mc:Fallback>
        </mc:AlternateContent>
      </p:grpSp>
      <p:grpSp>
        <p:nvGrpSpPr>
          <p:cNvPr id="400" name="Group 399">
            <a:extLst>
              <a:ext uri="{FF2B5EF4-FFF2-40B4-BE49-F238E27FC236}">
                <a16:creationId xmlns:a16="http://schemas.microsoft.com/office/drawing/2014/main" id="{E5923DFF-89C7-E12B-3DFF-15BA5F1A0D88}"/>
              </a:ext>
            </a:extLst>
          </p:cNvPr>
          <p:cNvGrpSpPr/>
          <p:nvPr/>
        </p:nvGrpSpPr>
        <p:grpSpPr>
          <a:xfrm>
            <a:off x="9216830" y="2494477"/>
            <a:ext cx="2274480" cy="1537560"/>
            <a:chOff x="9216830" y="2494477"/>
            <a:chExt cx="2274480" cy="1537560"/>
          </a:xfrm>
        </p:grpSpPr>
        <mc:AlternateContent xmlns:mc="http://schemas.openxmlformats.org/markup-compatibility/2006">
          <mc:Choice xmlns:p14="http://schemas.microsoft.com/office/powerpoint/2010/main" Requires="p14">
            <p:contentPart p14:bwMode="auto" r:id="rId476">
              <p14:nvContentPartPr>
                <p14:cNvPr id="357" name="Ink 356">
                  <a:extLst>
                    <a:ext uri="{FF2B5EF4-FFF2-40B4-BE49-F238E27FC236}">
                      <a16:creationId xmlns:a16="http://schemas.microsoft.com/office/drawing/2014/main" id="{AFAAAB58-AAEF-21C0-04E8-57BC6464D5D8}"/>
                    </a:ext>
                  </a:extLst>
                </p14:cNvPr>
                <p14:cNvContentPartPr/>
                <p14:nvPr/>
              </p14:nvContentPartPr>
              <p14:xfrm>
                <a:off x="9405470" y="2494477"/>
                <a:ext cx="605880" cy="41760"/>
              </p14:xfrm>
            </p:contentPart>
          </mc:Choice>
          <mc:Fallback>
            <p:pic>
              <p:nvPicPr>
                <p:cNvPr id="357" name="Ink 356">
                  <a:extLst>
                    <a:ext uri="{FF2B5EF4-FFF2-40B4-BE49-F238E27FC236}">
                      <a16:creationId xmlns:a16="http://schemas.microsoft.com/office/drawing/2014/main" id="{AFAAAB58-AAEF-21C0-04E8-57BC6464D5D8}"/>
                    </a:ext>
                  </a:extLst>
                </p:cNvPr>
                <p:cNvPicPr/>
                <p:nvPr/>
              </p:nvPicPr>
              <p:blipFill>
                <a:blip r:embed="rId477"/>
                <a:stretch>
                  <a:fillRect/>
                </a:stretch>
              </p:blipFill>
              <p:spPr>
                <a:xfrm>
                  <a:off x="9387470" y="2476477"/>
                  <a:ext cx="641520" cy="77400"/>
                </a:xfrm>
                <a:prstGeom prst="rect">
                  <a:avLst/>
                </a:prstGeom>
              </p:spPr>
            </p:pic>
          </mc:Fallback>
        </mc:AlternateContent>
        <mc:AlternateContent xmlns:mc="http://schemas.openxmlformats.org/markup-compatibility/2006">
          <mc:Choice xmlns:p14="http://schemas.microsoft.com/office/powerpoint/2010/main" Requires="p14">
            <p:contentPart p14:bwMode="auto" r:id="rId478">
              <p14:nvContentPartPr>
                <p14:cNvPr id="358" name="Ink 357">
                  <a:extLst>
                    <a:ext uri="{FF2B5EF4-FFF2-40B4-BE49-F238E27FC236}">
                      <a16:creationId xmlns:a16="http://schemas.microsoft.com/office/drawing/2014/main" id="{1397B58D-6CB5-BF62-3931-16DE1220C133}"/>
                    </a:ext>
                  </a:extLst>
                </p14:cNvPr>
                <p14:cNvContentPartPr/>
                <p14:nvPr/>
              </p14:nvContentPartPr>
              <p14:xfrm>
                <a:off x="9375950" y="2541997"/>
                <a:ext cx="795600" cy="1490040"/>
              </p14:xfrm>
            </p:contentPart>
          </mc:Choice>
          <mc:Fallback>
            <p:pic>
              <p:nvPicPr>
                <p:cNvPr id="358" name="Ink 357">
                  <a:extLst>
                    <a:ext uri="{FF2B5EF4-FFF2-40B4-BE49-F238E27FC236}">
                      <a16:creationId xmlns:a16="http://schemas.microsoft.com/office/drawing/2014/main" id="{1397B58D-6CB5-BF62-3931-16DE1220C133}"/>
                    </a:ext>
                  </a:extLst>
                </p:cNvPr>
                <p:cNvPicPr/>
                <p:nvPr/>
              </p:nvPicPr>
              <p:blipFill>
                <a:blip r:embed="rId479"/>
                <a:stretch>
                  <a:fillRect/>
                </a:stretch>
              </p:blipFill>
              <p:spPr>
                <a:xfrm>
                  <a:off x="9357950" y="2524357"/>
                  <a:ext cx="831240" cy="1525680"/>
                </a:xfrm>
                <a:prstGeom prst="rect">
                  <a:avLst/>
                </a:prstGeom>
              </p:spPr>
            </p:pic>
          </mc:Fallback>
        </mc:AlternateContent>
        <mc:AlternateContent xmlns:mc="http://schemas.openxmlformats.org/markup-compatibility/2006">
          <mc:Choice xmlns:p14="http://schemas.microsoft.com/office/powerpoint/2010/main" Requires="p14">
            <p:contentPart p14:bwMode="auto" r:id="rId480">
              <p14:nvContentPartPr>
                <p14:cNvPr id="359" name="Ink 358">
                  <a:extLst>
                    <a:ext uri="{FF2B5EF4-FFF2-40B4-BE49-F238E27FC236}">
                      <a16:creationId xmlns:a16="http://schemas.microsoft.com/office/drawing/2014/main" id="{92AE05FD-7473-A4E7-50DA-D001DF13289A}"/>
                    </a:ext>
                  </a:extLst>
                </p14:cNvPr>
                <p14:cNvContentPartPr/>
                <p14:nvPr/>
              </p14:nvContentPartPr>
              <p14:xfrm>
                <a:off x="9216830" y="2564317"/>
                <a:ext cx="155880" cy="1398600"/>
              </p14:xfrm>
            </p:contentPart>
          </mc:Choice>
          <mc:Fallback>
            <p:pic>
              <p:nvPicPr>
                <p:cNvPr id="359" name="Ink 358">
                  <a:extLst>
                    <a:ext uri="{FF2B5EF4-FFF2-40B4-BE49-F238E27FC236}">
                      <a16:creationId xmlns:a16="http://schemas.microsoft.com/office/drawing/2014/main" id="{92AE05FD-7473-A4E7-50DA-D001DF13289A}"/>
                    </a:ext>
                  </a:extLst>
                </p:cNvPr>
                <p:cNvPicPr/>
                <p:nvPr/>
              </p:nvPicPr>
              <p:blipFill>
                <a:blip r:embed="rId481"/>
                <a:stretch>
                  <a:fillRect/>
                </a:stretch>
              </p:blipFill>
              <p:spPr>
                <a:xfrm>
                  <a:off x="9199190" y="2546317"/>
                  <a:ext cx="191520" cy="1434240"/>
                </a:xfrm>
                <a:prstGeom prst="rect">
                  <a:avLst/>
                </a:prstGeom>
              </p:spPr>
            </p:pic>
          </mc:Fallback>
        </mc:AlternateContent>
        <mc:AlternateContent xmlns:mc="http://schemas.openxmlformats.org/markup-compatibility/2006">
          <mc:Choice xmlns:p14="http://schemas.microsoft.com/office/powerpoint/2010/main" Requires="p14">
            <p:contentPart p14:bwMode="auto" r:id="rId482">
              <p14:nvContentPartPr>
                <p14:cNvPr id="368" name="Ink 367">
                  <a:extLst>
                    <a:ext uri="{FF2B5EF4-FFF2-40B4-BE49-F238E27FC236}">
                      <a16:creationId xmlns:a16="http://schemas.microsoft.com/office/drawing/2014/main" id="{8084F65D-FA6E-4161-906E-6D28F0438310}"/>
                    </a:ext>
                  </a:extLst>
                </p14:cNvPr>
                <p14:cNvContentPartPr/>
                <p14:nvPr/>
              </p14:nvContentPartPr>
              <p14:xfrm>
                <a:off x="9809750" y="3039877"/>
                <a:ext cx="788400" cy="79560"/>
              </p14:xfrm>
            </p:contentPart>
          </mc:Choice>
          <mc:Fallback>
            <p:pic>
              <p:nvPicPr>
                <p:cNvPr id="368" name="Ink 367">
                  <a:extLst>
                    <a:ext uri="{FF2B5EF4-FFF2-40B4-BE49-F238E27FC236}">
                      <a16:creationId xmlns:a16="http://schemas.microsoft.com/office/drawing/2014/main" id="{8084F65D-FA6E-4161-906E-6D28F0438310}"/>
                    </a:ext>
                  </a:extLst>
                </p:cNvPr>
                <p:cNvPicPr/>
                <p:nvPr/>
              </p:nvPicPr>
              <p:blipFill>
                <a:blip r:embed="rId483"/>
                <a:stretch>
                  <a:fillRect/>
                </a:stretch>
              </p:blipFill>
              <p:spPr>
                <a:xfrm>
                  <a:off x="9791750" y="3022237"/>
                  <a:ext cx="824040" cy="115200"/>
                </a:xfrm>
                <a:prstGeom prst="rect">
                  <a:avLst/>
                </a:prstGeom>
              </p:spPr>
            </p:pic>
          </mc:Fallback>
        </mc:AlternateContent>
        <mc:AlternateContent xmlns:mc="http://schemas.openxmlformats.org/markup-compatibility/2006">
          <mc:Choice xmlns:p14="http://schemas.microsoft.com/office/powerpoint/2010/main" Requires="p14">
            <p:contentPart p14:bwMode="auto" r:id="rId484">
              <p14:nvContentPartPr>
                <p14:cNvPr id="369" name="Ink 368">
                  <a:extLst>
                    <a:ext uri="{FF2B5EF4-FFF2-40B4-BE49-F238E27FC236}">
                      <a16:creationId xmlns:a16="http://schemas.microsoft.com/office/drawing/2014/main" id="{E5C3C3C9-41DC-5754-9CF8-2C0905C142B4}"/>
                    </a:ext>
                  </a:extLst>
                </p14:cNvPr>
                <p14:cNvContentPartPr/>
                <p14:nvPr/>
              </p14:nvContentPartPr>
              <p14:xfrm>
                <a:off x="10550630" y="2948797"/>
                <a:ext cx="144000" cy="231120"/>
              </p14:xfrm>
            </p:contentPart>
          </mc:Choice>
          <mc:Fallback>
            <p:pic>
              <p:nvPicPr>
                <p:cNvPr id="369" name="Ink 368">
                  <a:extLst>
                    <a:ext uri="{FF2B5EF4-FFF2-40B4-BE49-F238E27FC236}">
                      <a16:creationId xmlns:a16="http://schemas.microsoft.com/office/drawing/2014/main" id="{E5C3C3C9-41DC-5754-9CF8-2C0905C142B4}"/>
                    </a:ext>
                  </a:extLst>
                </p:cNvPr>
                <p:cNvPicPr/>
                <p:nvPr/>
              </p:nvPicPr>
              <p:blipFill>
                <a:blip r:embed="rId485"/>
                <a:stretch>
                  <a:fillRect/>
                </a:stretch>
              </p:blipFill>
              <p:spPr>
                <a:xfrm>
                  <a:off x="10532630" y="2931157"/>
                  <a:ext cx="179640" cy="266760"/>
                </a:xfrm>
                <a:prstGeom prst="rect">
                  <a:avLst/>
                </a:prstGeom>
              </p:spPr>
            </p:pic>
          </mc:Fallback>
        </mc:AlternateContent>
        <mc:AlternateContent xmlns:mc="http://schemas.openxmlformats.org/markup-compatibility/2006">
          <mc:Choice xmlns:p14="http://schemas.microsoft.com/office/powerpoint/2010/main" Requires="p14">
            <p:contentPart p14:bwMode="auto" r:id="rId486">
              <p14:nvContentPartPr>
                <p14:cNvPr id="370" name="Ink 369">
                  <a:extLst>
                    <a:ext uri="{FF2B5EF4-FFF2-40B4-BE49-F238E27FC236}">
                      <a16:creationId xmlns:a16="http://schemas.microsoft.com/office/drawing/2014/main" id="{891598F9-B6CD-DF25-E7B4-68528D10D2D4}"/>
                    </a:ext>
                  </a:extLst>
                </p14:cNvPr>
                <p14:cNvContentPartPr/>
                <p14:nvPr/>
              </p14:nvContentPartPr>
              <p14:xfrm>
                <a:off x="9820910" y="2991637"/>
                <a:ext cx="132840" cy="250200"/>
              </p14:xfrm>
            </p:contentPart>
          </mc:Choice>
          <mc:Fallback>
            <p:pic>
              <p:nvPicPr>
                <p:cNvPr id="370" name="Ink 369">
                  <a:extLst>
                    <a:ext uri="{FF2B5EF4-FFF2-40B4-BE49-F238E27FC236}">
                      <a16:creationId xmlns:a16="http://schemas.microsoft.com/office/drawing/2014/main" id="{891598F9-B6CD-DF25-E7B4-68528D10D2D4}"/>
                    </a:ext>
                  </a:extLst>
                </p:cNvPr>
                <p:cNvPicPr/>
                <p:nvPr/>
              </p:nvPicPr>
              <p:blipFill>
                <a:blip r:embed="rId487"/>
                <a:stretch>
                  <a:fillRect/>
                </a:stretch>
              </p:blipFill>
              <p:spPr>
                <a:xfrm>
                  <a:off x="9802910" y="2973997"/>
                  <a:ext cx="168480" cy="285840"/>
                </a:xfrm>
                <a:prstGeom prst="rect">
                  <a:avLst/>
                </a:prstGeom>
              </p:spPr>
            </p:pic>
          </mc:Fallback>
        </mc:AlternateContent>
        <mc:AlternateContent xmlns:mc="http://schemas.openxmlformats.org/markup-compatibility/2006">
          <mc:Choice xmlns:p14="http://schemas.microsoft.com/office/powerpoint/2010/main" Requires="p14">
            <p:contentPart p14:bwMode="auto" r:id="rId488">
              <p14:nvContentPartPr>
                <p14:cNvPr id="372" name="Ink 371">
                  <a:extLst>
                    <a:ext uri="{FF2B5EF4-FFF2-40B4-BE49-F238E27FC236}">
                      <a16:creationId xmlns:a16="http://schemas.microsoft.com/office/drawing/2014/main" id="{4CE04DFB-370A-0B26-D06E-776A05F167C2}"/>
                    </a:ext>
                  </a:extLst>
                </p14:cNvPr>
                <p14:cNvContentPartPr/>
                <p14:nvPr/>
              </p14:nvContentPartPr>
              <p14:xfrm>
                <a:off x="10525430" y="3317797"/>
                <a:ext cx="19800" cy="142920"/>
              </p14:xfrm>
            </p:contentPart>
          </mc:Choice>
          <mc:Fallback>
            <p:pic>
              <p:nvPicPr>
                <p:cNvPr id="372" name="Ink 371">
                  <a:extLst>
                    <a:ext uri="{FF2B5EF4-FFF2-40B4-BE49-F238E27FC236}">
                      <a16:creationId xmlns:a16="http://schemas.microsoft.com/office/drawing/2014/main" id="{4CE04DFB-370A-0B26-D06E-776A05F167C2}"/>
                    </a:ext>
                  </a:extLst>
                </p:cNvPr>
                <p:cNvPicPr/>
                <p:nvPr/>
              </p:nvPicPr>
              <p:blipFill>
                <a:blip r:embed="rId489"/>
                <a:stretch>
                  <a:fillRect/>
                </a:stretch>
              </p:blipFill>
              <p:spPr>
                <a:xfrm>
                  <a:off x="10507790" y="3300157"/>
                  <a:ext cx="55440" cy="178560"/>
                </a:xfrm>
                <a:prstGeom prst="rect">
                  <a:avLst/>
                </a:prstGeom>
              </p:spPr>
            </p:pic>
          </mc:Fallback>
        </mc:AlternateContent>
        <mc:AlternateContent xmlns:mc="http://schemas.openxmlformats.org/markup-compatibility/2006">
          <mc:Choice xmlns:p14="http://schemas.microsoft.com/office/powerpoint/2010/main" Requires="p14">
            <p:contentPart p14:bwMode="auto" r:id="rId490">
              <p14:nvContentPartPr>
                <p14:cNvPr id="373" name="Ink 372">
                  <a:extLst>
                    <a:ext uri="{FF2B5EF4-FFF2-40B4-BE49-F238E27FC236}">
                      <a16:creationId xmlns:a16="http://schemas.microsoft.com/office/drawing/2014/main" id="{255AC386-53BC-BF94-686B-C8B144B774B0}"/>
                    </a:ext>
                  </a:extLst>
                </p14:cNvPr>
                <p14:cNvContentPartPr/>
                <p14:nvPr/>
              </p14:nvContentPartPr>
              <p14:xfrm>
                <a:off x="10514630" y="3312397"/>
                <a:ext cx="158760" cy="140760"/>
              </p14:xfrm>
            </p:contentPart>
          </mc:Choice>
          <mc:Fallback>
            <p:pic>
              <p:nvPicPr>
                <p:cNvPr id="373" name="Ink 372">
                  <a:extLst>
                    <a:ext uri="{FF2B5EF4-FFF2-40B4-BE49-F238E27FC236}">
                      <a16:creationId xmlns:a16="http://schemas.microsoft.com/office/drawing/2014/main" id="{255AC386-53BC-BF94-686B-C8B144B774B0}"/>
                    </a:ext>
                  </a:extLst>
                </p:cNvPr>
                <p:cNvPicPr/>
                <p:nvPr/>
              </p:nvPicPr>
              <p:blipFill>
                <a:blip r:embed="rId491"/>
                <a:stretch>
                  <a:fillRect/>
                </a:stretch>
              </p:blipFill>
              <p:spPr>
                <a:xfrm>
                  <a:off x="10496630" y="3294757"/>
                  <a:ext cx="194400" cy="176400"/>
                </a:xfrm>
                <a:prstGeom prst="rect">
                  <a:avLst/>
                </a:prstGeom>
              </p:spPr>
            </p:pic>
          </mc:Fallback>
        </mc:AlternateContent>
        <mc:AlternateContent xmlns:mc="http://schemas.openxmlformats.org/markup-compatibility/2006">
          <mc:Choice xmlns:p14="http://schemas.microsoft.com/office/powerpoint/2010/main" Requires="p14">
            <p:contentPart p14:bwMode="auto" r:id="rId492">
              <p14:nvContentPartPr>
                <p14:cNvPr id="374" name="Ink 373">
                  <a:extLst>
                    <a:ext uri="{FF2B5EF4-FFF2-40B4-BE49-F238E27FC236}">
                      <a16:creationId xmlns:a16="http://schemas.microsoft.com/office/drawing/2014/main" id="{777B8CE5-8D6E-2F2F-48D5-F6B2BE4568CF}"/>
                    </a:ext>
                  </a:extLst>
                </p14:cNvPr>
                <p14:cNvContentPartPr/>
                <p14:nvPr/>
              </p14:nvContentPartPr>
              <p14:xfrm>
                <a:off x="10717670" y="3375037"/>
                <a:ext cx="49680" cy="105120"/>
              </p14:xfrm>
            </p:contentPart>
          </mc:Choice>
          <mc:Fallback>
            <p:pic>
              <p:nvPicPr>
                <p:cNvPr id="374" name="Ink 373">
                  <a:extLst>
                    <a:ext uri="{FF2B5EF4-FFF2-40B4-BE49-F238E27FC236}">
                      <a16:creationId xmlns:a16="http://schemas.microsoft.com/office/drawing/2014/main" id="{777B8CE5-8D6E-2F2F-48D5-F6B2BE4568CF}"/>
                    </a:ext>
                  </a:extLst>
                </p:cNvPr>
                <p:cNvPicPr/>
                <p:nvPr/>
              </p:nvPicPr>
              <p:blipFill>
                <a:blip r:embed="rId493"/>
                <a:stretch>
                  <a:fillRect/>
                </a:stretch>
              </p:blipFill>
              <p:spPr>
                <a:xfrm>
                  <a:off x="10699670" y="3357037"/>
                  <a:ext cx="85320" cy="140760"/>
                </a:xfrm>
                <a:prstGeom prst="rect">
                  <a:avLst/>
                </a:prstGeom>
              </p:spPr>
            </p:pic>
          </mc:Fallback>
        </mc:AlternateContent>
        <mc:AlternateContent xmlns:mc="http://schemas.openxmlformats.org/markup-compatibility/2006">
          <mc:Choice xmlns:p14="http://schemas.microsoft.com/office/powerpoint/2010/main" Requires="p14">
            <p:contentPart p14:bwMode="auto" r:id="rId494">
              <p14:nvContentPartPr>
                <p14:cNvPr id="375" name="Ink 374">
                  <a:extLst>
                    <a:ext uri="{FF2B5EF4-FFF2-40B4-BE49-F238E27FC236}">
                      <a16:creationId xmlns:a16="http://schemas.microsoft.com/office/drawing/2014/main" id="{913DBDCE-1C10-E91C-71FB-1F0FC2683694}"/>
                    </a:ext>
                  </a:extLst>
                </p14:cNvPr>
                <p14:cNvContentPartPr/>
                <p14:nvPr/>
              </p14:nvContentPartPr>
              <p14:xfrm>
                <a:off x="10752590" y="3305917"/>
                <a:ext cx="8280" cy="43560"/>
              </p14:xfrm>
            </p:contentPart>
          </mc:Choice>
          <mc:Fallback>
            <p:pic>
              <p:nvPicPr>
                <p:cNvPr id="375" name="Ink 374">
                  <a:extLst>
                    <a:ext uri="{FF2B5EF4-FFF2-40B4-BE49-F238E27FC236}">
                      <a16:creationId xmlns:a16="http://schemas.microsoft.com/office/drawing/2014/main" id="{913DBDCE-1C10-E91C-71FB-1F0FC2683694}"/>
                    </a:ext>
                  </a:extLst>
                </p:cNvPr>
                <p:cNvPicPr/>
                <p:nvPr/>
              </p:nvPicPr>
              <p:blipFill>
                <a:blip r:embed="rId495"/>
                <a:stretch>
                  <a:fillRect/>
                </a:stretch>
              </p:blipFill>
              <p:spPr>
                <a:xfrm>
                  <a:off x="10734590" y="3287917"/>
                  <a:ext cx="43920" cy="79200"/>
                </a:xfrm>
                <a:prstGeom prst="rect">
                  <a:avLst/>
                </a:prstGeom>
              </p:spPr>
            </p:pic>
          </mc:Fallback>
        </mc:AlternateContent>
        <mc:AlternateContent xmlns:mc="http://schemas.openxmlformats.org/markup-compatibility/2006">
          <mc:Choice xmlns:p14="http://schemas.microsoft.com/office/powerpoint/2010/main" Requires="p14">
            <p:contentPart p14:bwMode="auto" r:id="rId496">
              <p14:nvContentPartPr>
                <p14:cNvPr id="376" name="Ink 375">
                  <a:extLst>
                    <a:ext uri="{FF2B5EF4-FFF2-40B4-BE49-F238E27FC236}">
                      <a16:creationId xmlns:a16="http://schemas.microsoft.com/office/drawing/2014/main" id="{9A8B460C-F1C6-D23F-4F16-EC279ADC9841}"/>
                    </a:ext>
                  </a:extLst>
                </p14:cNvPr>
                <p14:cNvContentPartPr/>
                <p14:nvPr/>
              </p14:nvContentPartPr>
              <p14:xfrm>
                <a:off x="10840070" y="3358837"/>
                <a:ext cx="96120" cy="151200"/>
              </p14:xfrm>
            </p:contentPart>
          </mc:Choice>
          <mc:Fallback>
            <p:pic>
              <p:nvPicPr>
                <p:cNvPr id="376" name="Ink 375">
                  <a:extLst>
                    <a:ext uri="{FF2B5EF4-FFF2-40B4-BE49-F238E27FC236}">
                      <a16:creationId xmlns:a16="http://schemas.microsoft.com/office/drawing/2014/main" id="{9A8B460C-F1C6-D23F-4F16-EC279ADC9841}"/>
                    </a:ext>
                  </a:extLst>
                </p:cNvPr>
                <p:cNvPicPr/>
                <p:nvPr/>
              </p:nvPicPr>
              <p:blipFill>
                <a:blip r:embed="rId497"/>
                <a:stretch>
                  <a:fillRect/>
                </a:stretch>
              </p:blipFill>
              <p:spPr>
                <a:xfrm>
                  <a:off x="10822070" y="3340837"/>
                  <a:ext cx="131760" cy="186840"/>
                </a:xfrm>
                <a:prstGeom prst="rect">
                  <a:avLst/>
                </a:prstGeom>
              </p:spPr>
            </p:pic>
          </mc:Fallback>
        </mc:AlternateContent>
        <mc:AlternateContent xmlns:mc="http://schemas.openxmlformats.org/markup-compatibility/2006">
          <mc:Choice xmlns:p14="http://schemas.microsoft.com/office/powerpoint/2010/main" Requires="p14">
            <p:contentPart p14:bwMode="auto" r:id="rId498">
              <p14:nvContentPartPr>
                <p14:cNvPr id="377" name="Ink 376">
                  <a:extLst>
                    <a:ext uri="{FF2B5EF4-FFF2-40B4-BE49-F238E27FC236}">
                      <a16:creationId xmlns:a16="http://schemas.microsoft.com/office/drawing/2014/main" id="{79583841-3063-1DB4-213D-64E914DA0A21}"/>
                    </a:ext>
                  </a:extLst>
                </p14:cNvPr>
                <p14:cNvContentPartPr/>
                <p14:nvPr/>
              </p14:nvContentPartPr>
              <p14:xfrm>
                <a:off x="11011790" y="3372877"/>
                <a:ext cx="49680" cy="86760"/>
              </p14:xfrm>
            </p:contentPart>
          </mc:Choice>
          <mc:Fallback>
            <p:pic>
              <p:nvPicPr>
                <p:cNvPr id="377" name="Ink 376">
                  <a:extLst>
                    <a:ext uri="{FF2B5EF4-FFF2-40B4-BE49-F238E27FC236}">
                      <a16:creationId xmlns:a16="http://schemas.microsoft.com/office/drawing/2014/main" id="{79583841-3063-1DB4-213D-64E914DA0A21}"/>
                    </a:ext>
                  </a:extLst>
                </p:cNvPr>
                <p:cNvPicPr/>
                <p:nvPr/>
              </p:nvPicPr>
              <p:blipFill>
                <a:blip r:embed="rId499"/>
                <a:stretch>
                  <a:fillRect/>
                </a:stretch>
              </p:blipFill>
              <p:spPr>
                <a:xfrm>
                  <a:off x="10994150" y="3355237"/>
                  <a:ext cx="85320" cy="122400"/>
                </a:xfrm>
                <a:prstGeom prst="rect">
                  <a:avLst/>
                </a:prstGeom>
              </p:spPr>
            </p:pic>
          </mc:Fallback>
        </mc:AlternateContent>
        <mc:AlternateContent xmlns:mc="http://schemas.openxmlformats.org/markup-compatibility/2006">
          <mc:Choice xmlns:p14="http://schemas.microsoft.com/office/powerpoint/2010/main" Requires="p14">
            <p:contentPart p14:bwMode="auto" r:id="rId500">
              <p14:nvContentPartPr>
                <p14:cNvPr id="378" name="Ink 377">
                  <a:extLst>
                    <a:ext uri="{FF2B5EF4-FFF2-40B4-BE49-F238E27FC236}">
                      <a16:creationId xmlns:a16="http://schemas.microsoft.com/office/drawing/2014/main" id="{5F1F50EE-41D1-4D00-AB4B-3B57122982BA}"/>
                    </a:ext>
                  </a:extLst>
                </p14:cNvPr>
                <p14:cNvContentPartPr/>
                <p14:nvPr/>
              </p14:nvContentPartPr>
              <p14:xfrm>
                <a:off x="11012150" y="3261277"/>
                <a:ext cx="25920" cy="17640"/>
              </p14:xfrm>
            </p:contentPart>
          </mc:Choice>
          <mc:Fallback>
            <p:pic>
              <p:nvPicPr>
                <p:cNvPr id="378" name="Ink 377">
                  <a:extLst>
                    <a:ext uri="{FF2B5EF4-FFF2-40B4-BE49-F238E27FC236}">
                      <a16:creationId xmlns:a16="http://schemas.microsoft.com/office/drawing/2014/main" id="{5F1F50EE-41D1-4D00-AB4B-3B57122982BA}"/>
                    </a:ext>
                  </a:extLst>
                </p:cNvPr>
                <p:cNvPicPr/>
                <p:nvPr/>
              </p:nvPicPr>
              <p:blipFill>
                <a:blip r:embed="rId501"/>
                <a:stretch>
                  <a:fillRect/>
                </a:stretch>
              </p:blipFill>
              <p:spPr>
                <a:xfrm>
                  <a:off x="10994510" y="3243637"/>
                  <a:ext cx="61560" cy="53280"/>
                </a:xfrm>
                <a:prstGeom prst="rect">
                  <a:avLst/>
                </a:prstGeom>
              </p:spPr>
            </p:pic>
          </mc:Fallback>
        </mc:AlternateContent>
        <mc:AlternateContent xmlns:mc="http://schemas.openxmlformats.org/markup-compatibility/2006">
          <mc:Choice xmlns:p14="http://schemas.microsoft.com/office/powerpoint/2010/main" Requires="p14">
            <p:contentPart p14:bwMode="auto" r:id="rId502">
              <p14:nvContentPartPr>
                <p14:cNvPr id="379" name="Ink 378">
                  <a:extLst>
                    <a:ext uri="{FF2B5EF4-FFF2-40B4-BE49-F238E27FC236}">
                      <a16:creationId xmlns:a16="http://schemas.microsoft.com/office/drawing/2014/main" id="{115A68E9-4FA6-0954-11E7-50CF4F2F7F11}"/>
                    </a:ext>
                  </a:extLst>
                </p14:cNvPr>
                <p14:cNvContentPartPr/>
                <p14:nvPr/>
              </p14:nvContentPartPr>
              <p14:xfrm>
                <a:off x="11144990" y="3271717"/>
                <a:ext cx="35280" cy="176400"/>
              </p14:xfrm>
            </p:contentPart>
          </mc:Choice>
          <mc:Fallback>
            <p:pic>
              <p:nvPicPr>
                <p:cNvPr id="379" name="Ink 378">
                  <a:extLst>
                    <a:ext uri="{FF2B5EF4-FFF2-40B4-BE49-F238E27FC236}">
                      <a16:creationId xmlns:a16="http://schemas.microsoft.com/office/drawing/2014/main" id="{115A68E9-4FA6-0954-11E7-50CF4F2F7F11}"/>
                    </a:ext>
                  </a:extLst>
                </p:cNvPr>
                <p:cNvPicPr/>
                <p:nvPr/>
              </p:nvPicPr>
              <p:blipFill>
                <a:blip r:embed="rId503"/>
                <a:stretch>
                  <a:fillRect/>
                </a:stretch>
              </p:blipFill>
              <p:spPr>
                <a:xfrm>
                  <a:off x="11127350" y="3253717"/>
                  <a:ext cx="70920" cy="212040"/>
                </a:xfrm>
                <a:prstGeom prst="rect">
                  <a:avLst/>
                </a:prstGeom>
              </p:spPr>
            </p:pic>
          </mc:Fallback>
        </mc:AlternateContent>
        <mc:AlternateContent xmlns:mc="http://schemas.openxmlformats.org/markup-compatibility/2006">
          <mc:Choice xmlns:p14="http://schemas.microsoft.com/office/powerpoint/2010/main" Requires="p14">
            <p:contentPart p14:bwMode="auto" r:id="rId504">
              <p14:nvContentPartPr>
                <p14:cNvPr id="380" name="Ink 379">
                  <a:extLst>
                    <a:ext uri="{FF2B5EF4-FFF2-40B4-BE49-F238E27FC236}">
                      <a16:creationId xmlns:a16="http://schemas.microsoft.com/office/drawing/2014/main" id="{AEB1E2E5-1092-8A63-617F-D3D772F42638}"/>
                    </a:ext>
                  </a:extLst>
                </p14:cNvPr>
                <p14:cNvContentPartPr/>
                <p14:nvPr/>
              </p14:nvContentPartPr>
              <p14:xfrm>
                <a:off x="11157230" y="3321037"/>
                <a:ext cx="229320" cy="94680"/>
              </p14:xfrm>
            </p:contentPart>
          </mc:Choice>
          <mc:Fallback>
            <p:pic>
              <p:nvPicPr>
                <p:cNvPr id="380" name="Ink 379">
                  <a:extLst>
                    <a:ext uri="{FF2B5EF4-FFF2-40B4-BE49-F238E27FC236}">
                      <a16:creationId xmlns:a16="http://schemas.microsoft.com/office/drawing/2014/main" id="{AEB1E2E5-1092-8A63-617F-D3D772F42638}"/>
                    </a:ext>
                  </a:extLst>
                </p:cNvPr>
                <p:cNvPicPr/>
                <p:nvPr/>
              </p:nvPicPr>
              <p:blipFill>
                <a:blip r:embed="rId505"/>
                <a:stretch>
                  <a:fillRect/>
                </a:stretch>
              </p:blipFill>
              <p:spPr>
                <a:xfrm>
                  <a:off x="11139590" y="3303397"/>
                  <a:ext cx="264960" cy="130320"/>
                </a:xfrm>
                <a:prstGeom prst="rect">
                  <a:avLst/>
                </a:prstGeom>
              </p:spPr>
            </p:pic>
          </mc:Fallback>
        </mc:AlternateContent>
        <mc:AlternateContent xmlns:mc="http://schemas.openxmlformats.org/markup-compatibility/2006">
          <mc:Choice xmlns:p14="http://schemas.microsoft.com/office/powerpoint/2010/main" Requires="p14">
            <p:contentPart p14:bwMode="auto" r:id="rId506">
              <p14:nvContentPartPr>
                <p14:cNvPr id="381" name="Ink 380">
                  <a:extLst>
                    <a:ext uri="{FF2B5EF4-FFF2-40B4-BE49-F238E27FC236}">
                      <a16:creationId xmlns:a16="http://schemas.microsoft.com/office/drawing/2014/main" id="{7B002931-1C1A-870F-2AEA-67D82FAE71EC}"/>
                    </a:ext>
                  </a:extLst>
                </p14:cNvPr>
                <p14:cNvContentPartPr/>
                <p14:nvPr/>
              </p14:nvContentPartPr>
              <p14:xfrm>
                <a:off x="11444870" y="3227437"/>
                <a:ext cx="46440" cy="197640"/>
              </p14:xfrm>
            </p:contentPart>
          </mc:Choice>
          <mc:Fallback>
            <p:pic>
              <p:nvPicPr>
                <p:cNvPr id="381" name="Ink 380">
                  <a:extLst>
                    <a:ext uri="{FF2B5EF4-FFF2-40B4-BE49-F238E27FC236}">
                      <a16:creationId xmlns:a16="http://schemas.microsoft.com/office/drawing/2014/main" id="{7B002931-1C1A-870F-2AEA-67D82FAE71EC}"/>
                    </a:ext>
                  </a:extLst>
                </p:cNvPr>
                <p:cNvPicPr/>
                <p:nvPr/>
              </p:nvPicPr>
              <p:blipFill>
                <a:blip r:embed="rId507"/>
                <a:stretch>
                  <a:fillRect/>
                </a:stretch>
              </p:blipFill>
              <p:spPr>
                <a:xfrm>
                  <a:off x="11426870" y="3209437"/>
                  <a:ext cx="82080" cy="233280"/>
                </a:xfrm>
                <a:prstGeom prst="rect">
                  <a:avLst/>
                </a:prstGeom>
              </p:spPr>
            </p:pic>
          </mc:Fallback>
        </mc:AlternateContent>
        <mc:AlternateContent xmlns:mc="http://schemas.openxmlformats.org/markup-compatibility/2006">
          <mc:Choice xmlns:p14="http://schemas.microsoft.com/office/powerpoint/2010/main" Requires="p14">
            <p:contentPart p14:bwMode="auto" r:id="rId508">
              <p14:nvContentPartPr>
                <p14:cNvPr id="383" name="Ink 382">
                  <a:extLst>
                    <a:ext uri="{FF2B5EF4-FFF2-40B4-BE49-F238E27FC236}">
                      <a16:creationId xmlns:a16="http://schemas.microsoft.com/office/drawing/2014/main" id="{50A9C725-D996-5382-605C-2BE012CE06D6}"/>
                    </a:ext>
                  </a:extLst>
                </p14:cNvPr>
                <p14:cNvContentPartPr/>
                <p14:nvPr/>
              </p14:nvContentPartPr>
              <p14:xfrm>
                <a:off x="9217550" y="2720197"/>
                <a:ext cx="259200" cy="25920"/>
              </p14:xfrm>
            </p:contentPart>
          </mc:Choice>
          <mc:Fallback>
            <p:pic>
              <p:nvPicPr>
                <p:cNvPr id="383" name="Ink 382">
                  <a:extLst>
                    <a:ext uri="{FF2B5EF4-FFF2-40B4-BE49-F238E27FC236}">
                      <a16:creationId xmlns:a16="http://schemas.microsoft.com/office/drawing/2014/main" id="{50A9C725-D996-5382-605C-2BE012CE06D6}"/>
                    </a:ext>
                  </a:extLst>
                </p:cNvPr>
                <p:cNvPicPr/>
                <p:nvPr/>
              </p:nvPicPr>
              <p:blipFill>
                <a:blip r:embed="rId509"/>
                <a:stretch>
                  <a:fillRect/>
                </a:stretch>
              </p:blipFill>
              <p:spPr>
                <a:xfrm>
                  <a:off x="9199910" y="2702197"/>
                  <a:ext cx="294840" cy="61560"/>
                </a:xfrm>
                <a:prstGeom prst="rect">
                  <a:avLst/>
                </a:prstGeom>
              </p:spPr>
            </p:pic>
          </mc:Fallback>
        </mc:AlternateContent>
        <mc:AlternateContent xmlns:mc="http://schemas.openxmlformats.org/markup-compatibility/2006">
          <mc:Choice xmlns:p14="http://schemas.microsoft.com/office/powerpoint/2010/main" Requires="p14">
            <p:contentPart p14:bwMode="auto" r:id="rId510">
              <p14:nvContentPartPr>
                <p14:cNvPr id="384" name="Ink 383">
                  <a:extLst>
                    <a:ext uri="{FF2B5EF4-FFF2-40B4-BE49-F238E27FC236}">
                      <a16:creationId xmlns:a16="http://schemas.microsoft.com/office/drawing/2014/main" id="{FEE2AA92-E56C-05F4-DA91-A35E13369E9E}"/>
                    </a:ext>
                  </a:extLst>
                </p14:cNvPr>
                <p14:cNvContentPartPr/>
                <p14:nvPr/>
              </p14:nvContentPartPr>
              <p14:xfrm>
                <a:off x="9413030" y="2662597"/>
                <a:ext cx="75960" cy="159480"/>
              </p14:xfrm>
            </p:contentPart>
          </mc:Choice>
          <mc:Fallback>
            <p:pic>
              <p:nvPicPr>
                <p:cNvPr id="384" name="Ink 383">
                  <a:extLst>
                    <a:ext uri="{FF2B5EF4-FFF2-40B4-BE49-F238E27FC236}">
                      <a16:creationId xmlns:a16="http://schemas.microsoft.com/office/drawing/2014/main" id="{FEE2AA92-E56C-05F4-DA91-A35E13369E9E}"/>
                    </a:ext>
                  </a:extLst>
                </p:cNvPr>
                <p:cNvPicPr/>
                <p:nvPr/>
              </p:nvPicPr>
              <p:blipFill>
                <a:blip r:embed="rId511"/>
                <a:stretch>
                  <a:fillRect/>
                </a:stretch>
              </p:blipFill>
              <p:spPr>
                <a:xfrm>
                  <a:off x="9395030" y="2644597"/>
                  <a:ext cx="111600" cy="195120"/>
                </a:xfrm>
                <a:prstGeom prst="rect">
                  <a:avLst/>
                </a:prstGeom>
              </p:spPr>
            </p:pic>
          </mc:Fallback>
        </mc:AlternateContent>
        <mc:AlternateContent xmlns:mc="http://schemas.openxmlformats.org/markup-compatibility/2006">
          <mc:Choice xmlns:p14="http://schemas.microsoft.com/office/powerpoint/2010/main" Requires="p14">
            <p:contentPart p14:bwMode="auto" r:id="rId512">
              <p14:nvContentPartPr>
                <p14:cNvPr id="386" name="Ink 385">
                  <a:extLst>
                    <a:ext uri="{FF2B5EF4-FFF2-40B4-BE49-F238E27FC236}">
                      <a16:creationId xmlns:a16="http://schemas.microsoft.com/office/drawing/2014/main" id="{E647DE6D-CBFF-025C-79F7-9DE6371DFD6A}"/>
                    </a:ext>
                  </a:extLst>
                </p14:cNvPr>
                <p14:cNvContentPartPr/>
                <p14:nvPr/>
              </p14:nvContentPartPr>
              <p14:xfrm>
                <a:off x="9378470" y="2905597"/>
                <a:ext cx="6120" cy="122760"/>
              </p14:xfrm>
            </p:contentPart>
          </mc:Choice>
          <mc:Fallback>
            <p:pic>
              <p:nvPicPr>
                <p:cNvPr id="386" name="Ink 385">
                  <a:extLst>
                    <a:ext uri="{FF2B5EF4-FFF2-40B4-BE49-F238E27FC236}">
                      <a16:creationId xmlns:a16="http://schemas.microsoft.com/office/drawing/2014/main" id="{E647DE6D-CBFF-025C-79F7-9DE6371DFD6A}"/>
                    </a:ext>
                  </a:extLst>
                </p:cNvPr>
                <p:cNvPicPr/>
                <p:nvPr/>
              </p:nvPicPr>
              <p:blipFill>
                <a:blip r:embed="rId513"/>
                <a:stretch>
                  <a:fillRect/>
                </a:stretch>
              </p:blipFill>
              <p:spPr>
                <a:xfrm>
                  <a:off x="9360830" y="2887957"/>
                  <a:ext cx="41760" cy="158400"/>
                </a:xfrm>
                <a:prstGeom prst="rect">
                  <a:avLst/>
                </a:prstGeom>
              </p:spPr>
            </p:pic>
          </mc:Fallback>
        </mc:AlternateContent>
        <mc:AlternateContent xmlns:mc="http://schemas.openxmlformats.org/markup-compatibility/2006">
          <mc:Choice xmlns:p14="http://schemas.microsoft.com/office/powerpoint/2010/main" Requires="p14">
            <p:contentPart p14:bwMode="auto" r:id="rId514">
              <p14:nvContentPartPr>
                <p14:cNvPr id="387" name="Ink 386">
                  <a:extLst>
                    <a:ext uri="{FF2B5EF4-FFF2-40B4-BE49-F238E27FC236}">
                      <a16:creationId xmlns:a16="http://schemas.microsoft.com/office/drawing/2014/main" id="{43D44629-A053-0B9C-E21B-3CC58BA35804}"/>
                    </a:ext>
                  </a:extLst>
                </p14:cNvPr>
                <p14:cNvContentPartPr/>
                <p14:nvPr/>
              </p14:nvContentPartPr>
              <p14:xfrm>
                <a:off x="9392870" y="2882557"/>
                <a:ext cx="115920" cy="110160"/>
              </p14:xfrm>
            </p:contentPart>
          </mc:Choice>
          <mc:Fallback>
            <p:pic>
              <p:nvPicPr>
                <p:cNvPr id="387" name="Ink 386">
                  <a:extLst>
                    <a:ext uri="{FF2B5EF4-FFF2-40B4-BE49-F238E27FC236}">
                      <a16:creationId xmlns:a16="http://schemas.microsoft.com/office/drawing/2014/main" id="{43D44629-A053-0B9C-E21B-3CC58BA35804}"/>
                    </a:ext>
                  </a:extLst>
                </p:cNvPr>
                <p:cNvPicPr/>
                <p:nvPr/>
              </p:nvPicPr>
              <p:blipFill>
                <a:blip r:embed="rId515"/>
                <a:stretch>
                  <a:fillRect/>
                </a:stretch>
              </p:blipFill>
              <p:spPr>
                <a:xfrm>
                  <a:off x="9374870" y="2864917"/>
                  <a:ext cx="151560" cy="145800"/>
                </a:xfrm>
                <a:prstGeom prst="rect">
                  <a:avLst/>
                </a:prstGeom>
              </p:spPr>
            </p:pic>
          </mc:Fallback>
        </mc:AlternateContent>
        <mc:AlternateContent xmlns:mc="http://schemas.openxmlformats.org/markup-compatibility/2006">
          <mc:Choice xmlns:p14="http://schemas.microsoft.com/office/powerpoint/2010/main" Requires="p14">
            <p:contentPart p14:bwMode="auto" r:id="rId516">
              <p14:nvContentPartPr>
                <p14:cNvPr id="388" name="Ink 387">
                  <a:extLst>
                    <a:ext uri="{FF2B5EF4-FFF2-40B4-BE49-F238E27FC236}">
                      <a16:creationId xmlns:a16="http://schemas.microsoft.com/office/drawing/2014/main" id="{0EDB7021-A57F-976C-B92E-176D2BF15229}"/>
                    </a:ext>
                  </a:extLst>
                </p14:cNvPr>
                <p14:cNvContentPartPr/>
                <p14:nvPr/>
              </p14:nvContentPartPr>
              <p14:xfrm>
                <a:off x="9407630" y="2879677"/>
                <a:ext cx="303840" cy="88560"/>
              </p14:xfrm>
            </p:contentPart>
          </mc:Choice>
          <mc:Fallback>
            <p:pic>
              <p:nvPicPr>
                <p:cNvPr id="388" name="Ink 387">
                  <a:extLst>
                    <a:ext uri="{FF2B5EF4-FFF2-40B4-BE49-F238E27FC236}">
                      <a16:creationId xmlns:a16="http://schemas.microsoft.com/office/drawing/2014/main" id="{0EDB7021-A57F-976C-B92E-176D2BF15229}"/>
                    </a:ext>
                  </a:extLst>
                </p:cNvPr>
                <p:cNvPicPr/>
                <p:nvPr/>
              </p:nvPicPr>
              <p:blipFill>
                <a:blip r:embed="rId517"/>
                <a:stretch>
                  <a:fillRect/>
                </a:stretch>
              </p:blipFill>
              <p:spPr>
                <a:xfrm>
                  <a:off x="9389630" y="2862037"/>
                  <a:ext cx="339480" cy="124200"/>
                </a:xfrm>
                <a:prstGeom prst="rect">
                  <a:avLst/>
                </a:prstGeom>
              </p:spPr>
            </p:pic>
          </mc:Fallback>
        </mc:AlternateContent>
        <mc:AlternateContent xmlns:mc="http://schemas.openxmlformats.org/markup-compatibility/2006">
          <mc:Choice xmlns:p14="http://schemas.microsoft.com/office/powerpoint/2010/main" Requires="p14">
            <p:contentPart p14:bwMode="auto" r:id="rId518">
              <p14:nvContentPartPr>
                <p14:cNvPr id="389" name="Ink 388">
                  <a:extLst>
                    <a:ext uri="{FF2B5EF4-FFF2-40B4-BE49-F238E27FC236}">
                      <a16:creationId xmlns:a16="http://schemas.microsoft.com/office/drawing/2014/main" id="{0DA2207D-E452-3704-BF9C-44D9C829B6A4}"/>
                    </a:ext>
                  </a:extLst>
                </p14:cNvPr>
                <p14:cNvContentPartPr/>
                <p14:nvPr/>
              </p14:nvContentPartPr>
              <p14:xfrm>
                <a:off x="9759710" y="2898757"/>
                <a:ext cx="84600" cy="57240"/>
              </p14:xfrm>
            </p:contentPart>
          </mc:Choice>
          <mc:Fallback>
            <p:pic>
              <p:nvPicPr>
                <p:cNvPr id="389" name="Ink 388">
                  <a:extLst>
                    <a:ext uri="{FF2B5EF4-FFF2-40B4-BE49-F238E27FC236}">
                      <a16:creationId xmlns:a16="http://schemas.microsoft.com/office/drawing/2014/main" id="{0DA2207D-E452-3704-BF9C-44D9C829B6A4}"/>
                    </a:ext>
                  </a:extLst>
                </p:cNvPr>
                <p:cNvPicPr/>
                <p:nvPr/>
              </p:nvPicPr>
              <p:blipFill>
                <a:blip r:embed="rId519"/>
                <a:stretch>
                  <a:fillRect/>
                </a:stretch>
              </p:blipFill>
              <p:spPr>
                <a:xfrm>
                  <a:off x="9742070" y="2881117"/>
                  <a:ext cx="120240" cy="92880"/>
                </a:xfrm>
                <a:prstGeom prst="rect">
                  <a:avLst/>
                </a:prstGeom>
              </p:spPr>
            </p:pic>
          </mc:Fallback>
        </mc:AlternateContent>
        <mc:AlternateContent xmlns:mc="http://schemas.openxmlformats.org/markup-compatibility/2006">
          <mc:Choice xmlns:p14="http://schemas.microsoft.com/office/powerpoint/2010/main" Requires="p14">
            <p:contentPart p14:bwMode="auto" r:id="rId520">
              <p14:nvContentPartPr>
                <p14:cNvPr id="390" name="Ink 389">
                  <a:extLst>
                    <a:ext uri="{FF2B5EF4-FFF2-40B4-BE49-F238E27FC236}">
                      <a16:creationId xmlns:a16="http://schemas.microsoft.com/office/drawing/2014/main" id="{7335B306-DBA8-160B-28E1-E5F957BA421A}"/>
                    </a:ext>
                  </a:extLst>
                </p14:cNvPr>
                <p14:cNvContentPartPr/>
                <p14:nvPr/>
              </p14:nvContentPartPr>
              <p14:xfrm>
                <a:off x="9866630" y="2797237"/>
                <a:ext cx="51840" cy="150120"/>
              </p14:xfrm>
            </p:contentPart>
          </mc:Choice>
          <mc:Fallback>
            <p:pic>
              <p:nvPicPr>
                <p:cNvPr id="390" name="Ink 389">
                  <a:extLst>
                    <a:ext uri="{FF2B5EF4-FFF2-40B4-BE49-F238E27FC236}">
                      <a16:creationId xmlns:a16="http://schemas.microsoft.com/office/drawing/2014/main" id="{7335B306-DBA8-160B-28E1-E5F957BA421A}"/>
                    </a:ext>
                  </a:extLst>
                </p:cNvPr>
                <p:cNvPicPr/>
                <p:nvPr/>
              </p:nvPicPr>
              <p:blipFill>
                <a:blip r:embed="rId521"/>
                <a:stretch>
                  <a:fillRect/>
                </a:stretch>
              </p:blipFill>
              <p:spPr>
                <a:xfrm>
                  <a:off x="9848630" y="2779237"/>
                  <a:ext cx="87480" cy="185760"/>
                </a:xfrm>
                <a:prstGeom prst="rect">
                  <a:avLst/>
                </a:prstGeom>
              </p:spPr>
            </p:pic>
          </mc:Fallback>
        </mc:AlternateContent>
        <mc:AlternateContent xmlns:mc="http://schemas.openxmlformats.org/markup-compatibility/2006">
          <mc:Choice xmlns:p14="http://schemas.microsoft.com/office/powerpoint/2010/main" Requires="p14">
            <p:contentPart p14:bwMode="auto" r:id="rId522">
              <p14:nvContentPartPr>
                <p14:cNvPr id="391" name="Ink 390">
                  <a:extLst>
                    <a:ext uri="{FF2B5EF4-FFF2-40B4-BE49-F238E27FC236}">
                      <a16:creationId xmlns:a16="http://schemas.microsoft.com/office/drawing/2014/main" id="{74F20EF4-7719-399D-2B5F-AC4FCE424079}"/>
                    </a:ext>
                  </a:extLst>
                </p14:cNvPr>
                <p14:cNvContentPartPr/>
                <p14:nvPr/>
              </p14:nvContentPartPr>
              <p14:xfrm>
                <a:off x="10000550" y="2849437"/>
                <a:ext cx="56520" cy="82440"/>
              </p14:xfrm>
            </p:contentPart>
          </mc:Choice>
          <mc:Fallback>
            <p:pic>
              <p:nvPicPr>
                <p:cNvPr id="391" name="Ink 390">
                  <a:extLst>
                    <a:ext uri="{FF2B5EF4-FFF2-40B4-BE49-F238E27FC236}">
                      <a16:creationId xmlns:a16="http://schemas.microsoft.com/office/drawing/2014/main" id="{74F20EF4-7719-399D-2B5F-AC4FCE424079}"/>
                    </a:ext>
                  </a:extLst>
                </p:cNvPr>
                <p:cNvPicPr/>
                <p:nvPr/>
              </p:nvPicPr>
              <p:blipFill>
                <a:blip r:embed="rId523"/>
                <a:stretch>
                  <a:fillRect/>
                </a:stretch>
              </p:blipFill>
              <p:spPr>
                <a:xfrm>
                  <a:off x="9982910" y="2831797"/>
                  <a:ext cx="92160" cy="118080"/>
                </a:xfrm>
                <a:prstGeom prst="rect">
                  <a:avLst/>
                </a:prstGeom>
              </p:spPr>
            </p:pic>
          </mc:Fallback>
        </mc:AlternateContent>
        <mc:AlternateContent xmlns:mc="http://schemas.openxmlformats.org/markup-compatibility/2006">
          <mc:Choice xmlns:p14="http://schemas.microsoft.com/office/powerpoint/2010/main" Requires="p14">
            <p:contentPart p14:bwMode="auto" r:id="rId524">
              <p14:nvContentPartPr>
                <p14:cNvPr id="392" name="Ink 391">
                  <a:extLst>
                    <a:ext uri="{FF2B5EF4-FFF2-40B4-BE49-F238E27FC236}">
                      <a16:creationId xmlns:a16="http://schemas.microsoft.com/office/drawing/2014/main" id="{63654582-330B-0331-323B-024F64BEE58D}"/>
                    </a:ext>
                  </a:extLst>
                </p14:cNvPr>
                <p14:cNvContentPartPr/>
                <p14:nvPr/>
              </p14:nvContentPartPr>
              <p14:xfrm>
                <a:off x="10127270" y="2813077"/>
                <a:ext cx="97560" cy="155160"/>
              </p14:xfrm>
            </p:contentPart>
          </mc:Choice>
          <mc:Fallback>
            <p:pic>
              <p:nvPicPr>
                <p:cNvPr id="392" name="Ink 391">
                  <a:extLst>
                    <a:ext uri="{FF2B5EF4-FFF2-40B4-BE49-F238E27FC236}">
                      <a16:creationId xmlns:a16="http://schemas.microsoft.com/office/drawing/2014/main" id="{63654582-330B-0331-323B-024F64BEE58D}"/>
                    </a:ext>
                  </a:extLst>
                </p:cNvPr>
                <p:cNvPicPr/>
                <p:nvPr/>
              </p:nvPicPr>
              <p:blipFill>
                <a:blip r:embed="rId525"/>
                <a:stretch>
                  <a:fillRect/>
                </a:stretch>
              </p:blipFill>
              <p:spPr>
                <a:xfrm>
                  <a:off x="10109270" y="2795437"/>
                  <a:ext cx="133200" cy="190800"/>
                </a:xfrm>
                <a:prstGeom prst="rect">
                  <a:avLst/>
                </a:prstGeom>
              </p:spPr>
            </p:pic>
          </mc:Fallback>
        </mc:AlternateContent>
        <mc:AlternateContent xmlns:mc="http://schemas.openxmlformats.org/markup-compatibility/2006">
          <mc:Choice xmlns:p14="http://schemas.microsoft.com/office/powerpoint/2010/main" Requires="p14">
            <p:contentPart p14:bwMode="auto" r:id="rId526">
              <p14:nvContentPartPr>
                <p14:cNvPr id="393" name="Ink 392">
                  <a:extLst>
                    <a:ext uri="{FF2B5EF4-FFF2-40B4-BE49-F238E27FC236}">
                      <a16:creationId xmlns:a16="http://schemas.microsoft.com/office/drawing/2014/main" id="{1358272B-302D-D610-6999-4E611C0B4FB3}"/>
                    </a:ext>
                  </a:extLst>
                </p14:cNvPr>
                <p14:cNvContentPartPr/>
                <p14:nvPr/>
              </p14:nvContentPartPr>
              <p14:xfrm>
                <a:off x="10441910" y="2768437"/>
                <a:ext cx="13680" cy="91800"/>
              </p14:xfrm>
            </p:contentPart>
          </mc:Choice>
          <mc:Fallback>
            <p:pic>
              <p:nvPicPr>
                <p:cNvPr id="393" name="Ink 392">
                  <a:extLst>
                    <a:ext uri="{FF2B5EF4-FFF2-40B4-BE49-F238E27FC236}">
                      <a16:creationId xmlns:a16="http://schemas.microsoft.com/office/drawing/2014/main" id="{1358272B-302D-D610-6999-4E611C0B4FB3}"/>
                    </a:ext>
                  </a:extLst>
                </p:cNvPr>
                <p:cNvPicPr/>
                <p:nvPr/>
              </p:nvPicPr>
              <p:blipFill>
                <a:blip r:embed="rId527"/>
                <a:stretch>
                  <a:fillRect/>
                </a:stretch>
              </p:blipFill>
              <p:spPr>
                <a:xfrm>
                  <a:off x="10423910" y="2750797"/>
                  <a:ext cx="49320" cy="127440"/>
                </a:xfrm>
                <a:prstGeom prst="rect">
                  <a:avLst/>
                </a:prstGeom>
              </p:spPr>
            </p:pic>
          </mc:Fallback>
        </mc:AlternateContent>
        <mc:AlternateContent xmlns:mc="http://schemas.openxmlformats.org/markup-compatibility/2006">
          <mc:Choice xmlns:p14="http://schemas.microsoft.com/office/powerpoint/2010/main" Requires="p14">
            <p:contentPart p14:bwMode="auto" r:id="rId528">
              <p14:nvContentPartPr>
                <p14:cNvPr id="394" name="Ink 393">
                  <a:extLst>
                    <a:ext uri="{FF2B5EF4-FFF2-40B4-BE49-F238E27FC236}">
                      <a16:creationId xmlns:a16="http://schemas.microsoft.com/office/drawing/2014/main" id="{3527B864-766E-5534-4F10-E552BFA2D444}"/>
                    </a:ext>
                  </a:extLst>
                </p14:cNvPr>
                <p14:cNvContentPartPr/>
                <p14:nvPr/>
              </p14:nvContentPartPr>
              <p14:xfrm>
                <a:off x="10445510" y="2694997"/>
                <a:ext cx="28080" cy="34920"/>
              </p14:xfrm>
            </p:contentPart>
          </mc:Choice>
          <mc:Fallback>
            <p:pic>
              <p:nvPicPr>
                <p:cNvPr id="394" name="Ink 393">
                  <a:extLst>
                    <a:ext uri="{FF2B5EF4-FFF2-40B4-BE49-F238E27FC236}">
                      <a16:creationId xmlns:a16="http://schemas.microsoft.com/office/drawing/2014/main" id="{3527B864-766E-5534-4F10-E552BFA2D444}"/>
                    </a:ext>
                  </a:extLst>
                </p:cNvPr>
                <p:cNvPicPr/>
                <p:nvPr/>
              </p:nvPicPr>
              <p:blipFill>
                <a:blip r:embed="rId529"/>
                <a:stretch>
                  <a:fillRect/>
                </a:stretch>
              </p:blipFill>
              <p:spPr>
                <a:xfrm>
                  <a:off x="10427870" y="2676997"/>
                  <a:ext cx="63720" cy="70560"/>
                </a:xfrm>
                <a:prstGeom prst="rect">
                  <a:avLst/>
                </a:prstGeom>
              </p:spPr>
            </p:pic>
          </mc:Fallback>
        </mc:AlternateContent>
        <mc:AlternateContent xmlns:mc="http://schemas.openxmlformats.org/markup-compatibility/2006">
          <mc:Choice xmlns:p14="http://schemas.microsoft.com/office/powerpoint/2010/main" Requires="p14">
            <p:contentPart p14:bwMode="auto" r:id="rId530">
              <p14:nvContentPartPr>
                <p14:cNvPr id="395" name="Ink 394">
                  <a:extLst>
                    <a:ext uri="{FF2B5EF4-FFF2-40B4-BE49-F238E27FC236}">
                      <a16:creationId xmlns:a16="http://schemas.microsoft.com/office/drawing/2014/main" id="{7092DDF0-7BAB-45AB-5A9E-00264BF5A74E}"/>
                    </a:ext>
                  </a:extLst>
                </p14:cNvPr>
                <p14:cNvContentPartPr/>
                <p14:nvPr/>
              </p14:nvContentPartPr>
              <p14:xfrm>
                <a:off x="10557110" y="2772037"/>
                <a:ext cx="83520" cy="67320"/>
              </p14:xfrm>
            </p:contentPart>
          </mc:Choice>
          <mc:Fallback>
            <p:pic>
              <p:nvPicPr>
                <p:cNvPr id="395" name="Ink 394">
                  <a:extLst>
                    <a:ext uri="{FF2B5EF4-FFF2-40B4-BE49-F238E27FC236}">
                      <a16:creationId xmlns:a16="http://schemas.microsoft.com/office/drawing/2014/main" id="{7092DDF0-7BAB-45AB-5A9E-00264BF5A74E}"/>
                    </a:ext>
                  </a:extLst>
                </p:cNvPr>
                <p:cNvPicPr/>
                <p:nvPr/>
              </p:nvPicPr>
              <p:blipFill>
                <a:blip r:embed="rId531"/>
                <a:stretch>
                  <a:fillRect/>
                </a:stretch>
              </p:blipFill>
              <p:spPr>
                <a:xfrm>
                  <a:off x="10539470" y="2754037"/>
                  <a:ext cx="119160" cy="102960"/>
                </a:xfrm>
                <a:prstGeom prst="rect">
                  <a:avLst/>
                </a:prstGeom>
              </p:spPr>
            </p:pic>
          </mc:Fallback>
        </mc:AlternateContent>
        <mc:AlternateContent xmlns:mc="http://schemas.openxmlformats.org/markup-compatibility/2006">
          <mc:Choice xmlns:p14="http://schemas.microsoft.com/office/powerpoint/2010/main" Requires="p14">
            <p:contentPart p14:bwMode="auto" r:id="rId532">
              <p14:nvContentPartPr>
                <p14:cNvPr id="396" name="Ink 395">
                  <a:extLst>
                    <a:ext uri="{FF2B5EF4-FFF2-40B4-BE49-F238E27FC236}">
                      <a16:creationId xmlns:a16="http://schemas.microsoft.com/office/drawing/2014/main" id="{95B52E74-8349-B408-522C-2C954397A1A9}"/>
                    </a:ext>
                  </a:extLst>
                </p14:cNvPr>
                <p14:cNvContentPartPr/>
                <p14:nvPr/>
              </p14:nvContentPartPr>
              <p14:xfrm>
                <a:off x="10693550" y="3632077"/>
                <a:ext cx="71280" cy="106560"/>
              </p14:xfrm>
            </p:contentPart>
          </mc:Choice>
          <mc:Fallback>
            <p:pic>
              <p:nvPicPr>
                <p:cNvPr id="396" name="Ink 395">
                  <a:extLst>
                    <a:ext uri="{FF2B5EF4-FFF2-40B4-BE49-F238E27FC236}">
                      <a16:creationId xmlns:a16="http://schemas.microsoft.com/office/drawing/2014/main" id="{95B52E74-8349-B408-522C-2C954397A1A9}"/>
                    </a:ext>
                  </a:extLst>
                </p:cNvPr>
                <p:cNvPicPr/>
                <p:nvPr/>
              </p:nvPicPr>
              <p:blipFill>
                <a:blip r:embed="rId533"/>
                <a:stretch>
                  <a:fillRect/>
                </a:stretch>
              </p:blipFill>
              <p:spPr>
                <a:xfrm>
                  <a:off x="10675550" y="3614437"/>
                  <a:ext cx="106920" cy="142200"/>
                </a:xfrm>
                <a:prstGeom prst="rect">
                  <a:avLst/>
                </a:prstGeom>
              </p:spPr>
            </p:pic>
          </mc:Fallback>
        </mc:AlternateContent>
        <mc:AlternateContent xmlns:mc="http://schemas.openxmlformats.org/markup-compatibility/2006">
          <mc:Choice xmlns:p14="http://schemas.microsoft.com/office/powerpoint/2010/main" Requires="p14">
            <p:contentPart p14:bwMode="auto" r:id="rId534">
              <p14:nvContentPartPr>
                <p14:cNvPr id="397" name="Ink 396">
                  <a:extLst>
                    <a:ext uri="{FF2B5EF4-FFF2-40B4-BE49-F238E27FC236}">
                      <a16:creationId xmlns:a16="http://schemas.microsoft.com/office/drawing/2014/main" id="{28599DA4-BC24-FBF1-87E3-FB69044A8472}"/>
                    </a:ext>
                  </a:extLst>
                </p14:cNvPr>
                <p14:cNvContentPartPr/>
                <p14:nvPr/>
              </p14:nvContentPartPr>
              <p14:xfrm>
                <a:off x="10859870" y="3654037"/>
                <a:ext cx="111600" cy="67680"/>
              </p14:xfrm>
            </p:contentPart>
          </mc:Choice>
          <mc:Fallback>
            <p:pic>
              <p:nvPicPr>
                <p:cNvPr id="397" name="Ink 396">
                  <a:extLst>
                    <a:ext uri="{FF2B5EF4-FFF2-40B4-BE49-F238E27FC236}">
                      <a16:creationId xmlns:a16="http://schemas.microsoft.com/office/drawing/2014/main" id="{28599DA4-BC24-FBF1-87E3-FB69044A8472}"/>
                    </a:ext>
                  </a:extLst>
                </p:cNvPr>
                <p:cNvPicPr/>
                <p:nvPr/>
              </p:nvPicPr>
              <p:blipFill>
                <a:blip r:embed="rId535"/>
                <a:stretch>
                  <a:fillRect/>
                </a:stretch>
              </p:blipFill>
              <p:spPr>
                <a:xfrm>
                  <a:off x="10841870" y="3636037"/>
                  <a:ext cx="147240" cy="103320"/>
                </a:xfrm>
                <a:prstGeom prst="rect">
                  <a:avLst/>
                </a:prstGeom>
              </p:spPr>
            </p:pic>
          </mc:Fallback>
        </mc:AlternateContent>
        <mc:AlternateContent xmlns:mc="http://schemas.openxmlformats.org/markup-compatibility/2006">
          <mc:Choice xmlns:p14="http://schemas.microsoft.com/office/powerpoint/2010/main" Requires="p14">
            <p:contentPart p14:bwMode="auto" r:id="rId536">
              <p14:nvContentPartPr>
                <p14:cNvPr id="398" name="Ink 397">
                  <a:extLst>
                    <a:ext uri="{FF2B5EF4-FFF2-40B4-BE49-F238E27FC236}">
                      <a16:creationId xmlns:a16="http://schemas.microsoft.com/office/drawing/2014/main" id="{785AC5B4-0F19-13E0-5F6E-9DF55E40A7E0}"/>
                    </a:ext>
                  </a:extLst>
                </p14:cNvPr>
                <p14:cNvContentPartPr/>
                <p14:nvPr/>
              </p14:nvContentPartPr>
              <p14:xfrm>
                <a:off x="11051030" y="3533437"/>
                <a:ext cx="108360" cy="232200"/>
              </p14:xfrm>
            </p:contentPart>
          </mc:Choice>
          <mc:Fallback>
            <p:pic>
              <p:nvPicPr>
                <p:cNvPr id="398" name="Ink 397">
                  <a:extLst>
                    <a:ext uri="{FF2B5EF4-FFF2-40B4-BE49-F238E27FC236}">
                      <a16:creationId xmlns:a16="http://schemas.microsoft.com/office/drawing/2014/main" id="{785AC5B4-0F19-13E0-5F6E-9DF55E40A7E0}"/>
                    </a:ext>
                  </a:extLst>
                </p:cNvPr>
                <p:cNvPicPr/>
                <p:nvPr/>
              </p:nvPicPr>
              <p:blipFill>
                <a:blip r:embed="rId537"/>
                <a:stretch>
                  <a:fillRect/>
                </a:stretch>
              </p:blipFill>
              <p:spPr>
                <a:xfrm>
                  <a:off x="11033390" y="3515437"/>
                  <a:ext cx="144000" cy="267840"/>
                </a:xfrm>
                <a:prstGeom prst="rect">
                  <a:avLst/>
                </a:prstGeom>
              </p:spPr>
            </p:pic>
          </mc:Fallback>
        </mc:AlternateContent>
        <mc:AlternateContent xmlns:mc="http://schemas.openxmlformats.org/markup-compatibility/2006">
          <mc:Choice xmlns:p14="http://schemas.microsoft.com/office/powerpoint/2010/main" Requires="p14">
            <p:contentPart p14:bwMode="auto" r:id="rId538">
              <p14:nvContentPartPr>
                <p14:cNvPr id="399" name="Ink 398">
                  <a:extLst>
                    <a:ext uri="{FF2B5EF4-FFF2-40B4-BE49-F238E27FC236}">
                      <a16:creationId xmlns:a16="http://schemas.microsoft.com/office/drawing/2014/main" id="{3BAC59E2-F91E-2744-EEF2-FBC77E6C9E06}"/>
                    </a:ext>
                  </a:extLst>
                </p14:cNvPr>
                <p14:cNvContentPartPr/>
                <p14:nvPr/>
              </p14:nvContentPartPr>
              <p14:xfrm>
                <a:off x="11061470" y="3584557"/>
                <a:ext cx="154800" cy="69120"/>
              </p14:xfrm>
            </p:contentPart>
          </mc:Choice>
          <mc:Fallback>
            <p:pic>
              <p:nvPicPr>
                <p:cNvPr id="399" name="Ink 398">
                  <a:extLst>
                    <a:ext uri="{FF2B5EF4-FFF2-40B4-BE49-F238E27FC236}">
                      <a16:creationId xmlns:a16="http://schemas.microsoft.com/office/drawing/2014/main" id="{3BAC59E2-F91E-2744-EEF2-FBC77E6C9E06}"/>
                    </a:ext>
                  </a:extLst>
                </p:cNvPr>
                <p:cNvPicPr/>
                <p:nvPr/>
              </p:nvPicPr>
              <p:blipFill>
                <a:blip r:embed="rId539"/>
                <a:stretch>
                  <a:fillRect/>
                </a:stretch>
              </p:blipFill>
              <p:spPr>
                <a:xfrm>
                  <a:off x="11043830" y="3566557"/>
                  <a:ext cx="190440" cy="104760"/>
                </a:xfrm>
                <a:prstGeom prst="rect">
                  <a:avLst/>
                </a:prstGeom>
              </p:spPr>
            </p:pic>
          </mc:Fallback>
        </mc:AlternateContent>
      </p:grpSp>
      <p:grpSp>
        <p:nvGrpSpPr>
          <p:cNvPr id="482" name="Group 481">
            <a:extLst>
              <a:ext uri="{FF2B5EF4-FFF2-40B4-BE49-F238E27FC236}">
                <a16:creationId xmlns:a16="http://schemas.microsoft.com/office/drawing/2014/main" id="{5FBF946B-C0CA-7829-CD0B-FD1E27F4E96E}"/>
              </a:ext>
            </a:extLst>
          </p:cNvPr>
          <p:cNvGrpSpPr/>
          <p:nvPr/>
        </p:nvGrpSpPr>
        <p:grpSpPr>
          <a:xfrm>
            <a:off x="7055390" y="1418437"/>
            <a:ext cx="2313720" cy="2715840"/>
            <a:chOff x="7055390" y="1418437"/>
            <a:chExt cx="2313720" cy="2715840"/>
          </a:xfrm>
        </p:grpSpPr>
        <mc:AlternateContent xmlns:mc="http://schemas.openxmlformats.org/markup-compatibility/2006">
          <mc:Choice xmlns:p14="http://schemas.microsoft.com/office/powerpoint/2010/main" Requires="p14">
            <p:contentPart p14:bwMode="auto" r:id="rId540">
              <p14:nvContentPartPr>
                <p14:cNvPr id="401" name="Ink 400">
                  <a:extLst>
                    <a:ext uri="{FF2B5EF4-FFF2-40B4-BE49-F238E27FC236}">
                      <a16:creationId xmlns:a16="http://schemas.microsoft.com/office/drawing/2014/main" id="{EDF87A38-B5E0-C2AE-4904-C9DC6412B4AE}"/>
                    </a:ext>
                  </a:extLst>
                </p14:cNvPr>
                <p14:cNvContentPartPr/>
                <p14:nvPr/>
              </p14:nvContentPartPr>
              <p14:xfrm>
                <a:off x="8008310" y="2607157"/>
                <a:ext cx="137520" cy="959040"/>
              </p14:xfrm>
            </p:contentPart>
          </mc:Choice>
          <mc:Fallback>
            <p:pic>
              <p:nvPicPr>
                <p:cNvPr id="401" name="Ink 400">
                  <a:extLst>
                    <a:ext uri="{FF2B5EF4-FFF2-40B4-BE49-F238E27FC236}">
                      <a16:creationId xmlns:a16="http://schemas.microsoft.com/office/drawing/2014/main" id="{EDF87A38-B5E0-C2AE-4904-C9DC6412B4AE}"/>
                    </a:ext>
                  </a:extLst>
                </p:cNvPr>
                <p:cNvPicPr/>
                <p:nvPr/>
              </p:nvPicPr>
              <p:blipFill>
                <a:blip r:embed="rId541"/>
                <a:stretch>
                  <a:fillRect/>
                </a:stretch>
              </p:blipFill>
              <p:spPr>
                <a:xfrm>
                  <a:off x="7990670" y="2589157"/>
                  <a:ext cx="173160" cy="994680"/>
                </a:xfrm>
                <a:prstGeom prst="rect">
                  <a:avLst/>
                </a:prstGeom>
              </p:spPr>
            </p:pic>
          </mc:Fallback>
        </mc:AlternateContent>
        <mc:AlternateContent xmlns:mc="http://schemas.openxmlformats.org/markup-compatibility/2006">
          <mc:Choice xmlns:p14="http://schemas.microsoft.com/office/powerpoint/2010/main" Requires="p14">
            <p:contentPart p14:bwMode="auto" r:id="rId542">
              <p14:nvContentPartPr>
                <p14:cNvPr id="402" name="Ink 401">
                  <a:extLst>
                    <a:ext uri="{FF2B5EF4-FFF2-40B4-BE49-F238E27FC236}">
                      <a16:creationId xmlns:a16="http://schemas.microsoft.com/office/drawing/2014/main" id="{6B4D86C5-981E-4049-C366-09D0070B0D31}"/>
                    </a:ext>
                  </a:extLst>
                </p14:cNvPr>
                <p14:cNvContentPartPr/>
                <p14:nvPr/>
              </p14:nvContentPartPr>
              <p14:xfrm>
                <a:off x="7992110" y="2648917"/>
                <a:ext cx="592560" cy="874440"/>
              </p14:xfrm>
            </p:contentPart>
          </mc:Choice>
          <mc:Fallback>
            <p:pic>
              <p:nvPicPr>
                <p:cNvPr id="402" name="Ink 401">
                  <a:extLst>
                    <a:ext uri="{FF2B5EF4-FFF2-40B4-BE49-F238E27FC236}">
                      <a16:creationId xmlns:a16="http://schemas.microsoft.com/office/drawing/2014/main" id="{6B4D86C5-981E-4049-C366-09D0070B0D31}"/>
                    </a:ext>
                  </a:extLst>
                </p:cNvPr>
                <p:cNvPicPr/>
                <p:nvPr/>
              </p:nvPicPr>
              <p:blipFill>
                <a:blip r:embed="rId543"/>
                <a:stretch>
                  <a:fillRect/>
                </a:stretch>
              </p:blipFill>
              <p:spPr>
                <a:xfrm>
                  <a:off x="7974110" y="2631277"/>
                  <a:ext cx="628200" cy="910080"/>
                </a:xfrm>
                <a:prstGeom prst="rect">
                  <a:avLst/>
                </a:prstGeom>
              </p:spPr>
            </p:pic>
          </mc:Fallback>
        </mc:AlternateContent>
        <mc:AlternateContent xmlns:mc="http://schemas.openxmlformats.org/markup-compatibility/2006">
          <mc:Choice xmlns:p14="http://schemas.microsoft.com/office/powerpoint/2010/main" Requires="p14">
            <p:contentPart p14:bwMode="auto" r:id="rId544">
              <p14:nvContentPartPr>
                <p14:cNvPr id="403" name="Ink 402">
                  <a:extLst>
                    <a:ext uri="{FF2B5EF4-FFF2-40B4-BE49-F238E27FC236}">
                      <a16:creationId xmlns:a16="http://schemas.microsoft.com/office/drawing/2014/main" id="{AE6002E6-42C0-8F19-0D78-5689FDABC3A1}"/>
                    </a:ext>
                  </a:extLst>
                </p14:cNvPr>
                <p14:cNvContentPartPr/>
                <p14:nvPr/>
              </p14:nvContentPartPr>
              <p14:xfrm>
                <a:off x="8109830" y="2980837"/>
                <a:ext cx="115920" cy="39600"/>
              </p14:xfrm>
            </p:contentPart>
          </mc:Choice>
          <mc:Fallback>
            <p:pic>
              <p:nvPicPr>
                <p:cNvPr id="403" name="Ink 402">
                  <a:extLst>
                    <a:ext uri="{FF2B5EF4-FFF2-40B4-BE49-F238E27FC236}">
                      <a16:creationId xmlns:a16="http://schemas.microsoft.com/office/drawing/2014/main" id="{AE6002E6-42C0-8F19-0D78-5689FDABC3A1}"/>
                    </a:ext>
                  </a:extLst>
                </p:cNvPr>
                <p:cNvPicPr/>
                <p:nvPr/>
              </p:nvPicPr>
              <p:blipFill>
                <a:blip r:embed="rId545"/>
                <a:stretch>
                  <a:fillRect/>
                </a:stretch>
              </p:blipFill>
              <p:spPr>
                <a:xfrm>
                  <a:off x="8092190" y="2963197"/>
                  <a:ext cx="151560" cy="75240"/>
                </a:xfrm>
                <a:prstGeom prst="rect">
                  <a:avLst/>
                </a:prstGeom>
              </p:spPr>
            </p:pic>
          </mc:Fallback>
        </mc:AlternateContent>
        <mc:AlternateContent xmlns:mc="http://schemas.openxmlformats.org/markup-compatibility/2006">
          <mc:Choice xmlns:p14="http://schemas.microsoft.com/office/powerpoint/2010/main" Requires="p14">
            <p:contentPart p14:bwMode="auto" r:id="rId546">
              <p14:nvContentPartPr>
                <p14:cNvPr id="404" name="Ink 403">
                  <a:extLst>
                    <a:ext uri="{FF2B5EF4-FFF2-40B4-BE49-F238E27FC236}">
                      <a16:creationId xmlns:a16="http://schemas.microsoft.com/office/drawing/2014/main" id="{B4AC2ABF-19F3-1911-C5F7-A90650ECABB9}"/>
                    </a:ext>
                  </a:extLst>
                </p14:cNvPr>
                <p14:cNvContentPartPr/>
                <p14:nvPr/>
              </p14:nvContentPartPr>
              <p14:xfrm>
                <a:off x="7980950" y="3324277"/>
                <a:ext cx="152640" cy="24840"/>
              </p14:xfrm>
            </p:contentPart>
          </mc:Choice>
          <mc:Fallback>
            <p:pic>
              <p:nvPicPr>
                <p:cNvPr id="404" name="Ink 403">
                  <a:extLst>
                    <a:ext uri="{FF2B5EF4-FFF2-40B4-BE49-F238E27FC236}">
                      <a16:creationId xmlns:a16="http://schemas.microsoft.com/office/drawing/2014/main" id="{B4AC2ABF-19F3-1911-C5F7-A90650ECABB9}"/>
                    </a:ext>
                  </a:extLst>
                </p:cNvPr>
                <p:cNvPicPr/>
                <p:nvPr/>
              </p:nvPicPr>
              <p:blipFill>
                <a:blip r:embed="rId547"/>
                <a:stretch>
                  <a:fillRect/>
                </a:stretch>
              </p:blipFill>
              <p:spPr>
                <a:xfrm>
                  <a:off x="7962950" y="3306637"/>
                  <a:ext cx="188280" cy="60480"/>
                </a:xfrm>
                <a:prstGeom prst="rect">
                  <a:avLst/>
                </a:prstGeom>
              </p:spPr>
            </p:pic>
          </mc:Fallback>
        </mc:AlternateContent>
        <mc:AlternateContent xmlns:mc="http://schemas.openxmlformats.org/markup-compatibility/2006">
          <mc:Choice xmlns:p14="http://schemas.microsoft.com/office/powerpoint/2010/main" Requires="p14">
            <p:contentPart p14:bwMode="auto" r:id="rId548">
              <p14:nvContentPartPr>
                <p14:cNvPr id="405" name="Ink 404">
                  <a:extLst>
                    <a:ext uri="{FF2B5EF4-FFF2-40B4-BE49-F238E27FC236}">
                      <a16:creationId xmlns:a16="http://schemas.microsoft.com/office/drawing/2014/main" id="{4DEE50EF-DA6A-EB1C-63C9-F07D27D3D63D}"/>
                    </a:ext>
                  </a:extLst>
                </p14:cNvPr>
                <p14:cNvContentPartPr/>
                <p14:nvPr/>
              </p14:nvContentPartPr>
              <p14:xfrm>
                <a:off x="8001110" y="3358477"/>
                <a:ext cx="27360" cy="480240"/>
              </p14:xfrm>
            </p:contentPart>
          </mc:Choice>
          <mc:Fallback>
            <p:pic>
              <p:nvPicPr>
                <p:cNvPr id="405" name="Ink 404">
                  <a:extLst>
                    <a:ext uri="{FF2B5EF4-FFF2-40B4-BE49-F238E27FC236}">
                      <a16:creationId xmlns:a16="http://schemas.microsoft.com/office/drawing/2014/main" id="{4DEE50EF-DA6A-EB1C-63C9-F07D27D3D63D}"/>
                    </a:ext>
                  </a:extLst>
                </p:cNvPr>
                <p:cNvPicPr/>
                <p:nvPr/>
              </p:nvPicPr>
              <p:blipFill>
                <a:blip r:embed="rId549"/>
                <a:stretch>
                  <a:fillRect/>
                </a:stretch>
              </p:blipFill>
              <p:spPr>
                <a:xfrm>
                  <a:off x="7983470" y="3340837"/>
                  <a:ext cx="63000" cy="515880"/>
                </a:xfrm>
                <a:prstGeom prst="rect">
                  <a:avLst/>
                </a:prstGeom>
              </p:spPr>
            </p:pic>
          </mc:Fallback>
        </mc:AlternateContent>
        <mc:AlternateContent xmlns:mc="http://schemas.openxmlformats.org/markup-compatibility/2006">
          <mc:Choice xmlns:p14="http://schemas.microsoft.com/office/powerpoint/2010/main" Requires="p14">
            <p:contentPart p14:bwMode="auto" r:id="rId550">
              <p14:nvContentPartPr>
                <p14:cNvPr id="406" name="Ink 405">
                  <a:extLst>
                    <a:ext uri="{FF2B5EF4-FFF2-40B4-BE49-F238E27FC236}">
                      <a16:creationId xmlns:a16="http://schemas.microsoft.com/office/drawing/2014/main" id="{F5B58A17-B11A-8A6A-1197-F62B1D1F93ED}"/>
                    </a:ext>
                  </a:extLst>
                </p14:cNvPr>
                <p14:cNvContentPartPr/>
                <p14:nvPr/>
              </p14:nvContentPartPr>
              <p14:xfrm>
                <a:off x="7971230" y="3822877"/>
                <a:ext cx="171360" cy="21960"/>
              </p14:xfrm>
            </p:contentPart>
          </mc:Choice>
          <mc:Fallback>
            <p:pic>
              <p:nvPicPr>
                <p:cNvPr id="406" name="Ink 405">
                  <a:extLst>
                    <a:ext uri="{FF2B5EF4-FFF2-40B4-BE49-F238E27FC236}">
                      <a16:creationId xmlns:a16="http://schemas.microsoft.com/office/drawing/2014/main" id="{F5B58A17-B11A-8A6A-1197-F62B1D1F93ED}"/>
                    </a:ext>
                  </a:extLst>
                </p:cNvPr>
                <p:cNvPicPr/>
                <p:nvPr/>
              </p:nvPicPr>
              <p:blipFill>
                <a:blip r:embed="rId551"/>
                <a:stretch>
                  <a:fillRect/>
                </a:stretch>
              </p:blipFill>
              <p:spPr>
                <a:xfrm>
                  <a:off x="7953590" y="3804877"/>
                  <a:ext cx="207000" cy="57600"/>
                </a:xfrm>
                <a:prstGeom prst="rect">
                  <a:avLst/>
                </a:prstGeom>
              </p:spPr>
            </p:pic>
          </mc:Fallback>
        </mc:AlternateContent>
        <mc:AlternateContent xmlns:mc="http://schemas.openxmlformats.org/markup-compatibility/2006">
          <mc:Choice xmlns:p14="http://schemas.microsoft.com/office/powerpoint/2010/main" Requires="p14">
            <p:contentPart p14:bwMode="auto" r:id="rId552">
              <p14:nvContentPartPr>
                <p14:cNvPr id="407" name="Ink 406">
                  <a:extLst>
                    <a:ext uri="{FF2B5EF4-FFF2-40B4-BE49-F238E27FC236}">
                      <a16:creationId xmlns:a16="http://schemas.microsoft.com/office/drawing/2014/main" id="{E166AEA2-28B8-2C57-8FC8-58711843EB67}"/>
                    </a:ext>
                  </a:extLst>
                </p14:cNvPr>
                <p14:cNvContentPartPr/>
                <p14:nvPr/>
              </p14:nvContentPartPr>
              <p14:xfrm>
                <a:off x="7959710" y="3845197"/>
                <a:ext cx="129960" cy="44640"/>
              </p14:xfrm>
            </p:contentPart>
          </mc:Choice>
          <mc:Fallback>
            <p:pic>
              <p:nvPicPr>
                <p:cNvPr id="407" name="Ink 406">
                  <a:extLst>
                    <a:ext uri="{FF2B5EF4-FFF2-40B4-BE49-F238E27FC236}">
                      <a16:creationId xmlns:a16="http://schemas.microsoft.com/office/drawing/2014/main" id="{E166AEA2-28B8-2C57-8FC8-58711843EB67}"/>
                    </a:ext>
                  </a:extLst>
                </p:cNvPr>
                <p:cNvPicPr/>
                <p:nvPr/>
              </p:nvPicPr>
              <p:blipFill>
                <a:blip r:embed="rId553"/>
                <a:stretch>
                  <a:fillRect/>
                </a:stretch>
              </p:blipFill>
              <p:spPr>
                <a:xfrm>
                  <a:off x="7941710" y="3827557"/>
                  <a:ext cx="165600" cy="80280"/>
                </a:xfrm>
                <a:prstGeom prst="rect">
                  <a:avLst/>
                </a:prstGeom>
              </p:spPr>
            </p:pic>
          </mc:Fallback>
        </mc:AlternateContent>
        <mc:AlternateContent xmlns:mc="http://schemas.openxmlformats.org/markup-compatibility/2006">
          <mc:Choice xmlns:p14="http://schemas.microsoft.com/office/powerpoint/2010/main" Requires="p14">
            <p:contentPart p14:bwMode="auto" r:id="rId554">
              <p14:nvContentPartPr>
                <p14:cNvPr id="408" name="Ink 407">
                  <a:extLst>
                    <a:ext uri="{FF2B5EF4-FFF2-40B4-BE49-F238E27FC236}">
                      <a16:creationId xmlns:a16="http://schemas.microsoft.com/office/drawing/2014/main" id="{3E389CD8-AF3B-E934-D421-A8E45FFA6358}"/>
                    </a:ext>
                  </a:extLst>
                </p14:cNvPr>
                <p14:cNvContentPartPr/>
                <p14:nvPr/>
              </p14:nvContentPartPr>
              <p14:xfrm>
                <a:off x="8098670" y="3834397"/>
                <a:ext cx="81360" cy="136800"/>
              </p14:xfrm>
            </p:contentPart>
          </mc:Choice>
          <mc:Fallback>
            <p:pic>
              <p:nvPicPr>
                <p:cNvPr id="408" name="Ink 407">
                  <a:extLst>
                    <a:ext uri="{FF2B5EF4-FFF2-40B4-BE49-F238E27FC236}">
                      <a16:creationId xmlns:a16="http://schemas.microsoft.com/office/drawing/2014/main" id="{3E389CD8-AF3B-E934-D421-A8E45FFA6358}"/>
                    </a:ext>
                  </a:extLst>
                </p:cNvPr>
                <p:cNvPicPr/>
                <p:nvPr/>
              </p:nvPicPr>
              <p:blipFill>
                <a:blip r:embed="rId555"/>
                <a:stretch>
                  <a:fillRect/>
                </a:stretch>
              </p:blipFill>
              <p:spPr>
                <a:xfrm>
                  <a:off x="8080670" y="3816757"/>
                  <a:ext cx="117000" cy="172440"/>
                </a:xfrm>
                <a:prstGeom prst="rect">
                  <a:avLst/>
                </a:prstGeom>
              </p:spPr>
            </p:pic>
          </mc:Fallback>
        </mc:AlternateContent>
        <mc:AlternateContent xmlns:mc="http://schemas.openxmlformats.org/markup-compatibility/2006">
          <mc:Choice xmlns:p14="http://schemas.microsoft.com/office/powerpoint/2010/main" Requires="p14">
            <p:contentPart p14:bwMode="auto" r:id="rId556">
              <p14:nvContentPartPr>
                <p14:cNvPr id="409" name="Ink 408">
                  <a:extLst>
                    <a:ext uri="{FF2B5EF4-FFF2-40B4-BE49-F238E27FC236}">
                      <a16:creationId xmlns:a16="http://schemas.microsoft.com/office/drawing/2014/main" id="{F09800D9-E2A7-3935-9E50-00A9F2D1C49C}"/>
                    </a:ext>
                  </a:extLst>
                </p14:cNvPr>
                <p14:cNvContentPartPr/>
                <p14:nvPr/>
              </p14:nvContentPartPr>
              <p14:xfrm>
                <a:off x="7413230" y="2913157"/>
                <a:ext cx="236880" cy="28800"/>
              </p14:xfrm>
            </p:contentPart>
          </mc:Choice>
          <mc:Fallback>
            <p:pic>
              <p:nvPicPr>
                <p:cNvPr id="409" name="Ink 408">
                  <a:extLst>
                    <a:ext uri="{FF2B5EF4-FFF2-40B4-BE49-F238E27FC236}">
                      <a16:creationId xmlns:a16="http://schemas.microsoft.com/office/drawing/2014/main" id="{F09800D9-E2A7-3935-9E50-00A9F2D1C49C}"/>
                    </a:ext>
                  </a:extLst>
                </p:cNvPr>
                <p:cNvPicPr/>
                <p:nvPr/>
              </p:nvPicPr>
              <p:blipFill>
                <a:blip r:embed="rId557"/>
                <a:stretch>
                  <a:fillRect/>
                </a:stretch>
              </p:blipFill>
              <p:spPr>
                <a:xfrm>
                  <a:off x="7395590" y="2895157"/>
                  <a:ext cx="272520" cy="64440"/>
                </a:xfrm>
                <a:prstGeom prst="rect">
                  <a:avLst/>
                </a:prstGeom>
              </p:spPr>
            </p:pic>
          </mc:Fallback>
        </mc:AlternateContent>
        <mc:AlternateContent xmlns:mc="http://schemas.openxmlformats.org/markup-compatibility/2006">
          <mc:Choice xmlns:p14="http://schemas.microsoft.com/office/powerpoint/2010/main" Requires="p14">
            <p:contentPart p14:bwMode="auto" r:id="rId558">
              <p14:nvContentPartPr>
                <p14:cNvPr id="411" name="Ink 410">
                  <a:extLst>
                    <a:ext uri="{FF2B5EF4-FFF2-40B4-BE49-F238E27FC236}">
                      <a16:creationId xmlns:a16="http://schemas.microsoft.com/office/drawing/2014/main" id="{3833EDD9-1964-8FD8-AAC1-853D65AB1126}"/>
                    </a:ext>
                  </a:extLst>
                </p14:cNvPr>
                <p14:cNvContentPartPr/>
                <p14:nvPr/>
              </p14:nvContentPartPr>
              <p14:xfrm>
                <a:off x="7640750" y="2922157"/>
                <a:ext cx="394920" cy="12600"/>
              </p14:xfrm>
            </p:contentPart>
          </mc:Choice>
          <mc:Fallback>
            <p:pic>
              <p:nvPicPr>
                <p:cNvPr id="411" name="Ink 410">
                  <a:extLst>
                    <a:ext uri="{FF2B5EF4-FFF2-40B4-BE49-F238E27FC236}">
                      <a16:creationId xmlns:a16="http://schemas.microsoft.com/office/drawing/2014/main" id="{3833EDD9-1964-8FD8-AAC1-853D65AB1126}"/>
                    </a:ext>
                  </a:extLst>
                </p:cNvPr>
                <p:cNvPicPr/>
                <p:nvPr/>
              </p:nvPicPr>
              <p:blipFill>
                <a:blip r:embed="rId559"/>
                <a:stretch>
                  <a:fillRect/>
                </a:stretch>
              </p:blipFill>
              <p:spPr>
                <a:xfrm>
                  <a:off x="7622750" y="2904517"/>
                  <a:ext cx="430560" cy="48240"/>
                </a:xfrm>
                <a:prstGeom prst="rect">
                  <a:avLst/>
                </a:prstGeom>
              </p:spPr>
            </p:pic>
          </mc:Fallback>
        </mc:AlternateContent>
        <mc:AlternateContent xmlns:mc="http://schemas.openxmlformats.org/markup-compatibility/2006">
          <mc:Choice xmlns:p14="http://schemas.microsoft.com/office/powerpoint/2010/main" Requires="p14">
            <p:contentPart p14:bwMode="auto" r:id="rId560">
              <p14:nvContentPartPr>
                <p14:cNvPr id="413" name="Ink 412">
                  <a:extLst>
                    <a:ext uri="{FF2B5EF4-FFF2-40B4-BE49-F238E27FC236}">
                      <a16:creationId xmlns:a16="http://schemas.microsoft.com/office/drawing/2014/main" id="{54B1D876-C6D0-0E03-73D9-66FE585890F2}"/>
                    </a:ext>
                  </a:extLst>
                </p14:cNvPr>
                <p14:cNvContentPartPr/>
                <p14:nvPr/>
              </p14:nvContentPartPr>
              <p14:xfrm>
                <a:off x="7736510" y="2395477"/>
                <a:ext cx="46080" cy="536040"/>
              </p14:xfrm>
            </p:contentPart>
          </mc:Choice>
          <mc:Fallback>
            <p:pic>
              <p:nvPicPr>
                <p:cNvPr id="413" name="Ink 412">
                  <a:extLst>
                    <a:ext uri="{FF2B5EF4-FFF2-40B4-BE49-F238E27FC236}">
                      <a16:creationId xmlns:a16="http://schemas.microsoft.com/office/drawing/2014/main" id="{54B1D876-C6D0-0E03-73D9-66FE585890F2}"/>
                    </a:ext>
                  </a:extLst>
                </p:cNvPr>
                <p:cNvPicPr/>
                <p:nvPr/>
              </p:nvPicPr>
              <p:blipFill>
                <a:blip r:embed="rId561"/>
                <a:stretch>
                  <a:fillRect/>
                </a:stretch>
              </p:blipFill>
              <p:spPr>
                <a:xfrm>
                  <a:off x="7718870" y="2377837"/>
                  <a:ext cx="81720" cy="571680"/>
                </a:xfrm>
                <a:prstGeom prst="rect">
                  <a:avLst/>
                </a:prstGeom>
              </p:spPr>
            </p:pic>
          </mc:Fallback>
        </mc:AlternateContent>
        <mc:AlternateContent xmlns:mc="http://schemas.openxmlformats.org/markup-compatibility/2006">
          <mc:Choice xmlns:p14="http://schemas.microsoft.com/office/powerpoint/2010/main" Requires="p14">
            <p:contentPart p14:bwMode="auto" r:id="rId562">
              <p14:nvContentPartPr>
                <p14:cNvPr id="414" name="Ink 413">
                  <a:extLst>
                    <a:ext uri="{FF2B5EF4-FFF2-40B4-BE49-F238E27FC236}">
                      <a16:creationId xmlns:a16="http://schemas.microsoft.com/office/drawing/2014/main" id="{8E9005BC-89FE-86B4-CA55-0CF3D8E80F0F}"/>
                    </a:ext>
                  </a:extLst>
                </p14:cNvPr>
                <p14:cNvContentPartPr/>
                <p14:nvPr/>
              </p14:nvContentPartPr>
              <p14:xfrm>
                <a:off x="7751990" y="2399797"/>
                <a:ext cx="221040" cy="18720"/>
              </p14:xfrm>
            </p:contentPart>
          </mc:Choice>
          <mc:Fallback>
            <p:pic>
              <p:nvPicPr>
                <p:cNvPr id="414" name="Ink 413">
                  <a:extLst>
                    <a:ext uri="{FF2B5EF4-FFF2-40B4-BE49-F238E27FC236}">
                      <a16:creationId xmlns:a16="http://schemas.microsoft.com/office/drawing/2014/main" id="{8E9005BC-89FE-86B4-CA55-0CF3D8E80F0F}"/>
                    </a:ext>
                  </a:extLst>
                </p:cNvPr>
                <p:cNvPicPr/>
                <p:nvPr/>
              </p:nvPicPr>
              <p:blipFill>
                <a:blip r:embed="rId563"/>
                <a:stretch>
                  <a:fillRect/>
                </a:stretch>
              </p:blipFill>
              <p:spPr>
                <a:xfrm>
                  <a:off x="7733990" y="2382157"/>
                  <a:ext cx="256680" cy="54360"/>
                </a:xfrm>
                <a:prstGeom prst="rect">
                  <a:avLst/>
                </a:prstGeom>
              </p:spPr>
            </p:pic>
          </mc:Fallback>
        </mc:AlternateContent>
        <mc:AlternateContent xmlns:mc="http://schemas.openxmlformats.org/markup-compatibility/2006">
          <mc:Choice xmlns:p14="http://schemas.microsoft.com/office/powerpoint/2010/main" Requires="p14">
            <p:contentPart p14:bwMode="auto" r:id="rId564">
              <p14:nvContentPartPr>
                <p14:cNvPr id="415" name="Ink 414">
                  <a:extLst>
                    <a:ext uri="{FF2B5EF4-FFF2-40B4-BE49-F238E27FC236}">
                      <a16:creationId xmlns:a16="http://schemas.microsoft.com/office/drawing/2014/main" id="{89F303B1-B24D-BDDC-CF70-D5E9E002CB13}"/>
                    </a:ext>
                  </a:extLst>
                </p14:cNvPr>
                <p14:cNvContentPartPr/>
                <p14:nvPr/>
              </p14:nvContentPartPr>
              <p14:xfrm>
                <a:off x="8027750" y="2276317"/>
                <a:ext cx="278280" cy="136800"/>
              </p14:xfrm>
            </p:contentPart>
          </mc:Choice>
          <mc:Fallback>
            <p:pic>
              <p:nvPicPr>
                <p:cNvPr id="415" name="Ink 414">
                  <a:extLst>
                    <a:ext uri="{FF2B5EF4-FFF2-40B4-BE49-F238E27FC236}">
                      <a16:creationId xmlns:a16="http://schemas.microsoft.com/office/drawing/2014/main" id="{89F303B1-B24D-BDDC-CF70-D5E9E002CB13}"/>
                    </a:ext>
                  </a:extLst>
                </p:cNvPr>
                <p:cNvPicPr/>
                <p:nvPr/>
              </p:nvPicPr>
              <p:blipFill>
                <a:blip r:embed="rId565"/>
                <a:stretch>
                  <a:fillRect/>
                </a:stretch>
              </p:blipFill>
              <p:spPr>
                <a:xfrm>
                  <a:off x="8009750" y="2258677"/>
                  <a:ext cx="313920" cy="172440"/>
                </a:xfrm>
                <a:prstGeom prst="rect">
                  <a:avLst/>
                </a:prstGeom>
              </p:spPr>
            </p:pic>
          </mc:Fallback>
        </mc:AlternateContent>
        <mc:AlternateContent xmlns:mc="http://schemas.openxmlformats.org/markup-compatibility/2006">
          <mc:Choice xmlns:p14="http://schemas.microsoft.com/office/powerpoint/2010/main" Requires="p14">
            <p:contentPart p14:bwMode="auto" r:id="rId566">
              <p14:nvContentPartPr>
                <p14:cNvPr id="416" name="Ink 415">
                  <a:extLst>
                    <a:ext uri="{FF2B5EF4-FFF2-40B4-BE49-F238E27FC236}">
                      <a16:creationId xmlns:a16="http://schemas.microsoft.com/office/drawing/2014/main" id="{2C281A14-A262-CD7A-F1AF-9CA3B308352D}"/>
                    </a:ext>
                  </a:extLst>
                </p14:cNvPr>
                <p14:cNvContentPartPr/>
                <p14:nvPr/>
              </p14:nvContentPartPr>
              <p14:xfrm>
                <a:off x="8294150" y="2325277"/>
                <a:ext cx="258120" cy="79560"/>
              </p14:xfrm>
            </p:contentPart>
          </mc:Choice>
          <mc:Fallback>
            <p:pic>
              <p:nvPicPr>
                <p:cNvPr id="416" name="Ink 415">
                  <a:extLst>
                    <a:ext uri="{FF2B5EF4-FFF2-40B4-BE49-F238E27FC236}">
                      <a16:creationId xmlns:a16="http://schemas.microsoft.com/office/drawing/2014/main" id="{2C281A14-A262-CD7A-F1AF-9CA3B308352D}"/>
                    </a:ext>
                  </a:extLst>
                </p:cNvPr>
                <p:cNvPicPr/>
                <p:nvPr/>
              </p:nvPicPr>
              <p:blipFill>
                <a:blip r:embed="rId567"/>
                <a:stretch>
                  <a:fillRect/>
                </a:stretch>
              </p:blipFill>
              <p:spPr>
                <a:xfrm>
                  <a:off x="8276150" y="2307277"/>
                  <a:ext cx="293760" cy="115200"/>
                </a:xfrm>
                <a:prstGeom prst="rect">
                  <a:avLst/>
                </a:prstGeom>
              </p:spPr>
            </p:pic>
          </mc:Fallback>
        </mc:AlternateContent>
        <mc:AlternateContent xmlns:mc="http://schemas.openxmlformats.org/markup-compatibility/2006">
          <mc:Choice xmlns:p14="http://schemas.microsoft.com/office/powerpoint/2010/main" Requires="p14">
            <p:contentPart p14:bwMode="auto" r:id="rId568">
              <p14:nvContentPartPr>
                <p14:cNvPr id="417" name="Ink 416">
                  <a:extLst>
                    <a:ext uri="{FF2B5EF4-FFF2-40B4-BE49-F238E27FC236}">
                      <a16:creationId xmlns:a16="http://schemas.microsoft.com/office/drawing/2014/main" id="{CFB6F827-2D38-745D-3F1C-DD74E8476000}"/>
                    </a:ext>
                  </a:extLst>
                </p14:cNvPr>
                <p14:cNvContentPartPr/>
                <p14:nvPr/>
              </p14:nvContentPartPr>
              <p14:xfrm>
                <a:off x="8623550" y="2329237"/>
                <a:ext cx="113040" cy="736920"/>
              </p14:xfrm>
            </p:contentPart>
          </mc:Choice>
          <mc:Fallback>
            <p:pic>
              <p:nvPicPr>
                <p:cNvPr id="417" name="Ink 416">
                  <a:extLst>
                    <a:ext uri="{FF2B5EF4-FFF2-40B4-BE49-F238E27FC236}">
                      <a16:creationId xmlns:a16="http://schemas.microsoft.com/office/drawing/2014/main" id="{CFB6F827-2D38-745D-3F1C-DD74E8476000}"/>
                    </a:ext>
                  </a:extLst>
                </p:cNvPr>
                <p:cNvPicPr/>
                <p:nvPr/>
              </p:nvPicPr>
              <p:blipFill>
                <a:blip r:embed="rId569"/>
                <a:stretch>
                  <a:fillRect/>
                </a:stretch>
              </p:blipFill>
              <p:spPr>
                <a:xfrm>
                  <a:off x="8605550" y="2311237"/>
                  <a:ext cx="148680" cy="772560"/>
                </a:xfrm>
                <a:prstGeom prst="rect">
                  <a:avLst/>
                </a:prstGeom>
              </p:spPr>
            </p:pic>
          </mc:Fallback>
        </mc:AlternateContent>
        <mc:AlternateContent xmlns:mc="http://schemas.openxmlformats.org/markup-compatibility/2006">
          <mc:Choice xmlns:p14="http://schemas.microsoft.com/office/powerpoint/2010/main" Requires="p14">
            <p:contentPart p14:bwMode="auto" r:id="rId570">
              <p14:nvContentPartPr>
                <p14:cNvPr id="418" name="Ink 417">
                  <a:extLst>
                    <a:ext uri="{FF2B5EF4-FFF2-40B4-BE49-F238E27FC236}">
                      <a16:creationId xmlns:a16="http://schemas.microsoft.com/office/drawing/2014/main" id="{8303C5D7-3169-301C-F6AB-E827D5E979C8}"/>
                    </a:ext>
                  </a:extLst>
                </p14:cNvPr>
                <p14:cNvContentPartPr/>
                <p14:nvPr/>
              </p14:nvContentPartPr>
              <p14:xfrm>
                <a:off x="8561990" y="3029077"/>
                <a:ext cx="777240" cy="61200"/>
              </p14:xfrm>
            </p:contentPart>
          </mc:Choice>
          <mc:Fallback>
            <p:pic>
              <p:nvPicPr>
                <p:cNvPr id="418" name="Ink 417">
                  <a:extLst>
                    <a:ext uri="{FF2B5EF4-FFF2-40B4-BE49-F238E27FC236}">
                      <a16:creationId xmlns:a16="http://schemas.microsoft.com/office/drawing/2014/main" id="{8303C5D7-3169-301C-F6AB-E827D5E979C8}"/>
                    </a:ext>
                  </a:extLst>
                </p:cNvPr>
                <p:cNvPicPr/>
                <p:nvPr/>
              </p:nvPicPr>
              <p:blipFill>
                <a:blip r:embed="rId571"/>
                <a:stretch>
                  <a:fillRect/>
                </a:stretch>
              </p:blipFill>
              <p:spPr>
                <a:xfrm>
                  <a:off x="8544350" y="3011077"/>
                  <a:ext cx="812880" cy="96840"/>
                </a:xfrm>
                <a:prstGeom prst="rect">
                  <a:avLst/>
                </a:prstGeom>
              </p:spPr>
            </p:pic>
          </mc:Fallback>
        </mc:AlternateContent>
        <mc:AlternateContent xmlns:mc="http://schemas.openxmlformats.org/markup-compatibility/2006">
          <mc:Choice xmlns:p14="http://schemas.microsoft.com/office/powerpoint/2010/main" Requires="p14">
            <p:contentPart p14:bwMode="auto" r:id="rId572">
              <p14:nvContentPartPr>
                <p14:cNvPr id="419" name="Ink 418">
                  <a:extLst>
                    <a:ext uri="{FF2B5EF4-FFF2-40B4-BE49-F238E27FC236}">
                      <a16:creationId xmlns:a16="http://schemas.microsoft.com/office/drawing/2014/main" id="{3C76D131-6913-1BEB-0F9E-C256572DA622}"/>
                    </a:ext>
                  </a:extLst>
                </p14:cNvPr>
                <p14:cNvContentPartPr/>
                <p14:nvPr/>
              </p14:nvContentPartPr>
              <p14:xfrm>
                <a:off x="9161750" y="3016837"/>
                <a:ext cx="142920" cy="102600"/>
              </p14:xfrm>
            </p:contentPart>
          </mc:Choice>
          <mc:Fallback>
            <p:pic>
              <p:nvPicPr>
                <p:cNvPr id="419" name="Ink 418">
                  <a:extLst>
                    <a:ext uri="{FF2B5EF4-FFF2-40B4-BE49-F238E27FC236}">
                      <a16:creationId xmlns:a16="http://schemas.microsoft.com/office/drawing/2014/main" id="{3C76D131-6913-1BEB-0F9E-C256572DA622}"/>
                    </a:ext>
                  </a:extLst>
                </p:cNvPr>
                <p:cNvPicPr/>
                <p:nvPr/>
              </p:nvPicPr>
              <p:blipFill>
                <a:blip r:embed="rId573"/>
                <a:stretch>
                  <a:fillRect/>
                </a:stretch>
              </p:blipFill>
              <p:spPr>
                <a:xfrm>
                  <a:off x="9143750" y="2998837"/>
                  <a:ext cx="178560" cy="138240"/>
                </a:xfrm>
                <a:prstGeom prst="rect">
                  <a:avLst/>
                </a:prstGeom>
              </p:spPr>
            </p:pic>
          </mc:Fallback>
        </mc:AlternateContent>
        <mc:AlternateContent xmlns:mc="http://schemas.openxmlformats.org/markup-compatibility/2006">
          <mc:Choice xmlns:p14="http://schemas.microsoft.com/office/powerpoint/2010/main" Requires="p14">
            <p:contentPart p14:bwMode="auto" r:id="rId574">
              <p14:nvContentPartPr>
                <p14:cNvPr id="420" name="Ink 419">
                  <a:extLst>
                    <a:ext uri="{FF2B5EF4-FFF2-40B4-BE49-F238E27FC236}">
                      <a16:creationId xmlns:a16="http://schemas.microsoft.com/office/drawing/2014/main" id="{C2BCFA68-8F51-9F76-0A4D-E8D6117A26A4}"/>
                    </a:ext>
                  </a:extLst>
                </p14:cNvPr>
                <p14:cNvContentPartPr/>
                <p14:nvPr/>
              </p14:nvContentPartPr>
              <p14:xfrm>
                <a:off x="9283790" y="2997757"/>
                <a:ext cx="10800" cy="2160"/>
              </p14:xfrm>
            </p:contentPart>
          </mc:Choice>
          <mc:Fallback>
            <p:pic>
              <p:nvPicPr>
                <p:cNvPr id="420" name="Ink 419">
                  <a:extLst>
                    <a:ext uri="{FF2B5EF4-FFF2-40B4-BE49-F238E27FC236}">
                      <a16:creationId xmlns:a16="http://schemas.microsoft.com/office/drawing/2014/main" id="{C2BCFA68-8F51-9F76-0A4D-E8D6117A26A4}"/>
                    </a:ext>
                  </a:extLst>
                </p:cNvPr>
                <p:cNvPicPr/>
                <p:nvPr/>
              </p:nvPicPr>
              <p:blipFill>
                <a:blip r:embed="rId575"/>
                <a:stretch>
                  <a:fillRect/>
                </a:stretch>
              </p:blipFill>
              <p:spPr>
                <a:xfrm>
                  <a:off x="9265790" y="2979757"/>
                  <a:ext cx="46440" cy="37800"/>
                </a:xfrm>
                <a:prstGeom prst="rect">
                  <a:avLst/>
                </a:prstGeom>
              </p:spPr>
            </p:pic>
          </mc:Fallback>
        </mc:AlternateContent>
        <mc:AlternateContent xmlns:mc="http://schemas.openxmlformats.org/markup-compatibility/2006">
          <mc:Choice xmlns:p14="http://schemas.microsoft.com/office/powerpoint/2010/main" Requires="p14">
            <p:contentPart p14:bwMode="auto" r:id="rId576">
              <p14:nvContentPartPr>
                <p14:cNvPr id="422" name="Ink 421">
                  <a:extLst>
                    <a:ext uri="{FF2B5EF4-FFF2-40B4-BE49-F238E27FC236}">
                      <a16:creationId xmlns:a16="http://schemas.microsoft.com/office/drawing/2014/main" id="{7FA2EE8F-DC1B-A24D-AF3C-343FDE2B364C}"/>
                    </a:ext>
                  </a:extLst>
                </p14:cNvPr>
                <p14:cNvContentPartPr/>
                <p14:nvPr/>
              </p14:nvContentPartPr>
              <p14:xfrm>
                <a:off x="8204870" y="3245437"/>
                <a:ext cx="79560" cy="19800"/>
              </p14:xfrm>
            </p:contentPart>
          </mc:Choice>
          <mc:Fallback>
            <p:pic>
              <p:nvPicPr>
                <p:cNvPr id="422" name="Ink 421">
                  <a:extLst>
                    <a:ext uri="{FF2B5EF4-FFF2-40B4-BE49-F238E27FC236}">
                      <a16:creationId xmlns:a16="http://schemas.microsoft.com/office/drawing/2014/main" id="{7FA2EE8F-DC1B-A24D-AF3C-343FDE2B364C}"/>
                    </a:ext>
                  </a:extLst>
                </p:cNvPr>
                <p:cNvPicPr/>
                <p:nvPr/>
              </p:nvPicPr>
              <p:blipFill>
                <a:blip r:embed="rId577"/>
                <a:stretch>
                  <a:fillRect/>
                </a:stretch>
              </p:blipFill>
              <p:spPr>
                <a:xfrm>
                  <a:off x="8186870" y="3227437"/>
                  <a:ext cx="115200" cy="55440"/>
                </a:xfrm>
                <a:prstGeom prst="rect">
                  <a:avLst/>
                </a:prstGeom>
              </p:spPr>
            </p:pic>
          </mc:Fallback>
        </mc:AlternateContent>
        <mc:AlternateContent xmlns:mc="http://schemas.openxmlformats.org/markup-compatibility/2006">
          <mc:Choice xmlns:p14="http://schemas.microsoft.com/office/powerpoint/2010/main" Requires="p14">
            <p:contentPart p14:bwMode="auto" r:id="rId578">
              <p14:nvContentPartPr>
                <p14:cNvPr id="423" name="Ink 422">
                  <a:extLst>
                    <a:ext uri="{FF2B5EF4-FFF2-40B4-BE49-F238E27FC236}">
                      <a16:creationId xmlns:a16="http://schemas.microsoft.com/office/drawing/2014/main" id="{0817E784-BEE7-53E4-EA5A-F61D50FCE10F}"/>
                    </a:ext>
                  </a:extLst>
                </p14:cNvPr>
                <p14:cNvContentPartPr/>
                <p14:nvPr/>
              </p14:nvContentPartPr>
              <p14:xfrm>
                <a:off x="8243030" y="3183517"/>
                <a:ext cx="8640" cy="160200"/>
              </p14:xfrm>
            </p:contentPart>
          </mc:Choice>
          <mc:Fallback>
            <p:pic>
              <p:nvPicPr>
                <p:cNvPr id="423" name="Ink 422">
                  <a:extLst>
                    <a:ext uri="{FF2B5EF4-FFF2-40B4-BE49-F238E27FC236}">
                      <a16:creationId xmlns:a16="http://schemas.microsoft.com/office/drawing/2014/main" id="{0817E784-BEE7-53E4-EA5A-F61D50FCE10F}"/>
                    </a:ext>
                  </a:extLst>
                </p:cNvPr>
                <p:cNvPicPr/>
                <p:nvPr/>
              </p:nvPicPr>
              <p:blipFill>
                <a:blip r:embed="rId579"/>
                <a:stretch>
                  <a:fillRect/>
                </a:stretch>
              </p:blipFill>
              <p:spPr>
                <a:xfrm>
                  <a:off x="8225390" y="3165877"/>
                  <a:ext cx="44280" cy="195840"/>
                </a:xfrm>
                <a:prstGeom prst="rect">
                  <a:avLst/>
                </a:prstGeom>
              </p:spPr>
            </p:pic>
          </mc:Fallback>
        </mc:AlternateContent>
        <mc:AlternateContent xmlns:mc="http://schemas.openxmlformats.org/markup-compatibility/2006">
          <mc:Choice xmlns:p14="http://schemas.microsoft.com/office/powerpoint/2010/main" Requires="p14">
            <p:contentPart p14:bwMode="auto" r:id="rId580">
              <p14:nvContentPartPr>
                <p14:cNvPr id="425" name="Ink 424">
                  <a:extLst>
                    <a:ext uri="{FF2B5EF4-FFF2-40B4-BE49-F238E27FC236}">
                      <a16:creationId xmlns:a16="http://schemas.microsoft.com/office/drawing/2014/main" id="{EB950460-18D1-6B87-00CB-189AA56A7B72}"/>
                    </a:ext>
                  </a:extLst>
                </p14:cNvPr>
                <p14:cNvContentPartPr/>
                <p14:nvPr/>
              </p14:nvContentPartPr>
              <p14:xfrm>
                <a:off x="8171030" y="3247957"/>
                <a:ext cx="75240" cy="29160"/>
              </p14:xfrm>
            </p:contentPart>
          </mc:Choice>
          <mc:Fallback>
            <p:pic>
              <p:nvPicPr>
                <p:cNvPr id="425" name="Ink 424">
                  <a:extLst>
                    <a:ext uri="{FF2B5EF4-FFF2-40B4-BE49-F238E27FC236}">
                      <a16:creationId xmlns:a16="http://schemas.microsoft.com/office/drawing/2014/main" id="{EB950460-18D1-6B87-00CB-189AA56A7B72}"/>
                    </a:ext>
                  </a:extLst>
                </p:cNvPr>
                <p:cNvPicPr/>
                <p:nvPr/>
              </p:nvPicPr>
              <p:blipFill>
                <a:blip r:embed="rId581"/>
                <a:stretch>
                  <a:fillRect/>
                </a:stretch>
              </p:blipFill>
              <p:spPr>
                <a:xfrm>
                  <a:off x="8153390" y="3230317"/>
                  <a:ext cx="110880" cy="64800"/>
                </a:xfrm>
                <a:prstGeom prst="rect">
                  <a:avLst/>
                </a:prstGeom>
              </p:spPr>
            </p:pic>
          </mc:Fallback>
        </mc:AlternateContent>
        <mc:AlternateContent xmlns:mc="http://schemas.openxmlformats.org/markup-compatibility/2006">
          <mc:Choice xmlns:p14="http://schemas.microsoft.com/office/powerpoint/2010/main" Requires="p14">
            <p:contentPart p14:bwMode="auto" r:id="rId582">
              <p14:nvContentPartPr>
                <p14:cNvPr id="427" name="Ink 426">
                  <a:extLst>
                    <a:ext uri="{FF2B5EF4-FFF2-40B4-BE49-F238E27FC236}">
                      <a16:creationId xmlns:a16="http://schemas.microsoft.com/office/drawing/2014/main" id="{0385342C-822A-7D20-76C9-AC1D29CD0BCF}"/>
                    </a:ext>
                  </a:extLst>
                </p14:cNvPr>
                <p14:cNvContentPartPr/>
                <p14:nvPr/>
              </p14:nvContentPartPr>
              <p14:xfrm>
                <a:off x="7538510" y="1743517"/>
                <a:ext cx="325440" cy="320760"/>
              </p14:xfrm>
            </p:contentPart>
          </mc:Choice>
          <mc:Fallback>
            <p:pic>
              <p:nvPicPr>
                <p:cNvPr id="427" name="Ink 426">
                  <a:extLst>
                    <a:ext uri="{FF2B5EF4-FFF2-40B4-BE49-F238E27FC236}">
                      <a16:creationId xmlns:a16="http://schemas.microsoft.com/office/drawing/2014/main" id="{0385342C-822A-7D20-76C9-AC1D29CD0BCF}"/>
                    </a:ext>
                  </a:extLst>
                </p:cNvPr>
                <p:cNvPicPr/>
                <p:nvPr/>
              </p:nvPicPr>
              <p:blipFill>
                <a:blip r:embed="rId583"/>
                <a:stretch>
                  <a:fillRect/>
                </a:stretch>
              </p:blipFill>
              <p:spPr>
                <a:xfrm>
                  <a:off x="7520510" y="1725517"/>
                  <a:ext cx="361080" cy="356400"/>
                </a:xfrm>
                <a:prstGeom prst="rect">
                  <a:avLst/>
                </a:prstGeom>
              </p:spPr>
            </p:pic>
          </mc:Fallback>
        </mc:AlternateContent>
        <mc:AlternateContent xmlns:mc="http://schemas.openxmlformats.org/markup-compatibility/2006">
          <mc:Choice xmlns:p14="http://schemas.microsoft.com/office/powerpoint/2010/main" Requires="p14">
            <p:contentPart p14:bwMode="auto" r:id="rId584">
              <p14:nvContentPartPr>
                <p14:cNvPr id="428" name="Ink 427">
                  <a:extLst>
                    <a:ext uri="{FF2B5EF4-FFF2-40B4-BE49-F238E27FC236}">
                      <a16:creationId xmlns:a16="http://schemas.microsoft.com/office/drawing/2014/main" id="{7149642A-0B76-6849-8DE6-42348B2D8A4D}"/>
                    </a:ext>
                  </a:extLst>
                </p14:cNvPr>
                <p14:cNvContentPartPr/>
                <p14:nvPr/>
              </p14:nvContentPartPr>
              <p14:xfrm>
                <a:off x="7769270" y="1949797"/>
                <a:ext cx="165600" cy="142200"/>
              </p14:xfrm>
            </p:contentPart>
          </mc:Choice>
          <mc:Fallback>
            <p:pic>
              <p:nvPicPr>
                <p:cNvPr id="428" name="Ink 427">
                  <a:extLst>
                    <a:ext uri="{FF2B5EF4-FFF2-40B4-BE49-F238E27FC236}">
                      <a16:creationId xmlns:a16="http://schemas.microsoft.com/office/drawing/2014/main" id="{7149642A-0B76-6849-8DE6-42348B2D8A4D}"/>
                    </a:ext>
                  </a:extLst>
                </p:cNvPr>
                <p:cNvPicPr/>
                <p:nvPr/>
              </p:nvPicPr>
              <p:blipFill>
                <a:blip r:embed="rId585"/>
                <a:stretch>
                  <a:fillRect/>
                </a:stretch>
              </p:blipFill>
              <p:spPr>
                <a:xfrm>
                  <a:off x="7751270" y="1932157"/>
                  <a:ext cx="201240" cy="177840"/>
                </a:xfrm>
                <a:prstGeom prst="rect">
                  <a:avLst/>
                </a:prstGeom>
              </p:spPr>
            </p:pic>
          </mc:Fallback>
        </mc:AlternateContent>
        <mc:AlternateContent xmlns:mc="http://schemas.openxmlformats.org/markup-compatibility/2006">
          <mc:Choice xmlns:p14="http://schemas.microsoft.com/office/powerpoint/2010/main" Requires="p14">
            <p:contentPart p14:bwMode="auto" r:id="rId586">
              <p14:nvContentPartPr>
                <p14:cNvPr id="430" name="Ink 429">
                  <a:extLst>
                    <a:ext uri="{FF2B5EF4-FFF2-40B4-BE49-F238E27FC236}">
                      <a16:creationId xmlns:a16="http://schemas.microsoft.com/office/drawing/2014/main" id="{0407919F-FDDB-FE77-7CF6-1692A57EEFA8}"/>
                    </a:ext>
                  </a:extLst>
                </p14:cNvPr>
                <p14:cNvContentPartPr/>
                <p14:nvPr/>
              </p14:nvContentPartPr>
              <p14:xfrm>
                <a:off x="7055390" y="1648117"/>
                <a:ext cx="127440" cy="156600"/>
              </p14:xfrm>
            </p:contentPart>
          </mc:Choice>
          <mc:Fallback>
            <p:pic>
              <p:nvPicPr>
                <p:cNvPr id="430" name="Ink 429">
                  <a:extLst>
                    <a:ext uri="{FF2B5EF4-FFF2-40B4-BE49-F238E27FC236}">
                      <a16:creationId xmlns:a16="http://schemas.microsoft.com/office/drawing/2014/main" id="{0407919F-FDDB-FE77-7CF6-1692A57EEFA8}"/>
                    </a:ext>
                  </a:extLst>
                </p:cNvPr>
                <p:cNvPicPr/>
                <p:nvPr/>
              </p:nvPicPr>
              <p:blipFill>
                <a:blip r:embed="rId587"/>
                <a:stretch>
                  <a:fillRect/>
                </a:stretch>
              </p:blipFill>
              <p:spPr>
                <a:xfrm>
                  <a:off x="7037750" y="1630477"/>
                  <a:ext cx="163080" cy="192240"/>
                </a:xfrm>
                <a:prstGeom prst="rect">
                  <a:avLst/>
                </a:prstGeom>
              </p:spPr>
            </p:pic>
          </mc:Fallback>
        </mc:AlternateContent>
        <mc:AlternateContent xmlns:mc="http://schemas.openxmlformats.org/markup-compatibility/2006">
          <mc:Choice xmlns:p14="http://schemas.microsoft.com/office/powerpoint/2010/main" Requires="p14">
            <p:contentPart p14:bwMode="auto" r:id="rId588">
              <p14:nvContentPartPr>
                <p14:cNvPr id="431" name="Ink 430">
                  <a:extLst>
                    <a:ext uri="{FF2B5EF4-FFF2-40B4-BE49-F238E27FC236}">
                      <a16:creationId xmlns:a16="http://schemas.microsoft.com/office/drawing/2014/main" id="{9B3EE3A8-59FC-D807-B277-BAE50AECC478}"/>
                    </a:ext>
                  </a:extLst>
                </p14:cNvPr>
                <p14:cNvContentPartPr/>
                <p14:nvPr/>
              </p14:nvContentPartPr>
              <p14:xfrm>
                <a:off x="7178150" y="1693477"/>
                <a:ext cx="78480" cy="89280"/>
              </p14:xfrm>
            </p:contentPart>
          </mc:Choice>
          <mc:Fallback>
            <p:pic>
              <p:nvPicPr>
                <p:cNvPr id="431" name="Ink 430">
                  <a:extLst>
                    <a:ext uri="{FF2B5EF4-FFF2-40B4-BE49-F238E27FC236}">
                      <a16:creationId xmlns:a16="http://schemas.microsoft.com/office/drawing/2014/main" id="{9B3EE3A8-59FC-D807-B277-BAE50AECC478}"/>
                    </a:ext>
                  </a:extLst>
                </p:cNvPr>
                <p:cNvPicPr/>
                <p:nvPr/>
              </p:nvPicPr>
              <p:blipFill>
                <a:blip r:embed="rId589"/>
                <a:stretch>
                  <a:fillRect/>
                </a:stretch>
              </p:blipFill>
              <p:spPr>
                <a:xfrm>
                  <a:off x="7160510" y="1675837"/>
                  <a:ext cx="114120" cy="124920"/>
                </a:xfrm>
                <a:prstGeom prst="rect">
                  <a:avLst/>
                </a:prstGeom>
              </p:spPr>
            </p:pic>
          </mc:Fallback>
        </mc:AlternateContent>
        <mc:AlternateContent xmlns:mc="http://schemas.openxmlformats.org/markup-compatibility/2006">
          <mc:Choice xmlns:p14="http://schemas.microsoft.com/office/powerpoint/2010/main" Requires="p14">
            <p:contentPart p14:bwMode="auto" r:id="rId590">
              <p14:nvContentPartPr>
                <p14:cNvPr id="432" name="Ink 431">
                  <a:extLst>
                    <a:ext uri="{FF2B5EF4-FFF2-40B4-BE49-F238E27FC236}">
                      <a16:creationId xmlns:a16="http://schemas.microsoft.com/office/drawing/2014/main" id="{4C82EEB5-D276-D5FF-FDA7-716535C0ABE9}"/>
                    </a:ext>
                  </a:extLst>
                </p14:cNvPr>
                <p14:cNvContentPartPr/>
                <p14:nvPr/>
              </p14:nvContentPartPr>
              <p14:xfrm>
                <a:off x="7237190" y="1740637"/>
                <a:ext cx="35640" cy="41040"/>
              </p14:xfrm>
            </p:contentPart>
          </mc:Choice>
          <mc:Fallback>
            <p:pic>
              <p:nvPicPr>
                <p:cNvPr id="432" name="Ink 431">
                  <a:extLst>
                    <a:ext uri="{FF2B5EF4-FFF2-40B4-BE49-F238E27FC236}">
                      <a16:creationId xmlns:a16="http://schemas.microsoft.com/office/drawing/2014/main" id="{4C82EEB5-D276-D5FF-FDA7-716535C0ABE9}"/>
                    </a:ext>
                  </a:extLst>
                </p:cNvPr>
                <p:cNvPicPr/>
                <p:nvPr/>
              </p:nvPicPr>
              <p:blipFill>
                <a:blip r:embed="rId591"/>
                <a:stretch>
                  <a:fillRect/>
                </a:stretch>
              </p:blipFill>
              <p:spPr>
                <a:xfrm>
                  <a:off x="7219550" y="1722997"/>
                  <a:ext cx="71280" cy="76680"/>
                </a:xfrm>
                <a:prstGeom prst="rect">
                  <a:avLst/>
                </a:prstGeom>
              </p:spPr>
            </p:pic>
          </mc:Fallback>
        </mc:AlternateContent>
        <mc:AlternateContent xmlns:mc="http://schemas.openxmlformats.org/markup-compatibility/2006">
          <mc:Choice xmlns:p14="http://schemas.microsoft.com/office/powerpoint/2010/main" Requires="p14">
            <p:contentPart p14:bwMode="auto" r:id="rId592">
              <p14:nvContentPartPr>
                <p14:cNvPr id="433" name="Ink 432">
                  <a:extLst>
                    <a:ext uri="{FF2B5EF4-FFF2-40B4-BE49-F238E27FC236}">
                      <a16:creationId xmlns:a16="http://schemas.microsoft.com/office/drawing/2014/main" id="{19CB872F-E602-60EA-F1AE-E30EE753BC55}"/>
                    </a:ext>
                  </a:extLst>
                </p14:cNvPr>
                <p14:cNvContentPartPr/>
                <p14:nvPr/>
              </p14:nvContentPartPr>
              <p14:xfrm>
                <a:off x="7256630" y="1651717"/>
                <a:ext cx="42840" cy="120240"/>
              </p14:xfrm>
            </p:contentPart>
          </mc:Choice>
          <mc:Fallback>
            <p:pic>
              <p:nvPicPr>
                <p:cNvPr id="433" name="Ink 432">
                  <a:extLst>
                    <a:ext uri="{FF2B5EF4-FFF2-40B4-BE49-F238E27FC236}">
                      <a16:creationId xmlns:a16="http://schemas.microsoft.com/office/drawing/2014/main" id="{19CB872F-E602-60EA-F1AE-E30EE753BC55}"/>
                    </a:ext>
                  </a:extLst>
                </p:cNvPr>
                <p:cNvPicPr/>
                <p:nvPr/>
              </p:nvPicPr>
              <p:blipFill>
                <a:blip r:embed="rId593"/>
                <a:stretch>
                  <a:fillRect/>
                </a:stretch>
              </p:blipFill>
              <p:spPr>
                <a:xfrm>
                  <a:off x="7238990" y="1634077"/>
                  <a:ext cx="78480" cy="155880"/>
                </a:xfrm>
                <a:prstGeom prst="rect">
                  <a:avLst/>
                </a:prstGeom>
              </p:spPr>
            </p:pic>
          </mc:Fallback>
        </mc:AlternateContent>
        <mc:AlternateContent xmlns:mc="http://schemas.openxmlformats.org/markup-compatibility/2006">
          <mc:Choice xmlns:p14="http://schemas.microsoft.com/office/powerpoint/2010/main" Requires="p14">
            <p:contentPart p14:bwMode="auto" r:id="rId594">
              <p14:nvContentPartPr>
                <p14:cNvPr id="434" name="Ink 433">
                  <a:extLst>
                    <a:ext uri="{FF2B5EF4-FFF2-40B4-BE49-F238E27FC236}">
                      <a16:creationId xmlns:a16="http://schemas.microsoft.com/office/drawing/2014/main" id="{9E42696E-E921-1E5E-C507-4FD44142ECF3}"/>
                    </a:ext>
                  </a:extLst>
                </p14:cNvPr>
                <p14:cNvContentPartPr/>
                <p14:nvPr/>
              </p14:nvContentPartPr>
              <p14:xfrm>
                <a:off x="7331150" y="1645237"/>
                <a:ext cx="65160" cy="80280"/>
              </p14:xfrm>
            </p:contentPart>
          </mc:Choice>
          <mc:Fallback>
            <p:pic>
              <p:nvPicPr>
                <p:cNvPr id="434" name="Ink 433">
                  <a:extLst>
                    <a:ext uri="{FF2B5EF4-FFF2-40B4-BE49-F238E27FC236}">
                      <a16:creationId xmlns:a16="http://schemas.microsoft.com/office/drawing/2014/main" id="{9E42696E-E921-1E5E-C507-4FD44142ECF3}"/>
                    </a:ext>
                  </a:extLst>
                </p:cNvPr>
                <p:cNvPicPr/>
                <p:nvPr/>
              </p:nvPicPr>
              <p:blipFill>
                <a:blip r:embed="rId595"/>
                <a:stretch>
                  <a:fillRect/>
                </a:stretch>
              </p:blipFill>
              <p:spPr>
                <a:xfrm>
                  <a:off x="7313510" y="1627597"/>
                  <a:ext cx="100800" cy="115920"/>
                </a:xfrm>
                <a:prstGeom prst="rect">
                  <a:avLst/>
                </a:prstGeom>
              </p:spPr>
            </p:pic>
          </mc:Fallback>
        </mc:AlternateContent>
        <mc:AlternateContent xmlns:mc="http://schemas.openxmlformats.org/markup-compatibility/2006">
          <mc:Choice xmlns:p14="http://schemas.microsoft.com/office/powerpoint/2010/main" Requires="p14">
            <p:contentPart p14:bwMode="auto" r:id="rId596">
              <p14:nvContentPartPr>
                <p14:cNvPr id="435" name="Ink 434">
                  <a:extLst>
                    <a:ext uri="{FF2B5EF4-FFF2-40B4-BE49-F238E27FC236}">
                      <a16:creationId xmlns:a16="http://schemas.microsoft.com/office/drawing/2014/main" id="{073CA3B7-8AFA-1615-DECA-C3A660BCD919}"/>
                    </a:ext>
                  </a:extLst>
                </p14:cNvPr>
                <p14:cNvContentPartPr/>
                <p14:nvPr/>
              </p14:nvContentPartPr>
              <p14:xfrm>
                <a:off x="7431230" y="1575397"/>
                <a:ext cx="85320" cy="100440"/>
              </p14:xfrm>
            </p:contentPart>
          </mc:Choice>
          <mc:Fallback>
            <p:pic>
              <p:nvPicPr>
                <p:cNvPr id="435" name="Ink 434">
                  <a:extLst>
                    <a:ext uri="{FF2B5EF4-FFF2-40B4-BE49-F238E27FC236}">
                      <a16:creationId xmlns:a16="http://schemas.microsoft.com/office/drawing/2014/main" id="{073CA3B7-8AFA-1615-DECA-C3A660BCD919}"/>
                    </a:ext>
                  </a:extLst>
                </p:cNvPr>
                <p:cNvPicPr/>
                <p:nvPr/>
              </p:nvPicPr>
              <p:blipFill>
                <a:blip r:embed="rId597"/>
                <a:stretch>
                  <a:fillRect/>
                </a:stretch>
              </p:blipFill>
              <p:spPr>
                <a:xfrm>
                  <a:off x="7413230" y="1557757"/>
                  <a:ext cx="120960" cy="136080"/>
                </a:xfrm>
                <a:prstGeom prst="rect">
                  <a:avLst/>
                </a:prstGeom>
              </p:spPr>
            </p:pic>
          </mc:Fallback>
        </mc:AlternateContent>
        <mc:AlternateContent xmlns:mc="http://schemas.openxmlformats.org/markup-compatibility/2006">
          <mc:Choice xmlns:p14="http://schemas.microsoft.com/office/powerpoint/2010/main" Requires="p14">
            <p:contentPart p14:bwMode="auto" r:id="rId598">
              <p14:nvContentPartPr>
                <p14:cNvPr id="436" name="Ink 435">
                  <a:extLst>
                    <a:ext uri="{FF2B5EF4-FFF2-40B4-BE49-F238E27FC236}">
                      <a16:creationId xmlns:a16="http://schemas.microsoft.com/office/drawing/2014/main" id="{989BEB66-A436-080D-6588-57CC1C53FE32}"/>
                    </a:ext>
                  </a:extLst>
                </p14:cNvPr>
                <p14:cNvContentPartPr/>
                <p14:nvPr/>
              </p14:nvContentPartPr>
              <p14:xfrm>
                <a:off x="7561910" y="1543717"/>
                <a:ext cx="216720" cy="104760"/>
              </p14:xfrm>
            </p:contentPart>
          </mc:Choice>
          <mc:Fallback>
            <p:pic>
              <p:nvPicPr>
                <p:cNvPr id="436" name="Ink 435">
                  <a:extLst>
                    <a:ext uri="{FF2B5EF4-FFF2-40B4-BE49-F238E27FC236}">
                      <a16:creationId xmlns:a16="http://schemas.microsoft.com/office/drawing/2014/main" id="{989BEB66-A436-080D-6588-57CC1C53FE32}"/>
                    </a:ext>
                  </a:extLst>
                </p:cNvPr>
                <p:cNvPicPr/>
                <p:nvPr/>
              </p:nvPicPr>
              <p:blipFill>
                <a:blip r:embed="rId599"/>
                <a:stretch>
                  <a:fillRect/>
                </a:stretch>
              </p:blipFill>
              <p:spPr>
                <a:xfrm>
                  <a:off x="7543910" y="1526077"/>
                  <a:ext cx="252360" cy="140400"/>
                </a:xfrm>
                <a:prstGeom prst="rect">
                  <a:avLst/>
                </a:prstGeom>
              </p:spPr>
            </p:pic>
          </mc:Fallback>
        </mc:AlternateContent>
        <mc:AlternateContent xmlns:mc="http://schemas.openxmlformats.org/markup-compatibility/2006">
          <mc:Choice xmlns:p14="http://schemas.microsoft.com/office/powerpoint/2010/main" Requires="p14">
            <p:contentPart p14:bwMode="auto" r:id="rId600">
              <p14:nvContentPartPr>
                <p14:cNvPr id="437" name="Ink 436">
                  <a:extLst>
                    <a:ext uri="{FF2B5EF4-FFF2-40B4-BE49-F238E27FC236}">
                      <a16:creationId xmlns:a16="http://schemas.microsoft.com/office/drawing/2014/main" id="{D07B157D-18C7-E8D0-0E68-C2A319AC8504}"/>
                    </a:ext>
                  </a:extLst>
                </p14:cNvPr>
                <p14:cNvContentPartPr/>
                <p14:nvPr/>
              </p14:nvContentPartPr>
              <p14:xfrm>
                <a:off x="7809950" y="1463437"/>
                <a:ext cx="66960" cy="169200"/>
              </p14:xfrm>
            </p:contentPart>
          </mc:Choice>
          <mc:Fallback>
            <p:pic>
              <p:nvPicPr>
                <p:cNvPr id="437" name="Ink 436">
                  <a:extLst>
                    <a:ext uri="{FF2B5EF4-FFF2-40B4-BE49-F238E27FC236}">
                      <a16:creationId xmlns:a16="http://schemas.microsoft.com/office/drawing/2014/main" id="{D07B157D-18C7-E8D0-0E68-C2A319AC8504}"/>
                    </a:ext>
                  </a:extLst>
                </p:cNvPr>
                <p:cNvPicPr/>
                <p:nvPr/>
              </p:nvPicPr>
              <p:blipFill>
                <a:blip r:embed="rId601"/>
                <a:stretch>
                  <a:fillRect/>
                </a:stretch>
              </p:blipFill>
              <p:spPr>
                <a:xfrm>
                  <a:off x="7792310" y="1445437"/>
                  <a:ext cx="102600" cy="204840"/>
                </a:xfrm>
                <a:prstGeom prst="rect">
                  <a:avLst/>
                </a:prstGeom>
              </p:spPr>
            </p:pic>
          </mc:Fallback>
        </mc:AlternateContent>
        <mc:AlternateContent xmlns:mc="http://schemas.openxmlformats.org/markup-compatibility/2006">
          <mc:Choice xmlns:p14="http://schemas.microsoft.com/office/powerpoint/2010/main" Requires="p14">
            <p:contentPart p14:bwMode="auto" r:id="rId602">
              <p14:nvContentPartPr>
                <p14:cNvPr id="438" name="Ink 437">
                  <a:extLst>
                    <a:ext uri="{FF2B5EF4-FFF2-40B4-BE49-F238E27FC236}">
                      <a16:creationId xmlns:a16="http://schemas.microsoft.com/office/drawing/2014/main" id="{97A98520-C44D-B18F-1329-2367955BA2A2}"/>
                    </a:ext>
                  </a:extLst>
                </p14:cNvPr>
                <p14:cNvContentPartPr/>
                <p14:nvPr/>
              </p14:nvContentPartPr>
              <p14:xfrm>
                <a:off x="7830470" y="1523917"/>
                <a:ext cx="52200" cy="26280"/>
              </p14:xfrm>
            </p:contentPart>
          </mc:Choice>
          <mc:Fallback>
            <p:pic>
              <p:nvPicPr>
                <p:cNvPr id="438" name="Ink 437">
                  <a:extLst>
                    <a:ext uri="{FF2B5EF4-FFF2-40B4-BE49-F238E27FC236}">
                      <a16:creationId xmlns:a16="http://schemas.microsoft.com/office/drawing/2014/main" id="{97A98520-C44D-B18F-1329-2367955BA2A2}"/>
                    </a:ext>
                  </a:extLst>
                </p:cNvPr>
                <p:cNvPicPr/>
                <p:nvPr/>
              </p:nvPicPr>
              <p:blipFill>
                <a:blip r:embed="rId603"/>
                <a:stretch>
                  <a:fillRect/>
                </a:stretch>
              </p:blipFill>
              <p:spPr>
                <a:xfrm>
                  <a:off x="7812470" y="1505917"/>
                  <a:ext cx="87840" cy="61920"/>
                </a:xfrm>
                <a:prstGeom prst="rect">
                  <a:avLst/>
                </a:prstGeom>
              </p:spPr>
            </p:pic>
          </mc:Fallback>
        </mc:AlternateContent>
        <mc:AlternateContent xmlns:mc="http://schemas.openxmlformats.org/markup-compatibility/2006">
          <mc:Choice xmlns:p14="http://schemas.microsoft.com/office/powerpoint/2010/main" Requires="p14">
            <p:contentPart p14:bwMode="auto" r:id="rId604">
              <p14:nvContentPartPr>
                <p14:cNvPr id="440" name="Ink 439">
                  <a:extLst>
                    <a:ext uri="{FF2B5EF4-FFF2-40B4-BE49-F238E27FC236}">
                      <a16:creationId xmlns:a16="http://schemas.microsoft.com/office/drawing/2014/main" id="{25169784-B25C-0BD0-E1F3-3EB0413ED7C1}"/>
                    </a:ext>
                  </a:extLst>
                </p14:cNvPr>
                <p14:cNvContentPartPr/>
                <p14:nvPr/>
              </p14:nvContentPartPr>
              <p14:xfrm>
                <a:off x="8082830" y="1480717"/>
                <a:ext cx="48960" cy="164160"/>
              </p14:xfrm>
            </p:contentPart>
          </mc:Choice>
          <mc:Fallback>
            <p:pic>
              <p:nvPicPr>
                <p:cNvPr id="440" name="Ink 439">
                  <a:extLst>
                    <a:ext uri="{FF2B5EF4-FFF2-40B4-BE49-F238E27FC236}">
                      <a16:creationId xmlns:a16="http://schemas.microsoft.com/office/drawing/2014/main" id="{25169784-B25C-0BD0-E1F3-3EB0413ED7C1}"/>
                    </a:ext>
                  </a:extLst>
                </p:cNvPr>
                <p:cNvPicPr/>
                <p:nvPr/>
              </p:nvPicPr>
              <p:blipFill>
                <a:blip r:embed="rId605"/>
                <a:stretch>
                  <a:fillRect/>
                </a:stretch>
              </p:blipFill>
              <p:spPr>
                <a:xfrm>
                  <a:off x="8065190" y="1462717"/>
                  <a:ext cx="84600" cy="199800"/>
                </a:xfrm>
                <a:prstGeom prst="rect">
                  <a:avLst/>
                </a:prstGeom>
              </p:spPr>
            </p:pic>
          </mc:Fallback>
        </mc:AlternateContent>
        <mc:AlternateContent xmlns:mc="http://schemas.openxmlformats.org/markup-compatibility/2006">
          <mc:Choice xmlns:p14="http://schemas.microsoft.com/office/powerpoint/2010/main" Requires="p14">
            <p:contentPart p14:bwMode="auto" r:id="rId606">
              <p14:nvContentPartPr>
                <p14:cNvPr id="441" name="Ink 440">
                  <a:extLst>
                    <a:ext uri="{FF2B5EF4-FFF2-40B4-BE49-F238E27FC236}">
                      <a16:creationId xmlns:a16="http://schemas.microsoft.com/office/drawing/2014/main" id="{F1AA157B-A756-967C-F04D-7370BD69FE06}"/>
                    </a:ext>
                  </a:extLst>
                </p14:cNvPr>
                <p14:cNvContentPartPr/>
                <p14:nvPr/>
              </p14:nvContentPartPr>
              <p14:xfrm>
                <a:off x="8059790" y="1553437"/>
                <a:ext cx="144360" cy="42480"/>
              </p14:xfrm>
            </p:contentPart>
          </mc:Choice>
          <mc:Fallback>
            <p:pic>
              <p:nvPicPr>
                <p:cNvPr id="441" name="Ink 440">
                  <a:extLst>
                    <a:ext uri="{FF2B5EF4-FFF2-40B4-BE49-F238E27FC236}">
                      <a16:creationId xmlns:a16="http://schemas.microsoft.com/office/drawing/2014/main" id="{F1AA157B-A756-967C-F04D-7370BD69FE06}"/>
                    </a:ext>
                  </a:extLst>
                </p:cNvPr>
                <p:cNvPicPr/>
                <p:nvPr/>
              </p:nvPicPr>
              <p:blipFill>
                <a:blip r:embed="rId607"/>
                <a:stretch>
                  <a:fillRect/>
                </a:stretch>
              </p:blipFill>
              <p:spPr>
                <a:xfrm>
                  <a:off x="8041790" y="1535797"/>
                  <a:ext cx="180000" cy="78120"/>
                </a:xfrm>
                <a:prstGeom prst="rect">
                  <a:avLst/>
                </a:prstGeom>
              </p:spPr>
            </p:pic>
          </mc:Fallback>
        </mc:AlternateContent>
        <mc:AlternateContent xmlns:mc="http://schemas.openxmlformats.org/markup-compatibility/2006">
          <mc:Choice xmlns:p14="http://schemas.microsoft.com/office/powerpoint/2010/main" Requires="p14">
            <p:contentPart p14:bwMode="auto" r:id="rId608">
              <p14:nvContentPartPr>
                <p14:cNvPr id="442" name="Ink 441">
                  <a:extLst>
                    <a:ext uri="{FF2B5EF4-FFF2-40B4-BE49-F238E27FC236}">
                      <a16:creationId xmlns:a16="http://schemas.microsoft.com/office/drawing/2014/main" id="{F105E77D-D9FB-754D-EB40-C71FC5417460}"/>
                    </a:ext>
                  </a:extLst>
                </p14:cNvPr>
                <p14:cNvContentPartPr/>
                <p14:nvPr/>
              </p14:nvContentPartPr>
              <p14:xfrm>
                <a:off x="8200550" y="1539397"/>
                <a:ext cx="68760" cy="73080"/>
              </p14:xfrm>
            </p:contentPart>
          </mc:Choice>
          <mc:Fallback>
            <p:pic>
              <p:nvPicPr>
                <p:cNvPr id="442" name="Ink 441">
                  <a:extLst>
                    <a:ext uri="{FF2B5EF4-FFF2-40B4-BE49-F238E27FC236}">
                      <a16:creationId xmlns:a16="http://schemas.microsoft.com/office/drawing/2014/main" id="{F105E77D-D9FB-754D-EB40-C71FC5417460}"/>
                    </a:ext>
                  </a:extLst>
                </p:cNvPr>
                <p:cNvPicPr/>
                <p:nvPr/>
              </p:nvPicPr>
              <p:blipFill>
                <a:blip r:embed="rId609"/>
                <a:stretch>
                  <a:fillRect/>
                </a:stretch>
              </p:blipFill>
              <p:spPr>
                <a:xfrm>
                  <a:off x="8182910" y="1521757"/>
                  <a:ext cx="104400" cy="108720"/>
                </a:xfrm>
                <a:prstGeom prst="rect">
                  <a:avLst/>
                </a:prstGeom>
              </p:spPr>
            </p:pic>
          </mc:Fallback>
        </mc:AlternateContent>
        <mc:AlternateContent xmlns:mc="http://schemas.openxmlformats.org/markup-compatibility/2006">
          <mc:Choice xmlns:p14="http://schemas.microsoft.com/office/powerpoint/2010/main" Requires="p14">
            <p:contentPart p14:bwMode="auto" r:id="rId610">
              <p14:nvContentPartPr>
                <p14:cNvPr id="443" name="Ink 442">
                  <a:extLst>
                    <a:ext uri="{FF2B5EF4-FFF2-40B4-BE49-F238E27FC236}">
                      <a16:creationId xmlns:a16="http://schemas.microsoft.com/office/drawing/2014/main" id="{69112C07-1340-54E7-3F8B-34958E8178E5}"/>
                    </a:ext>
                  </a:extLst>
                </p14:cNvPr>
                <p14:cNvContentPartPr/>
                <p14:nvPr/>
              </p14:nvContentPartPr>
              <p14:xfrm>
                <a:off x="8395670" y="1510237"/>
                <a:ext cx="73800" cy="74520"/>
              </p14:xfrm>
            </p:contentPart>
          </mc:Choice>
          <mc:Fallback>
            <p:pic>
              <p:nvPicPr>
                <p:cNvPr id="443" name="Ink 442">
                  <a:extLst>
                    <a:ext uri="{FF2B5EF4-FFF2-40B4-BE49-F238E27FC236}">
                      <a16:creationId xmlns:a16="http://schemas.microsoft.com/office/drawing/2014/main" id="{69112C07-1340-54E7-3F8B-34958E8178E5}"/>
                    </a:ext>
                  </a:extLst>
                </p:cNvPr>
                <p:cNvPicPr/>
                <p:nvPr/>
              </p:nvPicPr>
              <p:blipFill>
                <a:blip r:embed="rId611"/>
                <a:stretch>
                  <a:fillRect/>
                </a:stretch>
              </p:blipFill>
              <p:spPr>
                <a:xfrm>
                  <a:off x="8378030" y="1492237"/>
                  <a:ext cx="109440" cy="110160"/>
                </a:xfrm>
                <a:prstGeom prst="rect">
                  <a:avLst/>
                </a:prstGeom>
              </p:spPr>
            </p:pic>
          </mc:Fallback>
        </mc:AlternateContent>
        <mc:AlternateContent xmlns:mc="http://schemas.openxmlformats.org/markup-compatibility/2006">
          <mc:Choice xmlns:p14="http://schemas.microsoft.com/office/powerpoint/2010/main" Requires="p14">
            <p:contentPart p14:bwMode="auto" r:id="rId612">
              <p14:nvContentPartPr>
                <p14:cNvPr id="444" name="Ink 443">
                  <a:extLst>
                    <a:ext uri="{FF2B5EF4-FFF2-40B4-BE49-F238E27FC236}">
                      <a16:creationId xmlns:a16="http://schemas.microsoft.com/office/drawing/2014/main" id="{34C1E008-6E62-18AF-DFEC-F24B46BB2669}"/>
                    </a:ext>
                  </a:extLst>
                </p14:cNvPr>
                <p14:cNvContentPartPr/>
                <p14:nvPr/>
              </p14:nvContentPartPr>
              <p14:xfrm>
                <a:off x="8550830" y="1522837"/>
                <a:ext cx="56880" cy="85680"/>
              </p14:xfrm>
            </p:contentPart>
          </mc:Choice>
          <mc:Fallback>
            <p:pic>
              <p:nvPicPr>
                <p:cNvPr id="444" name="Ink 443">
                  <a:extLst>
                    <a:ext uri="{FF2B5EF4-FFF2-40B4-BE49-F238E27FC236}">
                      <a16:creationId xmlns:a16="http://schemas.microsoft.com/office/drawing/2014/main" id="{34C1E008-6E62-18AF-DFEC-F24B46BB2669}"/>
                    </a:ext>
                  </a:extLst>
                </p:cNvPr>
                <p:cNvPicPr/>
                <p:nvPr/>
              </p:nvPicPr>
              <p:blipFill>
                <a:blip r:embed="rId613"/>
                <a:stretch>
                  <a:fillRect/>
                </a:stretch>
              </p:blipFill>
              <p:spPr>
                <a:xfrm>
                  <a:off x="8532830" y="1505197"/>
                  <a:ext cx="92520" cy="121320"/>
                </a:xfrm>
                <a:prstGeom prst="rect">
                  <a:avLst/>
                </a:prstGeom>
              </p:spPr>
            </p:pic>
          </mc:Fallback>
        </mc:AlternateContent>
        <mc:AlternateContent xmlns:mc="http://schemas.openxmlformats.org/markup-compatibility/2006">
          <mc:Choice xmlns:p14="http://schemas.microsoft.com/office/powerpoint/2010/main" Requires="p14">
            <p:contentPart p14:bwMode="auto" r:id="rId614">
              <p14:nvContentPartPr>
                <p14:cNvPr id="445" name="Ink 444">
                  <a:extLst>
                    <a:ext uri="{FF2B5EF4-FFF2-40B4-BE49-F238E27FC236}">
                      <a16:creationId xmlns:a16="http://schemas.microsoft.com/office/drawing/2014/main" id="{431DEEB3-5177-ECB7-0857-7CAD18D5C378}"/>
                    </a:ext>
                  </a:extLst>
                </p14:cNvPr>
                <p14:cNvContentPartPr/>
                <p14:nvPr/>
              </p14:nvContentPartPr>
              <p14:xfrm>
                <a:off x="8650190" y="1418437"/>
                <a:ext cx="25920" cy="156600"/>
              </p14:xfrm>
            </p:contentPart>
          </mc:Choice>
          <mc:Fallback>
            <p:pic>
              <p:nvPicPr>
                <p:cNvPr id="445" name="Ink 444">
                  <a:extLst>
                    <a:ext uri="{FF2B5EF4-FFF2-40B4-BE49-F238E27FC236}">
                      <a16:creationId xmlns:a16="http://schemas.microsoft.com/office/drawing/2014/main" id="{431DEEB3-5177-ECB7-0857-7CAD18D5C378}"/>
                    </a:ext>
                  </a:extLst>
                </p:cNvPr>
                <p:cNvPicPr/>
                <p:nvPr/>
              </p:nvPicPr>
              <p:blipFill>
                <a:blip r:embed="rId615"/>
                <a:stretch>
                  <a:fillRect/>
                </a:stretch>
              </p:blipFill>
              <p:spPr>
                <a:xfrm>
                  <a:off x="8632190" y="1400437"/>
                  <a:ext cx="61560" cy="192240"/>
                </a:xfrm>
                <a:prstGeom prst="rect">
                  <a:avLst/>
                </a:prstGeom>
              </p:spPr>
            </p:pic>
          </mc:Fallback>
        </mc:AlternateContent>
        <mc:AlternateContent xmlns:mc="http://schemas.openxmlformats.org/markup-compatibility/2006">
          <mc:Choice xmlns:p14="http://schemas.microsoft.com/office/powerpoint/2010/main" Requires="p14">
            <p:contentPart p14:bwMode="auto" r:id="rId616">
              <p14:nvContentPartPr>
                <p14:cNvPr id="446" name="Ink 445">
                  <a:extLst>
                    <a:ext uri="{FF2B5EF4-FFF2-40B4-BE49-F238E27FC236}">
                      <a16:creationId xmlns:a16="http://schemas.microsoft.com/office/drawing/2014/main" id="{27151E63-4E21-F5FF-E0DA-881151A43658}"/>
                    </a:ext>
                  </a:extLst>
                </p14:cNvPr>
                <p14:cNvContentPartPr/>
                <p14:nvPr/>
              </p14:nvContentPartPr>
              <p14:xfrm>
                <a:off x="8830190" y="1420957"/>
                <a:ext cx="39240" cy="145440"/>
              </p14:xfrm>
            </p:contentPart>
          </mc:Choice>
          <mc:Fallback>
            <p:pic>
              <p:nvPicPr>
                <p:cNvPr id="446" name="Ink 445">
                  <a:extLst>
                    <a:ext uri="{FF2B5EF4-FFF2-40B4-BE49-F238E27FC236}">
                      <a16:creationId xmlns:a16="http://schemas.microsoft.com/office/drawing/2014/main" id="{27151E63-4E21-F5FF-E0DA-881151A43658}"/>
                    </a:ext>
                  </a:extLst>
                </p:cNvPr>
                <p:cNvPicPr/>
                <p:nvPr/>
              </p:nvPicPr>
              <p:blipFill>
                <a:blip r:embed="rId617"/>
                <a:stretch>
                  <a:fillRect/>
                </a:stretch>
              </p:blipFill>
              <p:spPr>
                <a:xfrm>
                  <a:off x="8812550" y="1403317"/>
                  <a:ext cx="74880" cy="181080"/>
                </a:xfrm>
                <a:prstGeom prst="rect">
                  <a:avLst/>
                </a:prstGeom>
              </p:spPr>
            </p:pic>
          </mc:Fallback>
        </mc:AlternateContent>
        <mc:AlternateContent xmlns:mc="http://schemas.openxmlformats.org/markup-compatibility/2006">
          <mc:Choice xmlns:p14="http://schemas.microsoft.com/office/powerpoint/2010/main" Requires="p14">
            <p:contentPart p14:bwMode="auto" r:id="rId618">
              <p14:nvContentPartPr>
                <p14:cNvPr id="447" name="Ink 446">
                  <a:extLst>
                    <a:ext uri="{FF2B5EF4-FFF2-40B4-BE49-F238E27FC236}">
                      <a16:creationId xmlns:a16="http://schemas.microsoft.com/office/drawing/2014/main" id="{AADAFC03-3547-DA37-23D6-61127E0D53CF}"/>
                    </a:ext>
                  </a:extLst>
                </p14:cNvPr>
                <p14:cNvContentPartPr/>
                <p14:nvPr/>
              </p14:nvContentPartPr>
              <p14:xfrm>
                <a:off x="8808590" y="1477117"/>
                <a:ext cx="170640" cy="73080"/>
              </p14:xfrm>
            </p:contentPart>
          </mc:Choice>
          <mc:Fallback>
            <p:pic>
              <p:nvPicPr>
                <p:cNvPr id="447" name="Ink 446">
                  <a:extLst>
                    <a:ext uri="{FF2B5EF4-FFF2-40B4-BE49-F238E27FC236}">
                      <a16:creationId xmlns:a16="http://schemas.microsoft.com/office/drawing/2014/main" id="{AADAFC03-3547-DA37-23D6-61127E0D53CF}"/>
                    </a:ext>
                  </a:extLst>
                </p:cNvPr>
                <p:cNvPicPr/>
                <p:nvPr/>
              </p:nvPicPr>
              <p:blipFill>
                <a:blip r:embed="rId619"/>
                <a:stretch>
                  <a:fillRect/>
                </a:stretch>
              </p:blipFill>
              <p:spPr>
                <a:xfrm>
                  <a:off x="8790590" y="1459477"/>
                  <a:ext cx="206280" cy="108720"/>
                </a:xfrm>
                <a:prstGeom prst="rect">
                  <a:avLst/>
                </a:prstGeom>
              </p:spPr>
            </p:pic>
          </mc:Fallback>
        </mc:AlternateContent>
        <mc:AlternateContent xmlns:mc="http://schemas.openxmlformats.org/markup-compatibility/2006">
          <mc:Choice xmlns:p14="http://schemas.microsoft.com/office/powerpoint/2010/main" Requires="p14">
            <p:contentPart p14:bwMode="auto" r:id="rId620">
              <p14:nvContentPartPr>
                <p14:cNvPr id="448" name="Ink 447">
                  <a:extLst>
                    <a:ext uri="{FF2B5EF4-FFF2-40B4-BE49-F238E27FC236}">
                      <a16:creationId xmlns:a16="http://schemas.microsoft.com/office/drawing/2014/main" id="{4AF7000B-7819-E6AE-6F08-1F54BEF1C686}"/>
                    </a:ext>
                  </a:extLst>
                </p14:cNvPr>
                <p14:cNvContentPartPr/>
                <p14:nvPr/>
              </p14:nvContentPartPr>
              <p14:xfrm>
                <a:off x="9098030" y="1459837"/>
                <a:ext cx="85680" cy="223560"/>
              </p14:xfrm>
            </p:contentPart>
          </mc:Choice>
          <mc:Fallback>
            <p:pic>
              <p:nvPicPr>
                <p:cNvPr id="448" name="Ink 447">
                  <a:extLst>
                    <a:ext uri="{FF2B5EF4-FFF2-40B4-BE49-F238E27FC236}">
                      <a16:creationId xmlns:a16="http://schemas.microsoft.com/office/drawing/2014/main" id="{4AF7000B-7819-E6AE-6F08-1F54BEF1C686}"/>
                    </a:ext>
                  </a:extLst>
                </p:cNvPr>
                <p:cNvPicPr/>
                <p:nvPr/>
              </p:nvPicPr>
              <p:blipFill>
                <a:blip r:embed="rId621"/>
                <a:stretch>
                  <a:fillRect/>
                </a:stretch>
              </p:blipFill>
              <p:spPr>
                <a:xfrm>
                  <a:off x="9080390" y="1442197"/>
                  <a:ext cx="121320" cy="259200"/>
                </a:xfrm>
                <a:prstGeom prst="rect">
                  <a:avLst/>
                </a:prstGeom>
              </p:spPr>
            </p:pic>
          </mc:Fallback>
        </mc:AlternateContent>
        <mc:AlternateContent xmlns:mc="http://schemas.openxmlformats.org/markup-compatibility/2006">
          <mc:Choice xmlns:p14="http://schemas.microsoft.com/office/powerpoint/2010/main" Requires="p14">
            <p:contentPart p14:bwMode="auto" r:id="rId622">
              <p14:nvContentPartPr>
                <p14:cNvPr id="450" name="Ink 449">
                  <a:extLst>
                    <a:ext uri="{FF2B5EF4-FFF2-40B4-BE49-F238E27FC236}">
                      <a16:creationId xmlns:a16="http://schemas.microsoft.com/office/drawing/2014/main" id="{8C3B483B-A8C0-D79C-E146-0C66ADA983F1}"/>
                    </a:ext>
                  </a:extLst>
                </p14:cNvPr>
                <p14:cNvContentPartPr/>
                <p14:nvPr/>
              </p14:nvContentPartPr>
              <p14:xfrm>
                <a:off x="9248510" y="1467397"/>
                <a:ext cx="120600" cy="93600"/>
              </p14:xfrm>
            </p:contentPart>
          </mc:Choice>
          <mc:Fallback>
            <p:pic>
              <p:nvPicPr>
                <p:cNvPr id="450" name="Ink 449">
                  <a:extLst>
                    <a:ext uri="{FF2B5EF4-FFF2-40B4-BE49-F238E27FC236}">
                      <a16:creationId xmlns:a16="http://schemas.microsoft.com/office/drawing/2014/main" id="{8C3B483B-A8C0-D79C-E146-0C66ADA983F1}"/>
                    </a:ext>
                  </a:extLst>
                </p:cNvPr>
                <p:cNvPicPr/>
                <p:nvPr/>
              </p:nvPicPr>
              <p:blipFill>
                <a:blip r:embed="rId623"/>
                <a:stretch>
                  <a:fillRect/>
                </a:stretch>
              </p:blipFill>
              <p:spPr>
                <a:xfrm>
                  <a:off x="9230870" y="1449757"/>
                  <a:ext cx="156240" cy="129240"/>
                </a:xfrm>
                <a:prstGeom prst="rect">
                  <a:avLst/>
                </a:prstGeom>
              </p:spPr>
            </p:pic>
          </mc:Fallback>
        </mc:AlternateContent>
        <mc:AlternateContent xmlns:mc="http://schemas.openxmlformats.org/markup-compatibility/2006">
          <mc:Choice xmlns:p14="http://schemas.microsoft.com/office/powerpoint/2010/main" Requires="p14">
            <p:contentPart p14:bwMode="auto" r:id="rId624">
              <p14:nvContentPartPr>
                <p14:cNvPr id="452" name="Ink 451">
                  <a:extLst>
                    <a:ext uri="{FF2B5EF4-FFF2-40B4-BE49-F238E27FC236}">
                      <a16:creationId xmlns:a16="http://schemas.microsoft.com/office/drawing/2014/main" id="{2089422B-A206-CCDE-32D9-0C97A6CCEFA2}"/>
                    </a:ext>
                  </a:extLst>
                </p14:cNvPr>
                <p14:cNvContentPartPr/>
                <p14:nvPr/>
              </p14:nvContentPartPr>
              <p14:xfrm>
                <a:off x="7430150" y="2173717"/>
                <a:ext cx="135720" cy="63720"/>
              </p14:xfrm>
            </p:contentPart>
          </mc:Choice>
          <mc:Fallback>
            <p:pic>
              <p:nvPicPr>
                <p:cNvPr id="452" name="Ink 451">
                  <a:extLst>
                    <a:ext uri="{FF2B5EF4-FFF2-40B4-BE49-F238E27FC236}">
                      <a16:creationId xmlns:a16="http://schemas.microsoft.com/office/drawing/2014/main" id="{2089422B-A206-CCDE-32D9-0C97A6CCEFA2}"/>
                    </a:ext>
                  </a:extLst>
                </p:cNvPr>
                <p:cNvPicPr/>
                <p:nvPr/>
              </p:nvPicPr>
              <p:blipFill>
                <a:blip r:embed="rId625"/>
                <a:stretch>
                  <a:fillRect/>
                </a:stretch>
              </p:blipFill>
              <p:spPr>
                <a:xfrm>
                  <a:off x="7412150" y="2155717"/>
                  <a:ext cx="171360" cy="99360"/>
                </a:xfrm>
                <a:prstGeom prst="rect">
                  <a:avLst/>
                </a:prstGeom>
              </p:spPr>
            </p:pic>
          </mc:Fallback>
        </mc:AlternateContent>
        <mc:AlternateContent xmlns:mc="http://schemas.openxmlformats.org/markup-compatibility/2006">
          <mc:Choice xmlns:p14="http://schemas.microsoft.com/office/powerpoint/2010/main" Requires="p14">
            <p:contentPart p14:bwMode="auto" r:id="rId626">
              <p14:nvContentPartPr>
                <p14:cNvPr id="453" name="Ink 452">
                  <a:extLst>
                    <a:ext uri="{FF2B5EF4-FFF2-40B4-BE49-F238E27FC236}">
                      <a16:creationId xmlns:a16="http://schemas.microsoft.com/office/drawing/2014/main" id="{2192FB65-96E0-A39F-C934-CE9C09F286AE}"/>
                    </a:ext>
                  </a:extLst>
                </p14:cNvPr>
                <p14:cNvContentPartPr/>
                <p14:nvPr/>
              </p14:nvContentPartPr>
              <p14:xfrm>
                <a:off x="7768190" y="2099557"/>
                <a:ext cx="88560" cy="3240"/>
              </p14:xfrm>
            </p:contentPart>
          </mc:Choice>
          <mc:Fallback>
            <p:pic>
              <p:nvPicPr>
                <p:cNvPr id="453" name="Ink 452">
                  <a:extLst>
                    <a:ext uri="{FF2B5EF4-FFF2-40B4-BE49-F238E27FC236}">
                      <a16:creationId xmlns:a16="http://schemas.microsoft.com/office/drawing/2014/main" id="{2192FB65-96E0-A39F-C934-CE9C09F286AE}"/>
                    </a:ext>
                  </a:extLst>
                </p:cNvPr>
                <p:cNvPicPr/>
                <p:nvPr/>
              </p:nvPicPr>
              <p:blipFill>
                <a:blip r:embed="rId627"/>
                <a:stretch>
                  <a:fillRect/>
                </a:stretch>
              </p:blipFill>
              <p:spPr>
                <a:xfrm>
                  <a:off x="7750190" y="2081557"/>
                  <a:ext cx="124200" cy="38880"/>
                </a:xfrm>
                <a:prstGeom prst="rect">
                  <a:avLst/>
                </a:prstGeom>
              </p:spPr>
            </p:pic>
          </mc:Fallback>
        </mc:AlternateContent>
        <mc:AlternateContent xmlns:mc="http://schemas.openxmlformats.org/markup-compatibility/2006">
          <mc:Choice xmlns:p14="http://schemas.microsoft.com/office/powerpoint/2010/main" Requires="p14">
            <p:contentPart p14:bwMode="auto" r:id="rId628">
              <p14:nvContentPartPr>
                <p14:cNvPr id="454" name="Ink 453">
                  <a:extLst>
                    <a:ext uri="{FF2B5EF4-FFF2-40B4-BE49-F238E27FC236}">
                      <a16:creationId xmlns:a16="http://schemas.microsoft.com/office/drawing/2014/main" id="{061586CC-AB2A-AF2E-7220-449F6CC4CBB1}"/>
                    </a:ext>
                  </a:extLst>
                </p14:cNvPr>
                <p14:cNvContentPartPr/>
                <p14:nvPr/>
              </p14:nvContentPartPr>
              <p14:xfrm>
                <a:off x="8114510" y="2062477"/>
                <a:ext cx="130680" cy="6840"/>
              </p14:xfrm>
            </p:contentPart>
          </mc:Choice>
          <mc:Fallback>
            <p:pic>
              <p:nvPicPr>
                <p:cNvPr id="454" name="Ink 453">
                  <a:extLst>
                    <a:ext uri="{FF2B5EF4-FFF2-40B4-BE49-F238E27FC236}">
                      <a16:creationId xmlns:a16="http://schemas.microsoft.com/office/drawing/2014/main" id="{061586CC-AB2A-AF2E-7220-449F6CC4CBB1}"/>
                    </a:ext>
                  </a:extLst>
                </p:cNvPr>
                <p:cNvPicPr/>
                <p:nvPr/>
              </p:nvPicPr>
              <p:blipFill>
                <a:blip r:embed="rId629"/>
                <a:stretch>
                  <a:fillRect/>
                </a:stretch>
              </p:blipFill>
              <p:spPr>
                <a:xfrm>
                  <a:off x="8096510" y="2044837"/>
                  <a:ext cx="166320" cy="42480"/>
                </a:xfrm>
                <a:prstGeom prst="rect">
                  <a:avLst/>
                </a:prstGeom>
              </p:spPr>
            </p:pic>
          </mc:Fallback>
        </mc:AlternateContent>
        <mc:AlternateContent xmlns:mc="http://schemas.openxmlformats.org/markup-compatibility/2006">
          <mc:Choice xmlns:p14="http://schemas.microsoft.com/office/powerpoint/2010/main" Requires="p14">
            <p:contentPart p14:bwMode="auto" r:id="rId630">
              <p14:nvContentPartPr>
                <p14:cNvPr id="455" name="Ink 454">
                  <a:extLst>
                    <a:ext uri="{FF2B5EF4-FFF2-40B4-BE49-F238E27FC236}">
                      <a16:creationId xmlns:a16="http://schemas.microsoft.com/office/drawing/2014/main" id="{A09B1CCC-7610-C815-0DD4-79D2107BEABE}"/>
                    </a:ext>
                  </a:extLst>
                </p14:cNvPr>
                <p14:cNvContentPartPr/>
                <p14:nvPr/>
              </p14:nvContentPartPr>
              <p14:xfrm>
                <a:off x="8385230" y="2048077"/>
                <a:ext cx="133560" cy="12240"/>
              </p14:xfrm>
            </p:contentPart>
          </mc:Choice>
          <mc:Fallback>
            <p:pic>
              <p:nvPicPr>
                <p:cNvPr id="455" name="Ink 454">
                  <a:extLst>
                    <a:ext uri="{FF2B5EF4-FFF2-40B4-BE49-F238E27FC236}">
                      <a16:creationId xmlns:a16="http://schemas.microsoft.com/office/drawing/2014/main" id="{A09B1CCC-7610-C815-0DD4-79D2107BEABE}"/>
                    </a:ext>
                  </a:extLst>
                </p:cNvPr>
                <p:cNvPicPr/>
                <p:nvPr/>
              </p:nvPicPr>
              <p:blipFill>
                <a:blip r:embed="rId631"/>
                <a:stretch>
                  <a:fillRect/>
                </a:stretch>
              </p:blipFill>
              <p:spPr>
                <a:xfrm>
                  <a:off x="8367590" y="2030077"/>
                  <a:ext cx="169200" cy="47880"/>
                </a:xfrm>
                <a:prstGeom prst="rect">
                  <a:avLst/>
                </a:prstGeom>
              </p:spPr>
            </p:pic>
          </mc:Fallback>
        </mc:AlternateContent>
        <mc:AlternateContent xmlns:mc="http://schemas.openxmlformats.org/markup-compatibility/2006">
          <mc:Choice xmlns:p14="http://schemas.microsoft.com/office/powerpoint/2010/main" Requires="p14">
            <p:contentPart p14:bwMode="auto" r:id="rId632">
              <p14:nvContentPartPr>
                <p14:cNvPr id="456" name="Ink 455">
                  <a:extLst>
                    <a:ext uri="{FF2B5EF4-FFF2-40B4-BE49-F238E27FC236}">
                      <a16:creationId xmlns:a16="http://schemas.microsoft.com/office/drawing/2014/main" id="{F94E333B-1041-1470-DDE4-F14DC316096F}"/>
                    </a:ext>
                  </a:extLst>
                </p14:cNvPr>
                <p14:cNvContentPartPr/>
                <p14:nvPr/>
              </p14:nvContentPartPr>
              <p14:xfrm>
                <a:off x="8765750" y="2020357"/>
                <a:ext cx="142560" cy="4320"/>
              </p14:xfrm>
            </p:contentPart>
          </mc:Choice>
          <mc:Fallback>
            <p:pic>
              <p:nvPicPr>
                <p:cNvPr id="456" name="Ink 455">
                  <a:extLst>
                    <a:ext uri="{FF2B5EF4-FFF2-40B4-BE49-F238E27FC236}">
                      <a16:creationId xmlns:a16="http://schemas.microsoft.com/office/drawing/2014/main" id="{F94E333B-1041-1470-DDE4-F14DC316096F}"/>
                    </a:ext>
                  </a:extLst>
                </p:cNvPr>
                <p:cNvPicPr/>
                <p:nvPr/>
              </p:nvPicPr>
              <p:blipFill>
                <a:blip r:embed="rId633"/>
                <a:stretch>
                  <a:fillRect/>
                </a:stretch>
              </p:blipFill>
              <p:spPr>
                <a:xfrm>
                  <a:off x="8747750" y="2002357"/>
                  <a:ext cx="178200" cy="39960"/>
                </a:xfrm>
                <a:prstGeom prst="rect">
                  <a:avLst/>
                </a:prstGeom>
              </p:spPr>
            </p:pic>
          </mc:Fallback>
        </mc:AlternateContent>
        <mc:AlternateContent xmlns:mc="http://schemas.openxmlformats.org/markup-compatibility/2006">
          <mc:Choice xmlns:p14="http://schemas.microsoft.com/office/powerpoint/2010/main" Requires="p14">
            <p:contentPart p14:bwMode="auto" r:id="rId634">
              <p14:nvContentPartPr>
                <p14:cNvPr id="457" name="Ink 456">
                  <a:extLst>
                    <a:ext uri="{FF2B5EF4-FFF2-40B4-BE49-F238E27FC236}">
                      <a16:creationId xmlns:a16="http://schemas.microsoft.com/office/drawing/2014/main" id="{3E4077C9-FB31-D262-9A94-804D4361F0AB}"/>
                    </a:ext>
                  </a:extLst>
                </p14:cNvPr>
                <p14:cNvContentPartPr/>
                <p14:nvPr/>
              </p14:nvContentPartPr>
              <p14:xfrm>
                <a:off x="8987870" y="2015317"/>
                <a:ext cx="74520" cy="6120"/>
              </p14:xfrm>
            </p:contentPart>
          </mc:Choice>
          <mc:Fallback>
            <p:pic>
              <p:nvPicPr>
                <p:cNvPr id="457" name="Ink 456">
                  <a:extLst>
                    <a:ext uri="{FF2B5EF4-FFF2-40B4-BE49-F238E27FC236}">
                      <a16:creationId xmlns:a16="http://schemas.microsoft.com/office/drawing/2014/main" id="{3E4077C9-FB31-D262-9A94-804D4361F0AB}"/>
                    </a:ext>
                  </a:extLst>
                </p:cNvPr>
                <p:cNvPicPr/>
                <p:nvPr/>
              </p:nvPicPr>
              <p:blipFill>
                <a:blip r:embed="rId635"/>
                <a:stretch>
                  <a:fillRect/>
                </a:stretch>
              </p:blipFill>
              <p:spPr>
                <a:xfrm>
                  <a:off x="8970230" y="1997677"/>
                  <a:ext cx="110160" cy="41760"/>
                </a:xfrm>
                <a:prstGeom prst="rect">
                  <a:avLst/>
                </a:prstGeom>
              </p:spPr>
            </p:pic>
          </mc:Fallback>
        </mc:AlternateContent>
        <mc:AlternateContent xmlns:mc="http://schemas.openxmlformats.org/markup-compatibility/2006">
          <mc:Choice xmlns:p14="http://schemas.microsoft.com/office/powerpoint/2010/main" Requires="p14">
            <p:contentPart p14:bwMode="auto" r:id="rId636">
              <p14:nvContentPartPr>
                <p14:cNvPr id="458" name="Ink 457">
                  <a:extLst>
                    <a:ext uri="{FF2B5EF4-FFF2-40B4-BE49-F238E27FC236}">
                      <a16:creationId xmlns:a16="http://schemas.microsoft.com/office/drawing/2014/main" id="{A04A3122-F875-0117-4F0D-946F4281E522}"/>
                    </a:ext>
                  </a:extLst>
                </p14:cNvPr>
                <p14:cNvContentPartPr/>
                <p14:nvPr/>
              </p14:nvContentPartPr>
              <p14:xfrm>
                <a:off x="9195950" y="2018557"/>
                <a:ext cx="7200" cy="53280"/>
              </p14:xfrm>
            </p:contentPart>
          </mc:Choice>
          <mc:Fallback>
            <p:pic>
              <p:nvPicPr>
                <p:cNvPr id="458" name="Ink 457">
                  <a:extLst>
                    <a:ext uri="{FF2B5EF4-FFF2-40B4-BE49-F238E27FC236}">
                      <a16:creationId xmlns:a16="http://schemas.microsoft.com/office/drawing/2014/main" id="{A04A3122-F875-0117-4F0D-946F4281E522}"/>
                    </a:ext>
                  </a:extLst>
                </p:cNvPr>
                <p:cNvPicPr/>
                <p:nvPr/>
              </p:nvPicPr>
              <p:blipFill>
                <a:blip r:embed="rId637"/>
                <a:stretch>
                  <a:fillRect/>
                </a:stretch>
              </p:blipFill>
              <p:spPr>
                <a:xfrm>
                  <a:off x="9178310" y="2000917"/>
                  <a:ext cx="42840" cy="88920"/>
                </a:xfrm>
                <a:prstGeom prst="rect">
                  <a:avLst/>
                </a:prstGeom>
              </p:spPr>
            </p:pic>
          </mc:Fallback>
        </mc:AlternateContent>
        <mc:AlternateContent xmlns:mc="http://schemas.openxmlformats.org/markup-compatibility/2006">
          <mc:Choice xmlns:p14="http://schemas.microsoft.com/office/powerpoint/2010/main" Requires="p14">
            <p:contentPart p14:bwMode="auto" r:id="rId638">
              <p14:nvContentPartPr>
                <p14:cNvPr id="459" name="Ink 458">
                  <a:extLst>
                    <a:ext uri="{FF2B5EF4-FFF2-40B4-BE49-F238E27FC236}">
                      <a16:creationId xmlns:a16="http://schemas.microsoft.com/office/drawing/2014/main" id="{9426A54E-F489-7150-4B4C-1843C1EFF9B3}"/>
                    </a:ext>
                  </a:extLst>
                </p14:cNvPr>
                <p14:cNvContentPartPr/>
                <p14:nvPr/>
              </p14:nvContentPartPr>
              <p14:xfrm>
                <a:off x="9176510" y="2074717"/>
                <a:ext cx="20160" cy="166680"/>
              </p14:xfrm>
            </p:contentPart>
          </mc:Choice>
          <mc:Fallback>
            <p:pic>
              <p:nvPicPr>
                <p:cNvPr id="459" name="Ink 458">
                  <a:extLst>
                    <a:ext uri="{FF2B5EF4-FFF2-40B4-BE49-F238E27FC236}">
                      <a16:creationId xmlns:a16="http://schemas.microsoft.com/office/drawing/2014/main" id="{9426A54E-F489-7150-4B4C-1843C1EFF9B3}"/>
                    </a:ext>
                  </a:extLst>
                </p:cNvPr>
                <p:cNvPicPr/>
                <p:nvPr/>
              </p:nvPicPr>
              <p:blipFill>
                <a:blip r:embed="rId639"/>
                <a:stretch>
                  <a:fillRect/>
                </a:stretch>
              </p:blipFill>
              <p:spPr>
                <a:xfrm>
                  <a:off x="9158510" y="2057077"/>
                  <a:ext cx="55800" cy="202320"/>
                </a:xfrm>
                <a:prstGeom prst="rect">
                  <a:avLst/>
                </a:prstGeom>
              </p:spPr>
            </p:pic>
          </mc:Fallback>
        </mc:AlternateContent>
        <mc:AlternateContent xmlns:mc="http://schemas.openxmlformats.org/markup-compatibility/2006">
          <mc:Choice xmlns:p14="http://schemas.microsoft.com/office/powerpoint/2010/main" Requires="p14">
            <p:contentPart p14:bwMode="auto" r:id="rId640">
              <p14:nvContentPartPr>
                <p14:cNvPr id="460" name="Ink 459">
                  <a:extLst>
                    <a:ext uri="{FF2B5EF4-FFF2-40B4-BE49-F238E27FC236}">
                      <a16:creationId xmlns:a16="http://schemas.microsoft.com/office/drawing/2014/main" id="{E862149E-DB09-2BF6-EA39-7A3FB59FC5B1}"/>
                    </a:ext>
                  </a:extLst>
                </p14:cNvPr>
                <p14:cNvContentPartPr/>
                <p14:nvPr/>
              </p14:nvContentPartPr>
              <p14:xfrm>
                <a:off x="9164630" y="2455957"/>
                <a:ext cx="11160" cy="219240"/>
              </p14:xfrm>
            </p:contentPart>
          </mc:Choice>
          <mc:Fallback>
            <p:pic>
              <p:nvPicPr>
                <p:cNvPr id="460" name="Ink 459">
                  <a:extLst>
                    <a:ext uri="{FF2B5EF4-FFF2-40B4-BE49-F238E27FC236}">
                      <a16:creationId xmlns:a16="http://schemas.microsoft.com/office/drawing/2014/main" id="{E862149E-DB09-2BF6-EA39-7A3FB59FC5B1}"/>
                    </a:ext>
                  </a:extLst>
                </p:cNvPr>
                <p:cNvPicPr/>
                <p:nvPr/>
              </p:nvPicPr>
              <p:blipFill>
                <a:blip r:embed="rId641"/>
                <a:stretch>
                  <a:fillRect/>
                </a:stretch>
              </p:blipFill>
              <p:spPr>
                <a:xfrm>
                  <a:off x="9146630" y="2438317"/>
                  <a:ext cx="46800" cy="254880"/>
                </a:xfrm>
                <a:prstGeom prst="rect">
                  <a:avLst/>
                </a:prstGeom>
              </p:spPr>
            </p:pic>
          </mc:Fallback>
        </mc:AlternateContent>
        <mc:AlternateContent xmlns:mc="http://schemas.openxmlformats.org/markup-compatibility/2006">
          <mc:Choice xmlns:p14="http://schemas.microsoft.com/office/powerpoint/2010/main" Requires="p14">
            <p:contentPart p14:bwMode="auto" r:id="rId642">
              <p14:nvContentPartPr>
                <p14:cNvPr id="461" name="Ink 460">
                  <a:extLst>
                    <a:ext uri="{FF2B5EF4-FFF2-40B4-BE49-F238E27FC236}">
                      <a16:creationId xmlns:a16="http://schemas.microsoft.com/office/drawing/2014/main" id="{A3072A6D-5656-7033-8BEB-CC2E059788ED}"/>
                    </a:ext>
                  </a:extLst>
                </p14:cNvPr>
                <p14:cNvContentPartPr/>
                <p14:nvPr/>
              </p14:nvContentPartPr>
              <p14:xfrm>
                <a:off x="9203510" y="2829997"/>
                <a:ext cx="45000" cy="155880"/>
              </p14:xfrm>
            </p:contentPart>
          </mc:Choice>
          <mc:Fallback>
            <p:pic>
              <p:nvPicPr>
                <p:cNvPr id="461" name="Ink 460">
                  <a:extLst>
                    <a:ext uri="{FF2B5EF4-FFF2-40B4-BE49-F238E27FC236}">
                      <a16:creationId xmlns:a16="http://schemas.microsoft.com/office/drawing/2014/main" id="{A3072A6D-5656-7033-8BEB-CC2E059788ED}"/>
                    </a:ext>
                  </a:extLst>
                </p:cNvPr>
                <p:cNvPicPr/>
                <p:nvPr/>
              </p:nvPicPr>
              <p:blipFill>
                <a:blip r:embed="rId643"/>
                <a:stretch>
                  <a:fillRect/>
                </a:stretch>
              </p:blipFill>
              <p:spPr>
                <a:xfrm>
                  <a:off x="9185510" y="2811997"/>
                  <a:ext cx="80640" cy="191520"/>
                </a:xfrm>
                <a:prstGeom prst="rect">
                  <a:avLst/>
                </a:prstGeom>
              </p:spPr>
            </p:pic>
          </mc:Fallback>
        </mc:AlternateContent>
        <mc:AlternateContent xmlns:mc="http://schemas.openxmlformats.org/markup-compatibility/2006">
          <mc:Choice xmlns:p14="http://schemas.microsoft.com/office/powerpoint/2010/main" Requires="p14">
            <p:contentPart p14:bwMode="auto" r:id="rId644">
              <p14:nvContentPartPr>
                <p14:cNvPr id="462" name="Ink 461">
                  <a:extLst>
                    <a:ext uri="{FF2B5EF4-FFF2-40B4-BE49-F238E27FC236}">
                      <a16:creationId xmlns:a16="http://schemas.microsoft.com/office/drawing/2014/main" id="{3DEEE209-8145-F9C9-97B1-3AD137A73AD2}"/>
                    </a:ext>
                  </a:extLst>
                </p14:cNvPr>
                <p14:cNvContentPartPr/>
                <p14:nvPr/>
              </p14:nvContentPartPr>
              <p14:xfrm>
                <a:off x="9285230" y="3043477"/>
                <a:ext cx="31320" cy="228600"/>
              </p14:xfrm>
            </p:contentPart>
          </mc:Choice>
          <mc:Fallback>
            <p:pic>
              <p:nvPicPr>
                <p:cNvPr id="462" name="Ink 461">
                  <a:extLst>
                    <a:ext uri="{FF2B5EF4-FFF2-40B4-BE49-F238E27FC236}">
                      <a16:creationId xmlns:a16="http://schemas.microsoft.com/office/drawing/2014/main" id="{3DEEE209-8145-F9C9-97B1-3AD137A73AD2}"/>
                    </a:ext>
                  </a:extLst>
                </p:cNvPr>
                <p:cNvPicPr/>
                <p:nvPr/>
              </p:nvPicPr>
              <p:blipFill>
                <a:blip r:embed="rId645"/>
                <a:stretch>
                  <a:fillRect/>
                </a:stretch>
              </p:blipFill>
              <p:spPr>
                <a:xfrm>
                  <a:off x="9267230" y="3025477"/>
                  <a:ext cx="66960" cy="264240"/>
                </a:xfrm>
                <a:prstGeom prst="rect">
                  <a:avLst/>
                </a:prstGeom>
              </p:spPr>
            </p:pic>
          </mc:Fallback>
        </mc:AlternateContent>
        <mc:AlternateContent xmlns:mc="http://schemas.openxmlformats.org/markup-compatibility/2006">
          <mc:Choice xmlns:p14="http://schemas.microsoft.com/office/powerpoint/2010/main" Requires="p14">
            <p:contentPart p14:bwMode="auto" r:id="rId646">
              <p14:nvContentPartPr>
                <p14:cNvPr id="463" name="Ink 462">
                  <a:extLst>
                    <a:ext uri="{FF2B5EF4-FFF2-40B4-BE49-F238E27FC236}">
                      <a16:creationId xmlns:a16="http://schemas.microsoft.com/office/drawing/2014/main" id="{90D20627-4827-EA8E-F7CF-75EED3CC1681}"/>
                    </a:ext>
                  </a:extLst>
                </p14:cNvPr>
                <p14:cNvContentPartPr/>
                <p14:nvPr/>
              </p14:nvContentPartPr>
              <p14:xfrm>
                <a:off x="9318710" y="3419317"/>
                <a:ext cx="6840" cy="149760"/>
              </p14:xfrm>
            </p:contentPart>
          </mc:Choice>
          <mc:Fallback>
            <p:pic>
              <p:nvPicPr>
                <p:cNvPr id="463" name="Ink 462">
                  <a:extLst>
                    <a:ext uri="{FF2B5EF4-FFF2-40B4-BE49-F238E27FC236}">
                      <a16:creationId xmlns:a16="http://schemas.microsoft.com/office/drawing/2014/main" id="{90D20627-4827-EA8E-F7CF-75EED3CC1681}"/>
                    </a:ext>
                  </a:extLst>
                </p:cNvPr>
                <p:cNvPicPr/>
                <p:nvPr/>
              </p:nvPicPr>
              <p:blipFill>
                <a:blip r:embed="rId647"/>
                <a:stretch>
                  <a:fillRect/>
                </a:stretch>
              </p:blipFill>
              <p:spPr>
                <a:xfrm>
                  <a:off x="9300710" y="3401317"/>
                  <a:ext cx="42480" cy="185400"/>
                </a:xfrm>
                <a:prstGeom prst="rect">
                  <a:avLst/>
                </a:prstGeom>
              </p:spPr>
            </p:pic>
          </mc:Fallback>
        </mc:AlternateContent>
        <mc:AlternateContent xmlns:mc="http://schemas.openxmlformats.org/markup-compatibility/2006">
          <mc:Choice xmlns:p14="http://schemas.microsoft.com/office/powerpoint/2010/main" Requires="p14">
            <p:contentPart p14:bwMode="auto" r:id="rId648">
              <p14:nvContentPartPr>
                <p14:cNvPr id="464" name="Ink 463">
                  <a:extLst>
                    <a:ext uri="{FF2B5EF4-FFF2-40B4-BE49-F238E27FC236}">
                      <a16:creationId xmlns:a16="http://schemas.microsoft.com/office/drawing/2014/main" id="{491514E6-159B-10FB-0EE8-CFD63B195AE7}"/>
                    </a:ext>
                  </a:extLst>
                </p14:cNvPr>
                <p14:cNvContentPartPr/>
                <p14:nvPr/>
              </p14:nvContentPartPr>
              <p14:xfrm>
                <a:off x="9343550" y="3737917"/>
                <a:ext cx="8640" cy="52560"/>
              </p14:xfrm>
            </p:contentPart>
          </mc:Choice>
          <mc:Fallback>
            <p:pic>
              <p:nvPicPr>
                <p:cNvPr id="464" name="Ink 463">
                  <a:extLst>
                    <a:ext uri="{FF2B5EF4-FFF2-40B4-BE49-F238E27FC236}">
                      <a16:creationId xmlns:a16="http://schemas.microsoft.com/office/drawing/2014/main" id="{491514E6-159B-10FB-0EE8-CFD63B195AE7}"/>
                    </a:ext>
                  </a:extLst>
                </p:cNvPr>
                <p:cNvPicPr/>
                <p:nvPr/>
              </p:nvPicPr>
              <p:blipFill>
                <a:blip r:embed="rId649"/>
                <a:stretch>
                  <a:fillRect/>
                </a:stretch>
              </p:blipFill>
              <p:spPr>
                <a:xfrm>
                  <a:off x="9325910" y="3720277"/>
                  <a:ext cx="44280" cy="88200"/>
                </a:xfrm>
                <a:prstGeom prst="rect">
                  <a:avLst/>
                </a:prstGeom>
              </p:spPr>
            </p:pic>
          </mc:Fallback>
        </mc:AlternateContent>
        <mc:AlternateContent xmlns:mc="http://schemas.openxmlformats.org/markup-compatibility/2006">
          <mc:Choice xmlns:p14="http://schemas.microsoft.com/office/powerpoint/2010/main" Requires="p14">
            <p:contentPart p14:bwMode="auto" r:id="rId650">
              <p14:nvContentPartPr>
                <p14:cNvPr id="465" name="Ink 464">
                  <a:extLst>
                    <a:ext uri="{FF2B5EF4-FFF2-40B4-BE49-F238E27FC236}">
                      <a16:creationId xmlns:a16="http://schemas.microsoft.com/office/drawing/2014/main" id="{F9201F99-D54E-214C-BB00-409433D59CE5}"/>
                    </a:ext>
                  </a:extLst>
                </p14:cNvPr>
                <p14:cNvContentPartPr/>
                <p14:nvPr/>
              </p14:nvContentPartPr>
              <p14:xfrm>
                <a:off x="9321590" y="3995677"/>
                <a:ext cx="13680" cy="38880"/>
              </p14:xfrm>
            </p:contentPart>
          </mc:Choice>
          <mc:Fallback>
            <p:pic>
              <p:nvPicPr>
                <p:cNvPr id="465" name="Ink 464">
                  <a:extLst>
                    <a:ext uri="{FF2B5EF4-FFF2-40B4-BE49-F238E27FC236}">
                      <a16:creationId xmlns:a16="http://schemas.microsoft.com/office/drawing/2014/main" id="{F9201F99-D54E-214C-BB00-409433D59CE5}"/>
                    </a:ext>
                  </a:extLst>
                </p:cNvPr>
                <p:cNvPicPr/>
                <p:nvPr/>
              </p:nvPicPr>
              <p:blipFill>
                <a:blip r:embed="rId651"/>
                <a:stretch>
                  <a:fillRect/>
                </a:stretch>
              </p:blipFill>
              <p:spPr>
                <a:xfrm>
                  <a:off x="9303590" y="3978037"/>
                  <a:ext cx="49320" cy="74520"/>
                </a:xfrm>
                <a:prstGeom prst="rect">
                  <a:avLst/>
                </a:prstGeom>
              </p:spPr>
            </p:pic>
          </mc:Fallback>
        </mc:AlternateContent>
        <mc:AlternateContent xmlns:mc="http://schemas.openxmlformats.org/markup-compatibility/2006">
          <mc:Choice xmlns:p14="http://schemas.microsoft.com/office/powerpoint/2010/main" Requires="p14">
            <p:contentPart p14:bwMode="auto" r:id="rId652">
              <p14:nvContentPartPr>
                <p14:cNvPr id="466" name="Ink 465">
                  <a:extLst>
                    <a:ext uri="{FF2B5EF4-FFF2-40B4-BE49-F238E27FC236}">
                      <a16:creationId xmlns:a16="http://schemas.microsoft.com/office/drawing/2014/main" id="{355D93AC-B963-7B8B-4187-3B551A2F4E0B}"/>
                    </a:ext>
                  </a:extLst>
                </p14:cNvPr>
                <p14:cNvContentPartPr/>
                <p14:nvPr/>
              </p14:nvContentPartPr>
              <p14:xfrm>
                <a:off x="8877350" y="3986317"/>
                <a:ext cx="462240" cy="91080"/>
              </p14:xfrm>
            </p:contentPart>
          </mc:Choice>
          <mc:Fallback>
            <p:pic>
              <p:nvPicPr>
                <p:cNvPr id="466" name="Ink 465">
                  <a:extLst>
                    <a:ext uri="{FF2B5EF4-FFF2-40B4-BE49-F238E27FC236}">
                      <a16:creationId xmlns:a16="http://schemas.microsoft.com/office/drawing/2014/main" id="{355D93AC-B963-7B8B-4187-3B551A2F4E0B}"/>
                    </a:ext>
                  </a:extLst>
                </p:cNvPr>
                <p:cNvPicPr/>
                <p:nvPr/>
              </p:nvPicPr>
              <p:blipFill>
                <a:blip r:embed="rId653"/>
                <a:stretch>
                  <a:fillRect/>
                </a:stretch>
              </p:blipFill>
              <p:spPr>
                <a:xfrm>
                  <a:off x="8859710" y="3968677"/>
                  <a:ext cx="497880" cy="126720"/>
                </a:xfrm>
                <a:prstGeom prst="rect">
                  <a:avLst/>
                </a:prstGeom>
              </p:spPr>
            </p:pic>
          </mc:Fallback>
        </mc:AlternateContent>
        <mc:AlternateContent xmlns:mc="http://schemas.openxmlformats.org/markup-compatibility/2006">
          <mc:Choice xmlns:p14="http://schemas.microsoft.com/office/powerpoint/2010/main" Requires="p14">
            <p:contentPart p14:bwMode="auto" r:id="rId654">
              <p14:nvContentPartPr>
                <p14:cNvPr id="467" name="Ink 466">
                  <a:extLst>
                    <a:ext uri="{FF2B5EF4-FFF2-40B4-BE49-F238E27FC236}">
                      <a16:creationId xmlns:a16="http://schemas.microsoft.com/office/drawing/2014/main" id="{A96D39F2-D455-9829-2F96-5D01E92A7A53}"/>
                    </a:ext>
                  </a:extLst>
                </p14:cNvPr>
                <p14:cNvContentPartPr/>
                <p14:nvPr/>
              </p14:nvContentPartPr>
              <p14:xfrm>
                <a:off x="8701310" y="4080997"/>
                <a:ext cx="40320" cy="15480"/>
              </p14:xfrm>
            </p:contentPart>
          </mc:Choice>
          <mc:Fallback>
            <p:pic>
              <p:nvPicPr>
                <p:cNvPr id="467" name="Ink 466">
                  <a:extLst>
                    <a:ext uri="{FF2B5EF4-FFF2-40B4-BE49-F238E27FC236}">
                      <a16:creationId xmlns:a16="http://schemas.microsoft.com/office/drawing/2014/main" id="{A96D39F2-D455-9829-2F96-5D01E92A7A53}"/>
                    </a:ext>
                  </a:extLst>
                </p:cNvPr>
                <p:cNvPicPr/>
                <p:nvPr/>
              </p:nvPicPr>
              <p:blipFill>
                <a:blip r:embed="rId655"/>
                <a:stretch>
                  <a:fillRect/>
                </a:stretch>
              </p:blipFill>
              <p:spPr>
                <a:xfrm>
                  <a:off x="8683310" y="4062997"/>
                  <a:ext cx="75960" cy="51120"/>
                </a:xfrm>
                <a:prstGeom prst="rect">
                  <a:avLst/>
                </a:prstGeom>
              </p:spPr>
            </p:pic>
          </mc:Fallback>
        </mc:AlternateContent>
        <mc:AlternateContent xmlns:mc="http://schemas.openxmlformats.org/markup-compatibility/2006">
          <mc:Choice xmlns:p14="http://schemas.microsoft.com/office/powerpoint/2010/main" Requires="p14">
            <p:contentPart p14:bwMode="auto" r:id="rId656">
              <p14:nvContentPartPr>
                <p14:cNvPr id="468" name="Ink 467">
                  <a:extLst>
                    <a:ext uri="{FF2B5EF4-FFF2-40B4-BE49-F238E27FC236}">
                      <a16:creationId xmlns:a16="http://schemas.microsoft.com/office/drawing/2014/main" id="{31A0AF1A-B323-0C1E-8F93-3F84DBAADE12}"/>
                    </a:ext>
                  </a:extLst>
                </p14:cNvPr>
                <p14:cNvContentPartPr/>
                <p14:nvPr/>
              </p14:nvContentPartPr>
              <p14:xfrm>
                <a:off x="8546150" y="4027357"/>
                <a:ext cx="11520" cy="13680"/>
              </p14:xfrm>
            </p:contentPart>
          </mc:Choice>
          <mc:Fallback>
            <p:pic>
              <p:nvPicPr>
                <p:cNvPr id="468" name="Ink 467">
                  <a:extLst>
                    <a:ext uri="{FF2B5EF4-FFF2-40B4-BE49-F238E27FC236}">
                      <a16:creationId xmlns:a16="http://schemas.microsoft.com/office/drawing/2014/main" id="{31A0AF1A-B323-0C1E-8F93-3F84DBAADE12}"/>
                    </a:ext>
                  </a:extLst>
                </p:cNvPr>
                <p:cNvPicPr/>
                <p:nvPr/>
              </p:nvPicPr>
              <p:blipFill>
                <a:blip r:embed="rId657"/>
                <a:stretch>
                  <a:fillRect/>
                </a:stretch>
              </p:blipFill>
              <p:spPr>
                <a:xfrm>
                  <a:off x="8528510" y="4009357"/>
                  <a:ext cx="47160" cy="49320"/>
                </a:xfrm>
                <a:prstGeom prst="rect">
                  <a:avLst/>
                </a:prstGeom>
              </p:spPr>
            </p:pic>
          </mc:Fallback>
        </mc:AlternateContent>
        <mc:AlternateContent xmlns:mc="http://schemas.openxmlformats.org/markup-compatibility/2006">
          <mc:Choice xmlns:p14="http://schemas.microsoft.com/office/powerpoint/2010/main" Requires="p14">
            <p:contentPart p14:bwMode="auto" r:id="rId658">
              <p14:nvContentPartPr>
                <p14:cNvPr id="469" name="Ink 468">
                  <a:extLst>
                    <a:ext uri="{FF2B5EF4-FFF2-40B4-BE49-F238E27FC236}">
                      <a16:creationId xmlns:a16="http://schemas.microsoft.com/office/drawing/2014/main" id="{19D11D62-2C67-DC91-7AF6-F2885D2ECC76}"/>
                    </a:ext>
                  </a:extLst>
                </p14:cNvPr>
                <p14:cNvContentPartPr/>
                <p14:nvPr/>
              </p14:nvContentPartPr>
              <p14:xfrm>
                <a:off x="8214590" y="4056157"/>
                <a:ext cx="180000" cy="30600"/>
              </p14:xfrm>
            </p:contentPart>
          </mc:Choice>
          <mc:Fallback>
            <p:pic>
              <p:nvPicPr>
                <p:cNvPr id="469" name="Ink 468">
                  <a:extLst>
                    <a:ext uri="{FF2B5EF4-FFF2-40B4-BE49-F238E27FC236}">
                      <a16:creationId xmlns:a16="http://schemas.microsoft.com/office/drawing/2014/main" id="{19D11D62-2C67-DC91-7AF6-F2885D2ECC76}"/>
                    </a:ext>
                  </a:extLst>
                </p:cNvPr>
                <p:cNvPicPr/>
                <p:nvPr/>
              </p:nvPicPr>
              <p:blipFill>
                <a:blip r:embed="rId659"/>
                <a:stretch>
                  <a:fillRect/>
                </a:stretch>
              </p:blipFill>
              <p:spPr>
                <a:xfrm>
                  <a:off x="8196950" y="4038517"/>
                  <a:ext cx="215640" cy="66240"/>
                </a:xfrm>
                <a:prstGeom prst="rect">
                  <a:avLst/>
                </a:prstGeom>
              </p:spPr>
            </p:pic>
          </mc:Fallback>
        </mc:AlternateContent>
        <mc:AlternateContent xmlns:mc="http://schemas.openxmlformats.org/markup-compatibility/2006">
          <mc:Choice xmlns:p14="http://schemas.microsoft.com/office/powerpoint/2010/main" Requires="p14">
            <p:contentPart p14:bwMode="auto" r:id="rId660">
              <p14:nvContentPartPr>
                <p14:cNvPr id="470" name="Ink 469">
                  <a:extLst>
                    <a:ext uri="{FF2B5EF4-FFF2-40B4-BE49-F238E27FC236}">
                      <a16:creationId xmlns:a16="http://schemas.microsoft.com/office/drawing/2014/main" id="{98153D5E-F006-696C-03D7-B58FF7520D47}"/>
                    </a:ext>
                  </a:extLst>
                </p14:cNvPr>
                <p14:cNvContentPartPr/>
                <p14:nvPr/>
              </p14:nvContentPartPr>
              <p14:xfrm>
                <a:off x="8012630" y="4091077"/>
                <a:ext cx="360" cy="360"/>
              </p14:xfrm>
            </p:contentPart>
          </mc:Choice>
          <mc:Fallback>
            <p:pic>
              <p:nvPicPr>
                <p:cNvPr id="470" name="Ink 469">
                  <a:extLst>
                    <a:ext uri="{FF2B5EF4-FFF2-40B4-BE49-F238E27FC236}">
                      <a16:creationId xmlns:a16="http://schemas.microsoft.com/office/drawing/2014/main" id="{98153D5E-F006-696C-03D7-B58FF7520D47}"/>
                    </a:ext>
                  </a:extLst>
                </p:cNvPr>
                <p:cNvPicPr/>
                <p:nvPr/>
              </p:nvPicPr>
              <p:blipFill>
                <a:blip r:embed="rId661"/>
                <a:stretch>
                  <a:fillRect/>
                </a:stretch>
              </p:blipFill>
              <p:spPr>
                <a:xfrm>
                  <a:off x="7994630" y="4073437"/>
                  <a:ext cx="36000" cy="36000"/>
                </a:xfrm>
                <a:prstGeom prst="rect">
                  <a:avLst/>
                </a:prstGeom>
              </p:spPr>
            </p:pic>
          </mc:Fallback>
        </mc:AlternateContent>
        <mc:AlternateContent xmlns:mc="http://schemas.openxmlformats.org/markup-compatibility/2006">
          <mc:Choice xmlns:p14="http://schemas.microsoft.com/office/powerpoint/2010/main" Requires="p14">
            <p:contentPart p14:bwMode="auto" r:id="rId662">
              <p14:nvContentPartPr>
                <p14:cNvPr id="471" name="Ink 470">
                  <a:extLst>
                    <a:ext uri="{FF2B5EF4-FFF2-40B4-BE49-F238E27FC236}">
                      <a16:creationId xmlns:a16="http://schemas.microsoft.com/office/drawing/2014/main" id="{EEA9DDD0-F2F5-DCE1-E72D-004E615F999C}"/>
                    </a:ext>
                  </a:extLst>
                </p14:cNvPr>
                <p14:cNvContentPartPr/>
                <p14:nvPr/>
              </p14:nvContentPartPr>
              <p14:xfrm>
                <a:off x="7943510" y="4089277"/>
                <a:ext cx="24840" cy="5760"/>
              </p14:xfrm>
            </p:contentPart>
          </mc:Choice>
          <mc:Fallback>
            <p:pic>
              <p:nvPicPr>
                <p:cNvPr id="471" name="Ink 470">
                  <a:extLst>
                    <a:ext uri="{FF2B5EF4-FFF2-40B4-BE49-F238E27FC236}">
                      <a16:creationId xmlns:a16="http://schemas.microsoft.com/office/drawing/2014/main" id="{EEA9DDD0-F2F5-DCE1-E72D-004E615F999C}"/>
                    </a:ext>
                  </a:extLst>
                </p:cNvPr>
                <p:cNvPicPr/>
                <p:nvPr/>
              </p:nvPicPr>
              <p:blipFill>
                <a:blip r:embed="rId663"/>
                <a:stretch>
                  <a:fillRect/>
                </a:stretch>
              </p:blipFill>
              <p:spPr>
                <a:xfrm>
                  <a:off x="7925870" y="4071277"/>
                  <a:ext cx="60480" cy="41400"/>
                </a:xfrm>
                <a:prstGeom prst="rect">
                  <a:avLst/>
                </a:prstGeom>
              </p:spPr>
            </p:pic>
          </mc:Fallback>
        </mc:AlternateContent>
        <mc:AlternateContent xmlns:mc="http://schemas.openxmlformats.org/markup-compatibility/2006">
          <mc:Choice xmlns:p14="http://schemas.microsoft.com/office/powerpoint/2010/main" Requires="p14">
            <p:contentPart p14:bwMode="auto" r:id="rId664">
              <p14:nvContentPartPr>
                <p14:cNvPr id="472" name="Ink 471">
                  <a:extLst>
                    <a:ext uri="{FF2B5EF4-FFF2-40B4-BE49-F238E27FC236}">
                      <a16:creationId xmlns:a16="http://schemas.microsoft.com/office/drawing/2014/main" id="{56B76695-0A13-C716-C957-711819B43041}"/>
                    </a:ext>
                  </a:extLst>
                </p14:cNvPr>
                <p14:cNvContentPartPr/>
                <p14:nvPr/>
              </p14:nvContentPartPr>
              <p14:xfrm>
                <a:off x="7782950" y="4125997"/>
                <a:ext cx="30240" cy="8280"/>
              </p14:xfrm>
            </p:contentPart>
          </mc:Choice>
          <mc:Fallback>
            <p:pic>
              <p:nvPicPr>
                <p:cNvPr id="472" name="Ink 471">
                  <a:extLst>
                    <a:ext uri="{FF2B5EF4-FFF2-40B4-BE49-F238E27FC236}">
                      <a16:creationId xmlns:a16="http://schemas.microsoft.com/office/drawing/2014/main" id="{56B76695-0A13-C716-C957-711819B43041}"/>
                    </a:ext>
                  </a:extLst>
                </p:cNvPr>
                <p:cNvPicPr/>
                <p:nvPr/>
              </p:nvPicPr>
              <p:blipFill>
                <a:blip r:embed="rId665"/>
                <a:stretch>
                  <a:fillRect/>
                </a:stretch>
              </p:blipFill>
              <p:spPr>
                <a:xfrm>
                  <a:off x="7764950" y="4108357"/>
                  <a:ext cx="65880" cy="43920"/>
                </a:xfrm>
                <a:prstGeom prst="rect">
                  <a:avLst/>
                </a:prstGeom>
              </p:spPr>
            </p:pic>
          </mc:Fallback>
        </mc:AlternateContent>
        <mc:AlternateContent xmlns:mc="http://schemas.openxmlformats.org/markup-compatibility/2006">
          <mc:Choice xmlns:p14="http://schemas.microsoft.com/office/powerpoint/2010/main" Requires="p14">
            <p:contentPart p14:bwMode="auto" r:id="rId666">
              <p14:nvContentPartPr>
                <p14:cNvPr id="473" name="Ink 472">
                  <a:extLst>
                    <a:ext uri="{FF2B5EF4-FFF2-40B4-BE49-F238E27FC236}">
                      <a16:creationId xmlns:a16="http://schemas.microsoft.com/office/drawing/2014/main" id="{A3290F59-FA30-64B8-7C9C-C5AAF3397B46}"/>
                    </a:ext>
                  </a:extLst>
                </p14:cNvPr>
                <p14:cNvContentPartPr/>
                <p14:nvPr/>
              </p14:nvContentPartPr>
              <p14:xfrm>
                <a:off x="7479830" y="2261917"/>
                <a:ext cx="17640" cy="48600"/>
              </p14:xfrm>
            </p:contentPart>
          </mc:Choice>
          <mc:Fallback>
            <p:pic>
              <p:nvPicPr>
                <p:cNvPr id="473" name="Ink 472">
                  <a:extLst>
                    <a:ext uri="{FF2B5EF4-FFF2-40B4-BE49-F238E27FC236}">
                      <a16:creationId xmlns:a16="http://schemas.microsoft.com/office/drawing/2014/main" id="{A3290F59-FA30-64B8-7C9C-C5AAF3397B46}"/>
                    </a:ext>
                  </a:extLst>
                </p:cNvPr>
                <p:cNvPicPr/>
                <p:nvPr/>
              </p:nvPicPr>
              <p:blipFill>
                <a:blip r:embed="rId667"/>
                <a:stretch>
                  <a:fillRect/>
                </a:stretch>
              </p:blipFill>
              <p:spPr>
                <a:xfrm>
                  <a:off x="7461830" y="2244277"/>
                  <a:ext cx="53280" cy="84240"/>
                </a:xfrm>
                <a:prstGeom prst="rect">
                  <a:avLst/>
                </a:prstGeom>
              </p:spPr>
            </p:pic>
          </mc:Fallback>
        </mc:AlternateContent>
        <mc:AlternateContent xmlns:mc="http://schemas.openxmlformats.org/markup-compatibility/2006">
          <mc:Choice xmlns:p14="http://schemas.microsoft.com/office/powerpoint/2010/main" Requires="p14">
            <p:contentPart p14:bwMode="auto" r:id="rId668">
              <p14:nvContentPartPr>
                <p14:cNvPr id="474" name="Ink 473">
                  <a:extLst>
                    <a:ext uri="{FF2B5EF4-FFF2-40B4-BE49-F238E27FC236}">
                      <a16:creationId xmlns:a16="http://schemas.microsoft.com/office/drawing/2014/main" id="{6D7F981E-D0C4-21D0-7E30-06628B109580}"/>
                    </a:ext>
                  </a:extLst>
                </p14:cNvPr>
                <p14:cNvContentPartPr/>
                <p14:nvPr/>
              </p14:nvContentPartPr>
              <p14:xfrm>
                <a:off x="7544630" y="2483677"/>
                <a:ext cx="9720" cy="139680"/>
              </p14:xfrm>
            </p:contentPart>
          </mc:Choice>
          <mc:Fallback>
            <p:pic>
              <p:nvPicPr>
                <p:cNvPr id="474" name="Ink 473">
                  <a:extLst>
                    <a:ext uri="{FF2B5EF4-FFF2-40B4-BE49-F238E27FC236}">
                      <a16:creationId xmlns:a16="http://schemas.microsoft.com/office/drawing/2014/main" id="{6D7F981E-D0C4-21D0-7E30-06628B109580}"/>
                    </a:ext>
                  </a:extLst>
                </p:cNvPr>
                <p:cNvPicPr/>
                <p:nvPr/>
              </p:nvPicPr>
              <p:blipFill>
                <a:blip r:embed="rId669"/>
                <a:stretch>
                  <a:fillRect/>
                </a:stretch>
              </p:blipFill>
              <p:spPr>
                <a:xfrm>
                  <a:off x="7526990" y="2465677"/>
                  <a:ext cx="45360" cy="175320"/>
                </a:xfrm>
                <a:prstGeom prst="rect">
                  <a:avLst/>
                </a:prstGeom>
              </p:spPr>
            </p:pic>
          </mc:Fallback>
        </mc:AlternateContent>
        <mc:AlternateContent xmlns:mc="http://schemas.openxmlformats.org/markup-compatibility/2006">
          <mc:Choice xmlns:p14="http://schemas.microsoft.com/office/powerpoint/2010/main" Requires="p14">
            <p:contentPart p14:bwMode="auto" r:id="rId670">
              <p14:nvContentPartPr>
                <p14:cNvPr id="475" name="Ink 474">
                  <a:extLst>
                    <a:ext uri="{FF2B5EF4-FFF2-40B4-BE49-F238E27FC236}">
                      <a16:creationId xmlns:a16="http://schemas.microsoft.com/office/drawing/2014/main" id="{73B213BA-9739-56CC-8F22-951101A24B3B}"/>
                    </a:ext>
                  </a:extLst>
                </p14:cNvPr>
                <p14:cNvContentPartPr/>
                <p14:nvPr/>
              </p14:nvContentPartPr>
              <p14:xfrm>
                <a:off x="7555070" y="2812357"/>
                <a:ext cx="34920" cy="167760"/>
              </p14:xfrm>
            </p:contentPart>
          </mc:Choice>
          <mc:Fallback>
            <p:pic>
              <p:nvPicPr>
                <p:cNvPr id="475" name="Ink 474">
                  <a:extLst>
                    <a:ext uri="{FF2B5EF4-FFF2-40B4-BE49-F238E27FC236}">
                      <a16:creationId xmlns:a16="http://schemas.microsoft.com/office/drawing/2014/main" id="{73B213BA-9739-56CC-8F22-951101A24B3B}"/>
                    </a:ext>
                  </a:extLst>
                </p:cNvPr>
                <p:cNvPicPr/>
                <p:nvPr/>
              </p:nvPicPr>
              <p:blipFill>
                <a:blip r:embed="rId671"/>
                <a:stretch>
                  <a:fillRect/>
                </a:stretch>
              </p:blipFill>
              <p:spPr>
                <a:xfrm>
                  <a:off x="7537070" y="2794357"/>
                  <a:ext cx="70560" cy="203400"/>
                </a:xfrm>
                <a:prstGeom prst="rect">
                  <a:avLst/>
                </a:prstGeom>
              </p:spPr>
            </p:pic>
          </mc:Fallback>
        </mc:AlternateContent>
        <mc:AlternateContent xmlns:mc="http://schemas.openxmlformats.org/markup-compatibility/2006">
          <mc:Choice xmlns:p14="http://schemas.microsoft.com/office/powerpoint/2010/main" Requires="p14">
            <p:contentPart p14:bwMode="auto" r:id="rId672">
              <p14:nvContentPartPr>
                <p14:cNvPr id="476" name="Ink 475">
                  <a:extLst>
                    <a:ext uri="{FF2B5EF4-FFF2-40B4-BE49-F238E27FC236}">
                      <a16:creationId xmlns:a16="http://schemas.microsoft.com/office/drawing/2014/main" id="{B4E5B673-7B54-0311-ACF5-5BFE9D217890}"/>
                    </a:ext>
                  </a:extLst>
                </p14:cNvPr>
                <p14:cNvContentPartPr/>
                <p14:nvPr/>
              </p14:nvContentPartPr>
              <p14:xfrm>
                <a:off x="7602230" y="3004957"/>
                <a:ext cx="4680" cy="149040"/>
              </p14:xfrm>
            </p:contentPart>
          </mc:Choice>
          <mc:Fallback>
            <p:pic>
              <p:nvPicPr>
                <p:cNvPr id="476" name="Ink 475">
                  <a:extLst>
                    <a:ext uri="{FF2B5EF4-FFF2-40B4-BE49-F238E27FC236}">
                      <a16:creationId xmlns:a16="http://schemas.microsoft.com/office/drawing/2014/main" id="{B4E5B673-7B54-0311-ACF5-5BFE9D217890}"/>
                    </a:ext>
                  </a:extLst>
                </p:cNvPr>
                <p:cNvPicPr/>
                <p:nvPr/>
              </p:nvPicPr>
              <p:blipFill>
                <a:blip r:embed="rId673"/>
                <a:stretch>
                  <a:fillRect/>
                </a:stretch>
              </p:blipFill>
              <p:spPr>
                <a:xfrm>
                  <a:off x="7584590" y="2987317"/>
                  <a:ext cx="40320" cy="184680"/>
                </a:xfrm>
                <a:prstGeom prst="rect">
                  <a:avLst/>
                </a:prstGeom>
              </p:spPr>
            </p:pic>
          </mc:Fallback>
        </mc:AlternateContent>
        <mc:AlternateContent xmlns:mc="http://schemas.openxmlformats.org/markup-compatibility/2006">
          <mc:Choice xmlns:p14="http://schemas.microsoft.com/office/powerpoint/2010/main" Requires="p14">
            <p:contentPart p14:bwMode="auto" r:id="rId674">
              <p14:nvContentPartPr>
                <p14:cNvPr id="477" name="Ink 476">
                  <a:extLst>
                    <a:ext uri="{FF2B5EF4-FFF2-40B4-BE49-F238E27FC236}">
                      <a16:creationId xmlns:a16="http://schemas.microsoft.com/office/drawing/2014/main" id="{0B4AF1E3-1606-260E-273A-728CC4F23078}"/>
                    </a:ext>
                  </a:extLst>
                </p14:cNvPr>
                <p14:cNvContentPartPr/>
                <p14:nvPr/>
              </p14:nvContentPartPr>
              <p14:xfrm>
                <a:off x="7637150" y="3261277"/>
                <a:ext cx="28800" cy="183240"/>
              </p14:xfrm>
            </p:contentPart>
          </mc:Choice>
          <mc:Fallback>
            <p:pic>
              <p:nvPicPr>
                <p:cNvPr id="477" name="Ink 476">
                  <a:extLst>
                    <a:ext uri="{FF2B5EF4-FFF2-40B4-BE49-F238E27FC236}">
                      <a16:creationId xmlns:a16="http://schemas.microsoft.com/office/drawing/2014/main" id="{0B4AF1E3-1606-260E-273A-728CC4F23078}"/>
                    </a:ext>
                  </a:extLst>
                </p:cNvPr>
                <p:cNvPicPr/>
                <p:nvPr/>
              </p:nvPicPr>
              <p:blipFill>
                <a:blip r:embed="rId675"/>
                <a:stretch>
                  <a:fillRect/>
                </a:stretch>
              </p:blipFill>
              <p:spPr>
                <a:xfrm>
                  <a:off x="7619510" y="3243637"/>
                  <a:ext cx="64440" cy="218880"/>
                </a:xfrm>
                <a:prstGeom prst="rect">
                  <a:avLst/>
                </a:prstGeom>
              </p:spPr>
            </p:pic>
          </mc:Fallback>
        </mc:AlternateContent>
        <mc:AlternateContent xmlns:mc="http://schemas.openxmlformats.org/markup-compatibility/2006">
          <mc:Choice xmlns:p14="http://schemas.microsoft.com/office/powerpoint/2010/main" Requires="p14">
            <p:contentPart p14:bwMode="auto" r:id="rId676">
              <p14:nvContentPartPr>
                <p14:cNvPr id="478" name="Ink 477">
                  <a:extLst>
                    <a:ext uri="{FF2B5EF4-FFF2-40B4-BE49-F238E27FC236}">
                      <a16:creationId xmlns:a16="http://schemas.microsoft.com/office/drawing/2014/main" id="{D48D8583-46A5-E4AF-DD18-ACB3FA1AA76C}"/>
                    </a:ext>
                  </a:extLst>
                </p14:cNvPr>
                <p14:cNvContentPartPr/>
                <p14:nvPr/>
              </p14:nvContentPartPr>
              <p14:xfrm>
                <a:off x="7694390" y="3560797"/>
                <a:ext cx="33840" cy="259920"/>
              </p14:xfrm>
            </p:contentPart>
          </mc:Choice>
          <mc:Fallback>
            <p:pic>
              <p:nvPicPr>
                <p:cNvPr id="478" name="Ink 477">
                  <a:extLst>
                    <a:ext uri="{FF2B5EF4-FFF2-40B4-BE49-F238E27FC236}">
                      <a16:creationId xmlns:a16="http://schemas.microsoft.com/office/drawing/2014/main" id="{D48D8583-46A5-E4AF-DD18-ACB3FA1AA76C}"/>
                    </a:ext>
                  </a:extLst>
                </p:cNvPr>
                <p:cNvPicPr/>
                <p:nvPr/>
              </p:nvPicPr>
              <p:blipFill>
                <a:blip r:embed="rId677"/>
                <a:stretch>
                  <a:fillRect/>
                </a:stretch>
              </p:blipFill>
              <p:spPr>
                <a:xfrm>
                  <a:off x="7676390" y="3543157"/>
                  <a:ext cx="69480" cy="295560"/>
                </a:xfrm>
                <a:prstGeom prst="rect">
                  <a:avLst/>
                </a:prstGeom>
              </p:spPr>
            </p:pic>
          </mc:Fallback>
        </mc:AlternateContent>
        <mc:AlternateContent xmlns:mc="http://schemas.openxmlformats.org/markup-compatibility/2006">
          <mc:Choice xmlns:p14="http://schemas.microsoft.com/office/powerpoint/2010/main" Requires="p14">
            <p:contentPart p14:bwMode="auto" r:id="rId678">
              <p14:nvContentPartPr>
                <p14:cNvPr id="479" name="Ink 478">
                  <a:extLst>
                    <a:ext uri="{FF2B5EF4-FFF2-40B4-BE49-F238E27FC236}">
                      <a16:creationId xmlns:a16="http://schemas.microsoft.com/office/drawing/2014/main" id="{323B4ACC-4330-2539-AFF9-B9638EB52961}"/>
                    </a:ext>
                  </a:extLst>
                </p14:cNvPr>
                <p14:cNvContentPartPr/>
                <p14:nvPr/>
              </p14:nvContentPartPr>
              <p14:xfrm>
                <a:off x="7754870" y="3863917"/>
                <a:ext cx="14760" cy="124920"/>
              </p14:xfrm>
            </p:contentPart>
          </mc:Choice>
          <mc:Fallback>
            <p:pic>
              <p:nvPicPr>
                <p:cNvPr id="479" name="Ink 478">
                  <a:extLst>
                    <a:ext uri="{FF2B5EF4-FFF2-40B4-BE49-F238E27FC236}">
                      <a16:creationId xmlns:a16="http://schemas.microsoft.com/office/drawing/2014/main" id="{323B4ACC-4330-2539-AFF9-B9638EB52961}"/>
                    </a:ext>
                  </a:extLst>
                </p:cNvPr>
                <p:cNvPicPr/>
                <p:nvPr/>
              </p:nvPicPr>
              <p:blipFill>
                <a:blip r:embed="rId679"/>
                <a:stretch>
                  <a:fillRect/>
                </a:stretch>
              </p:blipFill>
              <p:spPr>
                <a:xfrm>
                  <a:off x="7737230" y="3846277"/>
                  <a:ext cx="50400" cy="160560"/>
                </a:xfrm>
                <a:prstGeom prst="rect">
                  <a:avLst/>
                </a:prstGeom>
              </p:spPr>
            </p:pic>
          </mc:Fallback>
        </mc:AlternateContent>
        <mc:AlternateContent xmlns:mc="http://schemas.openxmlformats.org/markup-compatibility/2006">
          <mc:Choice xmlns:p14="http://schemas.microsoft.com/office/powerpoint/2010/main" Requires="p14">
            <p:contentPart p14:bwMode="auto" r:id="rId680">
              <p14:nvContentPartPr>
                <p14:cNvPr id="480" name="Ink 479">
                  <a:extLst>
                    <a:ext uri="{FF2B5EF4-FFF2-40B4-BE49-F238E27FC236}">
                      <a16:creationId xmlns:a16="http://schemas.microsoft.com/office/drawing/2014/main" id="{1EAB5D5A-2E59-67C8-2194-31CADD82CF83}"/>
                    </a:ext>
                  </a:extLst>
                </p14:cNvPr>
                <p14:cNvContentPartPr/>
                <p14:nvPr/>
              </p14:nvContentPartPr>
              <p14:xfrm>
                <a:off x="7777190" y="4000717"/>
                <a:ext cx="14040" cy="81360"/>
              </p14:xfrm>
            </p:contentPart>
          </mc:Choice>
          <mc:Fallback>
            <p:pic>
              <p:nvPicPr>
                <p:cNvPr id="480" name="Ink 479">
                  <a:extLst>
                    <a:ext uri="{FF2B5EF4-FFF2-40B4-BE49-F238E27FC236}">
                      <a16:creationId xmlns:a16="http://schemas.microsoft.com/office/drawing/2014/main" id="{1EAB5D5A-2E59-67C8-2194-31CADD82CF83}"/>
                    </a:ext>
                  </a:extLst>
                </p:cNvPr>
                <p:cNvPicPr/>
                <p:nvPr/>
              </p:nvPicPr>
              <p:blipFill>
                <a:blip r:embed="rId681"/>
                <a:stretch>
                  <a:fillRect/>
                </a:stretch>
              </p:blipFill>
              <p:spPr>
                <a:xfrm>
                  <a:off x="7759550" y="3982717"/>
                  <a:ext cx="49680" cy="117000"/>
                </a:xfrm>
                <a:prstGeom prst="rect">
                  <a:avLst/>
                </a:prstGeom>
              </p:spPr>
            </p:pic>
          </mc:Fallback>
        </mc:AlternateContent>
        <mc:AlternateContent xmlns:mc="http://schemas.openxmlformats.org/markup-compatibility/2006">
          <mc:Choice xmlns:p14="http://schemas.microsoft.com/office/powerpoint/2010/main" Requires="p14">
            <p:contentPart p14:bwMode="auto" r:id="rId682">
              <p14:nvContentPartPr>
                <p14:cNvPr id="481" name="Ink 480">
                  <a:extLst>
                    <a:ext uri="{FF2B5EF4-FFF2-40B4-BE49-F238E27FC236}">
                      <a16:creationId xmlns:a16="http://schemas.microsoft.com/office/drawing/2014/main" id="{F7BD4910-2AA4-497F-9D45-7D51B0296563}"/>
                    </a:ext>
                  </a:extLst>
                </p14:cNvPr>
                <p14:cNvContentPartPr/>
                <p14:nvPr/>
              </p14:nvContentPartPr>
              <p14:xfrm>
                <a:off x="7816790" y="4093237"/>
                <a:ext cx="6840" cy="11520"/>
              </p14:xfrm>
            </p:contentPart>
          </mc:Choice>
          <mc:Fallback>
            <p:pic>
              <p:nvPicPr>
                <p:cNvPr id="481" name="Ink 480">
                  <a:extLst>
                    <a:ext uri="{FF2B5EF4-FFF2-40B4-BE49-F238E27FC236}">
                      <a16:creationId xmlns:a16="http://schemas.microsoft.com/office/drawing/2014/main" id="{F7BD4910-2AA4-497F-9D45-7D51B0296563}"/>
                    </a:ext>
                  </a:extLst>
                </p:cNvPr>
                <p:cNvPicPr/>
                <p:nvPr/>
              </p:nvPicPr>
              <p:blipFill>
                <a:blip r:embed="rId683"/>
                <a:stretch>
                  <a:fillRect/>
                </a:stretch>
              </p:blipFill>
              <p:spPr>
                <a:xfrm>
                  <a:off x="7798790" y="4075237"/>
                  <a:ext cx="42480" cy="4716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684">
            <p14:nvContentPartPr>
              <p14:cNvPr id="483" name="Ink 482">
                <a:extLst>
                  <a:ext uri="{FF2B5EF4-FFF2-40B4-BE49-F238E27FC236}">
                    <a16:creationId xmlns:a16="http://schemas.microsoft.com/office/drawing/2014/main" id="{F5991A06-3025-5200-9542-722F04793FF8}"/>
                  </a:ext>
                </a:extLst>
              </p14:cNvPr>
              <p14:cNvContentPartPr/>
              <p14:nvPr/>
            </p14:nvContentPartPr>
            <p14:xfrm>
              <a:off x="6091310" y="297397"/>
              <a:ext cx="45720" cy="306000"/>
            </p14:xfrm>
          </p:contentPart>
        </mc:Choice>
        <mc:Fallback>
          <p:pic>
            <p:nvPicPr>
              <p:cNvPr id="483" name="Ink 482">
                <a:extLst>
                  <a:ext uri="{FF2B5EF4-FFF2-40B4-BE49-F238E27FC236}">
                    <a16:creationId xmlns:a16="http://schemas.microsoft.com/office/drawing/2014/main" id="{F5991A06-3025-5200-9542-722F04793FF8}"/>
                  </a:ext>
                </a:extLst>
              </p:cNvPr>
              <p:cNvPicPr/>
              <p:nvPr/>
            </p:nvPicPr>
            <p:blipFill>
              <a:blip r:embed="rId685"/>
              <a:stretch>
                <a:fillRect/>
              </a:stretch>
            </p:blipFill>
            <p:spPr>
              <a:xfrm>
                <a:off x="6073310" y="279757"/>
                <a:ext cx="81360" cy="341640"/>
              </a:xfrm>
              <a:prstGeom prst="rect">
                <a:avLst/>
              </a:prstGeom>
            </p:spPr>
          </p:pic>
        </mc:Fallback>
      </mc:AlternateContent>
      <mc:AlternateContent xmlns:mc="http://schemas.openxmlformats.org/markup-compatibility/2006">
        <mc:Choice xmlns:p14="http://schemas.microsoft.com/office/powerpoint/2010/main" Requires="p14">
          <p:contentPart p14:bwMode="auto" r:id="rId686">
            <p14:nvContentPartPr>
              <p14:cNvPr id="484" name="Ink 483">
                <a:extLst>
                  <a:ext uri="{FF2B5EF4-FFF2-40B4-BE49-F238E27FC236}">
                    <a16:creationId xmlns:a16="http://schemas.microsoft.com/office/drawing/2014/main" id="{886CB277-2FE5-8F1C-6D90-D262CDE11706}"/>
                  </a:ext>
                </a:extLst>
              </p14:cNvPr>
              <p14:cNvContentPartPr/>
              <p14:nvPr/>
            </p14:nvContentPartPr>
            <p14:xfrm>
              <a:off x="6074750" y="231157"/>
              <a:ext cx="2180880" cy="404640"/>
            </p14:xfrm>
          </p:contentPart>
        </mc:Choice>
        <mc:Fallback>
          <p:pic>
            <p:nvPicPr>
              <p:cNvPr id="484" name="Ink 483">
                <a:extLst>
                  <a:ext uri="{FF2B5EF4-FFF2-40B4-BE49-F238E27FC236}">
                    <a16:creationId xmlns:a16="http://schemas.microsoft.com/office/drawing/2014/main" id="{886CB277-2FE5-8F1C-6D90-D262CDE11706}"/>
                  </a:ext>
                </a:extLst>
              </p:cNvPr>
              <p:cNvPicPr/>
              <p:nvPr/>
            </p:nvPicPr>
            <p:blipFill>
              <a:blip r:embed="rId687"/>
              <a:stretch>
                <a:fillRect/>
              </a:stretch>
            </p:blipFill>
            <p:spPr>
              <a:xfrm>
                <a:off x="6056750" y="213157"/>
                <a:ext cx="2216520" cy="440280"/>
              </a:xfrm>
              <a:prstGeom prst="rect">
                <a:avLst/>
              </a:prstGeom>
            </p:spPr>
          </p:pic>
        </mc:Fallback>
      </mc:AlternateContent>
      <mc:AlternateContent xmlns:mc="http://schemas.openxmlformats.org/markup-compatibility/2006">
        <mc:Choice xmlns:p14="http://schemas.microsoft.com/office/powerpoint/2010/main" Requires="p14">
          <p:contentPart p14:bwMode="auto" r:id="rId688">
            <p14:nvContentPartPr>
              <p14:cNvPr id="485" name="Ink 484">
                <a:extLst>
                  <a:ext uri="{FF2B5EF4-FFF2-40B4-BE49-F238E27FC236}">
                    <a16:creationId xmlns:a16="http://schemas.microsoft.com/office/drawing/2014/main" id="{97E3FCBF-CC2E-53BE-1112-54866E3944EF}"/>
                  </a:ext>
                </a:extLst>
              </p14:cNvPr>
              <p14:cNvContentPartPr/>
              <p14:nvPr/>
            </p14:nvContentPartPr>
            <p14:xfrm>
              <a:off x="6241070" y="741637"/>
              <a:ext cx="1757160" cy="501120"/>
            </p14:xfrm>
          </p:contentPart>
        </mc:Choice>
        <mc:Fallback>
          <p:pic>
            <p:nvPicPr>
              <p:cNvPr id="485" name="Ink 484">
                <a:extLst>
                  <a:ext uri="{FF2B5EF4-FFF2-40B4-BE49-F238E27FC236}">
                    <a16:creationId xmlns:a16="http://schemas.microsoft.com/office/drawing/2014/main" id="{97E3FCBF-CC2E-53BE-1112-54866E3944EF}"/>
                  </a:ext>
                </a:extLst>
              </p:cNvPr>
              <p:cNvPicPr/>
              <p:nvPr/>
            </p:nvPicPr>
            <p:blipFill>
              <a:blip r:embed="rId689"/>
              <a:stretch>
                <a:fillRect/>
              </a:stretch>
            </p:blipFill>
            <p:spPr>
              <a:xfrm>
                <a:off x="6223430" y="723997"/>
                <a:ext cx="1792800" cy="536760"/>
              </a:xfrm>
              <a:prstGeom prst="rect">
                <a:avLst/>
              </a:prstGeom>
            </p:spPr>
          </p:pic>
        </mc:Fallback>
      </mc:AlternateContent>
    </p:spTree>
    <p:extLst>
      <p:ext uri="{BB962C8B-B14F-4D97-AF65-F5344CB8AC3E}">
        <p14:creationId xmlns:p14="http://schemas.microsoft.com/office/powerpoint/2010/main" val="132527867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FE31C1-7710-311B-F0D6-F40AF855251F}"/>
              </a:ext>
            </a:extLst>
          </p:cNvPr>
          <p:cNvSpPr>
            <a:spLocks noGrp="1"/>
          </p:cNvSpPr>
          <p:nvPr>
            <p:ph type="title"/>
          </p:nvPr>
        </p:nvSpPr>
        <p:spPr/>
        <p:txBody>
          <a:bodyPr/>
          <a:lstStyle/>
          <a:p>
            <a:endParaRPr lang="en-US"/>
          </a:p>
        </p:txBody>
      </p:sp>
      <mc:AlternateContent xmlns:mc="http://schemas.openxmlformats.org/markup-compatibility/2006">
        <mc:Choice xmlns:p14="http://schemas.microsoft.com/office/powerpoint/2010/main" Requires="p14">
          <p:contentPart p14:bwMode="auto" r:id="rId2">
            <p14:nvContentPartPr>
              <p14:cNvPr id="41" name="Ink 40">
                <a:extLst>
                  <a:ext uri="{FF2B5EF4-FFF2-40B4-BE49-F238E27FC236}">
                    <a16:creationId xmlns:a16="http://schemas.microsoft.com/office/drawing/2014/main" id="{B207BA44-DCFF-437E-5C1B-35C528FD47DD}"/>
                  </a:ext>
                </a:extLst>
              </p14:cNvPr>
              <p14:cNvContentPartPr/>
              <p14:nvPr/>
            </p14:nvContentPartPr>
            <p14:xfrm>
              <a:off x="8398550" y="1955917"/>
              <a:ext cx="277920" cy="343800"/>
            </p14:xfrm>
          </p:contentPart>
        </mc:Choice>
        <mc:Fallback>
          <p:pic>
            <p:nvPicPr>
              <p:cNvPr id="41" name="Ink 40">
                <a:extLst>
                  <a:ext uri="{FF2B5EF4-FFF2-40B4-BE49-F238E27FC236}">
                    <a16:creationId xmlns:a16="http://schemas.microsoft.com/office/drawing/2014/main" id="{B207BA44-DCFF-437E-5C1B-35C528FD47DD}"/>
                  </a:ext>
                </a:extLst>
              </p:cNvPr>
              <p:cNvPicPr/>
              <p:nvPr/>
            </p:nvPicPr>
            <p:blipFill>
              <a:blip r:embed="rId3"/>
              <a:stretch>
                <a:fillRect/>
              </a:stretch>
            </p:blipFill>
            <p:spPr>
              <a:xfrm>
                <a:off x="8380550" y="1938277"/>
                <a:ext cx="313560" cy="379440"/>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42" name="Ink 41">
                <a:extLst>
                  <a:ext uri="{FF2B5EF4-FFF2-40B4-BE49-F238E27FC236}">
                    <a16:creationId xmlns:a16="http://schemas.microsoft.com/office/drawing/2014/main" id="{19527A8A-E1BD-6CE3-FAB4-476AF262DB59}"/>
                  </a:ext>
                </a:extLst>
              </p14:cNvPr>
              <p14:cNvContentPartPr/>
              <p14:nvPr/>
            </p14:nvContentPartPr>
            <p14:xfrm>
              <a:off x="8777270" y="2242477"/>
              <a:ext cx="149040" cy="124920"/>
            </p14:xfrm>
          </p:contentPart>
        </mc:Choice>
        <mc:Fallback>
          <p:pic>
            <p:nvPicPr>
              <p:cNvPr id="42" name="Ink 41">
                <a:extLst>
                  <a:ext uri="{FF2B5EF4-FFF2-40B4-BE49-F238E27FC236}">
                    <a16:creationId xmlns:a16="http://schemas.microsoft.com/office/drawing/2014/main" id="{19527A8A-E1BD-6CE3-FAB4-476AF262DB59}"/>
                  </a:ext>
                </a:extLst>
              </p:cNvPr>
              <p:cNvPicPr/>
              <p:nvPr/>
            </p:nvPicPr>
            <p:blipFill>
              <a:blip r:embed="rId5"/>
              <a:stretch>
                <a:fillRect/>
              </a:stretch>
            </p:blipFill>
            <p:spPr>
              <a:xfrm>
                <a:off x="8759630" y="2224837"/>
                <a:ext cx="184680" cy="16056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43" name="Ink 42">
                <a:extLst>
                  <a:ext uri="{FF2B5EF4-FFF2-40B4-BE49-F238E27FC236}">
                    <a16:creationId xmlns:a16="http://schemas.microsoft.com/office/drawing/2014/main" id="{9A3127E4-4657-542D-22E8-9B40A39C3C7C}"/>
                  </a:ext>
                </a:extLst>
              </p14:cNvPr>
              <p14:cNvContentPartPr/>
              <p14:nvPr/>
            </p14:nvContentPartPr>
            <p14:xfrm>
              <a:off x="8980670" y="2251117"/>
              <a:ext cx="196200" cy="83880"/>
            </p14:xfrm>
          </p:contentPart>
        </mc:Choice>
        <mc:Fallback>
          <p:pic>
            <p:nvPicPr>
              <p:cNvPr id="43" name="Ink 42">
                <a:extLst>
                  <a:ext uri="{FF2B5EF4-FFF2-40B4-BE49-F238E27FC236}">
                    <a16:creationId xmlns:a16="http://schemas.microsoft.com/office/drawing/2014/main" id="{9A3127E4-4657-542D-22E8-9B40A39C3C7C}"/>
                  </a:ext>
                </a:extLst>
              </p:cNvPr>
              <p:cNvPicPr/>
              <p:nvPr/>
            </p:nvPicPr>
            <p:blipFill>
              <a:blip r:embed="rId7"/>
              <a:stretch>
                <a:fillRect/>
              </a:stretch>
            </p:blipFill>
            <p:spPr>
              <a:xfrm>
                <a:off x="8962670" y="2233117"/>
                <a:ext cx="231840" cy="11952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44" name="Ink 43">
                <a:extLst>
                  <a:ext uri="{FF2B5EF4-FFF2-40B4-BE49-F238E27FC236}">
                    <a16:creationId xmlns:a16="http://schemas.microsoft.com/office/drawing/2014/main" id="{C292F7BB-0F09-9F38-BBCE-8CBB558FA95B}"/>
                  </a:ext>
                </a:extLst>
              </p14:cNvPr>
              <p14:cNvContentPartPr/>
              <p14:nvPr/>
            </p14:nvContentPartPr>
            <p14:xfrm>
              <a:off x="9302510" y="2072197"/>
              <a:ext cx="27000" cy="245520"/>
            </p14:xfrm>
          </p:contentPart>
        </mc:Choice>
        <mc:Fallback>
          <p:pic>
            <p:nvPicPr>
              <p:cNvPr id="44" name="Ink 43">
                <a:extLst>
                  <a:ext uri="{FF2B5EF4-FFF2-40B4-BE49-F238E27FC236}">
                    <a16:creationId xmlns:a16="http://schemas.microsoft.com/office/drawing/2014/main" id="{C292F7BB-0F09-9F38-BBCE-8CBB558FA95B}"/>
                  </a:ext>
                </a:extLst>
              </p:cNvPr>
              <p:cNvPicPr/>
              <p:nvPr/>
            </p:nvPicPr>
            <p:blipFill>
              <a:blip r:embed="rId9"/>
              <a:stretch>
                <a:fillRect/>
              </a:stretch>
            </p:blipFill>
            <p:spPr>
              <a:xfrm>
                <a:off x="9284870" y="2054557"/>
                <a:ext cx="62640" cy="281160"/>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45" name="Ink 44">
                <a:extLst>
                  <a:ext uri="{FF2B5EF4-FFF2-40B4-BE49-F238E27FC236}">
                    <a16:creationId xmlns:a16="http://schemas.microsoft.com/office/drawing/2014/main" id="{2967FF53-14C6-451D-C039-E31B349D6797}"/>
                  </a:ext>
                </a:extLst>
              </p14:cNvPr>
              <p14:cNvContentPartPr/>
              <p14:nvPr/>
            </p14:nvContentPartPr>
            <p14:xfrm>
              <a:off x="9229790" y="2184157"/>
              <a:ext cx="286560" cy="96120"/>
            </p14:xfrm>
          </p:contentPart>
        </mc:Choice>
        <mc:Fallback>
          <p:pic>
            <p:nvPicPr>
              <p:cNvPr id="45" name="Ink 44">
                <a:extLst>
                  <a:ext uri="{FF2B5EF4-FFF2-40B4-BE49-F238E27FC236}">
                    <a16:creationId xmlns:a16="http://schemas.microsoft.com/office/drawing/2014/main" id="{2967FF53-14C6-451D-C039-E31B349D6797}"/>
                  </a:ext>
                </a:extLst>
              </p:cNvPr>
              <p:cNvPicPr/>
              <p:nvPr/>
            </p:nvPicPr>
            <p:blipFill>
              <a:blip r:embed="rId11"/>
              <a:stretch>
                <a:fillRect/>
              </a:stretch>
            </p:blipFill>
            <p:spPr>
              <a:xfrm>
                <a:off x="9211790" y="2166157"/>
                <a:ext cx="322200" cy="131760"/>
              </a:xfrm>
              <a:prstGeom prst="rect">
                <a:avLst/>
              </a:prstGeom>
            </p:spPr>
          </p:pic>
        </mc:Fallback>
      </mc:AlternateContent>
      <mc:AlternateContent xmlns:mc="http://schemas.openxmlformats.org/markup-compatibility/2006">
        <mc:Choice xmlns:p14="http://schemas.microsoft.com/office/powerpoint/2010/main" Requires="p14">
          <p:contentPart p14:bwMode="auto" r:id="rId12">
            <p14:nvContentPartPr>
              <p14:cNvPr id="4" name="Ink 3">
                <a:extLst>
                  <a:ext uri="{FF2B5EF4-FFF2-40B4-BE49-F238E27FC236}">
                    <a16:creationId xmlns:a16="http://schemas.microsoft.com/office/drawing/2014/main" id="{1096A65C-7F71-6190-9155-27B2D4D70A7F}"/>
                  </a:ext>
                </a:extLst>
              </p14:cNvPr>
              <p14:cNvContentPartPr/>
              <p14:nvPr/>
            </p14:nvContentPartPr>
            <p14:xfrm>
              <a:off x="4621430" y="1793917"/>
              <a:ext cx="178920" cy="1941120"/>
            </p14:xfrm>
          </p:contentPart>
        </mc:Choice>
        <mc:Fallback>
          <p:pic>
            <p:nvPicPr>
              <p:cNvPr id="4" name="Ink 3">
                <a:extLst>
                  <a:ext uri="{FF2B5EF4-FFF2-40B4-BE49-F238E27FC236}">
                    <a16:creationId xmlns:a16="http://schemas.microsoft.com/office/drawing/2014/main" id="{1096A65C-7F71-6190-9155-27B2D4D70A7F}"/>
                  </a:ext>
                </a:extLst>
              </p:cNvPr>
              <p:cNvPicPr/>
              <p:nvPr/>
            </p:nvPicPr>
            <p:blipFill>
              <a:blip r:embed="rId13"/>
              <a:stretch>
                <a:fillRect/>
              </a:stretch>
            </p:blipFill>
            <p:spPr>
              <a:xfrm>
                <a:off x="4603790" y="1775917"/>
                <a:ext cx="214560" cy="1976760"/>
              </a:xfrm>
              <a:prstGeom prst="rect">
                <a:avLst/>
              </a:prstGeom>
            </p:spPr>
          </p:pic>
        </mc:Fallback>
      </mc:AlternateContent>
      <mc:AlternateContent xmlns:mc="http://schemas.openxmlformats.org/markup-compatibility/2006">
        <mc:Choice xmlns:p14="http://schemas.microsoft.com/office/powerpoint/2010/main" Requires="p14">
          <p:contentPart p14:bwMode="auto" r:id="rId14">
            <p14:nvContentPartPr>
              <p14:cNvPr id="5" name="Ink 4">
                <a:extLst>
                  <a:ext uri="{FF2B5EF4-FFF2-40B4-BE49-F238E27FC236}">
                    <a16:creationId xmlns:a16="http://schemas.microsoft.com/office/drawing/2014/main" id="{2312CD75-F330-1EFA-593F-FE997E883A20}"/>
                  </a:ext>
                </a:extLst>
              </p14:cNvPr>
              <p14:cNvContentPartPr/>
              <p14:nvPr/>
            </p14:nvContentPartPr>
            <p14:xfrm>
              <a:off x="4720430" y="1895077"/>
              <a:ext cx="1688760" cy="1877040"/>
            </p14:xfrm>
          </p:contentPart>
        </mc:Choice>
        <mc:Fallback>
          <p:pic>
            <p:nvPicPr>
              <p:cNvPr id="5" name="Ink 4">
                <a:extLst>
                  <a:ext uri="{FF2B5EF4-FFF2-40B4-BE49-F238E27FC236}">
                    <a16:creationId xmlns:a16="http://schemas.microsoft.com/office/drawing/2014/main" id="{2312CD75-F330-1EFA-593F-FE997E883A20}"/>
                  </a:ext>
                </a:extLst>
              </p:cNvPr>
              <p:cNvPicPr/>
              <p:nvPr/>
            </p:nvPicPr>
            <p:blipFill>
              <a:blip r:embed="rId15"/>
              <a:stretch>
                <a:fillRect/>
              </a:stretch>
            </p:blipFill>
            <p:spPr>
              <a:xfrm>
                <a:off x="4702790" y="1877437"/>
                <a:ext cx="1724400" cy="1912680"/>
              </a:xfrm>
              <a:prstGeom prst="rect">
                <a:avLst/>
              </a:prstGeom>
            </p:spPr>
          </p:pic>
        </mc:Fallback>
      </mc:AlternateContent>
      <mc:AlternateContent xmlns:mc="http://schemas.openxmlformats.org/markup-compatibility/2006">
        <mc:Choice xmlns:p14="http://schemas.microsoft.com/office/powerpoint/2010/main" Requires="p14">
          <p:contentPart p14:bwMode="auto" r:id="rId16">
            <p14:nvContentPartPr>
              <p14:cNvPr id="6" name="Ink 5">
                <a:extLst>
                  <a:ext uri="{FF2B5EF4-FFF2-40B4-BE49-F238E27FC236}">
                    <a16:creationId xmlns:a16="http://schemas.microsoft.com/office/drawing/2014/main" id="{61B70491-1EB7-9FFE-C9AD-EB94A07F6BFB}"/>
                  </a:ext>
                </a:extLst>
              </p14:cNvPr>
              <p14:cNvContentPartPr/>
              <p14:nvPr/>
            </p14:nvContentPartPr>
            <p14:xfrm>
              <a:off x="4893230" y="2478277"/>
              <a:ext cx="340920" cy="82440"/>
            </p14:xfrm>
          </p:contentPart>
        </mc:Choice>
        <mc:Fallback>
          <p:pic>
            <p:nvPicPr>
              <p:cNvPr id="6" name="Ink 5">
                <a:extLst>
                  <a:ext uri="{FF2B5EF4-FFF2-40B4-BE49-F238E27FC236}">
                    <a16:creationId xmlns:a16="http://schemas.microsoft.com/office/drawing/2014/main" id="{61B70491-1EB7-9FFE-C9AD-EB94A07F6BFB}"/>
                  </a:ext>
                </a:extLst>
              </p:cNvPr>
              <p:cNvPicPr/>
              <p:nvPr/>
            </p:nvPicPr>
            <p:blipFill>
              <a:blip r:embed="rId17"/>
              <a:stretch>
                <a:fillRect/>
              </a:stretch>
            </p:blipFill>
            <p:spPr>
              <a:xfrm>
                <a:off x="4875230" y="2460277"/>
                <a:ext cx="376560" cy="118080"/>
              </a:xfrm>
              <a:prstGeom prst="rect">
                <a:avLst/>
              </a:prstGeom>
            </p:spPr>
          </p:pic>
        </mc:Fallback>
      </mc:AlternateContent>
      <mc:AlternateContent xmlns:mc="http://schemas.openxmlformats.org/markup-compatibility/2006">
        <mc:Choice xmlns:p14="http://schemas.microsoft.com/office/powerpoint/2010/main" Requires="p14">
          <p:contentPart p14:bwMode="auto" r:id="rId18">
            <p14:nvContentPartPr>
              <p14:cNvPr id="8" name="Ink 7">
                <a:extLst>
                  <a:ext uri="{FF2B5EF4-FFF2-40B4-BE49-F238E27FC236}">
                    <a16:creationId xmlns:a16="http://schemas.microsoft.com/office/drawing/2014/main" id="{F154D8EC-2E7D-84D5-E99B-29CF42932904}"/>
                  </a:ext>
                </a:extLst>
              </p14:cNvPr>
              <p14:cNvContentPartPr/>
              <p14:nvPr/>
            </p14:nvContentPartPr>
            <p14:xfrm>
              <a:off x="5041910" y="2993797"/>
              <a:ext cx="312840" cy="32760"/>
            </p14:xfrm>
          </p:contentPart>
        </mc:Choice>
        <mc:Fallback>
          <p:pic>
            <p:nvPicPr>
              <p:cNvPr id="8" name="Ink 7">
                <a:extLst>
                  <a:ext uri="{FF2B5EF4-FFF2-40B4-BE49-F238E27FC236}">
                    <a16:creationId xmlns:a16="http://schemas.microsoft.com/office/drawing/2014/main" id="{F154D8EC-2E7D-84D5-E99B-29CF42932904}"/>
                  </a:ext>
                </a:extLst>
              </p:cNvPr>
              <p:cNvPicPr/>
              <p:nvPr/>
            </p:nvPicPr>
            <p:blipFill>
              <a:blip r:embed="rId19"/>
              <a:stretch>
                <a:fillRect/>
              </a:stretch>
            </p:blipFill>
            <p:spPr>
              <a:xfrm>
                <a:off x="5023910" y="2975797"/>
                <a:ext cx="348480" cy="68400"/>
              </a:xfrm>
              <a:prstGeom prst="rect">
                <a:avLst/>
              </a:prstGeom>
            </p:spPr>
          </p:pic>
        </mc:Fallback>
      </mc:AlternateContent>
      <mc:AlternateContent xmlns:mc="http://schemas.openxmlformats.org/markup-compatibility/2006">
        <mc:Choice xmlns:p14="http://schemas.microsoft.com/office/powerpoint/2010/main" Requires="p14">
          <p:contentPart p14:bwMode="auto" r:id="rId20">
            <p14:nvContentPartPr>
              <p14:cNvPr id="9" name="Ink 8">
                <a:extLst>
                  <a:ext uri="{FF2B5EF4-FFF2-40B4-BE49-F238E27FC236}">
                    <a16:creationId xmlns:a16="http://schemas.microsoft.com/office/drawing/2014/main" id="{3291E589-7688-4676-E70E-C685A4D816D7}"/>
                  </a:ext>
                </a:extLst>
              </p14:cNvPr>
              <p14:cNvContentPartPr/>
              <p14:nvPr/>
            </p14:nvContentPartPr>
            <p14:xfrm>
              <a:off x="5183030" y="2881477"/>
              <a:ext cx="66600" cy="345240"/>
            </p14:xfrm>
          </p:contentPart>
        </mc:Choice>
        <mc:Fallback>
          <p:pic>
            <p:nvPicPr>
              <p:cNvPr id="9" name="Ink 8">
                <a:extLst>
                  <a:ext uri="{FF2B5EF4-FFF2-40B4-BE49-F238E27FC236}">
                    <a16:creationId xmlns:a16="http://schemas.microsoft.com/office/drawing/2014/main" id="{3291E589-7688-4676-E70E-C685A4D816D7}"/>
                  </a:ext>
                </a:extLst>
              </p:cNvPr>
              <p:cNvPicPr/>
              <p:nvPr/>
            </p:nvPicPr>
            <p:blipFill>
              <a:blip r:embed="rId21"/>
              <a:stretch>
                <a:fillRect/>
              </a:stretch>
            </p:blipFill>
            <p:spPr>
              <a:xfrm>
                <a:off x="5165030" y="2863477"/>
                <a:ext cx="102240" cy="380880"/>
              </a:xfrm>
              <a:prstGeom prst="rect">
                <a:avLst/>
              </a:prstGeom>
            </p:spPr>
          </p:pic>
        </mc:Fallback>
      </mc:AlternateContent>
      <mc:AlternateContent xmlns:mc="http://schemas.openxmlformats.org/markup-compatibility/2006">
        <mc:Choice xmlns:p14="http://schemas.microsoft.com/office/powerpoint/2010/main" Requires="p14">
          <p:contentPart p14:bwMode="auto" r:id="rId22">
            <p14:nvContentPartPr>
              <p14:cNvPr id="10" name="Ink 9">
                <a:extLst>
                  <a:ext uri="{FF2B5EF4-FFF2-40B4-BE49-F238E27FC236}">
                    <a16:creationId xmlns:a16="http://schemas.microsoft.com/office/drawing/2014/main" id="{EF020F8B-9541-5CD0-7A6D-538522C5EAB4}"/>
                  </a:ext>
                </a:extLst>
              </p14:cNvPr>
              <p14:cNvContentPartPr/>
              <p14:nvPr/>
            </p14:nvContentPartPr>
            <p14:xfrm>
              <a:off x="3248390" y="2551357"/>
              <a:ext cx="1420920" cy="163080"/>
            </p14:xfrm>
          </p:contentPart>
        </mc:Choice>
        <mc:Fallback>
          <p:pic>
            <p:nvPicPr>
              <p:cNvPr id="10" name="Ink 9">
                <a:extLst>
                  <a:ext uri="{FF2B5EF4-FFF2-40B4-BE49-F238E27FC236}">
                    <a16:creationId xmlns:a16="http://schemas.microsoft.com/office/drawing/2014/main" id="{EF020F8B-9541-5CD0-7A6D-538522C5EAB4}"/>
                  </a:ext>
                </a:extLst>
              </p:cNvPr>
              <p:cNvPicPr/>
              <p:nvPr/>
            </p:nvPicPr>
            <p:blipFill>
              <a:blip r:embed="rId23"/>
              <a:stretch>
                <a:fillRect/>
              </a:stretch>
            </p:blipFill>
            <p:spPr>
              <a:xfrm>
                <a:off x="3230390" y="2533717"/>
                <a:ext cx="1456560" cy="198720"/>
              </a:xfrm>
              <a:prstGeom prst="rect">
                <a:avLst/>
              </a:prstGeom>
            </p:spPr>
          </p:pic>
        </mc:Fallback>
      </mc:AlternateContent>
      <mc:AlternateContent xmlns:mc="http://schemas.openxmlformats.org/markup-compatibility/2006">
        <mc:Choice xmlns:p14="http://schemas.microsoft.com/office/powerpoint/2010/main" Requires="p14">
          <p:contentPart p14:bwMode="auto" r:id="rId24">
            <p14:nvContentPartPr>
              <p14:cNvPr id="11" name="Ink 10">
                <a:extLst>
                  <a:ext uri="{FF2B5EF4-FFF2-40B4-BE49-F238E27FC236}">
                    <a16:creationId xmlns:a16="http://schemas.microsoft.com/office/drawing/2014/main" id="{7578C4E7-E54A-6DA7-9556-760E0E3108E1}"/>
                  </a:ext>
                </a:extLst>
              </p14:cNvPr>
              <p14:cNvContentPartPr/>
              <p14:nvPr/>
            </p14:nvContentPartPr>
            <p14:xfrm>
              <a:off x="3123830" y="2693557"/>
              <a:ext cx="145440" cy="1382760"/>
            </p14:xfrm>
          </p:contentPart>
        </mc:Choice>
        <mc:Fallback>
          <p:pic>
            <p:nvPicPr>
              <p:cNvPr id="11" name="Ink 10">
                <a:extLst>
                  <a:ext uri="{FF2B5EF4-FFF2-40B4-BE49-F238E27FC236}">
                    <a16:creationId xmlns:a16="http://schemas.microsoft.com/office/drawing/2014/main" id="{7578C4E7-E54A-6DA7-9556-760E0E3108E1}"/>
                  </a:ext>
                </a:extLst>
              </p:cNvPr>
              <p:cNvPicPr/>
              <p:nvPr/>
            </p:nvPicPr>
            <p:blipFill>
              <a:blip r:embed="rId25"/>
              <a:stretch>
                <a:fillRect/>
              </a:stretch>
            </p:blipFill>
            <p:spPr>
              <a:xfrm>
                <a:off x="3106190" y="2675557"/>
                <a:ext cx="181080" cy="1418400"/>
              </a:xfrm>
              <a:prstGeom prst="rect">
                <a:avLst/>
              </a:prstGeom>
            </p:spPr>
          </p:pic>
        </mc:Fallback>
      </mc:AlternateContent>
      <mc:AlternateContent xmlns:mc="http://schemas.openxmlformats.org/markup-compatibility/2006">
        <mc:Choice xmlns:p14="http://schemas.microsoft.com/office/powerpoint/2010/main" Requires="p14">
          <p:contentPart p14:bwMode="auto" r:id="rId26">
            <p14:nvContentPartPr>
              <p14:cNvPr id="13" name="Ink 12">
                <a:extLst>
                  <a:ext uri="{FF2B5EF4-FFF2-40B4-BE49-F238E27FC236}">
                    <a16:creationId xmlns:a16="http://schemas.microsoft.com/office/drawing/2014/main" id="{CA77C821-13F6-D036-0BB8-CD288BC82B83}"/>
                  </a:ext>
                </a:extLst>
              </p14:cNvPr>
              <p14:cNvContentPartPr/>
              <p14:nvPr/>
            </p14:nvContentPartPr>
            <p14:xfrm>
              <a:off x="3020870" y="3972637"/>
              <a:ext cx="244440" cy="442440"/>
            </p14:xfrm>
          </p:contentPart>
        </mc:Choice>
        <mc:Fallback>
          <p:pic>
            <p:nvPicPr>
              <p:cNvPr id="13" name="Ink 12">
                <a:extLst>
                  <a:ext uri="{FF2B5EF4-FFF2-40B4-BE49-F238E27FC236}">
                    <a16:creationId xmlns:a16="http://schemas.microsoft.com/office/drawing/2014/main" id="{CA77C821-13F6-D036-0BB8-CD288BC82B83}"/>
                  </a:ext>
                </a:extLst>
              </p:cNvPr>
              <p:cNvPicPr/>
              <p:nvPr/>
            </p:nvPicPr>
            <p:blipFill>
              <a:blip r:embed="rId27"/>
              <a:stretch>
                <a:fillRect/>
              </a:stretch>
            </p:blipFill>
            <p:spPr>
              <a:xfrm>
                <a:off x="3003230" y="3954997"/>
                <a:ext cx="280080" cy="478080"/>
              </a:xfrm>
              <a:prstGeom prst="rect">
                <a:avLst/>
              </a:prstGeom>
            </p:spPr>
          </p:pic>
        </mc:Fallback>
      </mc:AlternateContent>
      <mc:AlternateContent xmlns:mc="http://schemas.openxmlformats.org/markup-compatibility/2006">
        <mc:Choice xmlns:p14="http://schemas.microsoft.com/office/powerpoint/2010/main" Requires="p14">
          <p:contentPart p14:bwMode="auto" r:id="rId28">
            <p14:nvContentPartPr>
              <p14:cNvPr id="14" name="Ink 13">
                <a:extLst>
                  <a:ext uri="{FF2B5EF4-FFF2-40B4-BE49-F238E27FC236}">
                    <a16:creationId xmlns:a16="http://schemas.microsoft.com/office/drawing/2014/main" id="{335B1F84-AC38-C27C-BAAC-AD8F237B4F20}"/>
                  </a:ext>
                </a:extLst>
              </p14:cNvPr>
              <p14:cNvContentPartPr/>
              <p14:nvPr/>
            </p14:nvContentPartPr>
            <p14:xfrm>
              <a:off x="3073790" y="4008277"/>
              <a:ext cx="555840" cy="445680"/>
            </p14:xfrm>
          </p:contentPart>
        </mc:Choice>
        <mc:Fallback>
          <p:pic>
            <p:nvPicPr>
              <p:cNvPr id="14" name="Ink 13">
                <a:extLst>
                  <a:ext uri="{FF2B5EF4-FFF2-40B4-BE49-F238E27FC236}">
                    <a16:creationId xmlns:a16="http://schemas.microsoft.com/office/drawing/2014/main" id="{335B1F84-AC38-C27C-BAAC-AD8F237B4F20}"/>
                  </a:ext>
                </a:extLst>
              </p:cNvPr>
              <p:cNvPicPr/>
              <p:nvPr/>
            </p:nvPicPr>
            <p:blipFill>
              <a:blip r:embed="rId29"/>
              <a:stretch>
                <a:fillRect/>
              </a:stretch>
            </p:blipFill>
            <p:spPr>
              <a:xfrm>
                <a:off x="3055790" y="3990637"/>
                <a:ext cx="591480" cy="481320"/>
              </a:xfrm>
              <a:prstGeom prst="rect">
                <a:avLst/>
              </a:prstGeom>
            </p:spPr>
          </p:pic>
        </mc:Fallback>
      </mc:AlternateContent>
      <mc:AlternateContent xmlns:mc="http://schemas.openxmlformats.org/markup-compatibility/2006">
        <mc:Choice xmlns:p14="http://schemas.microsoft.com/office/powerpoint/2010/main" Requires="p14">
          <p:contentPart p14:bwMode="auto" r:id="rId30">
            <p14:nvContentPartPr>
              <p14:cNvPr id="15" name="Ink 14">
                <a:extLst>
                  <a:ext uri="{FF2B5EF4-FFF2-40B4-BE49-F238E27FC236}">
                    <a16:creationId xmlns:a16="http://schemas.microsoft.com/office/drawing/2014/main" id="{C4F22133-4022-830E-41DF-7E9321595161}"/>
                  </a:ext>
                </a:extLst>
              </p14:cNvPr>
              <p14:cNvContentPartPr/>
              <p14:nvPr/>
            </p14:nvContentPartPr>
            <p14:xfrm>
              <a:off x="3309230" y="4426237"/>
              <a:ext cx="108360" cy="749160"/>
            </p14:xfrm>
          </p:contentPart>
        </mc:Choice>
        <mc:Fallback>
          <p:pic>
            <p:nvPicPr>
              <p:cNvPr id="15" name="Ink 14">
                <a:extLst>
                  <a:ext uri="{FF2B5EF4-FFF2-40B4-BE49-F238E27FC236}">
                    <a16:creationId xmlns:a16="http://schemas.microsoft.com/office/drawing/2014/main" id="{C4F22133-4022-830E-41DF-7E9321595161}"/>
                  </a:ext>
                </a:extLst>
              </p:cNvPr>
              <p:cNvPicPr/>
              <p:nvPr/>
            </p:nvPicPr>
            <p:blipFill>
              <a:blip r:embed="rId31"/>
              <a:stretch>
                <a:fillRect/>
              </a:stretch>
            </p:blipFill>
            <p:spPr>
              <a:xfrm>
                <a:off x="3291230" y="4408237"/>
                <a:ext cx="144000" cy="784800"/>
              </a:xfrm>
              <a:prstGeom prst="rect">
                <a:avLst/>
              </a:prstGeom>
            </p:spPr>
          </p:pic>
        </mc:Fallback>
      </mc:AlternateContent>
      <mc:AlternateContent xmlns:mc="http://schemas.openxmlformats.org/markup-compatibility/2006">
        <mc:Choice xmlns:p14="http://schemas.microsoft.com/office/powerpoint/2010/main" Requires="p14">
          <p:contentPart p14:bwMode="auto" r:id="rId32">
            <p14:nvContentPartPr>
              <p14:cNvPr id="17" name="Ink 16">
                <a:extLst>
                  <a:ext uri="{FF2B5EF4-FFF2-40B4-BE49-F238E27FC236}">
                    <a16:creationId xmlns:a16="http://schemas.microsoft.com/office/drawing/2014/main" id="{4489E6CD-27B2-6C6E-9DB1-5486ABA1860E}"/>
                  </a:ext>
                </a:extLst>
              </p14:cNvPr>
              <p14:cNvContentPartPr/>
              <p14:nvPr/>
            </p14:nvContentPartPr>
            <p14:xfrm>
              <a:off x="4261430" y="3260197"/>
              <a:ext cx="536400" cy="73800"/>
            </p14:xfrm>
          </p:contentPart>
        </mc:Choice>
        <mc:Fallback>
          <p:pic>
            <p:nvPicPr>
              <p:cNvPr id="17" name="Ink 16">
                <a:extLst>
                  <a:ext uri="{FF2B5EF4-FFF2-40B4-BE49-F238E27FC236}">
                    <a16:creationId xmlns:a16="http://schemas.microsoft.com/office/drawing/2014/main" id="{4489E6CD-27B2-6C6E-9DB1-5486ABA1860E}"/>
                  </a:ext>
                </a:extLst>
              </p:cNvPr>
              <p:cNvPicPr/>
              <p:nvPr/>
            </p:nvPicPr>
            <p:blipFill>
              <a:blip r:embed="rId33"/>
              <a:stretch>
                <a:fillRect/>
              </a:stretch>
            </p:blipFill>
            <p:spPr>
              <a:xfrm>
                <a:off x="4243790" y="3242557"/>
                <a:ext cx="572040" cy="109440"/>
              </a:xfrm>
              <a:prstGeom prst="rect">
                <a:avLst/>
              </a:prstGeom>
            </p:spPr>
          </p:pic>
        </mc:Fallback>
      </mc:AlternateContent>
      <mc:AlternateContent xmlns:mc="http://schemas.openxmlformats.org/markup-compatibility/2006">
        <mc:Choice xmlns:p14="http://schemas.microsoft.com/office/powerpoint/2010/main" Requires="p14">
          <p:contentPart p14:bwMode="auto" r:id="rId34">
            <p14:nvContentPartPr>
              <p14:cNvPr id="18" name="Ink 17">
                <a:extLst>
                  <a:ext uri="{FF2B5EF4-FFF2-40B4-BE49-F238E27FC236}">
                    <a16:creationId xmlns:a16="http://schemas.microsoft.com/office/drawing/2014/main" id="{C382F6BD-3DA9-0E1B-5B60-E15FED6598C4}"/>
                  </a:ext>
                </a:extLst>
              </p14:cNvPr>
              <p14:cNvContentPartPr/>
              <p14:nvPr/>
            </p14:nvContentPartPr>
            <p14:xfrm>
              <a:off x="4258550" y="3392677"/>
              <a:ext cx="252000" cy="945360"/>
            </p14:xfrm>
          </p:contentPart>
        </mc:Choice>
        <mc:Fallback>
          <p:pic>
            <p:nvPicPr>
              <p:cNvPr id="18" name="Ink 17">
                <a:extLst>
                  <a:ext uri="{FF2B5EF4-FFF2-40B4-BE49-F238E27FC236}">
                    <a16:creationId xmlns:a16="http://schemas.microsoft.com/office/drawing/2014/main" id="{C382F6BD-3DA9-0E1B-5B60-E15FED6598C4}"/>
                  </a:ext>
                </a:extLst>
              </p:cNvPr>
              <p:cNvPicPr/>
              <p:nvPr/>
            </p:nvPicPr>
            <p:blipFill>
              <a:blip r:embed="rId35"/>
              <a:stretch>
                <a:fillRect/>
              </a:stretch>
            </p:blipFill>
            <p:spPr>
              <a:xfrm>
                <a:off x="4240550" y="3374677"/>
                <a:ext cx="287640" cy="981000"/>
              </a:xfrm>
              <a:prstGeom prst="rect">
                <a:avLst/>
              </a:prstGeom>
            </p:spPr>
          </p:pic>
        </mc:Fallback>
      </mc:AlternateContent>
      <mc:AlternateContent xmlns:mc="http://schemas.openxmlformats.org/markup-compatibility/2006">
        <mc:Choice xmlns:p14="http://schemas.microsoft.com/office/powerpoint/2010/main" Requires="p14">
          <p:contentPart p14:bwMode="auto" r:id="rId36">
            <p14:nvContentPartPr>
              <p14:cNvPr id="19" name="Ink 18">
                <a:extLst>
                  <a:ext uri="{FF2B5EF4-FFF2-40B4-BE49-F238E27FC236}">
                    <a16:creationId xmlns:a16="http://schemas.microsoft.com/office/drawing/2014/main" id="{0E56BE10-160B-44B4-4EAF-34C03E8F41D7}"/>
                  </a:ext>
                </a:extLst>
              </p14:cNvPr>
              <p14:cNvContentPartPr/>
              <p14:nvPr/>
            </p14:nvContentPartPr>
            <p14:xfrm>
              <a:off x="4298870" y="4206637"/>
              <a:ext cx="406800" cy="78480"/>
            </p14:xfrm>
          </p:contentPart>
        </mc:Choice>
        <mc:Fallback>
          <p:pic>
            <p:nvPicPr>
              <p:cNvPr id="19" name="Ink 18">
                <a:extLst>
                  <a:ext uri="{FF2B5EF4-FFF2-40B4-BE49-F238E27FC236}">
                    <a16:creationId xmlns:a16="http://schemas.microsoft.com/office/drawing/2014/main" id="{0E56BE10-160B-44B4-4EAF-34C03E8F41D7}"/>
                  </a:ext>
                </a:extLst>
              </p:cNvPr>
              <p:cNvPicPr/>
              <p:nvPr/>
            </p:nvPicPr>
            <p:blipFill>
              <a:blip r:embed="rId37"/>
              <a:stretch>
                <a:fillRect/>
              </a:stretch>
            </p:blipFill>
            <p:spPr>
              <a:xfrm>
                <a:off x="4281230" y="4188997"/>
                <a:ext cx="442440" cy="114120"/>
              </a:xfrm>
              <a:prstGeom prst="rect">
                <a:avLst/>
              </a:prstGeom>
            </p:spPr>
          </p:pic>
        </mc:Fallback>
      </mc:AlternateContent>
      <mc:AlternateContent xmlns:mc="http://schemas.openxmlformats.org/markup-compatibility/2006">
        <mc:Choice xmlns:p14="http://schemas.microsoft.com/office/powerpoint/2010/main" Requires="p14">
          <p:contentPart p14:bwMode="auto" r:id="rId38">
            <p14:nvContentPartPr>
              <p14:cNvPr id="20" name="Ink 19">
                <a:extLst>
                  <a:ext uri="{FF2B5EF4-FFF2-40B4-BE49-F238E27FC236}">
                    <a16:creationId xmlns:a16="http://schemas.microsoft.com/office/drawing/2014/main" id="{2EFDC177-D238-FF80-3C62-20926F3D9914}"/>
                  </a:ext>
                </a:extLst>
              </p14:cNvPr>
              <p14:cNvContentPartPr/>
              <p14:nvPr/>
            </p14:nvContentPartPr>
            <p14:xfrm>
              <a:off x="4232630" y="4348117"/>
              <a:ext cx="263520" cy="140400"/>
            </p14:xfrm>
          </p:contentPart>
        </mc:Choice>
        <mc:Fallback>
          <p:pic>
            <p:nvPicPr>
              <p:cNvPr id="20" name="Ink 19">
                <a:extLst>
                  <a:ext uri="{FF2B5EF4-FFF2-40B4-BE49-F238E27FC236}">
                    <a16:creationId xmlns:a16="http://schemas.microsoft.com/office/drawing/2014/main" id="{2EFDC177-D238-FF80-3C62-20926F3D9914}"/>
                  </a:ext>
                </a:extLst>
              </p:cNvPr>
              <p:cNvPicPr/>
              <p:nvPr/>
            </p:nvPicPr>
            <p:blipFill>
              <a:blip r:embed="rId39"/>
              <a:stretch>
                <a:fillRect/>
              </a:stretch>
            </p:blipFill>
            <p:spPr>
              <a:xfrm>
                <a:off x="4214630" y="4330117"/>
                <a:ext cx="299160" cy="176040"/>
              </a:xfrm>
              <a:prstGeom prst="rect">
                <a:avLst/>
              </a:prstGeom>
            </p:spPr>
          </p:pic>
        </mc:Fallback>
      </mc:AlternateContent>
      <mc:AlternateContent xmlns:mc="http://schemas.openxmlformats.org/markup-compatibility/2006">
        <mc:Choice xmlns:p14="http://schemas.microsoft.com/office/powerpoint/2010/main" Requires="p14">
          <p:contentPart p14:bwMode="auto" r:id="rId40">
            <p14:nvContentPartPr>
              <p14:cNvPr id="21" name="Ink 20">
                <a:extLst>
                  <a:ext uri="{FF2B5EF4-FFF2-40B4-BE49-F238E27FC236}">
                    <a16:creationId xmlns:a16="http://schemas.microsoft.com/office/drawing/2014/main" id="{B7F8E579-9835-58D6-A158-286E1F3DA4C0}"/>
                  </a:ext>
                </a:extLst>
              </p14:cNvPr>
              <p14:cNvContentPartPr/>
              <p14:nvPr/>
            </p14:nvContentPartPr>
            <p14:xfrm>
              <a:off x="4517390" y="4241557"/>
              <a:ext cx="145440" cy="291600"/>
            </p14:xfrm>
          </p:contentPart>
        </mc:Choice>
        <mc:Fallback>
          <p:pic>
            <p:nvPicPr>
              <p:cNvPr id="21" name="Ink 20">
                <a:extLst>
                  <a:ext uri="{FF2B5EF4-FFF2-40B4-BE49-F238E27FC236}">
                    <a16:creationId xmlns:a16="http://schemas.microsoft.com/office/drawing/2014/main" id="{B7F8E579-9835-58D6-A158-286E1F3DA4C0}"/>
                  </a:ext>
                </a:extLst>
              </p:cNvPr>
              <p:cNvPicPr/>
              <p:nvPr/>
            </p:nvPicPr>
            <p:blipFill>
              <a:blip r:embed="rId41"/>
              <a:stretch>
                <a:fillRect/>
              </a:stretch>
            </p:blipFill>
            <p:spPr>
              <a:xfrm>
                <a:off x="4499390" y="4223917"/>
                <a:ext cx="181080" cy="327240"/>
              </a:xfrm>
              <a:prstGeom prst="rect">
                <a:avLst/>
              </a:prstGeom>
            </p:spPr>
          </p:pic>
        </mc:Fallback>
      </mc:AlternateContent>
      <mc:AlternateContent xmlns:mc="http://schemas.openxmlformats.org/markup-compatibility/2006">
        <mc:Choice xmlns:p14="http://schemas.microsoft.com/office/powerpoint/2010/main" Requires="p14">
          <p:contentPart p14:bwMode="auto" r:id="rId42">
            <p14:nvContentPartPr>
              <p14:cNvPr id="22" name="Ink 21">
                <a:extLst>
                  <a:ext uri="{FF2B5EF4-FFF2-40B4-BE49-F238E27FC236}">
                    <a16:creationId xmlns:a16="http://schemas.microsoft.com/office/drawing/2014/main" id="{7CC283F8-A41A-EE75-5551-29D7ED750977}"/>
                  </a:ext>
                </a:extLst>
              </p14:cNvPr>
              <p14:cNvContentPartPr/>
              <p14:nvPr/>
            </p14:nvContentPartPr>
            <p14:xfrm>
              <a:off x="3128510" y="5209957"/>
              <a:ext cx="572040" cy="60840"/>
            </p14:xfrm>
          </p:contentPart>
        </mc:Choice>
        <mc:Fallback>
          <p:pic>
            <p:nvPicPr>
              <p:cNvPr id="22" name="Ink 21">
                <a:extLst>
                  <a:ext uri="{FF2B5EF4-FFF2-40B4-BE49-F238E27FC236}">
                    <a16:creationId xmlns:a16="http://schemas.microsoft.com/office/drawing/2014/main" id="{7CC283F8-A41A-EE75-5551-29D7ED750977}"/>
                  </a:ext>
                </a:extLst>
              </p:cNvPr>
              <p:cNvPicPr/>
              <p:nvPr/>
            </p:nvPicPr>
            <p:blipFill>
              <a:blip r:embed="rId43"/>
              <a:stretch>
                <a:fillRect/>
              </a:stretch>
            </p:blipFill>
            <p:spPr>
              <a:xfrm>
                <a:off x="3110870" y="5191957"/>
                <a:ext cx="607680" cy="96480"/>
              </a:xfrm>
              <a:prstGeom prst="rect">
                <a:avLst/>
              </a:prstGeom>
            </p:spPr>
          </p:pic>
        </mc:Fallback>
      </mc:AlternateContent>
      <mc:AlternateContent xmlns:mc="http://schemas.openxmlformats.org/markup-compatibility/2006">
        <mc:Choice xmlns:p14="http://schemas.microsoft.com/office/powerpoint/2010/main" Requires="p14">
          <p:contentPart p14:bwMode="auto" r:id="rId44">
            <p14:nvContentPartPr>
              <p14:cNvPr id="23" name="Ink 22">
                <a:extLst>
                  <a:ext uri="{FF2B5EF4-FFF2-40B4-BE49-F238E27FC236}">
                    <a16:creationId xmlns:a16="http://schemas.microsoft.com/office/drawing/2014/main" id="{7FFDF521-B590-8E7F-3754-5977B1F50B7F}"/>
                  </a:ext>
                </a:extLst>
              </p14:cNvPr>
              <p14:cNvContentPartPr/>
              <p14:nvPr/>
            </p14:nvContentPartPr>
            <p14:xfrm>
              <a:off x="3231110" y="5208517"/>
              <a:ext cx="315720" cy="90720"/>
            </p14:xfrm>
          </p:contentPart>
        </mc:Choice>
        <mc:Fallback>
          <p:pic>
            <p:nvPicPr>
              <p:cNvPr id="23" name="Ink 22">
                <a:extLst>
                  <a:ext uri="{FF2B5EF4-FFF2-40B4-BE49-F238E27FC236}">
                    <a16:creationId xmlns:a16="http://schemas.microsoft.com/office/drawing/2014/main" id="{7FFDF521-B590-8E7F-3754-5977B1F50B7F}"/>
                  </a:ext>
                </a:extLst>
              </p:cNvPr>
              <p:cNvPicPr/>
              <p:nvPr/>
            </p:nvPicPr>
            <p:blipFill>
              <a:blip r:embed="rId45"/>
              <a:stretch>
                <a:fillRect/>
              </a:stretch>
            </p:blipFill>
            <p:spPr>
              <a:xfrm>
                <a:off x="3213110" y="5190517"/>
                <a:ext cx="351360" cy="126360"/>
              </a:xfrm>
              <a:prstGeom prst="rect">
                <a:avLst/>
              </a:prstGeom>
            </p:spPr>
          </p:pic>
        </mc:Fallback>
      </mc:AlternateContent>
      <mc:AlternateContent xmlns:mc="http://schemas.openxmlformats.org/markup-compatibility/2006">
        <mc:Choice xmlns:p14="http://schemas.microsoft.com/office/powerpoint/2010/main" Requires="p14">
          <p:contentPart p14:bwMode="auto" r:id="rId46">
            <p14:nvContentPartPr>
              <p14:cNvPr id="24" name="Ink 23">
                <a:extLst>
                  <a:ext uri="{FF2B5EF4-FFF2-40B4-BE49-F238E27FC236}">
                    <a16:creationId xmlns:a16="http://schemas.microsoft.com/office/drawing/2014/main" id="{30A0E5DB-1006-B012-4F74-07DB64AE2840}"/>
                  </a:ext>
                </a:extLst>
              </p14:cNvPr>
              <p14:cNvContentPartPr/>
              <p14:nvPr/>
            </p14:nvContentPartPr>
            <p14:xfrm>
              <a:off x="3399230" y="5221117"/>
              <a:ext cx="189360" cy="299520"/>
            </p14:xfrm>
          </p:contentPart>
        </mc:Choice>
        <mc:Fallback>
          <p:pic>
            <p:nvPicPr>
              <p:cNvPr id="24" name="Ink 23">
                <a:extLst>
                  <a:ext uri="{FF2B5EF4-FFF2-40B4-BE49-F238E27FC236}">
                    <a16:creationId xmlns:a16="http://schemas.microsoft.com/office/drawing/2014/main" id="{30A0E5DB-1006-B012-4F74-07DB64AE2840}"/>
                  </a:ext>
                </a:extLst>
              </p:cNvPr>
              <p:cNvPicPr/>
              <p:nvPr/>
            </p:nvPicPr>
            <p:blipFill>
              <a:blip r:embed="rId47"/>
              <a:stretch>
                <a:fillRect/>
              </a:stretch>
            </p:blipFill>
            <p:spPr>
              <a:xfrm>
                <a:off x="3381590" y="5203477"/>
                <a:ext cx="225000" cy="335160"/>
              </a:xfrm>
              <a:prstGeom prst="rect">
                <a:avLst/>
              </a:prstGeom>
            </p:spPr>
          </p:pic>
        </mc:Fallback>
      </mc:AlternateContent>
      <mc:AlternateContent xmlns:mc="http://schemas.openxmlformats.org/markup-compatibility/2006">
        <mc:Choice xmlns:p14="http://schemas.microsoft.com/office/powerpoint/2010/main" Requires="p14">
          <p:contentPart p14:bwMode="auto" r:id="rId48">
            <p14:nvContentPartPr>
              <p14:cNvPr id="25" name="Ink 24">
                <a:extLst>
                  <a:ext uri="{FF2B5EF4-FFF2-40B4-BE49-F238E27FC236}">
                    <a16:creationId xmlns:a16="http://schemas.microsoft.com/office/drawing/2014/main" id="{6B8175DF-014B-28BC-9A6A-5B7CA57316E2}"/>
                  </a:ext>
                </a:extLst>
              </p14:cNvPr>
              <p14:cNvContentPartPr/>
              <p14:nvPr/>
            </p14:nvContentPartPr>
            <p14:xfrm>
              <a:off x="2923310" y="3915037"/>
              <a:ext cx="696240" cy="114840"/>
            </p14:xfrm>
          </p:contentPart>
        </mc:Choice>
        <mc:Fallback>
          <p:pic>
            <p:nvPicPr>
              <p:cNvPr id="25" name="Ink 24">
                <a:extLst>
                  <a:ext uri="{FF2B5EF4-FFF2-40B4-BE49-F238E27FC236}">
                    <a16:creationId xmlns:a16="http://schemas.microsoft.com/office/drawing/2014/main" id="{6B8175DF-014B-28BC-9A6A-5B7CA57316E2}"/>
                  </a:ext>
                </a:extLst>
              </p:cNvPr>
              <p:cNvPicPr/>
              <p:nvPr/>
            </p:nvPicPr>
            <p:blipFill>
              <a:blip r:embed="rId49"/>
              <a:stretch>
                <a:fillRect/>
              </a:stretch>
            </p:blipFill>
            <p:spPr>
              <a:xfrm>
                <a:off x="2905670" y="3897397"/>
                <a:ext cx="731880" cy="150480"/>
              </a:xfrm>
              <a:prstGeom prst="rect">
                <a:avLst/>
              </a:prstGeom>
            </p:spPr>
          </p:pic>
        </mc:Fallback>
      </mc:AlternateContent>
      <mc:AlternateContent xmlns:mc="http://schemas.openxmlformats.org/markup-compatibility/2006">
        <mc:Choice xmlns:p14="http://schemas.microsoft.com/office/powerpoint/2010/main" Requires="p14">
          <p:contentPart p14:bwMode="auto" r:id="rId50">
            <p14:nvContentPartPr>
              <p14:cNvPr id="26" name="Ink 25">
                <a:extLst>
                  <a:ext uri="{FF2B5EF4-FFF2-40B4-BE49-F238E27FC236}">
                    <a16:creationId xmlns:a16="http://schemas.microsoft.com/office/drawing/2014/main" id="{122182E6-1225-0F39-D0C2-D8448C3B012F}"/>
                  </a:ext>
                </a:extLst>
              </p14:cNvPr>
              <p14:cNvContentPartPr/>
              <p14:nvPr/>
            </p14:nvContentPartPr>
            <p14:xfrm>
              <a:off x="2755190" y="2039797"/>
              <a:ext cx="1202040" cy="1005480"/>
            </p14:xfrm>
          </p:contentPart>
        </mc:Choice>
        <mc:Fallback>
          <p:pic>
            <p:nvPicPr>
              <p:cNvPr id="26" name="Ink 25">
                <a:extLst>
                  <a:ext uri="{FF2B5EF4-FFF2-40B4-BE49-F238E27FC236}">
                    <a16:creationId xmlns:a16="http://schemas.microsoft.com/office/drawing/2014/main" id="{122182E6-1225-0F39-D0C2-D8448C3B012F}"/>
                  </a:ext>
                </a:extLst>
              </p:cNvPr>
              <p:cNvPicPr/>
              <p:nvPr/>
            </p:nvPicPr>
            <p:blipFill>
              <a:blip r:embed="rId51"/>
              <a:stretch>
                <a:fillRect/>
              </a:stretch>
            </p:blipFill>
            <p:spPr>
              <a:xfrm>
                <a:off x="2737550" y="2022157"/>
                <a:ext cx="1237680" cy="1041120"/>
              </a:xfrm>
              <a:prstGeom prst="rect">
                <a:avLst/>
              </a:prstGeom>
            </p:spPr>
          </p:pic>
        </mc:Fallback>
      </mc:AlternateContent>
      <mc:AlternateContent xmlns:mc="http://schemas.openxmlformats.org/markup-compatibility/2006">
        <mc:Choice xmlns:p14="http://schemas.microsoft.com/office/powerpoint/2010/main" Requires="p14">
          <p:contentPart p14:bwMode="auto" r:id="rId52">
            <p14:nvContentPartPr>
              <p14:cNvPr id="27" name="Ink 26">
                <a:extLst>
                  <a:ext uri="{FF2B5EF4-FFF2-40B4-BE49-F238E27FC236}">
                    <a16:creationId xmlns:a16="http://schemas.microsoft.com/office/drawing/2014/main" id="{1A6B17E4-E55A-358D-DD71-E6C8420D19B8}"/>
                  </a:ext>
                </a:extLst>
              </p14:cNvPr>
              <p14:cNvContentPartPr/>
              <p14:nvPr/>
            </p14:nvContentPartPr>
            <p14:xfrm>
              <a:off x="3741230" y="1995157"/>
              <a:ext cx="291240" cy="240120"/>
            </p14:xfrm>
          </p:contentPart>
        </mc:Choice>
        <mc:Fallback>
          <p:pic>
            <p:nvPicPr>
              <p:cNvPr id="27" name="Ink 26">
                <a:extLst>
                  <a:ext uri="{FF2B5EF4-FFF2-40B4-BE49-F238E27FC236}">
                    <a16:creationId xmlns:a16="http://schemas.microsoft.com/office/drawing/2014/main" id="{1A6B17E4-E55A-358D-DD71-E6C8420D19B8}"/>
                  </a:ext>
                </a:extLst>
              </p:cNvPr>
              <p:cNvPicPr/>
              <p:nvPr/>
            </p:nvPicPr>
            <p:blipFill>
              <a:blip r:embed="rId53"/>
              <a:stretch>
                <a:fillRect/>
              </a:stretch>
            </p:blipFill>
            <p:spPr>
              <a:xfrm>
                <a:off x="3723590" y="1977157"/>
                <a:ext cx="326880" cy="275760"/>
              </a:xfrm>
              <a:prstGeom prst="rect">
                <a:avLst/>
              </a:prstGeom>
            </p:spPr>
          </p:pic>
        </mc:Fallback>
      </mc:AlternateContent>
      <mc:AlternateContent xmlns:mc="http://schemas.openxmlformats.org/markup-compatibility/2006">
        <mc:Choice xmlns:p14="http://schemas.microsoft.com/office/powerpoint/2010/main" Requires="p14">
          <p:contentPart p14:bwMode="auto" r:id="rId54">
            <p14:nvContentPartPr>
              <p14:cNvPr id="29" name="Ink 28">
                <a:extLst>
                  <a:ext uri="{FF2B5EF4-FFF2-40B4-BE49-F238E27FC236}">
                    <a16:creationId xmlns:a16="http://schemas.microsoft.com/office/drawing/2014/main" id="{EED184DF-E152-3272-548F-D7E4373AD334}"/>
                  </a:ext>
                </a:extLst>
              </p14:cNvPr>
              <p14:cNvContentPartPr/>
              <p14:nvPr/>
            </p14:nvContentPartPr>
            <p14:xfrm>
              <a:off x="3111950" y="1434997"/>
              <a:ext cx="235080" cy="280800"/>
            </p14:xfrm>
          </p:contentPart>
        </mc:Choice>
        <mc:Fallback>
          <p:pic>
            <p:nvPicPr>
              <p:cNvPr id="29" name="Ink 28">
                <a:extLst>
                  <a:ext uri="{FF2B5EF4-FFF2-40B4-BE49-F238E27FC236}">
                    <a16:creationId xmlns:a16="http://schemas.microsoft.com/office/drawing/2014/main" id="{EED184DF-E152-3272-548F-D7E4373AD334}"/>
                  </a:ext>
                </a:extLst>
              </p:cNvPr>
              <p:cNvPicPr/>
              <p:nvPr/>
            </p:nvPicPr>
            <p:blipFill>
              <a:blip r:embed="rId55"/>
              <a:stretch>
                <a:fillRect/>
              </a:stretch>
            </p:blipFill>
            <p:spPr>
              <a:xfrm>
                <a:off x="3094310" y="1416997"/>
                <a:ext cx="270720" cy="316440"/>
              </a:xfrm>
              <a:prstGeom prst="rect">
                <a:avLst/>
              </a:prstGeom>
            </p:spPr>
          </p:pic>
        </mc:Fallback>
      </mc:AlternateContent>
      <mc:AlternateContent xmlns:mc="http://schemas.openxmlformats.org/markup-compatibility/2006">
        <mc:Choice xmlns:p14="http://schemas.microsoft.com/office/powerpoint/2010/main" Requires="p14">
          <p:contentPart p14:bwMode="auto" r:id="rId56">
            <p14:nvContentPartPr>
              <p14:cNvPr id="30" name="Ink 29">
                <a:extLst>
                  <a:ext uri="{FF2B5EF4-FFF2-40B4-BE49-F238E27FC236}">
                    <a16:creationId xmlns:a16="http://schemas.microsoft.com/office/drawing/2014/main" id="{E99AF74B-5BAC-B061-997A-D92F2D4CAA16}"/>
                  </a:ext>
                </a:extLst>
              </p14:cNvPr>
              <p14:cNvContentPartPr/>
              <p14:nvPr/>
            </p14:nvContentPartPr>
            <p14:xfrm>
              <a:off x="3124550" y="1206037"/>
              <a:ext cx="11160" cy="18360"/>
            </p14:xfrm>
          </p:contentPart>
        </mc:Choice>
        <mc:Fallback>
          <p:pic>
            <p:nvPicPr>
              <p:cNvPr id="30" name="Ink 29">
                <a:extLst>
                  <a:ext uri="{FF2B5EF4-FFF2-40B4-BE49-F238E27FC236}">
                    <a16:creationId xmlns:a16="http://schemas.microsoft.com/office/drawing/2014/main" id="{E99AF74B-5BAC-B061-997A-D92F2D4CAA16}"/>
                  </a:ext>
                </a:extLst>
              </p:cNvPr>
              <p:cNvPicPr/>
              <p:nvPr/>
            </p:nvPicPr>
            <p:blipFill>
              <a:blip r:embed="rId57"/>
              <a:stretch>
                <a:fillRect/>
              </a:stretch>
            </p:blipFill>
            <p:spPr>
              <a:xfrm>
                <a:off x="3106550" y="1188397"/>
                <a:ext cx="46800" cy="54000"/>
              </a:xfrm>
              <a:prstGeom prst="rect">
                <a:avLst/>
              </a:prstGeom>
            </p:spPr>
          </p:pic>
        </mc:Fallback>
      </mc:AlternateContent>
      <mc:AlternateContent xmlns:mc="http://schemas.openxmlformats.org/markup-compatibility/2006">
        <mc:Choice xmlns:p14="http://schemas.microsoft.com/office/powerpoint/2010/main" Requires="p14">
          <p:contentPart p14:bwMode="auto" r:id="rId58">
            <p14:nvContentPartPr>
              <p14:cNvPr id="31" name="Ink 30">
                <a:extLst>
                  <a:ext uri="{FF2B5EF4-FFF2-40B4-BE49-F238E27FC236}">
                    <a16:creationId xmlns:a16="http://schemas.microsoft.com/office/drawing/2014/main" id="{D442E24E-C450-E61C-E858-BFE5F4DDD4B0}"/>
                  </a:ext>
                </a:extLst>
              </p14:cNvPr>
              <p14:cNvContentPartPr/>
              <p14:nvPr/>
            </p14:nvContentPartPr>
            <p14:xfrm>
              <a:off x="3396710" y="1545877"/>
              <a:ext cx="158040" cy="228240"/>
            </p14:xfrm>
          </p:contentPart>
        </mc:Choice>
        <mc:Fallback>
          <p:pic>
            <p:nvPicPr>
              <p:cNvPr id="31" name="Ink 30">
                <a:extLst>
                  <a:ext uri="{FF2B5EF4-FFF2-40B4-BE49-F238E27FC236}">
                    <a16:creationId xmlns:a16="http://schemas.microsoft.com/office/drawing/2014/main" id="{D442E24E-C450-E61C-E858-BFE5F4DDD4B0}"/>
                  </a:ext>
                </a:extLst>
              </p:cNvPr>
              <p:cNvPicPr/>
              <p:nvPr/>
            </p:nvPicPr>
            <p:blipFill>
              <a:blip r:embed="rId59"/>
              <a:stretch>
                <a:fillRect/>
              </a:stretch>
            </p:blipFill>
            <p:spPr>
              <a:xfrm>
                <a:off x="3378710" y="1527877"/>
                <a:ext cx="193680" cy="263880"/>
              </a:xfrm>
              <a:prstGeom prst="rect">
                <a:avLst/>
              </a:prstGeom>
            </p:spPr>
          </p:pic>
        </mc:Fallback>
      </mc:AlternateContent>
      <mc:AlternateContent xmlns:mc="http://schemas.openxmlformats.org/markup-compatibility/2006">
        <mc:Choice xmlns:p14="http://schemas.microsoft.com/office/powerpoint/2010/main" Requires="p14">
          <p:contentPart p14:bwMode="auto" r:id="rId60">
            <p14:nvContentPartPr>
              <p14:cNvPr id="33" name="Ink 32">
                <a:extLst>
                  <a:ext uri="{FF2B5EF4-FFF2-40B4-BE49-F238E27FC236}">
                    <a16:creationId xmlns:a16="http://schemas.microsoft.com/office/drawing/2014/main" id="{AC92CDFA-F474-0C06-AA4C-2593615A866C}"/>
                  </a:ext>
                </a:extLst>
              </p14:cNvPr>
              <p14:cNvContentPartPr/>
              <p14:nvPr/>
            </p14:nvContentPartPr>
            <p14:xfrm>
              <a:off x="4221830" y="1387837"/>
              <a:ext cx="162720" cy="1149480"/>
            </p14:xfrm>
          </p:contentPart>
        </mc:Choice>
        <mc:Fallback>
          <p:pic>
            <p:nvPicPr>
              <p:cNvPr id="33" name="Ink 32">
                <a:extLst>
                  <a:ext uri="{FF2B5EF4-FFF2-40B4-BE49-F238E27FC236}">
                    <a16:creationId xmlns:a16="http://schemas.microsoft.com/office/drawing/2014/main" id="{AC92CDFA-F474-0C06-AA4C-2593615A866C}"/>
                  </a:ext>
                </a:extLst>
              </p:cNvPr>
              <p:cNvPicPr/>
              <p:nvPr/>
            </p:nvPicPr>
            <p:blipFill>
              <a:blip r:embed="rId61"/>
              <a:stretch>
                <a:fillRect/>
              </a:stretch>
            </p:blipFill>
            <p:spPr>
              <a:xfrm>
                <a:off x="4203830" y="1369837"/>
                <a:ext cx="198360" cy="1185120"/>
              </a:xfrm>
              <a:prstGeom prst="rect">
                <a:avLst/>
              </a:prstGeom>
            </p:spPr>
          </p:pic>
        </mc:Fallback>
      </mc:AlternateContent>
      <mc:AlternateContent xmlns:mc="http://schemas.openxmlformats.org/markup-compatibility/2006">
        <mc:Choice xmlns:p14="http://schemas.microsoft.com/office/powerpoint/2010/main" Requires="p14">
          <p:contentPart p14:bwMode="auto" r:id="rId62">
            <p14:nvContentPartPr>
              <p14:cNvPr id="34" name="Ink 33">
                <a:extLst>
                  <a:ext uri="{FF2B5EF4-FFF2-40B4-BE49-F238E27FC236}">
                    <a16:creationId xmlns:a16="http://schemas.microsoft.com/office/drawing/2014/main" id="{E703D394-30D9-B8BF-EB89-2974FA52665C}"/>
                  </a:ext>
                </a:extLst>
              </p14:cNvPr>
              <p14:cNvContentPartPr/>
              <p14:nvPr/>
            </p14:nvContentPartPr>
            <p14:xfrm>
              <a:off x="4250630" y="1319797"/>
              <a:ext cx="753480" cy="69840"/>
            </p14:xfrm>
          </p:contentPart>
        </mc:Choice>
        <mc:Fallback>
          <p:pic>
            <p:nvPicPr>
              <p:cNvPr id="34" name="Ink 33">
                <a:extLst>
                  <a:ext uri="{FF2B5EF4-FFF2-40B4-BE49-F238E27FC236}">
                    <a16:creationId xmlns:a16="http://schemas.microsoft.com/office/drawing/2014/main" id="{E703D394-30D9-B8BF-EB89-2974FA52665C}"/>
                  </a:ext>
                </a:extLst>
              </p:cNvPr>
              <p:cNvPicPr/>
              <p:nvPr/>
            </p:nvPicPr>
            <p:blipFill>
              <a:blip r:embed="rId63"/>
              <a:stretch>
                <a:fillRect/>
              </a:stretch>
            </p:blipFill>
            <p:spPr>
              <a:xfrm>
                <a:off x="4232990" y="1301797"/>
                <a:ext cx="789120" cy="105480"/>
              </a:xfrm>
              <a:prstGeom prst="rect">
                <a:avLst/>
              </a:prstGeom>
            </p:spPr>
          </p:pic>
        </mc:Fallback>
      </mc:AlternateContent>
      <mc:AlternateContent xmlns:mc="http://schemas.openxmlformats.org/markup-compatibility/2006">
        <mc:Choice xmlns:p14="http://schemas.microsoft.com/office/powerpoint/2010/main" Requires="p14">
          <p:contentPart p14:bwMode="auto" r:id="rId64">
            <p14:nvContentPartPr>
              <p14:cNvPr id="35" name="Ink 34">
                <a:extLst>
                  <a:ext uri="{FF2B5EF4-FFF2-40B4-BE49-F238E27FC236}">
                    <a16:creationId xmlns:a16="http://schemas.microsoft.com/office/drawing/2014/main" id="{2EE45890-C0C6-8487-081C-1EEE55284C48}"/>
                  </a:ext>
                </a:extLst>
              </p14:cNvPr>
              <p14:cNvContentPartPr/>
              <p14:nvPr/>
            </p14:nvContentPartPr>
            <p14:xfrm>
              <a:off x="5117150" y="1057357"/>
              <a:ext cx="386640" cy="285120"/>
            </p14:xfrm>
          </p:contentPart>
        </mc:Choice>
        <mc:Fallback>
          <p:pic>
            <p:nvPicPr>
              <p:cNvPr id="35" name="Ink 34">
                <a:extLst>
                  <a:ext uri="{FF2B5EF4-FFF2-40B4-BE49-F238E27FC236}">
                    <a16:creationId xmlns:a16="http://schemas.microsoft.com/office/drawing/2014/main" id="{2EE45890-C0C6-8487-081C-1EEE55284C48}"/>
                  </a:ext>
                </a:extLst>
              </p:cNvPr>
              <p:cNvPicPr/>
              <p:nvPr/>
            </p:nvPicPr>
            <p:blipFill>
              <a:blip r:embed="rId65"/>
              <a:stretch>
                <a:fillRect/>
              </a:stretch>
            </p:blipFill>
            <p:spPr>
              <a:xfrm>
                <a:off x="5099510" y="1039357"/>
                <a:ext cx="422280" cy="320760"/>
              </a:xfrm>
              <a:prstGeom prst="rect">
                <a:avLst/>
              </a:prstGeom>
            </p:spPr>
          </p:pic>
        </mc:Fallback>
      </mc:AlternateContent>
      <mc:AlternateContent xmlns:mc="http://schemas.openxmlformats.org/markup-compatibility/2006">
        <mc:Choice xmlns:p14="http://schemas.microsoft.com/office/powerpoint/2010/main" Requires="p14">
          <p:contentPart p14:bwMode="auto" r:id="rId66">
            <p14:nvContentPartPr>
              <p14:cNvPr id="36" name="Ink 35">
                <a:extLst>
                  <a:ext uri="{FF2B5EF4-FFF2-40B4-BE49-F238E27FC236}">
                    <a16:creationId xmlns:a16="http://schemas.microsoft.com/office/drawing/2014/main" id="{BADA51E7-3499-93C4-C871-B78A281F802A}"/>
                  </a:ext>
                </a:extLst>
              </p14:cNvPr>
              <p14:cNvContentPartPr/>
              <p14:nvPr/>
            </p14:nvContentPartPr>
            <p14:xfrm>
              <a:off x="5550230" y="1168237"/>
              <a:ext cx="1184400" cy="57960"/>
            </p14:xfrm>
          </p:contentPart>
        </mc:Choice>
        <mc:Fallback>
          <p:pic>
            <p:nvPicPr>
              <p:cNvPr id="36" name="Ink 35">
                <a:extLst>
                  <a:ext uri="{FF2B5EF4-FFF2-40B4-BE49-F238E27FC236}">
                    <a16:creationId xmlns:a16="http://schemas.microsoft.com/office/drawing/2014/main" id="{BADA51E7-3499-93C4-C871-B78A281F802A}"/>
                  </a:ext>
                </a:extLst>
              </p:cNvPr>
              <p:cNvPicPr/>
              <p:nvPr/>
            </p:nvPicPr>
            <p:blipFill>
              <a:blip r:embed="rId67"/>
              <a:stretch>
                <a:fillRect/>
              </a:stretch>
            </p:blipFill>
            <p:spPr>
              <a:xfrm>
                <a:off x="5532590" y="1150237"/>
                <a:ext cx="1220040" cy="93600"/>
              </a:xfrm>
              <a:prstGeom prst="rect">
                <a:avLst/>
              </a:prstGeom>
            </p:spPr>
          </p:pic>
        </mc:Fallback>
      </mc:AlternateContent>
      <mc:AlternateContent xmlns:mc="http://schemas.openxmlformats.org/markup-compatibility/2006">
        <mc:Choice xmlns:p14="http://schemas.microsoft.com/office/powerpoint/2010/main" Requires="p14">
          <p:contentPart p14:bwMode="auto" r:id="rId68">
            <p14:nvContentPartPr>
              <p14:cNvPr id="37" name="Ink 36">
                <a:extLst>
                  <a:ext uri="{FF2B5EF4-FFF2-40B4-BE49-F238E27FC236}">
                    <a16:creationId xmlns:a16="http://schemas.microsoft.com/office/drawing/2014/main" id="{DF6335B9-0C57-C0F2-828C-F3BCD062BC0B}"/>
                  </a:ext>
                </a:extLst>
              </p14:cNvPr>
              <p14:cNvContentPartPr/>
              <p14:nvPr/>
            </p14:nvContentPartPr>
            <p14:xfrm>
              <a:off x="6811310" y="1157797"/>
              <a:ext cx="92520" cy="1526400"/>
            </p14:xfrm>
          </p:contentPart>
        </mc:Choice>
        <mc:Fallback>
          <p:pic>
            <p:nvPicPr>
              <p:cNvPr id="37" name="Ink 36">
                <a:extLst>
                  <a:ext uri="{FF2B5EF4-FFF2-40B4-BE49-F238E27FC236}">
                    <a16:creationId xmlns:a16="http://schemas.microsoft.com/office/drawing/2014/main" id="{DF6335B9-0C57-C0F2-828C-F3BCD062BC0B}"/>
                  </a:ext>
                </a:extLst>
              </p:cNvPr>
              <p:cNvPicPr/>
              <p:nvPr/>
            </p:nvPicPr>
            <p:blipFill>
              <a:blip r:embed="rId69"/>
              <a:stretch>
                <a:fillRect/>
              </a:stretch>
            </p:blipFill>
            <p:spPr>
              <a:xfrm>
                <a:off x="6793310" y="1140157"/>
                <a:ext cx="128160" cy="1562040"/>
              </a:xfrm>
              <a:prstGeom prst="rect">
                <a:avLst/>
              </a:prstGeom>
            </p:spPr>
          </p:pic>
        </mc:Fallback>
      </mc:AlternateContent>
      <mc:AlternateContent xmlns:mc="http://schemas.openxmlformats.org/markup-compatibility/2006">
        <mc:Choice xmlns:p14="http://schemas.microsoft.com/office/powerpoint/2010/main" Requires="p14">
          <p:contentPart p14:bwMode="auto" r:id="rId70">
            <p14:nvContentPartPr>
              <p14:cNvPr id="38" name="Ink 37">
                <a:extLst>
                  <a:ext uri="{FF2B5EF4-FFF2-40B4-BE49-F238E27FC236}">
                    <a16:creationId xmlns:a16="http://schemas.microsoft.com/office/drawing/2014/main" id="{15C85513-289B-464F-EDBB-E23321C3F095}"/>
                  </a:ext>
                </a:extLst>
              </p14:cNvPr>
              <p14:cNvContentPartPr/>
              <p14:nvPr/>
            </p14:nvContentPartPr>
            <p14:xfrm>
              <a:off x="6477590" y="2690677"/>
              <a:ext cx="1378440" cy="38880"/>
            </p14:xfrm>
          </p:contentPart>
        </mc:Choice>
        <mc:Fallback>
          <p:pic>
            <p:nvPicPr>
              <p:cNvPr id="38" name="Ink 37">
                <a:extLst>
                  <a:ext uri="{FF2B5EF4-FFF2-40B4-BE49-F238E27FC236}">
                    <a16:creationId xmlns:a16="http://schemas.microsoft.com/office/drawing/2014/main" id="{15C85513-289B-464F-EDBB-E23321C3F095}"/>
                  </a:ext>
                </a:extLst>
              </p:cNvPr>
              <p:cNvPicPr/>
              <p:nvPr/>
            </p:nvPicPr>
            <p:blipFill>
              <a:blip r:embed="rId71"/>
              <a:stretch>
                <a:fillRect/>
              </a:stretch>
            </p:blipFill>
            <p:spPr>
              <a:xfrm>
                <a:off x="6459950" y="2673037"/>
                <a:ext cx="1414080" cy="74520"/>
              </a:xfrm>
              <a:prstGeom prst="rect">
                <a:avLst/>
              </a:prstGeom>
            </p:spPr>
          </p:pic>
        </mc:Fallback>
      </mc:AlternateContent>
      <mc:AlternateContent xmlns:mc="http://schemas.openxmlformats.org/markup-compatibility/2006">
        <mc:Choice xmlns:p14="http://schemas.microsoft.com/office/powerpoint/2010/main" Requires="p14">
          <p:contentPart p14:bwMode="auto" r:id="rId72">
            <p14:nvContentPartPr>
              <p14:cNvPr id="39" name="Ink 38">
                <a:extLst>
                  <a:ext uri="{FF2B5EF4-FFF2-40B4-BE49-F238E27FC236}">
                    <a16:creationId xmlns:a16="http://schemas.microsoft.com/office/drawing/2014/main" id="{F53BC4B4-940B-6D6C-50EB-889607DB6686}"/>
                  </a:ext>
                </a:extLst>
              </p14:cNvPr>
              <p14:cNvContentPartPr/>
              <p14:nvPr/>
            </p14:nvContentPartPr>
            <p14:xfrm>
              <a:off x="7780790" y="2642077"/>
              <a:ext cx="117000" cy="117720"/>
            </p14:xfrm>
          </p:contentPart>
        </mc:Choice>
        <mc:Fallback>
          <p:pic>
            <p:nvPicPr>
              <p:cNvPr id="39" name="Ink 38">
                <a:extLst>
                  <a:ext uri="{FF2B5EF4-FFF2-40B4-BE49-F238E27FC236}">
                    <a16:creationId xmlns:a16="http://schemas.microsoft.com/office/drawing/2014/main" id="{F53BC4B4-940B-6D6C-50EB-889607DB6686}"/>
                  </a:ext>
                </a:extLst>
              </p:cNvPr>
              <p:cNvPicPr/>
              <p:nvPr/>
            </p:nvPicPr>
            <p:blipFill>
              <a:blip r:embed="rId73"/>
              <a:stretch>
                <a:fillRect/>
              </a:stretch>
            </p:blipFill>
            <p:spPr>
              <a:xfrm>
                <a:off x="7763150" y="2624077"/>
                <a:ext cx="152640" cy="153360"/>
              </a:xfrm>
              <a:prstGeom prst="rect">
                <a:avLst/>
              </a:prstGeom>
            </p:spPr>
          </p:pic>
        </mc:Fallback>
      </mc:AlternateContent>
      <mc:AlternateContent xmlns:mc="http://schemas.openxmlformats.org/markup-compatibility/2006">
        <mc:Choice xmlns:p14="http://schemas.microsoft.com/office/powerpoint/2010/main" Requires="p14">
          <p:contentPart p14:bwMode="auto" r:id="rId74">
            <p14:nvContentPartPr>
              <p14:cNvPr id="47" name="Ink 46">
                <a:extLst>
                  <a:ext uri="{FF2B5EF4-FFF2-40B4-BE49-F238E27FC236}">
                    <a16:creationId xmlns:a16="http://schemas.microsoft.com/office/drawing/2014/main" id="{C21F6CA3-A9D2-50D3-2932-EA7C9100F023}"/>
                  </a:ext>
                </a:extLst>
              </p14:cNvPr>
              <p14:cNvContentPartPr/>
              <p14:nvPr/>
            </p14:nvContentPartPr>
            <p14:xfrm>
              <a:off x="4189070" y="1382077"/>
              <a:ext cx="85680" cy="77040"/>
            </p14:xfrm>
          </p:contentPart>
        </mc:Choice>
        <mc:Fallback>
          <p:pic>
            <p:nvPicPr>
              <p:cNvPr id="47" name="Ink 46">
                <a:extLst>
                  <a:ext uri="{FF2B5EF4-FFF2-40B4-BE49-F238E27FC236}">
                    <a16:creationId xmlns:a16="http://schemas.microsoft.com/office/drawing/2014/main" id="{C21F6CA3-A9D2-50D3-2932-EA7C9100F023}"/>
                  </a:ext>
                </a:extLst>
              </p:cNvPr>
              <p:cNvPicPr/>
              <p:nvPr/>
            </p:nvPicPr>
            <p:blipFill>
              <a:blip r:embed="rId75"/>
              <a:stretch>
                <a:fillRect/>
              </a:stretch>
            </p:blipFill>
            <p:spPr>
              <a:xfrm>
                <a:off x="4171430" y="1364437"/>
                <a:ext cx="121320" cy="112680"/>
              </a:xfrm>
              <a:prstGeom prst="rect">
                <a:avLst/>
              </a:prstGeom>
            </p:spPr>
          </p:pic>
        </mc:Fallback>
      </mc:AlternateContent>
      <mc:AlternateContent xmlns:mc="http://schemas.openxmlformats.org/markup-compatibility/2006">
        <mc:Choice xmlns:p14="http://schemas.microsoft.com/office/powerpoint/2010/main" Requires="p14">
          <p:contentPart p14:bwMode="auto" r:id="rId76">
            <p14:nvContentPartPr>
              <p14:cNvPr id="48" name="Ink 47">
                <a:extLst>
                  <a:ext uri="{FF2B5EF4-FFF2-40B4-BE49-F238E27FC236}">
                    <a16:creationId xmlns:a16="http://schemas.microsoft.com/office/drawing/2014/main" id="{E6D424C0-BE56-62F5-89CC-79E3A96BB03B}"/>
                  </a:ext>
                </a:extLst>
              </p14:cNvPr>
              <p14:cNvContentPartPr/>
              <p14:nvPr/>
            </p14:nvContentPartPr>
            <p14:xfrm>
              <a:off x="5847590" y="4328317"/>
              <a:ext cx="277920" cy="318960"/>
            </p14:xfrm>
          </p:contentPart>
        </mc:Choice>
        <mc:Fallback>
          <p:pic>
            <p:nvPicPr>
              <p:cNvPr id="48" name="Ink 47">
                <a:extLst>
                  <a:ext uri="{FF2B5EF4-FFF2-40B4-BE49-F238E27FC236}">
                    <a16:creationId xmlns:a16="http://schemas.microsoft.com/office/drawing/2014/main" id="{E6D424C0-BE56-62F5-89CC-79E3A96BB03B}"/>
                  </a:ext>
                </a:extLst>
              </p:cNvPr>
              <p:cNvPicPr/>
              <p:nvPr/>
            </p:nvPicPr>
            <p:blipFill>
              <a:blip r:embed="rId77"/>
              <a:stretch>
                <a:fillRect/>
              </a:stretch>
            </p:blipFill>
            <p:spPr>
              <a:xfrm>
                <a:off x="5829950" y="4310317"/>
                <a:ext cx="313560" cy="354600"/>
              </a:xfrm>
              <a:prstGeom prst="rect">
                <a:avLst/>
              </a:prstGeom>
            </p:spPr>
          </p:pic>
        </mc:Fallback>
      </mc:AlternateContent>
      <mc:AlternateContent xmlns:mc="http://schemas.openxmlformats.org/markup-compatibility/2006">
        <mc:Choice xmlns:p14="http://schemas.microsoft.com/office/powerpoint/2010/main" Requires="p14">
          <p:contentPart p14:bwMode="auto" r:id="rId78">
            <p14:nvContentPartPr>
              <p14:cNvPr id="49" name="Ink 48">
                <a:extLst>
                  <a:ext uri="{FF2B5EF4-FFF2-40B4-BE49-F238E27FC236}">
                    <a16:creationId xmlns:a16="http://schemas.microsoft.com/office/drawing/2014/main" id="{841B9A54-6DEE-0A82-D3EA-488248398424}"/>
                  </a:ext>
                </a:extLst>
              </p14:cNvPr>
              <p14:cNvContentPartPr/>
              <p14:nvPr/>
            </p14:nvContentPartPr>
            <p14:xfrm>
              <a:off x="6263750" y="4544317"/>
              <a:ext cx="128520" cy="155520"/>
            </p14:xfrm>
          </p:contentPart>
        </mc:Choice>
        <mc:Fallback>
          <p:pic>
            <p:nvPicPr>
              <p:cNvPr id="49" name="Ink 48">
                <a:extLst>
                  <a:ext uri="{FF2B5EF4-FFF2-40B4-BE49-F238E27FC236}">
                    <a16:creationId xmlns:a16="http://schemas.microsoft.com/office/drawing/2014/main" id="{841B9A54-6DEE-0A82-D3EA-488248398424}"/>
                  </a:ext>
                </a:extLst>
              </p:cNvPr>
              <p:cNvPicPr/>
              <p:nvPr/>
            </p:nvPicPr>
            <p:blipFill>
              <a:blip r:embed="rId79"/>
              <a:stretch>
                <a:fillRect/>
              </a:stretch>
            </p:blipFill>
            <p:spPr>
              <a:xfrm>
                <a:off x="6245750" y="4526317"/>
                <a:ext cx="164160" cy="191160"/>
              </a:xfrm>
              <a:prstGeom prst="rect">
                <a:avLst/>
              </a:prstGeom>
            </p:spPr>
          </p:pic>
        </mc:Fallback>
      </mc:AlternateContent>
      <mc:AlternateContent xmlns:mc="http://schemas.openxmlformats.org/markup-compatibility/2006">
        <mc:Choice xmlns:p14="http://schemas.microsoft.com/office/powerpoint/2010/main" Requires="p14">
          <p:contentPart p14:bwMode="auto" r:id="rId80">
            <p14:nvContentPartPr>
              <p14:cNvPr id="50" name="Ink 49">
                <a:extLst>
                  <a:ext uri="{FF2B5EF4-FFF2-40B4-BE49-F238E27FC236}">
                    <a16:creationId xmlns:a16="http://schemas.microsoft.com/office/drawing/2014/main" id="{C01CB85F-1819-6BF3-814A-89C25434F0C0}"/>
                  </a:ext>
                </a:extLst>
              </p14:cNvPr>
              <p14:cNvContentPartPr/>
              <p14:nvPr/>
            </p14:nvContentPartPr>
            <p14:xfrm>
              <a:off x="6495590" y="4512637"/>
              <a:ext cx="146880" cy="125280"/>
            </p14:xfrm>
          </p:contentPart>
        </mc:Choice>
        <mc:Fallback>
          <p:pic>
            <p:nvPicPr>
              <p:cNvPr id="50" name="Ink 49">
                <a:extLst>
                  <a:ext uri="{FF2B5EF4-FFF2-40B4-BE49-F238E27FC236}">
                    <a16:creationId xmlns:a16="http://schemas.microsoft.com/office/drawing/2014/main" id="{C01CB85F-1819-6BF3-814A-89C25434F0C0}"/>
                  </a:ext>
                </a:extLst>
              </p:cNvPr>
              <p:cNvPicPr/>
              <p:nvPr/>
            </p:nvPicPr>
            <p:blipFill>
              <a:blip r:embed="rId81"/>
              <a:stretch>
                <a:fillRect/>
              </a:stretch>
            </p:blipFill>
            <p:spPr>
              <a:xfrm>
                <a:off x="6477950" y="4494997"/>
                <a:ext cx="182520" cy="160920"/>
              </a:xfrm>
              <a:prstGeom prst="rect">
                <a:avLst/>
              </a:prstGeom>
            </p:spPr>
          </p:pic>
        </mc:Fallback>
      </mc:AlternateContent>
      <mc:AlternateContent xmlns:mc="http://schemas.openxmlformats.org/markup-compatibility/2006">
        <mc:Choice xmlns:p14="http://schemas.microsoft.com/office/powerpoint/2010/main" Requires="p14">
          <p:contentPart p14:bwMode="auto" r:id="rId82">
            <p14:nvContentPartPr>
              <p14:cNvPr id="51" name="Ink 50">
                <a:extLst>
                  <a:ext uri="{FF2B5EF4-FFF2-40B4-BE49-F238E27FC236}">
                    <a16:creationId xmlns:a16="http://schemas.microsoft.com/office/drawing/2014/main" id="{CA052096-2AB4-47B9-A472-6EF995122C17}"/>
                  </a:ext>
                </a:extLst>
              </p14:cNvPr>
              <p14:cNvContentPartPr/>
              <p14:nvPr/>
            </p14:nvContentPartPr>
            <p14:xfrm>
              <a:off x="6738590" y="4416517"/>
              <a:ext cx="62280" cy="287640"/>
            </p14:xfrm>
          </p:contentPart>
        </mc:Choice>
        <mc:Fallback>
          <p:pic>
            <p:nvPicPr>
              <p:cNvPr id="51" name="Ink 50">
                <a:extLst>
                  <a:ext uri="{FF2B5EF4-FFF2-40B4-BE49-F238E27FC236}">
                    <a16:creationId xmlns:a16="http://schemas.microsoft.com/office/drawing/2014/main" id="{CA052096-2AB4-47B9-A472-6EF995122C17}"/>
                  </a:ext>
                </a:extLst>
              </p:cNvPr>
              <p:cNvPicPr/>
              <p:nvPr/>
            </p:nvPicPr>
            <p:blipFill>
              <a:blip r:embed="rId83"/>
              <a:stretch>
                <a:fillRect/>
              </a:stretch>
            </p:blipFill>
            <p:spPr>
              <a:xfrm>
                <a:off x="6720950" y="4398517"/>
                <a:ext cx="97920" cy="323280"/>
              </a:xfrm>
              <a:prstGeom prst="rect">
                <a:avLst/>
              </a:prstGeom>
            </p:spPr>
          </p:pic>
        </mc:Fallback>
      </mc:AlternateContent>
      <mc:AlternateContent xmlns:mc="http://schemas.openxmlformats.org/markup-compatibility/2006">
        <mc:Choice xmlns:p14="http://schemas.microsoft.com/office/powerpoint/2010/main" Requires="p14">
          <p:contentPart p14:bwMode="auto" r:id="rId84">
            <p14:nvContentPartPr>
              <p14:cNvPr id="52" name="Ink 51">
                <a:extLst>
                  <a:ext uri="{FF2B5EF4-FFF2-40B4-BE49-F238E27FC236}">
                    <a16:creationId xmlns:a16="http://schemas.microsoft.com/office/drawing/2014/main" id="{226ECE9F-8966-5FC7-0129-9DAC8A048247}"/>
                  </a:ext>
                </a:extLst>
              </p14:cNvPr>
              <p14:cNvContentPartPr/>
              <p14:nvPr/>
            </p14:nvContentPartPr>
            <p14:xfrm>
              <a:off x="6727790" y="4580677"/>
              <a:ext cx="130320" cy="37080"/>
            </p14:xfrm>
          </p:contentPart>
        </mc:Choice>
        <mc:Fallback>
          <p:pic>
            <p:nvPicPr>
              <p:cNvPr id="52" name="Ink 51">
                <a:extLst>
                  <a:ext uri="{FF2B5EF4-FFF2-40B4-BE49-F238E27FC236}">
                    <a16:creationId xmlns:a16="http://schemas.microsoft.com/office/drawing/2014/main" id="{226ECE9F-8966-5FC7-0129-9DAC8A048247}"/>
                  </a:ext>
                </a:extLst>
              </p:cNvPr>
              <p:cNvPicPr/>
              <p:nvPr/>
            </p:nvPicPr>
            <p:blipFill>
              <a:blip r:embed="rId85"/>
              <a:stretch>
                <a:fillRect/>
              </a:stretch>
            </p:blipFill>
            <p:spPr>
              <a:xfrm>
                <a:off x="6709790" y="4562677"/>
                <a:ext cx="165960" cy="72720"/>
              </a:xfrm>
              <a:prstGeom prst="rect">
                <a:avLst/>
              </a:prstGeom>
            </p:spPr>
          </p:pic>
        </mc:Fallback>
      </mc:AlternateContent>
      <mc:AlternateContent xmlns:mc="http://schemas.openxmlformats.org/markup-compatibility/2006">
        <mc:Choice xmlns:p14="http://schemas.microsoft.com/office/powerpoint/2010/main" Requires="p14">
          <p:contentPart p14:bwMode="auto" r:id="rId86">
            <p14:nvContentPartPr>
              <p14:cNvPr id="61" name="Ink 60">
                <a:extLst>
                  <a:ext uri="{FF2B5EF4-FFF2-40B4-BE49-F238E27FC236}">
                    <a16:creationId xmlns:a16="http://schemas.microsoft.com/office/drawing/2014/main" id="{8C2FA670-E98F-2912-45AE-34B9207ED338}"/>
                  </a:ext>
                </a:extLst>
              </p14:cNvPr>
              <p14:cNvContentPartPr/>
              <p14:nvPr/>
            </p14:nvContentPartPr>
            <p14:xfrm>
              <a:off x="5156390" y="4788757"/>
              <a:ext cx="3759120" cy="264600"/>
            </p14:xfrm>
          </p:contentPart>
        </mc:Choice>
        <mc:Fallback>
          <p:pic>
            <p:nvPicPr>
              <p:cNvPr id="61" name="Ink 60">
                <a:extLst>
                  <a:ext uri="{FF2B5EF4-FFF2-40B4-BE49-F238E27FC236}">
                    <a16:creationId xmlns:a16="http://schemas.microsoft.com/office/drawing/2014/main" id="{8C2FA670-E98F-2912-45AE-34B9207ED338}"/>
                  </a:ext>
                </a:extLst>
              </p:cNvPr>
              <p:cNvPicPr/>
              <p:nvPr/>
            </p:nvPicPr>
            <p:blipFill>
              <a:blip r:embed="rId87"/>
              <a:stretch>
                <a:fillRect/>
              </a:stretch>
            </p:blipFill>
            <p:spPr>
              <a:xfrm>
                <a:off x="5138750" y="4770757"/>
                <a:ext cx="3794760" cy="300240"/>
              </a:xfrm>
              <a:prstGeom prst="rect">
                <a:avLst/>
              </a:prstGeom>
            </p:spPr>
          </p:pic>
        </mc:Fallback>
      </mc:AlternateContent>
      <mc:AlternateContent xmlns:mc="http://schemas.openxmlformats.org/markup-compatibility/2006">
        <mc:Choice xmlns:p14="http://schemas.microsoft.com/office/powerpoint/2010/main" Requires="p14">
          <p:contentPart p14:bwMode="auto" r:id="rId88">
            <p14:nvContentPartPr>
              <p14:cNvPr id="66" name="Ink 65">
                <a:extLst>
                  <a:ext uri="{FF2B5EF4-FFF2-40B4-BE49-F238E27FC236}">
                    <a16:creationId xmlns:a16="http://schemas.microsoft.com/office/drawing/2014/main" id="{7B06C5AA-DF6A-FCA4-22E3-56AB295DB986}"/>
                  </a:ext>
                </a:extLst>
              </p14:cNvPr>
              <p14:cNvContentPartPr/>
              <p14:nvPr/>
            </p14:nvContentPartPr>
            <p14:xfrm>
              <a:off x="5201030" y="727597"/>
              <a:ext cx="120960" cy="270000"/>
            </p14:xfrm>
          </p:contentPart>
        </mc:Choice>
        <mc:Fallback>
          <p:pic>
            <p:nvPicPr>
              <p:cNvPr id="66" name="Ink 65">
                <a:extLst>
                  <a:ext uri="{FF2B5EF4-FFF2-40B4-BE49-F238E27FC236}">
                    <a16:creationId xmlns:a16="http://schemas.microsoft.com/office/drawing/2014/main" id="{7B06C5AA-DF6A-FCA4-22E3-56AB295DB986}"/>
                  </a:ext>
                </a:extLst>
              </p:cNvPr>
              <p:cNvPicPr/>
              <p:nvPr/>
            </p:nvPicPr>
            <p:blipFill>
              <a:blip r:embed="rId89"/>
              <a:stretch>
                <a:fillRect/>
              </a:stretch>
            </p:blipFill>
            <p:spPr>
              <a:xfrm>
                <a:off x="5183390" y="709597"/>
                <a:ext cx="156600" cy="305640"/>
              </a:xfrm>
              <a:prstGeom prst="rect">
                <a:avLst/>
              </a:prstGeom>
            </p:spPr>
          </p:pic>
        </mc:Fallback>
      </mc:AlternateContent>
      <mc:AlternateContent xmlns:mc="http://schemas.openxmlformats.org/markup-compatibility/2006">
        <mc:Choice xmlns:p14="http://schemas.microsoft.com/office/powerpoint/2010/main" Requires="p14">
          <p:contentPart p14:bwMode="auto" r:id="rId90">
            <p14:nvContentPartPr>
              <p14:cNvPr id="67" name="Ink 66">
                <a:extLst>
                  <a:ext uri="{FF2B5EF4-FFF2-40B4-BE49-F238E27FC236}">
                    <a16:creationId xmlns:a16="http://schemas.microsoft.com/office/drawing/2014/main" id="{209FEFD7-C0AA-6618-7696-DEA3827847DC}"/>
                  </a:ext>
                </a:extLst>
              </p14:cNvPr>
              <p14:cNvContentPartPr/>
              <p14:nvPr/>
            </p14:nvContentPartPr>
            <p14:xfrm>
              <a:off x="5238110" y="710677"/>
              <a:ext cx="207000" cy="186480"/>
            </p14:xfrm>
          </p:contentPart>
        </mc:Choice>
        <mc:Fallback>
          <p:pic>
            <p:nvPicPr>
              <p:cNvPr id="67" name="Ink 66">
                <a:extLst>
                  <a:ext uri="{FF2B5EF4-FFF2-40B4-BE49-F238E27FC236}">
                    <a16:creationId xmlns:a16="http://schemas.microsoft.com/office/drawing/2014/main" id="{209FEFD7-C0AA-6618-7696-DEA3827847DC}"/>
                  </a:ext>
                </a:extLst>
              </p:cNvPr>
              <p:cNvPicPr/>
              <p:nvPr/>
            </p:nvPicPr>
            <p:blipFill>
              <a:blip r:embed="rId91"/>
              <a:stretch>
                <a:fillRect/>
              </a:stretch>
            </p:blipFill>
            <p:spPr>
              <a:xfrm>
                <a:off x="5220110" y="692677"/>
                <a:ext cx="242640" cy="222120"/>
              </a:xfrm>
              <a:prstGeom prst="rect">
                <a:avLst/>
              </a:prstGeom>
            </p:spPr>
          </p:pic>
        </mc:Fallback>
      </mc:AlternateContent>
      <mc:AlternateContent xmlns:mc="http://schemas.openxmlformats.org/markup-compatibility/2006">
        <mc:Choice xmlns:p14="http://schemas.microsoft.com/office/powerpoint/2010/main" Requires="p14">
          <p:contentPart p14:bwMode="auto" r:id="rId92">
            <p14:nvContentPartPr>
              <p14:cNvPr id="68" name="Ink 67">
                <a:extLst>
                  <a:ext uri="{FF2B5EF4-FFF2-40B4-BE49-F238E27FC236}">
                    <a16:creationId xmlns:a16="http://schemas.microsoft.com/office/drawing/2014/main" id="{929DB5D6-C6BE-AC70-1088-BDE5EAC806BC}"/>
                  </a:ext>
                </a:extLst>
              </p14:cNvPr>
              <p14:cNvContentPartPr/>
              <p14:nvPr/>
            </p14:nvContentPartPr>
            <p14:xfrm>
              <a:off x="5515670" y="755677"/>
              <a:ext cx="85320" cy="204120"/>
            </p14:xfrm>
          </p:contentPart>
        </mc:Choice>
        <mc:Fallback>
          <p:pic>
            <p:nvPicPr>
              <p:cNvPr id="68" name="Ink 67">
                <a:extLst>
                  <a:ext uri="{FF2B5EF4-FFF2-40B4-BE49-F238E27FC236}">
                    <a16:creationId xmlns:a16="http://schemas.microsoft.com/office/drawing/2014/main" id="{929DB5D6-C6BE-AC70-1088-BDE5EAC806BC}"/>
                  </a:ext>
                </a:extLst>
              </p:cNvPr>
              <p:cNvPicPr/>
              <p:nvPr/>
            </p:nvPicPr>
            <p:blipFill>
              <a:blip r:embed="rId93"/>
              <a:stretch>
                <a:fillRect/>
              </a:stretch>
            </p:blipFill>
            <p:spPr>
              <a:xfrm>
                <a:off x="5498030" y="738037"/>
                <a:ext cx="120960" cy="239760"/>
              </a:xfrm>
              <a:prstGeom prst="rect">
                <a:avLst/>
              </a:prstGeom>
            </p:spPr>
          </p:pic>
        </mc:Fallback>
      </mc:AlternateContent>
      <mc:AlternateContent xmlns:mc="http://schemas.openxmlformats.org/markup-compatibility/2006">
        <mc:Choice xmlns:p14="http://schemas.microsoft.com/office/powerpoint/2010/main" Requires="p14">
          <p:contentPart p14:bwMode="auto" r:id="rId94">
            <p14:nvContentPartPr>
              <p14:cNvPr id="69" name="Ink 68">
                <a:extLst>
                  <a:ext uri="{FF2B5EF4-FFF2-40B4-BE49-F238E27FC236}">
                    <a16:creationId xmlns:a16="http://schemas.microsoft.com/office/drawing/2014/main" id="{807A24B3-388E-F4CA-B745-2ADC3A4C749D}"/>
                  </a:ext>
                </a:extLst>
              </p14:cNvPr>
              <p14:cNvContentPartPr/>
              <p14:nvPr/>
            </p14:nvContentPartPr>
            <p14:xfrm>
              <a:off x="5544470" y="839197"/>
              <a:ext cx="153360" cy="64800"/>
            </p14:xfrm>
          </p:contentPart>
        </mc:Choice>
        <mc:Fallback>
          <p:pic>
            <p:nvPicPr>
              <p:cNvPr id="69" name="Ink 68">
                <a:extLst>
                  <a:ext uri="{FF2B5EF4-FFF2-40B4-BE49-F238E27FC236}">
                    <a16:creationId xmlns:a16="http://schemas.microsoft.com/office/drawing/2014/main" id="{807A24B3-388E-F4CA-B745-2ADC3A4C749D}"/>
                  </a:ext>
                </a:extLst>
              </p:cNvPr>
              <p:cNvPicPr/>
              <p:nvPr/>
            </p:nvPicPr>
            <p:blipFill>
              <a:blip r:embed="rId95"/>
              <a:stretch>
                <a:fillRect/>
              </a:stretch>
            </p:blipFill>
            <p:spPr>
              <a:xfrm>
                <a:off x="5526830" y="821197"/>
                <a:ext cx="189000" cy="100440"/>
              </a:xfrm>
              <a:prstGeom prst="rect">
                <a:avLst/>
              </a:prstGeom>
            </p:spPr>
          </p:pic>
        </mc:Fallback>
      </mc:AlternateContent>
      <mc:AlternateContent xmlns:mc="http://schemas.openxmlformats.org/markup-compatibility/2006">
        <mc:Choice xmlns:p14="http://schemas.microsoft.com/office/powerpoint/2010/main" Requires="p14">
          <p:contentPart p14:bwMode="auto" r:id="rId96">
            <p14:nvContentPartPr>
              <p14:cNvPr id="71" name="Ink 70">
                <a:extLst>
                  <a:ext uri="{FF2B5EF4-FFF2-40B4-BE49-F238E27FC236}">
                    <a16:creationId xmlns:a16="http://schemas.microsoft.com/office/drawing/2014/main" id="{3BE357CE-E412-5600-9456-9B15527CB9C5}"/>
                  </a:ext>
                </a:extLst>
              </p14:cNvPr>
              <p14:cNvContentPartPr/>
              <p14:nvPr/>
            </p14:nvContentPartPr>
            <p14:xfrm>
              <a:off x="9087230" y="4752397"/>
              <a:ext cx="78840" cy="25920"/>
            </p14:xfrm>
          </p:contentPart>
        </mc:Choice>
        <mc:Fallback>
          <p:pic>
            <p:nvPicPr>
              <p:cNvPr id="71" name="Ink 70">
                <a:extLst>
                  <a:ext uri="{FF2B5EF4-FFF2-40B4-BE49-F238E27FC236}">
                    <a16:creationId xmlns:a16="http://schemas.microsoft.com/office/drawing/2014/main" id="{3BE357CE-E412-5600-9456-9B15527CB9C5}"/>
                  </a:ext>
                </a:extLst>
              </p:cNvPr>
              <p:cNvPicPr/>
              <p:nvPr/>
            </p:nvPicPr>
            <p:blipFill>
              <a:blip r:embed="rId97"/>
              <a:stretch>
                <a:fillRect/>
              </a:stretch>
            </p:blipFill>
            <p:spPr>
              <a:xfrm>
                <a:off x="9069230" y="4734397"/>
                <a:ext cx="114480" cy="61560"/>
              </a:xfrm>
              <a:prstGeom prst="rect">
                <a:avLst/>
              </a:prstGeom>
            </p:spPr>
          </p:pic>
        </mc:Fallback>
      </mc:AlternateContent>
      <mc:AlternateContent xmlns:mc="http://schemas.openxmlformats.org/markup-compatibility/2006">
        <mc:Choice xmlns:p14="http://schemas.microsoft.com/office/powerpoint/2010/main" Requires="p14">
          <p:contentPart p14:bwMode="auto" r:id="rId98">
            <p14:nvContentPartPr>
              <p14:cNvPr id="72" name="Ink 71">
                <a:extLst>
                  <a:ext uri="{FF2B5EF4-FFF2-40B4-BE49-F238E27FC236}">
                    <a16:creationId xmlns:a16="http://schemas.microsoft.com/office/drawing/2014/main" id="{4E07A409-572F-D545-6DFA-15367AC7C890}"/>
                  </a:ext>
                </a:extLst>
              </p14:cNvPr>
              <p14:cNvContentPartPr/>
              <p14:nvPr/>
            </p14:nvContentPartPr>
            <p14:xfrm>
              <a:off x="9151670" y="4816117"/>
              <a:ext cx="84960" cy="34200"/>
            </p14:xfrm>
          </p:contentPart>
        </mc:Choice>
        <mc:Fallback>
          <p:pic>
            <p:nvPicPr>
              <p:cNvPr id="72" name="Ink 71">
                <a:extLst>
                  <a:ext uri="{FF2B5EF4-FFF2-40B4-BE49-F238E27FC236}">
                    <a16:creationId xmlns:a16="http://schemas.microsoft.com/office/drawing/2014/main" id="{4E07A409-572F-D545-6DFA-15367AC7C890}"/>
                  </a:ext>
                </a:extLst>
              </p:cNvPr>
              <p:cNvPicPr/>
              <p:nvPr/>
            </p:nvPicPr>
            <p:blipFill>
              <a:blip r:embed="rId99"/>
              <a:stretch>
                <a:fillRect/>
              </a:stretch>
            </p:blipFill>
            <p:spPr>
              <a:xfrm>
                <a:off x="9133670" y="4798477"/>
                <a:ext cx="120600" cy="69840"/>
              </a:xfrm>
              <a:prstGeom prst="rect">
                <a:avLst/>
              </a:prstGeom>
            </p:spPr>
          </p:pic>
        </mc:Fallback>
      </mc:AlternateContent>
      <mc:AlternateContent xmlns:mc="http://schemas.openxmlformats.org/markup-compatibility/2006">
        <mc:Choice xmlns:p14="http://schemas.microsoft.com/office/powerpoint/2010/main" Requires="p14">
          <p:contentPart p14:bwMode="auto" r:id="rId100">
            <p14:nvContentPartPr>
              <p14:cNvPr id="74" name="Ink 73">
                <a:extLst>
                  <a:ext uri="{FF2B5EF4-FFF2-40B4-BE49-F238E27FC236}">
                    <a16:creationId xmlns:a16="http://schemas.microsoft.com/office/drawing/2014/main" id="{32D983BE-8254-12F3-601A-E0B0476409DD}"/>
                  </a:ext>
                </a:extLst>
              </p14:cNvPr>
              <p14:cNvContentPartPr/>
              <p14:nvPr/>
            </p14:nvContentPartPr>
            <p14:xfrm>
              <a:off x="4980350" y="4502557"/>
              <a:ext cx="261000" cy="311400"/>
            </p14:xfrm>
          </p:contentPart>
        </mc:Choice>
        <mc:Fallback>
          <p:pic>
            <p:nvPicPr>
              <p:cNvPr id="74" name="Ink 73">
                <a:extLst>
                  <a:ext uri="{FF2B5EF4-FFF2-40B4-BE49-F238E27FC236}">
                    <a16:creationId xmlns:a16="http://schemas.microsoft.com/office/drawing/2014/main" id="{32D983BE-8254-12F3-601A-E0B0476409DD}"/>
                  </a:ext>
                </a:extLst>
              </p:cNvPr>
              <p:cNvPicPr/>
              <p:nvPr/>
            </p:nvPicPr>
            <p:blipFill>
              <a:blip r:embed="rId101"/>
              <a:stretch>
                <a:fillRect/>
              </a:stretch>
            </p:blipFill>
            <p:spPr>
              <a:xfrm>
                <a:off x="4962710" y="4484917"/>
                <a:ext cx="296640" cy="347040"/>
              </a:xfrm>
              <a:prstGeom prst="rect">
                <a:avLst/>
              </a:prstGeom>
            </p:spPr>
          </p:pic>
        </mc:Fallback>
      </mc:AlternateContent>
      <mc:AlternateContent xmlns:mc="http://schemas.openxmlformats.org/markup-compatibility/2006">
        <mc:Choice xmlns:p14="http://schemas.microsoft.com/office/powerpoint/2010/main" Requires="p14">
          <p:contentPart p14:bwMode="auto" r:id="rId102">
            <p14:nvContentPartPr>
              <p14:cNvPr id="75" name="Ink 74">
                <a:extLst>
                  <a:ext uri="{FF2B5EF4-FFF2-40B4-BE49-F238E27FC236}">
                    <a16:creationId xmlns:a16="http://schemas.microsoft.com/office/drawing/2014/main" id="{0F84B26D-C7D8-860F-0294-F69E28DC5686}"/>
                  </a:ext>
                </a:extLst>
              </p14:cNvPr>
              <p14:cNvContentPartPr/>
              <p14:nvPr/>
            </p14:nvContentPartPr>
            <p14:xfrm>
              <a:off x="5317310" y="4592917"/>
              <a:ext cx="12600" cy="179280"/>
            </p14:xfrm>
          </p:contentPart>
        </mc:Choice>
        <mc:Fallback>
          <p:pic>
            <p:nvPicPr>
              <p:cNvPr id="75" name="Ink 74">
                <a:extLst>
                  <a:ext uri="{FF2B5EF4-FFF2-40B4-BE49-F238E27FC236}">
                    <a16:creationId xmlns:a16="http://schemas.microsoft.com/office/drawing/2014/main" id="{0F84B26D-C7D8-860F-0294-F69E28DC5686}"/>
                  </a:ext>
                </a:extLst>
              </p:cNvPr>
              <p:cNvPicPr/>
              <p:nvPr/>
            </p:nvPicPr>
            <p:blipFill>
              <a:blip r:embed="rId103"/>
              <a:stretch>
                <a:fillRect/>
              </a:stretch>
            </p:blipFill>
            <p:spPr>
              <a:xfrm>
                <a:off x="5299310" y="4575277"/>
                <a:ext cx="48240" cy="214920"/>
              </a:xfrm>
              <a:prstGeom prst="rect">
                <a:avLst/>
              </a:prstGeom>
            </p:spPr>
          </p:pic>
        </mc:Fallback>
      </mc:AlternateContent>
      <mc:AlternateContent xmlns:mc="http://schemas.openxmlformats.org/markup-compatibility/2006">
        <mc:Choice xmlns:p14="http://schemas.microsoft.com/office/powerpoint/2010/main" Requires="p14">
          <p:contentPart p14:bwMode="auto" r:id="rId104">
            <p14:nvContentPartPr>
              <p14:cNvPr id="76" name="Ink 75">
                <a:extLst>
                  <a:ext uri="{FF2B5EF4-FFF2-40B4-BE49-F238E27FC236}">
                    <a16:creationId xmlns:a16="http://schemas.microsoft.com/office/drawing/2014/main" id="{E4A988DD-CA64-3AA3-9862-49A4B9E30DDA}"/>
                  </a:ext>
                </a:extLst>
              </p14:cNvPr>
              <p14:cNvContentPartPr/>
              <p14:nvPr/>
            </p14:nvContentPartPr>
            <p14:xfrm>
              <a:off x="5333150" y="4493557"/>
              <a:ext cx="137880" cy="207360"/>
            </p14:xfrm>
          </p:contentPart>
        </mc:Choice>
        <mc:Fallback>
          <p:pic>
            <p:nvPicPr>
              <p:cNvPr id="76" name="Ink 75">
                <a:extLst>
                  <a:ext uri="{FF2B5EF4-FFF2-40B4-BE49-F238E27FC236}">
                    <a16:creationId xmlns:a16="http://schemas.microsoft.com/office/drawing/2014/main" id="{E4A988DD-CA64-3AA3-9862-49A4B9E30DDA}"/>
                  </a:ext>
                </a:extLst>
              </p:cNvPr>
              <p:cNvPicPr/>
              <p:nvPr/>
            </p:nvPicPr>
            <p:blipFill>
              <a:blip r:embed="rId105"/>
              <a:stretch>
                <a:fillRect/>
              </a:stretch>
            </p:blipFill>
            <p:spPr>
              <a:xfrm>
                <a:off x="5315150" y="4475917"/>
                <a:ext cx="173520" cy="243000"/>
              </a:xfrm>
              <a:prstGeom prst="rect">
                <a:avLst/>
              </a:prstGeom>
            </p:spPr>
          </p:pic>
        </mc:Fallback>
      </mc:AlternateContent>
      <mc:AlternateContent xmlns:mc="http://schemas.openxmlformats.org/markup-compatibility/2006">
        <mc:Choice xmlns:p14="http://schemas.microsoft.com/office/powerpoint/2010/main" Requires="p14">
          <p:contentPart p14:bwMode="auto" r:id="rId106">
            <p14:nvContentPartPr>
              <p14:cNvPr id="77" name="Ink 76">
                <a:extLst>
                  <a:ext uri="{FF2B5EF4-FFF2-40B4-BE49-F238E27FC236}">
                    <a16:creationId xmlns:a16="http://schemas.microsoft.com/office/drawing/2014/main" id="{CEAFB712-685F-2262-AFD3-3C69313412CC}"/>
                  </a:ext>
                </a:extLst>
              </p14:cNvPr>
              <p14:cNvContentPartPr/>
              <p14:nvPr/>
            </p14:nvContentPartPr>
            <p14:xfrm>
              <a:off x="5508110" y="4516237"/>
              <a:ext cx="86400" cy="158760"/>
            </p14:xfrm>
          </p:contentPart>
        </mc:Choice>
        <mc:Fallback>
          <p:pic>
            <p:nvPicPr>
              <p:cNvPr id="77" name="Ink 76">
                <a:extLst>
                  <a:ext uri="{FF2B5EF4-FFF2-40B4-BE49-F238E27FC236}">
                    <a16:creationId xmlns:a16="http://schemas.microsoft.com/office/drawing/2014/main" id="{CEAFB712-685F-2262-AFD3-3C69313412CC}"/>
                  </a:ext>
                </a:extLst>
              </p:cNvPr>
              <p:cNvPicPr/>
              <p:nvPr/>
            </p:nvPicPr>
            <p:blipFill>
              <a:blip r:embed="rId107"/>
              <a:stretch>
                <a:fillRect/>
              </a:stretch>
            </p:blipFill>
            <p:spPr>
              <a:xfrm>
                <a:off x="5490470" y="4498237"/>
                <a:ext cx="122040" cy="194400"/>
              </a:xfrm>
              <a:prstGeom prst="rect">
                <a:avLst/>
              </a:prstGeom>
            </p:spPr>
          </p:pic>
        </mc:Fallback>
      </mc:AlternateContent>
      <mc:AlternateContent xmlns:mc="http://schemas.openxmlformats.org/markup-compatibility/2006">
        <mc:Choice xmlns:p14="http://schemas.microsoft.com/office/powerpoint/2010/main" Requires="p14">
          <p:contentPart p14:bwMode="auto" r:id="rId108">
            <p14:nvContentPartPr>
              <p14:cNvPr id="78" name="Ink 77">
                <a:extLst>
                  <a:ext uri="{FF2B5EF4-FFF2-40B4-BE49-F238E27FC236}">
                    <a16:creationId xmlns:a16="http://schemas.microsoft.com/office/drawing/2014/main" id="{DA179D17-D55D-7E29-6AE6-3250DF7D557B}"/>
                  </a:ext>
                </a:extLst>
              </p14:cNvPr>
              <p14:cNvContentPartPr/>
              <p14:nvPr/>
            </p14:nvContentPartPr>
            <p14:xfrm>
              <a:off x="5539070" y="4510477"/>
              <a:ext cx="144000" cy="223200"/>
            </p14:xfrm>
          </p:contentPart>
        </mc:Choice>
        <mc:Fallback>
          <p:pic>
            <p:nvPicPr>
              <p:cNvPr id="78" name="Ink 77">
                <a:extLst>
                  <a:ext uri="{FF2B5EF4-FFF2-40B4-BE49-F238E27FC236}">
                    <a16:creationId xmlns:a16="http://schemas.microsoft.com/office/drawing/2014/main" id="{DA179D17-D55D-7E29-6AE6-3250DF7D557B}"/>
                  </a:ext>
                </a:extLst>
              </p:cNvPr>
              <p:cNvPicPr/>
              <p:nvPr/>
            </p:nvPicPr>
            <p:blipFill>
              <a:blip r:embed="rId109"/>
              <a:stretch>
                <a:fillRect/>
              </a:stretch>
            </p:blipFill>
            <p:spPr>
              <a:xfrm>
                <a:off x="5521430" y="4492477"/>
                <a:ext cx="179640" cy="258840"/>
              </a:xfrm>
              <a:prstGeom prst="rect">
                <a:avLst/>
              </a:prstGeom>
            </p:spPr>
          </p:pic>
        </mc:Fallback>
      </mc:AlternateContent>
      <mc:AlternateContent xmlns:mc="http://schemas.openxmlformats.org/markup-compatibility/2006">
        <mc:Choice xmlns:p14="http://schemas.microsoft.com/office/powerpoint/2010/main" Requires="p14">
          <p:contentPart p14:bwMode="auto" r:id="rId110">
            <p14:nvContentPartPr>
              <p14:cNvPr id="79" name="Ink 78">
                <a:extLst>
                  <a:ext uri="{FF2B5EF4-FFF2-40B4-BE49-F238E27FC236}">
                    <a16:creationId xmlns:a16="http://schemas.microsoft.com/office/drawing/2014/main" id="{16FC3AD7-B2EC-9A46-F69F-DE4BE7B6F0B1}"/>
                  </a:ext>
                </a:extLst>
              </p14:cNvPr>
              <p14:cNvContentPartPr/>
              <p14:nvPr/>
            </p14:nvContentPartPr>
            <p14:xfrm>
              <a:off x="5795390" y="4538557"/>
              <a:ext cx="92520" cy="47880"/>
            </p14:xfrm>
          </p:contentPart>
        </mc:Choice>
        <mc:Fallback>
          <p:pic>
            <p:nvPicPr>
              <p:cNvPr id="79" name="Ink 78">
                <a:extLst>
                  <a:ext uri="{FF2B5EF4-FFF2-40B4-BE49-F238E27FC236}">
                    <a16:creationId xmlns:a16="http://schemas.microsoft.com/office/drawing/2014/main" id="{16FC3AD7-B2EC-9A46-F69F-DE4BE7B6F0B1}"/>
                  </a:ext>
                </a:extLst>
              </p:cNvPr>
              <p:cNvPicPr/>
              <p:nvPr/>
            </p:nvPicPr>
            <p:blipFill>
              <a:blip r:embed="rId111"/>
              <a:stretch>
                <a:fillRect/>
              </a:stretch>
            </p:blipFill>
            <p:spPr>
              <a:xfrm>
                <a:off x="5777750" y="4520557"/>
                <a:ext cx="128160" cy="83520"/>
              </a:xfrm>
              <a:prstGeom prst="rect">
                <a:avLst/>
              </a:prstGeom>
            </p:spPr>
          </p:pic>
        </mc:Fallback>
      </mc:AlternateContent>
      <p:grpSp>
        <p:nvGrpSpPr>
          <p:cNvPr id="84" name="Group 83">
            <a:extLst>
              <a:ext uri="{FF2B5EF4-FFF2-40B4-BE49-F238E27FC236}">
                <a16:creationId xmlns:a16="http://schemas.microsoft.com/office/drawing/2014/main" id="{0461D976-6E8F-F551-688E-45969A1B6ECE}"/>
              </a:ext>
            </a:extLst>
          </p:cNvPr>
          <p:cNvGrpSpPr/>
          <p:nvPr/>
        </p:nvGrpSpPr>
        <p:grpSpPr>
          <a:xfrm>
            <a:off x="9613190" y="4375477"/>
            <a:ext cx="487800" cy="544680"/>
            <a:chOff x="9613190" y="4375477"/>
            <a:chExt cx="487800" cy="544680"/>
          </a:xfrm>
        </p:grpSpPr>
        <mc:AlternateContent xmlns:mc="http://schemas.openxmlformats.org/markup-compatibility/2006">
          <mc:Choice xmlns:p14="http://schemas.microsoft.com/office/powerpoint/2010/main" Requires="p14">
            <p:contentPart p14:bwMode="auto" r:id="rId112">
              <p14:nvContentPartPr>
                <p14:cNvPr id="81" name="Ink 80">
                  <a:extLst>
                    <a:ext uri="{FF2B5EF4-FFF2-40B4-BE49-F238E27FC236}">
                      <a16:creationId xmlns:a16="http://schemas.microsoft.com/office/drawing/2014/main" id="{1DD02B99-2AFF-9502-31AC-DF5D745834A9}"/>
                    </a:ext>
                  </a:extLst>
                </p14:cNvPr>
                <p14:cNvContentPartPr/>
                <p14:nvPr/>
              </p14:nvContentPartPr>
              <p14:xfrm>
                <a:off x="9613190" y="4540357"/>
                <a:ext cx="128520" cy="276840"/>
              </p14:xfrm>
            </p:contentPart>
          </mc:Choice>
          <mc:Fallback>
            <p:pic>
              <p:nvPicPr>
                <p:cNvPr id="81" name="Ink 80">
                  <a:extLst>
                    <a:ext uri="{FF2B5EF4-FFF2-40B4-BE49-F238E27FC236}">
                      <a16:creationId xmlns:a16="http://schemas.microsoft.com/office/drawing/2014/main" id="{1DD02B99-2AFF-9502-31AC-DF5D745834A9}"/>
                    </a:ext>
                  </a:extLst>
                </p:cNvPr>
                <p:cNvPicPr/>
                <p:nvPr/>
              </p:nvPicPr>
              <p:blipFill>
                <a:blip r:embed="rId113"/>
                <a:stretch>
                  <a:fillRect/>
                </a:stretch>
              </p:blipFill>
              <p:spPr>
                <a:xfrm>
                  <a:off x="9595550" y="4522717"/>
                  <a:ext cx="164160" cy="312480"/>
                </a:xfrm>
                <a:prstGeom prst="rect">
                  <a:avLst/>
                </a:prstGeom>
              </p:spPr>
            </p:pic>
          </mc:Fallback>
        </mc:AlternateContent>
        <mc:AlternateContent xmlns:mc="http://schemas.openxmlformats.org/markup-compatibility/2006">
          <mc:Choice xmlns:p14="http://schemas.microsoft.com/office/powerpoint/2010/main" Requires="p14">
            <p:contentPart p14:bwMode="auto" r:id="rId114">
              <p14:nvContentPartPr>
                <p14:cNvPr id="82" name="Ink 81">
                  <a:extLst>
                    <a:ext uri="{FF2B5EF4-FFF2-40B4-BE49-F238E27FC236}">
                      <a16:creationId xmlns:a16="http://schemas.microsoft.com/office/drawing/2014/main" id="{BED9C308-6BB6-D8A7-1AEC-913DFA09D350}"/>
                    </a:ext>
                  </a:extLst>
                </p14:cNvPr>
                <p14:cNvContentPartPr/>
                <p14:nvPr/>
              </p14:nvContentPartPr>
              <p14:xfrm>
                <a:off x="9614270" y="4375477"/>
                <a:ext cx="36720" cy="44640"/>
              </p14:xfrm>
            </p:contentPart>
          </mc:Choice>
          <mc:Fallback>
            <p:pic>
              <p:nvPicPr>
                <p:cNvPr id="82" name="Ink 81">
                  <a:extLst>
                    <a:ext uri="{FF2B5EF4-FFF2-40B4-BE49-F238E27FC236}">
                      <a16:creationId xmlns:a16="http://schemas.microsoft.com/office/drawing/2014/main" id="{BED9C308-6BB6-D8A7-1AEC-913DFA09D350}"/>
                    </a:ext>
                  </a:extLst>
                </p:cNvPr>
                <p:cNvPicPr/>
                <p:nvPr/>
              </p:nvPicPr>
              <p:blipFill>
                <a:blip r:embed="rId115"/>
                <a:stretch>
                  <a:fillRect/>
                </a:stretch>
              </p:blipFill>
              <p:spPr>
                <a:xfrm>
                  <a:off x="9596270" y="4357837"/>
                  <a:ext cx="72360" cy="80280"/>
                </a:xfrm>
                <a:prstGeom prst="rect">
                  <a:avLst/>
                </a:prstGeom>
              </p:spPr>
            </p:pic>
          </mc:Fallback>
        </mc:AlternateContent>
        <mc:AlternateContent xmlns:mc="http://schemas.openxmlformats.org/markup-compatibility/2006">
          <mc:Choice xmlns:p14="http://schemas.microsoft.com/office/powerpoint/2010/main" Requires="p14">
            <p:contentPart p14:bwMode="auto" r:id="rId116">
              <p14:nvContentPartPr>
                <p14:cNvPr id="83" name="Ink 82">
                  <a:extLst>
                    <a:ext uri="{FF2B5EF4-FFF2-40B4-BE49-F238E27FC236}">
                      <a16:creationId xmlns:a16="http://schemas.microsoft.com/office/drawing/2014/main" id="{7781910A-87B3-D887-EF20-0F99CFC79F59}"/>
                    </a:ext>
                  </a:extLst>
                </p14:cNvPr>
                <p14:cNvContentPartPr/>
                <p14:nvPr/>
              </p14:nvContentPartPr>
              <p14:xfrm>
                <a:off x="9918830" y="4640797"/>
                <a:ext cx="182160" cy="279360"/>
              </p14:xfrm>
            </p:contentPart>
          </mc:Choice>
          <mc:Fallback>
            <p:pic>
              <p:nvPicPr>
                <p:cNvPr id="83" name="Ink 82">
                  <a:extLst>
                    <a:ext uri="{FF2B5EF4-FFF2-40B4-BE49-F238E27FC236}">
                      <a16:creationId xmlns:a16="http://schemas.microsoft.com/office/drawing/2014/main" id="{7781910A-87B3-D887-EF20-0F99CFC79F59}"/>
                    </a:ext>
                  </a:extLst>
                </p:cNvPr>
                <p:cNvPicPr/>
                <p:nvPr/>
              </p:nvPicPr>
              <p:blipFill>
                <a:blip r:embed="rId117"/>
                <a:stretch>
                  <a:fillRect/>
                </a:stretch>
              </p:blipFill>
              <p:spPr>
                <a:xfrm>
                  <a:off x="9900830" y="4623157"/>
                  <a:ext cx="217800" cy="315000"/>
                </a:xfrm>
                <a:prstGeom prst="rect">
                  <a:avLst/>
                </a:prstGeom>
              </p:spPr>
            </p:pic>
          </mc:Fallback>
        </mc:AlternateContent>
      </p:grpSp>
      <p:grpSp>
        <p:nvGrpSpPr>
          <p:cNvPr id="106" name="Group 105">
            <a:extLst>
              <a:ext uri="{FF2B5EF4-FFF2-40B4-BE49-F238E27FC236}">
                <a16:creationId xmlns:a16="http://schemas.microsoft.com/office/drawing/2014/main" id="{E343B9C7-1ACF-9590-8E00-3470DF1ABA0C}"/>
              </a:ext>
            </a:extLst>
          </p:cNvPr>
          <p:cNvGrpSpPr/>
          <p:nvPr/>
        </p:nvGrpSpPr>
        <p:grpSpPr>
          <a:xfrm>
            <a:off x="6880070" y="5203837"/>
            <a:ext cx="3175920" cy="1291320"/>
            <a:chOff x="6880070" y="5203837"/>
            <a:chExt cx="3175920" cy="1291320"/>
          </a:xfrm>
        </p:grpSpPr>
        <mc:AlternateContent xmlns:mc="http://schemas.openxmlformats.org/markup-compatibility/2006">
          <mc:Choice xmlns:p14="http://schemas.microsoft.com/office/powerpoint/2010/main" Requires="p14">
            <p:contentPart p14:bwMode="auto" r:id="rId118">
              <p14:nvContentPartPr>
                <p14:cNvPr id="62" name="Ink 61">
                  <a:extLst>
                    <a:ext uri="{FF2B5EF4-FFF2-40B4-BE49-F238E27FC236}">
                      <a16:creationId xmlns:a16="http://schemas.microsoft.com/office/drawing/2014/main" id="{5FCF58B9-3CB0-6C4B-D0F9-BB7EC09ED983}"/>
                    </a:ext>
                  </a:extLst>
                </p14:cNvPr>
                <p14:cNvContentPartPr/>
                <p14:nvPr/>
              </p14:nvContentPartPr>
              <p14:xfrm>
                <a:off x="6950630" y="5231197"/>
                <a:ext cx="103680" cy="281160"/>
              </p14:xfrm>
            </p:contentPart>
          </mc:Choice>
          <mc:Fallback>
            <p:pic>
              <p:nvPicPr>
                <p:cNvPr id="62" name="Ink 61">
                  <a:extLst>
                    <a:ext uri="{FF2B5EF4-FFF2-40B4-BE49-F238E27FC236}">
                      <a16:creationId xmlns:a16="http://schemas.microsoft.com/office/drawing/2014/main" id="{5FCF58B9-3CB0-6C4B-D0F9-BB7EC09ED983}"/>
                    </a:ext>
                  </a:extLst>
                </p:cNvPr>
                <p:cNvPicPr/>
                <p:nvPr/>
              </p:nvPicPr>
              <p:blipFill>
                <a:blip r:embed="rId119"/>
                <a:stretch>
                  <a:fillRect/>
                </a:stretch>
              </p:blipFill>
              <p:spPr>
                <a:xfrm>
                  <a:off x="6932990" y="5213197"/>
                  <a:ext cx="139320" cy="316800"/>
                </a:xfrm>
                <a:prstGeom prst="rect">
                  <a:avLst/>
                </a:prstGeom>
              </p:spPr>
            </p:pic>
          </mc:Fallback>
        </mc:AlternateContent>
        <mc:AlternateContent xmlns:mc="http://schemas.openxmlformats.org/markup-compatibility/2006">
          <mc:Choice xmlns:p14="http://schemas.microsoft.com/office/powerpoint/2010/main" Requires="p14">
            <p:contentPart p14:bwMode="auto" r:id="rId120">
              <p14:nvContentPartPr>
                <p14:cNvPr id="63" name="Ink 62">
                  <a:extLst>
                    <a:ext uri="{FF2B5EF4-FFF2-40B4-BE49-F238E27FC236}">
                      <a16:creationId xmlns:a16="http://schemas.microsoft.com/office/drawing/2014/main" id="{B8103DA2-9E04-1463-F366-4B50BA561999}"/>
                    </a:ext>
                  </a:extLst>
                </p14:cNvPr>
                <p14:cNvContentPartPr/>
                <p14:nvPr/>
              </p14:nvContentPartPr>
              <p14:xfrm>
                <a:off x="6936950" y="5203837"/>
                <a:ext cx="321480" cy="226440"/>
              </p14:xfrm>
            </p:contentPart>
          </mc:Choice>
          <mc:Fallback>
            <p:pic>
              <p:nvPicPr>
                <p:cNvPr id="63" name="Ink 62">
                  <a:extLst>
                    <a:ext uri="{FF2B5EF4-FFF2-40B4-BE49-F238E27FC236}">
                      <a16:creationId xmlns:a16="http://schemas.microsoft.com/office/drawing/2014/main" id="{B8103DA2-9E04-1463-F366-4B50BA561999}"/>
                    </a:ext>
                  </a:extLst>
                </p:cNvPr>
                <p:cNvPicPr/>
                <p:nvPr/>
              </p:nvPicPr>
              <p:blipFill>
                <a:blip r:embed="rId121"/>
                <a:stretch>
                  <a:fillRect/>
                </a:stretch>
              </p:blipFill>
              <p:spPr>
                <a:xfrm>
                  <a:off x="6919310" y="5185837"/>
                  <a:ext cx="357120" cy="262080"/>
                </a:xfrm>
                <a:prstGeom prst="rect">
                  <a:avLst/>
                </a:prstGeom>
              </p:spPr>
            </p:pic>
          </mc:Fallback>
        </mc:AlternateContent>
        <mc:AlternateContent xmlns:mc="http://schemas.openxmlformats.org/markup-compatibility/2006">
          <mc:Choice xmlns:p14="http://schemas.microsoft.com/office/powerpoint/2010/main" Requires="p14">
            <p:contentPart p14:bwMode="auto" r:id="rId122">
              <p14:nvContentPartPr>
                <p14:cNvPr id="64" name="Ink 63">
                  <a:extLst>
                    <a:ext uri="{FF2B5EF4-FFF2-40B4-BE49-F238E27FC236}">
                      <a16:creationId xmlns:a16="http://schemas.microsoft.com/office/drawing/2014/main" id="{81A337DB-63A7-D235-B700-216783B67F1C}"/>
                    </a:ext>
                  </a:extLst>
                </p14:cNvPr>
                <p14:cNvContentPartPr/>
                <p14:nvPr/>
              </p14:nvContentPartPr>
              <p14:xfrm>
                <a:off x="7340870" y="5307517"/>
                <a:ext cx="132480" cy="266400"/>
              </p14:xfrm>
            </p:contentPart>
          </mc:Choice>
          <mc:Fallback>
            <p:pic>
              <p:nvPicPr>
                <p:cNvPr id="64" name="Ink 63">
                  <a:extLst>
                    <a:ext uri="{FF2B5EF4-FFF2-40B4-BE49-F238E27FC236}">
                      <a16:creationId xmlns:a16="http://schemas.microsoft.com/office/drawing/2014/main" id="{81A337DB-63A7-D235-B700-216783B67F1C}"/>
                    </a:ext>
                  </a:extLst>
                </p:cNvPr>
                <p:cNvPicPr/>
                <p:nvPr/>
              </p:nvPicPr>
              <p:blipFill>
                <a:blip r:embed="rId123"/>
                <a:stretch>
                  <a:fillRect/>
                </a:stretch>
              </p:blipFill>
              <p:spPr>
                <a:xfrm>
                  <a:off x="7322870" y="5289517"/>
                  <a:ext cx="168120" cy="302040"/>
                </a:xfrm>
                <a:prstGeom prst="rect">
                  <a:avLst/>
                </a:prstGeom>
              </p:spPr>
            </p:pic>
          </mc:Fallback>
        </mc:AlternateContent>
        <mc:AlternateContent xmlns:mc="http://schemas.openxmlformats.org/markup-compatibility/2006">
          <mc:Choice xmlns:p14="http://schemas.microsoft.com/office/powerpoint/2010/main" Requires="p14">
            <p:contentPart p14:bwMode="auto" r:id="rId124">
              <p14:nvContentPartPr>
                <p14:cNvPr id="65" name="Ink 64">
                  <a:extLst>
                    <a:ext uri="{FF2B5EF4-FFF2-40B4-BE49-F238E27FC236}">
                      <a16:creationId xmlns:a16="http://schemas.microsoft.com/office/drawing/2014/main" id="{7598B797-D2AA-4638-61A2-9157DDFBEED9}"/>
                    </a:ext>
                  </a:extLst>
                </p14:cNvPr>
                <p14:cNvContentPartPr/>
                <p14:nvPr/>
              </p14:nvContentPartPr>
              <p14:xfrm>
                <a:off x="7358510" y="5405077"/>
                <a:ext cx="124560" cy="115920"/>
              </p14:xfrm>
            </p:contentPart>
          </mc:Choice>
          <mc:Fallback>
            <p:pic>
              <p:nvPicPr>
                <p:cNvPr id="65" name="Ink 64">
                  <a:extLst>
                    <a:ext uri="{FF2B5EF4-FFF2-40B4-BE49-F238E27FC236}">
                      <a16:creationId xmlns:a16="http://schemas.microsoft.com/office/drawing/2014/main" id="{7598B797-D2AA-4638-61A2-9157DDFBEED9}"/>
                    </a:ext>
                  </a:extLst>
                </p:cNvPr>
                <p:cNvPicPr/>
                <p:nvPr/>
              </p:nvPicPr>
              <p:blipFill>
                <a:blip r:embed="rId125"/>
                <a:stretch>
                  <a:fillRect/>
                </a:stretch>
              </p:blipFill>
              <p:spPr>
                <a:xfrm>
                  <a:off x="7340870" y="5387437"/>
                  <a:ext cx="160200" cy="151560"/>
                </a:xfrm>
                <a:prstGeom prst="rect">
                  <a:avLst/>
                </a:prstGeom>
              </p:spPr>
            </p:pic>
          </mc:Fallback>
        </mc:AlternateContent>
        <mc:AlternateContent xmlns:mc="http://schemas.openxmlformats.org/markup-compatibility/2006">
          <mc:Choice xmlns:p14="http://schemas.microsoft.com/office/powerpoint/2010/main" Requires="p14">
            <p:contentPart p14:bwMode="auto" r:id="rId126">
              <p14:nvContentPartPr>
                <p14:cNvPr id="85" name="Ink 84">
                  <a:extLst>
                    <a:ext uri="{FF2B5EF4-FFF2-40B4-BE49-F238E27FC236}">
                      <a16:creationId xmlns:a16="http://schemas.microsoft.com/office/drawing/2014/main" id="{049896D2-08DE-F1AE-177E-BDC056D2B147}"/>
                    </a:ext>
                  </a:extLst>
                </p14:cNvPr>
                <p14:cNvContentPartPr/>
                <p14:nvPr/>
              </p14:nvContentPartPr>
              <p14:xfrm>
                <a:off x="6880070" y="6042997"/>
                <a:ext cx="203400" cy="249840"/>
              </p14:xfrm>
            </p:contentPart>
          </mc:Choice>
          <mc:Fallback>
            <p:pic>
              <p:nvPicPr>
                <p:cNvPr id="85" name="Ink 84">
                  <a:extLst>
                    <a:ext uri="{FF2B5EF4-FFF2-40B4-BE49-F238E27FC236}">
                      <a16:creationId xmlns:a16="http://schemas.microsoft.com/office/drawing/2014/main" id="{049896D2-08DE-F1AE-177E-BDC056D2B147}"/>
                    </a:ext>
                  </a:extLst>
                </p:cNvPr>
                <p:cNvPicPr/>
                <p:nvPr/>
              </p:nvPicPr>
              <p:blipFill>
                <a:blip r:embed="rId127"/>
                <a:stretch>
                  <a:fillRect/>
                </a:stretch>
              </p:blipFill>
              <p:spPr>
                <a:xfrm>
                  <a:off x="6862430" y="6025357"/>
                  <a:ext cx="239040" cy="285480"/>
                </a:xfrm>
                <a:prstGeom prst="rect">
                  <a:avLst/>
                </a:prstGeom>
              </p:spPr>
            </p:pic>
          </mc:Fallback>
        </mc:AlternateContent>
        <mc:AlternateContent xmlns:mc="http://schemas.openxmlformats.org/markup-compatibility/2006">
          <mc:Choice xmlns:p14="http://schemas.microsoft.com/office/powerpoint/2010/main" Requires="p14">
            <p:contentPart p14:bwMode="auto" r:id="rId128">
              <p14:nvContentPartPr>
                <p14:cNvPr id="86" name="Ink 85">
                  <a:extLst>
                    <a:ext uri="{FF2B5EF4-FFF2-40B4-BE49-F238E27FC236}">
                      <a16:creationId xmlns:a16="http://schemas.microsoft.com/office/drawing/2014/main" id="{D6C455F8-FDE2-E0F9-A420-7EE8DBDA4962}"/>
                    </a:ext>
                  </a:extLst>
                </p14:cNvPr>
                <p14:cNvContentPartPr/>
                <p14:nvPr/>
              </p14:nvContentPartPr>
              <p14:xfrm>
                <a:off x="7170950" y="6169357"/>
                <a:ext cx="78480" cy="122040"/>
              </p14:xfrm>
            </p:contentPart>
          </mc:Choice>
          <mc:Fallback>
            <p:pic>
              <p:nvPicPr>
                <p:cNvPr id="86" name="Ink 85">
                  <a:extLst>
                    <a:ext uri="{FF2B5EF4-FFF2-40B4-BE49-F238E27FC236}">
                      <a16:creationId xmlns:a16="http://schemas.microsoft.com/office/drawing/2014/main" id="{D6C455F8-FDE2-E0F9-A420-7EE8DBDA4962}"/>
                    </a:ext>
                  </a:extLst>
                </p:cNvPr>
                <p:cNvPicPr/>
                <p:nvPr/>
              </p:nvPicPr>
              <p:blipFill>
                <a:blip r:embed="rId129"/>
                <a:stretch>
                  <a:fillRect/>
                </a:stretch>
              </p:blipFill>
              <p:spPr>
                <a:xfrm>
                  <a:off x="7152950" y="6151357"/>
                  <a:ext cx="114120" cy="157680"/>
                </a:xfrm>
                <a:prstGeom prst="rect">
                  <a:avLst/>
                </a:prstGeom>
              </p:spPr>
            </p:pic>
          </mc:Fallback>
        </mc:AlternateContent>
        <mc:AlternateContent xmlns:mc="http://schemas.openxmlformats.org/markup-compatibility/2006">
          <mc:Choice xmlns:p14="http://schemas.microsoft.com/office/powerpoint/2010/main" Requires="p14">
            <p:contentPart p14:bwMode="auto" r:id="rId130">
              <p14:nvContentPartPr>
                <p14:cNvPr id="87" name="Ink 86">
                  <a:extLst>
                    <a:ext uri="{FF2B5EF4-FFF2-40B4-BE49-F238E27FC236}">
                      <a16:creationId xmlns:a16="http://schemas.microsoft.com/office/drawing/2014/main" id="{2F8141E0-CA73-2F8D-96E8-C87DDF0DB30A}"/>
                    </a:ext>
                  </a:extLst>
                </p14:cNvPr>
                <p14:cNvContentPartPr/>
                <p14:nvPr/>
              </p14:nvContentPartPr>
              <p14:xfrm>
                <a:off x="7361750" y="6120757"/>
                <a:ext cx="189000" cy="100800"/>
              </p14:xfrm>
            </p:contentPart>
          </mc:Choice>
          <mc:Fallback>
            <p:pic>
              <p:nvPicPr>
                <p:cNvPr id="87" name="Ink 86">
                  <a:extLst>
                    <a:ext uri="{FF2B5EF4-FFF2-40B4-BE49-F238E27FC236}">
                      <a16:creationId xmlns:a16="http://schemas.microsoft.com/office/drawing/2014/main" id="{2F8141E0-CA73-2F8D-96E8-C87DDF0DB30A}"/>
                    </a:ext>
                  </a:extLst>
                </p:cNvPr>
                <p:cNvPicPr/>
                <p:nvPr/>
              </p:nvPicPr>
              <p:blipFill>
                <a:blip r:embed="rId131"/>
                <a:stretch>
                  <a:fillRect/>
                </a:stretch>
              </p:blipFill>
              <p:spPr>
                <a:xfrm>
                  <a:off x="7344110" y="6102757"/>
                  <a:ext cx="224640" cy="136440"/>
                </a:xfrm>
                <a:prstGeom prst="rect">
                  <a:avLst/>
                </a:prstGeom>
              </p:spPr>
            </p:pic>
          </mc:Fallback>
        </mc:AlternateContent>
        <mc:AlternateContent xmlns:mc="http://schemas.openxmlformats.org/markup-compatibility/2006">
          <mc:Choice xmlns:p14="http://schemas.microsoft.com/office/powerpoint/2010/main" Requires="p14">
            <p:contentPart p14:bwMode="auto" r:id="rId132">
              <p14:nvContentPartPr>
                <p14:cNvPr id="88" name="Ink 87">
                  <a:extLst>
                    <a:ext uri="{FF2B5EF4-FFF2-40B4-BE49-F238E27FC236}">
                      <a16:creationId xmlns:a16="http://schemas.microsoft.com/office/drawing/2014/main" id="{0A4878CF-7A95-8A41-ADB6-7A5A39CED73B}"/>
                    </a:ext>
                  </a:extLst>
                </p14:cNvPr>
                <p14:cNvContentPartPr/>
                <p14:nvPr/>
              </p14:nvContentPartPr>
              <p14:xfrm>
                <a:off x="7649030" y="5965597"/>
                <a:ext cx="53280" cy="212040"/>
              </p14:xfrm>
            </p:contentPart>
          </mc:Choice>
          <mc:Fallback>
            <p:pic>
              <p:nvPicPr>
                <p:cNvPr id="88" name="Ink 87">
                  <a:extLst>
                    <a:ext uri="{FF2B5EF4-FFF2-40B4-BE49-F238E27FC236}">
                      <a16:creationId xmlns:a16="http://schemas.microsoft.com/office/drawing/2014/main" id="{0A4878CF-7A95-8A41-ADB6-7A5A39CED73B}"/>
                    </a:ext>
                  </a:extLst>
                </p:cNvPr>
                <p:cNvPicPr/>
                <p:nvPr/>
              </p:nvPicPr>
              <p:blipFill>
                <a:blip r:embed="rId133"/>
                <a:stretch>
                  <a:fillRect/>
                </a:stretch>
              </p:blipFill>
              <p:spPr>
                <a:xfrm>
                  <a:off x="7631390" y="5947597"/>
                  <a:ext cx="88920" cy="247680"/>
                </a:xfrm>
                <a:prstGeom prst="rect">
                  <a:avLst/>
                </a:prstGeom>
              </p:spPr>
            </p:pic>
          </mc:Fallback>
        </mc:AlternateContent>
        <mc:AlternateContent xmlns:mc="http://schemas.openxmlformats.org/markup-compatibility/2006">
          <mc:Choice xmlns:p14="http://schemas.microsoft.com/office/powerpoint/2010/main" Requires="p14">
            <p:contentPart p14:bwMode="auto" r:id="rId134">
              <p14:nvContentPartPr>
                <p14:cNvPr id="89" name="Ink 88">
                  <a:extLst>
                    <a:ext uri="{FF2B5EF4-FFF2-40B4-BE49-F238E27FC236}">
                      <a16:creationId xmlns:a16="http://schemas.microsoft.com/office/drawing/2014/main" id="{EF831484-89A8-8CDB-3B49-1EBC6FCDA907}"/>
                    </a:ext>
                  </a:extLst>
                </p14:cNvPr>
                <p14:cNvContentPartPr/>
                <p14:nvPr/>
              </p14:nvContentPartPr>
              <p14:xfrm>
                <a:off x="7628870" y="6058837"/>
                <a:ext cx="83520" cy="32760"/>
              </p14:xfrm>
            </p:contentPart>
          </mc:Choice>
          <mc:Fallback>
            <p:pic>
              <p:nvPicPr>
                <p:cNvPr id="89" name="Ink 88">
                  <a:extLst>
                    <a:ext uri="{FF2B5EF4-FFF2-40B4-BE49-F238E27FC236}">
                      <a16:creationId xmlns:a16="http://schemas.microsoft.com/office/drawing/2014/main" id="{EF831484-89A8-8CDB-3B49-1EBC6FCDA907}"/>
                    </a:ext>
                  </a:extLst>
                </p:cNvPr>
                <p:cNvPicPr/>
                <p:nvPr/>
              </p:nvPicPr>
              <p:blipFill>
                <a:blip r:embed="rId135"/>
                <a:stretch>
                  <a:fillRect/>
                </a:stretch>
              </p:blipFill>
              <p:spPr>
                <a:xfrm>
                  <a:off x="7610870" y="6041197"/>
                  <a:ext cx="119160" cy="68400"/>
                </a:xfrm>
                <a:prstGeom prst="rect">
                  <a:avLst/>
                </a:prstGeom>
              </p:spPr>
            </p:pic>
          </mc:Fallback>
        </mc:AlternateContent>
        <mc:AlternateContent xmlns:mc="http://schemas.openxmlformats.org/markup-compatibility/2006">
          <mc:Choice xmlns:p14="http://schemas.microsoft.com/office/powerpoint/2010/main" Requires="p14">
            <p:contentPart p14:bwMode="auto" r:id="rId136">
              <p14:nvContentPartPr>
                <p14:cNvPr id="90" name="Ink 89">
                  <a:extLst>
                    <a:ext uri="{FF2B5EF4-FFF2-40B4-BE49-F238E27FC236}">
                      <a16:creationId xmlns:a16="http://schemas.microsoft.com/office/drawing/2014/main" id="{6F370656-F93B-FFE1-5E3E-29172A1D13F6}"/>
                    </a:ext>
                  </a:extLst>
                </p14:cNvPr>
                <p14:cNvContentPartPr/>
                <p14:nvPr/>
              </p14:nvContentPartPr>
              <p14:xfrm>
                <a:off x="7818590" y="6108517"/>
                <a:ext cx="19440" cy="12600"/>
              </p14:xfrm>
            </p:contentPart>
          </mc:Choice>
          <mc:Fallback>
            <p:pic>
              <p:nvPicPr>
                <p:cNvPr id="90" name="Ink 89">
                  <a:extLst>
                    <a:ext uri="{FF2B5EF4-FFF2-40B4-BE49-F238E27FC236}">
                      <a16:creationId xmlns:a16="http://schemas.microsoft.com/office/drawing/2014/main" id="{6F370656-F93B-FFE1-5E3E-29172A1D13F6}"/>
                    </a:ext>
                  </a:extLst>
                </p:cNvPr>
                <p:cNvPicPr/>
                <p:nvPr/>
              </p:nvPicPr>
              <p:blipFill>
                <a:blip r:embed="rId137"/>
                <a:stretch>
                  <a:fillRect/>
                </a:stretch>
              </p:blipFill>
              <p:spPr>
                <a:xfrm>
                  <a:off x="7800950" y="6090877"/>
                  <a:ext cx="55080" cy="48240"/>
                </a:xfrm>
                <a:prstGeom prst="rect">
                  <a:avLst/>
                </a:prstGeom>
              </p:spPr>
            </p:pic>
          </mc:Fallback>
        </mc:AlternateContent>
        <mc:AlternateContent xmlns:mc="http://schemas.openxmlformats.org/markup-compatibility/2006">
          <mc:Choice xmlns:p14="http://schemas.microsoft.com/office/powerpoint/2010/main" Requires="p14">
            <p:contentPart p14:bwMode="auto" r:id="rId138">
              <p14:nvContentPartPr>
                <p14:cNvPr id="91" name="Ink 90">
                  <a:extLst>
                    <a:ext uri="{FF2B5EF4-FFF2-40B4-BE49-F238E27FC236}">
                      <a16:creationId xmlns:a16="http://schemas.microsoft.com/office/drawing/2014/main" id="{5D2FFB97-B713-9B8D-8C6F-EE92E6E9023F}"/>
                    </a:ext>
                  </a:extLst>
                </p14:cNvPr>
                <p14:cNvContentPartPr/>
                <p14:nvPr/>
              </p14:nvContentPartPr>
              <p14:xfrm>
                <a:off x="7882670" y="6140197"/>
                <a:ext cx="24120" cy="15120"/>
              </p14:xfrm>
            </p:contentPart>
          </mc:Choice>
          <mc:Fallback>
            <p:pic>
              <p:nvPicPr>
                <p:cNvPr id="91" name="Ink 90">
                  <a:extLst>
                    <a:ext uri="{FF2B5EF4-FFF2-40B4-BE49-F238E27FC236}">
                      <a16:creationId xmlns:a16="http://schemas.microsoft.com/office/drawing/2014/main" id="{5D2FFB97-B713-9B8D-8C6F-EE92E6E9023F}"/>
                    </a:ext>
                  </a:extLst>
                </p:cNvPr>
                <p:cNvPicPr/>
                <p:nvPr/>
              </p:nvPicPr>
              <p:blipFill>
                <a:blip r:embed="rId139"/>
                <a:stretch>
                  <a:fillRect/>
                </a:stretch>
              </p:blipFill>
              <p:spPr>
                <a:xfrm>
                  <a:off x="7864670" y="6122197"/>
                  <a:ext cx="59760" cy="50760"/>
                </a:xfrm>
                <a:prstGeom prst="rect">
                  <a:avLst/>
                </a:prstGeom>
              </p:spPr>
            </p:pic>
          </mc:Fallback>
        </mc:AlternateContent>
        <mc:AlternateContent xmlns:mc="http://schemas.openxmlformats.org/markup-compatibility/2006">
          <mc:Choice xmlns:p14="http://schemas.microsoft.com/office/powerpoint/2010/main" Requires="p14">
            <p:contentPart p14:bwMode="auto" r:id="rId140">
              <p14:nvContentPartPr>
                <p14:cNvPr id="95" name="Ink 94">
                  <a:extLst>
                    <a:ext uri="{FF2B5EF4-FFF2-40B4-BE49-F238E27FC236}">
                      <a16:creationId xmlns:a16="http://schemas.microsoft.com/office/drawing/2014/main" id="{79376E44-9889-4E2E-9D46-B4CFC1CA6141}"/>
                    </a:ext>
                  </a:extLst>
                </p14:cNvPr>
                <p14:cNvContentPartPr/>
                <p14:nvPr/>
              </p14:nvContentPartPr>
              <p14:xfrm>
                <a:off x="8548310" y="5669677"/>
                <a:ext cx="35280" cy="43200"/>
              </p14:xfrm>
            </p:contentPart>
          </mc:Choice>
          <mc:Fallback>
            <p:pic>
              <p:nvPicPr>
                <p:cNvPr id="95" name="Ink 94">
                  <a:extLst>
                    <a:ext uri="{FF2B5EF4-FFF2-40B4-BE49-F238E27FC236}">
                      <a16:creationId xmlns:a16="http://schemas.microsoft.com/office/drawing/2014/main" id="{79376E44-9889-4E2E-9D46-B4CFC1CA6141}"/>
                    </a:ext>
                  </a:extLst>
                </p:cNvPr>
                <p:cNvPicPr/>
                <p:nvPr/>
              </p:nvPicPr>
              <p:blipFill>
                <a:blip r:embed="rId141"/>
                <a:stretch>
                  <a:fillRect/>
                </a:stretch>
              </p:blipFill>
              <p:spPr>
                <a:xfrm>
                  <a:off x="8530670" y="5652037"/>
                  <a:ext cx="70920" cy="78840"/>
                </a:xfrm>
                <a:prstGeom prst="rect">
                  <a:avLst/>
                </a:prstGeom>
              </p:spPr>
            </p:pic>
          </mc:Fallback>
        </mc:AlternateContent>
        <mc:AlternateContent xmlns:mc="http://schemas.openxmlformats.org/markup-compatibility/2006">
          <mc:Choice xmlns:p14="http://schemas.microsoft.com/office/powerpoint/2010/main" Requires="p14">
            <p:contentPart p14:bwMode="auto" r:id="rId142">
              <p14:nvContentPartPr>
                <p14:cNvPr id="92" name="Ink 91">
                  <a:extLst>
                    <a:ext uri="{FF2B5EF4-FFF2-40B4-BE49-F238E27FC236}">
                      <a16:creationId xmlns:a16="http://schemas.microsoft.com/office/drawing/2014/main" id="{C5DBA422-72AB-42DE-AFFE-126D09427FA2}"/>
                    </a:ext>
                  </a:extLst>
                </p14:cNvPr>
                <p14:cNvContentPartPr/>
                <p14:nvPr/>
              </p14:nvContentPartPr>
              <p14:xfrm>
                <a:off x="8136110" y="6012037"/>
                <a:ext cx="199080" cy="30240"/>
              </p14:xfrm>
            </p:contentPart>
          </mc:Choice>
          <mc:Fallback>
            <p:pic>
              <p:nvPicPr>
                <p:cNvPr id="92" name="Ink 91">
                  <a:extLst>
                    <a:ext uri="{FF2B5EF4-FFF2-40B4-BE49-F238E27FC236}">
                      <a16:creationId xmlns:a16="http://schemas.microsoft.com/office/drawing/2014/main" id="{C5DBA422-72AB-42DE-AFFE-126D09427FA2}"/>
                    </a:ext>
                  </a:extLst>
                </p:cNvPr>
                <p:cNvPicPr/>
                <p:nvPr/>
              </p:nvPicPr>
              <p:blipFill>
                <a:blip r:embed="rId143"/>
                <a:stretch>
                  <a:fillRect/>
                </a:stretch>
              </p:blipFill>
              <p:spPr>
                <a:xfrm>
                  <a:off x="8118110" y="5994397"/>
                  <a:ext cx="234720" cy="65880"/>
                </a:xfrm>
                <a:prstGeom prst="rect">
                  <a:avLst/>
                </a:prstGeom>
              </p:spPr>
            </p:pic>
          </mc:Fallback>
        </mc:AlternateContent>
        <mc:AlternateContent xmlns:mc="http://schemas.openxmlformats.org/markup-compatibility/2006">
          <mc:Choice xmlns:p14="http://schemas.microsoft.com/office/powerpoint/2010/main" Requires="p14">
            <p:contentPart p14:bwMode="auto" r:id="rId144">
              <p14:nvContentPartPr>
                <p14:cNvPr id="94" name="Ink 93">
                  <a:extLst>
                    <a:ext uri="{FF2B5EF4-FFF2-40B4-BE49-F238E27FC236}">
                      <a16:creationId xmlns:a16="http://schemas.microsoft.com/office/drawing/2014/main" id="{B238364E-6F13-3280-D663-93B16A87BA10}"/>
                    </a:ext>
                  </a:extLst>
                </p14:cNvPr>
                <p14:cNvContentPartPr/>
                <p14:nvPr/>
              </p14:nvContentPartPr>
              <p14:xfrm>
                <a:off x="8527430" y="5879557"/>
                <a:ext cx="128160" cy="208800"/>
              </p14:xfrm>
            </p:contentPart>
          </mc:Choice>
          <mc:Fallback>
            <p:pic>
              <p:nvPicPr>
                <p:cNvPr id="94" name="Ink 93">
                  <a:extLst>
                    <a:ext uri="{FF2B5EF4-FFF2-40B4-BE49-F238E27FC236}">
                      <a16:creationId xmlns:a16="http://schemas.microsoft.com/office/drawing/2014/main" id="{B238364E-6F13-3280-D663-93B16A87BA10}"/>
                    </a:ext>
                  </a:extLst>
                </p:cNvPr>
                <p:cNvPicPr/>
                <p:nvPr/>
              </p:nvPicPr>
              <p:blipFill>
                <a:blip r:embed="rId145"/>
                <a:stretch>
                  <a:fillRect/>
                </a:stretch>
              </p:blipFill>
              <p:spPr>
                <a:xfrm>
                  <a:off x="8509790" y="5861557"/>
                  <a:ext cx="163800" cy="244440"/>
                </a:xfrm>
                <a:prstGeom prst="rect">
                  <a:avLst/>
                </a:prstGeom>
              </p:spPr>
            </p:pic>
          </mc:Fallback>
        </mc:AlternateContent>
        <mc:AlternateContent xmlns:mc="http://schemas.openxmlformats.org/markup-compatibility/2006">
          <mc:Choice xmlns:p14="http://schemas.microsoft.com/office/powerpoint/2010/main" Requires="p14">
            <p:contentPart p14:bwMode="auto" r:id="rId146">
              <p14:nvContentPartPr>
                <p14:cNvPr id="96" name="Ink 95">
                  <a:extLst>
                    <a:ext uri="{FF2B5EF4-FFF2-40B4-BE49-F238E27FC236}">
                      <a16:creationId xmlns:a16="http://schemas.microsoft.com/office/drawing/2014/main" id="{CE09D106-90BE-3565-C415-381B57D50D19}"/>
                    </a:ext>
                  </a:extLst>
                </p14:cNvPr>
                <p14:cNvContentPartPr/>
                <p14:nvPr/>
              </p14:nvContentPartPr>
              <p14:xfrm>
                <a:off x="8771150" y="5977117"/>
                <a:ext cx="93600" cy="181800"/>
              </p14:xfrm>
            </p:contentPart>
          </mc:Choice>
          <mc:Fallback>
            <p:pic>
              <p:nvPicPr>
                <p:cNvPr id="96" name="Ink 95">
                  <a:extLst>
                    <a:ext uri="{FF2B5EF4-FFF2-40B4-BE49-F238E27FC236}">
                      <a16:creationId xmlns:a16="http://schemas.microsoft.com/office/drawing/2014/main" id="{CE09D106-90BE-3565-C415-381B57D50D19}"/>
                    </a:ext>
                  </a:extLst>
                </p:cNvPr>
                <p:cNvPicPr/>
                <p:nvPr/>
              </p:nvPicPr>
              <p:blipFill>
                <a:blip r:embed="rId147"/>
                <a:stretch>
                  <a:fillRect/>
                </a:stretch>
              </p:blipFill>
              <p:spPr>
                <a:xfrm>
                  <a:off x="8753510" y="5959477"/>
                  <a:ext cx="129240" cy="217440"/>
                </a:xfrm>
                <a:prstGeom prst="rect">
                  <a:avLst/>
                </a:prstGeom>
              </p:spPr>
            </p:pic>
          </mc:Fallback>
        </mc:AlternateContent>
        <mc:AlternateContent xmlns:mc="http://schemas.openxmlformats.org/markup-compatibility/2006">
          <mc:Choice xmlns:p14="http://schemas.microsoft.com/office/powerpoint/2010/main" Requires="p14">
            <p:contentPart p14:bwMode="auto" r:id="rId148">
              <p14:nvContentPartPr>
                <p14:cNvPr id="98" name="Ink 97">
                  <a:extLst>
                    <a:ext uri="{FF2B5EF4-FFF2-40B4-BE49-F238E27FC236}">
                      <a16:creationId xmlns:a16="http://schemas.microsoft.com/office/drawing/2014/main" id="{F460AC55-A1CE-2EBB-F26F-94BE4E7BCD1D}"/>
                    </a:ext>
                  </a:extLst>
                </p14:cNvPr>
                <p14:cNvContentPartPr/>
                <p14:nvPr/>
              </p14:nvContentPartPr>
              <p14:xfrm>
                <a:off x="9046190" y="5821237"/>
                <a:ext cx="72720" cy="214200"/>
              </p14:xfrm>
            </p:contentPart>
          </mc:Choice>
          <mc:Fallback>
            <p:pic>
              <p:nvPicPr>
                <p:cNvPr id="98" name="Ink 97">
                  <a:extLst>
                    <a:ext uri="{FF2B5EF4-FFF2-40B4-BE49-F238E27FC236}">
                      <a16:creationId xmlns:a16="http://schemas.microsoft.com/office/drawing/2014/main" id="{F460AC55-A1CE-2EBB-F26F-94BE4E7BCD1D}"/>
                    </a:ext>
                  </a:extLst>
                </p:cNvPr>
                <p:cNvPicPr/>
                <p:nvPr/>
              </p:nvPicPr>
              <p:blipFill>
                <a:blip r:embed="rId149"/>
                <a:stretch>
                  <a:fillRect/>
                </a:stretch>
              </p:blipFill>
              <p:spPr>
                <a:xfrm>
                  <a:off x="9028190" y="5803597"/>
                  <a:ext cx="108360" cy="249840"/>
                </a:xfrm>
                <a:prstGeom prst="rect">
                  <a:avLst/>
                </a:prstGeom>
              </p:spPr>
            </p:pic>
          </mc:Fallback>
        </mc:AlternateContent>
        <mc:AlternateContent xmlns:mc="http://schemas.openxmlformats.org/markup-compatibility/2006">
          <mc:Choice xmlns:p14="http://schemas.microsoft.com/office/powerpoint/2010/main" Requires="p14">
            <p:contentPart p14:bwMode="auto" r:id="rId150">
              <p14:nvContentPartPr>
                <p14:cNvPr id="99" name="Ink 98">
                  <a:extLst>
                    <a:ext uri="{FF2B5EF4-FFF2-40B4-BE49-F238E27FC236}">
                      <a16:creationId xmlns:a16="http://schemas.microsoft.com/office/drawing/2014/main" id="{163903AB-50DE-F52A-6355-0E108881B70C}"/>
                    </a:ext>
                  </a:extLst>
                </p14:cNvPr>
                <p14:cNvContentPartPr/>
                <p14:nvPr/>
              </p14:nvContentPartPr>
              <p14:xfrm>
                <a:off x="9057710" y="5769757"/>
                <a:ext cx="162360" cy="171360"/>
              </p14:xfrm>
            </p:contentPart>
          </mc:Choice>
          <mc:Fallback>
            <p:pic>
              <p:nvPicPr>
                <p:cNvPr id="99" name="Ink 98">
                  <a:extLst>
                    <a:ext uri="{FF2B5EF4-FFF2-40B4-BE49-F238E27FC236}">
                      <a16:creationId xmlns:a16="http://schemas.microsoft.com/office/drawing/2014/main" id="{163903AB-50DE-F52A-6355-0E108881B70C}"/>
                    </a:ext>
                  </a:extLst>
                </p:cNvPr>
                <p:cNvPicPr/>
                <p:nvPr/>
              </p:nvPicPr>
              <p:blipFill>
                <a:blip r:embed="rId151"/>
                <a:stretch>
                  <a:fillRect/>
                </a:stretch>
              </p:blipFill>
              <p:spPr>
                <a:xfrm>
                  <a:off x="9040070" y="5751757"/>
                  <a:ext cx="198000" cy="207000"/>
                </a:xfrm>
                <a:prstGeom prst="rect">
                  <a:avLst/>
                </a:prstGeom>
              </p:spPr>
            </p:pic>
          </mc:Fallback>
        </mc:AlternateContent>
        <mc:AlternateContent xmlns:mc="http://schemas.openxmlformats.org/markup-compatibility/2006">
          <mc:Choice xmlns:p14="http://schemas.microsoft.com/office/powerpoint/2010/main" Requires="p14">
            <p:contentPart p14:bwMode="auto" r:id="rId152">
              <p14:nvContentPartPr>
                <p14:cNvPr id="100" name="Ink 99">
                  <a:extLst>
                    <a:ext uri="{FF2B5EF4-FFF2-40B4-BE49-F238E27FC236}">
                      <a16:creationId xmlns:a16="http://schemas.microsoft.com/office/drawing/2014/main" id="{01B79D89-8BD1-3D97-3DB6-FBD92B9F8C40}"/>
                    </a:ext>
                  </a:extLst>
                </p14:cNvPr>
                <p14:cNvContentPartPr/>
                <p14:nvPr/>
              </p14:nvContentPartPr>
              <p14:xfrm>
                <a:off x="9368030" y="5821237"/>
                <a:ext cx="85680" cy="259200"/>
              </p14:xfrm>
            </p:contentPart>
          </mc:Choice>
          <mc:Fallback>
            <p:pic>
              <p:nvPicPr>
                <p:cNvPr id="100" name="Ink 99">
                  <a:extLst>
                    <a:ext uri="{FF2B5EF4-FFF2-40B4-BE49-F238E27FC236}">
                      <a16:creationId xmlns:a16="http://schemas.microsoft.com/office/drawing/2014/main" id="{01B79D89-8BD1-3D97-3DB6-FBD92B9F8C40}"/>
                    </a:ext>
                  </a:extLst>
                </p:cNvPr>
                <p:cNvPicPr/>
                <p:nvPr/>
              </p:nvPicPr>
              <p:blipFill>
                <a:blip r:embed="rId153"/>
                <a:stretch>
                  <a:fillRect/>
                </a:stretch>
              </p:blipFill>
              <p:spPr>
                <a:xfrm>
                  <a:off x="9350030" y="5803237"/>
                  <a:ext cx="121320" cy="294840"/>
                </a:xfrm>
                <a:prstGeom prst="rect">
                  <a:avLst/>
                </a:prstGeom>
              </p:spPr>
            </p:pic>
          </mc:Fallback>
        </mc:AlternateContent>
        <mc:AlternateContent xmlns:mc="http://schemas.openxmlformats.org/markup-compatibility/2006">
          <mc:Choice xmlns:p14="http://schemas.microsoft.com/office/powerpoint/2010/main" Requires="p14">
            <p:contentPart p14:bwMode="auto" r:id="rId154">
              <p14:nvContentPartPr>
                <p14:cNvPr id="101" name="Ink 100">
                  <a:extLst>
                    <a:ext uri="{FF2B5EF4-FFF2-40B4-BE49-F238E27FC236}">
                      <a16:creationId xmlns:a16="http://schemas.microsoft.com/office/drawing/2014/main" id="{09CFBAF6-1CDE-72F6-A4C3-6BA4B6E6FAE1}"/>
                    </a:ext>
                  </a:extLst>
                </p14:cNvPr>
                <p14:cNvContentPartPr/>
                <p14:nvPr/>
              </p14:nvContentPartPr>
              <p14:xfrm>
                <a:off x="9359030" y="5957677"/>
                <a:ext cx="74880" cy="72360"/>
              </p14:xfrm>
            </p:contentPart>
          </mc:Choice>
          <mc:Fallback>
            <p:pic>
              <p:nvPicPr>
                <p:cNvPr id="101" name="Ink 100">
                  <a:extLst>
                    <a:ext uri="{FF2B5EF4-FFF2-40B4-BE49-F238E27FC236}">
                      <a16:creationId xmlns:a16="http://schemas.microsoft.com/office/drawing/2014/main" id="{09CFBAF6-1CDE-72F6-A4C3-6BA4B6E6FAE1}"/>
                    </a:ext>
                  </a:extLst>
                </p:cNvPr>
                <p:cNvPicPr/>
                <p:nvPr/>
              </p:nvPicPr>
              <p:blipFill>
                <a:blip r:embed="rId155"/>
                <a:stretch>
                  <a:fillRect/>
                </a:stretch>
              </p:blipFill>
              <p:spPr>
                <a:xfrm>
                  <a:off x="9341390" y="5939677"/>
                  <a:ext cx="110520" cy="108000"/>
                </a:xfrm>
                <a:prstGeom prst="rect">
                  <a:avLst/>
                </a:prstGeom>
              </p:spPr>
            </p:pic>
          </mc:Fallback>
        </mc:AlternateContent>
        <mc:AlternateContent xmlns:mc="http://schemas.openxmlformats.org/markup-compatibility/2006">
          <mc:Choice xmlns:p14="http://schemas.microsoft.com/office/powerpoint/2010/main" Requires="p14">
            <p:contentPart p14:bwMode="auto" r:id="rId156">
              <p14:nvContentPartPr>
                <p14:cNvPr id="103" name="Ink 102">
                  <a:extLst>
                    <a:ext uri="{FF2B5EF4-FFF2-40B4-BE49-F238E27FC236}">
                      <a16:creationId xmlns:a16="http://schemas.microsoft.com/office/drawing/2014/main" id="{9197909F-F846-DEF1-DFF9-5F590C21F8E3}"/>
                    </a:ext>
                  </a:extLst>
                </p14:cNvPr>
                <p14:cNvContentPartPr/>
                <p14:nvPr/>
              </p14:nvContentPartPr>
              <p14:xfrm>
                <a:off x="8901110" y="5417677"/>
                <a:ext cx="831600" cy="1077480"/>
              </p14:xfrm>
            </p:contentPart>
          </mc:Choice>
          <mc:Fallback>
            <p:pic>
              <p:nvPicPr>
                <p:cNvPr id="103" name="Ink 102">
                  <a:extLst>
                    <a:ext uri="{FF2B5EF4-FFF2-40B4-BE49-F238E27FC236}">
                      <a16:creationId xmlns:a16="http://schemas.microsoft.com/office/drawing/2014/main" id="{9197909F-F846-DEF1-DFF9-5F590C21F8E3}"/>
                    </a:ext>
                  </a:extLst>
                </p:cNvPr>
                <p:cNvPicPr/>
                <p:nvPr/>
              </p:nvPicPr>
              <p:blipFill>
                <a:blip r:embed="rId157"/>
                <a:stretch>
                  <a:fillRect/>
                </a:stretch>
              </p:blipFill>
              <p:spPr>
                <a:xfrm>
                  <a:off x="8883470" y="5400037"/>
                  <a:ext cx="867240" cy="1113120"/>
                </a:xfrm>
                <a:prstGeom prst="rect">
                  <a:avLst/>
                </a:prstGeom>
              </p:spPr>
            </p:pic>
          </mc:Fallback>
        </mc:AlternateContent>
        <mc:AlternateContent xmlns:mc="http://schemas.openxmlformats.org/markup-compatibility/2006">
          <mc:Choice xmlns:p14="http://schemas.microsoft.com/office/powerpoint/2010/main" Requires="p14">
            <p:contentPart p14:bwMode="auto" r:id="rId158">
              <p14:nvContentPartPr>
                <p14:cNvPr id="104" name="Ink 103">
                  <a:extLst>
                    <a:ext uri="{FF2B5EF4-FFF2-40B4-BE49-F238E27FC236}">
                      <a16:creationId xmlns:a16="http://schemas.microsoft.com/office/drawing/2014/main" id="{6698BA52-D94D-1EE2-C38F-D299289E0299}"/>
                    </a:ext>
                  </a:extLst>
                </p14:cNvPr>
                <p14:cNvContentPartPr/>
                <p14:nvPr/>
              </p14:nvContentPartPr>
              <p14:xfrm>
                <a:off x="9506270" y="5228677"/>
                <a:ext cx="530280" cy="401040"/>
              </p14:xfrm>
            </p:contentPart>
          </mc:Choice>
          <mc:Fallback>
            <p:pic>
              <p:nvPicPr>
                <p:cNvPr id="104" name="Ink 103">
                  <a:extLst>
                    <a:ext uri="{FF2B5EF4-FFF2-40B4-BE49-F238E27FC236}">
                      <a16:creationId xmlns:a16="http://schemas.microsoft.com/office/drawing/2014/main" id="{6698BA52-D94D-1EE2-C38F-D299289E0299}"/>
                    </a:ext>
                  </a:extLst>
                </p:cNvPr>
                <p:cNvPicPr/>
                <p:nvPr/>
              </p:nvPicPr>
              <p:blipFill>
                <a:blip r:embed="rId159"/>
                <a:stretch>
                  <a:fillRect/>
                </a:stretch>
              </p:blipFill>
              <p:spPr>
                <a:xfrm>
                  <a:off x="9488270" y="5210677"/>
                  <a:ext cx="565920" cy="436680"/>
                </a:xfrm>
                <a:prstGeom prst="rect">
                  <a:avLst/>
                </a:prstGeom>
              </p:spPr>
            </p:pic>
          </mc:Fallback>
        </mc:AlternateContent>
        <mc:AlternateContent xmlns:mc="http://schemas.openxmlformats.org/markup-compatibility/2006">
          <mc:Choice xmlns:p14="http://schemas.microsoft.com/office/powerpoint/2010/main" Requires="p14">
            <p:contentPart p14:bwMode="auto" r:id="rId160">
              <p14:nvContentPartPr>
                <p14:cNvPr id="105" name="Ink 104">
                  <a:extLst>
                    <a:ext uri="{FF2B5EF4-FFF2-40B4-BE49-F238E27FC236}">
                      <a16:creationId xmlns:a16="http://schemas.microsoft.com/office/drawing/2014/main" id="{7E28A02B-6321-E142-D58E-36CCFDDEB63B}"/>
                    </a:ext>
                  </a:extLst>
                </p14:cNvPr>
                <p14:cNvContentPartPr/>
                <p14:nvPr/>
              </p14:nvContentPartPr>
              <p14:xfrm>
                <a:off x="9843590" y="5232637"/>
                <a:ext cx="212400" cy="155520"/>
              </p14:xfrm>
            </p:contentPart>
          </mc:Choice>
          <mc:Fallback>
            <p:pic>
              <p:nvPicPr>
                <p:cNvPr id="105" name="Ink 104">
                  <a:extLst>
                    <a:ext uri="{FF2B5EF4-FFF2-40B4-BE49-F238E27FC236}">
                      <a16:creationId xmlns:a16="http://schemas.microsoft.com/office/drawing/2014/main" id="{7E28A02B-6321-E142-D58E-36CCFDDEB63B}"/>
                    </a:ext>
                  </a:extLst>
                </p:cNvPr>
                <p:cNvPicPr/>
                <p:nvPr/>
              </p:nvPicPr>
              <p:blipFill>
                <a:blip r:embed="rId161"/>
                <a:stretch>
                  <a:fillRect/>
                </a:stretch>
              </p:blipFill>
              <p:spPr>
                <a:xfrm>
                  <a:off x="9825590" y="5214997"/>
                  <a:ext cx="248040" cy="191160"/>
                </a:xfrm>
                <a:prstGeom prst="rect">
                  <a:avLst/>
                </a:prstGeom>
              </p:spPr>
            </p:pic>
          </mc:Fallback>
        </mc:AlternateContent>
      </p:grpSp>
      <p:grpSp>
        <p:nvGrpSpPr>
          <p:cNvPr id="121" name="Group 120">
            <a:extLst>
              <a:ext uri="{FF2B5EF4-FFF2-40B4-BE49-F238E27FC236}">
                <a16:creationId xmlns:a16="http://schemas.microsoft.com/office/drawing/2014/main" id="{CDBA138A-1EB8-F725-6446-46DCFB12A7B4}"/>
              </a:ext>
            </a:extLst>
          </p:cNvPr>
          <p:cNvGrpSpPr/>
          <p:nvPr/>
        </p:nvGrpSpPr>
        <p:grpSpPr>
          <a:xfrm>
            <a:off x="10334270" y="4705237"/>
            <a:ext cx="1229760" cy="745200"/>
            <a:chOff x="10334270" y="4705237"/>
            <a:chExt cx="1229760" cy="745200"/>
          </a:xfrm>
        </p:grpSpPr>
        <mc:AlternateContent xmlns:mc="http://schemas.openxmlformats.org/markup-compatibility/2006">
          <mc:Choice xmlns:p14="http://schemas.microsoft.com/office/powerpoint/2010/main" Requires="p14">
            <p:contentPart p14:bwMode="auto" r:id="rId162">
              <p14:nvContentPartPr>
                <p14:cNvPr id="107" name="Ink 106">
                  <a:extLst>
                    <a:ext uri="{FF2B5EF4-FFF2-40B4-BE49-F238E27FC236}">
                      <a16:creationId xmlns:a16="http://schemas.microsoft.com/office/drawing/2014/main" id="{F5D83C25-474B-C54B-CB82-7D6BA65217BE}"/>
                    </a:ext>
                  </a:extLst>
                </p14:cNvPr>
                <p14:cNvContentPartPr/>
                <p14:nvPr/>
              </p14:nvContentPartPr>
              <p14:xfrm>
                <a:off x="10334270" y="5174317"/>
                <a:ext cx="18720" cy="276120"/>
              </p14:xfrm>
            </p:contentPart>
          </mc:Choice>
          <mc:Fallback>
            <p:pic>
              <p:nvPicPr>
                <p:cNvPr id="107" name="Ink 106">
                  <a:extLst>
                    <a:ext uri="{FF2B5EF4-FFF2-40B4-BE49-F238E27FC236}">
                      <a16:creationId xmlns:a16="http://schemas.microsoft.com/office/drawing/2014/main" id="{F5D83C25-474B-C54B-CB82-7D6BA65217BE}"/>
                    </a:ext>
                  </a:extLst>
                </p:cNvPr>
                <p:cNvPicPr/>
                <p:nvPr/>
              </p:nvPicPr>
              <p:blipFill>
                <a:blip r:embed="rId163"/>
                <a:stretch>
                  <a:fillRect/>
                </a:stretch>
              </p:blipFill>
              <p:spPr>
                <a:xfrm>
                  <a:off x="10316630" y="5156677"/>
                  <a:ext cx="54360" cy="311760"/>
                </a:xfrm>
                <a:prstGeom prst="rect">
                  <a:avLst/>
                </a:prstGeom>
              </p:spPr>
            </p:pic>
          </mc:Fallback>
        </mc:AlternateContent>
        <mc:AlternateContent xmlns:mc="http://schemas.openxmlformats.org/markup-compatibility/2006">
          <mc:Choice xmlns:p14="http://schemas.microsoft.com/office/powerpoint/2010/main" Requires="p14">
            <p:contentPart p14:bwMode="auto" r:id="rId164">
              <p14:nvContentPartPr>
                <p14:cNvPr id="108" name="Ink 107">
                  <a:extLst>
                    <a:ext uri="{FF2B5EF4-FFF2-40B4-BE49-F238E27FC236}">
                      <a16:creationId xmlns:a16="http://schemas.microsoft.com/office/drawing/2014/main" id="{83720659-80C8-DEF0-64D8-6E3B19F7BE8D}"/>
                    </a:ext>
                  </a:extLst>
                </p14:cNvPr>
                <p14:cNvContentPartPr/>
                <p14:nvPr/>
              </p14:nvContentPartPr>
              <p14:xfrm>
                <a:off x="10337150" y="5191957"/>
                <a:ext cx="144720" cy="219240"/>
              </p14:xfrm>
            </p:contentPart>
          </mc:Choice>
          <mc:Fallback>
            <p:pic>
              <p:nvPicPr>
                <p:cNvPr id="108" name="Ink 107">
                  <a:extLst>
                    <a:ext uri="{FF2B5EF4-FFF2-40B4-BE49-F238E27FC236}">
                      <a16:creationId xmlns:a16="http://schemas.microsoft.com/office/drawing/2014/main" id="{83720659-80C8-DEF0-64D8-6E3B19F7BE8D}"/>
                    </a:ext>
                  </a:extLst>
                </p:cNvPr>
                <p:cNvPicPr/>
                <p:nvPr/>
              </p:nvPicPr>
              <p:blipFill>
                <a:blip r:embed="rId165"/>
                <a:stretch>
                  <a:fillRect/>
                </a:stretch>
              </p:blipFill>
              <p:spPr>
                <a:xfrm>
                  <a:off x="10319510" y="5173957"/>
                  <a:ext cx="180360" cy="254880"/>
                </a:xfrm>
                <a:prstGeom prst="rect">
                  <a:avLst/>
                </a:prstGeom>
              </p:spPr>
            </p:pic>
          </mc:Fallback>
        </mc:AlternateContent>
        <mc:AlternateContent xmlns:mc="http://schemas.openxmlformats.org/markup-compatibility/2006">
          <mc:Choice xmlns:p14="http://schemas.microsoft.com/office/powerpoint/2010/main" Requires="p14">
            <p:contentPart p14:bwMode="auto" r:id="rId166">
              <p14:nvContentPartPr>
                <p14:cNvPr id="109" name="Ink 108">
                  <a:extLst>
                    <a:ext uri="{FF2B5EF4-FFF2-40B4-BE49-F238E27FC236}">
                      <a16:creationId xmlns:a16="http://schemas.microsoft.com/office/drawing/2014/main" id="{2F35953E-2023-5F75-75FE-7B76BEFFBEBA}"/>
                    </a:ext>
                  </a:extLst>
                </p14:cNvPr>
                <p14:cNvContentPartPr/>
                <p14:nvPr/>
              </p14:nvContentPartPr>
              <p14:xfrm>
                <a:off x="10351190" y="5289157"/>
                <a:ext cx="113400" cy="63360"/>
              </p14:xfrm>
            </p:contentPart>
          </mc:Choice>
          <mc:Fallback>
            <p:pic>
              <p:nvPicPr>
                <p:cNvPr id="109" name="Ink 108">
                  <a:extLst>
                    <a:ext uri="{FF2B5EF4-FFF2-40B4-BE49-F238E27FC236}">
                      <a16:creationId xmlns:a16="http://schemas.microsoft.com/office/drawing/2014/main" id="{2F35953E-2023-5F75-75FE-7B76BEFFBEBA}"/>
                    </a:ext>
                  </a:extLst>
                </p:cNvPr>
                <p:cNvPicPr/>
                <p:nvPr/>
              </p:nvPicPr>
              <p:blipFill>
                <a:blip r:embed="rId167"/>
                <a:stretch>
                  <a:fillRect/>
                </a:stretch>
              </p:blipFill>
              <p:spPr>
                <a:xfrm>
                  <a:off x="10333190" y="5271157"/>
                  <a:ext cx="149040" cy="99000"/>
                </a:xfrm>
                <a:prstGeom prst="rect">
                  <a:avLst/>
                </a:prstGeom>
              </p:spPr>
            </p:pic>
          </mc:Fallback>
        </mc:AlternateContent>
        <mc:AlternateContent xmlns:mc="http://schemas.openxmlformats.org/markup-compatibility/2006">
          <mc:Choice xmlns:p14="http://schemas.microsoft.com/office/powerpoint/2010/main" Requires="p14">
            <p:contentPart p14:bwMode="auto" r:id="rId168">
              <p14:nvContentPartPr>
                <p14:cNvPr id="110" name="Ink 109">
                  <a:extLst>
                    <a:ext uri="{FF2B5EF4-FFF2-40B4-BE49-F238E27FC236}">
                      <a16:creationId xmlns:a16="http://schemas.microsoft.com/office/drawing/2014/main" id="{D47ADB30-017C-5211-4C33-6142F01079EE}"/>
                    </a:ext>
                  </a:extLst>
                </p14:cNvPr>
                <p14:cNvContentPartPr/>
                <p14:nvPr/>
              </p14:nvContentPartPr>
              <p14:xfrm>
                <a:off x="10512470" y="5231557"/>
                <a:ext cx="223920" cy="118440"/>
              </p14:xfrm>
            </p:contentPart>
          </mc:Choice>
          <mc:Fallback>
            <p:pic>
              <p:nvPicPr>
                <p:cNvPr id="110" name="Ink 109">
                  <a:extLst>
                    <a:ext uri="{FF2B5EF4-FFF2-40B4-BE49-F238E27FC236}">
                      <a16:creationId xmlns:a16="http://schemas.microsoft.com/office/drawing/2014/main" id="{D47ADB30-017C-5211-4C33-6142F01079EE}"/>
                    </a:ext>
                  </a:extLst>
                </p:cNvPr>
                <p:cNvPicPr/>
                <p:nvPr/>
              </p:nvPicPr>
              <p:blipFill>
                <a:blip r:embed="rId169"/>
                <a:stretch>
                  <a:fillRect/>
                </a:stretch>
              </p:blipFill>
              <p:spPr>
                <a:xfrm>
                  <a:off x="10494830" y="5213557"/>
                  <a:ext cx="259560" cy="154080"/>
                </a:xfrm>
                <a:prstGeom prst="rect">
                  <a:avLst/>
                </a:prstGeom>
              </p:spPr>
            </p:pic>
          </mc:Fallback>
        </mc:AlternateContent>
        <mc:AlternateContent xmlns:mc="http://schemas.openxmlformats.org/markup-compatibility/2006">
          <mc:Choice xmlns:p14="http://schemas.microsoft.com/office/powerpoint/2010/main" Requires="p14">
            <p:contentPart p14:bwMode="auto" r:id="rId170">
              <p14:nvContentPartPr>
                <p14:cNvPr id="111" name="Ink 110">
                  <a:extLst>
                    <a:ext uri="{FF2B5EF4-FFF2-40B4-BE49-F238E27FC236}">
                      <a16:creationId xmlns:a16="http://schemas.microsoft.com/office/drawing/2014/main" id="{A8304863-B010-F0B8-5EE3-05A87D37B004}"/>
                    </a:ext>
                  </a:extLst>
                </p14:cNvPr>
                <p14:cNvContentPartPr/>
                <p14:nvPr/>
              </p14:nvContentPartPr>
              <p14:xfrm>
                <a:off x="10782110" y="5181157"/>
                <a:ext cx="82440" cy="140040"/>
              </p14:xfrm>
            </p:contentPart>
          </mc:Choice>
          <mc:Fallback>
            <p:pic>
              <p:nvPicPr>
                <p:cNvPr id="111" name="Ink 110">
                  <a:extLst>
                    <a:ext uri="{FF2B5EF4-FFF2-40B4-BE49-F238E27FC236}">
                      <a16:creationId xmlns:a16="http://schemas.microsoft.com/office/drawing/2014/main" id="{A8304863-B010-F0B8-5EE3-05A87D37B004}"/>
                    </a:ext>
                  </a:extLst>
                </p:cNvPr>
                <p:cNvPicPr/>
                <p:nvPr/>
              </p:nvPicPr>
              <p:blipFill>
                <a:blip r:embed="rId171"/>
                <a:stretch>
                  <a:fillRect/>
                </a:stretch>
              </p:blipFill>
              <p:spPr>
                <a:xfrm>
                  <a:off x="10764470" y="5163517"/>
                  <a:ext cx="118080" cy="175680"/>
                </a:xfrm>
                <a:prstGeom prst="rect">
                  <a:avLst/>
                </a:prstGeom>
              </p:spPr>
            </p:pic>
          </mc:Fallback>
        </mc:AlternateContent>
        <mc:AlternateContent xmlns:mc="http://schemas.openxmlformats.org/markup-compatibility/2006">
          <mc:Choice xmlns:p14="http://schemas.microsoft.com/office/powerpoint/2010/main" Requires="p14">
            <p:contentPart p14:bwMode="auto" r:id="rId172">
              <p14:nvContentPartPr>
                <p14:cNvPr id="112" name="Ink 111">
                  <a:extLst>
                    <a:ext uri="{FF2B5EF4-FFF2-40B4-BE49-F238E27FC236}">
                      <a16:creationId xmlns:a16="http://schemas.microsoft.com/office/drawing/2014/main" id="{5F6A4256-EFBC-0384-4593-36B0F9834BAC}"/>
                    </a:ext>
                  </a:extLst>
                </p14:cNvPr>
                <p14:cNvContentPartPr/>
                <p14:nvPr/>
              </p14:nvContentPartPr>
              <p14:xfrm>
                <a:off x="10802630" y="5154157"/>
                <a:ext cx="115920" cy="102600"/>
              </p14:xfrm>
            </p:contentPart>
          </mc:Choice>
          <mc:Fallback>
            <p:pic>
              <p:nvPicPr>
                <p:cNvPr id="112" name="Ink 111">
                  <a:extLst>
                    <a:ext uri="{FF2B5EF4-FFF2-40B4-BE49-F238E27FC236}">
                      <a16:creationId xmlns:a16="http://schemas.microsoft.com/office/drawing/2014/main" id="{5F6A4256-EFBC-0384-4593-36B0F9834BAC}"/>
                    </a:ext>
                  </a:extLst>
                </p:cNvPr>
                <p:cNvPicPr/>
                <p:nvPr/>
              </p:nvPicPr>
              <p:blipFill>
                <a:blip r:embed="rId173"/>
                <a:stretch>
                  <a:fillRect/>
                </a:stretch>
              </p:blipFill>
              <p:spPr>
                <a:xfrm>
                  <a:off x="10784990" y="5136517"/>
                  <a:ext cx="151560" cy="138240"/>
                </a:xfrm>
                <a:prstGeom prst="rect">
                  <a:avLst/>
                </a:prstGeom>
              </p:spPr>
            </p:pic>
          </mc:Fallback>
        </mc:AlternateContent>
        <mc:AlternateContent xmlns:mc="http://schemas.openxmlformats.org/markup-compatibility/2006">
          <mc:Choice xmlns:p14="http://schemas.microsoft.com/office/powerpoint/2010/main" Requires="p14">
            <p:contentPart p14:bwMode="auto" r:id="rId174">
              <p14:nvContentPartPr>
                <p14:cNvPr id="113" name="Ink 112">
                  <a:extLst>
                    <a:ext uri="{FF2B5EF4-FFF2-40B4-BE49-F238E27FC236}">
                      <a16:creationId xmlns:a16="http://schemas.microsoft.com/office/drawing/2014/main" id="{C82DC760-3707-AD40-9D15-8BD02C67D07A}"/>
                    </a:ext>
                  </a:extLst>
                </p14:cNvPr>
                <p14:cNvContentPartPr/>
                <p14:nvPr/>
              </p14:nvContentPartPr>
              <p14:xfrm>
                <a:off x="10954550" y="5141197"/>
                <a:ext cx="39240" cy="61560"/>
              </p14:xfrm>
            </p:contentPart>
          </mc:Choice>
          <mc:Fallback>
            <p:pic>
              <p:nvPicPr>
                <p:cNvPr id="113" name="Ink 112">
                  <a:extLst>
                    <a:ext uri="{FF2B5EF4-FFF2-40B4-BE49-F238E27FC236}">
                      <a16:creationId xmlns:a16="http://schemas.microsoft.com/office/drawing/2014/main" id="{C82DC760-3707-AD40-9D15-8BD02C67D07A}"/>
                    </a:ext>
                  </a:extLst>
                </p:cNvPr>
                <p:cNvPicPr/>
                <p:nvPr/>
              </p:nvPicPr>
              <p:blipFill>
                <a:blip r:embed="rId175"/>
                <a:stretch>
                  <a:fillRect/>
                </a:stretch>
              </p:blipFill>
              <p:spPr>
                <a:xfrm>
                  <a:off x="10936910" y="5123557"/>
                  <a:ext cx="74880" cy="97200"/>
                </a:xfrm>
                <a:prstGeom prst="rect">
                  <a:avLst/>
                </a:prstGeom>
              </p:spPr>
            </p:pic>
          </mc:Fallback>
        </mc:AlternateContent>
        <mc:AlternateContent xmlns:mc="http://schemas.openxmlformats.org/markup-compatibility/2006">
          <mc:Choice xmlns:p14="http://schemas.microsoft.com/office/powerpoint/2010/main" Requires="p14">
            <p:contentPart p14:bwMode="auto" r:id="rId176">
              <p14:nvContentPartPr>
                <p14:cNvPr id="114" name="Ink 113">
                  <a:extLst>
                    <a:ext uri="{FF2B5EF4-FFF2-40B4-BE49-F238E27FC236}">
                      <a16:creationId xmlns:a16="http://schemas.microsoft.com/office/drawing/2014/main" id="{A767391C-6848-96A5-37A1-91482AFB9E21}"/>
                    </a:ext>
                  </a:extLst>
                </p14:cNvPr>
                <p14:cNvContentPartPr/>
                <p14:nvPr/>
              </p14:nvContentPartPr>
              <p14:xfrm>
                <a:off x="10935470" y="5004037"/>
                <a:ext cx="3240" cy="7560"/>
              </p14:xfrm>
            </p:contentPart>
          </mc:Choice>
          <mc:Fallback>
            <p:pic>
              <p:nvPicPr>
                <p:cNvPr id="114" name="Ink 113">
                  <a:extLst>
                    <a:ext uri="{FF2B5EF4-FFF2-40B4-BE49-F238E27FC236}">
                      <a16:creationId xmlns:a16="http://schemas.microsoft.com/office/drawing/2014/main" id="{A767391C-6848-96A5-37A1-91482AFB9E21}"/>
                    </a:ext>
                  </a:extLst>
                </p:cNvPr>
                <p:cNvPicPr/>
                <p:nvPr/>
              </p:nvPicPr>
              <p:blipFill>
                <a:blip r:embed="rId177"/>
                <a:stretch>
                  <a:fillRect/>
                </a:stretch>
              </p:blipFill>
              <p:spPr>
                <a:xfrm>
                  <a:off x="10917830" y="4986397"/>
                  <a:ext cx="38880" cy="43200"/>
                </a:xfrm>
                <a:prstGeom prst="rect">
                  <a:avLst/>
                </a:prstGeom>
              </p:spPr>
            </p:pic>
          </mc:Fallback>
        </mc:AlternateContent>
        <mc:AlternateContent xmlns:mc="http://schemas.openxmlformats.org/markup-compatibility/2006">
          <mc:Choice xmlns:p14="http://schemas.microsoft.com/office/powerpoint/2010/main" Requires="p14">
            <p:contentPart p14:bwMode="auto" r:id="rId178">
              <p14:nvContentPartPr>
                <p14:cNvPr id="115" name="Ink 114">
                  <a:extLst>
                    <a:ext uri="{FF2B5EF4-FFF2-40B4-BE49-F238E27FC236}">
                      <a16:creationId xmlns:a16="http://schemas.microsoft.com/office/drawing/2014/main" id="{2F2C103D-C484-BD3D-1DD8-CBBA7F191100}"/>
                    </a:ext>
                  </a:extLst>
                </p14:cNvPr>
                <p14:cNvContentPartPr/>
                <p14:nvPr/>
              </p14:nvContentPartPr>
              <p14:xfrm>
                <a:off x="11067230" y="4928797"/>
                <a:ext cx="100440" cy="318240"/>
              </p14:xfrm>
            </p:contentPart>
          </mc:Choice>
          <mc:Fallback>
            <p:pic>
              <p:nvPicPr>
                <p:cNvPr id="115" name="Ink 114">
                  <a:extLst>
                    <a:ext uri="{FF2B5EF4-FFF2-40B4-BE49-F238E27FC236}">
                      <a16:creationId xmlns:a16="http://schemas.microsoft.com/office/drawing/2014/main" id="{2F2C103D-C484-BD3D-1DD8-CBBA7F191100}"/>
                    </a:ext>
                  </a:extLst>
                </p:cNvPr>
                <p:cNvPicPr/>
                <p:nvPr/>
              </p:nvPicPr>
              <p:blipFill>
                <a:blip r:embed="rId179"/>
                <a:stretch>
                  <a:fillRect/>
                </a:stretch>
              </p:blipFill>
              <p:spPr>
                <a:xfrm>
                  <a:off x="11049230" y="4910797"/>
                  <a:ext cx="136080" cy="353880"/>
                </a:xfrm>
                <a:prstGeom prst="rect">
                  <a:avLst/>
                </a:prstGeom>
              </p:spPr>
            </p:pic>
          </mc:Fallback>
        </mc:AlternateContent>
        <mc:AlternateContent xmlns:mc="http://schemas.openxmlformats.org/markup-compatibility/2006">
          <mc:Choice xmlns:p14="http://schemas.microsoft.com/office/powerpoint/2010/main" Requires="p14">
            <p:contentPart p14:bwMode="auto" r:id="rId180">
              <p14:nvContentPartPr>
                <p14:cNvPr id="116" name="Ink 115">
                  <a:extLst>
                    <a:ext uri="{FF2B5EF4-FFF2-40B4-BE49-F238E27FC236}">
                      <a16:creationId xmlns:a16="http://schemas.microsoft.com/office/drawing/2014/main" id="{B3D95686-3F7F-03D5-2932-4D71F2DFD997}"/>
                    </a:ext>
                  </a:extLst>
                </p14:cNvPr>
                <p14:cNvContentPartPr/>
                <p14:nvPr/>
              </p14:nvContentPartPr>
              <p14:xfrm>
                <a:off x="10922150" y="5025997"/>
                <a:ext cx="66240" cy="221040"/>
              </p14:xfrm>
            </p:contentPart>
          </mc:Choice>
          <mc:Fallback>
            <p:pic>
              <p:nvPicPr>
                <p:cNvPr id="116" name="Ink 115">
                  <a:extLst>
                    <a:ext uri="{FF2B5EF4-FFF2-40B4-BE49-F238E27FC236}">
                      <a16:creationId xmlns:a16="http://schemas.microsoft.com/office/drawing/2014/main" id="{B3D95686-3F7F-03D5-2932-4D71F2DFD997}"/>
                    </a:ext>
                  </a:extLst>
                </p:cNvPr>
                <p:cNvPicPr/>
                <p:nvPr/>
              </p:nvPicPr>
              <p:blipFill>
                <a:blip r:embed="rId181"/>
                <a:stretch>
                  <a:fillRect/>
                </a:stretch>
              </p:blipFill>
              <p:spPr>
                <a:xfrm>
                  <a:off x="10904510" y="5008357"/>
                  <a:ext cx="101880" cy="256680"/>
                </a:xfrm>
                <a:prstGeom prst="rect">
                  <a:avLst/>
                </a:prstGeom>
              </p:spPr>
            </p:pic>
          </mc:Fallback>
        </mc:AlternateContent>
        <mc:AlternateContent xmlns:mc="http://schemas.openxmlformats.org/markup-compatibility/2006">
          <mc:Choice xmlns:p14="http://schemas.microsoft.com/office/powerpoint/2010/main" Requires="p14">
            <p:contentPart p14:bwMode="auto" r:id="rId182">
              <p14:nvContentPartPr>
                <p14:cNvPr id="117" name="Ink 116">
                  <a:extLst>
                    <a:ext uri="{FF2B5EF4-FFF2-40B4-BE49-F238E27FC236}">
                      <a16:creationId xmlns:a16="http://schemas.microsoft.com/office/drawing/2014/main" id="{D77D7CBF-2FF5-41E7-9C5A-C783588C5C99}"/>
                    </a:ext>
                  </a:extLst>
                </p14:cNvPr>
                <p14:cNvContentPartPr/>
                <p14:nvPr/>
              </p14:nvContentPartPr>
              <p14:xfrm>
                <a:off x="10987310" y="4705237"/>
                <a:ext cx="24120" cy="55800"/>
              </p14:xfrm>
            </p:contentPart>
          </mc:Choice>
          <mc:Fallback>
            <p:pic>
              <p:nvPicPr>
                <p:cNvPr id="117" name="Ink 116">
                  <a:extLst>
                    <a:ext uri="{FF2B5EF4-FFF2-40B4-BE49-F238E27FC236}">
                      <a16:creationId xmlns:a16="http://schemas.microsoft.com/office/drawing/2014/main" id="{D77D7CBF-2FF5-41E7-9C5A-C783588C5C99}"/>
                    </a:ext>
                  </a:extLst>
                </p:cNvPr>
                <p:cNvPicPr/>
                <p:nvPr/>
              </p:nvPicPr>
              <p:blipFill>
                <a:blip r:embed="rId183"/>
                <a:stretch>
                  <a:fillRect/>
                </a:stretch>
              </p:blipFill>
              <p:spPr>
                <a:xfrm>
                  <a:off x="10969670" y="4687597"/>
                  <a:ext cx="59760" cy="91440"/>
                </a:xfrm>
                <a:prstGeom prst="rect">
                  <a:avLst/>
                </a:prstGeom>
              </p:spPr>
            </p:pic>
          </mc:Fallback>
        </mc:AlternateContent>
        <mc:AlternateContent xmlns:mc="http://schemas.openxmlformats.org/markup-compatibility/2006">
          <mc:Choice xmlns:p14="http://schemas.microsoft.com/office/powerpoint/2010/main" Requires="p14">
            <p:contentPart p14:bwMode="auto" r:id="rId184">
              <p14:nvContentPartPr>
                <p14:cNvPr id="118" name="Ink 117">
                  <a:extLst>
                    <a:ext uri="{FF2B5EF4-FFF2-40B4-BE49-F238E27FC236}">
                      <a16:creationId xmlns:a16="http://schemas.microsoft.com/office/drawing/2014/main" id="{B70E06F0-EC43-5649-1243-DB5442698D9F}"/>
                    </a:ext>
                  </a:extLst>
                </p14:cNvPr>
                <p14:cNvContentPartPr/>
                <p14:nvPr/>
              </p14:nvContentPartPr>
              <p14:xfrm>
                <a:off x="11242190" y="4851757"/>
                <a:ext cx="96840" cy="321480"/>
              </p14:xfrm>
            </p:contentPart>
          </mc:Choice>
          <mc:Fallback>
            <p:pic>
              <p:nvPicPr>
                <p:cNvPr id="118" name="Ink 117">
                  <a:extLst>
                    <a:ext uri="{FF2B5EF4-FFF2-40B4-BE49-F238E27FC236}">
                      <a16:creationId xmlns:a16="http://schemas.microsoft.com/office/drawing/2014/main" id="{B70E06F0-EC43-5649-1243-DB5442698D9F}"/>
                    </a:ext>
                  </a:extLst>
                </p:cNvPr>
                <p:cNvPicPr/>
                <p:nvPr/>
              </p:nvPicPr>
              <p:blipFill>
                <a:blip r:embed="rId185"/>
                <a:stretch>
                  <a:fillRect/>
                </a:stretch>
              </p:blipFill>
              <p:spPr>
                <a:xfrm>
                  <a:off x="11224550" y="4833757"/>
                  <a:ext cx="132480" cy="357120"/>
                </a:xfrm>
                <a:prstGeom prst="rect">
                  <a:avLst/>
                </a:prstGeom>
              </p:spPr>
            </p:pic>
          </mc:Fallback>
        </mc:AlternateContent>
        <mc:AlternateContent xmlns:mc="http://schemas.openxmlformats.org/markup-compatibility/2006">
          <mc:Choice xmlns:p14="http://schemas.microsoft.com/office/powerpoint/2010/main" Requires="p14">
            <p:contentPart p14:bwMode="auto" r:id="rId186">
              <p14:nvContentPartPr>
                <p14:cNvPr id="119" name="Ink 118">
                  <a:extLst>
                    <a:ext uri="{FF2B5EF4-FFF2-40B4-BE49-F238E27FC236}">
                      <a16:creationId xmlns:a16="http://schemas.microsoft.com/office/drawing/2014/main" id="{B58DD003-50BF-F318-6AE8-C2D05AB5CCE1}"/>
                    </a:ext>
                  </a:extLst>
                </p14:cNvPr>
                <p14:cNvContentPartPr/>
                <p14:nvPr/>
              </p14:nvContentPartPr>
              <p14:xfrm>
                <a:off x="11243990" y="4944637"/>
                <a:ext cx="320040" cy="350640"/>
              </p14:xfrm>
            </p:contentPart>
          </mc:Choice>
          <mc:Fallback>
            <p:pic>
              <p:nvPicPr>
                <p:cNvPr id="119" name="Ink 118">
                  <a:extLst>
                    <a:ext uri="{FF2B5EF4-FFF2-40B4-BE49-F238E27FC236}">
                      <a16:creationId xmlns:a16="http://schemas.microsoft.com/office/drawing/2014/main" id="{B58DD003-50BF-F318-6AE8-C2D05AB5CCE1}"/>
                    </a:ext>
                  </a:extLst>
                </p:cNvPr>
                <p:cNvPicPr/>
                <p:nvPr/>
              </p:nvPicPr>
              <p:blipFill>
                <a:blip r:embed="rId187"/>
                <a:stretch>
                  <a:fillRect/>
                </a:stretch>
              </p:blipFill>
              <p:spPr>
                <a:xfrm>
                  <a:off x="11225990" y="4926997"/>
                  <a:ext cx="355680" cy="386280"/>
                </a:xfrm>
                <a:prstGeom prst="rect">
                  <a:avLst/>
                </a:prstGeom>
              </p:spPr>
            </p:pic>
          </mc:Fallback>
        </mc:AlternateContent>
        <mc:AlternateContent xmlns:mc="http://schemas.openxmlformats.org/markup-compatibility/2006">
          <mc:Choice xmlns:p14="http://schemas.microsoft.com/office/powerpoint/2010/main" Requires="p14">
            <p:contentPart p14:bwMode="auto" r:id="rId188">
              <p14:nvContentPartPr>
                <p14:cNvPr id="120" name="Ink 119">
                  <a:extLst>
                    <a:ext uri="{FF2B5EF4-FFF2-40B4-BE49-F238E27FC236}">
                      <a16:creationId xmlns:a16="http://schemas.microsoft.com/office/drawing/2014/main" id="{5135AAE5-AC5D-15FD-BE2D-8319BFF83E61}"/>
                    </a:ext>
                  </a:extLst>
                </p14:cNvPr>
                <p14:cNvContentPartPr/>
                <p14:nvPr/>
              </p14:nvContentPartPr>
              <p14:xfrm>
                <a:off x="10831790" y="4746637"/>
                <a:ext cx="66240" cy="294480"/>
              </p14:xfrm>
            </p:contentPart>
          </mc:Choice>
          <mc:Fallback>
            <p:pic>
              <p:nvPicPr>
                <p:cNvPr id="120" name="Ink 119">
                  <a:extLst>
                    <a:ext uri="{FF2B5EF4-FFF2-40B4-BE49-F238E27FC236}">
                      <a16:creationId xmlns:a16="http://schemas.microsoft.com/office/drawing/2014/main" id="{5135AAE5-AC5D-15FD-BE2D-8319BFF83E61}"/>
                    </a:ext>
                  </a:extLst>
                </p:cNvPr>
                <p:cNvPicPr/>
                <p:nvPr/>
              </p:nvPicPr>
              <p:blipFill>
                <a:blip r:embed="rId189"/>
                <a:stretch>
                  <a:fillRect/>
                </a:stretch>
              </p:blipFill>
              <p:spPr>
                <a:xfrm>
                  <a:off x="10814150" y="4728637"/>
                  <a:ext cx="101880" cy="330120"/>
                </a:xfrm>
                <a:prstGeom prst="rect">
                  <a:avLst/>
                </a:prstGeom>
              </p:spPr>
            </p:pic>
          </mc:Fallback>
        </mc:AlternateContent>
      </p:grpSp>
    </p:spTree>
    <p:extLst>
      <p:ext uri="{BB962C8B-B14F-4D97-AF65-F5344CB8AC3E}">
        <p14:creationId xmlns:p14="http://schemas.microsoft.com/office/powerpoint/2010/main" val="13063373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Let’s</a:t>
            </a:r>
            <a:r>
              <a:rPr spc="-40" dirty="0"/>
              <a:t> </a:t>
            </a:r>
            <a:r>
              <a:rPr dirty="0"/>
              <a:t>talk</a:t>
            </a:r>
            <a:r>
              <a:rPr spc="-40" dirty="0"/>
              <a:t> </a:t>
            </a:r>
            <a:r>
              <a:rPr dirty="0"/>
              <a:t>about</a:t>
            </a:r>
            <a:r>
              <a:rPr spc="-20" dirty="0"/>
              <a:t> </a:t>
            </a:r>
            <a:r>
              <a:rPr dirty="0"/>
              <a:t>a</a:t>
            </a:r>
            <a:r>
              <a:rPr spc="-30" dirty="0"/>
              <a:t> </a:t>
            </a:r>
            <a:r>
              <a:rPr dirty="0"/>
              <a:t>real</a:t>
            </a:r>
            <a:r>
              <a:rPr spc="-45" dirty="0"/>
              <a:t> </a:t>
            </a:r>
            <a:r>
              <a:rPr dirty="0"/>
              <a:t>world</a:t>
            </a:r>
            <a:r>
              <a:rPr spc="-40" dirty="0"/>
              <a:t> </a:t>
            </a:r>
            <a:r>
              <a:rPr spc="-10" dirty="0"/>
              <a:t>system</a:t>
            </a:r>
          </a:p>
        </p:txBody>
      </p:sp>
      <p:sp>
        <p:nvSpPr>
          <p:cNvPr id="3" name="object 3"/>
          <p:cNvSpPr txBox="1"/>
          <p:nvPr/>
        </p:nvSpPr>
        <p:spPr>
          <a:xfrm>
            <a:off x="612140" y="3532123"/>
            <a:ext cx="10283825" cy="2494280"/>
          </a:xfrm>
          <a:prstGeom prst="rect">
            <a:avLst/>
          </a:prstGeom>
        </p:spPr>
        <p:txBody>
          <a:bodyPr vert="horz" wrap="square" lIns="0" tIns="12700" rIns="0" bIns="0" rtlCol="0">
            <a:spAutoFit/>
          </a:bodyPr>
          <a:lstStyle/>
          <a:p>
            <a:pPr marL="12700">
              <a:lnSpc>
                <a:spcPct val="100000"/>
              </a:lnSpc>
              <a:spcBef>
                <a:spcPts val="100"/>
              </a:spcBef>
            </a:pPr>
            <a:r>
              <a:rPr sz="1800" dirty="0">
                <a:latin typeface="Arial"/>
                <a:cs typeface="Arial"/>
              </a:rPr>
              <a:t>Let’s</a:t>
            </a:r>
            <a:r>
              <a:rPr sz="1800" spc="-35" dirty="0">
                <a:latin typeface="Arial"/>
                <a:cs typeface="Arial"/>
              </a:rPr>
              <a:t> </a:t>
            </a:r>
            <a:r>
              <a:rPr sz="1800" dirty="0">
                <a:latin typeface="Arial"/>
                <a:cs typeface="Arial"/>
              </a:rPr>
              <a:t>imagine</a:t>
            </a:r>
            <a:r>
              <a:rPr sz="1800" spc="-10" dirty="0">
                <a:latin typeface="Arial"/>
                <a:cs typeface="Arial"/>
              </a:rPr>
              <a:t> </a:t>
            </a:r>
            <a:r>
              <a:rPr sz="1800" dirty="0">
                <a:latin typeface="Arial"/>
                <a:cs typeface="Arial"/>
              </a:rPr>
              <a:t>a</a:t>
            </a:r>
            <a:r>
              <a:rPr sz="1800" spc="-35" dirty="0">
                <a:latin typeface="Arial"/>
                <a:cs typeface="Arial"/>
              </a:rPr>
              <a:t> </a:t>
            </a:r>
            <a:r>
              <a:rPr sz="1800" dirty="0">
                <a:latin typeface="Arial"/>
                <a:cs typeface="Arial"/>
              </a:rPr>
              <a:t>system</a:t>
            </a:r>
            <a:r>
              <a:rPr sz="1800" spc="-10" dirty="0">
                <a:latin typeface="Arial"/>
                <a:cs typeface="Arial"/>
              </a:rPr>
              <a:t> </a:t>
            </a:r>
            <a:r>
              <a:rPr sz="1800" dirty="0">
                <a:latin typeface="Arial"/>
                <a:cs typeface="Arial"/>
              </a:rPr>
              <a:t>where</a:t>
            </a:r>
            <a:r>
              <a:rPr sz="1800" spc="15" dirty="0">
                <a:latin typeface="Arial"/>
                <a:cs typeface="Arial"/>
              </a:rPr>
              <a:t> </a:t>
            </a:r>
            <a:r>
              <a:rPr sz="1800" dirty="0">
                <a:latin typeface="Arial"/>
                <a:cs typeface="Arial"/>
              </a:rPr>
              <a:t>we</a:t>
            </a:r>
            <a:r>
              <a:rPr sz="1800" spc="-5" dirty="0">
                <a:latin typeface="Arial"/>
                <a:cs typeface="Arial"/>
              </a:rPr>
              <a:t> </a:t>
            </a:r>
            <a:r>
              <a:rPr sz="1800" dirty="0">
                <a:latin typeface="Arial"/>
                <a:cs typeface="Arial"/>
              </a:rPr>
              <a:t>would</a:t>
            </a:r>
            <a:r>
              <a:rPr sz="1800" spc="10" dirty="0">
                <a:latin typeface="Arial"/>
                <a:cs typeface="Arial"/>
              </a:rPr>
              <a:t> </a:t>
            </a:r>
            <a:r>
              <a:rPr sz="1800" dirty="0">
                <a:latin typeface="Arial"/>
                <a:cs typeface="Arial"/>
              </a:rPr>
              <a:t>like</a:t>
            </a:r>
            <a:r>
              <a:rPr sz="1800" spc="-20" dirty="0">
                <a:latin typeface="Arial"/>
                <a:cs typeface="Arial"/>
              </a:rPr>
              <a:t> </a:t>
            </a:r>
            <a:r>
              <a:rPr sz="1800" dirty="0">
                <a:latin typeface="Arial"/>
                <a:cs typeface="Arial"/>
              </a:rPr>
              <a:t>to</a:t>
            </a:r>
            <a:r>
              <a:rPr sz="1800" spc="-35" dirty="0">
                <a:latin typeface="Arial"/>
                <a:cs typeface="Arial"/>
              </a:rPr>
              <a:t> </a:t>
            </a:r>
            <a:r>
              <a:rPr sz="1800" dirty="0">
                <a:latin typeface="Arial"/>
                <a:cs typeface="Arial"/>
              </a:rPr>
              <a:t>send</a:t>
            </a:r>
            <a:r>
              <a:rPr sz="1800" spc="-35" dirty="0">
                <a:latin typeface="Arial"/>
                <a:cs typeface="Arial"/>
              </a:rPr>
              <a:t> </a:t>
            </a:r>
            <a:r>
              <a:rPr sz="1800" dirty="0">
                <a:latin typeface="Arial"/>
                <a:cs typeface="Arial"/>
              </a:rPr>
              <a:t>information</a:t>
            </a:r>
            <a:r>
              <a:rPr sz="1800" spc="-15" dirty="0">
                <a:latin typeface="Arial"/>
                <a:cs typeface="Arial"/>
              </a:rPr>
              <a:t> </a:t>
            </a:r>
            <a:r>
              <a:rPr sz="1800" dirty="0">
                <a:latin typeface="Arial"/>
                <a:cs typeface="Arial"/>
              </a:rPr>
              <a:t>from</a:t>
            </a:r>
            <a:r>
              <a:rPr sz="1800" spc="-40" dirty="0">
                <a:latin typeface="Arial"/>
                <a:cs typeface="Arial"/>
              </a:rPr>
              <a:t> </a:t>
            </a:r>
            <a:r>
              <a:rPr sz="1800" dirty="0">
                <a:latin typeface="Arial"/>
                <a:cs typeface="Arial"/>
              </a:rPr>
              <a:t>one</a:t>
            </a:r>
            <a:r>
              <a:rPr sz="1800" spc="-20" dirty="0">
                <a:latin typeface="Arial"/>
                <a:cs typeface="Arial"/>
              </a:rPr>
              <a:t> </a:t>
            </a:r>
            <a:r>
              <a:rPr sz="1800" dirty="0">
                <a:latin typeface="Arial"/>
                <a:cs typeface="Arial"/>
              </a:rPr>
              <a:t>place</a:t>
            </a:r>
            <a:r>
              <a:rPr sz="1800" spc="-20" dirty="0">
                <a:latin typeface="Arial"/>
                <a:cs typeface="Arial"/>
              </a:rPr>
              <a:t> </a:t>
            </a:r>
            <a:r>
              <a:rPr sz="1800" dirty="0">
                <a:latin typeface="Arial"/>
                <a:cs typeface="Arial"/>
              </a:rPr>
              <a:t>to</a:t>
            </a:r>
            <a:r>
              <a:rPr sz="1800" spc="-40" dirty="0">
                <a:latin typeface="Arial"/>
                <a:cs typeface="Arial"/>
              </a:rPr>
              <a:t> </a:t>
            </a:r>
            <a:r>
              <a:rPr sz="1800" dirty="0">
                <a:latin typeface="Arial"/>
                <a:cs typeface="Arial"/>
              </a:rPr>
              <a:t>another</a:t>
            </a:r>
            <a:r>
              <a:rPr sz="1800" spc="-15" dirty="0">
                <a:latin typeface="Arial"/>
                <a:cs typeface="Arial"/>
              </a:rPr>
              <a:t> </a:t>
            </a:r>
            <a:r>
              <a:rPr sz="1800" dirty="0">
                <a:latin typeface="Arial"/>
                <a:cs typeface="Arial"/>
              </a:rPr>
              <a:t>using</a:t>
            </a:r>
            <a:r>
              <a:rPr sz="1800" spc="-20" dirty="0">
                <a:latin typeface="Arial"/>
                <a:cs typeface="Arial"/>
              </a:rPr>
              <a:t> </a:t>
            </a:r>
            <a:r>
              <a:rPr sz="1800" spc="-10" dirty="0">
                <a:latin typeface="Arial"/>
                <a:cs typeface="Arial"/>
              </a:rPr>
              <a:t>light.</a:t>
            </a:r>
            <a:endParaRPr sz="1800">
              <a:latin typeface="Arial"/>
              <a:cs typeface="Arial"/>
            </a:endParaRPr>
          </a:p>
          <a:p>
            <a:pPr marL="12700" marR="1554480">
              <a:lnSpc>
                <a:spcPct val="200000"/>
              </a:lnSpc>
            </a:pPr>
            <a:r>
              <a:rPr sz="1800" dirty="0">
                <a:latin typeface="Arial"/>
                <a:cs typeface="Arial"/>
              </a:rPr>
              <a:t>Seems</a:t>
            </a:r>
            <a:r>
              <a:rPr sz="1800" spc="-25" dirty="0">
                <a:latin typeface="Arial"/>
                <a:cs typeface="Arial"/>
              </a:rPr>
              <a:t> </a:t>
            </a:r>
            <a:r>
              <a:rPr sz="1800" dirty="0">
                <a:latin typeface="Arial"/>
                <a:cs typeface="Arial"/>
              </a:rPr>
              <a:t>easy, right?</a:t>
            </a:r>
            <a:r>
              <a:rPr sz="1800" spc="-15" dirty="0">
                <a:latin typeface="Arial"/>
                <a:cs typeface="Arial"/>
              </a:rPr>
              <a:t> </a:t>
            </a:r>
            <a:r>
              <a:rPr sz="1800" dirty="0">
                <a:latin typeface="Arial"/>
                <a:cs typeface="Arial"/>
              </a:rPr>
              <a:t>We</a:t>
            </a:r>
            <a:r>
              <a:rPr sz="1800" spc="-30" dirty="0">
                <a:latin typeface="Arial"/>
                <a:cs typeface="Arial"/>
              </a:rPr>
              <a:t> </a:t>
            </a:r>
            <a:r>
              <a:rPr sz="1800" dirty="0">
                <a:latin typeface="Arial"/>
                <a:cs typeface="Arial"/>
              </a:rPr>
              <a:t>just</a:t>
            </a:r>
            <a:r>
              <a:rPr sz="1800" spc="-20" dirty="0">
                <a:latin typeface="Arial"/>
                <a:cs typeface="Arial"/>
              </a:rPr>
              <a:t> </a:t>
            </a:r>
            <a:r>
              <a:rPr sz="1800" dirty="0">
                <a:latin typeface="Arial"/>
                <a:cs typeface="Arial"/>
              </a:rPr>
              <a:t>flash</a:t>
            </a:r>
            <a:r>
              <a:rPr sz="1800" spc="-30" dirty="0">
                <a:latin typeface="Arial"/>
                <a:cs typeface="Arial"/>
              </a:rPr>
              <a:t> </a:t>
            </a:r>
            <a:r>
              <a:rPr sz="1800" dirty="0">
                <a:latin typeface="Arial"/>
                <a:cs typeface="Arial"/>
              </a:rPr>
              <a:t>an</a:t>
            </a:r>
            <a:r>
              <a:rPr sz="1800" spc="-30" dirty="0">
                <a:latin typeface="Arial"/>
                <a:cs typeface="Arial"/>
              </a:rPr>
              <a:t> </a:t>
            </a:r>
            <a:r>
              <a:rPr sz="1800" dirty="0">
                <a:latin typeface="Arial"/>
                <a:cs typeface="Arial"/>
              </a:rPr>
              <a:t>LED,</a:t>
            </a:r>
            <a:r>
              <a:rPr sz="1800" spc="-20" dirty="0">
                <a:latin typeface="Arial"/>
                <a:cs typeface="Arial"/>
              </a:rPr>
              <a:t> </a:t>
            </a:r>
            <a:r>
              <a:rPr sz="1800" dirty="0">
                <a:latin typeface="Arial"/>
                <a:cs typeface="Arial"/>
              </a:rPr>
              <a:t>detect</a:t>
            </a:r>
            <a:r>
              <a:rPr sz="1800" spc="-20" dirty="0">
                <a:latin typeface="Arial"/>
                <a:cs typeface="Arial"/>
              </a:rPr>
              <a:t> </a:t>
            </a:r>
            <a:r>
              <a:rPr sz="1800" dirty="0">
                <a:latin typeface="Arial"/>
                <a:cs typeface="Arial"/>
              </a:rPr>
              <a:t>those</a:t>
            </a:r>
            <a:r>
              <a:rPr sz="1800" spc="-15" dirty="0">
                <a:latin typeface="Arial"/>
                <a:cs typeface="Arial"/>
              </a:rPr>
              <a:t> </a:t>
            </a:r>
            <a:r>
              <a:rPr sz="1800" dirty="0">
                <a:latin typeface="Arial"/>
                <a:cs typeface="Arial"/>
              </a:rPr>
              <a:t>flashes,</a:t>
            </a:r>
            <a:r>
              <a:rPr sz="1800" spc="-20" dirty="0">
                <a:latin typeface="Arial"/>
                <a:cs typeface="Arial"/>
              </a:rPr>
              <a:t> </a:t>
            </a:r>
            <a:r>
              <a:rPr sz="1800" dirty="0">
                <a:latin typeface="Arial"/>
                <a:cs typeface="Arial"/>
              </a:rPr>
              <a:t>and</a:t>
            </a:r>
            <a:r>
              <a:rPr sz="1800" spc="-15" dirty="0">
                <a:latin typeface="Arial"/>
                <a:cs typeface="Arial"/>
              </a:rPr>
              <a:t> </a:t>
            </a:r>
            <a:r>
              <a:rPr sz="1800" dirty="0">
                <a:latin typeface="Arial"/>
                <a:cs typeface="Arial"/>
              </a:rPr>
              <a:t>then</a:t>
            </a:r>
            <a:r>
              <a:rPr sz="1800" spc="-30" dirty="0">
                <a:latin typeface="Arial"/>
                <a:cs typeface="Arial"/>
              </a:rPr>
              <a:t> </a:t>
            </a:r>
            <a:r>
              <a:rPr sz="1800" dirty="0">
                <a:latin typeface="Arial"/>
                <a:cs typeface="Arial"/>
              </a:rPr>
              <a:t>we</a:t>
            </a:r>
            <a:r>
              <a:rPr sz="1800" spc="5" dirty="0">
                <a:latin typeface="Arial"/>
                <a:cs typeface="Arial"/>
              </a:rPr>
              <a:t> </a:t>
            </a:r>
            <a:r>
              <a:rPr sz="1800" dirty="0">
                <a:latin typeface="Arial"/>
                <a:cs typeface="Arial"/>
              </a:rPr>
              <a:t>are</a:t>
            </a:r>
            <a:r>
              <a:rPr sz="1800" spc="-15" dirty="0">
                <a:latin typeface="Arial"/>
                <a:cs typeface="Arial"/>
              </a:rPr>
              <a:t> </a:t>
            </a:r>
            <a:r>
              <a:rPr sz="1800" spc="-10" dirty="0">
                <a:latin typeface="Arial"/>
                <a:cs typeface="Arial"/>
              </a:rPr>
              <a:t>done. </a:t>
            </a:r>
            <a:r>
              <a:rPr sz="1800" dirty="0">
                <a:latin typeface="Arial"/>
                <a:cs typeface="Arial"/>
              </a:rPr>
              <a:t>But</a:t>
            </a:r>
            <a:r>
              <a:rPr sz="1800" spc="-20" dirty="0">
                <a:latin typeface="Arial"/>
                <a:cs typeface="Arial"/>
              </a:rPr>
              <a:t> </a:t>
            </a:r>
            <a:r>
              <a:rPr sz="1800" dirty="0">
                <a:latin typeface="Arial"/>
                <a:cs typeface="Arial"/>
              </a:rPr>
              <a:t>how</a:t>
            </a:r>
            <a:r>
              <a:rPr sz="1800" spc="-20" dirty="0">
                <a:latin typeface="Arial"/>
                <a:cs typeface="Arial"/>
              </a:rPr>
              <a:t> </a:t>
            </a:r>
            <a:r>
              <a:rPr sz="1800" dirty="0">
                <a:latin typeface="Arial"/>
                <a:cs typeface="Arial"/>
              </a:rPr>
              <a:t>much</a:t>
            </a:r>
            <a:r>
              <a:rPr sz="1800" spc="-15" dirty="0">
                <a:latin typeface="Arial"/>
                <a:cs typeface="Arial"/>
              </a:rPr>
              <a:t> </a:t>
            </a:r>
            <a:r>
              <a:rPr sz="1800" dirty="0">
                <a:latin typeface="Arial"/>
                <a:cs typeface="Arial"/>
              </a:rPr>
              <a:t>data</a:t>
            </a:r>
            <a:r>
              <a:rPr sz="1800" spc="-25" dirty="0">
                <a:latin typeface="Arial"/>
                <a:cs typeface="Arial"/>
              </a:rPr>
              <a:t> </a:t>
            </a:r>
            <a:r>
              <a:rPr sz="1800" dirty="0">
                <a:latin typeface="Arial"/>
                <a:cs typeface="Arial"/>
              </a:rPr>
              <a:t>could</a:t>
            </a:r>
            <a:r>
              <a:rPr sz="1800" spc="-15" dirty="0">
                <a:latin typeface="Arial"/>
                <a:cs typeface="Arial"/>
              </a:rPr>
              <a:t> </a:t>
            </a:r>
            <a:r>
              <a:rPr sz="1800" dirty="0">
                <a:latin typeface="Arial"/>
                <a:cs typeface="Arial"/>
              </a:rPr>
              <a:t>we</a:t>
            </a:r>
            <a:r>
              <a:rPr sz="1800" spc="10" dirty="0">
                <a:latin typeface="Arial"/>
                <a:cs typeface="Arial"/>
              </a:rPr>
              <a:t> </a:t>
            </a:r>
            <a:r>
              <a:rPr sz="1800" dirty="0">
                <a:latin typeface="Arial"/>
                <a:cs typeface="Arial"/>
              </a:rPr>
              <a:t>send</a:t>
            </a:r>
            <a:r>
              <a:rPr sz="1800" spc="-15" dirty="0">
                <a:latin typeface="Arial"/>
                <a:cs typeface="Arial"/>
              </a:rPr>
              <a:t> </a:t>
            </a:r>
            <a:r>
              <a:rPr sz="1800" dirty="0">
                <a:latin typeface="Arial"/>
                <a:cs typeface="Arial"/>
              </a:rPr>
              <a:t>with</a:t>
            </a:r>
            <a:r>
              <a:rPr sz="1800" spc="10" dirty="0">
                <a:latin typeface="Arial"/>
                <a:cs typeface="Arial"/>
              </a:rPr>
              <a:t> </a:t>
            </a:r>
            <a:r>
              <a:rPr sz="1800" dirty="0">
                <a:latin typeface="Arial"/>
                <a:cs typeface="Arial"/>
              </a:rPr>
              <a:t>such</a:t>
            </a:r>
            <a:r>
              <a:rPr sz="1800" spc="-15" dirty="0">
                <a:latin typeface="Arial"/>
                <a:cs typeface="Arial"/>
              </a:rPr>
              <a:t> </a:t>
            </a:r>
            <a:r>
              <a:rPr sz="1800" dirty="0">
                <a:latin typeface="Arial"/>
                <a:cs typeface="Arial"/>
              </a:rPr>
              <a:t>a</a:t>
            </a:r>
            <a:r>
              <a:rPr sz="1800" spc="-25" dirty="0">
                <a:latin typeface="Arial"/>
                <a:cs typeface="Arial"/>
              </a:rPr>
              <a:t> </a:t>
            </a:r>
            <a:r>
              <a:rPr sz="1800" spc="-10" dirty="0">
                <a:latin typeface="Arial"/>
                <a:cs typeface="Arial"/>
              </a:rPr>
              <a:t>signal?</a:t>
            </a:r>
            <a:endParaRPr sz="1800">
              <a:latin typeface="Arial"/>
              <a:cs typeface="Arial"/>
            </a:endParaRPr>
          </a:p>
          <a:p>
            <a:pPr marL="12700" marR="6709409">
              <a:lnSpc>
                <a:spcPct val="200000"/>
              </a:lnSpc>
            </a:pPr>
            <a:r>
              <a:rPr sz="1800" dirty="0">
                <a:latin typeface="Arial"/>
                <a:cs typeface="Arial"/>
              </a:rPr>
              <a:t>What</a:t>
            </a:r>
            <a:r>
              <a:rPr sz="1800" spc="-45" dirty="0">
                <a:latin typeface="Arial"/>
                <a:cs typeface="Arial"/>
              </a:rPr>
              <a:t> </a:t>
            </a:r>
            <a:r>
              <a:rPr sz="1800" dirty="0">
                <a:latin typeface="Arial"/>
                <a:cs typeface="Arial"/>
              </a:rPr>
              <a:t>components</a:t>
            </a:r>
            <a:r>
              <a:rPr sz="1800" spc="-35" dirty="0">
                <a:latin typeface="Arial"/>
                <a:cs typeface="Arial"/>
              </a:rPr>
              <a:t> </a:t>
            </a:r>
            <a:r>
              <a:rPr sz="1800" dirty="0">
                <a:latin typeface="Arial"/>
                <a:cs typeface="Arial"/>
              </a:rPr>
              <a:t>would</a:t>
            </a:r>
            <a:r>
              <a:rPr sz="1800" spc="-5" dirty="0">
                <a:latin typeface="Arial"/>
                <a:cs typeface="Arial"/>
              </a:rPr>
              <a:t> </a:t>
            </a:r>
            <a:r>
              <a:rPr sz="1800" dirty="0">
                <a:latin typeface="Arial"/>
                <a:cs typeface="Arial"/>
              </a:rPr>
              <a:t>we</a:t>
            </a:r>
            <a:r>
              <a:rPr sz="1800" spc="-5" dirty="0">
                <a:latin typeface="Arial"/>
                <a:cs typeface="Arial"/>
              </a:rPr>
              <a:t> </a:t>
            </a:r>
            <a:r>
              <a:rPr sz="1800" spc="-10" dirty="0">
                <a:latin typeface="Arial"/>
                <a:cs typeface="Arial"/>
              </a:rPr>
              <a:t>need? </a:t>
            </a:r>
            <a:r>
              <a:rPr sz="1800" dirty="0">
                <a:latin typeface="Arial"/>
                <a:cs typeface="Arial"/>
              </a:rPr>
              <a:t>How</a:t>
            </a:r>
            <a:r>
              <a:rPr sz="1800" spc="-25" dirty="0">
                <a:latin typeface="Arial"/>
                <a:cs typeface="Arial"/>
              </a:rPr>
              <a:t> </a:t>
            </a:r>
            <a:r>
              <a:rPr sz="1800" dirty="0">
                <a:latin typeface="Arial"/>
                <a:cs typeface="Arial"/>
              </a:rPr>
              <a:t>can</a:t>
            </a:r>
            <a:r>
              <a:rPr sz="1800" spc="-30" dirty="0">
                <a:latin typeface="Arial"/>
                <a:cs typeface="Arial"/>
              </a:rPr>
              <a:t> </a:t>
            </a:r>
            <a:r>
              <a:rPr sz="1800" dirty="0">
                <a:latin typeface="Arial"/>
                <a:cs typeface="Arial"/>
              </a:rPr>
              <a:t>we</a:t>
            </a:r>
            <a:r>
              <a:rPr sz="1800" spc="-5" dirty="0">
                <a:latin typeface="Arial"/>
                <a:cs typeface="Arial"/>
              </a:rPr>
              <a:t> </a:t>
            </a:r>
            <a:r>
              <a:rPr sz="1800" dirty="0">
                <a:latin typeface="Arial"/>
                <a:cs typeface="Arial"/>
              </a:rPr>
              <a:t>accomplish</a:t>
            </a:r>
            <a:r>
              <a:rPr sz="1800" spc="-10" dirty="0">
                <a:latin typeface="Arial"/>
                <a:cs typeface="Arial"/>
              </a:rPr>
              <a:t> </a:t>
            </a:r>
            <a:r>
              <a:rPr sz="1800" spc="-20" dirty="0">
                <a:latin typeface="Arial"/>
                <a:cs typeface="Arial"/>
              </a:rPr>
              <a:t>this?</a:t>
            </a:r>
            <a:endParaRPr sz="1800">
              <a:latin typeface="Arial"/>
              <a:cs typeface="Arial"/>
            </a:endParaRPr>
          </a:p>
        </p:txBody>
      </p:sp>
      <p:grpSp>
        <p:nvGrpSpPr>
          <p:cNvPr id="4" name="object 4"/>
          <p:cNvGrpSpPr/>
          <p:nvPr/>
        </p:nvGrpSpPr>
        <p:grpSpPr>
          <a:xfrm>
            <a:off x="444500" y="1587500"/>
            <a:ext cx="939800" cy="939800"/>
            <a:chOff x="444500" y="1587500"/>
            <a:chExt cx="939800" cy="939800"/>
          </a:xfrm>
        </p:grpSpPr>
        <p:sp>
          <p:nvSpPr>
            <p:cNvPr id="5" name="object 5"/>
            <p:cNvSpPr/>
            <p:nvPr/>
          </p:nvSpPr>
          <p:spPr>
            <a:xfrm>
              <a:off x="457200"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6" name="object 6"/>
            <p:cNvSpPr/>
            <p:nvPr/>
          </p:nvSpPr>
          <p:spPr>
            <a:xfrm>
              <a:off x="457200"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7" name="object 7"/>
          <p:cNvSpPr txBox="1"/>
          <p:nvPr/>
        </p:nvSpPr>
        <p:spPr>
          <a:xfrm>
            <a:off x="538130" y="1925827"/>
            <a:ext cx="75247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Computer</a:t>
            </a:r>
            <a:endParaRPr sz="1400">
              <a:latin typeface="Calibri"/>
              <a:cs typeface="Calibri"/>
            </a:endParaRPr>
          </a:p>
        </p:txBody>
      </p:sp>
      <p:grpSp>
        <p:nvGrpSpPr>
          <p:cNvPr id="8" name="object 8"/>
          <p:cNvGrpSpPr/>
          <p:nvPr/>
        </p:nvGrpSpPr>
        <p:grpSpPr>
          <a:xfrm>
            <a:off x="1617002" y="1587500"/>
            <a:ext cx="939800" cy="939800"/>
            <a:chOff x="1617002" y="1587500"/>
            <a:chExt cx="939800" cy="939800"/>
          </a:xfrm>
        </p:grpSpPr>
        <p:sp>
          <p:nvSpPr>
            <p:cNvPr id="9" name="object 9"/>
            <p:cNvSpPr/>
            <p:nvPr/>
          </p:nvSpPr>
          <p:spPr>
            <a:xfrm>
              <a:off x="1629702"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10" name="object 10"/>
            <p:cNvSpPr/>
            <p:nvPr/>
          </p:nvSpPr>
          <p:spPr>
            <a:xfrm>
              <a:off x="1629702"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1" name="object 11"/>
          <p:cNvSpPr txBox="1"/>
          <p:nvPr/>
        </p:nvSpPr>
        <p:spPr>
          <a:xfrm>
            <a:off x="1712157" y="1712468"/>
            <a:ext cx="749300" cy="666750"/>
          </a:xfrm>
          <a:prstGeom prst="rect">
            <a:avLst/>
          </a:prstGeom>
        </p:spPr>
        <p:txBody>
          <a:bodyPr vert="horz" wrap="square" lIns="0" tIns="13335" rIns="0" bIns="0" rtlCol="0">
            <a:spAutoFit/>
          </a:bodyPr>
          <a:lstStyle/>
          <a:p>
            <a:pPr marL="12700" marR="5080" algn="ctr">
              <a:lnSpc>
                <a:spcPct val="100000"/>
              </a:lnSpc>
              <a:spcBef>
                <a:spcPts val="105"/>
              </a:spcBef>
            </a:pPr>
            <a:r>
              <a:rPr sz="1400" dirty="0">
                <a:solidFill>
                  <a:srgbClr val="FFFFFF"/>
                </a:solidFill>
                <a:latin typeface="Calibri"/>
                <a:cs typeface="Calibri"/>
              </a:rPr>
              <a:t>Digital</a:t>
            </a:r>
            <a:r>
              <a:rPr sz="1400" spc="-40" dirty="0">
                <a:solidFill>
                  <a:srgbClr val="FFFFFF"/>
                </a:solidFill>
                <a:latin typeface="Calibri"/>
                <a:cs typeface="Calibri"/>
              </a:rPr>
              <a:t> </a:t>
            </a:r>
            <a:r>
              <a:rPr sz="1400" spc="-25" dirty="0">
                <a:solidFill>
                  <a:srgbClr val="FFFFFF"/>
                </a:solidFill>
                <a:latin typeface="Calibri"/>
                <a:cs typeface="Calibri"/>
              </a:rPr>
              <a:t>to </a:t>
            </a:r>
            <a:r>
              <a:rPr sz="1400" spc="-10" dirty="0">
                <a:solidFill>
                  <a:srgbClr val="FFFFFF"/>
                </a:solidFill>
                <a:latin typeface="Calibri"/>
                <a:cs typeface="Calibri"/>
              </a:rPr>
              <a:t>Analog Converter</a:t>
            </a:r>
            <a:endParaRPr sz="1400">
              <a:latin typeface="Calibri"/>
              <a:cs typeface="Calibri"/>
            </a:endParaRPr>
          </a:p>
        </p:txBody>
      </p:sp>
      <p:grpSp>
        <p:nvGrpSpPr>
          <p:cNvPr id="12" name="object 12"/>
          <p:cNvGrpSpPr/>
          <p:nvPr/>
        </p:nvGrpSpPr>
        <p:grpSpPr>
          <a:xfrm>
            <a:off x="2875699" y="1587500"/>
            <a:ext cx="939800" cy="939800"/>
            <a:chOff x="2875699" y="1587500"/>
            <a:chExt cx="939800" cy="939800"/>
          </a:xfrm>
        </p:grpSpPr>
        <p:sp>
          <p:nvSpPr>
            <p:cNvPr id="13" name="object 13"/>
            <p:cNvSpPr/>
            <p:nvPr/>
          </p:nvSpPr>
          <p:spPr>
            <a:xfrm>
              <a:off x="2888399"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14" name="object 14"/>
            <p:cNvSpPr/>
            <p:nvPr/>
          </p:nvSpPr>
          <p:spPr>
            <a:xfrm>
              <a:off x="2888399"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5" name="object 15"/>
          <p:cNvSpPr txBox="1"/>
          <p:nvPr/>
        </p:nvSpPr>
        <p:spPr>
          <a:xfrm>
            <a:off x="3098873" y="1712468"/>
            <a:ext cx="492125" cy="666750"/>
          </a:xfrm>
          <a:prstGeom prst="rect">
            <a:avLst/>
          </a:prstGeom>
        </p:spPr>
        <p:txBody>
          <a:bodyPr vert="horz" wrap="square" lIns="0" tIns="13335" rIns="0" bIns="0" rtlCol="0">
            <a:spAutoFit/>
          </a:bodyPr>
          <a:lstStyle/>
          <a:p>
            <a:pPr algn="ctr">
              <a:lnSpc>
                <a:spcPct val="100000"/>
              </a:lnSpc>
              <a:spcBef>
                <a:spcPts val="105"/>
              </a:spcBef>
            </a:pPr>
            <a:r>
              <a:rPr sz="1400" spc="-25" dirty="0">
                <a:solidFill>
                  <a:srgbClr val="FFFFFF"/>
                </a:solidFill>
                <a:latin typeface="Calibri"/>
                <a:cs typeface="Calibri"/>
              </a:rPr>
              <a:t>LED</a:t>
            </a:r>
            <a:endParaRPr sz="1400">
              <a:latin typeface="Calibri"/>
              <a:cs typeface="Calibri"/>
            </a:endParaRPr>
          </a:p>
          <a:p>
            <a:pPr marL="12700" marR="5080" indent="-635" algn="ctr">
              <a:lnSpc>
                <a:spcPct val="100000"/>
              </a:lnSpc>
            </a:pPr>
            <a:r>
              <a:rPr sz="1400" spc="-10" dirty="0">
                <a:solidFill>
                  <a:srgbClr val="FFFFFF"/>
                </a:solidFill>
                <a:latin typeface="Calibri"/>
                <a:cs typeface="Calibri"/>
              </a:rPr>
              <a:t>Driver Circuit</a:t>
            </a:r>
            <a:endParaRPr sz="1400">
              <a:latin typeface="Calibri"/>
              <a:cs typeface="Calibri"/>
            </a:endParaRPr>
          </a:p>
        </p:txBody>
      </p:sp>
      <p:grpSp>
        <p:nvGrpSpPr>
          <p:cNvPr id="16" name="object 16"/>
          <p:cNvGrpSpPr/>
          <p:nvPr/>
        </p:nvGrpSpPr>
        <p:grpSpPr>
          <a:xfrm>
            <a:off x="4125455" y="1587500"/>
            <a:ext cx="939800" cy="939800"/>
            <a:chOff x="4125455" y="1587500"/>
            <a:chExt cx="939800" cy="939800"/>
          </a:xfrm>
        </p:grpSpPr>
        <p:sp>
          <p:nvSpPr>
            <p:cNvPr id="17" name="object 17"/>
            <p:cNvSpPr/>
            <p:nvPr/>
          </p:nvSpPr>
          <p:spPr>
            <a:xfrm>
              <a:off x="4138155"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18" name="object 18"/>
            <p:cNvSpPr/>
            <p:nvPr/>
          </p:nvSpPr>
          <p:spPr>
            <a:xfrm>
              <a:off x="4138155"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9" name="object 19"/>
          <p:cNvSpPr txBox="1"/>
          <p:nvPr/>
        </p:nvSpPr>
        <p:spPr>
          <a:xfrm>
            <a:off x="4446158" y="1925827"/>
            <a:ext cx="297180" cy="239395"/>
          </a:xfrm>
          <a:prstGeom prst="rect">
            <a:avLst/>
          </a:prstGeom>
        </p:spPr>
        <p:txBody>
          <a:bodyPr vert="horz" wrap="square" lIns="0" tIns="13335" rIns="0" bIns="0" rtlCol="0">
            <a:spAutoFit/>
          </a:bodyPr>
          <a:lstStyle/>
          <a:p>
            <a:pPr marL="12700">
              <a:lnSpc>
                <a:spcPct val="100000"/>
              </a:lnSpc>
              <a:spcBef>
                <a:spcPts val="105"/>
              </a:spcBef>
            </a:pPr>
            <a:r>
              <a:rPr sz="1400" spc="-25" dirty="0">
                <a:solidFill>
                  <a:srgbClr val="FFFFFF"/>
                </a:solidFill>
                <a:latin typeface="Calibri"/>
                <a:cs typeface="Calibri"/>
              </a:rPr>
              <a:t>LED</a:t>
            </a:r>
            <a:endParaRPr sz="1400">
              <a:latin typeface="Calibri"/>
              <a:cs typeface="Calibri"/>
            </a:endParaRPr>
          </a:p>
        </p:txBody>
      </p:sp>
      <p:grpSp>
        <p:nvGrpSpPr>
          <p:cNvPr id="20" name="object 20"/>
          <p:cNvGrpSpPr/>
          <p:nvPr/>
        </p:nvGrpSpPr>
        <p:grpSpPr>
          <a:xfrm>
            <a:off x="7344371" y="1587500"/>
            <a:ext cx="939800" cy="939800"/>
            <a:chOff x="7344371" y="1587500"/>
            <a:chExt cx="939800" cy="939800"/>
          </a:xfrm>
        </p:grpSpPr>
        <p:sp>
          <p:nvSpPr>
            <p:cNvPr id="21" name="object 21"/>
            <p:cNvSpPr/>
            <p:nvPr/>
          </p:nvSpPr>
          <p:spPr>
            <a:xfrm>
              <a:off x="7357071"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22" name="object 22"/>
            <p:cNvSpPr/>
            <p:nvPr/>
          </p:nvSpPr>
          <p:spPr>
            <a:xfrm>
              <a:off x="7357071"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23" name="object 23"/>
          <p:cNvSpPr txBox="1"/>
          <p:nvPr/>
        </p:nvSpPr>
        <p:spPr>
          <a:xfrm>
            <a:off x="7700134" y="1925827"/>
            <a:ext cx="226695" cy="239395"/>
          </a:xfrm>
          <a:prstGeom prst="rect">
            <a:avLst/>
          </a:prstGeom>
        </p:spPr>
        <p:txBody>
          <a:bodyPr vert="horz" wrap="square" lIns="0" tIns="13335" rIns="0" bIns="0" rtlCol="0">
            <a:spAutoFit/>
          </a:bodyPr>
          <a:lstStyle/>
          <a:p>
            <a:pPr marL="12700">
              <a:lnSpc>
                <a:spcPct val="100000"/>
              </a:lnSpc>
              <a:spcBef>
                <a:spcPts val="105"/>
              </a:spcBef>
            </a:pPr>
            <a:r>
              <a:rPr sz="1400" spc="-25" dirty="0">
                <a:solidFill>
                  <a:srgbClr val="FFFFFF"/>
                </a:solidFill>
                <a:latin typeface="Calibri"/>
                <a:cs typeface="Calibri"/>
              </a:rPr>
              <a:t>PD</a:t>
            </a:r>
            <a:endParaRPr sz="1400">
              <a:latin typeface="Calibri"/>
              <a:cs typeface="Calibri"/>
            </a:endParaRPr>
          </a:p>
        </p:txBody>
      </p:sp>
      <p:grpSp>
        <p:nvGrpSpPr>
          <p:cNvPr id="24" name="object 24"/>
          <p:cNvGrpSpPr/>
          <p:nvPr/>
        </p:nvGrpSpPr>
        <p:grpSpPr>
          <a:xfrm>
            <a:off x="9712108" y="1587500"/>
            <a:ext cx="939800" cy="939800"/>
            <a:chOff x="9712108" y="1587500"/>
            <a:chExt cx="939800" cy="939800"/>
          </a:xfrm>
        </p:grpSpPr>
        <p:sp>
          <p:nvSpPr>
            <p:cNvPr id="25" name="object 25"/>
            <p:cNvSpPr/>
            <p:nvPr/>
          </p:nvSpPr>
          <p:spPr>
            <a:xfrm>
              <a:off x="9724808"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26" name="object 26"/>
            <p:cNvSpPr/>
            <p:nvPr/>
          </p:nvSpPr>
          <p:spPr>
            <a:xfrm>
              <a:off x="9724808"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27" name="object 27"/>
          <p:cNvSpPr txBox="1"/>
          <p:nvPr/>
        </p:nvSpPr>
        <p:spPr>
          <a:xfrm>
            <a:off x="9807254" y="1712468"/>
            <a:ext cx="749300" cy="666750"/>
          </a:xfrm>
          <a:prstGeom prst="rect">
            <a:avLst/>
          </a:prstGeom>
        </p:spPr>
        <p:txBody>
          <a:bodyPr vert="horz" wrap="square" lIns="0" tIns="13335" rIns="0" bIns="0" rtlCol="0">
            <a:spAutoFit/>
          </a:bodyPr>
          <a:lstStyle/>
          <a:p>
            <a:pPr marL="12065" marR="5080" indent="-1905" algn="ctr">
              <a:lnSpc>
                <a:spcPct val="100000"/>
              </a:lnSpc>
              <a:spcBef>
                <a:spcPts val="105"/>
              </a:spcBef>
            </a:pPr>
            <a:r>
              <a:rPr sz="1400" dirty="0">
                <a:solidFill>
                  <a:srgbClr val="FFFFFF"/>
                </a:solidFill>
                <a:latin typeface="Calibri"/>
                <a:cs typeface="Calibri"/>
              </a:rPr>
              <a:t>Analog</a:t>
            </a:r>
            <a:r>
              <a:rPr sz="1400" spc="-45" dirty="0">
                <a:solidFill>
                  <a:srgbClr val="FFFFFF"/>
                </a:solidFill>
                <a:latin typeface="Calibri"/>
                <a:cs typeface="Calibri"/>
              </a:rPr>
              <a:t> </a:t>
            </a:r>
            <a:r>
              <a:rPr sz="1400" spc="-25" dirty="0">
                <a:solidFill>
                  <a:srgbClr val="FFFFFF"/>
                </a:solidFill>
                <a:latin typeface="Calibri"/>
                <a:cs typeface="Calibri"/>
              </a:rPr>
              <a:t>to </a:t>
            </a:r>
            <a:r>
              <a:rPr sz="1400" spc="-10" dirty="0">
                <a:solidFill>
                  <a:srgbClr val="FFFFFF"/>
                </a:solidFill>
                <a:latin typeface="Calibri"/>
                <a:cs typeface="Calibri"/>
              </a:rPr>
              <a:t>Digital Converter</a:t>
            </a:r>
            <a:endParaRPr sz="1400">
              <a:latin typeface="Calibri"/>
              <a:cs typeface="Calibri"/>
            </a:endParaRPr>
          </a:p>
        </p:txBody>
      </p:sp>
      <p:grpSp>
        <p:nvGrpSpPr>
          <p:cNvPr id="28" name="object 28"/>
          <p:cNvGrpSpPr/>
          <p:nvPr/>
        </p:nvGrpSpPr>
        <p:grpSpPr>
          <a:xfrm>
            <a:off x="8539619" y="1592948"/>
            <a:ext cx="939800" cy="939800"/>
            <a:chOff x="8539619" y="1592948"/>
            <a:chExt cx="939800" cy="939800"/>
          </a:xfrm>
        </p:grpSpPr>
        <p:sp>
          <p:nvSpPr>
            <p:cNvPr id="29" name="object 29"/>
            <p:cNvSpPr/>
            <p:nvPr/>
          </p:nvSpPr>
          <p:spPr>
            <a:xfrm>
              <a:off x="8552319" y="1605648"/>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30" name="object 30"/>
            <p:cNvSpPr/>
            <p:nvPr/>
          </p:nvSpPr>
          <p:spPr>
            <a:xfrm>
              <a:off x="8552319" y="1605648"/>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31" name="object 31"/>
          <p:cNvSpPr txBox="1"/>
          <p:nvPr/>
        </p:nvSpPr>
        <p:spPr>
          <a:xfrm>
            <a:off x="8662171" y="1931277"/>
            <a:ext cx="69278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Amplifier</a:t>
            </a:r>
            <a:endParaRPr sz="1400">
              <a:latin typeface="Calibri"/>
              <a:cs typeface="Calibri"/>
            </a:endParaRPr>
          </a:p>
        </p:txBody>
      </p:sp>
      <p:grpSp>
        <p:nvGrpSpPr>
          <p:cNvPr id="32" name="object 32"/>
          <p:cNvGrpSpPr/>
          <p:nvPr/>
        </p:nvGrpSpPr>
        <p:grpSpPr>
          <a:xfrm>
            <a:off x="10829823" y="1597329"/>
            <a:ext cx="939800" cy="939800"/>
            <a:chOff x="10829823" y="1597329"/>
            <a:chExt cx="939800" cy="939800"/>
          </a:xfrm>
        </p:grpSpPr>
        <p:sp>
          <p:nvSpPr>
            <p:cNvPr id="33" name="object 33"/>
            <p:cNvSpPr/>
            <p:nvPr/>
          </p:nvSpPr>
          <p:spPr>
            <a:xfrm>
              <a:off x="10842523" y="16100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34" name="object 34"/>
            <p:cNvSpPr/>
            <p:nvPr/>
          </p:nvSpPr>
          <p:spPr>
            <a:xfrm>
              <a:off x="10842523" y="16100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35" name="object 35"/>
          <p:cNvSpPr txBox="1"/>
          <p:nvPr/>
        </p:nvSpPr>
        <p:spPr>
          <a:xfrm>
            <a:off x="10923452" y="1935660"/>
            <a:ext cx="75247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Computer</a:t>
            </a:r>
            <a:endParaRPr sz="1400">
              <a:latin typeface="Calibri"/>
              <a:cs typeface="Calibri"/>
            </a:endParaRPr>
          </a:p>
        </p:txBody>
      </p:sp>
      <p:sp>
        <p:nvSpPr>
          <p:cNvPr id="36" name="object 36"/>
          <p:cNvSpPr/>
          <p:nvPr/>
        </p:nvSpPr>
        <p:spPr>
          <a:xfrm>
            <a:off x="304800" y="1371600"/>
            <a:ext cx="4876800" cy="1371600"/>
          </a:xfrm>
          <a:custGeom>
            <a:avLst/>
            <a:gdLst/>
            <a:ahLst/>
            <a:cxnLst/>
            <a:rect l="l" t="t" r="r" b="b"/>
            <a:pathLst>
              <a:path w="4876800" h="1371600">
                <a:moveTo>
                  <a:pt x="0" y="0"/>
                </a:moveTo>
                <a:lnTo>
                  <a:pt x="4876800" y="0"/>
                </a:lnTo>
                <a:lnTo>
                  <a:pt x="4876800" y="1371600"/>
                </a:lnTo>
                <a:lnTo>
                  <a:pt x="0" y="1371600"/>
                </a:lnTo>
                <a:lnTo>
                  <a:pt x="0" y="0"/>
                </a:lnTo>
                <a:close/>
              </a:path>
            </a:pathLst>
          </a:custGeom>
          <a:ln w="25400">
            <a:solidFill>
              <a:srgbClr val="1C334E"/>
            </a:solidFill>
            <a:prstDash val="sysDash"/>
          </a:ln>
        </p:spPr>
        <p:txBody>
          <a:bodyPr wrap="square" lIns="0" tIns="0" rIns="0" bIns="0" rtlCol="0"/>
          <a:lstStyle/>
          <a:p>
            <a:endParaRPr/>
          </a:p>
        </p:txBody>
      </p:sp>
      <p:sp>
        <p:nvSpPr>
          <p:cNvPr id="37" name="object 37"/>
          <p:cNvSpPr/>
          <p:nvPr/>
        </p:nvSpPr>
        <p:spPr>
          <a:xfrm>
            <a:off x="7239000" y="1361770"/>
            <a:ext cx="4800600" cy="1371600"/>
          </a:xfrm>
          <a:custGeom>
            <a:avLst/>
            <a:gdLst/>
            <a:ahLst/>
            <a:cxnLst/>
            <a:rect l="l" t="t" r="r" b="b"/>
            <a:pathLst>
              <a:path w="4800600" h="1371600">
                <a:moveTo>
                  <a:pt x="0" y="0"/>
                </a:moveTo>
                <a:lnTo>
                  <a:pt x="4800600" y="0"/>
                </a:lnTo>
                <a:lnTo>
                  <a:pt x="4800600" y="1371600"/>
                </a:lnTo>
                <a:lnTo>
                  <a:pt x="0" y="1371600"/>
                </a:lnTo>
                <a:lnTo>
                  <a:pt x="0" y="0"/>
                </a:lnTo>
                <a:close/>
              </a:path>
            </a:pathLst>
          </a:custGeom>
          <a:ln w="25400">
            <a:solidFill>
              <a:srgbClr val="1C334E"/>
            </a:solidFill>
            <a:prstDash val="sysDash"/>
          </a:ln>
        </p:spPr>
        <p:txBody>
          <a:bodyPr wrap="square" lIns="0" tIns="0" rIns="0" bIns="0" rtlCol="0"/>
          <a:lstStyle/>
          <a:p>
            <a:endParaRPr/>
          </a:p>
        </p:txBody>
      </p:sp>
      <p:grpSp>
        <p:nvGrpSpPr>
          <p:cNvPr id="38" name="object 38"/>
          <p:cNvGrpSpPr/>
          <p:nvPr/>
        </p:nvGrpSpPr>
        <p:grpSpPr>
          <a:xfrm>
            <a:off x="5245100" y="1968500"/>
            <a:ext cx="1877695" cy="177800"/>
            <a:chOff x="5245100" y="1968500"/>
            <a:chExt cx="1877695" cy="177800"/>
          </a:xfrm>
        </p:grpSpPr>
        <p:sp>
          <p:nvSpPr>
            <p:cNvPr id="39" name="object 39"/>
            <p:cNvSpPr/>
            <p:nvPr/>
          </p:nvSpPr>
          <p:spPr>
            <a:xfrm>
              <a:off x="5257800" y="1981200"/>
              <a:ext cx="1852295" cy="152400"/>
            </a:xfrm>
            <a:custGeom>
              <a:avLst/>
              <a:gdLst/>
              <a:ahLst/>
              <a:cxnLst/>
              <a:rect l="l" t="t" r="r" b="b"/>
              <a:pathLst>
                <a:path w="1852295" h="152400">
                  <a:moveTo>
                    <a:pt x="1775955" y="0"/>
                  </a:moveTo>
                  <a:lnTo>
                    <a:pt x="1775955" y="38100"/>
                  </a:lnTo>
                  <a:lnTo>
                    <a:pt x="0" y="38100"/>
                  </a:lnTo>
                  <a:lnTo>
                    <a:pt x="0" y="114300"/>
                  </a:lnTo>
                  <a:lnTo>
                    <a:pt x="1775955" y="114300"/>
                  </a:lnTo>
                  <a:lnTo>
                    <a:pt x="1775955" y="152400"/>
                  </a:lnTo>
                  <a:lnTo>
                    <a:pt x="1852155" y="76200"/>
                  </a:lnTo>
                  <a:lnTo>
                    <a:pt x="1775955" y="0"/>
                  </a:lnTo>
                  <a:close/>
                </a:path>
              </a:pathLst>
            </a:custGeom>
            <a:solidFill>
              <a:srgbClr val="4F81BC"/>
            </a:solidFill>
          </p:spPr>
          <p:txBody>
            <a:bodyPr wrap="square" lIns="0" tIns="0" rIns="0" bIns="0" rtlCol="0"/>
            <a:lstStyle/>
            <a:p>
              <a:endParaRPr/>
            </a:p>
          </p:txBody>
        </p:sp>
        <p:sp>
          <p:nvSpPr>
            <p:cNvPr id="40" name="object 40"/>
            <p:cNvSpPr/>
            <p:nvPr/>
          </p:nvSpPr>
          <p:spPr>
            <a:xfrm>
              <a:off x="5257800" y="1981200"/>
              <a:ext cx="1852295" cy="152400"/>
            </a:xfrm>
            <a:custGeom>
              <a:avLst/>
              <a:gdLst/>
              <a:ahLst/>
              <a:cxnLst/>
              <a:rect l="l" t="t" r="r" b="b"/>
              <a:pathLst>
                <a:path w="1852295" h="152400">
                  <a:moveTo>
                    <a:pt x="0" y="38100"/>
                  </a:moveTo>
                  <a:lnTo>
                    <a:pt x="1775955" y="38100"/>
                  </a:lnTo>
                  <a:lnTo>
                    <a:pt x="1775955" y="0"/>
                  </a:lnTo>
                  <a:lnTo>
                    <a:pt x="1852155" y="76200"/>
                  </a:lnTo>
                  <a:lnTo>
                    <a:pt x="1775955" y="152400"/>
                  </a:lnTo>
                  <a:lnTo>
                    <a:pt x="1775955" y="114300"/>
                  </a:lnTo>
                  <a:lnTo>
                    <a:pt x="0" y="114300"/>
                  </a:lnTo>
                  <a:lnTo>
                    <a:pt x="0" y="38100"/>
                  </a:lnTo>
                  <a:close/>
                </a:path>
              </a:pathLst>
            </a:custGeom>
            <a:ln w="25400">
              <a:solidFill>
                <a:srgbClr val="1C334E"/>
              </a:solidFill>
            </a:ln>
          </p:spPr>
          <p:txBody>
            <a:bodyPr wrap="square" lIns="0" tIns="0" rIns="0" bIns="0" rtlCol="0"/>
            <a:lstStyle/>
            <a:p>
              <a:endParaRPr/>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What</a:t>
            </a:r>
            <a:r>
              <a:rPr spc="-25" dirty="0"/>
              <a:t> </a:t>
            </a:r>
            <a:r>
              <a:rPr dirty="0"/>
              <a:t>is</a:t>
            </a:r>
            <a:r>
              <a:rPr spc="-25" dirty="0"/>
              <a:t> </a:t>
            </a:r>
            <a:r>
              <a:rPr spc="-10" dirty="0"/>
              <a:t>noise?</a:t>
            </a:r>
          </a:p>
        </p:txBody>
      </p:sp>
      <p:pic>
        <p:nvPicPr>
          <p:cNvPr id="3" name="object 3"/>
          <p:cNvPicPr/>
          <p:nvPr/>
        </p:nvPicPr>
        <p:blipFill>
          <a:blip r:embed="rId2" cstate="print"/>
          <a:stretch>
            <a:fillRect/>
          </a:stretch>
        </p:blipFill>
        <p:spPr>
          <a:xfrm>
            <a:off x="1066099" y="914057"/>
            <a:ext cx="9488221" cy="5020366"/>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2700" rIns="0" bIns="0" rtlCol="0">
            <a:spAutoFit/>
          </a:bodyPr>
          <a:lstStyle/>
          <a:p>
            <a:pPr marL="24765">
              <a:lnSpc>
                <a:spcPct val="100000"/>
              </a:lnSpc>
              <a:spcBef>
                <a:spcPts val="100"/>
              </a:spcBef>
            </a:pPr>
            <a:r>
              <a:rPr dirty="0"/>
              <a:t>Types</a:t>
            </a:r>
            <a:r>
              <a:rPr spc="165" dirty="0"/>
              <a:t> </a:t>
            </a:r>
            <a:r>
              <a:rPr dirty="0"/>
              <a:t>of</a:t>
            </a:r>
            <a:r>
              <a:rPr spc="140" dirty="0"/>
              <a:t> </a:t>
            </a:r>
            <a:r>
              <a:rPr spc="-20" dirty="0"/>
              <a:t>Noise</a:t>
            </a:r>
          </a:p>
        </p:txBody>
      </p:sp>
      <p:sp>
        <p:nvSpPr>
          <p:cNvPr id="3" name="object 3"/>
          <p:cNvSpPr txBox="1"/>
          <p:nvPr/>
        </p:nvSpPr>
        <p:spPr>
          <a:xfrm>
            <a:off x="921263" y="957224"/>
            <a:ext cx="9436735" cy="4649470"/>
          </a:xfrm>
          <a:prstGeom prst="rect">
            <a:avLst/>
          </a:prstGeom>
        </p:spPr>
        <p:txBody>
          <a:bodyPr vert="horz" wrap="square" lIns="0" tIns="64135" rIns="0" bIns="0" rtlCol="0">
            <a:spAutoFit/>
          </a:bodyPr>
          <a:lstStyle/>
          <a:p>
            <a:pPr marL="240029" indent="-227329">
              <a:lnSpc>
                <a:spcPct val="100000"/>
              </a:lnSpc>
              <a:spcBef>
                <a:spcPts val="505"/>
              </a:spcBef>
              <a:buFont typeface="Arial"/>
              <a:buChar char="•"/>
              <a:tabLst>
                <a:tab pos="240029" algn="l"/>
              </a:tabLst>
            </a:pPr>
            <a:r>
              <a:rPr sz="2800" dirty="0">
                <a:latin typeface="Calibri"/>
                <a:cs typeface="Calibri"/>
              </a:rPr>
              <a:t>Noise</a:t>
            </a:r>
            <a:r>
              <a:rPr sz="2800" spc="-40" dirty="0">
                <a:latin typeface="Calibri"/>
                <a:cs typeface="Calibri"/>
              </a:rPr>
              <a:t> </a:t>
            </a:r>
            <a:r>
              <a:rPr sz="2800" dirty="0">
                <a:latin typeface="Calibri"/>
                <a:cs typeface="Calibri"/>
              </a:rPr>
              <a:t>refers</a:t>
            </a:r>
            <a:r>
              <a:rPr sz="2800" spc="-35" dirty="0">
                <a:latin typeface="Calibri"/>
                <a:cs typeface="Calibri"/>
              </a:rPr>
              <a:t> </a:t>
            </a:r>
            <a:r>
              <a:rPr sz="2800" dirty="0">
                <a:latin typeface="Calibri"/>
                <a:cs typeface="Calibri"/>
              </a:rPr>
              <a:t>to</a:t>
            </a:r>
            <a:r>
              <a:rPr sz="2800" spc="-50" dirty="0">
                <a:latin typeface="Calibri"/>
                <a:cs typeface="Calibri"/>
              </a:rPr>
              <a:t> </a:t>
            </a:r>
            <a:r>
              <a:rPr sz="2800" dirty="0">
                <a:latin typeface="Calibri"/>
                <a:cs typeface="Calibri"/>
              </a:rPr>
              <a:t>anything</a:t>
            </a:r>
            <a:r>
              <a:rPr sz="2800" spc="-20" dirty="0">
                <a:latin typeface="Calibri"/>
                <a:cs typeface="Calibri"/>
              </a:rPr>
              <a:t> </a:t>
            </a:r>
            <a:r>
              <a:rPr sz="2800" dirty="0">
                <a:latin typeface="Calibri"/>
                <a:cs typeface="Calibri"/>
              </a:rPr>
              <a:t>that</a:t>
            </a:r>
            <a:r>
              <a:rPr sz="2800" spc="-40" dirty="0">
                <a:latin typeface="Calibri"/>
                <a:cs typeface="Calibri"/>
              </a:rPr>
              <a:t> </a:t>
            </a:r>
            <a:r>
              <a:rPr sz="2800" dirty="0">
                <a:latin typeface="Calibri"/>
                <a:cs typeface="Calibri"/>
              </a:rPr>
              <a:t>you</a:t>
            </a:r>
            <a:r>
              <a:rPr sz="2800" spc="-40" dirty="0">
                <a:latin typeface="Calibri"/>
                <a:cs typeface="Calibri"/>
              </a:rPr>
              <a:t> </a:t>
            </a:r>
            <a:r>
              <a:rPr sz="2800" dirty="0">
                <a:latin typeface="Calibri"/>
                <a:cs typeface="Calibri"/>
              </a:rPr>
              <a:t>don’t</a:t>
            </a:r>
            <a:r>
              <a:rPr sz="2800" spc="-30" dirty="0">
                <a:latin typeface="Calibri"/>
                <a:cs typeface="Calibri"/>
              </a:rPr>
              <a:t> </a:t>
            </a:r>
            <a:r>
              <a:rPr sz="2800" dirty="0">
                <a:latin typeface="Calibri"/>
                <a:cs typeface="Calibri"/>
              </a:rPr>
              <a:t>want</a:t>
            </a:r>
            <a:r>
              <a:rPr sz="2800" spc="-35" dirty="0">
                <a:latin typeface="Calibri"/>
                <a:cs typeface="Calibri"/>
              </a:rPr>
              <a:t> </a:t>
            </a:r>
            <a:r>
              <a:rPr sz="2800" dirty="0">
                <a:latin typeface="Calibri"/>
                <a:cs typeface="Calibri"/>
              </a:rPr>
              <a:t>in</a:t>
            </a:r>
            <a:r>
              <a:rPr sz="2800" spc="-40" dirty="0">
                <a:latin typeface="Calibri"/>
                <a:cs typeface="Calibri"/>
              </a:rPr>
              <a:t> </a:t>
            </a:r>
            <a:r>
              <a:rPr sz="2800" dirty="0">
                <a:latin typeface="Calibri"/>
                <a:cs typeface="Calibri"/>
              </a:rPr>
              <a:t>your</a:t>
            </a:r>
            <a:r>
              <a:rPr sz="2800" spc="-40" dirty="0">
                <a:latin typeface="Calibri"/>
                <a:cs typeface="Calibri"/>
              </a:rPr>
              <a:t> </a:t>
            </a:r>
            <a:r>
              <a:rPr sz="2800" spc="-10" dirty="0">
                <a:latin typeface="Calibri"/>
                <a:cs typeface="Calibri"/>
              </a:rPr>
              <a:t>signal</a:t>
            </a:r>
            <a:endParaRPr sz="2800">
              <a:latin typeface="Calibri"/>
              <a:cs typeface="Calibri"/>
            </a:endParaRPr>
          </a:p>
          <a:p>
            <a:pPr marL="240029" marR="5080" indent="-227329">
              <a:lnSpc>
                <a:spcPct val="100000"/>
              </a:lnSpc>
              <a:spcBef>
                <a:spcPts val="409"/>
              </a:spcBef>
              <a:buFont typeface="Arial"/>
              <a:buChar char="•"/>
              <a:tabLst>
                <a:tab pos="241300" algn="l"/>
              </a:tabLst>
            </a:pPr>
            <a:r>
              <a:rPr sz="2800" dirty="0">
                <a:latin typeface="Calibri"/>
                <a:cs typeface="Calibri"/>
              </a:rPr>
              <a:t>It</a:t>
            </a:r>
            <a:r>
              <a:rPr sz="2800" spc="-50" dirty="0">
                <a:latin typeface="Calibri"/>
                <a:cs typeface="Calibri"/>
              </a:rPr>
              <a:t> </a:t>
            </a:r>
            <a:r>
              <a:rPr sz="2800" dirty="0">
                <a:latin typeface="Calibri"/>
                <a:cs typeface="Calibri"/>
              </a:rPr>
              <a:t>can</a:t>
            </a:r>
            <a:r>
              <a:rPr sz="2800" spc="-50" dirty="0">
                <a:latin typeface="Calibri"/>
                <a:cs typeface="Calibri"/>
              </a:rPr>
              <a:t> </a:t>
            </a:r>
            <a:r>
              <a:rPr sz="2800" dirty="0">
                <a:latin typeface="Calibri"/>
                <a:cs typeface="Calibri"/>
              </a:rPr>
              <a:t>have</a:t>
            </a:r>
            <a:r>
              <a:rPr sz="2800" spc="-50" dirty="0">
                <a:latin typeface="Calibri"/>
                <a:cs typeface="Calibri"/>
              </a:rPr>
              <a:t> </a:t>
            </a:r>
            <a:r>
              <a:rPr sz="2800" dirty="0">
                <a:latin typeface="Calibri"/>
                <a:cs typeface="Calibri"/>
              </a:rPr>
              <a:t>many</a:t>
            </a:r>
            <a:r>
              <a:rPr sz="2800" spc="-30" dirty="0">
                <a:latin typeface="Calibri"/>
                <a:cs typeface="Calibri"/>
              </a:rPr>
              <a:t> </a:t>
            </a:r>
            <a:r>
              <a:rPr sz="2800" dirty="0">
                <a:latin typeface="Calibri"/>
                <a:cs typeface="Calibri"/>
              </a:rPr>
              <a:t>different</a:t>
            </a:r>
            <a:r>
              <a:rPr sz="2800" spc="-35" dirty="0">
                <a:latin typeface="Calibri"/>
                <a:cs typeface="Calibri"/>
              </a:rPr>
              <a:t> </a:t>
            </a:r>
            <a:r>
              <a:rPr sz="2800" dirty="0">
                <a:latin typeface="Calibri"/>
                <a:cs typeface="Calibri"/>
              </a:rPr>
              <a:t>sources</a:t>
            </a:r>
            <a:r>
              <a:rPr sz="2800" spc="-25" dirty="0">
                <a:latin typeface="Calibri"/>
                <a:cs typeface="Calibri"/>
              </a:rPr>
              <a:t> </a:t>
            </a:r>
            <a:r>
              <a:rPr sz="2800" dirty="0">
                <a:latin typeface="Calibri"/>
                <a:cs typeface="Calibri"/>
              </a:rPr>
              <a:t>and</a:t>
            </a:r>
            <a:r>
              <a:rPr sz="2800" spc="-40" dirty="0">
                <a:latin typeface="Calibri"/>
                <a:cs typeface="Calibri"/>
              </a:rPr>
              <a:t> </a:t>
            </a:r>
            <a:r>
              <a:rPr sz="2800" dirty="0">
                <a:latin typeface="Calibri"/>
                <a:cs typeface="Calibri"/>
              </a:rPr>
              <a:t>many</a:t>
            </a:r>
            <a:r>
              <a:rPr sz="2800" spc="-30" dirty="0">
                <a:latin typeface="Calibri"/>
                <a:cs typeface="Calibri"/>
              </a:rPr>
              <a:t> </a:t>
            </a:r>
            <a:r>
              <a:rPr sz="2800" dirty="0">
                <a:latin typeface="Calibri"/>
                <a:cs typeface="Calibri"/>
              </a:rPr>
              <a:t>different</a:t>
            </a:r>
            <a:r>
              <a:rPr sz="2800" spc="-35" dirty="0">
                <a:latin typeface="Calibri"/>
                <a:cs typeface="Calibri"/>
              </a:rPr>
              <a:t> </a:t>
            </a:r>
            <a:r>
              <a:rPr sz="2800" spc="-10" dirty="0">
                <a:latin typeface="Calibri"/>
                <a:cs typeface="Calibri"/>
              </a:rPr>
              <a:t>resulting 	</a:t>
            </a:r>
            <a:r>
              <a:rPr sz="2800" dirty="0">
                <a:latin typeface="Calibri"/>
                <a:cs typeface="Calibri"/>
              </a:rPr>
              <a:t>affects</a:t>
            </a:r>
            <a:r>
              <a:rPr sz="2800" spc="-35" dirty="0">
                <a:latin typeface="Calibri"/>
                <a:cs typeface="Calibri"/>
              </a:rPr>
              <a:t> </a:t>
            </a:r>
            <a:r>
              <a:rPr sz="2800" dirty="0">
                <a:latin typeface="Calibri"/>
                <a:cs typeface="Calibri"/>
              </a:rPr>
              <a:t>on</a:t>
            </a:r>
            <a:r>
              <a:rPr sz="2800" spc="-25" dirty="0">
                <a:latin typeface="Calibri"/>
                <a:cs typeface="Calibri"/>
              </a:rPr>
              <a:t> </a:t>
            </a:r>
            <a:r>
              <a:rPr sz="2800" dirty="0">
                <a:latin typeface="Calibri"/>
                <a:cs typeface="Calibri"/>
              </a:rPr>
              <a:t>your</a:t>
            </a:r>
            <a:r>
              <a:rPr sz="2800" spc="-25" dirty="0">
                <a:latin typeface="Calibri"/>
                <a:cs typeface="Calibri"/>
              </a:rPr>
              <a:t> </a:t>
            </a:r>
            <a:r>
              <a:rPr sz="2800" spc="-10" dirty="0">
                <a:latin typeface="Calibri"/>
                <a:cs typeface="Calibri"/>
              </a:rPr>
              <a:t>system</a:t>
            </a:r>
            <a:endParaRPr sz="2800">
              <a:latin typeface="Calibri"/>
              <a:cs typeface="Calibri"/>
            </a:endParaRPr>
          </a:p>
          <a:p>
            <a:pPr>
              <a:lnSpc>
                <a:spcPct val="100000"/>
              </a:lnSpc>
              <a:spcBef>
                <a:spcPts val="735"/>
              </a:spcBef>
              <a:buFont typeface="Arial"/>
              <a:buChar char="•"/>
            </a:pPr>
            <a:endParaRPr sz="2800">
              <a:latin typeface="Calibri"/>
              <a:cs typeface="Calibri"/>
            </a:endParaRPr>
          </a:p>
          <a:p>
            <a:pPr marL="240029" marR="1607185" indent="-227329">
              <a:lnSpc>
                <a:spcPct val="100000"/>
              </a:lnSpc>
              <a:buFont typeface="Arial"/>
              <a:buChar char="•"/>
              <a:tabLst>
                <a:tab pos="241300" algn="l"/>
              </a:tabLst>
            </a:pPr>
            <a:r>
              <a:rPr sz="2800" dirty="0">
                <a:latin typeface="Calibri"/>
                <a:cs typeface="Calibri"/>
              </a:rPr>
              <a:t>At</a:t>
            </a:r>
            <a:r>
              <a:rPr sz="2800" spc="-30" dirty="0">
                <a:latin typeface="Calibri"/>
                <a:cs typeface="Calibri"/>
              </a:rPr>
              <a:t> </a:t>
            </a:r>
            <a:r>
              <a:rPr sz="2800" dirty="0">
                <a:latin typeface="Calibri"/>
                <a:cs typeface="Calibri"/>
              </a:rPr>
              <a:t>the</a:t>
            </a:r>
            <a:r>
              <a:rPr sz="2800" spc="-35" dirty="0">
                <a:latin typeface="Calibri"/>
                <a:cs typeface="Calibri"/>
              </a:rPr>
              <a:t> </a:t>
            </a:r>
            <a:r>
              <a:rPr sz="2800" dirty="0">
                <a:latin typeface="Calibri"/>
                <a:cs typeface="Calibri"/>
              </a:rPr>
              <a:t>component level,</a:t>
            </a:r>
            <a:r>
              <a:rPr sz="2800" spc="-30" dirty="0">
                <a:latin typeface="Calibri"/>
                <a:cs typeface="Calibri"/>
              </a:rPr>
              <a:t> </a:t>
            </a:r>
            <a:r>
              <a:rPr sz="2800" dirty="0">
                <a:latin typeface="Calibri"/>
                <a:cs typeface="Calibri"/>
              </a:rPr>
              <a:t>here</a:t>
            </a:r>
            <a:r>
              <a:rPr sz="2800" spc="-35" dirty="0">
                <a:latin typeface="Calibri"/>
                <a:cs typeface="Calibri"/>
              </a:rPr>
              <a:t> </a:t>
            </a:r>
            <a:r>
              <a:rPr sz="2800" dirty="0">
                <a:latin typeface="Calibri"/>
                <a:cs typeface="Calibri"/>
              </a:rPr>
              <a:t>are</a:t>
            </a:r>
            <a:r>
              <a:rPr sz="2800" spc="-35" dirty="0">
                <a:latin typeface="Calibri"/>
                <a:cs typeface="Calibri"/>
              </a:rPr>
              <a:t> </a:t>
            </a:r>
            <a:r>
              <a:rPr sz="2800" dirty="0">
                <a:latin typeface="Calibri"/>
                <a:cs typeface="Calibri"/>
              </a:rPr>
              <a:t>a</a:t>
            </a:r>
            <a:r>
              <a:rPr sz="2800" spc="-40" dirty="0">
                <a:latin typeface="Calibri"/>
                <a:cs typeface="Calibri"/>
              </a:rPr>
              <a:t> </a:t>
            </a:r>
            <a:r>
              <a:rPr sz="2800" dirty="0">
                <a:latin typeface="Calibri"/>
                <a:cs typeface="Calibri"/>
              </a:rPr>
              <a:t>few</a:t>
            </a:r>
            <a:r>
              <a:rPr sz="2800" spc="-40" dirty="0">
                <a:latin typeface="Calibri"/>
                <a:cs typeface="Calibri"/>
              </a:rPr>
              <a:t> </a:t>
            </a:r>
            <a:r>
              <a:rPr sz="2800" spc="-10" dirty="0">
                <a:latin typeface="Calibri"/>
                <a:cs typeface="Calibri"/>
              </a:rPr>
              <a:t>fundamental 	</a:t>
            </a:r>
            <a:r>
              <a:rPr sz="2800" dirty="0">
                <a:latin typeface="Calibri"/>
                <a:cs typeface="Calibri"/>
              </a:rPr>
              <a:t>mechanisms</a:t>
            </a:r>
            <a:r>
              <a:rPr sz="2800" spc="-50" dirty="0">
                <a:latin typeface="Calibri"/>
                <a:cs typeface="Calibri"/>
              </a:rPr>
              <a:t> </a:t>
            </a:r>
            <a:r>
              <a:rPr sz="2800" dirty="0">
                <a:latin typeface="Calibri"/>
                <a:cs typeface="Calibri"/>
              </a:rPr>
              <a:t>of</a:t>
            </a:r>
            <a:r>
              <a:rPr sz="2800" spc="-75" dirty="0">
                <a:latin typeface="Calibri"/>
                <a:cs typeface="Calibri"/>
              </a:rPr>
              <a:t> </a:t>
            </a:r>
            <a:r>
              <a:rPr sz="2800" spc="-10" dirty="0">
                <a:latin typeface="Calibri"/>
                <a:cs typeface="Calibri"/>
              </a:rPr>
              <a:t>noise:</a:t>
            </a:r>
            <a:endParaRPr sz="2800">
              <a:latin typeface="Calibri"/>
              <a:cs typeface="Calibri"/>
            </a:endParaRPr>
          </a:p>
          <a:p>
            <a:pPr marL="240029" marR="705485" indent="-227329">
              <a:lnSpc>
                <a:spcPct val="100000"/>
              </a:lnSpc>
              <a:spcBef>
                <a:spcPts val="405"/>
              </a:spcBef>
              <a:buFont typeface="Arial"/>
              <a:buChar char="•"/>
              <a:tabLst>
                <a:tab pos="241300" algn="l"/>
                <a:tab pos="1598930" algn="l"/>
              </a:tabLst>
            </a:pPr>
            <a:r>
              <a:rPr sz="2800" spc="-10" dirty="0">
                <a:latin typeface="Calibri"/>
                <a:cs typeface="Calibri"/>
              </a:rPr>
              <a:t>Thermal</a:t>
            </a:r>
            <a:r>
              <a:rPr sz="2800" dirty="0">
                <a:latin typeface="Calibri"/>
                <a:cs typeface="Calibri"/>
              </a:rPr>
              <a:t>	Noise</a:t>
            </a:r>
            <a:r>
              <a:rPr sz="2800" spc="-45" dirty="0">
                <a:latin typeface="Calibri"/>
                <a:cs typeface="Calibri"/>
              </a:rPr>
              <a:t> </a:t>
            </a:r>
            <a:r>
              <a:rPr sz="2800" spc="-20" dirty="0">
                <a:latin typeface="Calibri"/>
                <a:cs typeface="Calibri"/>
              </a:rPr>
              <a:t>(Johnson-</a:t>
            </a:r>
            <a:r>
              <a:rPr sz="2800" dirty="0">
                <a:latin typeface="Calibri"/>
                <a:cs typeface="Calibri"/>
              </a:rPr>
              <a:t>Nyquist):</a:t>
            </a:r>
            <a:r>
              <a:rPr sz="2800" spc="5" dirty="0">
                <a:latin typeface="Calibri"/>
                <a:cs typeface="Calibri"/>
              </a:rPr>
              <a:t> </a:t>
            </a:r>
            <a:r>
              <a:rPr sz="2800" dirty="0">
                <a:latin typeface="Calibri"/>
                <a:cs typeface="Calibri"/>
              </a:rPr>
              <a:t>Arises</a:t>
            </a:r>
            <a:r>
              <a:rPr sz="2800" spc="-45" dirty="0">
                <a:latin typeface="Calibri"/>
                <a:cs typeface="Calibri"/>
              </a:rPr>
              <a:t> </a:t>
            </a:r>
            <a:r>
              <a:rPr sz="2800" dirty="0">
                <a:latin typeface="Calibri"/>
                <a:cs typeface="Calibri"/>
              </a:rPr>
              <a:t>from</a:t>
            </a:r>
            <a:r>
              <a:rPr sz="2800" spc="-45" dirty="0">
                <a:latin typeface="Calibri"/>
                <a:cs typeface="Calibri"/>
              </a:rPr>
              <a:t> </a:t>
            </a:r>
            <a:r>
              <a:rPr sz="2800" dirty="0">
                <a:latin typeface="Calibri"/>
                <a:cs typeface="Calibri"/>
              </a:rPr>
              <a:t>the</a:t>
            </a:r>
            <a:r>
              <a:rPr sz="2800" spc="-45" dirty="0">
                <a:latin typeface="Calibri"/>
                <a:cs typeface="Calibri"/>
              </a:rPr>
              <a:t> </a:t>
            </a:r>
            <a:r>
              <a:rPr sz="2800" spc="-10" dirty="0">
                <a:latin typeface="Calibri"/>
                <a:cs typeface="Calibri"/>
              </a:rPr>
              <a:t>random 	</a:t>
            </a:r>
            <a:r>
              <a:rPr sz="2800" dirty="0">
                <a:latin typeface="Calibri"/>
                <a:cs typeface="Calibri"/>
              </a:rPr>
              <a:t>motion</a:t>
            </a:r>
            <a:r>
              <a:rPr sz="2800" spc="-35" dirty="0">
                <a:latin typeface="Calibri"/>
                <a:cs typeface="Calibri"/>
              </a:rPr>
              <a:t> </a:t>
            </a:r>
            <a:r>
              <a:rPr sz="2800" dirty="0">
                <a:latin typeface="Calibri"/>
                <a:cs typeface="Calibri"/>
              </a:rPr>
              <a:t>of</a:t>
            </a:r>
            <a:r>
              <a:rPr sz="2800" spc="-65" dirty="0">
                <a:latin typeface="Calibri"/>
                <a:cs typeface="Calibri"/>
              </a:rPr>
              <a:t> </a:t>
            </a:r>
            <a:r>
              <a:rPr sz="2800" dirty="0">
                <a:latin typeface="Calibri"/>
                <a:cs typeface="Calibri"/>
              </a:rPr>
              <a:t>charge</a:t>
            </a:r>
            <a:r>
              <a:rPr sz="2800" spc="-55" dirty="0">
                <a:latin typeface="Calibri"/>
                <a:cs typeface="Calibri"/>
              </a:rPr>
              <a:t> </a:t>
            </a:r>
            <a:r>
              <a:rPr sz="2800" dirty="0">
                <a:latin typeface="Calibri"/>
                <a:cs typeface="Calibri"/>
              </a:rPr>
              <a:t>carriers</a:t>
            </a:r>
            <a:r>
              <a:rPr sz="2800" spc="-40" dirty="0">
                <a:latin typeface="Calibri"/>
                <a:cs typeface="Calibri"/>
              </a:rPr>
              <a:t> </a:t>
            </a:r>
            <a:r>
              <a:rPr sz="2800" dirty="0">
                <a:latin typeface="Calibri"/>
                <a:cs typeface="Calibri"/>
              </a:rPr>
              <a:t>in</a:t>
            </a:r>
            <a:r>
              <a:rPr sz="2800" spc="-45" dirty="0">
                <a:latin typeface="Calibri"/>
                <a:cs typeface="Calibri"/>
              </a:rPr>
              <a:t> </a:t>
            </a:r>
            <a:r>
              <a:rPr sz="2800" dirty="0">
                <a:latin typeface="Calibri"/>
                <a:cs typeface="Calibri"/>
              </a:rPr>
              <a:t>resistive</a:t>
            </a:r>
            <a:r>
              <a:rPr sz="2800" spc="-30" dirty="0">
                <a:latin typeface="Calibri"/>
                <a:cs typeface="Calibri"/>
              </a:rPr>
              <a:t> </a:t>
            </a:r>
            <a:r>
              <a:rPr sz="2800" spc="-10" dirty="0">
                <a:latin typeface="Calibri"/>
                <a:cs typeface="Calibri"/>
              </a:rPr>
              <a:t>materials.</a:t>
            </a:r>
            <a:endParaRPr sz="2800">
              <a:latin typeface="Calibri"/>
              <a:cs typeface="Calibri"/>
            </a:endParaRPr>
          </a:p>
          <a:p>
            <a:pPr marL="240029" indent="-227329">
              <a:lnSpc>
                <a:spcPct val="100000"/>
              </a:lnSpc>
              <a:spcBef>
                <a:spcPts val="400"/>
              </a:spcBef>
              <a:buFont typeface="Arial"/>
              <a:buChar char="•"/>
              <a:tabLst>
                <a:tab pos="240029" algn="l"/>
              </a:tabLst>
            </a:pPr>
            <a:r>
              <a:rPr sz="2800" dirty="0">
                <a:latin typeface="Calibri"/>
                <a:cs typeface="Calibri"/>
              </a:rPr>
              <a:t>Flicker</a:t>
            </a:r>
            <a:r>
              <a:rPr sz="2800" spc="-45" dirty="0">
                <a:latin typeface="Calibri"/>
                <a:cs typeface="Calibri"/>
              </a:rPr>
              <a:t> </a:t>
            </a:r>
            <a:r>
              <a:rPr sz="2800" dirty="0">
                <a:latin typeface="Calibri"/>
                <a:cs typeface="Calibri"/>
              </a:rPr>
              <a:t>Noise:</a:t>
            </a:r>
            <a:r>
              <a:rPr sz="2800" spc="-30" dirty="0">
                <a:latin typeface="Calibri"/>
                <a:cs typeface="Calibri"/>
              </a:rPr>
              <a:t> </a:t>
            </a:r>
            <a:r>
              <a:rPr sz="2800" dirty="0">
                <a:latin typeface="Calibri"/>
                <a:cs typeface="Calibri"/>
              </a:rPr>
              <a:t>Generally</a:t>
            </a:r>
            <a:r>
              <a:rPr sz="2800" spc="-55" dirty="0">
                <a:latin typeface="Calibri"/>
                <a:cs typeface="Calibri"/>
              </a:rPr>
              <a:t> </a:t>
            </a:r>
            <a:r>
              <a:rPr sz="2800" dirty="0">
                <a:latin typeface="Calibri"/>
                <a:cs typeface="Calibri"/>
              </a:rPr>
              <a:t>related</a:t>
            </a:r>
            <a:r>
              <a:rPr sz="2800" spc="-55" dirty="0">
                <a:latin typeface="Calibri"/>
                <a:cs typeface="Calibri"/>
              </a:rPr>
              <a:t> </a:t>
            </a:r>
            <a:r>
              <a:rPr sz="2800" dirty="0">
                <a:latin typeface="Calibri"/>
                <a:cs typeface="Calibri"/>
              </a:rPr>
              <a:t>to</a:t>
            </a:r>
            <a:r>
              <a:rPr sz="2800" spc="-35" dirty="0">
                <a:latin typeface="Calibri"/>
                <a:cs typeface="Calibri"/>
              </a:rPr>
              <a:t> </a:t>
            </a:r>
            <a:r>
              <a:rPr sz="2800" dirty="0">
                <a:latin typeface="Calibri"/>
                <a:cs typeface="Calibri"/>
              </a:rPr>
              <a:t>defects</a:t>
            </a:r>
            <a:r>
              <a:rPr sz="2800" spc="-55" dirty="0">
                <a:latin typeface="Calibri"/>
                <a:cs typeface="Calibri"/>
              </a:rPr>
              <a:t> </a:t>
            </a:r>
            <a:r>
              <a:rPr sz="2800" dirty="0">
                <a:latin typeface="Calibri"/>
                <a:cs typeface="Calibri"/>
              </a:rPr>
              <a:t>and</a:t>
            </a:r>
            <a:r>
              <a:rPr sz="2800" spc="-30" dirty="0">
                <a:latin typeface="Calibri"/>
                <a:cs typeface="Calibri"/>
              </a:rPr>
              <a:t> </a:t>
            </a:r>
            <a:r>
              <a:rPr sz="2800" spc="-10" dirty="0">
                <a:latin typeface="Calibri"/>
                <a:cs typeface="Calibri"/>
              </a:rPr>
              <a:t>impurities</a:t>
            </a:r>
            <a:endParaRPr sz="2800">
              <a:latin typeface="Calibri"/>
              <a:cs typeface="Calibri"/>
            </a:endParaRPr>
          </a:p>
          <a:p>
            <a:pPr marL="240029" indent="-227329">
              <a:lnSpc>
                <a:spcPct val="100000"/>
              </a:lnSpc>
              <a:spcBef>
                <a:spcPts val="395"/>
              </a:spcBef>
              <a:buFont typeface="Arial"/>
              <a:buChar char="•"/>
              <a:tabLst>
                <a:tab pos="240029" algn="l"/>
              </a:tabLst>
            </a:pPr>
            <a:r>
              <a:rPr sz="2800" dirty="0">
                <a:latin typeface="Calibri"/>
                <a:cs typeface="Calibri"/>
              </a:rPr>
              <a:t>Shot</a:t>
            </a:r>
            <a:r>
              <a:rPr sz="2800" spc="-45" dirty="0">
                <a:latin typeface="Calibri"/>
                <a:cs typeface="Calibri"/>
              </a:rPr>
              <a:t> </a:t>
            </a:r>
            <a:r>
              <a:rPr sz="2800" dirty="0">
                <a:latin typeface="Calibri"/>
                <a:cs typeface="Calibri"/>
              </a:rPr>
              <a:t>Noise:</a:t>
            </a:r>
            <a:r>
              <a:rPr sz="2800" spc="-35" dirty="0">
                <a:latin typeface="Calibri"/>
                <a:cs typeface="Calibri"/>
              </a:rPr>
              <a:t> </a:t>
            </a:r>
            <a:r>
              <a:rPr sz="2800" dirty="0">
                <a:latin typeface="Calibri"/>
                <a:cs typeface="Calibri"/>
              </a:rPr>
              <a:t>Arises</a:t>
            </a:r>
            <a:r>
              <a:rPr sz="2800" spc="-30" dirty="0">
                <a:latin typeface="Calibri"/>
                <a:cs typeface="Calibri"/>
              </a:rPr>
              <a:t> </a:t>
            </a:r>
            <a:r>
              <a:rPr sz="2800" dirty="0">
                <a:latin typeface="Calibri"/>
                <a:cs typeface="Calibri"/>
              </a:rPr>
              <a:t>from</a:t>
            </a:r>
            <a:r>
              <a:rPr sz="2800" spc="-45" dirty="0">
                <a:latin typeface="Calibri"/>
                <a:cs typeface="Calibri"/>
              </a:rPr>
              <a:t> </a:t>
            </a:r>
            <a:r>
              <a:rPr sz="2800" dirty="0">
                <a:latin typeface="Calibri"/>
                <a:cs typeface="Calibri"/>
              </a:rPr>
              <a:t>the</a:t>
            </a:r>
            <a:r>
              <a:rPr sz="2800" spc="-40" dirty="0">
                <a:latin typeface="Calibri"/>
                <a:cs typeface="Calibri"/>
              </a:rPr>
              <a:t> </a:t>
            </a:r>
            <a:r>
              <a:rPr sz="2800" dirty="0">
                <a:latin typeface="Calibri"/>
                <a:cs typeface="Calibri"/>
              </a:rPr>
              <a:t>discrete</a:t>
            </a:r>
            <a:r>
              <a:rPr sz="2800" spc="-40" dirty="0">
                <a:latin typeface="Calibri"/>
                <a:cs typeface="Calibri"/>
              </a:rPr>
              <a:t> </a:t>
            </a:r>
            <a:r>
              <a:rPr sz="2800" dirty="0">
                <a:latin typeface="Calibri"/>
                <a:cs typeface="Calibri"/>
              </a:rPr>
              <a:t>nature</a:t>
            </a:r>
            <a:r>
              <a:rPr sz="2800" spc="-40" dirty="0">
                <a:latin typeface="Calibri"/>
                <a:cs typeface="Calibri"/>
              </a:rPr>
              <a:t> </a:t>
            </a:r>
            <a:r>
              <a:rPr sz="2800" dirty="0">
                <a:latin typeface="Calibri"/>
                <a:cs typeface="Calibri"/>
              </a:rPr>
              <a:t>of</a:t>
            </a:r>
            <a:r>
              <a:rPr sz="2800" spc="-55" dirty="0">
                <a:latin typeface="Calibri"/>
                <a:cs typeface="Calibri"/>
              </a:rPr>
              <a:t> </a:t>
            </a:r>
            <a:r>
              <a:rPr sz="2800" dirty="0">
                <a:latin typeface="Calibri"/>
                <a:cs typeface="Calibri"/>
              </a:rPr>
              <a:t>charge</a:t>
            </a:r>
            <a:r>
              <a:rPr sz="2800" spc="-55" dirty="0">
                <a:latin typeface="Calibri"/>
                <a:cs typeface="Calibri"/>
              </a:rPr>
              <a:t> </a:t>
            </a:r>
            <a:r>
              <a:rPr sz="2800" spc="-10" dirty="0">
                <a:latin typeface="Calibri"/>
                <a:cs typeface="Calibri"/>
              </a:rPr>
              <a:t>carriers</a:t>
            </a:r>
            <a:endParaRPr sz="2800">
              <a:latin typeface="Calibri"/>
              <a:cs typeface="Calibri"/>
            </a:endParaRPr>
          </a:p>
        </p:txBody>
      </p:sp>
      <mc:AlternateContent xmlns:mc="http://schemas.openxmlformats.org/markup-compatibility/2006">
        <mc:Choice xmlns:p14="http://schemas.microsoft.com/office/powerpoint/2010/main" Requires="p14">
          <p:contentPart p14:bwMode="auto" r:id="rId2">
            <p14:nvContentPartPr>
              <p14:cNvPr id="4" name="Ink 3">
                <a:extLst>
                  <a:ext uri="{FF2B5EF4-FFF2-40B4-BE49-F238E27FC236}">
                    <a16:creationId xmlns:a16="http://schemas.microsoft.com/office/drawing/2014/main" id="{C7042387-3E0C-1830-FDEB-549F5B918EC3}"/>
                  </a:ext>
                </a:extLst>
              </p14:cNvPr>
              <p14:cNvContentPartPr/>
              <p14:nvPr/>
            </p14:nvContentPartPr>
            <p14:xfrm>
              <a:off x="1102070" y="3805957"/>
              <a:ext cx="2334240" cy="391320"/>
            </p14:xfrm>
          </p:contentPart>
        </mc:Choice>
        <mc:Fallback>
          <p:pic>
            <p:nvPicPr>
              <p:cNvPr id="4" name="Ink 3">
                <a:extLst>
                  <a:ext uri="{FF2B5EF4-FFF2-40B4-BE49-F238E27FC236}">
                    <a16:creationId xmlns:a16="http://schemas.microsoft.com/office/drawing/2014/main" id="{C7042387-3E0C-1830-FDEB-549F5B918EC3}"/>
                  </a:ext>
                </a:extLst>
              </p:cNvPr>
              <p:cNvPicPr/>
              <p:nvPr/>
            </p:nvPicPr>
            <p:blipFill>
              <a:blip r:embed="rId3"/>
              <a:stretch>
                <a:fillRect/>
              </a:stretch>
            </p:blipFill>
            <p:spPr>
              <a:xfrm>
                <a:off x="1048430" y="3698317"/>
                <a:ext cx="2441880" cy="606960"/>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5" name="Ink 4">
                <a:extLst>
                  <a:ext uri="{FF2B5EF4-FFF2-40B4-BE49-F238E27FC236}">
                    <a16:creationId xmlns:a16="http://schemas.microsoft.com/office/drawing/2014/main" id="{6DCC08F5-0F49-DC49-CC79-98E83C302705}"/>
                  </a:ext>
                </a:extLst>
              </p14:cNvPr>
              <p14:cNvContentPartPr/>
              <p14:nvPr/>
            </p14:nvContentPartPr>
            <p14:xfrm>
              <a:off x="1053470" y="5194837"/>
              <a:ext cx="1895400" cy="394920"/>
            </p14:xfrm>
          </p:contentPart>
        </mc:Choice>
        <mc:Fallback>
          <p:pic>
            <p:nvPicPr>
              <p:cNvPr id="5" name="Ink 4">
                <a:extLst>
                  <a:ext uri="{FF2B5EF4-FFF2-40B4-BE49-F238E27FC236}">
                    <a16:creationId xmlns:a16="http://schemas.microsoft.com/office/drawing/2014/main" id="{6DCC08F5-0F49-DC49-CC79-98E83C302705}"/>
                  </a:ext>
                </a:extLst>
              </p:cNvPr>
              <p:cNvPicPr/>
              <p:nvPr/>
            </p:nvPicPr>
            <p:blipFill>
              <a:blip r:embed="rId5"/>
              <a:stretch>
                <a:fillRect/>
              </a:stretch>
            </p:blipFill>
            <p:spPr>
              <a:xfrm>
                <a:off x="999470" y="5087197"/>
                <a:ext cx="2003040" cy="61056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6" name="Ink 5">
                <a:extLst>
                  <a:ext uri="{FF2B5EF4-FFF2-40B4-BE49-F238E27FC236}">
                    <a16:creationId xmlns:a16="http://schemas.microsoft.com/office/drawing/2014/main" id="{A168758C-4786-20D3-7F4B-BC3A9318EDE6}"/>
                  </a:ext>
                </a:extLst>
              </p14:cNvPr>
              <p14:cNvContentPartPr/>
              <p14:nvPr/>
            </p14:nvContentPartPr>
            <p14:xfrm>
              <a:off x="4869470" y="2125477"/>
              <a:ext cx="2408760" cy="646200"/>
            </p14:xfrm>
          </p:contentPart>
        </mc:Choice>
        <mc:Fallback>
          <p:pic>
            <p:nvPicPr>
              <p:cNvPr id="6" name="Ink 5">
                <a:extLst>
                  <a:ext uri="{FF2B5EF4-FFF2-40B4-BE49-F238E27FC236}">
                    <a16:creationId xmlns:a16="http://schemas.microsoft.com/office/drawing/2014/main" id="{A168758C-4786-20D3-7F4B-BC3A9318EDE6}"/>
                  </a:ext>
                </a:extLst>
              </p:cNvPr>
              <p:cNvPicPr/>
              <p:nvPr/>
            </p:nvPicPr>
            <p:blipFill>
              <a:blip r:embed="rId7"/>
              <a:stretch>
                <a:fillRect/>
              </a:stretch>
            </p:blipFill>
            <p:spPr>
              <a:xfrm>
                <a:off x="4851830" y="2107477"/>
                <a:ext cx="2444400" cy="68184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12" name="Ink 11">
                <a:extLst>
                  <a:ext uri="{FF2B5EF4-FFF2-40B4-BE49-F238E27FC236}">
                    <a16:creationId xmlns:a16="http://schemas.microsoft.com/office/drawing/2014/main" id="{8DB048B3-AA16-E81E-9669-A5CE44309B9A}"/>
                  </a:ext>
                </a:extLst>
              </p14:cNvPr>
              <p14:cNvContentPartPr/>
              <p14:nvPr/>
            </p14:nvContentPartPr>
            <p14:xfrm>
              <a:off x="9981110" y="2187037"/>
              <a:ext cx="810360" cy="723960"/>
            </p14:xfrm>
          </p:contentPart>
        </mc:Choice>
        <mc:Fallback>
          <p:pic>
            <p:nvPicPr>
              <p:cNvPr id="12" name="Ink 11">
                <a:extLst>
                  <a:ext uri="{FF2B5EF4-FFF2-40B4-BE49-F238E27FC236}">
                    <a16:creationId xmlns:a16="http://schemas.microsoft.com/office/drawing/2014/main" id="{8DB048B3-AA16-E81E-9669-A5CE44309B9A}"/>
                  </a:ext>
                </a:extLst>
              </p:cNvPr>
              <p:cNvPicPr/>
              <p:nvPr/>
            </p:nvPicPr>
            <p:blipFill>
              <a:blip r:embed="rId9"/>
              <a:stretch>
                <a:fillRect/>
              </a:stretch>
            </p:blipFill>
            <p:spPr>
              <a:xfrm>
                <a:off x="9963470" y="2169037"/>
                <a:ext cx="846000" cy="759600"/>
              </a:xfrm>
              <a:prstGeom prst="rect">
                <a:avLst/>
              </a:prstGeom>
            </p:spPr>
          </p:pic>
        </mc:Fallback>
      </mc:AlternateContent>
      <p:grpSp>
        <p:nvGrpSpPr>
          <p:cNvPr id="22" name="Group 21">
            <a:extLst>
              <a:ext uri="{FF2B5EF4-FFF2-40B4-BE49-F238E27FC236}">
                <a16:creationId xmlns:a16="http://schemas.microsoft.com/office/drawing/2014/main" id="{196A8F0F-ADAD-F06A-04CC-296BCEFF6FD2}"/>
              </a:ext>
            </a:extLst>
          </p:cNvPr>
          <p:cNvGrpSpPr/>
          <p:nvPr/>
        </p:nvGrpSpPr>
        <p:grpSpPr>
          <a:xfrm>
            <a:off x="7883030" y="755317"/>
            <a:ext cx="2155680" cy="2161800"/>
            <a:chOff x="7883030" y="755317"/>
            <a:chExt cx="2155680" cy="2161800"/>
          </a:xfrm>
        </p:grpSpPr>
        <mc:AlternateContent xmlns:mc="http://schemas.openxmlformats.org/markup-compatibility/2006">
          <mc:Choice xmlns:p14="http://schemas.microsoft.com/office/powerpoint/2010/main" Requires="p14">
            <p:contentPart p14:bwMode="auto" r:id="rId10">
              <p14:nvContentPartPr>
                <p14:cNvPr id="7" name="Ink 6">
                  <a:extLst>
                    <a:ext uri="{FF2B5EF4-FFF2-40B4-BE49-F238E27FC236}">
                      <a16:creationId xmlns:a16="http://schemas.microsoft.com/office/drawing/2014/main" id="{3DF2D180-3EC3-B49A-3B10-A09FC1D04D1F}"/>
                    </a:ext>
                  </a:extLst>
                </p14:cNvPr>
                <p14:cNvContentPartPr/>
                <p14:nvPr/>
              </p14:nvContentPartPr>
              <p14:xfrm>
                <a:off x="7883030" y="1743877"/>
                <a:ext cx="474480" cy="1076400"/>
              </p14:xfrm>
            </p:contentPart>
          </mc:Choice>
          <mc:Fallback>
            <p:pic>
              <p:nvPicPr>
                <p:cNvPr id="7" name="Ink 6">
                  <a:extLst>
                    <a:ext uri="{FF2B5EF4-FFF2-40B4-BE49-F238E27FC236}">
                      <a16:creationId xmlns:a16="http://schemas.microsoft.com/office/drawing/2014/main" id="{3DF2D180-3EC3-B49A-3B10-A09FC1D04D1F}"/>
                    </a:ext>
                  </a:extLst>
                </p:cNvPr>
                <p:cNvPicPr/>
                <p:nvPr/>
              </p:nvPicPr>
              <p:blipFill>
                <a:blip r:embed="rId11"/>
                <a:stretch>
                  <a:fillRect/>
                </a:stretch>
              </p:blipFill>
              <p:spPr>
                <a:xfrm>
                  <a:off x="7865390" y="1725877"/>
                  <a:ext cx="510120" cy="1112040"/>
                </a:xfrm>
                <a:prstGeom prst="rect">
                  <a:avLst/>
                </a:prstGeom>
              </p:spPr>
            </p:pic>
          </mc:Fallback>
        </mc:AlternateContent>
        <mc:AlternateContent xmlns:mc="http://schemas.openxmlformats.org/markup-compatibility/2006">
          <mc:Choice xmlns:p14="http://schemas.microsoft.com/office/powerpoint/2010/main" Requires="p14">
            <p:contentPart p14:bwMode="auto" r:id="rId12">
              <p14:nvContentPartPr>
                <p14:cNvPr id="8" name="Ink 7">
                  <a:extLst>
                    <a:ext uri="{FF2B5EF4-FFF2-40B4-BE49-F238E27FC236}">
                      <a16:creationId xmlns:a16="http://schemas.microsoft.com/office/drawing/2014/main" id="{5F12FDB9-7187-DE43-9B4F-C496690BA87B}"/>
                    </a:ext>
                  </a:extLst>
                </p14:cNvPr>
                <p14:cNvContentPartPr/>
                <p14:nvPr/>
              </p14:nvContentPartPr>
              <p14:xfrm>
                <a:off x="8319350" y="1699597"/>
                <a:ext cx="103680" cy="789840"/>
              </p14:xfrm>
            </p:contentPart>
          </mc:Choice>
          <mc:Fallback>
            <p:pic>
              <p:nvPicPr>
                <p:cNvPr id="8" name="Ink 7">
                  <a:extLst>
                    <a:ext uri="{FF2B5EF4-FFF2-40B4-BE49-F238E27FC236}">
                      <a16:creationId xmlns:a16="http://schemas.microsoft.com/office/drawing/2014/main" id="{5F12FDB9-7187-DE43-9B4F-C496690BA87B}"/>
                    </a:ext>
                  </a:extLst>
                </p:cNvPr>
                <p:cNvPicPr/>
                <p:nvPr/>
              </p:nvPicPr>
              <p:blipFill>
                <a:blip r:embed="rId13"/>
                <a:stretch>
                  <a:fillRect/>
                </a:stretch>
              </p:blipFill>
              <p:spPr>
                <a:xfrm>
                  <a:off x="8301710" y="1681957"/>
                  <a:ext cx="139320" cy="825480"/>
                </a:xfrm>
                <a:prstGeom prst="rect">
                  <a:avLst/>
                </a:prstGeom>
              </p:spPr>
            </p:pic>
          </mc:Fallback>
        </mc:AlternateContent>
        <mc:AlternateContent xmlns:mc="http://schemas.openxmlformats.org/markup-compatibility/2006">
          <mc:Choice xmlns:p14="http://schemas.microsoft.com/office/powerpoint/2010/main" Requires="p14">
            <p:contentPart p14:bwMode="auto" r:id="rId14">
              <p14:nvContentPartPr>
                <p14:cNvPr id="9" name="Ink 8">
                  <a:extLst>
                    <a:ext uri="{FF2B5EF4-FFF2-40B4-BE49-F238E27FC236}">
                      <a16:creationId xmlns:a16="http://schemas.microsoft.com/office/drawing/2014/main" id="{A1902C42-72EC-0EB5-1174-035F872F11F8}"/>
                    </a:ext>
                  </a:extLst>
                </p14:cNvPr>
                <p14:cNvContentPartPr/>
                <p14:nvPr/>
              </p14:nvContentPartPr>
              <p14:xfrm>
                <a:off x="8424470" y="1992637"/>
                <a:ext cx="80640" cy="560880"/>
              </p14:xfrm>
            </p:contentPart>
          </mc:Choice>
          <mc:Fallback>
            <p:pic>
              <p:nvPicPr>
                <p:cNvPr id="9" name="Ink 8">
                  <a:extLst>
                    <a:ext uri="{FF2B5EF4-FFF2-40B4-BE49-F238E27FC236}">
                      <a16:creationId xmlns:a16="http://schemas.microsoft.com/office/drawing/2014/main" id="{A1902C42-72EC-0EB5-1174-035F872F11F8}"/>
                    </a:ext>
                  </a:extLst>
                </p:cNvPr>
                <p:cNvPicPr/>
                <p:nvPr/>
              </p:nvPicPr>
              <p:blipFill>
                <a:blip r:embed="rId15"/>
                <a:stretch>
                  <a:fillRect/>
                </a:stretch>
              </p:blipFill>
              <p:spPr>
                <a:xfrm>
                  <a:off x="8406470" y="1974997"/>
                  <a:ext cx="116280" cy="596520"/>
                </a:xfrm>
                <a:prstGeom prst="rect">
                  <a:avLst/>
                </a:prstGeom>
              </p:spPr>
            </p:pic>
          </mc:Fallback>
        </mc:AlternateContent>
        <mc:AlternateContent xmlns:mc="http://schemas.openxmlformats.org/markup-compatibility/2006">
          <mc:Choice xmlns:p14="http://schemas.microsoft.com/office/powerpoint/2010/main" Requires="p14">
            <p:contentPart p14:bwMode="auto" r:id="rId16">
              <p14:nvContentPartPr>
                <p14:cNvPr id="10" name="Ink 9">
                  <a:extLst>
                    <a:ext uri="{FF2B5EF4-FFF2-40B4-BE49-F238E27FC236}">
                      <a16:creationId xmlns:a16="http://schemas.microsoft.com/office/drawing/2014/main" id="{B7A82DCC-CEE9-3DD5-5223-C5F9759FF209}"/>
                    </a:ext>
                  </a:extLst>
                </p14:cNvPr>
                <p14:cNvContentPartPr/>
                <p14:nvPr/>
              </p14:nvContentPartPr>
              <p14:xfrm>
                <a:off x="8363990" y="2024317"/>
                <a:ext cx="1032120" cy="892800"/>
              </p14:xfrm>
            </p:contentPart>
          </mc:Choice>
          <mc:Fallback>
            <p:pic>
              <p:nvPicPr>
                <p:cNvPr id="10" name="Ink 9">
                  <a:extLst>
                    <a:ext uri="{FF2B5EF4-FFF2-40B4-BE49-F238E27FC236}">
                      <a16:creationId xmlns:a16="http://schemas.microsoft.com/office/drawing/2014/main" id="{B7A82DCC-CEE9-3DD5-5223-C5F9759FF209}"/>
                    </a:ext>
                  </a:extLst>
                </p:cNvPr>
                <p:cNvPicPr/>
                <p:nvPr/>
              </p:nvPicPr>
              <p:blipFill>
                <a:blip r:embed="rId17"/>
                <a:stretch>
                  <a:fillRect/>
                </a:stretch>
              </p:blipFill>
              <p:spPr>
                <a:xfrm>
                  <a:off x="8345990" y="2006677"/>
                  <a:ext cx="1067760" cy="928440"/>
                </a:xfrm>
                <a:prstGeom prst="rect">
                  <a:avLst/>
                </a:prstGeom>
              </p:spPr>
            </p:pic>
          </mc:Fallback>
        </mc:AlternateContent>
        <mc:AlternateContent xmlns:mc="http://schemas.openxmlformats.org/markup-compatibility/2006">
          <mc:Choice xmlns:p14="http://schemas.microsoft.com/office/powerpoint/2010/main" Requires="p14">
            <p:contentPart p14:bwMode="auto" r:id="rId18">
              <p14:nvContentPartPr>
                <p14:cNvPr id="11" name="Ink 10">
                  <a:extLst>
                    <a:ext uri="{FF2B5EF4-FFF2-40B4-BE49-F238E27FC236}">
                      <a16:creationId xmlns:a16="http://schemas.microsoft.com/office/drawing/2014/main" id="{2FF45CF8-4399-CE3D-D6AD-C2F1D57BDDD0}"/>
                    </a:ext>
                  </a:extLst>
                </p14:cNvPr>
                <p14:cNvContentPartPr/>
                <p14:nvPr/>
              </p14:nvContentPartPr>
              <p14:xfrm>
                <a:off x="9358670" y="1675477"/>
                <a:ext cx="680040" cy="922680"/>
              </p14:xfrm>
            </p:contentPart>
          </mc:Choice>
          <mc:Fallback>
            <p:pic>
              <p:nvPicPr>
                <p:cNvPr id="11" name="Ink 10">
                  <a:extLst>
                    <a:ext uri="{FF2B5EF4-FFF2-40B4-BE49-F238E27FC236}">
                      <a16:creationId xmlns:a16="http://schemas.microsoft.com/office/drawing/2014/main" id="{2FF45CF8-4399-CE3D-D6AD-C2F1D57BDDD0}"/>
                    </a:ext>
                  </a:extLst>
                </p:cNvPr>
                <p:cNvPicPr/>
                <p:nvPr/>
              </p:nvPicPr>
              <p:blipFill>
                <a:blip r:embed="rId19"/>
                <a:stretch>
                  <a:fillRect/>
                </a:stretch>
              </p:blipFill>
              <p:spPr>
                <a:xfrm>
                  <a:off x="9340670" y="1657837"/>
                  <a:ext cx="715680" cy="958320"/>
                </a:xfrm>
                <a:prstGeom prst="rect">
                  <a:avLst/>
                </a:prstGeom>
              </p:spPr>
            </p:pic>
          </mc:Fallback>
        </mc:AlternateContent>
        <mc:AlternateContent xmlns:mc="http://schemas.openxmlformats.org/markup-compatibility/2006">
          <mc:Choice xmlns:p14="http://schemas.microsoft.com/office/powerpoint/2010/main" Requires="p14">
            <p:contentPart p14:bwMode="auto" r:id="rId20">
              <p14:nvContentPartPr>
                <p14:cNvPr id="14" name="Ink 13">
                  <a:extLst>
                    <a:ext uri="{FF2B5EF4-FFF2-40B4-BE49-F238E27FC236}">
                      <a16:creationId xmlns:a16="http://schemas.microsoft.com/office/drawing/2014/main" id="{ACA09F36-3274-FBFF-A9CA-69BCAF926FB3}"/>
                    </a:ext>
                  </a:extLst>
                </p14:cNvPr>
                <p14:cNvContentPartPr/>
                <p14:nvPr/>
              </p14:nvContentPartPr>
              <p14:xfrm>
                <a:off x="8402150" y="945037"/>
                <a:ext cx="46440" cy="424080"/>
              </p14:xfrm>
            </p:contentPart>
          </mc:Choice>
          <mc:Fallback>
            <p:pic>
              <p:nvPicPr>
                <p:cNvPr id="14" name="Ink 13">
                  <a:extLst>
                    <a:ext uri="{FF2B5EF4-FFF2-40B4-BE49-F238E27FC236}">
                      <a16:creationId xmlns:a16="http://schemas.microsoft.com/office/drawing/2014/main" id="{ACA09F36-3274-FBFF-A9CA-69BCAF926FB3}"/>
                    </a:ext>
                  </a:extLst>
                </p:cNvPr>
                <p:cNvPicPr/>
                <p:nvPr/>
              </p:nvPicPr>
              <p:blipFill>
                <a:blip r:embed="rId21"/>
                <a:stretch>
                  <a:fillRect/>
                </a:stretch>
              </p:blipFill>
              <p:spPr>
                <a:xfrm>
                  <a:off x="8384510" y="927037"/>
                  <a:ext cx="82080" cy="459720"/>
                </a:xfrm>
                <a:prstGeom prst="rect">
                  <a:avLst/>
                </a:prstGeom>
              </p:spPr>
            </p:pic>
          </mc:Fallback>
        </mc:AlternateContent>
        <mc:AlternateContent xmlns:mc="http://schemas.openxmlformats.org/markup-compatibility/2006">
          <mc:Choice xmlns:p14="http://schemas.microsoft.com/office/powerpoint/2010/main" Requires="p14">
            <p:contentPart p14:bwMode="auto" r:id="rId22">
              <p14:nvContentPartPr>
                <p14:cNvPr id="15" name="Ink 14">
                  <a:extLst>
                    <a:ext uri="{FF2B5EF4-FFF2-40B4-BE49-F238E27FC236}">
                      <a16:creationId xmlns:a16="http://schemas.microsoft.com/office/drawing/2014/main" id="{7D8ED3B4-7AF4-95DC-E5AB-9E56B3A9CA3A}"/>
                    </a:ext>
                  </a:extLst>
                </p14:cNvPr>
                <p14:cNvContentPartPr/>
                <p14:nvPr/>
              </p14:nvContentPartPr>
              <p14:xfrm>
                <a:off x="8225750" y="755317"/>
                <a:ext cx="403920" cy="585000"/>
              </p14:xfrm>
            </p:contentPart>
          </mc:Choice>
          <mc:Fallback>
            <p:pic>
              <p:nvPicPr>
                <p:cNvPr id="15" name="Ink 14">
                  <a:extLst>
                    <a:ext uri="{FF2B5EF4-FFF2-40B4-BE49-F238E27FC236}">
                      <a16:creationId xmlns:a16="http://schemas.microsoft.com/office/drawing/2014/main" id="{7D8ED3B4-7AF4-95DC-E5AB-9E56B3A9CA3A}"/>
                    </a:ext>
                  </a:extLst>
                </p:cNvPr>
                <p:cNvPicPr/>
                <p:nvPr/>
              </p:nvPicPr>
              <p:blipFill>
                <a:blip r:embed="rId23"/>
                <a:stretch>
                  <a:fillRect/>
                </a:stretch>
              </p:blipFill>
              <p:spPr>
                <a:xfrm>
                  <a:off x="8207750" y="737677"/>
                  <a:ext cx="439560" cy="620640"/>
                </a:xfrm>
                <a:prstGeom prst="rect">
                  <a:avLst/>
                </a:prstGeom>
              </p:spPr>
            </p:pic>
          </mc:Fallback>
        </mc:AlternateContent>
        <mc:AlternateContent xmlns:mc="http://schemas.openxmlformats.org/markup-compatibility/2006">
          <mc:Choice xmlns:p14="http://schemas.microsoft.com/office/powerpoint/2010/main" Requires="p14">
            <p:contentPart p14:bwMode="auto" r:id="rId24">
              <p14:nvContentPartPr>
                <p14:cNvPr id="16" name="Ink 15">
                  <a:extLst>
                    <a:ext uri="{FF2B5EF4-FFF2-40B4-BE49-F238E27FC236}">
                      <a16:creationId xmlns:a16="http://schemas.microsoft.com/office/drawing/2014/main" id="{091E1957-89EA-948E-E146-29C585400231}"/>
                    </a:ext>
                  </a:extLst>
                </p14:cNvPr>
                <p14:cNvContentPartPr/>
                <p14:nvPr/>
              </p14:nvContentPartPr>
              <p14:xfrm>
                <a:off x="8897150" y="1996237"/>
                <a:ext cx="55080" cy="107640"/>
              </p14:xfrm>
            </p:contentPart>
          </mc:Choice>
          <mc:Fallback>
            <p:pic>
              <p:nvPicPr>
                <p:cNvPr id="16" name="Ink 15">
                  <a:extLst>
                    <a:ext uri="{FF2B5EF4-FFF2-40B4-BE49-F238E27FC236}">
                      <a16:creationId xmlns:a16="http://schemas.microsoft.com/office/drawing/2014/main" id="{091E1957-89EA-948E-E146-29C585400231}"/>
                    </a:ext>
                  </a:extLst>
                </p:cNvPr>
                <p:cNvPicPr/>
                <p:nvPr/>
              </p:nvPicPr>
              <p:blipFill>
                <a:blip r:embed="rId25"/>
                <a:stretch>
                  <a:fillRect/>
                </a:stretch>
              </p:blipFill>
              <p:spPr>
                <a:xfrm>
                  <a:off x="8879510" y="1978237"/>
                  <a:ext cx="90720" cy="143280"/>
                </a:xfrm>
                <a:prstGeom prst="rect">
                  <a:avLst/>
                </a:prstGeom>
              </p:spPr>
            </p:pic>
          </mc:Fallback>
        </mc:AlternateContent>
        <mc:AlternateContent xmlns:mc="http://schemas.openxmlformats.org/markup-compatibility/2006">
          <mc:Choice xmlns:p14="http://schemas.microsoft.com/office/powerpoint/2010/main" Requires="p14">
            <p:contentPart p14:bwMode="auto" r:id="rId26">
              <p14:nvContentPartPr>
                <p14:cNvPr id="17" name="Ink 16">
                  <a:extLst>
                    <a:ext uri="{FF2B5EF4-FFF2-40B4-BE49-F238E27FC236}">
                      <a16:creationId xmlns:a16="http://schemas.microsoft.com/office/drawing/2014/main" id="{C3D2A017-D171-E0C3-DBDA-6474FF1E57FD}"/>
                    </a:ext>
                  </a:extLst>
                </p14:cNvPr>
                <p14:cNvContentPartPr/>
                <p14:nvPr/>
              </p14:nvContentPartPr>
              <p14:xfrm>
                <a:off x="8887430" y="2038357"/>
                <a:ext cx="100080" cy="130320"/>
              </p14:xfrm>
            </p:contentPart>
          </mc:Choice>
          <mc:Fallback>
            <p:pic>
              <p:nvPicPr>
                <p:cNvPr id="17" name="Ink 16">
                  <a:extLst>
                    <a:ext uri="{FF2B5EF4-FFF2-40B4-BE49-F238E27FC236}">
                      <a16:creationId xmlns:a16="http://schemas.microsoft.com/office/drawing/2014/main" id="{C3D2A017-D171-E0C3-DBDA-6474FF1E57FD}"/>
                    </a:ext>
                  </a:extLst>
                </p:cNvPr>
                <p:cNvPicPr/>
                <p:nvPr/>
              </p:nvPicPr>
              <p:blipFill>
                <a:blip r:embed="rId27"/>
                <a:stretch>
                  <a:fillRect/>
                </a:stretch>
              </p:blipFill>
              <p:spPr>
                <a:xfrm>
                  <a:off x="8869430" y="2020717"/>
                  <a:ext cx="135720" cy="165960"/>
                </a:xfrm>
                <a:prstGeom prst="rect">
                  <a:avLst/>
                </a:prstGeom>
              </p:spPr>
            </p:pic>
          </mc:Fallback>
        </mc:AlternateContent>
        <mc:AlternateContent xmlns:mc="http://schemas.openxmlformats.org/markup-compatibility/2006">
          <mc:Choice xmlns:p14="http://schemas.microsoft.com/office/powerpoint/2010/main" Requires="p14">
            <p:contentPart p14:bwMode="auto" r:id="rId28">
              <p14:nvContentPartPr>
                <p14:cNvPr id="18" name="Ink 17">
                  <a:extLst>
                    <a:ext uri="{FF2B5EF4-FFF2-40B4-BE49-F238E27FC236}">
                      <a16:creationId xmlns:a16="http://schemas.microsoft.com/office/drawing/2014/main" id="{FDD39BEE-74C6-113B-C8AD-1D3129DDFA96}"/>
                    </a:ext>
                  </a:extLst>
                </p14:cNvPr>
                <p14:cNvContentPartPr/>
                <p14:nvPr/>
              </p14:nvContentPartPr>
              <p14:xfrm>
                <a:off x="8767550" y="1844677"/>
                <a:ext cx="379080" cy="462960"/>
              </p14:xfrm>
            </p:contentPart>
          </mc:Choice>
          <mc:Fallback>
            <p:pic>
              <p:nvPicPr>
                <p:cNvPr id="18" name="Ink 17">
                  <a:extLst>
                    <a:ext uri="{FF2B5EF4-FFF2-40B4-BE49-F238E27FC236}">
                      <a16:creationId xmlns:a16="http://schemas.microsoft.com/office/drawing/2014/main" id="{FDD39BEE-74C6-113B-C8AD-1D3129DDFA96}"/>
                    </a:ext>
                  </a:extLst>
                </p:cNvPr>
                <p:cNvPicPr/>
                <p:nvPr/>
              </p:nvPicPr>
              <p:blipFill>
                <a:blip r:embed="rId29"/>
                <a:stretch>
                  <a:fillRect/>
                </a:stretch>
              </p:blipFill>
              <p:spPr>
                <a:xfrm>
                  <a:off x="8749550" y="1826677"/>
                  <a:ext cx="414720" cy="498600"/>
                </a:xfrm>
                <a:prstGeom prst="rect">
                  <a:avLst/>
                </a:prstGeom>
              </p:spPr>
            </p:pic>
          </mc:Fallback>
        </mc:AlternateContent>
        <mc:AlternateContent xmlns:mc="http://schemas.openxmlformats.org/markup-compatibility/2006">
          <mc:Choice xmlns:p14="http://schemas.microsoft.com/office/powerpoint/2010/main" Requires="p14">
            <p:contentPart p14:bwMode="auto" r:id="rId30">
              <p14:nvContentPartPr>
                <p14:cNvPr id="19" name="Ink 18">
                  <a:extLst>
                    <a:ext uri="{FF2B5EF4-FFF2-40B4-BE49-F238E27FC236}">
                      <a16:creationId xmlns:a16="http://schemas.microsoft.com/office/drawing/2014/main" id="{FE1E2E4A-9E3D-24BD-E65C-AE855BF07109}"/>
                    </a:ext>
                  </a:extLst>
                </p14:cNvPr>
                <p14:cNvContentPartPr/>
                <p14:nvPr/>
              </p14:nvContentPartPr>
              <p14:xfrm>
                <a:off x="9799310" y="1200277"/>
                <a:ext cx="11520" cy="247680"/>
              </p14:xfrm>
            </p:contentPart>
          </mc:Choice>
          <mc:Fallback>
            <p:pic>
              <p:nvPicPr>
                <p:cNvPr id="19" name="Ink 18">
                  <a:extLst>
                    <a:ext uri="{FF2B5EF4-FFF2-40B4-BE49-F238E27FC236}">
                      <a16:creationId xmlns:a16="http://schemas.microsoft.com/office/drawing/2014/main" id="{FE1E2E4A-9E3D-24BD-E65C-AE855BF07109}"/>
                    </a:ext>
                  </a:extLst>
                </p:cNvPr>
                <p:cNvPicPr/>
                <p:nvPr/>
              </p:nvPicPr>
              <p:blipFill>
                <a:blip r:embed="rId31"/>
                <a:stretch>
                  <a:fillRect/>
                </a:stretch>
              </p:blipFill>
              <p:spPr>
                <a:xfrm>
                  <a:off x="9781670" y="1182277"/>
                  <a:ext cx="47160" cy="283320"/>
                </a:xfrm>
                <a:prstGeom prst="rect">
                  <a:avLst/>
                </a:prstGeom>
              </p:spPr>
            </p:pic>
          </mc:Fallback>
        </mc:AlternateContent>
        <mc:AlternateContent xmlns:mc="http://schemas.openxmlformats.org/markup-compatibility/2006">
          <mc:Choice xmlns:p14="http://schemas.microsoft.com/office/powerpoint/2010/main" Requires="p14">
            <p:contentPart p14:bwMode="auto" r:id="rId32">
              <p14:nvContentPartPr>
                <p14:cNvPr id="20" name="Ink 19">
                  <a:extLst>
                    <a:ext uri="{FF2B5EF4-FFF2-40B4-BE49-F238E27FC236}">
                      <a16:creationId xmlns:a16="http://schemas.microsoft.com/office/drawing/2014/main" id="{566768CE-996B-F5CA-59FA-3E0DA1B6E009}"/>
                    </a:ext>
                  </a:extLst>
                </p14:cNvPr>
                <p14:cNvContentPartPr/>
                <p14:nvPr/>
              </p14:nvContentPartPr>
              <p14:xfrm>
                <a:off x="9604910" y="1004437"/>
                <a:ext cx="379800" cy="558360"/>
              </p14:xfrm>
            </p:contentPart>
          </mc:Choice>
          <mc:Fallback>
            <p:pic>
              <p:nvPicPr>
                <p:cNvPr id="20" name="Ink 19">
                  <a:extLst>
                    <a:ext uri="{FF2B5EF4-FFF2-40B4-BE49-F238E27FC236}">
                      <a16:creationId xmlns:a16="http://schemas.microsoft.com/office/drawing/2014/main" id="{566768CE-996B-F5CA-59FA-3E0DA1B6E009}"/>
                    </a:ext>
                  </a:extLst>
                </p:cNvPr>
                <p:cNvPicPr/>
                <p:nvPr/>
              </p:nvPicPr>
              <p:blipFill>
                <a:blip r:embed="rId33"/>
                <a:stretch>
                  <a:fillRect/>
                </a:stretch>
              </p:blipFill>
              <p:spPr>
                <a:xfrm>
                  <a:off x="9587270" y="986437"/>
                  <a:ext cx="415440" cy="594000"/>
                </a:xfrm>
                <a:prstGeom prst="rect">
                  <a:avLst/>
                </a:prstGeom>
              </p:spPr>
            </p:pic>
          </mc:Fallback>
        </mc:AlternateContent>
      </p:grpSp>
      <p:grpSp>
        <p:nvGrpSpPr>
          <p:cNvPr id="25" name="Group 24">
            <a:extLst>
              <a:ext uri="{FF2B5EF4-FFF2-40B4-BE49-F238E27FC236}">
                <a16:creationId xmlns:a16="http://schemas.microsoft.com/office/drawing/2014/main" id="{CEA42D5D-0486-D003-36BF-BC885D8E36A6}"/>
              </a:ext>
            </a:extLst>
          </p:cNvPr>
          <p:cNvGrpSpPr/>
          <p:nvPr/>
        </p:nvGrpSpPr>
        <p:grpSpPr>
          <a:xfrm>
            <a:off x="10323830" y="1969237"/>
            <a:ext cx="417240" cy="532080"/>
            <a:chOff x="10323830" y="1969237"/>
            <a:chExt cx="417240" cy="532080"/>
          </a:xfrm>
        </p:grpSpPr>
        <mc:AlternateContent xmlns:mc="http://schemas.openxmlformats.org/markup-compatibility/2006">
          <mc:Choice xmlns:p14="http://schemas.microsoft.com/office/powerpoint/2010/main" Requires="p14">
            <p:contentPart p14:bwMode="auto" r:id="rId34">
              <p14:nvContentPartPr>
                <p14:cNvPr id="23" name="Ink 22">
                  <a:extLst>
                    <a:ext uri="{FF2B5EF4-FFF2-40B4-BE49-F238E27FC236}">
                      <a16:creationId xmlns:a16="http://schemas.microsoft.com/office/drawing/2014/main" id="{A848323F-4204-4452-9A03-D3A890395CBF}"/>
                    </a:ext>
                  </a:extLst>
                </p14:cNvPr>
                <p14:cNvContentPartPr/>
                <p14:nvPr/>
              </p14:nvContentPartPr>
              <p14:xfrm>
                <a:off x="10468550" y="2198917"/>
                <a:ext cx="83880" cy="131760"/>
              </p14:xfrm>
            </p:contentPart>
          </mc:Choice>
          <mc:Fallback>
            <p:pic>
              <p:nvPicPr>
                <p:cNvPr id="23" name="Ink 22">
                  <a:extLst>
                    <a:ext uri="{FF2B5EF4-FFF2-40B4-BE49-F238E27FC236}">
                      <a16:creationId xmlns:a16="http://schemas.microsoft.com/office/drawing/2014/main" id="{A848323F-4204-4452-9A03-D3A890395CBF}"/>
                    </a:ext>
                  </a:extLst>
                </p:cNvPr>
                <p:cNvPicPr/>
                <p:nvPr/>
              </p:nvPicPr>
              <p:blipFill>
                <a:blip r:embed="rId35"/>
                <a:stretch>
                  <a:fillRect/>
                </a:stretch>
              </p:blipFill>
              <p:spPr>
                <a:xfrm>
                  <a:off x="10450910" y="2181277"/>
                  <a:ext cx="119520" cy="167400"/>
                </a:xfrm>
                <a:prstGeom prst="rect">
                  <a:avLst/>
                </a:prstGeom>
              </p:spPr>
            </p:pic>
          </mc:Fallback>
        </mc:AlternateContent>
        <mc:AlternateContent xmlns:mc="http://schemas.openxmlformats.org/markup-compatibility/2006">
          <mc:Choice xmlns:p14="http://schemas.microsoft.com/office/powerpoint/2010/main" Requires="p14">
            <p:contentPart p14:bwMode="auto" r:id="rId36">
              <p14:nvContentPartPr>
                <p14:cNvPr id="24" name="Ink 23">
                  <a:extLst>
                    <a:ext uri="{FF2B5EF4-FFF2-40B4-BE49-F238E27FC236}">
                      <a16:creationId xmlns:a16="http://schemas.microsoft.com/office/drawing/2014/main" id="{C9C42CE8-347C-A329-2F58-D981C34BABEE}"/>
                    </a:ext>
                  </a:extLst>
                </p14:cNvPr>
                <p14:cNvContentPartPr/>
                <p14:nvPr/>
              </p14:nvContentPartPr>
              <p14:xfrm>
                <a:off x="10323830" y="1969237"/>
                <a:ext cx="417240" cy="532080"/>
              </p14:xfrm>
            </p:contentPart>
          </mc:Choice>
          <mc:Fallback>
            <p:pic>
              <p:nvPicPr>
                <p:cNvPr id="24" name="Ink 23">
                  <a:extLst>
                    <a:ext uri="{FF2B5EF4-FFF2-40B4-BE49-F238E27FC236}">
                      <a16:creationId xmlns:a16="http://schemas.microsoft.com/office/drawing/2014/main" id="{C9C42CE8-347C-A329-2F58-D981C34BABEE}"/>
                    </a:ext>
                  </a:extLst>
                </p:cNvPr>
                <p:cNvPicPr/>
                <p:nvPr/>
              </p:nvPicPr>
              <p:blipFill>
                <a:blip r:embed="rId37"/>
                <a:stretch>
                  <a:fillRect/>
                </a:stretch>
              </p:blipFill>
              <p:spPr>
                <a:xfrm>
                  <a:off x="10306190" y="1951597"/>
                  <a:ext cx="452880" cy="56772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38">
            <p14:nvContentPartPr>
              <p14:cNvPr id="26" name="Ink 25">
                <a:extLst>
                  <a:ext uri="{FF2B5EF4-FFF2-40B4-BE49-F238E27FC236}">
                    <a16:creationId xmlns:a16="http://schemas.microsoft.com/office/drawing/2014/main" id="{4FE48511-DA86-A31E-E140-CF65871E4DDA}"/>
                  </a:ext>
                </a:extLst>
              </p14:cNvPr>
              <p14:cNvContentPartPr/>
              <p14:nvPr/>
            </p14:nvContentPartPr>
            <p14:xfrm>
              <a:off x="7952150" y="3240757"/>
              <a:ext cx="1078560" cy="1645560"/>
            </p14:xfrm>
          </p:contentPart>
        </mc:Choice>
        <mc:Fallback>
          <p:pic>
            <p:nvPicPr>
              <p:cNvPr id="26" name="Ink 25">
                <a:extLst>
                  <a:ext uri="{FF2B5EF4-FFF2-40B4-BE49-F238E27FC236}">
                    <a16:creationId xmlns:a16="http://schemas.microsoft.com/office/drawing/2014/main" id="{4FE48511-DA86-A31E-E140-CF65871E4DDA}"/>
                  </a:ext>
                </a:extLst>
              </p:cNvPr>
              <p:cNvPicPr/>
              <p:nvPr/>
            </p:nvPicPr>
            <p:blipFill>
              <a:blip r:embed="rId39"/>
              <a:stretch>
                <a:fillRect/>
              </a:stretch>
            </p:blipFill>
            <p:spPr>
              <a:xfrm>
                <a:off x="7934150" y="3222757"/>
                <a:ext cx="1114200" cy="1681200"/>
              </a:xfrm>
              <a:prstGeom prst="rect">
                <a:avLst/>
              </a:prstGeom>
            </p:spPr>
          </p:pic>
        </mc:Fallback>
      </mc:AlternateContent>
      <p:grpSp>
        <p:nvGrpSpPr>
          <p:cNvPr id="29" name="Group 28">
            <a:extLst>
              <a:ext uri="{FF2B5EF4-FFF2-40B4-BE49-F238E27FC236}">
                <a16:creationId xmlns:a16="http://schemas.microsoft.com/office/drawing/2014/main" id="{C79E17EB-9AB5-E971-629E-91FF8A4CD489}"/>
              </a:ext>
            </a:extLst>
          </p:cNvPr>
          <p:cNvGrpSpPr/>
          <p:nvPr/>
        </p:nvGrpSpPr>
        <p:grpSpPr>
          <a:xfrm>
            <a:off x="9040790" y="3157597"/>
            <a:ext cx="2437920" cy="2143440"/>
            <a:chOff x="9040790" y="3157597"/>
            <a:chExt cx="2437920" cy="2143440"/>
          </a:xfrm>
        </p:grpSpPr>
        <mc:AlternateContent xmlns:mc="http://schemas.openxmlformats.org/markup-compatibility/2006">
          <mc:Choice xmlns:p14="http://schemas.microsoft.com/office/powerpoint/2010/main" Requires="p14">
            <p:contentPart p14:bwMode="auto" r:id="rId40">
              <p14:nvContentPartPr>
                <p14:cNvPr id="27" name="Ink 26">
                  <a:extLst>
                    <a:ext uri="{FF2B5EF4-FFF2-40B4-BE49-F238E27FC236}">
                      <a16:creationId xmlns:a16="http://schemas.microsoft.com/office/drawing/2014/main" id="{5FC13680-9509-374C-3387-79072F7B9C3E}"/>
                    </a:ext>
                  </a:extLst>
                </p14:cNvPr>
                <p14:cNvContentPartPr/>
                <p14:nvPr/>
              </p14:nvContentPartPr>
              <p14:xfrm>
                <a:off x="9040790" y="3157597"/>
                <a:ext cx="1882080" cy="2143440"/>
              </p14:xfrm>
            </p:contentPart>
          </mc:Choice>
          <mc:Fallback>
            <p:pic>
              <p:nvPicPr>
                <p:cNvPr id="27" name="Ink 26">
                  <a:extLst>
                    <a:ext uri="{FF2B5EF4-FFF2-40B4-BE49-F238E27FC236}">
                      <a16:creationId xmlns:a16="http://schemas.microsoft.com/office/drawing/2014/main" id="{5FC13680-9509-374C-3387-79072F7B9C3E}"/>
                    </a:ext>
                  </a:extLst>
                </p:cNvPr>
                <p:cNvPicPr/>
                <p:nvPr/>
              </p:nvPicPr>
              <p:blipFill>
                <a:blip r:embed="rId41"/>
                <a:stretch>
                  <a:fillRect/>
                </a:stretch>
              </p:blipFill>
              <p:spPr>
                <a:xfrm>
                  <a:off x="9022790" y="3139957"/>
                  <a:ext cx="1917720" cy="2179080"/>
                </a:xfrm>
                <a:prstGeom prst="rect">
                  <a:avLst/>
                </a:prstGeom>
              </p:spPr>
            </p:pic>
          </mc:Fallback>
        </mc:AlternateContent>
        <mc:AlternateContent xmlns:mc="http://schemas.openxmlformats.org/markup-compatibility/2006">
          <mc:Choice xmlns:p14="http://schemas.microsoft.com/office/powerpoint/2010/main" Requires="p14">
            <p:contentPart p14:bwMode="auto" r:id="rId42">
              <p14:nvContentPartPr>
                <p14:cNvPr id="28" name="Ink 27">
                  <a:extLst>
                    <a:ext uri="{FF2B5EF4-FFF2-40B4-BE49-F238E27FC236}">
                      <a16:creationId xmlns:a16="http://schemas.microsoft.com/office/drawing/2014/main" id="{314943D3-F07A-5E78-6531-8AB9E8E9F1CC}"/>
                    </a:ext>
                  </a:extLst>
                </p14:cNvPr>
                <p14:cNvContentPartPr/>
                <p14:nvPr/>
              </p14:nvContentPartPr>
              <p14:xfrm>
                <a:off x="10912790" y="4152637"/>
                <a:ext cx="565920" cy="29520"/>
              </p14:xfrm>
            </p:contentPart>
          </mc:Choice>
          <mc:Fallback>
            <p:pic>
              <p:nvPicPr>
                <p:cNvPr id="28" name="Ink 27">
                  <a:extLst>
                    <a:ext uri="{FF2B5EF4-FFF2-40B4-BE49-F238E27FC236}">
                      <a16:creationId xmlns:a16="http://schemas.microsoft.com/office/drawing/2014/main" id="{314943D3-F07A-5E78-6531-8AB9E8E9F1CC}"/>
                    </a:ext>
                  </a:extLst>
                </p:cNvPr>
                <p:cNvPicPr/>
                <p:nvPr/>
              </p:nvPicPr>
              <p:blipFill>
                <a:blip r:embed="rId43"/>
                <a:stretch>
                  <a:fillRect/>
                </a:stretch>
              </p:blipFill>
              <p:spPr>
                <a:xfrm>
                  <a:off x="10895150" y="4134997"/>
                  <a:ext cx="601560" cy="65160"/>
                </a:xfrm>
                <a:prstGeom prst="rect">
                  <a:avLst/>
                </a:prstGeom>
              </p:spPr>
            </p:pic>
          </mc:Fallback>
        </mc:AlternateContent>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DC1F90-A678-9326-6B20-A1F62C3A244C}"/>
              </a:ext>
            </a:extLst>
          </p:cNvPr>
          <p:cNvSpPr>
            <a:spLocks noGrp="1"/>
          </p:cNvSpPr>
          <p:nvPr>
            <p:ph type="title"/>
          </p:nvPr>
        </p:nvSpPr>
        <p:spPr/>
        <p:txBody>
          <a:bodyPr/>
          <a:lstStyle/>
          <a:p>
            <a:endParaRPr lang="en-US"/>
          </a:p>
        </p:txBody>
      </p:sp>
      <mc:AlternateContent xmlns:mc="http://schemas.openxmlformats.org/markup-compatibility/2006">
        <mc:Choice xmlns:p14="http://schemas.microsoft.com/office/powerpoint/2010/main" Requires="p14">
          <p:contentPart p14:bwMode="auto" r:id="rId2">
            <p14:nvContentPartPr>
              <p14:cNvPr id="4" name="Ink 3">
                <a:extLst>
                  <a:ext uri="{FF2B5EF4-FFF2-40B4-BE49-F238E27FC236}">
                    <a16:creationId xmlns:a16="http://schemas.microsoft.com/office/drawing/2014/main" id="{A1FAF6A6-0FAD-71BA-5E4D-1DEB90F401E2}"/>
                  </a:ext>
                </a:extLst>
              </p14:cNvPr>
              <p14:cNvContentPartPr/>
              <p14:nvPr/>
            </p14:nvContentPartPr>
            <p14:xfrm>
              <a:off x="1005230" y="1331677"/>
              <a:ext cx="2185920" cy="759240"/>
            </p14:xfrm>
          </p:contentPart>
        </mc:Choice>
        <mc:Fallback>
          <p:pic>
            <p:nvPicPr>
              <p:cNvPr id="4" name="Ink 3">
                <a:extLst>
                  <a:ext uri="{FF2B5EF4-FFF2-40B4-BE49-F238E27FC236}">
                    <a16:creationId xmlns:a16="http://schemas.microsoft.com/office/drawing/2014/main" id="{A1FAF6A6-0FAD-71BA-5E4D-1DEB90F401E2}"/>
                  </a:ext>
                </a:extLst>
              </p:cNvPr>
              <p:cNvPicPr/>
              <p:nvPr/>
            </p:nvPicPr>
            <p:blipFill>
              <a:blip r:embed="rId3"/>
              <a:stretch>
                <a:fillRect/>
              </a:stretch>
            </p:blipFill>
            <p:spPr>
              <a:xfrm>
                <a:off x="987230" y="1314037"/>
                <a:ext cx="2221560" cy="794880"/>
              </a:xfrm>
              <a:prstGeom prst="rect">
                <a:avLst/>
              </a:prstGeom>
            </p:spPr>
          </p:pic>
        </mc:Fallback>
      </mc:AlternateContent>
      <p:grpSp>
        <p:nvGrpSpPr>
          <p:cNvPr id="10" name="Group 9">
            <a:extLst>
              <a:ext uri="{FF2B5EF4-FFF2-40B4-BE49-F238E27FC236}">
                <a16:creationId xmlns:a16="http://schemas.microsoft.com/office/drawing/2014/main" id="{01A98E7C-4DF2-CFC0-E833-948609DBC70B}"/>
              </a:ext>
            </a:extLst>
          </p:cNvPr>
          <p:cNvGrpSpPr/>
          <p:nvPr/>
        </p:nvGrpSpPr>
        <p:grpSpPr>
          <a:xfrm>
            <a:off x="3749870" y="1539397"/>
            <a:ext cx="857160" cy="184680"/>
            <a:chOff x="3749870" y="1539397"/>
            <a:chExt cx="857160" cy="184680"/>
          </a:xfrm>
        </p:grpSpPr>
        <mc:AlternateContent xmlns:mc="http://schemas.openxmlformats.org/markup-compatibility/2006">
          <mc:Choice xmlns:p14="http://schemas.microsoft.com/office/powerpoint/2010/main" Requires="p14">
            <p:contentPart p14:bwMode="auto" r:id="rId4">
              <p14:nvContentPartPr>
                <p14:cNvPr id="5" name="Ink 4">
                  <a:extLst>
                    <a:ext uri="{FF2B5EF4-FFF2-40B4-BE49-F238E27FC236}">
                      <a16:creationId xmlns:a16="http://schemas.microsoft.com/office/drawing/2014/main" id="{0931C73D-79CE-E559-02B7-42CA754E6BB0}"/>
                    </a:ext>
                  </a:extLst>
                </p14:cNvPr>
                <p14:cNvContentPartPr/>
                <p14:nvPr/>
              </p14:nvContentPartPr>
              <p14:xfrm>
                <a:off x="3749870" y="1539397"/>
                <a:ext cx="111960" cy="184680"/>
              </p14:xfrm>
            </p:contentPart>
          </mc:Choice>
          <mc:Fallback>
            <p:pic>
              <p:nvPicPr>
                <p:cNvPr id="5" name="Ink 4">
                  <a:extLst>
                    <a:ext uri="{FF2B5EF4-FFF2-40B4-BE49-F238E27FC236}">
                      <a16:creationId xmlns:a16="http://schemas.microsoft.com/office/drawing/2014/main" id="{0931C73D-79CE-E559-02B7-42CA754E6BB0}"/>
                    </a:ext>
                  </a:extLst>
                </p:cNvPr>
                <p:cNvPicPr/>
                <p:nvPr/>
              </p:nvPicPr>
              <p:blipFill>
                <a:blip r:embed="rId5"/>
                <a:stretch>
                  <a:fillRect/>
                </a:stretch>
              </p:blipFill>
              <p:spPr>
                <a:xfrm>
                  <a:off x="3732230" y="1521757"/>
                  <a:ext cx="147600" cy="22032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6" name="Ink 5">
                  <a:extLst>
                    <a:ext uri="{FF2B5EF4-FFF2-40B4-BE49-F238E27FC236}">
                      <a16:creationId xmlns:a16="http://schemas.microsoft.com/office/drawing/2014/main" id="{E91AC4D1-319C-BE0C-701C-B0C161F59A73}"/>
                    </a:ext>
                  </a:extLst>
                </p14:cNvPr>
                <p14:cNvContentPartPr/>
                <p14:nvPr/>
              </p14:nvContentPartPr>
              <p14:xfrm>
                <a:off x="3976310" y="1542277"/>
                <a:ext cx="54720" cy="172440"/>
              </p14:xfrm>
            </p:contentPart>
          </mc:Choice>
          <mc:Fallback>
            <p:pic>
              <p:nvPicPr>
                <p:cNvPr id="6" name="Ink 5">
                  <a:extLst>
                    <a:ext uri="{FF2B5EF4-FFF2-40B4-BE49-F238E27FC236}">
                      <a16:creationId xmlns:a16="http://schemas.microsoft.com/office/drawing/2014/main" id="{E91AC4D1-319C-BE0C-701C-B0C161F59A73}"/>
                    </a:ext>
                  </a:extLst>
                </p:cNvPr>
                <p:cNvPicPr/>
                <p:nvPr/>
              </p:nvPicPr>
              <p:blipFill>
                <a:blip r:embed="rId7"/>
                <a:stretch>
                  <a:fillRect/>
                </a:stretch>
              </p:blipFill>
              <p:spPr>
                <a:xfrm>
                  <a:off x="3958310" y="1524277"/>
                  <a:ext cx="90360" cy="20808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7" name="Ink 6">
                  <a:extLst>
                    <a:ext uri="{FF2B5EF4-FFF2-40B4-BE49-F238E27FC236}">
                      <a16:creationId xmlns:a16="http://schemas.microsoft.com/office/drawing/2014/main" id="{3A313A11-A387-C6C7-E113-B1F0C58A28E2}"/>
                    </a:ext>
                  </a:extLst>
                </p14:cNvPr>
                <p14:cNvContentPartPr/>
                <p14:nvPr/>
              </p14:nvContentPartPr>
              <p14:xfrm>
                <a:off x="4075670" y="1617877"/>
                <a:ext cx="131040" cy="102600"/>
              </p14:xfrm>
            </p:contentPart>
          </mc:Choice>
          <mc:Fallback>
            <p:pic>
              <p:nvPicPr>
                <p:cNvPr id="7" name="Ink 6">
                  <a:extLst>
                    <a:ext uri="{FF2B5EF4-FFF2-40B4-BE49-F238E27FC236}">
                      <a16:creationId xmlns:a16="http://schemas.microsoft.com/office/drawing/2014/main" id="{3A313A11-A387-C6C7-E113-B1F0C58A28E2}"/>
                    </a:ext>
                  </a:extLst>
                </p:cNvPr>
                <p:cNvPicPr/>
                <p:nvPr/>
              </p:nvPicPr>
              <p:blipFill>
                <a:blip r:embed="rId9"/>
                <a:stretch>
                  <a:fillRect/>
                </a:stretch>
              </p:blipFill>
              <p:spPr>
                <a:xfrm>
                  <a:off x="4057670" y="1599877"/>
                  <a:ext cx="166680" cy="138240"/>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8" name="Ink 7">
                  <a:extLst>
                    <a:ext uri="{FF2B5EF4-FFF2-40B4-BE49-F238E27FC236}">
                      <a16:creationId xmlns:a16="http://schemas.microsoft.com/office/drawing/2014/main" id="{5126D60D-502B-174A-3875-BC18BFB3FA82}"/>
                    </a:ext>
                  </a:extLst>
                </p14:cNvPr>
                <p14:cNvContentPartPr/>
                <p14:nvPr/>
              </p14:nvContentPartPr>
              <p14:xfrm>
                <a:off x="4241990" y="1627957"/>
                <a:ext cx="99360" cy="76680"/>
              </p14:xfrm>
            </p:contentPart>
          </mc:Choice>
          <mc:Fallback>
            <p:pic>
              <p:nvPicPr>
                <p:cNvPr id="8" name="Ink 7">
                  <a:extLst>
                    <a:ext uri="{FF2B5EF4-FFF2-40B4-BE49-F238E27FC236}">
                      <a16:creationId xmlns:a16="http://schemas.microsoft.com/office/drawing/2014/main" id="{5126D60D-502B-174A-3875-BC18BFB3FA82}"/>
                    </a:ext>
                  </a:extLst>
                </p:cNvPr>
                <p:cNvPicPr/>
                <p:nvPr/>
              </p:nvPicPr>
              <p:blipFill>
                <a:blip r:embed="rId11"/>
                <a:stretch>
                  <a:fillRect/>
                </a:stretch>
              </p:blipFill>
              <p:spPr>
                <a:xfrm>
                  <a:off x="4223990" y="1610317"/>
                  <a:ext cx="135000" cy="112320"/>
                </a:xfrm>
                <a:prstGeom prst="rect">
                  <a:avLst/>
                </a:prstGeom>
              </p:spPr>
            </p:pic>
          </mc:Fallback>
        </mc:AlternateContent>
        <mc:AlternateContent xmlns:mc="http://schemas.openxmlformats.org/markup-compatibility/2006">
          <mc:Choice xmlns:p14="http://schemas.microsoft.com/office/powerpoint/2010/main" Requires="p14">
            <p:contentPart p14:bwMode="auto" r:id="rId12">
              <p14:nvContentPartPr>
                <p14:cNvPr id="9" name="Ink 8">
                  <a:extLst>
                    <a:ext uri="{FF2B5EF4-FFF2-40B4-BE49-F238E27FC236}">
                      <a16:creationId xmlns:a16="http://schemas.microsoft.com/office/drawing/2014/main" id="{C0A89F53-150F-5E53-43A8-D549343CA274}"/>
                    </a:ext>
                  </a:extLst>
                </p14:cNvPr>
                <p14:cNvContentPartPr/>
                <p14:nvPr/>
              </p14:nvContentPartPr>
              <p14:xfrm>
                <a:off x="4442510" y="1601317"/>
                <a:ext cx="164520" cy="75240"/>
              </p14:xfrm>
            </p:contentPart>
          </mc:Choice>
          <mc:Fallback>
            <p:pic>
              <p:nvPicPr>
                <p:cNvPr id="9" name="Ink 8">
                  <a:extLst>
                    <a:ext uri="{FF2B5EF4-FFF2-40B4-BE49-F238E27FC236}">
                      <a16:creationId xmlns:a16="http://schemas.microsoft.com/office/drawing/2014/main" id="{C0A89F53-150F-5E53-43A8-D549343CA274}"/>
                    </a:ext>
                  </a:extLst>
                </p:cNvPr>
                <p:cNvPicPr/>
                <p:nvPr/>
              </p:nvPicPr>
              <p:blipFill>
                <a:blip r:embed="rId13"/>
                <a:stretch>
                  <a:fillRect/>
                </a:stretch>
              </p:blipFill>
              <p:spPr>
                <a:xfrm>
                  <a:off x="4424870" y="1583317"/>
                  <a:ext cx="200160" cy="110880"/>
                </a:xfrm>
                <a:prstGeom prst="rect">
                  <a:avLst/>
                </a:prstGeom>
              </p:spPr>
            </p:pic>
          </mc:Fallback>
        </mc:AlternateContent>
      </p:grpSp>
      <p:grpSp>
        <p:nvGrpSpPr>
          <p:cNvPr id="18" name="Group 17">
            <a:extLst>
              <a:ext uri="{FF2B5EF4-FFF2-40B4-BE49-F238E27FC236}">
                <a16:creationId xmlns:a16="http://schemas.microsoft.com/office/drawing/2014/main" id="{73E89383-F5D6-E5A5-729E-7CB633AC53DB}"/>
              </a:ext>
            </a:extLst>
          </p:cNvPr>
          <p:cNvGrpSpPr/>
          <p:nvPr/>
        </p:nvGrpSpPr>
        <p:grpSpPr>
          <a:xfrm>
            <a:off x="4952270" y="1458037"/>
            <a:ext cx="320760" cy="274680"/>
            <a:chOff x="4952270" y="1458037"/>
            <a:chExt cx="320760" cy="274680"/>
          </a:xfrm>
        </p:grpSpPr>
        <mc:AlternateContent xmlns:mc="http://schemas.openxmlformats.org/markup-compatibility/2006">
          <mc:Choice xmlns:p14="http://schemas.microsoft.com/office/powerpoint/2010/main" Requires="p14">
            <p:contentPart p14:bwMode="auto" r:id="rId14">
              <p14:nvContentPartPr>
                <p14:cNvPr id="11" name="Ink 10">
                  <a:extLst>
                    <a:ext uri="{FF2B5EF4-FFF2-40B4-BE49-F238E27FC236}">
                      <a16:creationId xmlns:a16="http://schemas.microsoft.com/office/drawing/2014/main" id="{1558B0BB-2C42-F371-91A1-423A3D1C74F5}"/>
                    </a:ext>
                  </a:extLst>
                </p14:cNvPr>
                <p14:cNvContentPartPr/>
                <p14:nvPr/>
              </p14:nvContentPartPr>
              <p14:xfrm>
                <a:off x="4952270" y="1484317"/>
                <a:ext cx="46080" cy="248400"/>
              </p14:xfrm>
            </p:contentPart>
          </mc:Choice>
          <mc:Fallback>
            <p:pic>
              <p:nvPicPr>
                <p:cNvPr id="11" name="Ink 10">
                  <a:extLst>
                    <a:ext uri="{FF2B5EF4-FFF2-40B4-BE49-F238E27FC236}">
                      <a16:creationId xmlns:a16="http://schemas.microsoft.com/office/drawing/2014/main" id="{1558B0BB-2C42-F371-91A1-423A3D1C74F5}"/>
                    </a:ext>
                  </a:extLst>
                </p:cNvPr>
                <p:cNvPicPr/>
                <p:nvPr/>
              </p:nvPicPr>
              <p:blipFill>
                <a:blip r:embed="rId15"/>
                <a:stretch>
                  <a:fillRect/>
                </a:stretch>
              </p:blipFill>
              <p:spPr>
                <a:xfrm>
                  <a:off x="4934270" y="1466677"/>
                  <a:ext cx="81720" cy="284040"/>
                </a:xfrm>
                <a:prstGeom prst="rect">
                  <a:avLst/>
                </a:prstGeom>
              </p:spPr>
            </p:pic>
          </mc:Fallback>
        </mc:AlternateContent>
        <mc:AlternateContent xmlns:mc="http://schemas.openxmlformats.org/markup-compatibility/2006">
          <mc:Choice xmlns:p14="http://schemas.microsoft.com/office/powerpoint/2010/main" Requires="p14">
            <p:contentPart p14:bwMode="auto" r:id="rId16">
              <p14:nvContentPartPr>
                <p14:cNvPr id="12" name="Ink 11">
                  <a:extLst>
                    <a:ext uri="{FF2B5EF4-FFF2-40B4-BE49-F238E27FC236}">
                      <a16:creationId xmlns:a16="http://schemas.microsoft.com/office/drawing/2014/main" id="{ABF686B3-D0DC-D52E-6E31-831F6B886C26}"/>
                    </a:ext>
                  </a:extLst>
                </p14:cNvPr>
                <p14:cNvContentPartPr/>
                <p14:nvPr/>
              </p14:nvContentPartPr>
              <p14:xfrm>
                <a:off x="4987550" y="1467037"/>
                <a:ext cx="101520" cy="121320"/>
              </p14:xfrm>
            </p:contentPart>
          </mc:Choice>
          <mc:Fallback>
            <p:pic>
              <p:nvPicPr>
                <p:cNvPr id="12" name="Ink 11">
                  <a:extLst>
                    <a:ext uri="{FF2B5EF4-FFF2-40B4-BE49-F238E27FC236}">
                      <a16:creationId xmlns:a16="http://schemas.microsoft.com/office/drawing/2014/main" id="{ABF686B3-D0DC-D52E-6E31-831F6B886C26}"/>
                    </a:ext>
                  </a:extLst>
                </p:cNvPr>
                <p:cNvPicPr/>
                <p:nvPr/>
              </p:nvPicPr>
              <p:blipFill>
                <a:blip r:embed="rId17"/>
                <a:stretch>
                  <a:fillRect/>
                </a:stretch>
              </p:blipFill>
              <p:spPr>
                <a:xfrm>
                  <a:off x="4969910" y="1449037"/>
                  <a:ext cx="137160" cy="156960"/>
                </a:xfrm>
                <a:prstGeom prst="rect">
                  <a:avLst/>
                </a:prstGeom>
              </p:spPr>
            </p:pic>
          </mc:Fallback>
        </mc:AlternateContent>
        <mc:AlternateContent xmlns:mc="http://schemas.openxmlformats.org/markup-compatibility/2006">
          <mc:Choice xmlns:p14="http://schemas.microsoft.com/office/powerpoint/2010/main" Requires="p14">
            <p:contentPart p14:bwMode="auto" r:id="rId18">
              <p14:nvContentPartPr>
                <p14:cNvPr id="13" name="Ink 12">
                  <a:extLst>
                    <a:ext uri="{FF2B5EF4-FFF2-40B4-BE49-F238E27FC236}">
                      <a16:creationId xmlns:a16="http://schemas.microsoft.com/office/drawing/2014/main" id="{A69A21AE-99A3-EA62-DD34-C57E11085D2C}"/>
                    </a:ext>
                  </a:extLst>
                </p14:cNvPr>
                <p14:cNvContentPartPr/>
                <p14:nvPr/>
              </p14:nvContentPartPr>
              <p14:xfrm>
                <a:off x="5171870" y="1516717"/>
                <a:ext cx="14400" cy="181080"/>
              </p14:xfrm>
            </p:contentPart>
          </mc:Choice>
          <mc:Fallback>
            <p:pic>
              <p:nvPicPr>
                <p:cNvPr id="13" name="Ink 12">
                  <a:extLst>
                    <a:ext uri="{FF2B5EF4-FFF2-40B4-BE49-F238E27FC236}">
                      <a16:creationId xmlns:a16="http://schemas.microsoft.com/office/drawing/2014/main" id="{A69A21AE-99A3-EA62-DD34-C57E11085D2C}"/>
                    </a:ext>
                  </a:extLst>
                </p:cNvPr>
                <p:cNvPicPr/>
                <p:nvPr/>
              </p:nvPicPr>
              <p:blipFill>
                <a:blip r:embed="rId19"/>
                <a:stretch>
                  <a:fillRect/>
                </a:stretch>
              </p:blipFill>
              <p:spPr>
                <a:xfrm>
                  <a:off x="5154230" y="1499077"/>
                  <a:ext cx="50040" cy="216720"/>
                </a:xfrm>
                <a:prstGeom prst="rect">
                  <a:avLst/>
                </a:prstGeom>
              </p:spPr>
            </p:pic>
          </mc:Fallback>
        </mc:AlternateContent>
        <mc:AlternateContent xmlns:mc="http://schemas.openxmlformats.org/markup-compatibility/2006">
          <mc:Choice xmlns:p14="http://schemas.microsoft.com/office/powerpoint/2010/main" Requires="p14">
            <p:contentPart p14:bwMode="auto" r:id="rId20">
              <p14:nvContentPartPr>
                <p14:cNvPr id="14" name="Ink 13">
                  <a:extLst>
                    <a:ext uri="{FF2B5EF4-FFF2-40B4-BE49-F238E27FC236}">
                      <a16:creationId xmlns:a16="http://schemas.microsoft.com/office/drawing/2014/main" id="{1DCE0BFE-C2BD-48EA-8844-EAD2781A82A2}"/>
                    </a:ext>
                  </a:extLst>
                </p14:cNvPr>
                <p14:cNvContentPartPr/>
                <p14:nvPr/>
              </p14:nvContentPartPr>
              <p14:xfrm>
                <a:off x="5180150" y="1458037"/>
                <a:ext cx="92880" cy="124560"/>
              </p14:xfrm>
            </p:contentPart>
          </mc:Choice>
          <mc:Fallback>
            <p:pic>
              <p:nvPicPr>
                <p:cNvPr id="14" name="Ink 13">
                  <a:extLst>
                    <a:ext uri="{FF2B5EF4-FFF2-40B4-BE49-F238E27FC236}">
                      <a16:creationId xmlns:a16="http://schemas.microsoft.com/office/drawing/2014/main" id="{1DCE0BFE-C2BD-48EA-8844-EAD2781A82A2}"/>
                    </a:ext>
                  </a:extLst>
                </p:cNvPr>
                <p:cNvPicPr/>
                <p:nvPr/>
              </p:nvPicPr>
              <p:blipFill>
                <a:blip r:embed="rId21"/>
                <a:stretch>
                  <a:fillRect/>
                </a:stretch>
              </p:blipFill>
              <p:spPr>
                <a:xfrm>
                  <a:off x="5162150" y="1440397"/>
                  <a:ext cx="128520" cy="160200"/>
                </a:xfrm>
                <a:prstGeom prst="rect">
                  <a:avLst/>
                </a:prstGeom>
              </p:spPr>
            </p:pic>
          </mc:Fallback>
        </mc:AlternateContent>
      </p:grpSp>
      <p:grpSp>
        <p:nvGrpSpPr>
          <p:cNvPr id="17" name="Group 16">
            <a:extLst>
              <a:ext uri="{FF2B5EF4-FFF2-40B4-BE49-F238E27FC236}">
                <a16:creationId xmlns:a16="http://schemas.microsoft.com/office/drawing/2014/main" id="{98B25596-EF6C-498A-FA61-4D6A71805B1A}"/>
              </a:ext>
            </a:extLst>
          </p:cNvPr>
          <p:cNvGrpSpPr/>
          <p:nvPr/>
        </p:nvGrpSpPr>
        <p:grpSpPr>
          <a:xfrm>
            <a:off x="5417390" y="1474597"/>
            <a:ext cx="227520" cy="230040"/>
            <a:chOff x="5417390" y="1474597"/>
            <a:chExt cx="227520" cy="230040"/>
          </a:xfrm>
        </p:grpSpPr>
        <mc:AlternateContent xmlns:mc="http://schemas.openxmlformats.org/markup-compatibility/2006">
          <mc:Choice xmlns:p14="http://schemas.microsoft.com/office/powerpoint/2010/main" Requires="p14">
            <p:contentPart p14:bwMode="auto" r:id="rId22">
              <p14:nvContentPartPr>
                <p14:cNvPr id="15" name="Ink 14">
                  <a:extLst>
                    <a:ext uri="{FF2B5EF4-FFF2-40B4-BE49-F238E27FC236}">
                      <a16:creationId xmlns:a16="http://schemas.microsoft.com/office/drawing/2014/main" id="{45048919-AE21-6745-FF2D-4C39F50DA87D}"/>
                    </a:ext>
                  </a:extLst>
                </p14:cNvPr>
                <p14:cNvContentPartPr/>
                <p14:nvPr/>
              </p14:nvContentPartPr>
              <p14:xfrm>
                <a:off x="5417390" y="1474597"/>
                <a:ext cx="122040" cy="230040"/>
              </p14:xfrm>
            </p:contentPart>
          </mc:Choice>
          <mc:Fallback>
            <p:pic>
              <p:nvPicPr>
                <p:cNvPr id="15" name="Ink 14">
                  <a:extLst>
                    <a:ext uri="{FF2B5EF4-FFF2-40B4-BE49-F238E27FC236}">
                      <a16:creationId xmlns:a16="http://schemas.microsoft.com/office/drawing/2014/main" id="{45048919-AE21-6745-FF2D-4C39F50DA87D}"/>
                    </a:ext>
                  </a:extLst>
                </p:cNvPr>
                <p:cNvPicPr/>
                <p:nvPr/>
              </p:nvPicPr>
              <p:blipFill>
                <a:blip r:embed="rId23"/>
                <a:stretch>
                  <a:fillRect/>
                </a:stretch>
              </p:blipFill>
              <p:spPr>
                <a:xfrm>
                  <a:off x="5399750" y="1456597"/>
                  <a:ext cx="157680" cy="265680"/>
                </a:xfrm>
                <a:prstGeom prst="rect">
                  <a:avLst/>
                </a:prstGeom>
              </p:spPr>
            </p:pic>
          </mc:Fallback>
        </mc:AlternateContent>
        <mc:AlternateContent xmlns:mc="http://schemas.openxmlformats.org/markup-compatibility/2006">
          <mc:Choice xmlns:p14="http://schemas.microsoft.com/office/powerpoint/2010/main" Requires="p14">
            <p:contentPart p14:bwMode="auto" r:id="rId24">
              <p14:nvContentPartPr>
                <p14:cNvPr id="16" name="Ink 15">
                  <a:extLst>
                    <a:ext uri="{FF2B5EF4-FFF2-40B4-BE49-F238E27FC236}">
                      <a16:creationId xmlns:a16="http://schemas.microsoft.com/office/drawing/2014/main" id="{E8D6A699-8E3C-2441-40C3-D2F8B1A30CAE}"/>
                    </a:ext>
                  </a:extLst>
                </p14:cNvPr>
                <p14:cNvContentPartPr/>
                <p14:nvPr/>
              </p14:nvContentPartPr>
              <p14:xfrm>
                <a:off x="5642030" y="1644517"/>
                <a:ext cx="2880" cy="21960"/>
              </p14:xfrm>
            </p:contentPart>
          </mc:Choice>
          <mc:Fallback>
            <p:pic>
              <p:nvPicPr>
                <p:cNvPr id="16" name="Ink 15">
                  <a:extLst>
                    <a:ext uri="{FF2B5EF4-FFF2-40B4-BE49-F238E27FC236}">
                      <a16:creationId xmlns:a16="http://schemas.microsoft.com/office/drawing/2014/main" id="{E8D6A699-8E3C-2441-40C3-D2F8B1A30CAE}"/>
                    </a:ext>
                  </a:extLst>
                </p:cNvPr>
                <p:cNvPicPr/>
                <p:nvPr/>
              </p:nvPicPr>
              <p:blipFill>
                <a:blip r:embed="rId25"/>
                <a:stretch>
                  <a:fillRect/>
                </a:stretch>
              </p:blipFill>
              <p:spPr>
                <a:xfrm>
                  <a:off x="5624030" y="1626517"/>
                  <a:ext cx="38520" cy="5760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26">
            <p14:nvContentPartPr>
              <p14:cNvPr id="19" name="Ink 18">
                <a:extLst>
                  <a:ext uri="{FF2B5EF4-FFF2-40B4-BE49-F238E27FC236}">
                    <a16:creationId xmlns:a16="http://schemas.microsoft.com/office/drawing/2014/main" id="{612CBB9D-AF3D-01E7-75D9-5DB92AD8F55D}"/>
                  </a:ext>
                </a:extLst>
              </p14:cNvPr>
              <p14:cNvContentPartPr/>
              <p14:nvPr/>
            </p14:nvContentPartPr>
            <p14:xfrm>
              <a:off x="1047350" y="2249317"/>
              <a:ext cx="2653920" cy="1003320"/>
            </p14:xfrm>
          </p:contentPart>
        </mc:Choice>
        <mc:Fallback>
          <p:pic>
            <p:nvPicPr>
              <p:cNvPr id="19" name="Ink 18">
                <a:extLst>
                  <a:ext uri="{FF2B5EF4-FFF2-40B4-BE49-F238E27FC236}">
                    <a16:creationId xmlns:a16="http://schemas.microsoft.com/office/drawing/2014/main" id="{612CBB9D-AF3D-01E7-75D9-5DB92AD8F55D}"/>
                  </a:ext>
                </a:extLst>
              </p:cNvPr>
              <p:cNvPicPr/>
              <p:nvPr/>
            </p:nvPicPr>
            <p:blipFill>
              <a:blip r:embed="rId27"/>
              <a:stretch>
                <a:fillRect/>
              </a:stretch>
            </p:blipFill>
            <p:spPr>
              <a:xfrm>
                <a:off x="1029350" y="2231317"/>
                <a:ext cx="2689560" cy="1038960"/>
              </a:xfrm>
              <a:prstGeom prst="rect">
                <a:avLst/>
              </a:prstGeom>
            </p:spPr>
          </p:pic>
        </mc:Fallback>
      </mc:AlternateContent>
      <p:grpSp>
        <p:nvGrpSpPr>
          <p:cNvPr id="29" name="Group 28">
            <a:extLst>
              <a:ext uri="{FF2B5EF4-FFF2-40B4-BE49-F238E27FC236}">
                <a16:creationId xmlns:a16="http://schemas.microsoft.com/office/drawing/2014/main" id="{A95718B1-6E9C-F6C1-F62E-3F0F2D93520D}"/>
              </a:ext>
            </a:extLst>
          </p:cNvPr>
          <p:cNvGrpSpPr/>
          <p:nvPr/>
        </p:nvGrpSpPr>
        <p:grpSpPr>
          <a:xfrm>
            <a:off x="3999350" y="2581597"/>
            <a:ext cx="822960" cy="416880"/>
            <a:chOff x="3999350" y="2581597"/>
            <a:chExt cx="822960" cy="416880"/>
          </a:xfrm>
        </p:grpSpPr>
        <mc:AlternateContent xmlns:mc="http://schemas.openxmlformats.org/markup-compatibility/2006">
          <mc:Choice xmlns:p14="http://schemas.microsoft.com/office/powerpoint/2010/main" Requires="p14">
            <p:contentPart p14:bwMode="auto" r:id="rId28">
              <p14:nvContentPartPr>
                <p14:cNvPr id="20" name="Ink 19">
                  <a:extLst>
                    <a:ext uri="{FF2B5EF4-FFF2-40B4-BE49-F238E27FC236}">
                      <a16:creationId xmlns:a16="http://schemas.microsoft.com/office/drawing/2014/main" id="{BF5A4985-5849-B026-8684-D37F5ADFF020}"/>
                    </a:ext>
                  </a:extLst>
                </p14:cNvPr>
                <p14:cNvContentPartPr/>
                <p14:nvPr/>
              </p14:nvContentPartPr>
              <p14:xfrm>
                <a:off x="3999350" y="2682757"/>
                <a:ext cx="165600" cy="167400"/>
              </p14:xfrm>
            </p:contentPart>
          </mc:Choice>
          <mc:Fallback>
            <p:pic>
              <p:nvPicPr>
                <p:cNvPr id="20" name="Ink 19">
                  <a:extLst>
                    <a:ext uri="{FF2B5EF4-FFF2-40B4-BE49-F238E27FC236}">
                      <a16:creationId xmlns:a16="http://schemas.microsoft.com/office/drawing/2014/main" id="{BF5A4985-5849-B026-8684-D37F5ADFF020}"/>
                    </a:ext>
                  </a:extLst>
                </p:cNvPr>
                <p:cNvPicPr/>
                <p:nvPr/>
              </p:nvPicPr>
              <p:blipFill>
                <a:blip r:embed="rId29"/>
                <a:stretch>
                  <a:fillRect/>
                </a:stretch>
              </p:blipFill>
              <p:spPr>
                <a:xfrm>
                  <a:off x="3981710" y="2664757"/>
                  <a:ext cx="201240" cy="203040"/>
                </a:xfrm>
                <a:prstGeom prst="rect">
                  <a:avLst/>
                </a:prstGeom>
              </p:spPr>
            </p:pic>
          </mc:Fallback>
        </mc:AlternateContent>
        <mc:AlternateContent xmlns:mc="http://schemas.openxmlformats.org/markup-compatibility/2006">
          <mc:Choice xmlns:p14="http://schemas.microsoft.com/office/powerpoint/2010/main" Requires="p14">
            <p:contentPart p14:bwMode="auto" r:id="rId30">
              <p14:nvContentPartPr>
                <p14:cNvPr id="21" name="Ink 20">
                  <a:extLst>
                    <a:ext uri="{FF2B5EF4-FFF2-40B4-BE49-F238E27FC236}">
                      <a16:creationId xmlns:a16="http://schemas.microsoft.com/office/drawing/2014/main" id="{84D89ECA-2C4B-7A6E-0915-C2BBE299C3BF}"/>
                    </a:ext>
                  </a:extLst>
                </p14:cNvPr>
                <p14:cNvContentPartPr/>
                <p14:nvPr/>
              </p14:nvContentPartPr>
              <p14:xfrm>
                <a:off x="4249910" y="2710477"/>
                <a:ext cx="68040" cy="120600"/>
              </p14:xfrm>
            </p:contentPart>
          </mc:Choice>
          <mc:Fallback>
            <p:pic>
              <p:nvPicPr>
                <p:cNvPr id="21" name="Ink 20">
                  <a:extLst>
                    <a:ext uri="{FF2B5EF4-FFF2-40B4-BE49-F238E27FC236}">
                      <a16:creationId xmlns:a16="http://schemas.microsoft.com/office/drawing/2014/main" id="{84D89ECA-2C4B-7A6E-0915-C2BBE299C3BF}"/>
                    </a:ext>
                  </a:extLst>
                </p:cNvPr>
                <p:cNvPicPr/>
                <p:nvPr/>
              </p:nvPicPr>
              <p:blipFill>
                <a:blip r:embed="rId31"/>
                <a:stretch>
                  <a:fillRect/>
                </a:stretch>
              </p:blipFill>
              <p:spPr>
                <a:xfrm>
                  <a:off x="4231910" y="2692477"/>
                  <a:ext cx="103680" cy="156240"/>
                </a:xfrm>
                <a:prstGeom prst="rect">
                  <a:avLst/>
                </a:prstGeom>
              </p:spPr>
            </p:pic>
          </mc:Fallback>
        </mc:AlternateContent>
        <mc:AlternateContent xmlns:mc="http://schemas.openxmlformats.org/markup-compatibility/2006">
          <mc:Choice xmlns:p14="http://schemas.microsoft.com/office/powerpoint/2010/main" Requires="p14">
            <p:contentPart p14:bwMode="auto" r:id="rId32">
              <p14:nvContentPartPr>
                <p14:cNvPr id="22" name="Ink 21">
                  <a:extLst>
                    <a:ext uri="{FF2B5EF4-FFF2-40B4-BE49-F238E27FC236}">
                      <a16:creationId xmlns:a16="http://schemas.microsoft.com/office/drawing/2014/main" id="{E365CCBE-5D65-5477-8B7E-CDCBABADEFDC}"/>
                    </a:ext>
                  </a:extLst>
                </p14:cNvPr>
                <p14:cNvContentPartPr/>
                <p14:nvPr/>
              </p14:nvContentPartPr>
              <p14:xfrm>
                <a:off x="4388150" y="2709037"/>
                <a:ext cx="9720" cy="137160"/>
              </p14:xfrm>
            </p:contentPart>
          </mc:Choice>
          <mc:Fallback>
            <p:pic>
              <p:nvPicPr>
                <p:cNvPr id="22" name="Ink 21">
                  <a:extLst>
                    <a:ext uri="{FF2B5EF4-FFF2-40B4-BE49-F238E27FC236}">
                      <a16:creationId xmlns:a16="http://schemas.microsoft.com/office/drawing/2014/main" id="{E365CCBE-5D65-5477-8B7E-CDCBABADEFDC}"/>
                    </a:ext>
                  </a:extLst>
                </p:cNvPr>
                <p:cNvPicPr/>
                <p:nvPr/>
              </p:nvPicPr>
              <p:blipFill>
                <a:blip r:embed="rId33"/>
                <a:stretch>
                  <a:fillRect/>
                </a:stretch>
              </p:blipFill>
              <p:spPr>
                <a:xfrm>
                  <a:off x="4370150" y="2691037"/>
                  <a:ext cx="45360" cy="172800"/>
                </a:xfrm>
                <a:prstGeom prst="rect">
                  <a:avLst/>
                </a:prstGeom>
              </p:spPr>
            </p:pic>
          </mc:Fallback>
        </mc:AlternateContent>
        <mc:AlternateContent xmlns:mc="http://schemas.openxmlformats.org/markup-compatibility/2006">
          <mc:Choice xmlns:p14="http://schemas.microsoft.com/office/powerpoint/2010/main" Requires="p14">
            <p:contentPart p14:bwMode="auto" r:id="rId34">
              <p14:nvContentPartPr>
                <p14:cNvPr id="23" name="Ink 22">
                  <a:extLst>
                    <a:ext uri="{FF2B5EF4-FFF2-40B4-BE49-F238E27FC236}">
                      <a16:creationId xmlns:a16="http://schemas.microsoft.com/office/drawing/2014/main" id="{9FCC5E4D-176F-743B-1D91-886112D8D11A}"/>
                    </a:ext>
                  </a:extLst>
                </p14:cNvPr>
                <p14:cNvContentPartPr/>
                <p14:nvPr/>
              </p14:nvContentPartPr>
              <p14:xfrm>
                <a:off x="4378790" y="2581597"/>
                <a:ext cx="12600" cy="38160"/>
              </p14:xfrm>
            </p:contentPart>
          </mc:Choice>
          <mc:Fallback>
            <p:pic>
              <p:nvPicPr>
                <p:cNvPr id="23" name="Ink 22">
                  <a:extLst>
                    <a:ext uri="{FF2B5EF4-FFF2-40B4-BE49-F238E27FC236}">
                      <a16:creationId xmlns:a16="http://schemas.microsoft.com/office/drawing/2014/main" id="{9FCC5E4D-176F-743B-1D91-886112D8D11A}"/>
                    </a:ext>
                  </a:extLst>
                </p:cNvPr>
                <p:cNvPicPr/>
                <p:nvPr/>
              </p:nvPicPr>
              <p:blipFill>
                <a:blip r:embed="rId35"/>
                <a:stretch>
                  <a:fillRect/>
                </a:stretch>
              </p:blipFill>
              <p:spPr>
                <a:xfrm>
                  <a:off x="4360790" y="2563597"/>
                  <a:ext cx="48240" cy="73800"/>
                </a:xfrm>
                <a:prstGeom prst="rect">
                  <a:avLst/>
                </a:prstGeom>
              </p:spPr>
            </p:pic>
          </mc:Fallback>
        </mc:AlternateContent>
        <mc:AlternateContent xmlns:mc="http://schemas.openxmlformats.org/markup-compatibility/2006">
          <mc:Choice xmlns:p14="http://schemas.microsoft.com/office/powerpoint/2010/main" Requires="p14">
            <p:contentPart p14:bwMode="auto" r:id="rId36">
              <p14:nvContentPartPr>
                <p14:cNvPr id="24" name="Ink 23">
                  <a:extLst>
                    <a:ext uri="{FF2B5EF4-FFF2-40B4-BE49-F238E27FC236}">
                      <a16:creationId xmlns:a16="http://schemas.microsoft.com/office/drawing/2014/main" id="{3FDE7FBB-B1EF-3766-059E-23BFE26ABDC2}"/>
                    </a:ext>
                  </a:extLst>
                </p14:cNvPr>
                <p14:cNvContentPartPr/>
                <p14:nvPr/>
              </p14:nvContentPartPr>
              <p14:xfrm>
                <a:off x="4493990" y="2705437"/>
                <a:ext cx="87840" cy="201960"/>
              </p14:xfrm>
            </p:contentPart>
          </mc:Choice>
          <mc:Fallback>
            <p:pic>
              <p:nvPicPr>
                <p:cNvPr id="24" name="Ink 23">
                  <a:extLst>
                    <a:ext uri="{FF2B5EF4-FFF2-40B4-BE49-F238E27FC236}">
                      <a16:creationId xmlns:a16="http://schemas.microsoft.com/office/drawing/2014/main" id="{3FDE7FBB-B1EF-3766-059E-23BFE26ABDC2}"/>
                    </a:ext>
                  </a:extLst>
                </p:cNvPr>
                <p:cNvPicPr/>
                <p:nvPr/>
              </p:nvPicPr>
              <p:blipFill>
                <a:blip r:embed="rId37"/>
                <a:stretch>
                  <a:fillRect/>
                </a:stretch>
              </p:blipFill>
              <p:spPr>
                <a:xfrm>
                  <a:off x="4475990" y="2687437"/>
                  <a:ext cx="123480" cy="237600"/>
                </a:xfrm>
                <a:prstGeom prst="rect">
                  <a:avLst/>
                </a:prstGeom>
              </p:spPr>
            </p:pic>
          </mc:Fallback>
        </mc:AlternateContent>
        <mc:AlternateContent xmlns:mc="http://schemas.openxmlformats.org/markup-compatibility/2006">
          <mc:Choice xmlns:p14="http://schemas.microsoft.com/office/powerpoint/2010/main" Requires="p14">
            <p:contentPart p14:bwMode="auto" r:id="rId38">
              <p14:nvContentPartPr>
                <p14:cNvPr id="25" name="Ink 24">
                  <a:extLst>
                    <a:ext uri="{FF2B5EF4-FFF2-40B4-BE49-F238E27FC236}">
                      <a16:creationId xmlns:a16="http://schemas.microsoft.com/office/drawing/2014/main" id="{2654A897-3A48-B394-AA46-24F2F13C6CE1}"/>
                    </a:ext>
                  </a:extLst>
                </p14:cNvPr>
                <p14:cNvContentPartPr/>
                <p14:nvPr/>
              </p14:nvContentPartPr>
              <p14:xfrm>
                <a:off x="4653110" y="2714437"/>
                <a:ext cx="169200" cy="284040"/>
              </p14:xfrm>
            </p:contentPart>
          </mc:Choice>
          <mc:Fallback>
            <p:pic>
              <p:nvPicPr>
                <p:cNvPr id="25" name="Ink 24">
                  <a:extLst>
                    <a:ext uri="{FF2B5EF4-FFF2-40B4-BE49-F238E27FC236}">
                      <a16:creationId xmlns:a16="http://schemas.microsoft.com/office/drawing/2014/main" id="{2654A897-3A48-B394-AA46-24F2F13C6CE1}"/>
                    </a:ext>
                  </a:extLst>
                </p:cNvPr>
                <p:cNvPicPr/>
                <p:nvPr/>
              </p:nvPicPr>
              <p:blipFill>
                <a:blip r:embed="rId39"/>
                <a:stretch>
                  <a:fillRect/>
                </a:stretch>
              </p:blipFill>
              <p:spPr>
                <a:xfrm>
                  <a:off x="4635470" y="2696437"/>
                  <a:ext cx="204840" cy="319680"/>
                </a:xfrm>
                <a:prstGeom prst="rect">
                  <a:avLst/>
                </a:prstGeom>
              </p:spPr>
            </p:pic>
          </mc:Fallback>
        </mc:AlternateContent>
      </p:grpSp>
      <p:grpSp>
        <p:nvGrpSpPr>
          <p:cNvPr id="28" name="Group 27">
            <a:extLst>
              <a:ext uri="{FF2B5EF4-FFF2-40B4-BE49-F238E27FC236}">
                <a16:creationId xmlns:a16="http://schemas.microsoft.com/office/drawing/2014/main" id="{CFAAE362-DA57-E48A-255B-1A33C5377AA4}"/>
              </a:ext>
            </a:extLst>
          </p:cNvPr>
          <p:cNvGrpSpPr/>
          <p:nvPr/>
        </p:nvGrpSpPr>
        <p:grpSpPr>
          <a:xfrm>
            <a:off x="5192390" y="2575837"/>
            <a:ext cx="92880" cy="203400"/>
            <a:chOff x="5192390" y="2575837"/>
            <a:chExt cx="92880" cy="203400"/>
          </a:xfrm>
        </p:grpSpPr>
        <mc:AlternateContent xmlns:mc="http://schemas.openxmlformats.org/markup-compatibility/2006">
          <mc:Choice xmlns:p14="http://schemas.microsoft.com/office/powerpoint/2010/main" Requires="p14">
            <p:contentPart p14:bwMode="auto" r:id="rId40">
              <p14:nvContentPartPr>
                <p14:cNvPr id="26" name="Ink 25">
                  <a:extLst>
                    <a:ext uri="{FF2B5EF4-FFF2-40B4-BE49-F238E27FC236}">
                      <a16:creationId xmlns:a16="http://schemas.microsoft.com/office/drawing/2014/main" id="{1310C4F9-2431-C119-A6E5-F6D1BABE7038}"/>
                    </a:ext>
                  </a:extLst>
                </p14:cNvPr>
                <p14:cNvContentPartPr/>
                <p14:nvPr/>
              </p14:nvContentPartPr>
              <p14:xfrm>
                <a:off x="5192390" y="2583037"/>
                <a:ext cx="49680" cy="196200"/>
              </p14:xfrm>
            </p:contentPart>
          </mc:Choice>
          <mc:Fallback>
            <p:pic>
              <p:nvPicPr>
                <p:cNvPr id="26" name="Ink 25">
                  <a:extLst>
                    <a:ext uri="{FF2B5EF4-FFF2-40B4-BE49-F238E27FC236}">
                      <a16:creationId xmlns:a16="http://schemas.microsoft.com/office/drawing/2014/main" id="{1310C4F9-2431-C119-A6E5-F6D1BABE7038}"/>
                    </a:ext>
                  </a:extLst>
                </p:cNvPr>
                <p:cNvPicPr/>
                <p:nvPr/>
              </p:nvPicPr>
              <p:blipFill>
                <a:blip r:embed="rId41"/>
                <a:stretch>
                  <a:fillRect/>
                </a:stretch>
              </p:blipFill>
              <p:spPr>
                <a:xfrm>
                  <a:off x="5174390" y="2565037"/>
                  <a:ext cx="85320" cy="231840"/>
                </a:xfrm>
                <a:prstGeom prst="rect">
                  <a:avLst/>
                </a:prstGeom>
              </p:spPr>
            </p:pic>
          </mc:Fallback>
        </mc:AlternateContent>
        <mc:AlternateContent xmlns:mc="http://schemas.openxmlformats.org/markup-compatibility/2006">
          <mc:Choice xmlns:p14="http://schemas.microsoft.com/office/powerpoint/2010/main" Requires="p14">
            <p:contentPart p14:bwMode="auto" r:id="rId42">
              <p14:nvContentPartPr>
                <p14:cNvPr id="27" name="Ink 26">
                  <a:extLst>
                    <a:ext uri="{FF2B5EF4-FFF2-40B4-BE49-F238E27FC236}">
                      <a16:creationId xmlns:a16="http://schemas.microsoft.com/office/drawing/2014/main" id="{F6E07CC4-B987-B65D-425C-0E4A544CF6CD}"/>
                    </a:ext>
                  </a:extLst>
                </p14:cNvPr>
                <p14:cNvContentPartPr/>
                <p14:nvPr/>
              </p14:nvContentPartPr>
              <p14:xfrm>
                <a:off x="5199590" y="2575837"/>
                <a:ext cx="85680" cy="126000"/>
              </p14:xfrm>
            </p:contentPart>
          </mc:Choice>
          <mc:Fallback>
            <p:pic>
              <p:nvPicPr>
                <p:cNvPr id="27" name="Ink 26">
                  <a:extLst>
                    <a:ext uri="{FF2B5EF4-FFF2-40B4-BE49-F238E27FC236}">
                      <a16:creationId xmlns:a16="http://schemas.microsoft.com/office/drawing/2014/main" id="{F6E07CC4-B987-B65D-425C-0E4A544CF6CD}"/>
                    </a:ext>
                  </a:extLst>
                </p:cNvPr>
                <p:cNvPicPr/>
                <p:nvPr/>
              </p:nvPicPr>
              <p:blipFill>
                <a:blip r:embed="rId43"/>
                <a:stretch>
                  <a:fillRect/>
                </a:stretch>
              </p:blipFill>
              <p:spPr>
                <a:xfrm>
                  <a:off x="5181950" y="2558197"/>
                  <a:ext cx="121320" cy="161640"/>
                </a:xfrm>
                <a:prstGeom prst="rect">
                  <a:avLst/>
                </a:prstGeom>
              </p:spPr>
            </p:pic>
          </mc:Fallback>
        </mc:AlternateContent>
      </p:grpSp>
      <p:grpSp>
        <p:nvGrpSpPr>
          <p:cNvPr id="33" name="Group 32">
            <a:extLst>
              <a:ext uri="{FF2B5EF4-FFF2-40B4-BE49-F238E27FC236}">
                <a16:creationId xmlns:a16="http://schemas.microsoft.com/office/drawing/2014/main" id="{B1F66D72-B553-43FB-699E-AD393388932F}"/>
              </a:ext>
            </a:extLst>
          </p:cNvPr>
          <p:cNvGrpSpPr/>
          <p:nvPr/>
        </p:nvGrpSpPr>
        <p:grpSpPr>
          <a:xfrm>
            <a:off x="5417750" y="2529037"/>
            <a:ext cx="121320" cy="227160"/>
            <a:chOff x="5417750" y="2529037"/>
            <a:chExt cx="121320" cy="227160"/>
          </a:xfrm>
        </p:grpSpPr>
        <mc:AlternateContent xmlns:mc="http://schemas.openxmlformats.org/markup-compatibility/2006">
          <mc:Choice xmlns:p14="http://schemas.microsoft.com/office/powerpoint/2010/main" Requires="p14">
            <p:contentPart p14:bwMode="auto" r:id="rId44">
              <p14:nvContentPartPr>
                <p14:cNvPr id="30" name="Ink 29">
                  <a:extLst>
                    <a:ext uri="{FF2B5EF4-FFF2-40B4-BE49-F238E27FC236}">
                      <a16:creationId xmlns:a16="http://schemas.microsoft.com/office/drawing/2014/main" id="{6EC49579-92E1-E661-38B5-ACC357A84C01}"/>
                    </a:ext>
                  </a:extLst>
                </p14:cNvPr>
                <p14:cNvContentPartPr/>
                <p14:nvPr/>
              </p14:nvContentPartPr>
              <p14:xfrm>
                <a:off x="5417750" y="2592037"/>
                <a:ext cx="23400" cy="164160"/>
              </p14:xfrm>
            </p:contentPart>
          </mc:Choice>
          <mc:Fallback>
            <p:pic>
              <p:nvPicPr>
                <p:cNvPr id="30" name="Ink 29">
                  <a:extLst>
                    <a:ext uri="{FF2B5EF4-FFF2-40B4-BE49-F238E27FC236}">
                      <a16:creationId xmlns:a16="http://schemas.microsoft.com/office/drawing/2014/main" id="{6EC49579-92E1-E661-38B5-ACC357A84C01}"/>
                    </a:ext>
                  </a:extLst>
                </p:cNvPr>
                <p:cNvPicPr/>
                <p:nvPr/>
              </p:nvPicPr>
              <p:blipFill>
                <a:blip r:embed="rId45"/>
                <a:stretch>
                  <a:fillRect/>
                </a:stretch>
              </p:blipFill>
              <p:spPr>
                <a:xfrm>
                  <a:off x="5399750" y="2574397"/>
                  <a:ext cx="59040" cy="199800"/>
                </a:xfrm>
                <a:prstGeom prst="rect">
                  <a:avLst/>
                </a:prstGeom>
              </p:spPr>
            </p:pic>
          </mc:Fallback>
        </mc:AlternateContent>
        <mc:AlternateContent xmlns:mc="http://schemas.openxmlformats.org/markup-compatibility/2006">
          <mc:Choice xmlns:p14="http://schemas.microsoft.com/office/powerpoint/2010/main" Requires="p14">
            <p:contentPart p14:bwMode="auto" r:id="rId46">
              <p14:nvContentPartPr>
                <p14:cNvPr id="31" name="Ink 30">
                  <a:extLst>
                    <a:ext uri="{FF2B5EF4-FFF2-40B4-BE49-F238E27FC236}">
                      <a16:creationId xmlns:a16="http://schemas.microsoft.com/office/drawing/2014/main" id="{B5FCEA81-EF22-8E87-F021-A660991B6138}"/>
                    </a:ext>
                  </a:extLst>
                </p14:cNvPr>
                <p14:cNvContentPartPr/>
                <p14:nvPr/>
              </p14:nvContentPartPr>
              <p14:xfrm>
                <a:off x="5453390" y="2529037"/>
                <a:ext cx="85680" cy="142200"/>
              </p14:xfrm>
            </p:contentPart>
          </mc:Choice>
          <mc:Fallback>
            <p:pic>
              <p:nvPicPr>
                <p:cNvPr id="31" name="Ink 30">
                  <a:extLst>
                    <a:ext uri="{FF2B5EF4-FFF2-40B4-BE49-F238E27FC236}">
                      <a16:creationId xmlns:a16="http://schemas.microsoft.com/office/drawing/2014/main" id="{B5FCEA81-EF22-8E87-F021-A660991B6138}"/>
                    </a:ext>
                  </a:extLst>
                </p:cNvPr>
                <p:cNvPicPr/>
                <p:nvPr/>
              </p:nvPicPr>
              <p:blipFill>
                <a:blip r:embed="rId47"/>
                <a:stretch>
                  <a:fillRect/>
                </a:stretch>
              </p:blipFill>
              <p:spPr>
                <a:xfrm>
                  <a:off x="5435750" y="2511037"/>
                  <a:ext cx="121320" cy="17784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48">
            <p14:nvContentPartPr>
              <p14:cNvPr id="32" name="Ink 31">
                <a:extLst>
                  <a:ext uri="{FF2B5EF4-FFF2-40B4-BE49-F238E27FC236}">
                    <a16:creationId xmlns:a16="http://schemas.microsoft.com/office/drawing/2014/main" id="{33A949B2-74CE-CF2A-F141-48A31D4065FA}"/>
                  </a:ext>
                </a:extLst>
              </p14:cNvPr>
              <p14:cNvContentPartPr/>
              <p14:nvPr/>
            </p14:nvContentPartPr>
            <p14:xfrm>
              <a:off x="5666510" y="2520037"/>
              <a:ext cx="165600" cy="241560"/>
            </p14:xfrm>
          </p:contentPart>
        </mc:Choice>
        <mc:Fallback>
          <p:pic>
            <p:nvPicPr>
              <p:cNvPr id="32" name="Ink 31">
                <a:extLst>
                  <a:ext uri="{FF2B5EF4-FFF2-40B4-BE49-F238E27FC236}">
                    <a16:creationId xmlns:a16="http://schemas.microsoft.com/office/drawing/2014/main" id="{33A949B2-74CE-CF2A-F141-48A31D4065FA}"/>
                  </a:ext>
                </a:extLst>
              </p:cNvPr>
              <p:cNvPicPr/>
              <p:nvPr/>
            </p:nvPicPr>
            <p:blipFill>
              <a:blip r:embed="rId49"/>
              <a:stretch>
                <a:fillRect/>
              </a:stretch>
            </p:blipFill>
            <p:spPr>
              <a:xfrm>
                <a:off x="5648870" y="2502037"/>
                <a:ext cx="201240" cy="277200"/>
              </a:xfrm>
              <a:prstGeom prst="rect">
                <a:avLst/>
              </a:prstGeom>
            </p:spPr>
          </p:pic>
        </mc:Fallback>
      </mc:AlternateContent>
      <p:grpSp>
        <p:nvGrpSpPr>
          <p:cNvPr id="48" name="Group 47">
            <a:extLst>
              <a:ext uri="{FF2B5EF4-FFF2-40B4-BE49-F238E27FC236}">
                <a16:creationId xmlns:a16="http://schemas.microsoft.com/office/drawing/2014/main" id="{E15DD004-A457-C4AA-2E21-0A3B052ED5DD}"/>
              </a:ext>
            </a:extLst>
          </p:cNvPr>
          <p:cNvGrpSpPr/>
          <p:nvPr/>
        </p:nvGrpSpPr>
        <p:grpSpPr>
          <a:xfrm>
            <a:off x="6171230" y="1277677"/>
            <a:ext cx="657720" cy="384480"/>
            <a:chOff x="6171230" y="1277677"/>
            <a:chExt cx="657720" cy="384480"/>
          </a:xfrm>
        </p:grpSpPr>
        <mc:AlternateContent xmlns:mc="http://schemas.openxmlformats.org/markup-compatibility/2006">
          <mc:Choice xmlns:p14="http://schemas.microsoft.com/office/powerpoint/2010/main" Requires="p14">
            <p:contentPart p14:bwMode="auto" r:id="rId50">
              <p14:nvContentPartPr>
                <p14:cNvPr id="34" name="Ink 33">
                  <a:extLst>
                    <a:ext uri="{FF2B5EF4-FFF2-40B4-BE49-F238E27FC236}">
                      <a16:creationId xmlns:a16="http://schemas.microsoft.com/office/drawing/2014/main" id="{9D3384A4-CA23-AE30-AF1D-964887DC9473}"/>
                    </a:ext>
                  </a:extLst>
                </p14:cNvPr>
                <p14:cNvContentPartPr/>
                <p14:nvPr/>
              </p14:nvContentPartPr>
              <p14:xfrm>
                <a:off x="6171230" y="1331317"/>
                <a:ext cx="50400" cy="330840"/>
              </p14:xfrm>
            </p:contentPart>
          </mc:Choice>
          <mc:Fallback>
            <p:pic>
              <p:nvPicPr>
                <p:cNvPr id="34" name="Ink 33">
                  <a:extLst>
                    <a:ext uri="{FF2B5EF4-FFF2-40B4-BE49-F238E27FC236}">
                      <a16:creationId xmlns:a16="http://schemas.microsoft.com/office/drawing/2014/main" id="{9D3384A4-CA23-AE30-AF1D-964887DC9473}"/>
                    </a:ext>
                  </a:extLst>
                </p:cNvPr>
                <p:cNvPicPr/>
                <p:nvPr/>
              </p:nvPicPr>
              <p:blipFill>
                <a:blip r:embed="rId51"/>
                <a:stretch>
                  <a:fillRect/>
                </a:stretch>
              </p:blipFill>
              <p:spPr>
                <a:xfrm>
                  <a:off x="6153590" y="1313317"/>
                  <a:ext cx="86040" cy="366480"/>
                </a:xfrm>
                <a:prstGeom prst="rect">
                  <a:avLst/>
                </a:prstGeom>
              </p:spPr>
            </p:pic>
          </mc:Fallback>
        </mc:AlternateContent>
        <mc:AlternateContent xmlns:mc="http://schemas.openxmlformats.org/markup-compatibility/2006">
          <mc:Choice xmlns:p14="http://schemas.microsoft.com/office/powerpoint/2010/main" Requires="p14">
            <p:contentPart p14:bwMode="auto" r:id="rId52">
              <p14:nvContentPartPr>
                <p14:cNvPr id="35" name="Ink 34">
                  <a:extLst>
                    <a:ext uri="{FF2B5EF4-FFF2-40B4-BE49-F238E27FC236}">
                      <a16:creationId xmlns:a16="http://schemas.microsoft.com/office/drawing/2014/main" id="{5070DB71-9338-3EDC-96C3-E56D921FF70F}"/>
                    </a:ext>
                  </a:extLst>
                </p14:cNvPr>
                <p14:cNvContentPartPr/>
                <p14:nvPr/>
              </p14:nvContentPartPr>
              <p14:xfrm>
                <a:off x="6229550" y="1277677"/>
                <a:ext cx="76680" cy="84240"/>
              </p14:xfrm>
            </p:contentPart>
          </mc:Choice>
          <mc:Fallback>
            <p:pic>
              <p:nvPicPr>
                <p:cNvPr id="35" name="Ink 34">
                  <a:extLst>
                    <a:ext uri="{FF2B5EF4-FFF2-40B4-BE49-F238E27FC236}">
                      <a16:creationId xmlns:a16="http://schemas.microsoft.com/office/drawing/2014/main" id="{5070DB71-9338-3EDC-96C3-E56D921FF70F}"/>
                    </a:ext>
                  </a:extLst>
                </p:cNvPr>
                <p:cNvPicPr/>
                <p:nvPr/>
              </p:nvPicPr>
              <p:blipFill>
                <a:blip r:embed="rId53"/>
                <a:stretch>
                  <a:fillRect/>
                </a:stretch>
              </p:blipFill>
              <p:spPr>
                <a:xfrm>
                  <a:off x="6211910" y="1259677"/>
                  <a:ext cx="112320" cy="119880"/>
                </a:xfrm>
                <a:prstGeom prst="rect">
                  <a:avLst/>
                </a:prstGeom>
              </p:spPr>
            </p:pic>
          </mc:Fallback>
        </mc:AlternateContent>
        <mc:AlternateContent xmlns:mc="http://schemas.openxmlformats.org/markup-compatibility/2006">
          <mc:Choice xmlns:p14="http://schemas.microsoft.com/office/powerpoint/2010/main" Requires="p14">
            <p:contentPart p14:bwMode="auto" r:id="rId54">
              <p14:nvContentPartPr>
                <p14:cNvPr id="36" name="Ink 35">
                  <a:extLst>
                    <a:ext uri="{FF2B5EF4-FFF2-40B4-BE49-F238E27FC236}">
                      <a16:creationId xmlns:a16="http://schemas.microsoft.com/office/drawing/2014/main" id="{62196391-0634-E098-8C90-73D012E9AABB}"/>
                    </a:ext>
                  </a:extLst>
                </p14:cNvPr>
                <p14:cNvContentPartPr/>
                <p14:nvPr/>
              </p14:nvContentPartPr>
              <p14:xfrm>
                <a:off x="6173750" y="1410517"/>
                <a:ext cx="144360" cy="56520"/>
              </p14:xfrm>
            </p:contentPart>
          </mc:Choice>
          <mc:Fallback>
            <p:pic>
              <p:nvPicPr>
                <p:cNvPr id="36" name="Ink 35">
                  <a:extLst>
                    <a:ext uri="{FF2B5EF4-FFF2-40B4-BE49-F238E27FC236}">
                      <a16:creationId xmlns:a16="http://schemas.microsoft.com/office/drawing/2014/main" id="{62196391-0634-E098-8C90-73D012E9AABB}"/>
                    </a:ext>
                  </a:extLst>
                </p:cNvPr>
                <p:cNvPicPr/>
                <p:nvPr/>
              </p:nvPicPr>
              <p:blipFill>
                <a:blip r:embed="rId55"/>
                <a:stretch>
                  <a:fillRect/>
                </a:stretch>
              </p:blipFill>
              <p:spPr>
                <a:xfrm>
                  <a:off x="6155750" y="1392877"/>
                  <a:ext cx="180000" cy="92160"/>
                </a:xfrm>
                <a:prstGeom prst="rect">
                  <a:avLst/>
                </a:prstGeom>
              </p:spPr>
            </p:pic>
          </mc:Fallback>
        </mc:AlternateContent>
        <mc:AlternateContent xmlns:mc="http://schemas.openxmlformats.org/markup-compatibility/2006">
          <mc:Choice xmlns:p14="http://schemas.microsoft.com/office/powerpoint/2010/main" Requires="p14">
            <p:contentPart p14:bwMode="auto" r:id="rId56">
              <p14:nvContentPartPr>
                <p14:cNvPr id="37" name="Ink 36">
                  <a:extLst>
                    <a:ext uri="{FF2B5EF4-FFF2-40B4-BE49-F238E27FC236}">
                      <a16:creationId xmlns:a16="http://schemas.microsoft.com/office/drawing/2014/main" id="{C6565796-7375-0A3F-B303-6F0C466142E6}"/>
                    </a:ext>
                  </a:extLst>
                </p14:cNvPr>
                <p14:cNvContentPartPr/>
                <p14:nvPr/>
              </p14:nvContentPartPr>
              <p14:xfrm>
                <a:off x="6403430" y="1343917"/>
                <a:ext cx="44280" cy="184320"/>
              </p14:xfrm>
            </p:contentPart>
          </mc:Choice>
          <mc:Fallback>
            <p:pic>
              <p:nvPicPr>
                <p:cNvPr id="37" name="Ink 36">
                  <a:extLst>
                    <a:ext uri="{FF2B5EF4-FFF2-40B4-BE49-F238E27FC236}">
                      <a16:creationId xmlns:a16="http://schemas.microsoft.com/office/drawing/2014/main" id="{C6565796-7375-0A3F-B303-6F0C466142E6}"/>
                    </a:ext>
                  </a:extLst>
                </p:cNvPr>
                <p:cNvPicPr/>
                <p:nvPr/>
              </p:nvPicPr>
              <p:blipFill>
                <a:blip r:embed="rId57"/>
                <a:stretch>
                  <a:fillRect/>
                </a:stretch>
              </p:blipFill>
              <p:spPr>
                <a:xfrm>
                  <a:off x="6385430" y="1325917"/>
                  <a:ext cx="79920" cy="219960"/>
                </a:xfrm>
                <a:prstGeom prst="rect">
                  <a:avLst/>
                </a:prstGeom>
              </p:spPr>
            </p:pic>
          </mc:Fallback>
        </mc:AlternateContent>
        <mc:AlternateContent xmlns:mc="http://schemas.openxmlformats.org/markup-compatibility/2006">
          <mc:Choice xmlns:p14="http://schemas.microsoft.com/office/powerpoint/2010/main" Requires="p14">
            <p:contentPart p14:bwMode="auto" r:id="rId58">
              <p14:nvContentPartPr>
                <p14:cNvPr id="38" name="Ink 37">
                  <a:extLst>
                    <a:ext uri="{FF2B5EF4-FFF2-40B4-BE49-F238E27FC236}">
                      <a16:creationId xmlns:a16="http://schemas.microsoft.com/office/drawing/2014/main" id="{58FE2BC5-23E3-D4AA-0276-08DEED221D41}"/>
                    </a:ext>
                  </a:extLst>
                </p14:cNvPr>
                <p14:cNvContentPartPr/>
                <p14:nvPr/>
              </p14:nvContentPartPr>
              <p14:xfrm>
                <a:off x="6426110" y="1282357"/>
                <a:ext cx="131760" cy="81720"/>
              </p14:xfrm>
            </p:contentPart>
          </mc:Choice>
          <mc:Fallback>
            <p:pic>
              <p:nvPicPr>
                <p:cNvPr id="38" name="Ink 37">
                  <a:extLst>
                    <a:ext uri="{FF2B5EF4-FFF2-40B4-BE49-F238E27FC236}">
                      <a16:creationId xmlns:a16="http://schemas.microsoft.com/office/drawing/2014/main" id="{58FE2BC5-23E3-D4AA-0276-08DEED221D41}"/>
                    </a:ext>
                  </a:extLst>
                </p:cNvPr>
                <p:cNvPicPr/>
                <p:nvPr/>
              </p:nvPicPr>
              <p:blipFill>
                <a:blip r:embed="rId59"/>
                <a:stretch>
                  <a:fillRect/>
                </a:stretch>
              </p:blipFill>
              <p:spPr>
                <a:xfrm>
                  <a:off x="6408110" y="1264717"/>
                  <a:ext cx="167400" cy="117360"/>
                </a:xfrm>
                <a:prstGeom prst="rect">
                  <a:avLst/>
                </a:prstGeom>
              </p:spPr>
            </p:pic>
          </mc:Fallback>
        </mc:AlternateContent>
        <mc:AlternateContent xmlns:mc="http://schemas.openxmlformats.org/markup-compatibility/2006">
          <mc:Choice xmlns:p14="http://schemas.microsoft.com/office/powerpoint/2010/main" Requires="p14">
            <p:contentPart p14:bwMode="auto" r:id="rId60">
              <p14:nvContentPartPr>
                <p14:cNvPr id="39" name="Ink 38">
                  <a:extLst>
                    <a:ext uri="{FF2B5EF4-FFF2-40B4-BE49-F238E27FC236}">
                      <a16:creationId xmlns:a16="http://schemas.microsoft.com/office/drawing/2014/main" id="{545C44B6-A141-721A-D8DB-BFF36B412E69}"/>
                    </a:ext>
                  </a:extLst>
                </p14:cNvPr>
                <p14:cNvContentPartPr/>
                <p14:nvPr/>
              </p14:nvContentPartPr>
              <p14:xfrm>
                <a:off x="6440150" y="1416637"/>
                <a:ext cx="135720" cy="54360"/>
              </p14:xfrm>
            </p:contentPart>
          </mc:Choice>
          <mc:Fallback>
            <p:pic>
              <p:nvPicPr>
                <p:cNvPr id="39" name="Ink 38">
                  <a:extLst>
                    <a:ext uri="{FF2B5EF4-FFF2-40B4-BE49-F238E27FC236}">
                      <a16:creationId xmlns:a16="http://schemas.microsoft.com/office/drawing/2014/main" id="{545C44B6-A141-721A-D8DB-BFF36B412E69}"/>
                    </a:ext>
                  </a:extLst>
                </p:cNvPr>
                <p:cNvPicPr/>
                <p:nvPr/>
              </p:nvPicPr>
              <p:blipFill>
                <a:blip r:embed="rId61"/>
                <a:stretch>
                  <a:fillRect/>
                </a:stretch>
              </p:blipFill>
              <p:spPr>
                <a:xfrm>
                  <a:off x="6422510" y="1398637"/>
                  <a:ext cx="171360" cy="90000"/>
                </a:xfrm>
                <a:prstGeom prst="rect">
                  <a:avLst/>
                </a:prstGeom>
              </p:spPr>
            </p:pic>
          </mc:Fallback>
        </mc:AlternateContent>
        <mc:AlternateContent xmlns:mc="http://schemas.openxmlformats.org/markup-compatibility/2006">
          <mc:Choice xmlns:p14="http://schemas.microsoft.com/office/powerpoint/2010/main" Requires="p14">
            <p:contentPart p14:bwMode="auto" r:id="rId62">
              <p14:nvContentPartPr>
                <p14:cNvPr id="40" name="Ink 39">
                  <a:extLst>
                    <a:ext uri="{FF2B5EF4-FFF2-40B4-BE49-F238E27FC236}">
                      <a16:creationId xmlns:a16="http://schemas.microsoft.com/office/drawing/2014/main" id="{185AFDD8-4B10-8E69-3C79-130B54510527}"/>
                    </a:ext>
                  </a:extLst>
                </p14:cNvPr>
                <p14:cNvContentPartPr/>
                <p14:nvPr/>
              </p14:nvContentPartPr>
              <p14:xfrm>
                <a:off x="6699710" y="1298557"/>
                <a:ext cx="129240" cy="33840"/>
              </p14:xfrm>
            </p:contentPart>
          </mc:Choice>
          <mc:Fallback>
            <p:pic>
              <p:nvPicPr>
                <p:cNvPr id="40" name="Ink 39">
                  <a:extLst>
                    <a:ext uri="{FF2B5EF4-FFF2-40B4-BE49-F238E27FC236}">
                      <a16:creationId xmlns:a16="http://schemas.microsoft.com/office/drawing/2014/main" id="{185AFDD8-4B10-8E69-3C79-130B54510527}"/>
                    </a:ext>
                  </a:extLst>
                </p:cNvPr>
                <p:cNvPicPr/>
                <p:nvPr/>
              </p:nvPicPr>
              <p:blipFill>
                <a:blip r:embed="rId63"/>
                <a:stretch>
                  <a:fillRect/>
                </a:stretch>
              </p:blipFill>
              <p:spPr>
                <a:xfrm>
                  <a:off x="6682070" y="1280557"/>
                  <a:ext cx="164880" cy="69480"/>
                </a:xfrm>
                <a:prstGeom prst="rect">
                  <a:avLst/>
                </a:prstGeom>
              </p:spPr>
            </p:pic>
          </mc:Fallback>
        </mc:AlternateContent>
        <mc:AlternateContent xmlns:mc="http://schemas.openxmlformats.org/markup-compatibility/2006">
          <mc:Choice xmlns:p14="http://schemas.microsoft.com/office/powerpoint/2010/main" Requires="p14">
            <p:contentPart p14:bwMode="auto" r:id="rId64">
              <p14:nvContentPartPr>
                <p14:cNvPr id="41" name="Ink 40">
                  <a:extLst>
                    <a:ext uri="{FF2B5EF4-FFF2-40B4-BE49-F238E27FC236}">
                      <a16:creationId xmlns:a16="http://schemas.microsoft.com/office/drawing/2014/main" id="{68C93DDD-C8D3-F8BD-2C09-5F87BC35F5AE}"/>
                    </a:ext>
                  </a:extLst>
                </p14:cNvPr>
                <p14:cNvContentPartPr/>
                <p14:nvPr/>
              </p14:nvContentPartPr>
              <p14:xfrm>
                <a:off x="6748310" y="1302877"/>
                <a:ext cx="40680" cy="250920"/>
              </p14:xfrm>
            </p:contentPart>
          </mc:Choice>
          <mc:Fallback>
            <p:pic>
              <p:nvPicPr>
                <p:cNvPr id="41" name="Ink 40">
                  <a:extLst>
                    <a:ext uri="{FF2B5EF4-FFF2-40B4-BE49-F238E27FC236}">
                      <a16:creationId xmlns:a16="http://schemas.microsoft.com/office/drawing/2014/main" id="{68C93DDD-C8D3-F8BD-2C09-5F87BC35F5AE}"/>
                    </a:ext>
                  </a:extLst>
                </p:cNvPr>
                <p:cNvPicPr/>
                <p:nvPr/>
              </p:nvPicPr>
              <p:blipFill>
                <a:blip r:embed="rId65"/>
                <a:stretch>
                  <a:fillRect/>
                </a:stretch>
              </p:blipFill>
              <p:spPr>
                <a:xfrm>
                  <a:off x="6730670" y="1285237"/>
                  <a:ext cx="76320" cy="286560"/>
                </a:xfrm>
                <a:prstGeom prst="rect">
                  <a:avLst/>
                </a:prstGeom>
              </p:spPr>
            </p:pic>
          </mc:Fallback>
        </mc:AlternateContent>
      </p:grpSp>
      <p:grpSp>
        <p:nvGrpSpPr>
          <p:cNvPr id="47" name="Group 46">
            <a:extLst>
              <a:ext uri="{FF2B5EF4-FFF2-40B4-BE49-F238E27FC236}">
                <a16:creationId xmlns:a16="http://schemas.microsoft.com/office/drawing/2014/main" id="{1D36A8A0-1F09-0513-F2B5-A2E0CC906524}"/>
              </a:ext>
            </a:extLst>
          </p:cNvPr>
          <p:cNvGrpSpPr/>
          <p:nvPr/>
        </p:nvGrpSpPr>
        <p:grpSpPr>
          <a:xfrm>
            <a:off x="7071950" y="1423837"/>
            <a:ext cx="367200" cy="174960"/>
            <a:chOff x="7071950" y="1423837"/>
            <a:chExt cx="367200" cy="174960"/>
          </a:xfrm>
        </p:grpSpPr>
        <mc:AlternateContent xmlns:mc="http://schemas.openxmlformats.org/markup-compatibility/2006">
          <mc:Choice xmlns:p14="http://schemas.microsoft.com/office/powerpoint/2010/main" Requires="p14">
            <p:contentPart p14:bwMode="auto" r:id="rId66">
              <p14:nvContentPartPr>
                <p14:cNvPr id="42" name="Ink 41">
                  <a:extLst>
                    <a:ext uri="{FF2B5EF4-FFF2-40B4-BE49-F238E27FC236}">
                      <a16:creationId xmlns:a16="http://schemas.microsoft.com/office/drawing/2014/main" id="{45A7AB62-BFC4-2362-A586-206188AE4D3C}"/>
                    </a:ext>
                  </a:extLst>
                </p14:cNvPr>
                <p14:cNvContentPartPr/>
                <p14:nvPr/>
              </p14:nvContentPartPr>
              <p14:xfrm>
                <a:off x="7071950" y="1472077"/>
                <a:ext cx="367200" cy="16920"/>
              </p14:xfrm>
            </p:contentPart>
          </mc:Choice>
          <mc:Fallback>
            <p:pic>
              <p:nvPicPr>
                <p:cNvPr id="42" name="Ink 41">
                  <a:extLst>
                    <a:ext uri="{FF2B5EF4-FFF2-40B4-BE49-F238E27FC236}">
                      <a16:creationId xmlns:a16="http://schemas.microsoft.com/office/drawing/2014/main" id="{45A7AB62-BFC4-2362-A586-206188AE4D3C}"/>
                    </a:ext>
                  </a:extLst>
                </p:cNvPr>
                <p:cNvPicPr/>
                <p:nvPr/>
              </p:nvPicPr>
              <p:blipFill>
                <a:blip r:embed="rId67"/>
                <a:stretch>
                  <a:fillRect/>
                </a:stretch>
              </p:blipFill>
              <p:spPr>
                <a:xfrm>
                  <a:off x="7054310" y="1454437"/>
                  <a:ext cx="402840" cy="52560"/>
                </a:xfrm>
                <a:prstGeom prst="rect">
                  <a:avLst/>
                </a:prstGeom>
              </p:spPr>
            </p:pic>
          </mc:Fallback>
        </mc:AlternateContent>
        <mc:AlternateContent xmlns:mc="http://schemas.openxmlformats.org/markup-compatibility/2006">
          <mc:Choice xmlns:p14="http://schemas.microsoft.com/office/powerpoint/2010/main" Requires="p14">
            <p:contentPart p14:bwMode="auto" r:id="rId68">
              <p14:nvContentPartPr>
                <p14:cNvPr id="43" name="Ink 42">
                  <a:extLst>
                    <a:ext uri="{FF2B5EF4-FFF2-40B4-BE49-F238E27FC236}">
                      <a16:creationId xmlns:a16="http://schemas.microsoft.com/office/drawing/2014/main" id="{31D37B80-BD00-2A61-E19C-DFE72924C227}"/>
                    </a:ext>
                  </a:extLst>
                </p14:cNvPr>
                <p14:cNvContentPartPr/>
                <p14:nvPr/>
              </p14:nvContentPartPr>
              <p14:xfrm>
                <a:off x="7347710" y="1423837"/>
                <a:ext cx="75240" cy="174960"/>
              </p14:xfrm>
            </p:contentPart>
          </mc:Choice>
          <mc:Fallback>
            <p:pic>
              <p:nvPicPr>
                <p:cNvPr id="43" name="Ink 42">
                  <a:extLst>
                    <a:ext uri="{FF2B5EF4-FFF2-40B4-BE49-F238E27FC236}">
                      <a16:creationId xmlns:a16="http://schemas.microsoft.com/office/drawing/2014/main" id="{31D37B80-BD00-2A61-E19C-DFE72924C227}"/>
                    </a:ext>
                  </a:extLst>
                </p:cNvPr>
                <p:cNvPicPr/>
                <p:nvPr/>
              </p:nvPicPr>
              <p:blipFill>
                <a:blip r:embed="rId69"/>
                <a:stretch>
                  <a:fillRect/>
                </a:stretch>
              </p:blipFill>
              <p:spPr>
                <a:xfrm>
                  <a:off x="7330070" y="1406197"/>
                  <a:ext cx="110880" cy="210600"/>
                </a:xfrm>
                <a:prstGeom prst="rect">
                  <a:avLst/>
                </a:prstGeom>
              </p:spPr>
            </p:pic>
          </mc:Fallback>
        </mc:AlternateContent>
      </p:grpSp>
      <p:grpSp>
        <p:nvGrpSpPr>
          <p:cNvPr id="50" name="Group 49">
            <a:extLst>
              <a:ext uri="{FF2B5EF4-FFF2-40B4-BE49-F238E27FC236}">
                <a16:creationId xmlns:a16="http://schemas.microsoft.com/office/drawing/2014/main" id="{64E5CAE1-EFB3-E4CC-5B42-4D08F718EDE1}"/>
              </a:ext>
            </a:extLst>
          </p:cNvPr>
          <p:cNvGrpSpPr/>
          <p:nvPr/>
        </p:nvGrpSpPr>
        <p:grpSpPr>
          <a:xfrm>
            <a:off x="8015870" y="779077"/>
            <a:ext cx="1542600" cy="1176480"/>
            <a:chOff x="8015870" y="779077"/>
            <a:chExt cx="1542600" cy="1176480"/>
          </a:xfrm>
        </p:grpSpPr>
        <mc:AlternateContent xmlns:mc="http://schemas.openxmlformats.org/markup-compatibility/2006">
          <mc:Choice xmlns:p14="http://schemas.microsoft.com/office/powerpoint/2010/main" Requires="p14">
            <p:contentPart p14:bwMode="auto" r:id="rId70">
              <p14:nvContentPartPr>
                <p14:cNvPr id="44" name="Ink 43">
                  <a:extLst>
                    <a:ext uri="{FF2B5EF4-FFF2-40B4-BE49-F238E27FC236}">
                      <a16:creationId xmlns:a16="http://schemas.microsoft.com/office/drawing/2014/main" id="{E283BCA9-00C0-0897-5165-DACC85428D8F}"/>
                    </a:ext>
                  </a:extLst>
                </p14:cNvPr>
                <p14:cNvContentPartPr/>
                <p14:nvPr/>
              </p14:nvContentPartPr>
              <p14:xfrm>
                <a:off x="8023790" y="779077"/>
                <a:ext cx="97920" cy="1157040"/>
              </p14:xfrm>
            </p:contentPart>
          </mc:Choice>
          <mc:Fallback>
            <p:pic>
              <p:nvPicPr>
                <p:cNvPr id="44" name="Ink 43">
                  <a:extLst>
                    <a:ext uri="{FF2B5EF4-FFF2-40B4-BE49-F238E27FC236}">
                      <a16:creationId xmlns:a16="http://schemas.microsoft.com/office/drawing/2014/main" id="{E283BCA9-00C0-0897-5165-DACC85428D8F}"/>
                    </a:ext>
                  </a:extLst>
                </p:cNvPr>
                <p:cNvPicPr/>
                <p:nvPr/>
              </p:nvPicPr>
              <p:blipFill>
                <a:blip r:embed="rId71"/>
                <a:stretch>
                  <a:fillRect/>
                </a:stretch>
              </p:blipFill>
              <p:spPr>
                <a:xfrm>
                  <a:off x="8005790" y="761077"/>
                  <a:ext cx="133560" cy="1192680"/>
                </a:xfrm>
                <a:prstGeom prst="rect">
                  <a:avLst/>
                </a:prstGeom>
              </p:spPr>
            </p:pic>
          </mc:Fallback>
        </mc:AlternateContent>
        <mc:AlternateContent xmlns:mc="http://schemas.openxmlformats.org/markup-compatibility/2006">
          <mc:Choice xmlns:p14="http://schemas.microsoft.com/office/powerpoint/2010/main" Requires="p14">
            <p:contentPart p14:bwMode="auto" r:id="rId72">
              <p14:nvContentPartPr>
                <p14:cNvPr id="45" name="Ink 44">
                  <a:extLst>
                    <a:ext uri="{FF2B5EF4-FFF2-40B4-BE49-F238E27FC236}">
                      <a16:creationId xmlns:a16="http://schemas.microsoft.com/office/drawing/2014/main" id="{480D7EA9-310E-5102-53BD-09A44821246B}"/>
                    </a:ext>
                  </a:extLst>
                </p14:cNvPr>
                <p14:cNvContentPartPr/>
                <p14:nvPr/>
              </p14:nvContentPartPr>
              <p14:xfrm>
                <a:off x="8015870" y="1881397"/>
                <a:ext cx="1542600" cy="74160"/>
              </p14:xfrm>
            </p:contentPart>
          </mc:Choice>
          <mc:Fallback>
            <p:pic>
              <p:nvPicPr>
                <p:cNvPr id="45" name="Ink 44">
                  <a:extLst>
                    <a:ext uri="{FF2B5EF4-FFF2-40B4-BE49-F238E27FC236}">
                      <a16:creationId xmlns:a16="http://schemas.microsoft.com/office/drawing/2014/main" id="{480D7EA9-310E-5102-53BD-09A44821246B}"/>
                    </a:ext>
                  </a:extLst>
                </p:cNvPr>
                <p:cNvPicPr/>
                <p:nvPr/>
              </p:nvPicPr>
              <p:blipFill>
                <a:blip r:embed="rId73"/>
                <a:stretch>
                  <a:fillRect/>
                </a:stretch>
              </p:blipFill>
              <p:spPr>
                <a:xfrm>
                  <a:off x="7998230" y="1863757"/>
                  <a:ext cx="1578240" cy="109800"/>
                </a:xfrm>
                <a:prstGeom prst="rect">
                  <a:avLst/>
                </a:prstGeom>
              </p:spPr>
            </p:pic>
          </mc:Fallback>
        </mc:AlternateContent>
        <mc:AlternateContent xmlns:mc="http://schemas.openxmlformats.org/markup-compatibility/2006">
          <mc:Choice xmlns:p14="http://schemas.microsoft.com/office/powerpoint/2010/main" Requires="p14">
            <p:contentPart p14:bwMode="auto" r:id="rId74">
              <p14:nvContentPartPr>
                <p14:cNvPr id="49" name="Ink 48">
                  <a:extLst>
                    <a:ext uri="{FF2B5EF4-FFF2-40B4-BE49-F238E27FC236}">
                      <a16:creationId xmlns:a16="http://schemas.microsoft.com/office/drawing/2014/main" id="{F0071FC3-89AA-EB0B-5E4E-674863138A4D}"/>
                    </a:ext>
                  </a:extLst>
                </p14:cNvPr>
                <p14:cNvContentPartPr/>
                <p14:nvPr/>
              </p14:nvContentPartPr>
              <p14:xfrm>
                <a:off x="8350670" y="783757"/>
                <a:ext cx="1149120" cy="1062360"/>
              </p14:xfrm>
            </p:contentPart>
          </mc:Choice>
          <mc:Fallback>
            <p:pic>
              <p:nvPicPr>
                <p:cNvPr id="49" name="Ink 48">
                  <a:extLst>
                    <a:ext uri="{FF2B5EF4-FFF2-40B4-BE49-F238E27FC236}">
                      <a16:creationId xmlns:a16="http://schemas.microsoft.com/office/drawing/2014/main" id="{F0071FC3-89AA-EB0B-5E4E-674863138A4D}"/>
                    </a:ext>
                  </a:extLst>
                </p:cNvPr>
                <p:cNvPicPr/>
                <p:nvPr/>
              </p:nvPicPr>
              <p:blipFill>
                <a:blip r:embed="rId75"/>
                <a:stretch>
                  <a:fillRect/>
                </a:stretch>
              </p:blipFill>
              <p:spPr>
                <a:xfrm>
                  <a:off x="8333030" y="765757"/>
                  <a:ext cx="1184760" cy="1098000"/>
                </a:xfrm>
                <a:prstGeom prst="rect">
                  <a:avLst/>
                </a:prstGeom>
              </p:spPr>
            </p:pic>
          </mc:Fallback>
        </mc:AlternateContent>
      </p:grpSp>
      <p:grpSp>
        <p:nvGrpSpPr>
          <p:cNvPr id="74" name="Group 73">
            <a:extLst>
              <a:ext uri="{FF2B5EF4-FFF2-40B4-BE49-F238E27FC236}">
                <a16:creationId xmlns:a16="http://schemas.microsoft.com/office/drawing/2014/main" id="{F46F9DC8-B295-B630-D0F2-D89C310906D6}"/>
              </a:ext>
            </a:extLst>
          </p:cNvPr>
          <p:cNvGrpSpPr/>
          <p:nvPr/>
        </p:nvGrpSpPr>
        <p:grpSpPr>
          <a:xfrm>
            <a:off x="6418910" y="2601757"/>
            <a:ext cx="642960" cy="234000"/>
            <a:chOff x="6418910" y="2601757"/>
            <a:chExt cx="642960" cy="234000"/>
          </a:xfrm>
        </p:grpSpPr>
        <mc:AlternateContent xmlns:mc="http://schemas.openxmlformats.org/markup-compatibility/2006">
          <mc:Choice xmlns:p14="http://schemas.microsoft.com/office/powerpoint/2010/main" Requires="p14">
            <p:contentPart p14:bwMode="auto" r:id="rId76">
              <p14:nvContentPartPr>
                <p14:cNvPr id="58" name="Ink 57">
                  <a:extLst>
                    <a:ext uri="{FF2B5EF4-FFF2-40B4-BE49-F238E27FC236}">
                      <a16:creationId xmlns:a16="http://schemas.microsoft.com/office/drawing/2014/main" id="{AE06323D-0120-AB53-E76E-A2FAF6A409D1}"/>
                    </a:ext>
                  </a:extLst>
                </p14:cNvPr>
                <p14:cNvContentPartPr/>
                <p14:nvPr/>
              </p14:nvContentPartPr>
              <p14:xfrm>
                <a:off x="6418910" y="2640637"/>
                <a:ext cx="53280" cy="195120"/>
              </p14:xfrm>
            </p:contentPart>
          </mc:Choice>
          <mc:Fallback>
            <p:pic>
              <p:nvPicPr>
                <p:cNvPr id="58" name="Ink 57">
                  <a:extLst>
                    <a:ext uri="{FF2B5EF4-FFF2-40B4-BE49-F238E27FC236}">
                      <a16:creationId xmlns:a16="http://schemas.microsoft.com/office/drawing/2014/main" id="{AE06323D-0120-AB53-E76E-A2FAF6A409D1}"/>
                    </a:ext>
                  </a:extLst>
                </p:cNvPr>
                <p:cNvPicPr/>
                <p:nvPr/>
              </p:nvPicPr>
              <p:blipFill>
                <a:blip r:embed="rId77"/>
                <a:stretch>
                  <a:fillRect/>
                </a:stretch>
              </p:blipFill>
              <p:spPr>
                <a:xfrm>
                  <a:off x="6400910" y="2622997"/>
                  <a:ext cx="88920" cy="230760"/>
                </a:xfrm>
                <a:prstGeom prst="rect">
                  <a:avLst/>
                </a:prstGeom>
              </p:spPr>
            </p:pic>
          </mc:Fallback>
        </mc:AlternateContent>
        <mc:AlternateContent xmlns:mc="http://schemas.openxmlformats.org/markup-compatibility/2006">
          <mc:Choice xmlns:p14="http://schemas.microsoft.com/office/powerpoint/2010/main" Requires="p14">
            <p:contentPart p14:bwMode="auto" r:id="rId78">
              <p14:nvContentPartPr>
                <p14:cNvPr id="59" name="Ink 58">
                  <a:extLst>
                    <a:ext uri="{FF2B5EF4-FFF2-40B4-BE49-F238E27FC236}">
                      <a16:creationId xmlns:a16="http://schemas.microsoft.com/office/drawing/2014/main" id="{5B975815-0A71-9060-5896-E80BE640CF2A}"/>
                    </a:ext>
                  </a:extLst>
                </p14:cNvPr>
                <p14:cNvContentPartPr/>
                <p14:nvPr/>
              </p14:nvContentPartPr>
              <p14:xfrm>
                <a:off x="6419270" y="2624797"/>
                <a:ext cx="86760" cy="149760"/>
              </p14:xfrm>
            </p:contentPart>
          </mc:Choice>
          <mc:Fallback>
            <p:pic>
              <p:nvPicPr>
                <p:cNvPr id="59" name="Ink 58">
                  <a:extLst>
                    <a:ext uri="{FF2B5EF4-FFF2-40B4-BE49-F238E27FC236}">
                      <a16:creationId xmlns:a16="http://schemas.microsoft.com/office/drawing/2014/main" id="{5B975815-0A71-9060-5896-E80BE640CF2A}"/>
                    </a:ext>
                  </a:extLst>
                </p:cNvPr>
                <p:cNvPicPr/>
                <p:nvPr/>
              </p:nvPicPr>
              <p:blipFill>
                <a:blip r:embed="rId79"/>
                <a:stretch>
                  <a:fillRect/>
                </a:stretch>
              </p:blipFill>
              <p:spPr>
                <a:xfrm>
                  <a:off x="6401630" y="2607157"/>
                  <a:ext cx="122400" cy="185400"/>
                </a:xfrm>
                <a:prstGeom prst="rect">
                  <a:avLst/>
                </a:prstGeom>
              </p:spPr>
            </p:pic>
          </mc:Fallback>
        </mc:AlternateContent>
        <mc:AlternateContent xmlns:mc="http://schemas.openxmlformats.org/markup-compatibility/2006">
          <mc:Choice xmlns:p14="http://schemas.microsoft.com/office/powerpoint/2010/main" Requires="p14">
            <p:contentPart p14:bwMode="auto" r:id="rId80">
              <p14:nvContentPartPr>
                <p14:cNvPr id="60" name="Ink 59">
                  <a:extLst>
                    <a:ext uri="{FF2B5EF4-FFF2-40B4-BE49-F238E27FC236}">
                      <a16:creationId xmlns:a16="http://schemas.microsoft.com/office/drawing/2014/main" id="{FC812EE6-9C5C-8CD0-8487-EE6EB5CBC3C2}"/>
                    </a:ext>
                  </a:extLst>
                </p14:cNvPr>
                <p14:cNvContentPartPr/>
                <p14:nvPr/>
              </p14:nvContentPartPr>
              <p14:xfrm>
                <a:off x="6449150" y="2696437"/>
                <a:ext cx="150840" cy="60840"/>
              </p14:xfrm>
            </p:contentPart>
          </mc:Choice>
          <mc:Fallback>
            <p:pic>
              <p:nvPicPr>
                <p:cNvPr id="60" name="Ink 59">
                  <a:extLst>
                    <a:ext uri="{FF2B5EF4-FFF2-40B4-BE49-F238E27FC236}">
                      <a16:creationId xmlns:a16="http://schemas.microsoft.com/office/drawing/2014/main" id="{FC812EE6-9C5C-8CD0-8487-EE6EB5CBC3C2}"/>
                    </a:ext>
                  </a:extLst>
                </p:cNvPr>
                <p:cNvPicPr/>
                <p:nvPr/>
              </p:nvPicPr>
              <p:blipFill>
                <a:blip r:embed="rId81"/>
                <a:stretch>
                  <a:fillRect/>
                </a:stretch>
              </p:blipFill>
              <p:spPr>
                <a:xfrm>
                  <a:off x="6431510" y="2678797"/>
                  <a:ext cx="186480" cy="96480"/>
                </a:xfrm>
                <a:prstGeom prst="rect">
                  <a:avLst/>
                </a:prstGeom>
              </p:spPr>
            </p:pic>
          </mc:Fallback>
        </mc:AlternateContent>
        <mc:AlternateContent xmlns:mc="http://schemas.openxmlformats.org/markup-compatibility/2006">
          <mc:Choice xmlns:p14="http://schemas.microsoft.com/office/powerpoint/2010/main" Requires="p14">
            <p:contentPart p14:bwMode="auto" r:id="rId82">
              <p14:nvContentPartPr>
                <p14:cNvPr id="61" name="Ink 60">
                  <a:extLst>
                    <a:ext uri="{FF2B5EF4-FFF2-40B4-BE49-F238E27FC236}">
                      <a16:creationId xmlns:a16="http://schemas.microsoft.com/office/drawing/2014/main" id="{C64A885F-1AD5-36D9-2E9F-296A64452762}"/>
                    </a:ext>
                  </a:extLst>
                </p14:cNvPr>
                <p14:cNvContentPartPr/>
                <p14:nvPr/>
              </p14:nvContentPartPr>
              <p14:xfrm>
                <a:off x="6662630" y="2652157"/>
                <a:ext cx="66600" cy="177120"/>
              </p14:xfrm>
            </p:contentPart>
          </mc:Choice>
          <mc:Fallback>
            <p:pic>
              <p:nvPicPr>
                <p:cNvPr id="61" name="Ink 60">
                  <a:extLst>
                    <a:ext uri="{FF2B5EF4-FFF2-40B4-BE49-F238E27FC236}">
                      <a16:creationId xmlns:a16="http://schemas.microsoft.com/office/drawing/2014/main" id="{C64A885F-1AD5-36D9-2E9F-296A64452762}"/>
                    </a:ext>
                  </a:extLst>
                </p:cNvPr>
                <p:cNvPicPr/>
                <p:nvPr/>
              </p:nvPicPr>
              <p:blipFill>
                <a:blip r:embed="rId83"/>
                <a:stretch>
                  <a:fillRect/>
                </a:stretch>
              </p:blipFill>
              <p:spPr>
                <a:xfrm>
                  <a:off x="6644990" y="2634517"/>
                  <a:ext cx="102240" cy="212760"/>
                </a:xfrm>
                <a:prstGeom prst="rect">
                  <a:avLst/>
                </a:prstGeom>
              </p:spPr>
            </p:pic>
          </mc:Fallback>
        </mc:AlternateContent>
        <mc:AlternateContent xmlns:mc="http://schemas.openxmlformats.org/markup-compatibility/2006">
          <mc:Choice xmlns:p14="http://schemas.microsoft.com/office/powerpoint/2010/main" Requires="p14">
            <p:contentPart p14:bwMode="auto" r:id="rId84">
              <p14:nvContentPartPr>
                <p14:cNvPr id="62" name="Ink 61">
                  <a:extLst>
                    <a:ext uri="{FF2B5EF4-FFF2-40B4-BE49-F238E27FC236}">
                      <a16:creationId xmlns:a16="http://schemas.microsoft.com/office/drawing/2014/main" id="{CDDFCE4D-EE5D-61E2-7BB0-A51CDF7C6013}"/>
                    </a:ext>
                  </a:extLst>
                </p14:cNvPr>
                <p14:cNvContentPartPr/>
                <p14:nvPr/>
              </p14:nvContentPartPr>
              <p14:xfrm>
                <a:off x="6723470" y="2611837"/>
                <a:ext cx="32040" cy="72720"/>
              </p14:xfrm>
            </p:contentPart>
          </mc:Choice>
          <mc:Fallback>
            <p:pic>
              <p:nvPicPr>
                <p:cNvPr id="62" name="Ink 61">
                  <a:extLst>
                    <a:ext uri="{FF2B5EF4-FFF2-40B4-BE49-F238E27FC236}">
                      <a16:creationId xmlns:a16="http://schemas.microsoft.com/office/drawing/2014/main" id="{CDDFCE4D-EE5D-61E2-7BB0-A51CDF7C6013}"/>
                    </a:ext>
                  </a:extLst>
                </p:cNvPr>
                <p:cNvPicPr/>
                <p:nvPr/>
              </p:nvPicPr>
              <p:blipFill>
                <a:blip r:embed="rId85"/>
                <a:stretch>
                  <a:fillRect/>
                </a:stretch>
              </p:blipFill>
              <p:spPr>
                <a:xfrm>
                  <a:off x="6705470" y="2594197"/>
                  <a:ext cx="67680" cy="108360"/>
                </a:xfrm>
                <a:prstGeom prst="rect">
                  <a:avLst/>
                </a:prstGeom>
              </p:spPr>
            </p:pic>
          </mc:Fallback>
        </mc:AlternateContent>
        <mc:AlternateContent xmlns:mc="http://schemas.openxmlformats.org/markup-compatibility/2006">
          <mc:Choice xmlns:p14="http://schemas.microsoft.com/office/powerpoint/2010/main" Requires="p14">
            <p:contentPart p14:bwMode="auto" r:id="rId86">
              <p14:nvContentPartPr>
                <p14:cNvPr id="63" name="Ink 62">
                  <a:extLst>
                    <a:ext uri="{FF2B5EF4-FFF2-40B4-BE49-F238E27FC236}">
                      <a16:creationId xmlns:a16="http://schemas.microsoft.com/office/drawing/2014/main" id="{2189C862-BD56-1465-E401-6517E2E24D53}"/>
                    </a:ext>
                  </a:extLst>
                </p14:cNvPr>
                <p14:cNvContentPartPr/>
                <p14:nvPr/>
              </p14:nvContentPartPr>
              <p14:xfrm>
                <a:off x="6724190" y="2665117"/>
                <a:ext cx="122040" cy="57600"/>
              </p14:xfrm>
            </p:contentPart>
          </mc:Choice>
          <mc:Fallback>
            <p:pic>
              <p:nvPicPr>
                <p:cNvPr id="63" name="Ink 62">
                  <a:extLst>
                    <a:ext uri="{FF2B5EF4-FFF2-40B4-BE49-F238E27FC236}">
                      <a16:creationId xmlns:a16="http://schemas.microsoft.com/office/drawing/2014/main" id="{2189C862-BD56-1465-E401-6517E2E24D53}"/>
                    </a:ext>
                  </a:extLst>
                </p:cNvPr>
                <p:cNvPicPr/>
                <p:nvPr/>
              </p:nvPicPr>
              <p:blipFill>
                <a:blip r:embed="rId87"/>
                <a:stretch>
                  <a:fillRect/>
                </a:stretch>
              </p:blipFill>
              <p:spPr>
                <a:xfrm>
                  <a:off x="6706190" y="2647117"/>
                  <a:ext cx="157680" cy="93240"/>
                </a:xfrm>
                <a:prstGeom prst="rect">
                  <a:avLst/>
                </a:prstGeom>
              </p:spPr>
            </p:pic>
          </mc:Fallback>
        </mc:AlternateContent>
        <mc:AlternateContent xmlns:mc="http://schemas.openxmlformats.org/markup-compatibility/2006">
          <mc:Choice xmlns:p14="http://schemas.microsoft.com/office/powerpoint/2010/main" Requires="p14">
            <p:contentPart p14:bwMode="auto" r:id="rId88">
              <p14:nvContentPartPr>
                <p14:cNvPr id="64" name="Ink 63">
                  <a:extLst>
                    <a:ext uri="{FF2B5EF4-FFF2-40B4-BE49-F238E27FC236}">
                      <a16:creationId xmlns:a16="http://schemas.microsoft.com/office/drawing/2014/main" id="{02264639-C956-5F97-6FA1-5D88BD046B63}"/>
                    </a:ext>
                  </a:extLst>
                </p14:cNvPr>
                <p14:cNvContentPartPr/>
                <p14:nvPr/>
              </p14:nvContentPartPr>
              <p14:xfrm>
                <a:off x="6913550" y="2601757"/>
                <a:ext cx="110160" cy="51480"/>
              </p14:xfrm>
            </p:contentPart>
          </mc:Choice>
          <mc:Fallback>
            <p:pic>
              <p:nvPicPr>
                <p:cNvPr id="64" name="Ink 63">
                  <a:extLst>
                    <a:ext uri="{FF2B5EF4-FFF2-40B4-BE49-F238E27FC236}">
                      <a16:creationId xmlns:a16="http://schemas.microsoft.com/office/drawing/2014/main" id="{02264639-C956-5F97-6FA1-5D88BD046B63}"/>
                    </a:ext>
                  </a:extLst>
                </p:cNvPr>
                <p:cNvPicPr/>
                <p:nvPr/>
              </p:nvPicPr>
              <p:blipFill>
                <a:blip r:embed="rId89"/>
                <a:stretch>
                  <a:fillRect/>
                </a:stretch>
              </p:blipFill>
              <p:spPr>
                <a:xfrm>
                  <a:off x="6895910" y="2583757"/>
                  <a:ext cx="145800" cy="87120"/>
                </a:xfrm>
                <a:prstGeom prst="rect">
                  <a:avLst/>
                </a:prstGeom>
              </p:spPr>
            </p:pic>
          </mc:Fallback>
        </mc:AlternateContent>
        <mc:AlternateContent xmlns:mc="http://schemas.openxmlformats.org/markup-compatibility/2006">
          <mc:Choice xmlns:p14="http://schemas.microsoft.com/office/powerpoint/2010/main" Requires="p14">
            <p:contentPart p14:bwMode="auto" r:id="rId90">
              <p14:nvContentPartPr>
                <p14:cNvPr id="65" name="Ink 64">
                  <a:extLst>
                    <a:ext uri="{FF2B5EF4-FFF2-40B4-BE49-F238E27FC236}">
                      <a16:creationId xmlns:a16="http://schemas.microsoft.com/office/drawing/2014/main" id="{0936ADC4-69EC-D4B8-5649-3C471C270AB1}"/>
                    </a:ext>
                  </a:extLst>
                </p14:cNvPr>
                <p14:cNvContentPartPr/>
                <p14:nvPr/>
              </p14:nvContentPartPr>
              <p14:xfrm>
                <a:off x="6985910" y="2613997"/>
                <a:ext cx="75960" cy="145440"/>
              </p14:xfrm>
            </p:contentPart>
          </mc:Choice>
          <mc:Fallback>
            <p:pic>
              <p:nvPicPr>
                <p:cNvPr id="65" name="Ink 64">
                  <a:extLst>
                    <a:ext uri="{FF2B5EF4-FFF2-40B4-BE49-F238E27FC236}">
                      <a16:creationId xmlns:a16="http://schemas.microsoft.com/office/drawing/2014/main" id="{0936ADC4-69EC-D4B8-5649-3C471C270AB1}"/>
                    </a:ext>
                  </a:extLst>
                </p:cNvPr>
                <p:cNvPicPr/>
                <p:nvPr/>
              </p:nvPicPr>
              <p:blipFill>
                <a:blip r:embed="rId91"/>
                <a:stretch>
                  <a:fillRect/>
                </a:stretch>
              </p:blipFill>
              <p:spPr>
                <a:xfrm>
                  <a:off x="6967910" y="2595997"/>
                  <a:ext cx="111600" cy="181080"/>
                </a:xfrm>
                <a:prstGeom prst="rect">
                  <a:avLst/>
                </a:prstGeom>
              </p:spPr>
            </p:pic>
          </mc:Fallback>
        </mc:AlternateContent>
      </p:grpSp>
      <p:grpSp>
        <p:nvGrpSpPr>
          <p:cNvPr id="73" name="Group 72">
            <a:extLst>
              <a:ext uri="{FF2B5EF4-FFF2-40B4-BE49-F238E27FC236}">
                <a16:creationId xmlns:a16="http://schemas.microsoft.com/office/drawing/2014/main" id="{A94725D0-77FD-4C3C-6D63-853E1A46A0BB}"/>
              </a:ext>
            </a:extLst>
          </p:cNvPr>
          <p:cNvGrpSpPr/>
          <p:nvPr/>
        </p:nvGrpSpPr>
        <p:grpSpPr>
          <a:xfrm>
            <a:off x="7528790" y="2712637"/>
            <a:ext cx="268920" cy="70560"/>
            <a:chOff x="7528790" y="2712637"/>
            <a:chExt cx="268920" cy="70560"/>
          </a:xfrm>
        </p:grpSpPr>
        <mc:AlternateContent xmlns:mc="http://schemas.openxmlformats.org/markup-compatibility/2006">
          <mc:Choice xmlns:p14="http://schemas.microsoft.com/office/powerpoint/2010/main" Requires="p14">
            <p:contentPart p14:bwMode="auto" r:id="rId92">
              <p14:nvContentPartPr>
                <p14:cNvPr id="66" name="Ink 65">
                  <a:extLst>
                    <a:ext uri="{FF2B5EF4-FFF2-40B4-BE49-F238E27FC236}">
                      <a16:creationId xmlns:a16="http://schemas.microsoft.com/office/drawing/2014/main" id="{EFA1FC62-3E47-F78C-A67D-D6E595D3A006}"/>
                    </a:ext>
                  </a:extLst>
                </p14:cNvPr>
                <p14:cNvContentPartPr/>
                <p14:nvPr/>
              </p14:nvContentPartPr>
              <p14:xfrm>
                <a:off x="7528790" y="2744677"/>
                <a:ext cx="231480" cy="20160"/>
              </p14:xfrm>
            </p:contentPart>
          </mc:Choice>
          <mc:Fallback>
            <p:pic>
              <p:nvPicPr>
                <p:cNvPr id="66" name="Ink 65">
                  <a:extLst>
                    <a:ext uri="{FF2B5EF4-FFF2-40B4-BE49-F238E27FC236}">
                      <a16:creationId xmlns:a16="http://schemas.microsoft.com/office/drawing/2014/main" id="{EFA1FC62-3E47-F78C-A67D-D6E595D3A006}"/>
                    </a:ext>
                  </a:extLst>
                </p:cNvPr>
                <p:cNvPicPr/>
                <p:nvPr/>
              </p:nvPicPr>
              <p:blipFill>
                <a:blip r:embed="rId93"/>
                <a:stretch>
                  <a:fillRect/>
                </a:stretch>
              </p:blipFill>
              <p:spPr>
                <a:xfrm>
                  <a:off x="7511150" y="2727037"/>
                  <a:ext cx="267120" cy="55800"/>
                </a:xfrm>
                <a:prstGeom prst="rect">
                  <a:avLst/>
                </a:prstGeom>
              </p:spPr>
            </p:pic>
          </mc:Fallback>
        </mc:AlternateContent>
        <mc:AlternateContent xmlns:mc="http://schemas.openxmlformats.org/markup-compatibility/2006">
          <mc:Choice xmlns:p14="http://schemas.microsoft.com/office/powerpoint/2010/main" Requires="p14">
            <p:contentPart p14:bwMode="auto" r:id="rId94">
              <p14:nvContentPartPr>
                <p14:cNvPr id="67" name="Ink 66">
                  <a:extLst>
                    <a:ext uri="{FF2B5EF4-FFF2-40B4-BE49-F238E27FC236}">
                      <a16:creationId xmlns:a16="http://schemas.microsoft.com/office/drawing/2014/main" id="{830BC418-258B-C669-E3C1-1EBBB3939A85}"/>
                    </a:ext>
                  </a:extLst>
                </p14:cNvPr>
                <p14:cNvContentPartPr/>
                <p14:nvPr/>
              </p14:nvContentPartPr>
              <p14:xfrm>
                <a:off x="7687910" y="2712637"/>
                <a:ext cx="109800" cy="70560"/>
              </p14:xfrm>
            </p:contentPart>
          </mc:Choice>
          <mc:Fallback>
            <p:pic>
              <p:nvPicPr>
                <p:cNvPr id="67" name="Ink 66">
                  <a:extLst>
                    <a:ext uri="{FF2B5EF4-FFF2-40B4-BE49-F238E27FC236}">
                      <a16:creationId xmlns:a16="http://schemas.microsoft.com/office/drawing/2014/main" id="{830BC418-258B-C669-E3C1-1EBBB3939A85}"/>
                    </a:ext>
                  </a:extLst>
                </p:cNvPr>
                <p:cNvPicPr/>
                <p:nvPr/>
              </p:nvPicPr>
              <p:blipFill>
                <a:blip r:embed="rId95"/>
                <a:stretch>
                  <a:fillRect/>
                </a:stretch>
              </p:blipFill>
              <p:spPr>
                <a:xfrm>
                  <a:off x="7670270" y="2694637"/>
                  <a:ext cx="145440" cy="106200"/>
                </a:xfrm>
                <a:prstGeom prst="rect">
                  <a:avLst/>
                </a:prstGeom>
              </p:spPr>
            </p:pic>
          </mc:Fallback>
        </mc:AlternateContent>
      </p:grpSp>
      <p:grpSp>
        <p:nvGrpSpPr>
          <p:cNvPr id="72" name="Group 71">
            <a:extLst>
              <a:ext uri="{FF2B5EF4-FFF2-40B4-BE49-F238E27FC236}">
                <a16:creationId xmlns:a16="http://schemas.microsoft.com/office/drawing/2014/main" id="{938C0453-196F-96EE-9F1C-7B7D7281C5B3}"/>
              </a:ext>
            </a:extLst>
          </p:cNvPr>
          <p:cNvGrpSpPr/>
          <p:nvPr/>
        </p:nvGrpSpPr>
        <p:grpSpPr>
          <a:xfrm>
            <a:off x="8171750" y="2107837"/>
            <a:ext cx="1891800" cy="1269720"/>
            <a:chOff x="8171750" y="2107837"/>
            <a:chExt cx="1891800" cy="1269720"/>
          </a:xfrm>
        </p:grpSpPr>
        <mc:AlternateContent xmlns:mc="http://schemas.openxmlformats.org/markup-compatibility/2006">
          <mc:Choice xmlns:p14="http://schemas.microsoft.com/office/powerpoint/2010/main" Requires="p14">
            <p:contentPart p14:bwMode="auto" r:id="rId96">
              <p14:nvContentPartPr>
                <p14:cNvPr id="51" name="Ink 50">
                  <a:extLst>
                    <a:ext uri="{FF2B5EF4-FFF2-40B4-BE49-F238E27FC236}">
                      <a16:creationId xmlns:a16="http://schemas.microsoft.com/office/drawing/2014/main" id="{B26C552F-6461-FB86-CBD8-B15584C0F11D}"/>
                    </a:ext>
                  </a:extLst>
                </p14:cNvPr>
                <p14:cNvContentPartPr/>
                <p14:nvPr/>
              </p14:nvContentPartPr>
              <p14:xfrm>
                <a:off x="8400710" y="2107837"/>
                <a:ext cx="39240" cy="185760"/>
              </p14:xfrm>
            </p:contentPart>
          </mc:Choice>
          <mc:Fallback>
            <p:pic>
              <p:nvPicPr>
                <p:cNvPr id="51" name="Ink 50">
                  <a:extLst>
                    <a:ext uri="{FF2B5EF4-FFF2-40B4-BE49-F238E27FC236}">
                      <a16:creationId xmlns:a16="http://schemas.microsoft.com/office/drawing/2014/main" id="{B26C552F-6461-FB86-CBD8-B15584C0F11D}"/>
                    </a:ext>
                  </a:extLst>
                </p:cNvPr>
                <p:cNvPicPr/>
                <p:nvPr/>
              </p:nvPicPr>
              <p:blipFill>
                <a:blip r:embed="rId97"/>
                <a:stretch>
                  <a:fillRect/>
                </a:stretch>
              </p:blipFill>
              <p:spPr>
                <a:xfrm>
                  <a:off x="8382710" y="2089837"/>
                  <a:ext cx="74880" cy="221400"/>
                </a:xfrm>
                <a:prstGeom prst="rect">
                  <a:avLst/>
                </a:prstGeom>
              </p:spPr>
            </p:pic>
          </mc:Fallback>
        </mc:AlternateContent>
        <mc:AlternateContent xmlns:mc="http://schemas.openxmlformats.org/markup-compatibility/2006">
          <mc:Choice xmlns:p14="http://schemas.microsoft.com/office/powerpoint/2010/main" Requires="p14">
            <p:contentPart p14:bwMode="auto" r:id="rId98">
              <p14:nvContentPartPr>
                <p14:cNvPr id="52" name="Ink 51">
                  <a:extLst>
                    <a:ext uri="{FF2B5EF4-FFF2-40B4-BE49-F238E27FC236}">
                      <a16:creationId xmlns:a16="http://schemas.microsoft.com/office/drawing/2014/main" id="{F2C0F28F-8793-A377-4085-C28C6B8ECFAE}"/>
                    </a:ext>
                  </a:extLst>
                </p14:cNvPr>
                <p14:cNvContentPartPr/>
                <p14:nvPr/>
              </p14:nvContentPartPr>
              <p14:xfrm>
                <a:off x="8560550" y="2155357"/>
                <a:ext cx="28800" cy="105480"/>
              </p14:xfrm>
            </p:contentPart>
          </mc:Choice>
          <mc:Fallback>
            <p:pic>
              <p:nvPicPr>
                <p:cNvPr id="52" name="Ink 51">
                  <a:extLst>
                    <a:ext uri="{FF2B5EF4-FFF2-40B4-BE49-F238E27FC236}">
                      <a16:creationId xmlns:a16="http://schemas.microsoft.com/office/drawing/2014/main" id="{F2C0F28F-8793-A377-4085-C28C6B8ECFAE}"/>
                    </a:ext>
                  </a:extLst>
                </p:cNvPr>
                <p:cNvPicPr/>
                <p:nvPr/>
              </p:nvPicPr>
              <p:blipFill>
                <a:blip r:embed="rId99"/>
                <a:stretch>
                  <a:fillRect/>
                </a:stretch>
              </p:blipFill>
              <p:spPr>
                <a:xfrm>
                  <a:off x="8542550" y="2137717"/>
                  <a:ext cx="64440" cy="141120"/>
                </a:xfrm>
                <a:prstGeom prst="rect">
                  <a:avLst/>
                </a:prstGeom>
              </p:spPr>
            </p:pic>
          </mc:Fallback>
        </mc:AlternateContent>
        <mc:AlternateContent xmlns:mc="http://schemas.openxmlformats.org/markup-compatibility/2006">
          <mc:Choice xmlns:p14="http://schemas.microsoft.com/office/powerpoint/2010/main" Requires="p14">
            <p:contentPart p14:bwMode="auto" r:id="rId100">
              <p14:nvContentPartPr>
                <p14:cNvPr id="53" name="Ink 52">
                  <a:extLst>
                    <a:ext uri="{FF2B5EF4-FFF2-40B4-BE49-F238E27FC236}">
                      <a16:creationId xmlns:a16="http://schemas.microsoft.com/office/drawing/2014/main" id="{61BB458F-29C2-E70B-681A-7B5A5DFCE3DD}"/>
                    </a:ext>
                  </a:extLst>
                </p14:cNvPr>
                <p14:cNvContentPartPr/>
                <p14:nvPr/>
              </p14:nvContentPartPr>
              <p14:xfrm>
                <a:off x="8642270" y="2131237"/>
                <a:ext cx="42840" cy="96120"/>
              </p14:xfrm>
            </p:contentPart>
          </mc:Choice>
          <mc:Fallback>
            <p:pic>
              <p:nvPicPr>
                <p:cNvPr id="53" name="Ink 52">
                  <a:extLst>
                    <a:ext uri="{FF2B5EF4-FFF2-40B4-BE49-F238E27FC236}">
                      <a16:creationId xmlns:a16="http://schemas.microsoft.com/office/drawing/2014/main" id="{61BB458F-29C2-E70B-681A-7B5A5DFCE3DD}"/>
                    </a:ext>
                  </a:extLst>
                </p:cNvPr>
                <p:cNvPicPr/>
                <p:nvPr/>
              </p:nvPicPr>
              <p:blipFill>
                <a:blip r:embed="rId101"/>
                <a:stretch>
                  <a:fillRect/>
                </a:stretch>
              </p:blipFill>
              <p:spPr>
                <a:xfrm>
                  <a:off x="8624270" y="2113597"/>
                  <a:ext cx="78480" cy="131760"/>
                </a:xfrm>
                <a:prstGeom prst="rect">
                  <a:avLst/>
                </a:prstGeom>
              </p:spPr>
            </p:pic>
          </mc:Fallback>
        </mc:AlternateContent>
        <mc:AlternateContent xmlns:mc="http://schemas.openxmlformats.org/markup-compatibility/2006">
          <mc:Choice xmlns:p14="http://schemas.microsoft.com/office/powerpoint/2010/main" Requires="p14">
            <p:contentPart p14:bwMode="auto" r:id="rId102">
              <p14:nvContentPartPr>
                <p14:cNvPr id="54" name="Ink 53">
                  <a:extLst>
                    <a:ext uri="{FF2B5EF4-FFF2-40B4-BE49-F238E27FC236}">
                      <a16:creationId xmlns:a16="http://schemas.microsoft.com/office/drawing/2014/main" id="{B49564E5-D80F-BB39-6FA3-C033811010A6}"/>
                    </a:ext>
                  </a:extLst>
                </p14:cNvPr>
                <p14:cNvContentPartPr/>
                <p14:nvPr/>
              </p14:nvContentPartPr>
              <p14:xfrm>
                <a:off x="8604830" y="2168317"/>
                <a:ext cx="112680" cy="56520"/>
              </p14:xfrm>
            </p:contentPart>
          </mc:Choice>
          <mc:Fallback>
            <p:pic>
              <p:nvPicPr>
                <p:cNvPr id="54" name="Ink 53">
                  <a:extLst>
                    <a:ext uri="{FF2B5EF4-FFF2-40B4-BE49-F238E27FC236}">
                      <a16:creationId xmlns:a16="http://schemas.microsoft.com/office/drawing/2014/main" id="{B49564E5-D80F-BB39-6FA3-C033811010A6}"/>
                    </a:ext>
                  </a:extLst>
                </p:cNvPr>
                <p:cNvPicPr/>
                <p:nvPr/>
              </p:nvPicPr>
              <p:blipFill>
                <a:blip r:embed="rId103"/>
                <a:stretch>
                  <a:fillRect/>
                </a:stretch>
              </p:blipFill>
              <p:spPr>
                <a:xfrm>
                  <a:off x="8586830" y="2150317"/>
                  <a:ext cx="148320" cy="92160"/>
                </a:xfrm>
                <a:prstGeom prst="rect">
                  <a:avLst/>
                </a:prstGeom>
              </p:spPr>
            </p:pic>
          </mc:Fallback>
        </mc:AlternateContent>
        <mc:AlternateContent xmlns:mc="http://schemas.openxmlformats.org/markup-compatibility/2006">
          <mc:Choice xmlns:p14="http://schemas.microsoft.com/office/powerpoint/2010/main" Requires="p14">
            <p:contentPart p14:bwMode="auto" r:id="rId104">
              <p14:nvContentPartPr>
                <p14:cNvPr id="55" name="Ink 54">
                  <a:extLst>
                    <a:ext uri="{FF2B5EF4-FFF2-40B4-BE49-F238E27FC236}">
                      <a16:creationId xmlns:a16="http://schemas.microsoft.com/office/drawing/2014/main" id="{45ED026C-9332-5DEA-9172-F00926F092DF}"/>
                    </a:ext>
                  </a:extLst>
                </p14:cNvPr>
                <p14:cNvContentPartPr/>
                <p14:nvPr/>
              </p14:nvContentPartPr>
              <p14:xfrm>
                <a:off x="8788790" y="2139157"/>
                <a:ext cx="57600" cy="128160"/>
              </p14:xfrm>
            </p:contentPart>
          </mc:Choice>
          <mc:Fallback>
            <p:pic>
              <p:nvPicPr>
                <p:cNvPr id="55" name="Ink 54">
                  <a:extLst>
                    <a:ext uri="{FF2B5EF4-FFF2-40B4-BE49-F238E27FC236}">
                      <a16:creationId xmlns:a16="http://schemas.microsoft.com/office/drawing/2014/main" id="{45ED026C-9332-5DEA-9172-F00926F092DF}"/>
                    </a:ext>
                  </a:extLst>
                </p:cNvPr>
                <p:cNvPicPr/>
                <p:nvPr/>
              </p:nvPicPr>
              <p:blipFill>
                <a:blip r:embed="rId105"/>
                <a:stretch>
                  <a:fillRect/>
                </a:stretch>
              </p:blipFill>
              <p:spPr>
                <a:xfrm>
                  <a:off x="8770790" y="2121157"/>
                  <a:ext cx="93240" cy="163800"/>
                </a:xfrm>
                <a:prstGeom prst="rect">
                  <a:avLst/>
                </a:prstGeom>
              </p:spPr>
            </p:pic>
          </mc:Fallback>
        </mc:AlternateContent>
        <mc:AlternateContent xmlns:mc="http://schemas.openxmlformats.org/markup-compatibility/2006">
          <mc:Choice xmlns:p14="http://schemas.microsoft.com/office/powerpoint/2010/main" Requires="p14">
            <p:contentPart p14:bwMode="auto" r:id="rId106">
              <p14:nvContentPartPr>
                <p14:cNvPr id="56" name="Ink 55">
                  <a:extLst>
                    <a:ext uri="{FF2B5EF4-FFF2-40B4-BE49-F238E27FC236}">
                      <a16:creationId xmlns:a16="http://schemas.microsoft.com/office/drawing/2014/main" id="{F13988FC-2880-DC81-0B32-41DA55B2C3DB}"/>
                    </a:ext>
                  </a:extLst>
                </p14:cNvPr>
                <p14:cNvContentPartPr/>
                <p14:nvPr/>
              </p14:nvContentPartPr>
              <p14:xfrm>
                <a:off x="8790230" y="2172277"/>
                <a:ext cx="144000" cy="30960"/>
              </p14:xfrm>
            </p:contentPart>
          </mc:Choice>
          <mc:Fallback>
            <p:pic>
              <p:nvPicPr>
                <p:cNvPr id="56" name="Ink 55">
                  <a:extLst>
                    <a:ext uri="{FF2B5EF4-FFF2-40B4-BE49-F238E27FC236}">
                      <a16:creationId xmlns:a16="http://schemas.microsoft.com/office/drawing/2014/main" id="{F13988FC-2880-DC81-0B32-41DA55B2C3DB}"/>
                    </a:ext>
                  </a:extLst>
                </p:cNvPr>
                <p:cNvPicPr/>
                <p:nvPr/>
              </p:nvPicPr>
              <p:blipFill>
                <a:blip r:embed="rId107"/>
                <a:stretch>
                  <a:fillRect/>
                </a:stretch>
              </p:blipFill>
              <p:spPr>
                <a:xfrm>
                  <a:off x="8772590" y="2154637"/>
                  <a:ext cx="179640" cy="66600"/>
                </a:xfrm>
                <a:prstGeom prst="rect">
                  <a:avLst/>
                </a:prstGeom>
              </p:spPr>
            </p:pic>
          </mc:Fallback>
        </mc:AlternateContent>
        <mc:AlternateContent xmlns:mc="http://schemas.openxmlformats.org/markup-compatibility/2006">
          <mc:Choice xmlns:p14="http://schemas.microsoft.com/office/powerpoint/2010/main" Requires="p14">
            <p:contentPart p14:bwMode="auto" r:id="rId108">
              <p14:nvContentPartPr>
                <p14:cNvPr id="68" name="Ink 67">
                  <a:extLst>
                    <a:ext uri="{FF2B5EF4-FFF2-40B4-BE49-F238E27FC236}">
                      <a16:creationId xmlns:a16="http://schemas.microsoft.com/office/drawing/2014/main" id="{65EFD772-CE51-32DE-98FE-BA8666B175C3}"/>
                    </a:ext>
                  </a:extLst>
                </p14:cNvPr>
                <p14:cNvContentPartPr/>
                <p14:nvPr/>
              </p14:nvContentPartPr>
              <p14:xfrm>
                <a:off x="8171750" y="2456677"/>
                <a:ext cx="104040" cy="863640"/>
              </p14:xfrm>
            </p:contentPart>
          </mc:Choice>
          <mc:Fallback>
            <p:pic>
              <p:nvPicPr>
                <p:cNvPr id="68" name="Ink 67">
                  <a:extLst>
                    <a:ext uri="{FF2B5EF4-FFF2-40B4-BE49-F238E27FC236}">
                      <a16:creationId xmlns:a16="http://schemas.microsoft.com/office/drawing/2014/main" id="{65EFD772-CE51-32DE-98FE-BA8666B175C3}"/>
                    </a:ext>
                  </a:extLst>
                </p:cNvPr>
                <p:cNvPicPr/>
                <p:nvPr/>
              </p:nvPicPr>
              <p:blipFill>
                <a:blip r:embed="rId109"/>
                <a:stretch>
                  <a:fillRect/>
                </a:stretch>
              </p:blipFill>
              <p:spPr>
                <a:xfrm>
                  <a:off x="8154110" y="2438677"/>
                  <a:ext cx="139680" cy="899280"/>
                </a:xfrm>
                <a:prstGeom prst="rect">
                  <a:avLst/>
                </a:prstGeom>
              </p:spPr>
            </p:pic>
          </mc:Fallback>
        </mc:AlternateContent>
        <mc:AlternateContent xmlns:mc="http://schemas.openxmlformats.org/markup-compatibility/2006">
          <mc:Choice xmlns:p14="http://schemas.microsoft.com/office/powerpoint/2010/main" Requires="p14">
            <p:contentPart p14:bwMode="auto" r:id="rId110">
              <p14:nvContentPartPr>
                <p14:cNvPr id="69" name="Ink 68">
                  <a:extLst>
                    <a:ext uri="{FF2B5EF4-FFF2-40B4-BE49-F238E27FC236}">
                      <a16:creationId xmlns:a16="http://schemas.microsoft.com/office/drawing/2014/main" id="{B0B97FA8-92AB-44DF-85E1-F3350768A999}"/>
                    </a:ext>
                  </a:extLst>
                </p14:cNvPr>
                <p14:cNvContentPartPr/>
                <p14:nvPr/>
              </p14:nvContentPartPr>
              <p14:xfrm>
                <a:off x="8236550" y="3325717"/>
                <a:ext cx="1652400" cy="51840"/>
              </p14:xfrm>
            </p:contentPart>
          </mc:Choice>
          <mc:Fallback>
            <p:pic>
              <p:nvPicPr>
                <p:cNvPr id="69" name="Ink 68">
                  <a:extLst>
                    <a:ext uri="{FF2B5EF4-FFF2-40B4-BE49-F238E27FC236}">
                      <a16:creationId xmlns:a16="http://schemas.microsoft.com/office/drawing/2014/main" id="{B0B97FA8-92AB-44DF-85E1-F3350768A999}"/>
                    </a:ext>
                  </a:extLst>
                </p:cNvPr>
                <p:cNvPicPr/>
                <p:nvPr/>
              </p:nvPicPr>
              <p:blipFill>
                <a:blip r:embed="rId111"/>
                <a:stretch>
                  <a:fillRect/>
                </a:stretch>
              </p:blipFill>
              <p:spPr>
                <a:xfrm>
                  <a:off x="8218910" y="3308077"/>
                  <a:ext cx="1688040" cy="87480"/>
                </a:xfrm>
                <a:prstGeom prst="rect">
                  <a:avLst/>
                </a:prstGeom>
              </p:spPr>
            </p:pic>
          </mc:Fallback>
        </mc:AlternateContent>
        <mc:AlternateContent xmlns:mc="http://schemas.openxmlformats.org/markup-compatibility/2006">
          <mc:Choice xmlns:p14="http://schemas.microsoft.com/office/powerpoint/2010/main" Requires="p14">
            <p:contentPart p14:bwMode="auto" r:id="rId112">
              <p14:nvContentPartPr>
                <p14:cNvPr id="70" name="Ink 69">
                  <a:extLst>
                    <a:ext uri="{FF2B5EF4-FFF2-40B4-BE49-F238E27FC236}">
                      <a16:creationId xmlns:a16="http://schemas.microsoft.com/office/drawing/2014/main" id="{48B55A98-5847-6C28-0354-A4EAB13B467A}"/>
                    </a:ext>
                  </a:extLst>
                </p14:cNvPr>
                <p14:cNvContentPartPr/>
                <p14:nvPr/>
              </p14:nvContentPartPr>
              <p14:xfrm>
                <a:off x="8534270" y="2347597"/>
                <a:ext cx="1425960" cy="922320"/>
              </p14:xfrm>
            </p:contentPart>
          </mc:Choice>
          <mc:Fallback>
            <p:pic>
              <p:nvPicPr>
                <p:cNvPr id="70" name="Ink 69">
                  <a:extLst>
                    <a:ext uri="{FF2B5EF4-FFF2-40B4-BE49-F238E27FC236}">
                      <a16:creationId xmlns:a16="http://schemas.microsoft.com/office/drawing/2014/main" id="{48B55A98-5847-6C28-0354-A4EAB13B467A}"/>
                    </a:ext>
                  </a:extLst>
                </p:cNvPr>
                <p:cNvPicPr/>
                <p:nvPr/>
              </p:nvPicPr>
              <p:blipFill>
                <a:blip r:embed="rId113"/>
                <a:stretch>
                  <a:fillRect/>
                </a:stretch>
              </p:blipFill>
              <p:spPr>
                <a:xfrm>
                  <a:off x="8516630" y="2329597"/>
                  <a:ext cx="1461600" cy="957960"/>
                </a:xfrm>
                <a:prstGeom prst="rect">
                  <a:avLst/>
                </a:prstGeom>
              </p:spPr>
            </p:pic>
          </mc:Fallback>
        </mc:AlternateContent>
        <mc:AlternateContent xmlns:mc="http://schemas.openxmlformats.org/markup-compatibility/2006">
          <mc:Choice xmlns:p14="http://schemas.microsoft.com/office/powerpoint/2010/main" Requires="p14">
            <p:contentPart p14:bwMode="auto" r:id="rId114">
              <p14:nvContentPartPr>
                <p14:cNvPr id="71" name="Ink 70">
                  <a:extLst>
                    <a:ext uri="{FF2B5EF4-FFF2-40B4-BE49-F238E27FC236}">
                      <a16:creationId xmlns:a16="http://schemas.microsoft.com/office/drawing/2014/main" id="{A42FF609-355C-27C6-3BE0-0F2B0ECA50FB}"/>
                    </a:ext>
                  </a:extLst>
                </p14:cNvPr>
                <p14:cNvContentPartPr/>
                <p14:nvPr/>
              </p14:nvContentPartPr>
              <p14:xfrm>
                <a:off x="10011710" y="3128437"/>
                <a:ext cx="51840" cy="13680"/>
              </p14:xfrm>
            </p:contentPart>
          </mc:Choice>
          <mc:Fallback>
            <p:pic>
              <p:nvPicPr>
                <p:cNvPr id="71" name="Ink 70">
                  <a:extLst>
                    <a:ext uri="{FF2B5EF4-FFF2-40B4-BE49-F238E27FC236}">
                      <a16:creationId xmlns:a16="http://schemas.microsoft.com/office/drawing/2014/main" id="{A42FF609-355C-27C6-3BE0-0F2B0ECA50FB}"/>
                    </a:ext>
                  </a:extLst>
                </p:cNvPr>
                <p:cNvPicPr/>
                <p:nvPr/>
              </p:nvPicPr>
              <p:blipFill>
                <a:blip r:embed="rId115"/>
                <a:stretch>
                  <a:fillRect/>
                </a:stretch>
              </p:blipFill>
              <p:spPr>
                <a:xfrm>
                  <a:off x="9994070" y="3110797"/>
                  <a:ext cx="87480" cy="49320"/>
                </a:xfrm>
                <a:prstGeom prst="rect">
                  <a:avLst/>
                </a:prstGeom>
              </p:spPr>
            </p:pic>
          </mc:Fallback>
        </mc:AlternateContent>
      </p:grpSp>
      <p:grpSp>
        <p:nvGrpSpPr>
          <p:cNvPr id="81" name="Group 80">
            <a:extLst>
              <a:ext uri="{FF2B5EF4-FFF2-40B4-BE49-F238E27FC236}">
                <a16:creationId xmlns:a16="http://schemas.microsoft.com/office/drawing/2014/main" id="{7E6A898C-DC93-7F2E-5F30-C9354FD421EE}"/>
              </a:ext>
            </a:extLst>
          </p:cNvPr>
          <p:cNvGrpSpPr/>
          <p:nvPr/>
        </p:nvGrpSpPr>
        <p:grpSpPr>
          <a:xfrm>
            <a:off x="8552630" y="3540277"/>
            <a:ext cx="451080" cy="236520"/>
            <a:chOff x="8552630" y="3540277"/>
            <a:chExt cx="451080" cy="236520"/>
          </a:xfrm>
        </p:grpSpPr>
        <mc:AlternateContent xmlns:mc="http://schemas.openxmlformats.org/markup-compatibility/2006">
          <mc:Choice xmlns:p14="http://schemas.microsoft.com/office/powerpoint/2010/main" Requires="p14">
            <p:contentPart p14:bwMode="auto" r:id="rId116">
              <p14:nvContentPartPr>
                <p14:cNvPr id="75" name="Ink 74">
                  <a:extLst>
                    <a:ext uri="{FF2B5EF4-FFF2-40B4-BE49-F238E27FC236}">
                      <a16:creationId xmlns:a16="http://schemas.microsoft.com/office/drawing/2014/main" id="{BFBF185F-B06A-26B0-70C7-7EF60D077737}"/>
                    </a:ext>
                  </a:extLst>
                </p14:cNvPr>
                <p14:cNvContentPartPr/>
                <p14:nvPr/>
              </p14:nvContentPartPr>
              <p14:xfrm>
                <a:off x="8552630" y="3558997"/>
                <a:ext cx="50040" cy="208440"/>
              </p14:xfrm>
            </p:contentPart>
          </mc:Choice>
          <mc:Fallback>
            <p:pic>
              <p:nvPicPr>
                <p:cNvPr id="75" name="Ink 74">
                  <a:extLst>
                    <a:ext uri="{FF2B5EF4-FFF2-40B4-BE49-F238E27FC236}">
                      <a16:creationId xmlns:a16="http://schemas.microsoft.com/office/drawing/2014/main" id="{BFBF185F-B06A-26B0-70C7-7EF60D077737}"/>
                    </a:ext>
                  </a:extLst>
                </p:cNvPr>
                <p:cNvPicPr/>
                <p:nvPr/>
              </p:nvPicPr>
              <p:blipFill>
                <a:blip r:embed="rId117"/>
                <a:stretch>
                  <a:fillRect/>
                </a:stretch>
              </p:blipFill>
              <p:spPr>
                <a:xfrm>
                  <a:off x="8534990" y="3540997"/>
                  <a:ext cx="85680" cy="244080"/>
                </a:xfrm>
                <a:prstGeom prst="rect">
                  <a:avLst/>
                </a:prstGeom>
              </p:spPr>
            </p:pic>
          </mc:Fallback>
        </mc:AlternateContent>
        <mc:AlternateContent xmlns:mc="http://schemas.openxmlformats.org/markup-compatibility/2006">
          <mc:Choice xmlns:p14="http://schemas.microsoft.com/office/powerpoint/2010/main" Requires="p14">
            <p:contentPart p14:bwMode="auto" r:id="rId118">
              <p14:nvContentPartPr>
                <p14:cNvPr id="76" name="Ink 75">
                  <a:extLst>
                    <a:ext uri="{FF2B5EF4-FFF2-40B4-BE49-F238E27FC236}">
                      <a16:creationId xmlns:a16="http://schemas.microsoft.com/office/drawing/2014/main" id="{3818601A-0AFC-EA5E-B438-4A207CFF2914}"/>
                    </a:ext>
                  </a:extLst>
                </p14:cNvPr>
                <p14:cNvContentPartPr/>
                <p14:nvPr/>
              </p14:nvContentPartPr>
              <p14:xfrm>
                <a:off x="8661710" y="3540277"/>
                <a:ext cx="87120" cy="229680"/>
              </p14:xfrm>
            </p:contentPart>
          </mc:Choice>
          <mc:Fallback>
            <p:pic>
              <p:nvPicPr>
                <p:cNvPr id="76" name="Ink 75">
                  <a:extLst>
                    <a:ext uri="{FF2B5EF4-FFF2-40B4-BE49-F238E27FC236}">
                      <a16:creationId xmlns:a16="http://schemas.microsoft.com/office/drawing/2014/main" id="{3818601A-0AFC-EA5E-B438-4A207CFF2914}"/>
                    </a:ext>
                  </a:extLst>
                </p:cNvPr>
                <p:cNvPicPr/>
                <p:nvPr/>
              </p:nvPicPr>
              <p:blipFill>
                <a:blip r:embed="rId119"/>
                <a:stretch>
                  <a:fillRect/>
                </a:stretch>
              </p:blipFill>
              <p:spPr>
                <a:xfrm>
                  <a:off x="8644070" y="3522277"/>
                  <a:ext cx="122760" cy="265320"/>
                </a:xfrm>
                <a:prstGeom prst="rect">
                  <a:avLst/>
                </a:prstGeom>
              </p:spPr>
            </p:pic>
          </mc:Fallback>
        </mc:AlternateContent>
        <mc:AlternateContent xmlns:mc="http://schemas.openxmlformats.org/markup-compatibility/2006">
          <mc:Choice xmlns:p14="http://schemas.microsoft.com/office/powerpoint/2010/main" Requires="p14">
            <p:contentPart p14:bwMode="auto" r:id="rId120">
              <p14:nvContentPartPr>
                <p14:cNvPr id="77" name="Ink 76">
                  <a:extLst>
                    <a:ext uri="{FF2B5EF4-FFF2-40B4-BE49-F238E27FC236}">
                      <a16:creationId xmlns:a16="http://schemas.microsoft.com/office/drawing/2014/main" id="{B48FDA21-8F6C-ECDE-DE86-507C1EADC4B6}"/>
                    </a:ext>
                  </a:extLst>
                </p14:cNvPr>
                <p14:cNvContentPartPr/>
                <p14:nvPr/>
              </p14:nvContentPartPr>
              <p14:xfrm>
                <a:off x="8789150" y="3583477"/>
                <a:ext cx="49680" cy="183240"/>
              </p14:xfrm>
            </p:contentPart>
          </mc:Choice>
          <mc:Fallback>
            <p:pic>
              <p:nvPicPr>
                <p:cNvPr id="77" name="Ink 76">
                  <a:extLst>
                    <a:ext uri="{FF2B5EF4-FFF2-40B4-BE49-F238E27FC236}">
                      <a16:creationId xmlns:a16="http://schemas.microsoft.com/office/drawing/2014/main" id="{B48FDA21-8F6C-ECDE-DE86-507C1EADC4B6}"/>
                    </a:ext>
                  </a:extLst>
                </p:cNvPr>
                <p:cNvPicPr/>
                <p:nvPr/>
              </p:nvPicPr>
              <p:blipFill>
                <a:blip r:embed="rId121"/>
                <a:stretch>
                  <a:fillRect/>
                </a:stretch>
              </p:blipFill>
              <p:spPr>
                <a:xfrm>
                  <a:off x="8771510" y="3565837"/>
                  <a:ext cx="85320" cy="218880"/>
                </a:xfrm>
                <a:prstGeom prst="rect">
                  <a:avLst/>
                </a:prstGeom>
              </p:spPr>
            </p:pic>
          </mc:Fallback>
        </mc:AlternateContent>
        <mc:AlternateContent xmlns:mc="http://schemas.openxmlformats.org/markup-compatibility/2006">
          <mc:Choice xmlns:p14="http://schemas.microsoft.com/office/powerpoint/2010/main" Requires="p14">
            <p:contentPart p14:bwMode="auto" r:id="rId122">
              <p14:nvContentPartPr>
                <p14:cNvPr id="78" name="Ink 77">
                  <a:extLst>
                    <a:ext uri="{FF2B5EF4-FFF2-40B4-BE49-F238E27FC236}">
                      <a16:creationId xmlns:a16="http://schemas.microsoft.com/office/drawing/2014/main" id="{AE8CE0B1-3853-C708-7F41-4AE5BF2FEE20}"/>
                    </a:ext>
                  </a:extLst>
                </p14:cNvPr>
                <p14:cNvContentPartPr/>
                <p14:nvPr/>
              </p14:nvContentPartPr>
              <p14:xfrm>
                <a:off x="8784830" y="3657277"/>
                <a:ext cx="84960" cy="35280"/>
              </p14:xfrm>
            </p:contentPart>
          </mc:Choice>
          <mc:Fallback>
            <p:pic>
              <p:nvPicPr>
                <p:cNvPr id="78" name="Ink 77">
                  <a:extLst>
                    <a:ext uri="{FF2B5EF4-FFF2-40B4-BE49-F238E27FC236}">
                      <a16:creationId xmlns:a16="http://schemas.microsoft.com/office/drawing/2014/main" id="{AE8CE0B1-3853-C708-7F41-4AE5BF2FEE20}"/>
                    </a:ext>
                  </a:extLst>
                </p:cNvPr>
                <p:cNvPicPr/>
                <p:nvPr/>
              </p:nvPicPr>
              <p:blipFill>
                <a:blip r:embed="rId123"/>
                <a:stretch>
                  <a:fillRect/>
                </a:stretch>
              </p:blipFill>
              <p:spPr>
                <a:xfrm>
                  <a:off x="8767190" y="3639277"/>
                  <a:ext cx="120600" cy="70920"/>
                </a:xfrm>
                <a:prstGeom prst="rect">
                  <a:avLst/>
                </a:prstGeom>
              </p:spPr>
            </p:pic>
          </mc:Fallback>
        </mc:AlternateContent>
        <mc:AlternateContent xmlns:mc="http://schemas.openxmlformats.org/markup-compatibility/2006">
          <mc:Choice xmlns:p14="http://schemas.microsoft.com/office/powerpoint/2010/main" Requires="p14">
            <p:contentPart p14:bwMode="auto" r:id="rId124">
              <p14:nvContentPartPr>
                <p14:cNvPr id="79" name="Ink 78">
                  <a:extLst>
                    <a:ext uri="{FF2B5EF4-FFF2-40B4-BE49-F238E27FC236}">
                      <a16:creationId xmlns:a16="http://schemas.microsoft.com/office/drawing/2014/main" id="{ECB24627-AED7-FF50-DC9B-F6DDABF7DB58}"/>
                    </a:ext>
                  </a:extLst>
                </p14:cNvPr>
                <p14:cNvContentPartPr/>
                <p14:nvPr/>
              </p14:nvContentPartPr>
              <p14:xfrm>
                <a:off x="8933150" y="3632077"/>
                <a:ext cx="64800" cy="144720"/>
              </p14:xfrm>
            </p:contentPart>
          </mc:Choice>
          <mc:Fallback>
            <p:pic>
              <p:nvPicPr>
                <p:cNvPr id="79" name="Ink 78">
                  <a:extLst>
                    <a:ext uri="{FF2B5EF4-FFF2-40B4-BE49-F238E27FC236}">
                      <a16:creationId xmlns:a16="http://schemas.microsoft.com/office/drawing/2014/main" id="{ECB24627-AED7-FF50-DC9B-F6DDABF7DB58}"/>
                    </a:ext>
                  </a:extLst>
                </p:cNvPr>
                <p:cNvPicPr/>
                <p:nvPr/>
              </p:nvPicPr>
              <p:blipFill>
                <a:blip r:embed="rId125"/>
                <a:stretch>
                  <a:fillRect/>
                </a:stretch>
              </p:blipFill>
              <p:spPr>
                <a:xfrm>
                  <a:off x="8915150" y="3614437"/>
                  <a:ext cx="100440" cy="180360"/>
                </a:xfrm>
                <a:prstGeom prst="rect">
                  <a:avLst/>
                </a:prstGeom>
              </p:spPr>
            </p:pic>
          </mc:Fallback>
        </mc:AlternateContent>
        <mc:AlternateContent xmlns:mc="http://schemas.openxmlformats.org/markup-compatibility/2006">
          <mc:Choice xmlns:p14="http://schemas.microsoft.com/office/powerpoint/2010/main" Requires="p14">
            <p:contentPart p14:bwMode="auto" r:id="rId126">
              <p14:nvContentPartPr>
                <p14:cNvPr id="80" name="Ink 79">
                  <a:extLst>
                    <a:ext uri="{FF2B5EF4-FFF2-40B4-BE49-F238E27FC236}">
                      <a16:creationId xmlns:a16="http://schemas.microsoft.com/office/drawing/2014/main" id="{EE5EAB56-577F-F7C7-E501-DDE267641FFB}"/>
                    </a:ext>
                  </a:extLst>
                </p14:cNvPr>
                <p14:cNvContentPartPr/>
                <p14:nvPr/>
              </p14:nvContentPartPr>
              <p14:xfrm>
                <a:off x="8920550" y="3666997"/>
                <a:ext cx="83160" cy="39240"/>
              </p14:xfrm>
            </p:contentPart>
          </mc:Choice>
          <mc:Fallback>
            <p:pic>
              <p:nvPicPr>
                <p:cNvPr id="80" name="Ink 79">
                  <a:extLst>
                    <a:ext uri="{FF2B5EF4-FFF2-40B4-BE49-F238E27FC236}">
                      <a16:creationId xmlns:a16="http://schemas.microsoft.com/office/drawing/2014/main" id="{EE5EAB56-577F-F7C7-E501-DDE267641FFB}"/>
                    </a:ext>
                  </a:extLst>
                </p:cNvPr>
                <p:cNvPicPr/>
                <p:nvPr/>
              </p:nvPicPr>
              <p:blipFill>
                <a:blip r:embed="rId127"/>
                <a:stretch>
                  <a:fillRect/>
                </a:stretch>
              </p:blipFill>
              <p:spPr>
                <a:xfrm>
                  <a:off x="8902550" y="3649357"/>
                  <a:ext cx="118800" cy="7488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128">
            <p14:nvContentPartPr>
              <p14:cNvPr id="82" name="Ink 81">
                <a:extLst>
                  <a:ext uri="{FF2B5EF4-FFF2-40B4-BE49-F238E27FC236}">
                    <a16:creationId xmlns:a16="http://schemas.microsoft.com/office/drawing/2014/main" id="{75E7A15A-56D4-C97C-300F-586F508331C6}"/>
                  </a:ext>
                </a:extLst>
              </p14:cNvPr>
              <p14:cNvContentPartPr/>
              <p14:nvPr/>
            </p14:nvContentPartPr>
            <p14:xfrm>
              <a:off x="8777270" y="2454517"/>
              <a:ext cx="1120680" cy="866520"/>
            </p14:xfrm>
          </p:contentPart>
        </mc:Choice>
        <mc:Fallback>
          <p:pic>
            <p:nvPicPr>
              <p:cNvPr id="82" name="Ink 81">
                <a:extLst>
                  <a:ext uri="{FF2B5EF4-FFF2-40B4-BE49-F238E27FC236}">
                    <a16:creationId xmlns:a16="http://schemas.microsoft.com/office/drawing/2014/main" id="{75E7A15A-56D4-C97C-300F-586F508331C6}"/>
                  </a:ext>
                </a:extLst>
              </p:cNvPr>
              <p:cNvPicPr/>
              <p:nvPr/>
            </p:nvPicPr>
            <p:blipFill>
              <a:blip r:embed="rId129"/>
              <a:stretch>
                <a:fillRect/>
              </a:stretch>
            </p:blipFill>
            <p:spPr>
              <a:xfrm>
                <a:off x="8723270" y="2346517"/>
                <a:ext cx="1228320" cy="1082160"/>
              </a:xfrm>
              <a:prstGeom prst="rect">
                <a:avLst/>
              </a:prstGeom>
            </p:spPr>
          </p:pic>
        </mc:Fallback>
      </mc:AlternateContent>
      <p:grpSp>
        <p:nvGrpSpPr>
          <p:cNvPr id="85" name="Group 84">
            <a:extLst>
              <a:ext uri="{FF2B5EF4-FFF2-40B4-BE49-F238E27FC236}">
                <a16:creationId xmlns:a16="http://schemas.microsoft.com/office/drawing/2014/main" id="{DB5FC734-6E05-D610-67CD-2FAF6935297C}"/>
              </a:ext>
            </a:extLst>
          </p:cNvPr>
          <p:cNvGrpSpPr/>
          <p:nvPr/>
        </p:nvGrpSpPr>
        <p:grpSpPr>
          <a:xfrm>
            <a:off x="9475310" y="3291157"/>
            <a:ext cx="211320" cy="572040"/>
            <a:chOff x="9475310" y="3291157"/>
            <a:chExt cx="211320" cy="572040"/>
          </a:xfrm>
        </p:grpSpPr>
        <mc:AlternateContent xmlns:mc="http://schemas.openxmlformats.org/markup-compatibility/2006">
          <mc:Choice xmlns:p14="http://schemas.microsoft.com/office/powerpoint/2010/main" Requires="p14">
            <p:contentPart p14:bwMode="auto" r:id="rId130">
              <p14:nvContentPartPr>
                <p14:cNvPr id="83" name="Ink 82">
                  <a:extLst>
                    <a:ext uri="{FF2B5EF4-FFF2-40B4-BE49-F238E27FC236}">
                      <a16:creationId xmlns:a16="http://schemas.microsoft.com/office/drawing/2014/main" id="{5F5D5392-BE35-DA6D-891D-DC9D92F578D0}"/>
                    </a:ext>
                  </a:extLst>
                </p14:cNvPr>
                <p14:cNvContentPartPr/>
                <p14:nvPr/>
              </p14:nvContentPartPr>
              <p14:xfrm>
                <a:off x="9495110" y="3291157"/>
                <a:ext cx="57240" cy="517680"/>
              </p14:xfrm>
            </p:contentPart>
          </mc:Choice>
          <mc:Fallback>
            <p:pic>
              <p:nvPicPr>
                <p:cNvPr id="83" name="Ink 82">
                  <a:extLst>
                    <a:ext uri="{FF2B5EF4-FFF2-40B4-BE49-F238E27FC236}">
                      <a16:creationId xmlns:a16="http://schemas.microsoft.com/office/drawing/2014/main" id="{5F5D5392-BE35-DA6D-891D-DC9D92F578D0}"/>
                    </a:ext>
                  </a:extLst>
                </p:cNvPr>
                <p:cNvPicPr/>
                <p:nvPr/>
              </p:nvPicPr>
              <p:blipFill>
                <a:blip r:embed="rId131"/>
                <a:stretch>
                  <a:fillRect/>
                </a:stretch>
              </p:blipFill>
              <p:spPr>
                <a:xfrm>
                  <a:off x="9477470" y="3273517"/>
                  <a:ext cx="92880" cy="553320"/>
                </a:xfrm>
                <a:prstGeom prst="rect">
                  <a:avLst/>
                </a:prstGeom>
              </p:spPr>
            </p:pic>
          </mc:Fallback>
        </mc:AlternateContent>
        <mc:AlternateContent xmlns:mc="http://schemas.openxmlformats.org/markup-compatibility/2006">
          <mc:Choice xmlns:p14="http://schemas.microsoft.com/office/powerpoint/2010/main" Requires="p14">
            <p:contentPart p14:bwMode="auto" r:id="rId132">
              <p14:nvContentPartPr>
                <p14:cNvPr id="84" name="Ink 83">
                  <a:extLst>
                    <a:ext uri="{FF2B5EF4-FFF2-40B4-BE49-F238E27FC236}">
                      <a16:creationId xmlns:a16="http://schemas.microsoft.com/office/drawing/2014/main" id="{E50B1485-BD3C-F611-764E-0EA75B2A44E2}"/>
                    </a:ext>
                  </a:extLst>
                </p14:cNvPr>
                <p14:cNvContentPartPr/>
                <p14:nvPr/>
              </p14:nvContentPartPr>
              <p14:xfrm>
                <a:off x="9475310" y="3701197"/>
                <a:ext cx="211320" cy="162000"/>
              </p14:xfrm>
            </p:contentPart>
          </mc:Choice>
          <mc:Fallback>
            <p:pic>
              <p:nvPicPr>
                <p:cNvPr id="84" name="Ink 83">
                  <a:extLst>
                    <a:ext uri="{FF2B5EF4-FFF2-40B4-BE49-F238E27FC236}">
                      <a16:creationId xmlns:a16="http://schemas.microsoft.com/office/drawing/2014/main" id="{E50B1485-BD3C-F611-764E-0EA75B2A44E2}"/>
                    </a:ext>
                  </a:extLst>
                </p:cNvPr>
                <p:cNvPicPr/>
                <p:nvPr/>
              </p:nvPicPr>
              <p:blipFill>
                <a:blip r:embed="rId133"/>
                <a:stretch>
                  <a:fillRect/>
                </a:stretch>
              </p:blipFill>
              <p:spPr>
                <a:xfrm>
                  <a:off x="9457670" y="3683197"/>
                  <a:ext cx="246960" cy="197640"/>
                </a:xfrm>
                <a:prstGeom prst="rect">
                  <a:avLst/>
                </a:prstGeom>
              </p:spPr>
            </p:pic>
          </mc:Fallback>
        </mc:AlternateContent>
      </p:grpSp>
      <p:grpSp>
        <p:nvGrpSpPr>
          <p:cNvPr id="101" name="Group 100">
            <a:extLst>
              <a:ext uri="{FF2B5EF4-FFF2-40B4-BE49-F238E27FC236}">
                <a16:creationId xmlns:a16="http://schemas.microsoft.com/office/drawing/2014/main" id="{ED31AEB7-634D-6731-AB1C-6747DBFC98C9}"/>
              </a:ext>
            </a:extLst>
          </p:cNvPr>
          <p:cNvGrpSpPr/>
          <p:nvPr/>
        </p:nvGrpSpPr>
        <p:grpSpPr>
          <a:xfrm>
            <a:off x="8803190" y="4034197"/>
            <a:ext cx="1983960" cy="372960"/>
            <a:chOff x="8803190" y="4034197"/>
            <a:chExt cx="1983960" cy="372960"/>
          </a:xfrm>
        </p:grpSpPr>
        <mc:AlternateContent xmlns:mc="http://schemas.openxmlformats.org/markup-compatibility/2006">
          <mc:Choice xmlns:p14="http://schemas.microsoft.com/office/powerpoint/2010/main" Requires="p14">
            <p:contentPart p14:bwMode="auto" r:id="rId134">
              <p14:nvContentPartPr>
                <p14:cNvPr id="86" name="Ink 85">
                  <a:extLst>
                    <a:ext uri="{FF2B5EF4-FFF2-40B4-BE49-F238E27FC236}">
                      <a16:creationId xmlns:a16="http://schemas.microsoft.com/office/drawing/2014/main" id="{715076A6-974B-EF30-775B-54EB7215F043}"/>
                    </a:ext>
                  </a:extLst>
                </p14:cNvPr>
                <p14:cNvContentPartPr/>
                <p14:nvPr/>
              </p14:nvContentPartPr>
              <p14:xfrm>
                <a:off x="8803190" y="4130317"/>
                <a:ext cx="201600" cy="257760"/>
              </p14:xfrm>
            </p:contentPart>
          </mc:Choice>
          <mc:Fallback>
            <p:pic>
              <p:nvPicPr>
                <p:cNvPr id="86" name="Ink 85">
                  <a:extLst>
                    <a:ext uri="{FF2B5EF4-FFF2-40B4-BE49-F238E27FC236}">
                      <a16:creationId xmlns:a16="http://schemas.microsoft.com/office/drawing/2014/main" id="{715076A6-974B-EF30-775B-54EB7215F043}"/>
                    </a:ext>
                  </a:extLst>
                </p:cNvPr>
                <p:cNvPicPr/>
                <p:nvPr/>
              </p:nvPicPr>
              <p:blipFill>
                <a:blip r:embed="rId135"/>
                <a:stretch>
                  <a:fillRect/>
                </a:stretch>
              </p:blipFill>
              <p:spPr>
                <a:xfrm>
                  <a:off x="8785190" y="4112677"/>
                  <a:ext cx="237240" cy="293400"/>
                </a:xfrm>
                <a:prstGeom prst="rect">
                  <a:avLst/>
                </a:prstGeom>
              </p:spPr>
            </p:pic>
          </mc:Fallback>
        </mc:AlternateContent>
        <mc:AlternateContent xmlns:mc="http://schemas.openxmlformats.org/markup-compatibility/2006">
          <mc:Choice xmlns:p14="http://schemas.microsoft.com/office/powerpoint/2010/main" Requires="p14">
            <p:contentPart p14:bwMode="auto" r:id="rId136">
              <p14:nvContentPartPr>
                <p14:cNvPr id="87" name="Ink 86">
                  <a:extLst>
                    <a:ext uri="{FF2B5EF4-FFF2-40B4-BE49-F238E27FC236}">
                      <a16:creationId xmlns:a16="http://schemas.microsoft.com/office/drawing/2014/main" id="{3968DB98-8425-D65D-6AA3-B942B6B32025}"/>
                    </a:ext>
                  </a:extLst>
                </p14:cNvPr>
                <p14:cNvContentPartPr/>
                <p14:nvPr/>
              </p14:nvContentPartPr>
              <p14:xfrm>
                <a:off x="9058790" y="4244077"/>
                <a:ext cx="107640" cy="122400"/>
              </p14:xfrm>
            </p:contentPart>
          </mc:Choice>
          <mc:Fallback>
            <p:pic>
              <p:nvPicPr>
                <p:cNvPr id="87" name="Ink 86">
                  <a:extLst>
                    <a:ext uri="{FF2B5EF4-FFF2-40B4-BE49-F238E27FC236}">
                      <a16:creationId xmlns:a16="http://schemas.microsoft.com/office/drawing/2014/main" id="{3968DB98-8425-D65D-6AA3-B942B6B32025}"/>
                    </a:ext>
                  </a:extLst>
                </p:cNvPr>
                <p:cNvPicPr/>
                <p:nvPr/>
              </p:nvPicPr>
              <p:blipFill>
                <a:blip r:embed="rId137"/>
                <a:stretch>
                  <a:fillRect/>
                </a:stretch>
              </p:blipFill>
              <p:spPr>
                <a:xfrm>
                  <a:off x="9040790" y="4226437"/>
                  <a:ext cx="143280" cy="158040"/>
                </a:xfrm>
                <a:prstGeom prst="rect">
                  <a:avLst/>
                </a:prstGeom>
              </p:spPr>
            </p:pic>
          </mc:Fallback>
        </mc:AlternateContent>
        <mc:AlternateContent xmlns:mc="http://schemas.openxmlformats.org/markup-compatibility/2006">
          <mc:Choice xmlns:p14="http://schemas.microsoft.com/office/powerpoint/2010/main" Requires="p14">
            <p:contentPart p14:bwMode="auto" r:id="rId138">
              <p14:nvContentPartPr>
                <p14:cNvPr id="88" name="Ink 87">
                  <a:extLst>
                    <a:ext uri="{FF2B5EF4-FFF2-40B4-BE49-F238E27FC236}">
                      <a16:creationId xmlns:a16="http://schemas.microsoft.com/office/drawing/2014/main" id="{E9CC4582-6CC8-2318-F706-9F8896F5F049}"/>
                    </a:ext>
                  </a:extLst>
                </p14:cNvPr>
                <p14:cNvContentPartPr/>
                <p14:nvPr/>
              </p14:nvContentPartPr>
              <p14:xfrm>
                <a:off x="9246710" y="4192957"/>
                <a:ext cx="8640" cy="14040"/>
              </p14:xfrm>
            </p:contentPart>
          </mc:Choice>
          <mc:Fallback>
            <p:pic>
              <p:nvPicPr>
                <p:cNvPr id="88" name="Ink 87">
                  <a:extLst>
                    <a:ext uri="{FF2B5EF4-FFF2-40B4-BE49-F238E27FC236}">
                      <a16:creationId xmlns:a16="http://schemas.microsoft.com/office/drawing/2014/main" id="{E9CC4582-6CC8-2318-F706-9F8896F5F049}"/>
                    </a:ext>
                  </a:extLst>
                </p:cNvPr>
                <p:cNvPicPr/>
                <p:nvPr/>
              </p:nvPicPr>
              <p:blipFill>
                <a:blip r:embed="rId139"/>
                <a:stretch>
                  <a:fillRect/>
                </a:stretch>
              </p:blipFill>
              <p:spPr>
                <a:xfrm>
                  <a:off x="9229070" y="4175317"/>
                  <a:ext cx="44280" cy="49680"/>
                </a:xfrm>
                <a:prstGeom prst="rect">
                  <a:avLst/>
                </a:prstGeom>
              </p:spPr>
            </p:pic>
          </mc:Fallback>
        </mc:AlternateContent>
        <mc:AlternateContent xmlns:mc="http://schemas.openxmlformats.org/markup-compatibility/2006">
          <mc:Choice xmlns:p14="http://schemas.microsoft.com/office/powerpoint/2010/main" Requires="p14">
            <p:contentPart p14:bwMode="auto" r:id="rId140">
              <p14:nvContentPartPr>
                <p14:cNvPr id="89" name="Ink 88">
                  <a:extLst>
                    <a:ext uri="{FF2B5EF4-FFF2-40B4-BE49-F238E27FC236}">
                      <a16:creationId xmlns:a16="http://schemas.microsoft.com/office/drawing/2014/main" id="{15BC1907-217A-F63D-7CDD-0DCF80B02FFE}"/>
                    </a:ext>
                  </a:extLst>
                </p14:cNvPr>
                <p14:cNvContentPartPr/>
                <p14:nvPr/>
              </p14:nvContentPartPr>
              <p14:xfrm>
                <a:off x="9263630" y="4208077"/>
                <a:ext cx="47520" cy="26640"/>
              </p14:xfrm>
            </p:contentPart>
          </mc:Choice>
          <mc:Fallback>
            <p:pic>
              <p:nvPicPr>
                <p:cNvPr id="89" name="Ink 88">
                  <a:extLst>
                    <a:ext uri="{FF2B5EF4-FFF2-40B4-BE49-F238E27FC236}">
                      <a16:creationId xmlns:a16="http://schemas.microsoft.com/office/drawing/2014/main" id="{15BC1907-217A-F63D-7CDD-0DCF80B02FFE}"/>
                    </a:ext>
                  </a:extLst>
                </p:cNvPr>
                <p:cNvPicPr/>
                <p:nvPr/>
              </p:nvPicPr>
              <p:blipFill>
                <a:blip r:embed="rId141"/>
                <a:stretch>
                  <a:fillRect/>
                </a:stretch>
              </p:blipFill>
              <p:spPr>
                <a:xfrm>
                  <a:off x="9245630" y="4190437"/>
                  <a:ext cx="83160" cy="62280"/>
                </a:xfrm>
                <a:prstGeom prst="rect">
                  <a:avLst/>
                </a:prstGeom>
              </p:spPr>
            </p:pic>
          </mc:Fallback>
        </mc:AlternateContent>
        <mc:AlternateContent xmlns:mc="http://schemas.openxmlformats.org/markup-compatibility/2006">
          <mc:Choice xmlns:p14="http://schemas.microsoft.com/office/powerpoint/2010/main" Requires="p14">
            <p:contentPart p14:bwMode="auto" r:id="rId142">
              <p14:nvContentPartPr>
                <p14:cNvPr id="90" name="Ink 89">
                  <a:extLst>
                    <a:ext uri="{FF2B5EF4-FFF2-40B4-BE49-F238E27FC236}">
                      <a16:creationId xmlns:a16="http://schemas.microsoft.com/office/drawing/2014/main" id="{69C95586-607A-5B83-C891-9BC11A164AC7}"/>
                    </a:ext>
                  </a:extLst>
                </p14:cNvPr>
                <p14:cNvContentPartPr/>
                <p14:nvPr/>
              </p14:nvContentPartPr>
              <p14:xfrm>
                <a:off x="9260030" y="4112317"/>
                <a:ext cx="44640" cy="294840"/>
              </p14:xfrm>
            </p:contentPart>
          </mc:Choice>
          <mc:Fallback>
            <p:pic>
              <p:nvPicPr>
                <p:cNvPr id="90" name="Ink 89">
                  <a:extLst>
                    <a:ext uri="{FF2B5EF4-FFF2-40B4-BE49-F238E27FC236}">
                      <a16:creationId xmlns:a16="http://schemas.microsoft.com/office/drawing/2014/main" id="{69C95586-607A-5B83-C891-9BC11A164AC7}"/>
                    </a:ext>
                  </a:extLst>
                </p:cNvPr>
                <p:cNvPicPr/>
                <p:nvPr/>
              </p:nvPicPr>
              <p:blipFill>
                <a:blip r:embed="rId143"/>
                <a:stretch>
                  <a:fillRect/>
                </a:stretch>
              </p:blipFill>
              <p:spPr>
                <a:xfrm>
                  <a:off x="9242390" y="4094677"/>
                  <a:ext cx="80280" cy="330480"/>
                </a:xfrm>
                <a:prstGeom prst="rect">
                  <a:avLst/>
                </a:prstGeom>
              </p:spPr>
            </p:pic>
          </mc:Fallback>
        </mc:AlternateContent>
        <mc:AlternateContent xmlns:mc="http://schemas.openxmlformats.org/markup-compatibility/2006">
          <mc:Choice xmlns:p14="http://schemas.microsoft.com/office/powerpoint/2010/main" Requires="p14">
            <p:contentPart p14:bwMode="auto" r:id="rId144">
              <p14:nvContentPartPr>
                <p14:cNvPr id="91" name="Ink 90">
                  <a:extLst>
                    <a:ext uri="{FF2B5EF4-FFF2-40B4-BE49-F238E27FC236}">
                      <a16:creationId xmlns:a16="http://schemas.microsoft.com/office/drawing/2014/main" id="{0F83EC51-49C0-AA22-EF69-E8171CFC1EF9}"/>
                    </a:ext>
                  </a:extLst>
                </p14:cNvPr>
                <p14:cNvContentPartPr/>
                <p14:nvPr/>
              </p14:nvContentPartPr>
              <p14:xfrm>
                <a:off x="9246350" y="4203757"/>
                <a:ext cx="116280" cy="75600"/>
              </p14:xfrm>
            </p:contentPart>
          </mc:Choice>
          <mc:Fallback>
            <p:pic>
              <p:nvPicPr>
                <p:cNvPr id="91" name="Ink 90">
                  <a:extLst>
                    <a:ext uri="{FF2B5EF4-FFF2-40B4-BE49-F238E27FC236}">
                      <a16:creationId xmlns:a16="http://schemas.microsoft.com/office/drawing/2014/main" id="{0F83EC51-49C0-AA22-EF69-E8171CFC1EF9}"/>
                    </a:ext>
                  </a:extLst>
                </p:cNvPr>
                <p:cNvPicPr/>
                <p:nvPr/>
              </p:nvPicPr>
              <p:blipFill>
                <a:blip r:embed="rId145"/>
                <a:stretch>
                  <a:fillRect/>
                </a:stretch>
              </p:blipFill>
              <p:spPr>
                <a:xfrm>
                  <a:off x="9228710" y="4186117"/>
                  <a:ext cx="151920" cy="111240"/>
                </a:xfrm>
                <a:prstGeom prst="rect">
                  <a:avLst/>
                </a:prstGeom>
              </p:spPr>
            </p:pic>
          </mc:Fallback>
        </mc:AlternateContent>
        <mc:AlternateContent xmlns:mc="http://schemas.openxmlformats.org/markup-compatibility/2006">
          <mc:Choice xmlns:p14="http://schemas.microsoft.com/office/powerpoint/2010/main" Requires="p14">
            <p:contentPart p14:bwMode="auto" r:id="rId146">
              <p14:nvContentPartPr>
                <p14:cNvPr id="92" name="Ink 91">
                  <a:extLst>
                    <a:ext uri="{FF2B5EF4-FFF2-40B4-BE49-F238E27FC236}">
                      <a16:creationId xmlns:a16="http://schemas.microsoft.com/office/drawing/2014/main" id="{F116B285-93CE-2F73-4ADE-D60C55CC00E5}"/>
                    </a:ext>
                  </a:extLst>
                </p14:cNvPr>
                <p14:cNvContentPartPr/>
                <p14:nvPr/>
              </p14:nvContentPartPr>
              <p14:xfrm>
                <a:off x="9608870" y="4190077"/>
                <a:ext cx="113040" cy="117000"/>
              </p14:xfrm>
            </p:contentPart>
          </mc:Choice>
          <mc:Fallback>
            <p:pic>
              <p:nvPicPr>
                <p:cNvPr id="92" name="Ink 91">
                  <a:extLst>
                    <a:ext uri="{FF2B5EF4-FFF2-40B4-BE49-F238E27FC236}">
                      <a16:creationId xmlns:a16="http://schemas.microsoft.com/office/drawing/2014/main" id="{F116B285-93CE-2F73-4ADE-D60C55CC00E5}"/>
                    </a:ext>
                  </a:extLst>
                </p:cNvPr>
                <p:cNvPicPr/>
                <p:nvPr/>
              </p:nvPicPr>
              <p:blipFill>
                <a:blip r:embed="rId147"/>
                <a:stretch>
                  <a:fillRect/>
                </a:stretch>
              </p:blipFill>
              <p:spPr>
                <a:xfrm>
                  <a:off x="9590870" y="4172077"/>
                  <a:ext cx="148680" cy="152640"/>
                </a:xfrm>
                <a:prstGeom prst="rect">
                  <a:avLst/>
                </a:prstGeom>
              </p:spPr>
            </p:pic>
          </mc:Fallback>
        </mc:AlternateContent>
        <mc:AlternateContent xmlns:mc="http://schemas.openxmlformats.org/markup-compatibility/2006">
          <mc:Choice xmlns:p14="http://schemas.microsoft.com/office/powerpoint/2010/main" Requires="p14">
            <p:contentPart p14:bwMode="auto" r:id="rId148">
              <p14:nvContentPartPr>
                <p14:cNvPr id="93" name="Ink 92">
                  <a:extLst>
                    <a:ext uri="{FF2B5EF4-FFF2-40B4-BE49-F238E27FC236}">
                      <a16:creationId xmlns:a16="http://schemas.microsoft.com/office/drawing/2014/main" id="{09161F69-16E0-2E10-1F65-CD550D78CB54}"/>
                    </a:ext>
                  </a:extLst>
                </p14:cNvPr>
                <p14:cNvContentPartPr/>
                <p14:nvPr/>
              </p14:nvContentPartPr>
              <p14:xfrm>
                <a:off x="9838910" y="4182517"/>
                <a:ext cx="15480" cy="127800"/>
              </p14:xfrm>
            </p:contentPart>
          </mc:Choice>
          <mc:Fallback>
            <p:pic>
              <p:nvPicPr>
                <p:cNvPr id="93" name="Ink 92">
                  <a:extLst>
                    <a:ext uri="{FF2B5EF4-FFF2-40B4-BE49-F238E27FC236}">
                      <a16:creationId xmlns:a16="http://schemas.microsoft.com/office/drawing/2014/main" id="{09161F69-16E0-2E10-1F65-CD550D78CB54}"/>
                    </a:ext>
                  </a:extLst>
                </p:cNvPr>
                <p:cNvPicPr/>
                <p:nvPr/>
              </p:nvPicPr>
              <p:blipFill>
                <a:blip r:embed="rId149"/>
                <a:stretch>
                  <a:fillRect/>
                </a:stretch>
              </p:blipFill>
              <p:spPr>
                <a:xfrm>
                  <a:off x="9821270" y="4164877"/>
                  <a:ext cx="51120" cy="163440"/>
                </a:xfrm>
                <a:prstGeom prst="rect">
                  <a:avLst/>
                </a:prstGeom>
              </p:spPr>
            </p:pic>
          </mc:Fallback>
        </mc:AlternateContent>
        <mc:AlternateContent xmlns:mc="http://schemas.openxmlformats.org/markup-compatibility/2006">
          <mc:Choice xmlns:p14="http://schemas.microsoft.com/office/powerpoint/2010/main" Requires="p14">
            <p:contentPart p14:bwMode="auto" r:id="rId150">
              <p14:nvContentPartPr>
                <p14:cNvPr id="94" name="Ink 93">
                  <a:extLst>
                    <a:ext uri="{FF2B5EF4-FFF2-40B4-BE49-F238E27FC236}">
                      <a16:creationId xmlns:a16="http://schemas.microsoft.com/office/drawing/2014/main" id="{FAE1D3D4-F3B9-E008-68F5-3AC24E743435}"/>
                    </a:ext>
                  </a:extLst>
                </p14:cNvPr>
                <p14:cNvContentPartPr/>
                <p14:nvPr/>
              </p14:nvContentPartPr>
              <p14:xfrm>
                <a:off x="9839990" y="4075957"/>
                <a:ext cx="21600" cy="26280"/>
              </p14:xfrm>
            </p:contentPart>
          </mc:Choice>
          <mc:Fallback>
            <p:pic>
              <p:nvPicPr>
                <p:cNvPr id="94" name="Ink 93">
                  <a:extLst>
                    <a:ext uri="{FF2B5EF4-FFF2-40B4-BE49-F238E27FC236}">
                      <a16:creationId xmlns:a16="http://schemas.microsoft.com/office/drawing/2014/main" id="{FAE1D3D4-F3B9-E008-68F5-3AC24E743435}"/>
                    </a:ext>
                  </a:extLst>
                </p:cNvPr>
                <p:cNvPicPr/>
                <p:nvPr/>
              </p:nvPicPr>
              <p:blipFill>
                <a:blip r:embed="rId151"/>
                <a:stretch>
                  <a:fillRect/>
                </a:stretch>
              </p:blipFill>
              <p:spPr>
                <a:xfrm>
                  <a:off x="9822350" y="4057957"/>
                  <a:ext cx="57240" cy="61920"/>
                </a:xfrm>
                <a:prstGeom prst="rect">
                  <a:avLst/>
                </a:prstGeom>
              </p:spPr>
            </p:pic>
          </mc:Fallback>
        </mc:AlternateContent>
        <mc:AlternateContent xmlns:mc="http://schemas.openxmlformats.org/markup-compatibility/2006">
          <mc:Choice xmlns:p14="http://schemas.microsoft.com/office/powerpoint/2010/main" Requires="p14">
            <p:contentPart p14:bwMode="auto" r:id="rId152">
              <p14:nvContentPartPr>
                <p14:cNvPr id="95" name="Ink 94">
                  <a:extLst>
                    <a:ext uri="{FF2B5EF4-FFF2-40B4-BE49-F238E27FC236}">
                      <a16:creationId xmlns:a16="http://schemas.microsoft.com/office/drawing/2014/main" id="{AD314CF0-51C3-655C-863C-065610FCDE9E}"/>
                    </a:ext>
                  </a:extLst>
                </p14:cNvPr>
                <p14:cNvContentPartPr/>
                <p14:nvPr/>
              </p14:nvContentPartPr>
              <p14:xfrm>
                <a:off x="9925670" y="4083877"/>
                <a:ext cx="112680" cy="224640"/>
              </p14:xfrm>
            </p:contentPart>
          </mc:Choice>
          <mc:Fallback>
            <p:pic>
              <p:nvPicPr>
                <p:cNvPr id="95" name="Ink 94">
                  <a:extLst>
                    <a:ext uri="{FF2B5EF4-FFF2-40B4-BE49-F238E27FC236}">
                      <a16:creationId xmlns:a16="http://schemas.microsoft.com/office/drawing/2014/main" id="{AD314CF0-51C3-655C-863C-065610FCDE9E}"/>
                    </a:ext>
                  </a:extLst>
                </p:cNvPr>
                <p:cNvPicPr/>
                <p:nvPr/>
              </p:nvPicPr>
              <p:blipFill>
                <a:blip r:embed="rId153"/>
                <a:stretch>
                  <a:fillRect/>
                </a:stretch>
              </p:blipFill>
              <p:spPr>
                <a:xfrm>
                  <a:off x="9907670" y="4066237"/>
                  <a:ext cx="148320" cy="260280"/>
                </a:xfrm>
                <a:prstGeom prst="rect">
                  <a:avLst/>
                </a:prstGeom>
              </p:spPr>
            </p:pic>
          </mc:Fallback>
        </mc:AlternateContent>
        <mc:AlternateContent xmlns:mc="http://schemas.openxmlformats.org/markup-compatibility/2006">
          <mc:Choice xmlns:p14="http://schemas.microsoft.com/office/powerpoint/2010/main" Requires="p14">
            <p:contentPart p14:bwMode="auto" r:id="rId154">
              <p14:nvContentPartPr>
                <p14:cNvPr id="96" name="Ink 95">
                  <a:extLst>
                    <a:ext uri="{FF2B5EF4-FFF2-40B4-BE49-F238E27FC236}">
                      <a16:creationId xmlns:a16="http://schemas.microsoft.com/office/drawing/2014/main" id="{67C54AD4-041B-7C7F-089A-D131FBE3922F}"/>
                    </a:ext>
                  </a:extLst>
                </p14:cNvPr>
                <p14:cNvContentPartPr/>
                <p14:nvPr/>
              </p14:nvContentPartPr>
              <p14:xfrm>
                <a:off x="10207910" y="4163077"/>
                <a:ext cx="132840" cy="142560"/>
              </p14:xfrm>
            </p:contentPart>
          </mc:Choice>
          <mc:Fallback>
            <p:pic>
              <p:nvPicPr>
                <p:cNvPr id="96" name="Ink 95">
                  <a:extLst>
                    <a:ext uri="{FF2B5EF4-FFF2-40B4-BE49-F238E27FC236}">
                      <a16:creationId xmlns:a16="http://schemas.microsoft.com/office/drawing/2014/main" id="{67C54AD4-041B-7C7F-089A-D131FBE3922F}"/>
                    </a:ext>
                  </a:extLst>
                </p:cNvPr>
                <p:cNvPicPr/>
                <p:nvPr/>
              </p:nvPicPr>
              <p:blipFill>
                <a:blip r:embed="rId155"/>
                <a:stretch>
                  <a:fillRect/>
                </a:stretch>
              </p:blipFill>
              <p:spPr>
                <a:xfrm>
                  <a:off x="10190270" y="4145437"/>
                  <a:ext cx="168480" cy="178200"/>
                </a:xfrm>
                <a:prstGeom prst="rect">
                  <a:avLst/>
                </a:prstGeom>
              </p:spPr>
            </p:pic>
          </mc:Fallback>
        </mc:AlternateContent>
        <mc:AlternateContent xmlns:mc="http://schemas.openxmlformats.org/markup-compatibility/2006">
          <mc:Choice xmlns:p14="http://schemas.microsoft.com/office/powerpoint/2010/main" Requires="p14">
            <p:contentPart p14:bwMode="auto" r:id="rId156">
              <p14:nvContentPartPr>
                <p14:cNvPr id="97" name="Ink 96">
                  <a:extLst>
                    <a:ext uri="{FF2B5EF4-FFF2-40B4-BE49-F238E27FC236}">
                      <a16:creationId xmlns:a16="http://schemas.microsoft.com/office/drawing/2014/main" id="{855958EC-F7D2-63B7-1490-C0998B2635D2}"/>
                    </a:ext>
                  </a:extLst>
                </p14:cNvPr>
                <p14:cNvContentPartPr/>
                <p14:nvPr/>
              </p14:nvContentPartPr>
              <p14:xfrm>
                <a:off x="10471430" y="4077037"/>
                <a:ext cx="49680" cy="273960"/>
              </p14:xfrm>
            </p:contentPart>
          </mc:Choice>
          <mc:Fallback>
            <p:pic>
              <p:nvPicPr>
                <p:cNvPr id="97" name="Ink 96">
                  <a:extLst>
                    <a:ext uri="{FF2B5EF4-FFF2-40B4-BE49-F238E27FC236}">
                      <a16:creationId xmlns:a16="http://schemas.microsoft.com/office/drawing/2014/main" id="{855958EC-F7D2-63B7-1490-C0998B2635D2}"/>
                    </a:ext>
                  </a:extLst>
                </p:cNvPr>
                <p:cNvPicPr/>
                <p:nvPr/>
              </p:nvPicPr>
              <p:blipFill>
                <a:blip r:embed="rId157"/>
                <a:stretch>
                  <a:fillRect/>
                </a:stretch>
              </p:blipFill>
              <p:spPr>
                <a:xfrm>
                  <a:off x="10453430" y="4059397"/>
                  <a:ext cx="85320" cy="309600"/>
                </a:xfrm>
                <a:prstGeom prst="rect">
                  <a:avLst/>
                </a:prstGeom>
              </p:spPr>
            </p:pic>
          </mc:Fallback>
        </mc:AlternateContent>
        <mc:AlternateContent xmlns:mc="http://schemas.openxmlformats.org/markup-compatibility/2006">
          <mc:Choice xmlns:p14="http://schemas.microsoft.com/office/powerpoint/2010/main" Requires="p14">
            <p:contentPart p14:bwMode="auto" r:id="rId158">
              <p14:nvContentPartPr>
                <p14:cNvPr id="98" name="Ink 97">
                  <a:extLst>
                    <a:ext uri="{FF2B5EF4-FFF2-40B4-BE49-F238E27FC236}">
                      <a16:creationId xmlns:a16="http://schemas.microsoft.com/office/drawing/2014/main" id="{EABB150D-6970-CC22-7A32-2693067CF97C}"/>
                    </a:ext>
                  </a:extLst>
                </p14:cNvPr>
                <p14:cNvContentPartPr/>
                <p14:nvPr/>
              </p14:nvContentPartPr>
              <p14:xfrm>
                <a:off x="10449830" y="4216717"/>
                <a:ext cx="102600" cy="75960"/>
              </p14:xfrm>
            </p:contentPart>
          </mc:Choice>
          <mc:Fallback>
            <p:pic>
              <p:nvPicPr>
                <p:cNvPr id="98" name="Ink 97">
                  <a:extLst>
                    <a:ext uri="{FF2B5EF4-FFF2-40B4-BE49-F238E27FC236}">
                      <a16:creationId xmlns:a16="http://schemas.microsoft.com/office/drawing/2014/main" id="{EABB150D-6970-CC22-7A32-2693067CF97C}"/>
                    </a:ext>
                  </a:extLst>
                </p:cNvPr>
                <p:cNvPicPr/>
                <p:nvPr/>
              </p:nvPicPr>
              <p:blipFill>
                <a:blip r:embed="rId159"/>
                <a:stretch>
                  <a:fillRect/>
                </a:stretch>
              </p:blipFill>
              <p:spPr>
                <a:xfrm>
                  <a:off x="10432190" y="4198717"/>
                  <a:ext cx="138240" cy="111600"/>
                </a:xfrm>
                <a:prstGeom prst="rect">
                  <a:avLst/>
                </a:prstGeom>
              </p:spPr>
            </p:pic>
          </mc:Fallback>
        </mc:AlternateContent>
        <mc:AlternateContent xmlns:mc="http://schemas.openxmlformats.org/markup-compatibility/2006">
          <mc:Choice xmlns:p14="http://schemas.microsoft.com/office/powerpoint/2010/main" Requires="p14">
            <p:contentPart p14:bwMode="auto" r:id="rId160">
              <p14:nvContentPartPr>
                <p14:cNvPr id="99" name="Ink 98">
                  <a:extLst>
                    <a:ext uri="{FF2B5EF4-FFF2-40B4-BE49-F238E27FC236}">
                      <a16:creationId xmlns:a16="http://schemas.microsoft.com/office/drawing/2014/main" id="{7809C6F9-4F49-D0E5-5CEC-A0C8660F9FED}"/>
                    </a:ext>
                  </a:extLst>
                </p14:cNvPr>
                <p14:cNvContentPartPr/>
                <p14:nvPr/>
              </p14:nvContentPartPr>
              <p14:xfrm>
                <a:off x="10678790" y="4034197"/>
                <a:ext cx="71640" cy="310320"/>
              </p14:xfrm>
            </p:contentPart>
          </mc:Choice>
          <mc:Fallback>
            <p:pic>
              <p:nvPicPr>
                <p:cNvPr id="99" name="Ink 98">
                  <a:extLst>
                    <a:ext uri="{FF2B5EF4-FFF2-40B4-BE49-F238E27FC236}">
                      <a16:creationId xmlns:a16="http://schemas.microsoft.com/office/drawing/2014/main" id="{7809C6F9-4F49-D0E5-5CEC-A0C8660F9FED}"/>
                    </a:ext>
                  </a:extLst>
                </p:cNvPr>
                <p:cNvPicPr/>
                <p:nvPr/>
              </p:nvPicPr>
              <p:blipFill>
                <a:blip r:embed="rId161"/>
                <a:stretch>
                  <a:fillRect/>
                </a:stretch>
              </p:blipFill>
              <p:spPr>
                <a:xfrm>
                  <a:off x="10660790" y="4016197"/>
                  <a:ext cx="107280" cy="345960"/>
                </a:xfrm>
                <a:prstGeom prst="rect">
                  <a:avLst/>
                </a:prstGeom>
              </p:spPr>
            </p:pic>
          </mc:Fallback>
        </mc:AlternateContent>
        <mc:AlternateContent xmlns:mc="http://schemas.openxmlformats.org/markup-compatibility/2006">
          <mc:Choice xmlns:p14="http://schemas.microsoft.com/office/powerpoint/2010/main" Requires="p14">
            <p:contentPart p14:bwMode="auto" r:id="rId162">
              <p14:nvContentPartPr>
                <p14:cNvPr id="100" name="Ink 99">
                  <a:extLst>
                    <a:ext uri="{FF2B5EF4-FFF2-40B4-BE49-F238E27FC236}">
                      <a16:creationId xmlns:a16="http://schemas.microsoft.com/office/drawing/2014/main" id="{5BF12DBB-81FB-159A-5EA0-DDDFF4358B13}"/>
                    </a:ext>
                  </a:extLst>
                </p14:cNvPr>
                <p14:cNvContentPartPr/>
                <p14:nvPr/>
              </p14:nvContentPartPr>
              <p14:xfrm>
                <a:off x="10622630" y="4185037"/>
                <a:ext cx="164520" cy="73800"/>
              </p14:xfrm>
            </p:contentPart>
          </mc:Choice>
          <mc:Fallback>
            <p:pic>
              <p:nvPicPr>
                <p:cNvPr id="100" name="Ink 99">
                  <a:extLst>
                    <a:ext uri="{FF2B5EF4-FFF2-40B4-BE49-F238E27FC236}">
                      <a16:creationId xmlns:a16="http://schemas.microsoft.com/office/drawing/2014/main" id="{5BF12DBB-81FB-159A-5EA0-DDDFF4358B13}"/>
                    </a:ext>
                  </a:extLst>
                </p:cNvPr>
                <p:cNvPicPr/>
                <p:nvPr/>
              </p:nvPicPr>
              <p:blipFill>
                <a:blip r:embed="rId163"/>
                <a:stretch>
                  <a:fillRect/>
                </a:stretch>
              </p:blipFill>
              <p:spPr>
                <a:xfrm>
                  <a:off x="10604990" y="4167397"/>
                  <a:ext cx="200160" cy="109440"/>
                </a:xfrm>
                <a:prstGeom prst="rect">
                  <a:avLst/>
                </a:prstGeom>
              </p:spPr>
            </p:pic>
          </mc:Fallback>
        </mc:AlternateContent>
      </p:grpSp>
      <p:grpSp>
        <p:nvGrpSpPr>
          <p:cNvPr id="129" name="Group 128">
            <a:extLst>
              <a:ext uri="{FF2B5EF4-FFF2-40B4-BE49-F238E27FC236}">
                <a16:creationId xmlns:a16="http://schemas.microsoft.com/office/drawing/2014/main" id="{B25A0715-BE09-F4E8-E3F1-D00012107268}"/>
              </a:ext>
            </a:extLst>
          </p:cNvPr>
          <p:cNvGrpSpPr/>
          <p:nvPr/>
        </p:nvGrpSpPr>
        <p:grpSpPr>
          <a:xfrm>
            <a:off x="11247590" y="4090717"/>
            <a:ext cx="13680" cy="31320"/>
            <a:chOff x="11247590" y="4090717"/>
            <a:chExt cx="13680" cy="31320"/>
          </a:xfrm>
        </p:grpSpPr>
        <mc:AlternateContent xmlns:mc="http://schemas.openxmlformats.org/markup-compatibility/2006">
          <mc:Choice xmlns:p14="http://schemas.microsoft.com/office/powerpoint/2010/main" Requires="p14">
            <p:contentPart p14:bwMode="auto" r:id="rId164">
              <p14:nvContentPartPr>
                <p14:cNvPr id="102" name="Ink 101">
                  <a:extLst>
                    <a:ext uri="{FF2B5EF4-FFF2-40B4-BE49-F238E27FC236}">
                      <a16:creationId xmlns:a16="http://schemas.microsoft.com/office/drawing/2014/main" id="{3BFF7031-18B5-AC8C-F892-DAA1F0A7FED9}"/>
                    </a:ext>
                  </a:extLst>
                </p14:cNvPr>
                <p14:cNvContentPartPr/>
                <p14:nvPr/>
              </p14:nvContentPartPr>
              <p14:xfrm>
                <a:off x="11247590" y="4090717"/>
                <a:ext cx="13680" cy="31320"/>
              </p14:xfrm>
            </p:contentPart>
          </mc:Choice>
          <mc:Fallback>
            <p:pic>
              <p:nvPicPr>
                <p:cNvPr id="102" name="Ink 101">
                  <a:extLst>
                    <a:ext uri="{FF2B5EF4-FFF2-40B4-BE49-F238E27FC236}">
                      <a16:creationId xmlns:a16="http://schemas.microsoft.com/office/drawing/2014/main" id="{3BFF7031-18B5-AC8C-F892-DAA1F0A7FED9}"/>
                    </a:ext>
                  </a:extLst>
                </p:cNvPr>
                <p:cNvPicPr/>
                <p:nvPr/>
              </p:nvPicPr>
              <p:blipFill>
                <a:blip r:embed="rId165"/>
                <a:stretch>
                  <a:fillRect/>
                </a:stretch>
              </p:blipFill>
              <p:spPr>
                <a:xfrm>
                  <a:off x="11229590" y="4073077"/>
                  <a:ext cx="49320" cy="66960"/>
                </a:xfrm>
                <a:prstGeom prst="rect">
                  <a:avLst/>
                </a:prstGeom>
              </p:spPr>
            </p:pic>
          </mc:Fallback>
        </mc:AlternateContent>
        <mc:AlternateContent xmlns:mc="http://schemas.openxmlformats.org/markup-compatibility/2006">
          <mc:Choice xmlns:p14="http://schemas.microsoft.com/office/powerpoint/2010/main" Requires="p14">
            <p:contentPart p14:bwMode="auto" r:id="rId166">
              <p14:nvContentPartPr>
                <p14:cNvPr id="103" name="Ink 102">
                  <a:extLst>
                    <a:ext uri="{FF2B5EF4-FFF2-40B4-BE49-F238E27FC236}">
                      <a16:creationId xmlns:a16="http://schemas.microsoft.com/office/drawing/2014/main" id="{50FD4A94-4CA1-3F31-417E-C98A1FCADA65}"/>
                    </a:ext>
                  </a:extLst>
                </p14:cNvPr>
                <p14:cNvContentPartPr/>
                <p14:nvPr/>
              </p14:nvContentPartPr>
              <p14:xfrm>
                <a:off x="11254790" y="4094317"/>
                <a:ext cx="3240" cy="3240"/>
              </p14:xfrm>
            </p:contentPart>
          </mc:Choice>
          <mc:Fallback>
            <p:pic>
              <p:nvPicPr>
                <p:cNvPr id="103" name="Ink 102">
                  <a:extLst>
                    <a:ext uri="{FF2B5EF4-FFF2-40B4-BE49-F238E27FC236}">
                      <a16:creationId xmlns:a16="http://schemas.microsoft.com/office/drawing/2014/main" id="{50FD4A94-4CA1-3F31-417E-C98A1FCADA65}"/>
                    </a:ext>
                  </a:extLst>
                </p:cNvPr>
                <p:cNvPicPr/>
                <p:nvPr/>
              </p:nvPicPr>
              <p:blipFill>
                <a:blip r:embed="rId167"/>
                <a:stretch>
                  <a:fillRect/>
                </a:stretch>
              </p:blipFill>
              <p:spPr>
                <a:xfrm>
                  <a:off x="11237150" y="4076317"/>
                  <a:ext cx="38880" cy="38880"/>
                </a:xfrm>
                <a:prstGeom prst="rect">
                  <a:avLst/>
                </a:prstGeom>
              </p:spPr>
            </p:pic>
          </mc:Fallback>
        </mc:AlternateContent>
      </p:grpSp>
      <p:grpSp>
        <p:nvGrpSpPr>
          <p:cNvPr id="128" name="Group 127">
            <a:extLst>
              <a:ext uri="{FF2B5EF4-FFF2-40B4-BE49-F238E27FC236}">
                <a16:creationId xmlns:a16="http://schemas.microsoft.com/office/drawing/2014/main" id="{45763181-100A-E1EE-44CA-306EE2DCF6FA}"/>
              </a:ext>
            </a:extLst>
          </p:cNvPr>
          <p:cNvGrpSpPr/>
          <p:nvPr/>
        </p:nvGrpSpPr>
        <p:grpSpPr>
          <a:xfrm>
            <a:off x="8512670" y="4753117"/>
            <a:ext cx="1538280" cy="276480"/>
            <a:chOff x="8512670" y="4753117"/>
            <a:chExt cx="1538280" cy="276480"/>
          </a:xfrm>
        </p:grpSpPr>
        <mc:AlternateContent xmlns:mc="http://schemas.openxmlformats.org/markup-compatibility/2006">
          <mc:Choice xmlns:p14="http://schemas.microsoft.com/office/powerpoint/2010/main" Requires="p14">
            <p:contentPart p14:bwMode="auto" r:id="rId168">
              <p14:nvContentPartPr>
                <p14:cNvPr id="104" name="Ink 103">
                  <a:extLst>
                    <a:ext uri="{FF2B5EF4-FFF2-40B4-BE49-F238E27FC236}">
                      <a16:creationId xmlns:a16="http://schemas.microsoft.com/office/drawing/2014/main" id="{2DE02213-EF8C-6933-C791-29FAE9E897E5}"/>
                    </a:ext>
                  </a:extLst>
                </p14:cNvPr>
                <p14:cNvContentPartPr/>
                <p14:nvPr/>
              </p14:nvContentPartPr>
              <p14:xfrm>
                <a:off x="8560910" y="4753117"/>
                <a:ext cx="69840" cy="276480"/>
              </p14:xfrm>
            </p:contentPart>
          </mc:Choice>
          <mc:Fallback>
            <p:pic>
              <p:nvPicPr>
                <p:cNvPr id="104" name="Ink 103">
                  <a:extLst>
                    <a:ext uri="{FF2B5EF4-FFF2-40B4-BE49-F238E27FC236}">
                      <a16:creationId xmlns:a16="http://schemas.microsoft.com/office/drawing/2014/main" id="{2DE02213-EF8C-6933-C791-29FAE9E897E5}"/>
                    </a:ext>
                  </a:extLst>
                </p:cNvPr>
                <p:cNvPicPr/>
                <p:nvPr/>
              </p:nvPicPr>
              <p:blipFill>
                <a:blip r:embed="rId169"/>
                <a:stretch>
                  <a:fillRect/>
                </a:stretch>
              </p:blipFill>
              <p:spPr>
                <a:xfrm>
                  <a:off x="8542910" y="4735117"/>
                  <a:ext cx="105480" cy="312120"/>
                </a:xfrm>
                <a:prstGeom prst="rect">
                  <a:avLst/>
                </a:prstGeom>
              </p:spPr>
            </p:pic>
          </mc:Fallback>
        </mc:AlternateContent>
        <mc:AlternateContent xmlns:mc="http://schemas.openxmlformats.org/markup-compatibility/2006">
          <mc:Choice xmlns:p14="http://schemas.microsoft.com/office/powerpoint/2010/main" Requires="p14">
            <p:contentPart p14:bwMode="auto" r:id="rId170">
              <p14:nvContentPartPr>
                <p14:cNvPr id="105" name="Ink 104">
                  <a:extLst>
                    <a:ext uri="{FF2B5EF4-FFF2-40B4-BE49-F238E27FC236}">
                      <a16:creationId xmlns:a16="http://schemas.microsoft.com/office/drawing/2014/main" id="{5431F703-2891-1956-8E07-517AF8FCE2FD}"/>
                    </a:ext>
                  </a:extLst>
                </p14:cNvPr>
                <p14:cNvContentPartPr/>
                <p14:nvPr/>
              </p14:nvContentPartPr>
              <p14:xfrm>
                <a:off x="8512670" y="4896397"/>
                <a:ext cx="141120" cy="69840"/>
              </p14:xfrm>
            </p:contentPart>
          </mc:Choice>
          <mc:Fallback>
            <p:pic>
              <p:nvPicPr>
                <p:cNvPr id="105" name="Ink 104">
                  <a:extLst>
                    <a:ext uri="{FF2B5EF4-FFF2-40B4-BE49-F238E27FC236}">
                      <a16:creationId xmlns:a16="http://schemas.microsoft.com/office/drawing/2014/main" id="{5431F703-2891-1956-8E07-517AF8FCE2FD}"/>
                    </a:ext>
                  </a:extLst>
                </p:cNvPr>
                <p:cNvPicPr/>
                <p:nvPr/>
              </p:nvPicPr>
              <p:blipFill>
                <a:blip r:embed="rId171"/>
                <a:stretch>
                  <a:fillRect/>
                </a:stretch>
              </p:blipFill>
              <p:spPr>
                <a:xfrm>
                  <a:off x="8495030" y="4878397"/>
                  <a:ext cx="176760" cy="105480"/>
                </a:xfrm>
                <a:prstGeom prst="rect">
                  <a:avLst/>
                </a:prstGeom>
              </p:spPr>
            </p:pic>
          </mc:Fallback>
        </mc:AlternateContent>
        <mc:AlternateContent xmlns:mc="http://schemas.openxmlformats.org/markup-compatibility/2006">
          <mc:Choice xmlns:p14="http://schemas.microsoft.com/office/powerpoint/2010/main" Requires="p14">
            <p:contentPart p14:bwMode="auto" r:id="rId172">
              <p14:nvContentPartPr>
                <p14:cNvPr id="106" name="Ink 105">
                  <a:extLst>
                    <a:ext uri="{FF2B5EF4-FFF2-40B4-BE49-F238E27FC236}">
                      <a16:creationId xmlns:a16="http://schemas.microsoft.com/office/drawing/2014/main" id="{2D7074C6-2470-23EE-E029-FB834A650BE3}"/>
                    </a:ext>
                  </a:extLst>
                </p14:cNvPr>
                <p14:cNvContentPartPr/>
                <p14:nvPr/>
              </p14:nvContentPartPr>
              <p14:xfrm>
                <a:off x="8693750" y="4897837"/>
                <a:ext cx="73800" cy="101160"/>
              </p14:xfrm>
            </p:contentPart>
          </mc:Choice>
          <mc:Fallback>
            <p:pic>
              <p:nvPicPr>
                <p:cNvPr id="106" name="Ink 105">
                  <a:extLst>
                    <a:ext uri="{FF2B5EF4-FFF2-40B4-BE49-F238E27FC236}">
                      <a16:creationId xmlns:a16="http://schemas.microsoft.com/office/drawing/2014/main" id="{2D7074C6-2470-23EE-E029-FB834A650BE3}"/>
                    </a:ext>
                  </a:extLst>
                </p:cNvPr>
                <p:cNvPicPr/>
                <p:nvPr/>
              </p:nvPicPr>
              <p:blipFill>
                <a:blip r:embed="rId173"/>
                <a:stretch>
                  <a:fillRect/>
                </a:stretch>
              </p:blipFill>
              <p:spPr>
                <a:xfrm>
                  <a:off x="8676110" y="4880197"/>
                  <a:ext cx="109440" cy="136800"/>
                </a:xfrm>
                <a:prstGeom prst="rect">
                  <a:avLst/>
                </a:prstGeom>
              </p:spPr>
            </p:pic>
          </mc:Fallback>
        </mc:AlternateContent>
        <mc:AlternateContent xmlns:mc="http://schemas.openxmlformats.org/markup-compatibility/2006">
          <mc:Choice xmlns:p14="http://schemas.microsoft.com/office/powerpoint/2010/main" Requires="p14">
            <p:contentPart p14:bwMode="auto" r:id="rId174">
              <p14:nvContentPartPr>
                <p14:cNvPr id="107" name="Ink 106">
                  <a:extLst>
                    <a:ext uri="{FF2B5EF4-FFF2-40B4-BE49-F238E27FC236}">
                      <a16:creationId xmlns:a16="http://schemas.microsoft.com/office/drawing/2014/main" id="{877C0252-B9C5-2C2F-FA88-1D2AC765778C}"/>
                    </a:ext>
                  </a:extLst>
                </p14:cNvPr>
                <p14:cNvContentPartPr/>
                <p14:nvPr/>
              </p14:nvContentPartPr>
              <p14:xfrm>
                <a:off x="8831990" y="4854637"/>
                <a:ext cx="72720" cy="128160"/>
              </p14:xfrm>
            </p:contentPart>
          </mc:Choice>
          <mc:Fallback>
            <p:pic>
              <p:nvPicPr>
                <p:cNvPr id="107" name="Ink 106">
                  <a:extLst>
                    <a:ext uri="{FF2B5EF4-FFF2-40B4-BE49-F238E27FC236}">
                      <a16:creationId xmlns:a16="http://schemas.microsoft.com/office/drawing/2014/main" id="{877C0252-B9C5-2C2F-FA88-1D2AC765778C}"/>
                    </a:ext>
                  </a:extLst>
                </p:cNvPr>
                <p:cNvPicPr/>
                <p:nvPr/>
              </p:nvPicPr>
              <p:blipFill>
                <a:blip r:embed="rId175"/>
                <a:stretch>
                  <a:fillRect/>
                </a:stretch>
              </p:blipFill>
              <p:spPr>
                <a:xfrm>
                  <a:off x="8814350" y="4836997"/>
                  <a:ext cx="108360" cy="163800"/>
                </a:xfrm>
                <a:prstGeom prst="rect">
                  <a:avLst/>
                </a:prstGeom>
              </p:spPr>
            </p:pic>
          </mc:Fallback>
        </mc:AlternateContent>
        <mc:AlternateContent xmlns:mc="http://schemas.openxmlformats.org/markup-compatibility/2006">
          <mc:Choice xmlns:p14="http://schemas.microsoft.com/office/powerpoint/2010/main" Requires="p14">
            <p:contentPart p14:bwMode="auto" r:id="rId176">
              <p14:nvContentPartPr>
                <p14:cNvPr id="108" name="Ink 107">
                  <a:extLst>
                    <a:ext uri="{FF2B5EF4-FFF2-40B4-BE49-F238E27FC236}">
                      <a16:creationId xmlns:a16="http://schemas.microsoft.com/office/drawing/2014/main" id="{EFC5DA0C-2487-C2F3-3B40-0F5F5962D2DE}"/>
                    </a:ext>
                  </a:extLst>
                </p14:cNvPr>
                <p14:cNvContentPartPr/>
                <p14:nvPr/>
              </p14:nvContentPartPr>
              <p14:xfrm>
                <a:off x="8945390" y="4882717"/>
                <a:ext cx="108000" cy="137160"/>
              </p14:xfrm>
            </p:contentPart>
          </mc:Choice>
          <mc:Fallback>
            <p:pic>
              <p:nvPicPr>
                <p:cNvPr id="108" name="Ink 107">
                  <a:extLst>
                    <a:ext uri="{FF2B5EF4-FFF2-40B4-BE49-F238E27FC236}">
                      <a16:creationId xmlns:a16="http://schemas.microsoft.com/office/drawing/2014/main" id="{EFC5DA0C-2487-C2F3-3B40-0F5F5962D2DE}"/>
                    </a:ext>
                  </a:extLst>
                </p:cNvPr>
                <p:cNvPicPr/>
                <p:nvPr/>
              </p:nvPicPr>
              <p:blipFill>
                <a:blip r:embed="rId177"/>
                <a:stretch>
                  <a:fillRect/>
                </a:stretch>
              </p:blipFill>
              <p:spPr>
                <a:xfrm>
                  <a:off x="8927390" y="4865077"/>
                  <a:ext cx="143640" cy="172800"/>
                </a:xfrm>
                <a:prstGeom prst="rect">
                  <a:avLst/>
                </a:prstGeom>
              </p:spPr>
            </p:pic>
          </mc:Fallback>
        </mc:AlternateContent>
        <mc:AlternateContent xmlns:mc="http://schemas.openxmlformats.org/markup-compatibility/2006">
          <mc:Choice xmlns:p14="http://schemas.microsoft.com/office/powerpoint/2010/main" Requires="p14">
            <p:contentPart p14:bwMode="auto" r:id="rId178">
              <p14:nvContentPartPr>
                <p14:cNvPr id="109" name="Ink 108">
                  <a:extLst>
                    <a:ext uri="{FF2B5EF4-FFF2-40B4-BE49-F238E27FC236}">
                      <a16:creationId xmlns:a16="http://schemas.microsoft.com/office/drawing/2014/main" id="{C15BADCE-7D22-148D-8EF5-72EF023929DF}"/>
                    </a:ext>
                  </a:extLst>
                </p14:cNvPr>
                <p14:cNvContentPartPr/>
                <p14:nvPr/>
              </p14:nvContentPartPr>
              <p14:xfrm>
                <a:off x="9128630" y="4886317"/>
                <a:ext cx="94320" cy="96840"/>
              </p14:xfrm>
            </p:contentPart>
          </mc:Choice>
          <mc:Fallback>
            <p:pic>
              <p:nvPicPr>
                <p:cNvPr id="109" name="Ink 108">
                  <a:extLst>
                    <a:ext uri="{FF2B5EF4-FFF2-40B4-BE49-F238E27FC236}">
                      <a16:creationId xmlns:a16="http://schemas.microsoft.com/office/drawing/2014/main" id="{C15BADCE-7D22-148D-8EF5-72EF023929DF}"/>
                    </a:ext>
                  </a:extLst>
                </p:cNvPr>
                <p:cNvPicPr/>
                <p:nvPr/>
              </p:nvPicPr>
              <p:blipFill>
                <a:blip r:embed="rId179"/>
                <a:stretch>
                  <a:fillRect/>
                </a:stretch>
              </p:blipFill>
              <p:spPr>
                <a:xfrm>
                  <a:off x="9110990" y="4868677"/>
                  <a:ext cx="129960" cy="132480"/>
                </a:xfrm>
                <a:prstGeom prst="rect">
                  <a:avLst/>
                </a:prstGeom>
              </p:spPr>
            </p:pic>
          </mc:Fallback>
        </mc:AlternateContent>
        <mc:AlternateContent xmlns:mc="http://schemas.openxmlformats.org/markup-compatibility/2006">
          <mc:Choice xmlns:p14="http://schemas.microsoft.com/office/powerpoint/2010/main" Requires="p14">
            <p:contentPart p14:bwMode="auto" r:id="rId180">
              <p14:nvContentPartPr>
                <p14:cNvPr id="110" name="Ink 109">
                  <a:extLst>
                    <a:ext uri="{FF2B5EF4-FFF2-40B4-BE49-F238E27FC236}">
                      <a16:creationId xmlns:a16="http://schemas.microsoft.com/office/drawing/2014/main" id="{13B889EF-7C0A-55A1-1C0B-C5E0C326784D}"/>
                    </a:ext>
                  </a:extLst>
                </p14:cNvPr>
                <p14:cNvContentPartPr/>
                <p14:nvPr/>
              </p14:nvContentPartPr>
              <p14:xfrm>
                <a:off x="9301790" y="4884877"/>
                <a:ext cx="199080" cy="98640"/>
              </p14:xfrm>
            </p:contentPart>
          </mc:Choice>
          <mc:Fallback>
            <p:pic>
              <p:nvPicPr>
                <p:cNvPr id="110" name="Ink 109">
                  <a:extLst>
                    <a:ext uri="{FF2B5EF4-FFF2-40B4-BE49-F238E27FC236}">
                      <a16:creationId xmlns:a16="http://schemas.microsoft.com/office/drawing/2014/main" id="{13B889EF-7C0A-55A1-1C0B-C5E0C326784D}"/>
                    </a:ext>
                  </a:extLst>
                </p:cNvPr>
                <p:cNvPicPr/>
                <p:nvPr/>
              </p:nvPicPr>
              <p:blipFill>
                <a:blip r:embed="rId181"/>
                <a:stretch>
                  <a:fillRect/>
                </a:stretch>
              </p:blipFill>
              <p:spPr>
                <a:xfrm>
                  <a:off x="9284150" y="4867237"/>
                  <a:ext cx="234720" cy="134280"/>
                </a:xfrm>
                <a:prstGeom prst="rect">
                  <a:avLst/>
                </a:prstGeom>
              </p:spPr>
            </p:pic>
          </mc:Fallback>
        </mc:AlternateContent>
        <mc:AlternateContent xmlns:mc="http://schemas.openxmlformats.org/markup-compatibility/2006">
          <mc:Choice xmlns:p14="http://schemas.microsoft.com/office/powerpoint/2010/main" Requires="p14">
            <p:contentPart p14:bwMode="auto" r:id="rId182">
              <p14:nvContentPartPr>
                <p14:cNvPr id="111" name="Ink 110">
                  <a:extLst>
                    <a:ext uri="{FF2B5EF4-FFF2-40B4-BE49-F238E27FC236}">
                      <a16:creationId xmlns:a16="http://schemas.microsoft.com/office/drawing/2014/main" id="{95E6A441-EC7B-4779-80B8-ACFFAC8AA246}"/>
                    </a:ext>
                  </a:extLst>
                </p14:cNvPr>
                <p14:cNvContentPartPr/>
                <p14:nvPr/>
              </p14:nvContentPartPr>
              <p14:xfrm>
                <a:off x="9616790" y="4874077"/>
                <a:ext cx="124560" cy="106200"/>
              </p14:xfrm>
            </p:contentPart>
          </mc:Choice>
          <mc:Fallback>
            <p:pic>
              <p:nvPicPr>
                <p:cNvPr id="111" name="Ink 110">
                  <a:extLst>
                    <a:ext uri="{FF2B5EF4-FFF2-40B4-BE49-F238E27FC236}">
                      <a16:creationId xmlns:a16="http://schemas.microsoft.com/office/drawing/2014/main" id="{95E6A441-EC7B-4779-80B8-ACFFAC8AA246}"/>
                    </a:ext>
                  </a:extLst>
                </p:cNvPr>
                <p:cNvPicPr/>
                <p:nvPr/>
              </p:nvPicPr>
              <p:blipFill>
                <a:blip r:embed="rId183"/>
                <a:stretch>
                  <a:fillRect/>
                </a:stretch>
              </p:blipFill>
              <p:spPr>
                <a:xfrm>
                  <a:off x="9599150" y="4856437"/>
                  <a:ext cx="160200" cy="141840"/>
                </a:xfrm>
                <a:prstGeom prst="rect">
                  <a:avLst/>
                </a:prstGeom>
              </p:spPr>
            </p:pic>
          </mc:Fallback>
        </mc:AlternateContent>
        <mc:AlternateContent xmlns:mc="http://schemas.openxmlformats.org/markup-compatibility/2006">
          <mc:Choice xmlns:p14="http://schemas.microsoft.com/office/powerpoint/2010/main" Requires="p14">
            <p:contentPart p14:bwMode="auto" r:id="rId184">
              <p14:nvContentPartPr>
                <p14:cNvPr id="112" name="Ink 111">
                  <a:extLst>
                    <a:ext uri="{FF2B5EF4-FFF2-40B4-BE49-F238E27FC236}">
                      <a16:creationId xmlns:a16="http://schemas.microsoft.com/office/drawing/2014/main" id="{159417E3-B606-7A2E-76A9-451B456E4E17}"/>
                    </a:ext>
                  </a:extLst>
                </p14:cNvPr>
                <p14:cNvContentPartPr/>
                <p14:nvPr/>
              </p14:nvContentPartPr>
              <p14:xfrm>
                <a:off x="9730910" y="4763557"/>
                <a:ext cx="15480" cy="34200"/>
              </p14:xfrm>
            </p:contentPart>
          </mc:Choice>
          <mc:Fallback>
            <p:pic>
              <p:nvPicPr>
                <p:cNvPr id="112" name="Ink 111">
                  <a:extLst>
                    <a:ext uri="{FF2B5EF4-FFF2-40B4-BE49-F238E27FC236}">
                      <a16:creationId xmlns:a16="http://schemas.microsoft.com/office/drawing/2014/main" id="{159417E3-B606-7A2E-76A9-451B456E4E17}"/>
                    </a:ext>
                  </a:extLst>
                </p:cNvPr>
                <p:cNvPicPr/>
                <p:nvPr/>
              </p:nvPicPr>
              <p:blipFill>
                <a:blip r:embed="rId185"/>
                <a:stretch>
                  <a:fillRect/>
                </a:stretch>
              </p:blipFill>
              <p:spPr>
                <a:xfrm>
                  <a:off x="9712910" y="4745917"/>
                  <a:ext cx="51120" cy="69840"/>
                </a:xfrm>
                <a:prstGeom prst="rect">
                  <a:avLst/>
                </a:prstGeom>
              </p:spPr>
            </p:pic>
          </mc:Fallback>
        </mc:AlternateContent>
        <mc:AlternateContent xmlns:mc="http://schemas.openxmlformats.org/markup-compatibility/2006">
          <mc:Choice xmlns:p14="http://schemas.microsoft.com/office/powerpoint/2010/main" Requires="p14">
            <p:contentPart p14:bwMode="auto" r:id="rId186">
              <p14:nvContentPartPr>
                <p14:cNvPr id="113" name="Ink 112">
                  <a:extLst>
                    <a:ext uri="{FF2B5EF4-FFF2-40B4-BE49-F238E27FC236}">
                      <a16:creationId xmlns:a16="http://schemas.microsoft.com/office/drawing/2014/main" id="{31F600CD-A548-B26E-7B13-B3D70D8B00F7}"/>
                    </a:ext>
                  </a:extLst>
                </p14:cNvPr>
                <p14:cNvContentPartPr/>
                <p14:nvPr/>
              </p14:nvContentPartPr>
              <p14:xfrm>
                <a:off x="9821630" y="4842037"/>
                <a:ext cx="59760" cy="114840"/>
              </p14:xfrm>
            </p:contentPart>
          </mc:Choice>
          <mc:Fallback>
            <p:pic>
              <p:nvPicPr>
                <p:cNvPr id="113" name="Ink 112">
                  <a:extLst>
                    <a:ext uri="{FF2B5EF4-FFF2-40B4-BE49-F238E27FC236}">
                      <a16:creationId xmlns:a16="http://schemas.microsoft.com/office/drawing/2014/main" id="{31F600CD-A548-B26E-7B13-B3D70D8B00F7}"/>
                    </a:ext>
                  </a:extLst>
                </p:cNvPr>
                <p:cNvPicPr/>
                <p:nvPr/>
              </p:nvPicPr>
              <p:blipFill>
                <a:blip r:embed="rId187"/>
                <a:stretch>
                  <a:fillRect/>
                </a:stretch>
              </p:blipFill>
              <p:spPr>
                <a:xfrm>
                  <a:off x="9803990" y="4824037"/>
                  <a:ext cx="95400" cy="150480"/>
                </a:xfrm>
                <a:prstGeom prst="rect">
                  <a:avLst/>
                </a:prstGeom>
              </p:spPr>
            </p:pic>
          </mc:Fallback>
        </mc:AlternateContent>
        <mc:AlternateContent xmlns:mc="http://schemas.openxmlformats.org/markup-compatibility/2006">
          <mc:Choice xmlns:p14="http://schemas.microsoft.com/office/powerpoint/2010/main" Requires="p14">
            <p:contentPart p14:bwMode="auto" r:id="rId188">
              <p14:nvContentPartPr>
                <p14:cNvPr id="114" name="Ink 113">
                  <a:extLst>
                    <a:ext uri="{FF2B5EF4-FFF2-40B4-BE49-F238E27FC236}">
                      <a16:creationId xmlns:a16="http://schemas.microsoft.com/office/drawing/2014/main" id="{A67DB6F5-0B19-9D8F-A2A0-B4298C37D0BF}"/>
                    </a:ext>
                  </a:extLst>
                </p14:cNvPr>
                <p14:cNvContentPartPr/>
                <p14:nvPr/>
              </p14:nvContentPartPr>
              <p14:xfrm>
                <a:off x="9995870" y="4842037"/>
                <a:ext cx="55080" cy="142560"/>
              </p14:xfrm>
            </p:contentPart>
          </mc:Choice>
          <mc:Fallback>
            <p:pic>
              <p:nvPicPr>
                <p:cNvPr id="114" name="Ink 113">
                  <a:extLst>
                    <a:ext uri="{FF2B5EF4-FFF2-40B4-BE49-F238E27FC236}">
                      <a16:creationId xmlns:a16="http://schemas.microsoft.com/office/drawing/2014/main" id="{A67DB6F5-0B19-9D8F-A2A0-B4298C37D0BF}"/>
                    </a:ext>
                  </a:extLst>
                </p:cNvPr>
                <p:cNvPicPr/>
                <p:nvPr/>
              </p:nvPicPr>
              <p:blipFill>
                <a:blip r:embed="rId189"/>
                <a:stretch>
                  <a:fillRect/>
                </a:stretch>
              </p:blipFill>
              <p:spPr>
                <a:xfrm>
                  <a:off x="9978230" y="4824037"/>
                  <a:ext cx="90720" cy="178200"/>
                </a:xfrm>
                <a:prstGeom prst="rect">
                  <a:avLst/>
                </a:prstGeom>
              </p:spPr>
            </p:pic>
          </mc:Fallback>
        </mc:AlternateContent>
      </p:grpSp>
      <p:grpSp>
        <p:nvGrpSpPr>
          <p:cNvPr id="127" name="Group 126">
            <a:extLst>
              <a:ext uri="{FF2B5EF4-FFF2-40B4-BE49-F238E27FC236}">
                <a16:creationId xmlns:a16="http://schemas.microsoft.com/office/drawing/2014/main" id="{6290EDEC-14A1-9401-E58D-708B44C6575C}"/>
              </a:ext>
            </a:extLst>
          </p:cNvPr>
          <p:cNvGrpSpPr/>
          <p:nvPr/>
        </p:nvGrpSpPr>
        <p:grpSpPr>
          <a:xfrm>
            <a:off x="10307630" y="4793797"/>
            <a:ext cx="561600" cy="178560"/>
            <a:chOff x="10307630" y="4793797"/>
            <a:chExt cx="561600" cy="178560"/>
          </a:xfrm>
        </p:grpSpPr>
        <mc:AlternateContent xmlns:mc="http://schemas.openxmlformats.org/markup-compatibility/2006">
          <mc:Choice xmlns:p14="http://schemas.microsoft.com/office/powerpoint/2010/main" Requires="p14">
            <p:contentPart p14:bwMode="auto" r:id="rId190">
              <p14:nvContentPartPr>
                <p14:cNvPr id="115" name="Ink 114">
                  <a:extLst>
                    <a:ext uri="{FF2B5EF4-FFF2-40B4-BE49-F238E27FC236}">
                      <a16:creationId xmlns:a16="http://schemas.microsoft.com/office/drawing/2014/main" id="{E650FB98-40F9-CEC4-EAFB-21012A06A849}"/>
                    </a:ext>
                  </a:extLst>
                </p14:cNvPr>
                <p14:cNvContentPartPr/>
                <p14:nvPr/>
              </p14:nvContentPartPr>
              <p14:xfrm>
                <a:off x="10307630" y="4843117"/>
                <a:ext cx="96480" cy="129240"/>
              </p14:xfrm>
            </p:contentPart>
          </mc:Choice>
          <mc:Fallback>
            <p:pic>
              <p:nvPicPr>
                <p:cNvPr id="115" name="Ink 114">
                  <a:extLst>
                    <a:ext uri="{FF2B5EF4-FFF2-40B4-BE49-F238E27FC236}">
                      <a16:creationId xmlns:a16="http://schemas.microsoft.com/office/drawing/2014/main" id="{E650FB98-40F9-CEC4-EAFB-21012A06A849}"/>
                    </a:ext>
                  </a:extLst>
                </p:cNvPr>
                <p:cNvPicPr/>
                <p:nvPr/>
              </p:nvPicPr>
              <p:blipFill>
                <a:blip r:embed="rId191"/>
                <a:stretch>
                  <a:fillRect/>
                </a:stretch>
              </p:blipFill>
              <p:spPr>
                <a:xfrm>
                  <a:off x="10289630" y="4825477"/>
                  <a:ext cx="132120" cy="164880"/>
                </a:xfrm>
                <a:prstGeom prst="rect">
                  <a:avLst/>
                </a:prstGeom>
              </p:spPr>
            </p:pic>
          </mc:Fallback>
        </mc:AlternateContent>
        <mc:AlternateContent xmlns:mc="http://schemas.openxmlformats.org/markup-compatibility/2006">
          <mc:Choice xmlns:p14="http://schemas.microsoft.com/office/powerpoint/2010/main" Requires="p14">
            <p:contentPart p14:bwMode="auto" r:id="rId192">
              <p14:nvContentPartPr>
                <p14:cNvPr id="116" name="Ink 115">
                  <a:extLst>
                    <a:ext uri="{FF2B5EF4-FFF2-40B4-BE49-F238E27FC236}">
                      <a16:creationId xmlns:a16="http://schemas.microsoft.com/office/drawing/2014/main" id="{2430456D-E1D3-B47F-006A-A408BBAA76F2}"/>
                    </a:ext>
                  </a:extLst>
                </p14:cNvPr>
                <p14:cNvContentPartPr/>
                <p14:nvPr/>
              </p14:nvContentPartPr>
              <p14:xfrm>
                <a:off x="10468550" y="4832677"/>
                <a:ext cx="44280" cy="82440"/>
              </p14:xfrm>
            </p:contentPart>
          </mc:Choice>
          <mc:Fallback>
            <p:pic>
              <p:nvPicPr>
                <p:cNvPr id="116" name="Ink 115">
                  <a:extLst>
                    <a:ext uri="{FF2B5EF4-FFF2-40B4-BE49-F238E27FC236}">
                      <a16:creationId xmlns:a16="http://schemas.microsoft.com/office/drawing/2014/main" id="{2430456D-E1D3-B47F-006A-A408BBAA76F2}"/>
                    </a:ext>
                  </a:extLst>
                </p:cNvPr>
                <p:cNvPicPr/>
                <p:nvPr/>
              </p:nvPicPr>
              <p:blipFill>
                <a:blip r:embed="rId193"/>
                <a:stretch>
                  <a:fillRect/>
                </a:stretch>
              </p:blipFill>
              <p:spPr>
                <a:xfrm>
                  <a:off x="10450910" y="4814677"/>
                  <a:ext cx="79920" cy="118080"/>
                </a:xfrm>
                <a:prstGeom prst="rect">
                  <a:avLst/>
                </a:prstGeom>
              </p:spPr>
            </p:pic>
          </mc:Fallback>
        </mc:AlternateContent>
        <mc:AlternateContent xmlns:mc="http://schemas.openxmlformats.org/markup-compatibility/2006">
          <mc:Choice xmlns:p14="http://schemas.microsoft.com/office/powerpoint/2010/main" Requires="p14">
            <p:contentPart p14:bwMode="auto" r:id="rId194">
              <p14:nvContentPartPr>
                <p14:cNvPr id="117" name="Ink 116">
                  <a:extLst>
                    <a:ext uri="{FF2B5EF4-FFF2-40B4-BE49-F238E27FC236}">
                      <a16:creationId xmlns:a16="http://schemas.microsoft.com/office/drawing/2014/main" id="{A0DB4283-C426-8445-AE38-A7C9087A06C9}"/>
                    </a:ext>
                  </a:extLst>
                </p14:cNvPr>
                <p14:cNvContentPartPr/>
                <p14:nvPr/>
              </p14:nvContentPartPr>
              <p14:xfrm>
                <a:off x="10621550" y="4800277"/>
                <a:ext cx="83520" cy="121320"/>
              </p14:xfrm>
            </p:contentPart>
          </mc:Choice>
          <mc:Fallback>
            <p:pic>
              <p:nvPicPr>
                <p:cNvPr id="117" name="Ink 116">
                  <a:extLst>
                    <a:ext uri="{FF2B5EF4-FFF2-40B4-BE49-F238E27FC236}">
                      <a16:creationId xmlns:a16="http://schemas.microsoft.com/office/drawing/2014/main" id="{A0DB4283-C426-8445-AE38-A7C9087A06C9}"/>
                    </a:ext>
                  </a:extLst>
                </p:cNvPr>
                <p:cNvPicPr/>
                <p:nvPr/>
              </p:nvPicPr>
              <p:blipFill>
                <a:blip r:embed="rId195"/>
                <a:stretch>
                  <a:fillRect/>
                </a:stretch>
              </p:blipFill>
              <p:spPr>
                <a:xfrm>
                  <a:off x="10603910" y="4782277"/>
                  <a:ext cx="119160" cy="156960"/>
                </a:xfrm>
                <a:prstGeom prst="rect">
                  <a:avLst/>
                </a:prstGeom>
              </p:spPr>
            </p:pic>
          </mc:Fallback>
        </mc:AlternateContent>
        <mc:AlternateContent xmlns:mc="http://schemas.openxmlformats.org/markup-compatibility/2006">
          <mc:Choice xmlns:p14="http://schemas.microsoft.com/office/powerpoint/2010/main" Requires="p14">
            <p:contentPart p14:bwMode="auto" r:id="rId196">
              <p14:nvContentPartPr>
                <p14:cNvPr id="118" name="Ink 117">
                  <a:extLst>
                    <a:ext uri="{FF2B5EF4-FFF2-40B4-BE49-F238E27FC236}">
                      <a16:creationId xmlns:a16="http://schemas.microsoft.com/office/drawing/2014/main" id="{A75C03D0-D9C1-B303-7053-7FA4C9440C0F}"/>
                    </a:ext>
                  </a:extLst>
                </p14:cNvPr>
                <p14:cNvContentPartPr/>
                <p14:nvPr/>
              </p14:nvContentPartPr>
              <p14:xfrm>
                <a:off x="10766630" y="4793797"/>
                <a:ext cx="102600" cy="141480"/>
              </p14:xfrm>
            </p:contentPart>
          </mc:Choice>
          <mc:Fallback>
            <p:pic>
              <p:nvPicPr>
                <p:cNvPr id="118" name="Ink 117">
                  <a:extLst>
                    <a:ext uri="{FF2B5EF4-FFF2-40B4-BE49-F238E27FC236}">
                      <a16:creationId xmlns:a16="http://schemas.microsoft.com/office/drawing/2014/main" id="{A75C03D0-D9C1-B303-7053-7FA4C9440C0F}"/>
                    </a:ext>
                  </a:extLst>
                </p:cNvPr>
                <p:cNvPicPr/>
                <p:nvPr/>
              </p:nvPicPr>
              <p:blipFill>
                <a:blip r:embed="rId197"/>
                <a:stretch>
                  <a:fillRect/>
                </a:stretch>
              </p:blipFill>
              <p:spPr>
                <a:xfrm>
                  <a:off x="10748990" y="4775797"/>
                  <a:ext cx="138240" cy="177120"/>
                </a:xfrm>
                <a:prstGeom prst="rect">
                  <a:avLst/>
                </a:prstGeom>
              </p:spPr>
            </p:pic>
          </mc:Fallback>
        </mc:AlternateContent>
      </p:grpSp>
      <p:grpSp>
        <p:nvGrpSpPr>
          <p:cNvPr id="126" name="Group 125">
            <a:extLst>
              <a:ext uri="{FF2B5EF4-FFF2-40B4-BE49-F238E27FC236}">
                <a16:creationId xmlns:a16="http://schemas.microsoft.com/office/drawing/2014/main" id="{5BA22EE2-6279-AB32-66B5-CE92B66E0D19}"/>
              </a:ext>
            </a:extLst>
          </p:cNvPr>
          <p:cNvGrpSpPr/>
          <p:nvPr/>
        </p:nvGrpSpPr>
        <p:grpSpPr>
          <a:xfrm>
            <a:off x="11133110" y="4634677"/>
            <a:ext cx="743760" cy="331560"/>
            <a:chOff x="11133110" y="4634677"/>
            <a:chExt cx="743760" cy="331560"/>
          </a:xfrm>
        </p:grpSpPr>
        <mc:AlternateContent xmlns:mc="http://schemas.openxmlformats.org/markup-compatibility/2006">
          <mc:Choice xmlns:p14="http://schemas.microsoft.com/office/powerpoint/2010/main" Requires="p14">
            <p:contentPart p14:bwMode="auto" r:id="rId198">
              <p14:nvContentPartPr>
                <p14:cNvPr id="119" name="Ink 118">
                  <a:extLst>
                    <a:ext uri="{FF2B5EF4-FFF2-40B4-BE49-F238E27FC236}">
                      <a16:creationId xmlns:a16="http://schemas.microsoft.com/office/drawing/2014/main" id="{BB335D6A-BDC3-B44A-CDED-A60F6DB1A1D1}"/>
                    </a:ext>
                  </a:extLst>
                </p14:cNvPr>
                <p14:cNvContentPartPr/>
                <p14:nvPr/>
              </p14:nvContentPartPr>
              <p14:xfrm>
                <a:off x="11181350" y="4634677"/>
                <a:ext cx="124200" cy="33840"/>
              </p14:xfrm>
            </p:contentPart>
          </mc:Choice>
          <mc:Fallback>
            <p:pic>
              <p:nvPicPr>
                <p:cNvPr id="119" name="Ink 118">
                  <a:extLst>
                    <a:ext uri="{FF2B5EF4-FFF2-40B4-BE49-F238E27FC236}">
                      <a16:creationId xmlns:a16="http://schemas.microsoft.com/office/drawing/2014/main" id="{BB335D6A-BDC3-B44A-CDED-A60F6DB1A1D1}"/>
                    </a:ext>
                  </a:extLst>
                </p:cNvPr>
                <p:cNvPicPr/>
                <p:nvPr/>
              </p:nvPicPr>
              <p:blipFill>
                <a:blip r:embed="rId199"/>
                <a:stretch>
                  <a:fillRect/>
                </a:stretch>
              </p:blipFill>
              <p:spPr>
                <a:xfrm>
                  <a:off x="11163710" y="4617037"/>
                  <a:ext cx="159840" cy="69480"/>
                </a:xfrm>
                <a:prstGeom prst="rect">
                  <a:avLst/>
                </a:prstGeom>
              </p:spPr>
            </p:pic>
          </mc:Fallback>
        </mc:AlternateContent>
        <mc:AlternateContent xmlns:mc="http://schemas.openxmlformats.org/markup-compatibility/2006">
          <mc:Choice xmlns:p14="http://schemas.microsoft.com/office/powerpoint/2010/main" Requires="p14">
            <p:contentPart p14:bwMode="auto" r:id="rId200">
              <p14:nvContentPartPr>
                <p14:cNvPr id="120" name="Ink 119">
                  <a:extLst>
                    <a:ext uri="{FF2B5EF4-FFF2-40B4-BE49-F238E27FC236}">
                      <a16:creationId xmlns:a16="http://schemas.microsoft.com/office/drawing/2014/main" id="{43DE85FE-7B54-918F-F7FE-A3AD3DF0649A}"/>
                    </a:ext>
                  </a:extLst>
                </p14:cNvPr>
                <p14:cNvContentPartPr/>
                <p14:nvPr/>
              </p14:nvContentPartPr>
              <p14:xfrm>
                <a:off x="11133110" y="4680037"/>
                <a:ext cx="117360" cy="219960"/>
              </p14:xfrm>
            </p:contentPart>
          </mc:Choice>
          <mc:Fallback>
            <p:pic>
              <p:nvPicPr>
                <p:cNvPr id="120" name="Ink 119">
                  <a:extLst>
                    <a:ext uri="{FF2B5EF4-FFF2-40B4-BE49-F238E27FC236}">
                      <a16:creationId xmlns:a16="http://schemas.microsoft.com/office/drawing/2014/main" id="{43DE85FE-7B54-918F-F7FE-A3AD3DF0649A}"/>
                    </a:ext>
                  </a:extLst>
                </p:cNvPr>
                <p:cNvPicPr/>
                <p:nvPr/>
              </p:nvPicPr>
              <p:blipFill>
                <a:blip r:embed="rId201"/>
                <a:stretch>
                  <a:fillRect/>
                </a:stretch>
              </p:blipFill>
              <p:spPr>
                <a:xfrm>
                  <a:off x="11115470" y="4662037"/>
                  <a:ext cx="153000" cy="255600"/>
                </a:xfrm>
                <a:prstGeom prst="rect">
                  <a:avLst/>
                </a:prstGeom>
              </p:spPr>
            </p:pic>
          </mc:Fallback>
        </mc:AlternateContent>
        <mc:AlternateContent xmlns:mc="http://schemas.openxmlformats.org/markup-compatibility/2006">
          <mc:Choice xmlns:p14="http://schemas.microsoft.com/office/powerpoint/2010/main" Requires="p14">
            <p:contentPart p14:bwMode="auto" r:id="rId202">
              <p14:nvContentPartPr>
                <p14:cNvPr id="121" name="Ink 120">
                  <a:extLst>
                    <a:ext uri="{FF2B5EF4-FFF2-40B4-BE49-F238E27FC236}">
                      <a16:creationId xmlns:a16="http://schemas.microsoft.com/office/drawing/2014/main" id="{BB0D055D-7E7C-BF8E-6F94-7428B7FACA8B}"/>
                    </a:ext>
                  </a:extLst>
                </p14:cNvPr>
                <p14:cNvContentPartPr/>
                <p14:nvPr/>
              </p14:nvContentPartPr>
              <p14:xfrm>
                <a:off x="11403470" y="4707037"/>
                <a:ext cx="20880" cy="259200"/>
              </p14:xfrm>
            </p:contentPart>
          </mc:Choice>
          <mc:Fallback>
            <p:pic>
              <p:nvPicPr>
                <p:cNvPr id="121" name="Ink 120">
                  <a:extLst>
                    <a:ext uri="{FF2B5EF4-FFF2-40B4-BE49-F238E27FC236}">
                      <a16:creationId xmlns:a16="http://schemas.microsoft.com/office/drawing/2014/main" id="{BB0D055D-7E7C-BF8E-6F94-7428B7FACA8B}"/>
                    </a:ext>
                  </a:extLst>
                </p:cNvPr>
                <p:cNvPicPr/>
                <p:nvPr/>
              </p:nvPicPr>
              <p:blipFill>
                <a:blip r:embed="rId203"/>
                <a:stretch>
                  <a:fillRect/>
                </a:stretch>
              </p:blipFill>
              <p:spPr>
                <a:xfrm>
                  <a:off x="11385830" y="4689037"/>
                  <a:ext cx="56520" cy="294840"/>
                </a:xfrm>
                <a:prstGeom prst="rect">
                  <a:avLst/>
                </a:prstGeom>
              </p:spPr>
            </p:pic>
          </mc:Fallback>
        </mc:AlternateContent>
        <mc:AlternateContent xmlns:mc="http://schemas.openxmlformats.org/markup-compatibility/2006">
          <mc:Choice xmlns:p14="http://schemas.microsoft.com/office/powerpoint/2010/main" Requires="p14">
            <p:contentPart p14:bwMode="auto" r:id="rId204">
              <p14:nvContentPartPr>
                <p14:cNvPr id="122" name="Ink 121">
                  <a:extLst>
                    <a:ext uri="{FF2B5EF4-FFF2-40B4-BE49-F238E27FC236}">
                      <a16:creationId xmlns:a16="http://schemas.microsoft.com/office/drawing/2014/main" id="{B80E9DB2-9974-7AA3-A267-A6395A806EAA}"/>
                    </a:ext>
                  </a:extLst>
                </p14:cNvPr>
                <p14:cNvContentPartPr/>
                <p14:nvPr/>
              </p14:nvContentPartPr>
              <p14:xfrm>
                <a:off x="11522270" y="4696597"/>
                <a:ext cx="58680" cy="164520"/>
              </p14:xfrm>
            </p:contentPart>
          </mc:Choice>
          <mc:Fallback>
            <p:pic>
              <p:nvPicPr>
                <p:cNvPr id="122" name="Ink 121">
                  <a:extLst>
                    <a:ext uri="{FF2B5EF4-FFF2-40B4-BE49-F238E27FC236}">
                      <a16:creationId xmlns:a16="http://schemas.microsoft.com/office/drawing/2014/main" id="{B80E9DB2-9974-7AA3-A267-A6395A806EAA}"/>
                    </a:ext>
                  </a:extLst>
                </p:cNvPr>
                <p:cNvPicPr/>
                <p:nvPr/>
              </p:nvPicPr>
              <p:blipFill>
                <a:blip r:embed="rId205"/>
                <a:stretch>
                  <a:fillRect/>
                </a:stretch>
              </p:blipFill>
              <p:spPr>
                <a:xfrm>
                  <a:off x="11504630" y="4678597"/>
                  <a:ext cx="94320" cy="200160"/>
                </a:xfrm>
                <a:prstGeom prst="rect">
                  <a:avLst/>
                </a:prstGeom>
              </p:spPr>
            </p:pic>
          </mc:Fallback>
        </mc:AlternateContent>
        <mc:AlternateContent xmlns:mc="http://schemas.openxmlformats.org/markup-compatibility/2006">
          <mc:Choice xmlns:p14="http://schemas.microsoft.com/office/powerpoint/2010/main" Requires="p14">
            <p:contentPart p14:bwMode="auto" r:id="rId206">
              <p14:nvContentPartPr>
                <p14:cNvPr id="123" name="Ink 122">
                  <a:extLst>
                    <a:ext uri="{FF2B5EF4-FFF2-40B4-BE49-F238E27FC236}">
                      <a16:creationId xmlns:a16="http://schemas.microsoft.com/office/drawing/2014/main" id="{D4228E4D-F16C-AB05-7109-EAAD917D1750}"/>
                    </a:ext>
                  </a:extLst>
                </p14:cNvPr>
                <p14:cNvContentPartPr/>
                <p14:nvPr/>
              </p14:nvContentPartPr>
              <p14:xfrm>
                <a:off x="11398070" y="4784437"/>
                <a:ext cx="138240" cy="47520"/>
              </p14:xfrm>
            </p:contentPart>
          </mc:Choice>
          <mc:Fallback>
            <p:pic>
              <p:nvPicPr>
                <p:cNvPr id="123" name="Ink 122">
                  <a:extLst>
                    <a:ext uri="{FF2B5EF4-FFF2-40B4-BE49-F238E27FC236}">
                      <a16:creationId xmlns:a16="http://schemas.microsoft.com/office/drawing/2014/main" id="{D4228E4D-F16C-AB05-7109-EAAD917D1750}"/>
                    </a:ext>
                  </a:extLst>
                </p:cNvPr>
                <p:cNvPicPr/>
                <p:nvPr/>
              </p:nvPicPr>
              <p:blipFill>
                <a:blip r:embed="rId207"/>
                <a:stretch>
                  <a:fillRect/>
                </a:stretch>
              </p:blipFill>
              <p:spPr>
                <a:xfrm>
                  <a:off x="11380070" y="4766437"/>
                  <a:ext cx="173880" cy="83160"/>
                </a:xfrm>
                <a:prstGeom prst="rect">
                  <a:avLst/>
                </a:prstGeom>
              </p:spPr>
            </p:pic>
          </mc:Fallback>
        </mc:AlternateContent>
        <mc:AlternateContent xmlns:mc="http://schemas.openxmlformats.org/markup-compatibility/2006">
          <mc:Choice xmlns:p14="http://schemas.microsoft.com/office/powerpoint/2010/main" Requires="p14">
            <p:contentPart p14:bwMode="auto" r:id="rId208">
              <p14:nvContentPartPr>
                <p14:cNvPr id="124" name="Ink 123">
                  <a:extLst>
                    <a:ext uri="{FF2B5EF4-FFF2-40B4-BE49-F238E27FC236}">
                      <a16:creationId xmlns:a16="http://schemas.microsoft.com/office/drawing/2014/main" id="{F30877F4-3EA0-DB92-67D3-986FB2A2222C}"/>
                    </a:ext>
                  </a:extLst>
                </p14:cNvPr>
                <p14:cNvContentPartPr/>
                <p14:nvPr/>
              </p14:nvContentPartPr>
              <p14:xfrm>
                <a:off x="11731430" y="4696957"/>
                <a:ext cx="115920" cy="210240"/>
              </p14:xfrm>
            </p:contentPart>
          </mc:Choice>
          <mc:Fallback>
            <p:pic>
              <p:nvPicPr>
                <p:cNvPr id="124" name="Ink 123">
                  <a:extLst>
                    <a:ext uri="{FF2B5EF4-FFF2-40B4-BE49-F238E27FC236}">
                      <a16:creationId xmlns:a16="http://schemas.microsoft.com/office/drawing/2014/main" id="{F30877F4-3EA0-DB92-67D3-986FB2A2222C}"/>
                    </a:ext>
                  </a:extLst>
                </p:cNvPr>
                <p:cNvPicPr/>
                <p:nvPr/>
              </p:nvPicPr>
              <p:blipFill>
                <a:blip r:embed="rId209"/>
                <a:stretch>
                  <a:fillRect/>
                </a:stretch>
              </p:blipFill>
              <p:spPr>
                <a:xfrm>
                  <a:off x="11713790" y="4678957"/>
                  <a:ext cx="151560" cy="245880"/>
                </a:xfrm>
                <a:prstGeom prst="rect">
                  <a:avLst/>
                </a:prstGeom>
              </p:spPr>
            </p:pic>
          </mc:Fallback>
        </mc:AlternateContent>
        <mc:AlternateContent xmlns:mc="http://schemas.openxmlformats.org/markup-compatibility/2006">
          <mc:Choice xmlns:p14="http://schemas.microsoft.com/office/powerpoint/2010/main" Requires="p14">
            <p:contentPart p14:bwMode="auto" r:id="rId210">
              <p14:nvContentPartPr>
                <p14:cNvPr id="125" name="Ink 124">
                  <a:extLst>
                    <a:ext uri="{FF2B5EF4-FFF2-40B4-BE49-F238E27FC236}">
                      <a16:creationId xmlns:a16="http://schemas.microsoft.com/office/drawing/2014/main" id="{7E7A6F76-74C5-074D-9F44-D4B83F10D6DB}"/>
                    </a:ext>
                  </a:extLst>
                </p14:cNvPr>
                <p14:cNvContentPartPr/>
                <p14:nvPr/>
              </p14:nvContentPartPr>
              <p14:xfrm>
                <a:off x="11660510" y="4777957"/>
                <a:ext cx="216360" cy="25560"/>
              </p14:xfrm>
            </p:contentPart>
          </mc:Choice>
          <mc:Fallback>
            <p:pic>
              <p:nvPicPr>
                <p:cNvPr id="125" name="Ink 124">
                  <a:extLst>
                    <a:ext uri="{FF2B5EF4-FFF2-40B4-BE49-F238E27FC236}">
                      <a16:creationId xmlns:a16="http://schemas.microsoft.com/office/drawing/2014/main" id="{7E7A6F76-74C5-074D-9F44-D4B83F10D6DB}"/>
                    </a:ext>
                  </a:extLst>
                </p:cNvPr>
                <p:cNvPicPr/>
                <p:nvPr/>
              </p:nvPicPr>
              <p:blipFill>
                <a:blip r:embed="rId211"/>
                <a:stretch>
                  <a:fillRect/>
                </a:stretch>
              </p:blipFill>
              <p:spPr>
                <a:xfrm>
                  <a:off x="11642870" y="4759957"/>
                  <a:ext cx="252000" cy="61200"/>
                </a:xfrm>
                <a:prstGeom prst="rect">
                  <a:avLst/>
                </a:prstGeom>
              </p:spPr>
            </p:pic>
          </mc:Fallback>
        </mc:AlternateContent>
      </p:grpSp>
      <p:grpSp>
        <p:nvGrpSpPr>
          <p:cNvPr id="156" name="Group 155">
            <a:extLst>
              <a:ext uri="{FF2B5EF4-FFF2-40B4-BE49-F238E27FC236}">
                <a16:creationId xmlns:a16="http://schemas.microsoft.com/office/drawing/2014/main" id="{9550EE26-74BA-55E9-B0A7-937B4E3D79D6}"/>
              </a:ext>
            </a:extLst>
          </p:cNvPr>
          <p:cNvGrpSpPr/>
          <p:nvPr/>
        </p:nvGrpSpPr>
        <p:grpSpPr>
          <a:xfrm>
            <a:off x="8780150" y="2028277"/>
            <a:ext cx="1211040" cy="1320120"/>
            <a:chOff x="8780150" y="2028277"/>
            <a:chExt cx="1211040" cy="1320120"/>
          </a:xfrm>
        </p:grpSpPr>
        <mc:AlternateContent xmlns:mc="http://schemas.openxmlformats.org/markup-compatibility/2006">
          <mc:Choice xmlns:p14="http://schemas.microsoft.com/office/powerpoint/2010/main" Requires="p14">
            <p:contentPart p14:bwMode="auto" r:id="rId212">
              <p14:nvContentPartPr>
                <p14:cNvPr id="130" name="Ink 129">
                  <a:extLst>
                    <a:ext uri="{FF2B5EF4-FFF2-40B4-BE49-F238E27FC236}">
                      <a16:creationId xmlns:a16="http://schemas.microsoft.com/office/drawing/2014/main" id="{78CFF23D-816C-AE5E-5D19-0F8CDA588258}"/>
                    </a:ext>
                  </a:extLst>
                </p14:cNvPr>
                <p14:cNvContentPartPr/>
                <p14:nvPr/>
              </p14:nvContentPartPr>
              <p14:xfrm>
                <a:off x="8780150" y="2379637"/>
                <a:ext cx="174960" cy="965160"/>
              </p14:xfrm>
            </p:contentPart>
          </mc:Choice>
          <mc:Fallback>
            <p:pic>
              <p:nvPicPr>
                <p:cNvPr id="130" name="Ink 129">
                  <a:extLst>
                    <a:ext uri="{FF2B5EF4-FFF2-40B4-BE49-F238E27FC236}">
                      <a16:creationId xmlns:a16="http://schemas.microsoft.com/office/drawing/2014/main" id="{78CFF23D-816C-AE5E-5D19-0F8CDA588258}"/>
                    </a:ext>
                  </a:extLst>
                </p:cNvPr>
                <p:cNvPicPr/>
                <p:nvPr/>
              </p:nvPicPr>
              <p:blipFill>
                <a:blip r:embed="rId213"/>
                <a:stretch>
                  <a:fillRect/>
                </a:stretch>
              </p:blipFill>
              <p:spPr>
                <a:xfrm>
                  <a:off x="8762150" y="2361997"/>
                  <a:ext cx="210600" cy="1000800"/>
                </a:xfrm>
                <a:prstGeom prst="rect">
                  <a:avLst/>
                </a:prstGeom>
              </p:spPr>
            </p:pic>
          </mc:Fallback>
        </mc:AlternateContent>
        <mc:AlternateContent xmlns:mc="http://schemas.openxmlformats.org/markup-compatibility/2006">
          <mc:Choice xmlns:p14="http://schemas.microsoft.com/office/powerpoint/2010/main" Requires="p14">
            <p:contentPart p14:bwMode="auto" r:id="rId214">
              <p14:nvContentPartPr>
                <p14:cNvPr id="131" name="Ink 130">
                  <a:extLst>
                    <a:ext uri="{FF2B5EF4-FFF2-40B4-BE49-F238E27FC236}">
                      <a16:creationId xmlns:a16="http://schemas.microsoft.com/office/drawing/2014/main" id="{B91D516B-3A57-A316-EB9E-4874A79BF0F0}"/>
                    </a:ext>
                  </a:extLst>
                </p14:cNvPr>
                <p14:cNvContentPartPr/>
                <p14:nvPr/>
              </p14:nvContentPartPr>
              <p14:xfrm>
                <a:off x="8803550" y="2308357"/>
                <a:ext cx="1131120" cy="82800"/>
              </p14:xfrm>
            </p:contentPart>
          </mc:Choice>
          <mc:Fallback>
            <p:pic>
              <p:nvPicPr>
                <p:cNvPr id="131" name="Ink 130">
                  <a:extLst>
                    <a:ext uri="{FF2B5EF4-FFF2-40B4-BE49-F238E27FC236}">
                      <a16:creationId xmlns:a16="http://schemas.microsoft.com/office/drawing/2014/main" id="{B91D516B-3A57-A316-EB9E-4874A79BF0F0}"/>
                    </a:ext>
                  </a:extLst>
                </p:cNvPr>
                <p:cNvPicPr/>
                <p:nvPr/>
              </p:nvPicPr>
              <p:blipFill>
                <a:blip r:embed="rId215"/>
                <a:stretch>
                  <a:fillRect/>
                </a:stretch>
              </p:blipFill>
              <p:spPr>
                <a:xfrm>
                  <a:off x="8785550" y="2290357"/>
                  <a:ext cx="1166760" cy="118440"/>
                </a:xfrm>
                <a:prstGeom prst="rect">
                  <a:avLst/>
                </a:prstGeom>
              </p:spPr>
            </p:pic>
          </mc:Fallback>
        </mc:AlternateContent>
        <mc:AlternateContent xmlns:mc="http://schemas.openxmlformats.org/markup-compatibility/2006">
          <mc:Choice xmlns:p14="http://schemas.microsoft.com/office/powerpoint/2010/main" Requires="p14">
            <p:contentPart p14:bwMode="auto" r:id="rId216">
              <p14:nvContentPartPr>
                <p14:cNvPr id="132" name="Ink 131">
                  <a:extLst>
                    <a:ext uri="{FF2B5EF4-FFF2-40B4-BE49-F238E27FC236}">
                      <a16:creationId xmlns:a16="http://schemas.microsoft.com/office/drawing/2014/main" id="{517BAA6A-76A1-1630-6C38-28D045EA1DDA}"/>
                    </a:ext>
                  </a:extLst>
                </p14:cNvPr>
                <p14:cNvContentPartPr/>
                <p14:nvPr/>
              </p14:nvContentPartPr>
              <p14:xfrm>
                <a:off x="9934310" y="2350837"/>
                <a:ext cx="56880" cy="997560"/>
              </p14:xfrm>
            </p:contentPart>
          </mc:Choice>
          <mc:Fallback>
            <p:pic>
              <p:nvPicPr>
                <p:cNvPr id="132" name="Ink 131">
                  <a:extLst>
                    <a:ext uri="{FF2B5EF4-FFF2-40B4-BE49-F238E27FC236}">
                      <a16:creationId xmlns:a16="http://schemas.microsoft.com/office/drawing/2014/main" id="{517BAA6A-76A1-1630-6C38-28D045EA1DDA}"/>
                    </a:ext>
                  </a:extLst>
                </p:cNvPr>
                <p:cNvPicPr/>
                <p:nvPr/>
              </p:nvPicPr>
              <p:blipFill>
                <a:blip r:embed="rId217"/>
                <a:stretch>
                  <a:fillRect/>
                </a:stretch>
              </p:blipFill>
              <p:spPr>
                <a:xfrm>
                  <a:off x="9916670" y="2332837"/>
                  <a:ext cx="92520" cy="1033200"/>
                </a:xfrm>
                <a:prstGeom prst="rect">
                  <a:avLst/>
                </a:prstGeom>
              </p:spPr>
            </p:pic>
          </mc:Fallback>
        </mc:AlternateContent>
        <mc:AlternateContent xmlns:mc="http://schemas.openxmlformats.org/markup-compatibility/2006">
          <mc:Choice xmlns:p14="http://schemas.microsoft.com/office/powerpoint/2010/main" Requires="p14">
            <p:contentPart p14:bwMode="auto" r:id="rId218">
              <p14:nvContentPartPr>
                <p14:cNvPr id="134" name="Ink 133">
                  <a:extLst>
                    <a:ext uri="{FF2B5EF4-FFF2-40B4-BE49-F238E27FC236}">
                      <a16:creationId xmlns:a16="http://schemas.microsoft.com/office/drawing/2014/main" id="{351BC506-7317-2AB8-DF2B-B0E264A48A12}"/>
                    </a:ext>
                  </a:extLst>
                </p14:cNvPr>
                <p14:cNvContentPartPr/>
                <p14:nvPr/>
              </p14:nvContentPartPr>
              <p14:xfrm>
                <a:off x="9169310" y="2059957"/>
                <a:ext cx="128160" cy="52920"/>
              </p14:xfrm>
            </p:contentPart>
          </mc:Choice>
          <mc:Fallback>
            <p:pic>
              <p:nvPicPr>
                <p:cNvPr id="134" name="Ink 133">
                  <a:extLst>
                    <a:ext uri="{FF2B5EF4-FFF2-40B4-BE49-F238E27FC236}">
                      <a16:creationId xmlns:a16="http://schemas.microsoft.com/office/drawing/2014/main" id="{351BC506-7317-2AB8-DF2B-B0E264A48A12}"/>
                    </a:ext>
                  </a:extLst>
                </p:cNvPr>
                <p:cNvPicPr/>
                <p:nvPr/>
              </p:nvPicPr>
              <p:blipFill>
                <a:blip r:embed="rId219"/>
                <a:stretch>
                  <a:fillRect/>
                </a:stretch>
              </p:blipFill>
              <p:spPr>
                <a:xfrm>
                  <a:off x="9151310" y="2042317"/>
                  <a:ext cx="163800" cy="88560"/>
                </a:xfrm>
                <a:prstGeom prst="rect">
                  <a:avLst/>
                </a:prstGeom>
              </p:spPr>
            </p:pic>
          </mc:Fallback>
        </mc:AlternateContent>
        <mc:AlternateContent xmlns:mc="http://schemas.openxmlformats.org/markup-compatibility/2006">
          <mc:Choice xmlns:p14="http://schemas.microsoft.com/office/powerpoint/2010/main" Requires="p14">
            <p:contentPart p14:bwMode="auto" r:id="rId220">
              <p14:nvContentPartPr>
                <p14:cNvPr id="135" name="Ink 134">
                  <a:extLst>
                    <a:ext uri="{FF2B5EF4-FFF2-40B4-BE49-F238E27FC236}">
                      <a16:creationId xmlns:a16="http://schemas.microsoft.com/office/drawing/2014/main" id="{D0D9AFE7-CE52-3DDB-4701-99480476D8D3}"/>
                    </a:ext>
                  </a:extLst>
                </p14:cNvPr>
                <p14:cNvContentPartPr/>
                <p14:nvPr/>
              </p14:nvContentPartPr>
              <p14:xfrm>
                <a:off x="9189470" y="2100997"/>
                <a:ext cx="66240" cy="133200"/>
              </p14:xfrm>
            </p:contentPart>
          </mc:Choice>
          <mc:Fallback>
            <p:pic>
              <p:nvPicPr>
                <p:cNvPr id="135" name="Ink 134">
                  <a:extLst>
                    <a:ext uri="{FF2B5EF4-FFF2-40B4-BE49-F238E27FC236}">
                      <a16:creationId xmlns:a16="http://schemas.microsoft.com/office/drawing/2014/main" id="{D0D9AFE7-CE52-3DDB-4701-99480476D8D3}"/>
                    </a:ext>
                  </a:extLst>
                </p:cNvPr>
                <p:cNvPicPr/>
                <p:nvPr/>
              </p:nvPicPr>
              <p:blipFill>
                <a:blip r:embed="rId221"/>
                <a:stretch>
                  <a:fillRect/>
                </a:stretch>
              </p:blipFill>
              <p:spPr>
                <a:xfrm>
                  <a:off x="9171470" y="2082997"/>
                  <a:ext cx="101880" cy="168840"/>
                </a:xfrm>
                <a:prstGeom prst="rect">
                  <a:avLst/>
                </a:prstGeom>
              </p:spPr>
            </p:pic>
          </mc:Fallback>
        </mc:AlternateContent>
        <mc:AlternateContent xmlns:mc="http://schemas.openxmlformats.org/markup-compatibility/2006">
          <mc:Choice xmlns:p14="http://schemas.microsoft.com/office/powerpoint/2010/main" Requires="p14">
            <p:contentPart p14:bwMode="auto" r:id="rId222">
              <p14:nvContentPartPr>
                <p14:cNvPr id="149" name="Ink 148">
                  <a:extLst>
                    <a:ext uri="{FF2B5EF4-FFF2-40B4-BE49-F238E27FC236}">
                      <a16:creationId xmlns:a16="http://schemas.microsoft.com/office/drawing/2014/main" id="{62DA75DA-BE8B-057B-4C8C-E9699DBD04A9}"/>
                    </a:ext>
                  </a:extLst>
                </p14:cNvPr>
                <p14:cNvContentPartPr/>
                <p14:nvPr/>
              </p14:nvContentPartPr>
              <p14:xfrm>
                <a:off x="9382430" y="2028277"/>
                <a:ext cx="56160" cy="252000"/>
              </p14:xfrm>
            </p:contentPart>
          </mc:Choice>
          <mc:Fallback>
            <p:pic>
              <p:nvPicPr>
                <p:cNvPr id="149" name="Ink 148">
                  <a:extLst>
                    <a:ext uri="{FF2B5EF4-FFF2-40B4-BE49-F238E27FC236}">
                      <a16:creationId xmlns:a16="http://schemas.microsoft.com/office/drawing/2014/main" id="{62DA75DA-BE8B-057B-4C8C-E9699DBD04A9}"/>
                    </a:ext>
                  </a:extLst>
                </p:cNvPr>
                <p:cNvPicPr/>
                <p:nvPr/>
              </p:nvPicPr>
              <p:blipFill>
                <a:blip r:embed="rId223"/>
                <a:stretch>
                  <a:fillRect/>
                </a:stretch>
              </p:blipFill>
              <p:spPr>
                <a:xfrm>
                  <a:off x="9364790" y="2010277"/>
                  <a:ext cx="91800" cy="287640"/>
                </a:xfrm>
                <a:prstGeom prst="rect">
                  <a:avLst/>
                </a:prstGeom>
              </p:spPr>
            </p:pic>
          </mc:Fallback>
        </mc:AlternateContent>
        <mc:AlternateContent xmlns:mc="http://schemas.openxmlformats.org/markup-compatibility/2006">
          <mc:Choice xmlns:p14="http://schemas.microsoft.com/office/powerpoint/2010/main" Requires="p14">
            <p:contentPart p14:bwMode="auto" r:id="rId224">
              <p14:nvContentPartPr>
                <p14:cNvPr id="150" name="Ink 149">
                  <a:extLst>
                    <a:ext uri="{FF2B5EF4-FFF2-40B4-BE49-F238E27FC236}">
                      <a16:creationId xmlns:a16="http://schemas.microsoft.com/office/drawing/2014/main" id="{11428FCD-239D-BFB6-EBCB-706EEEAD6D33}"/>
                    </a:ext>
                  </a:extLst>
                </p14:cNvPr>
                <p14:cNvContentPartPr/>
                <p14:nvPr/>
              </p14:nvContentPartPr>
              <p14:xfrm>
                <a:off x="9500150" y="2028997"/>
                <a:ext cx="75240" cy="223920"/>
              </p14:xfrm>
            </p:contentPart>
          </mc:Choice>
          <mc:Fallback>
            <p:pic>
              <p:nvPicPr>
                <p:cNvPr id="150" name="Ink 149">
                  <a:extLst>
                    <a:ext uri="{FF2B5EF4-FFF2-40B4-BE49-F238E27FC236}">
                      <a16:creationId xmlns:a16="http://schemas.microsoft.com/office/drawing/2014/main" id="{11428FCD-239D-BFB6-EBCB-706EEEAD6D33}"/>
                    </a:ext>
                  </a:extLst>
                </p:cNvPr>
                <p:cNvPicPr/>
                <p:nvPr/>
              </p:nvPicPr>
              <p:blipFill>
                <a:blip r:embed="rId225"/>
                <a:stretch>
                  <a:fillRect/>
                </a:stretch>
              </p:blipFill>
              <p:spPr>
                <a:xfrm>
                  <a:off x="9482150" y="2010997"/>
                  <a:ext cx="110880" cy="259560"/>
                </a:xfrm>
                <a:prstGeom prst="rect">
                  <a:avLst/>
                </a:prstGeom>
              </p:spPr>
            </p:pic>
          </mc:Fallback>
        </mc:AlternateContent>
        <mc:AlternateContent xmlns:mc="http://schemas.openxmlformats.org/markup-compatibility/2006">
          <mc:Choice xmlns:p14="http://schemas.microsoft.com/office/powerpoint/2010/main" Requires="p14">
            <p:contentPart p14:bwMode="auto" r:id="rId226">
              <p14:nvContentPartPr>
                <p14:cNvPr id="151" name="Ink 150">
                  <a:extLst>
                    <a:ext uri="{FF2B5EF4-FFF2-40B4-BE49-F238E27FC236}">
                      <a16:creationId xmlns:a16="http://schemas.microsoft.com/office/drawing/2014/main" id="{1DCD5ED3-67D3-0660-78CC-FD894160930A}"/>
                    </a:ext>
                  </a:extLst>
                </p14:cNvPr>
                <p14:cNvContentPartPr/>
                <p14:nvPr/>
              </p14:nvContentPartPr>
              <p14:xfrm>
                <a:off x="9438230" y="2140237"/>
                <a:ext cx="135000" cy="55080"/>
              </p14:xfrm>
            </p:contentPart>
          </mc:Choice>
          <mc:Fallback>
            <p:pic>
              <p:nvPicPr>
                <p:cNvPr id="151" name="Ink 150">
                  <a:extLst>
                    <a:ext uri="{FF2B5EF4-FFF2-40B4-BE49-F238E27FC236}">
                      <a16:creationId xmlns:a16="http://schemas.microsoft.com/office/drawing/2014/main" id="{1DCD5ED3-67D3-0660-78CC-FD894160930A}"/>
                    </a:ext>
                  </a:extLst>
                </p:cNvPr>
                <p:cNvPicPr/>
                <p:nvPr/>
              </p:nvPicPr>
              <p:blipFill>
                <a:blip r:embed="rId227"/>
                <a:stretch>
                  <a:fillRect/>
                </a:stretch>
              </p:blipFill>
              <p:spPr>
                <a:xfrm>
                  <a:off x="9420230" y="2122237"/>
                  <a:ext cx="170640" cy="90720"/>
                </a:xfrm>
                <a:prstGeom prst="rect">
                  <a:avLst/>
                </a:prstGeom>
              </p:spPr>
            </p:pic>
          </mc:Fallback>
        </mc:AlternateContent>
        <mc:AlternateContent xmlns:mc="http://schemas.openxmlformats.org/markup-compatibility/2006">
          <mc:Choice xmlns:p14="http://schemas.microsoft.com/office/powerpoint/2010/main" Requires="p14">
            <p:contentPart p14:bwMode="auto" r:id="rId228">
              <p14:nvContentPartPr>
                <p14:cNvPr id="152" name="Ink 151">
                  <a:extLst>
                    <a:ext uri="{FF2B5EF4-FFF2-40B4-BE49-F238E27FC236}">
                      <a16:creationId xmlns:a16="http://schemas.microsoft.com/office/drawing/2014/main" id="{05A72D66-4C2B-F98E-C7AD-3635CAD3E183}"/>
                    </a:ext>
                  </a:extLst>
                </p14:cNvPr>
                <p14:cNvContentPartPr/>
                <p14:nvPr/>
              </p14:nvContentPartPr>
              <p14:xfrm>
                <a:off x="9611030" y="2116117"/>
                <a:ext cx="81720" cy="106560"/>
              </p14:xfrm>
            </p:contentPart>
          </mc:Choice>
          <mc:Fallback>
            <p:pic>
              <p:nvPicPr>
                <p:cNvPr id="152" name="Ink 151">
                  <a:extLst>
                    <a:ext uri="{FF2B5EF4-FFF2-40B4-BE49-F238E27FC236}">
                      <a16:creationId xmlns:a16="http://schemas.microsoft.com/office/drawing/2014/main" id="{05A72D66-4C2B-F98E-C7AD-3635CAD3E183}"/>
                    </a:ext>
                  </a:extLst>
                </p:cNvPr>
                <p:cNvPicPr/>
                <p:nvPr/>
              </p:nvPicPr>
              <p:blipFill>
                <a:blip r:embed="rId229"/>
                <a:stretch>
                  <a:fillRect/>
                </a:stretch>
              </p:blipFill>
              <p:spPr>
                <a:xfrm>
                  <a:off x="9593030" y="2098117"/>
                  <a:ext cx="117360" cy="142200"/>
                </a:xfrm>
                <a:prstGeom prst="rect">
                  <a:avLst/>
                </a:prstGeom>
              </p:spPr>
            </p:pic>
          </mc:Fallback>
        </mc:AlternateContent>
        <mc:AlternateContent xmlns:mc="http://schemas.openxmlformats.org/markup-compatibility/2006">
          <mc:Choice xmlns:p14="http://schemas.microsoft.com/office/powerpoint/2010/main" Requires="p14">
            <p:contentPart p14:bwMode="auto" r:id="rId230">
              <p14:nvContentPartPr>
                <p14:cNvPr id="153" name="Ink 152">
                  <a:extLst>
                    <a:ext uri="{FF2B5EF4-FFF2-40B4-BE49-F238E27FC236}">
                      <a16:creationId xmlns:a16="http://schemas.microsoft.com/office/drawing/2014/main" id="{37F5C865-4BA7-7193-8356-58748F48D619}"/>
                    </a:ext>
                  </a:extLst>
                </p14:cNvPr>
                <p14:cNvContentPartPr/>
                <p14:nvPr/>
              </p14:nvContentPartPr>
              <p14:xfrm>
                <a:off x="9617510" y="2184877"/>
                <a:ext cx="51480" cy="6480"/>
              </p14:xfrm>
            </p:contentPart>
          </mc:Choice>
          <mc:Fallback>
            <p:pic>
              <p:nvPicPr>
                <p:cNvPr id="153" name="Ink 152">
                  <a:extLst>
                    <a:ext uri="{FF2B5EF4-FFF2-40B4-BE49-F238E27FC236}">
                      <a16:creationId xmlns:a16="http://schemas.microsoft.com/office/drawing/2014/main" id="{37F5C865-4BA7-7193-8356-58748F48D619}"/>
                    </a:ext>
                  </a:extLst>
                </p:cNvPr>
                <p:cNvPicPr/>
                <p:nvPr/>
              </p:nvPicPr>
              <p:blipFill>
                <a:blip r:embed="rId231"/>
                <a:stretch>
                  <a:fillRect/>
                </a:stretch>
              </p:blipFill>
              <p:spPr>
                <a:xfrm>
                  <a:off x="9599870" y="2167237"/>
                  <a:ext cx="87120" cy="42120"/>
                </a:xfrm>
                <a:prstGeom prst="rect">
                  <a:avLst/>
                </a:prstGeom>
              </p:spPr>
            </p:pic>
          </mc:Fallback>
        </mc:AlternateContent>
        <mc:AlternateContent xmlns:mc="http://schemas.openxmlformats.org/markup-compatibility/2006">
          <mc:Choice xmlns:p14="http://schemas.microsoft.com/office/powerpoint/2010/main" Requires="p14">
            <p:contentPart p14:bwMode="auto" r:id="rId232">
              <p14:nvContentPartPr>
                <p14:cNvPr id="154" name="Ink 153">
                  <a:extLst>
                    <a:ext uri="{FF2B5EF4-FFF2-40B4-BE49-F238E27FC236}">
                      <a16:creationId xmlns:a16="http://schemas.microsoft.com/office/drawing/2014/main" id="{EA7A5E60-6A39-9821-15D2-12E3600D2D43}"/>
                    </a:ext>
                  </a:extLst>
                </p14:cNvPr>
                <p14:cNvContentPartPr/>
                <p14:nvPr/>
              </p14:nvContentPartPr>
              <p14:xfrm>
                <a:off x="9756470" y="2081557"/>
                <a:ext cx="141480" cy="38880"/>
              </p14:xfrm>
            </p:contentPart>
          </mc:Choice>
          <mc:Fallback>
            <p:pic>
              <p:nvPicPr>
                <p:cNvPr id="154" name="Ink 153">
                  <a:extLst>
                    <a:ext uri="{FF2B5EF4-FFF2-40B4-BE49-F238E27FC236}">
                      <a16:creationId xmlns:a16="http://schemas.microsoft.com/office/drawing/2014/main" id="{EA7A5E60-6A39-9821-15D2-12E3600D2D43}"/>
                    </a:ext>
                  </a:extLst>
                </p:cNvPr>
                <p:cNvPicPr/>
                <p:nvPr/>
              </p:nvPicPr>
              <p:blipFill>
                <a:blip r:embed="rId233"/>
                <a:stretch>
                  <a:fillRect/>
                </a:stretch>
              </p:blipFill>
              <p:spPr>
                <a:xfrm>
                  <a:off x="9738470" y="2063917"/>
                  <a:ext cx="177120" cy="74520"/>
                </a:xfrm>
                <a:prstGeom prst="rect">
                  <a:avLst/>
                </a:prstGeom>
              </p:spPr>
            </p:pic>
          </mc:Fallback>
        </mc:AlternateContent>
        <mc:AlternateContent xmlns:mc="http://schemas.openxmlformats.org/markup-compatibility/2006">
          <mc:Choice xmlns:p14="http://schemas.microsoft.com/office/powerpoint/2010/main" Requires="p14">
            <p:contentPart p14:bwMode="auto" r:id="rId234">
              <p14:nvContentPartPr>
                <p14:cNvPr id="155" name="Ink 154">
                  <a:extLst>
                    <a:ext uri="{FF2B5EF4-FFF2-40B4-BE49-F238E27FC236}">
                      <a16:creationId xmlns:a16="http://schemas.microsoft.com/office/drawing/2014/main" id="{47EDFEE4-2D29-9C38-6719-5FE16BE6B639}"/>
                    </a:ext>
                  </a:extLst>
                </p14:cNvPr>
                <p14:cNvContentPartPr/>
                <p14:nvPr/>
              </p14:nvContentPartPr>
              <p14:xfrm>
                <a:off x="9803630" y="2044117"/>
                <a:ext cx="26280" cy="109440"/>
              </p14:xfrm>
            </p:contentPart>
          </mc:Choice>
          <mc:Fallback>
            <p:pic>
              <p:nvPicPr>
                <p:cNvPr id="155" name="Ink 154">
                  <a:extLst>
                    <a:ext uri="{FF2B5EF4-FFF2-40B4-BE49-F238E27FC236}">
                      <a16:creationId xmlns:a16="http://schemas.microsoft.com/office/drawing/2014/main" id="{47EDFEE4-2D29-9C38-6719-5FE16BE6B639}"/>
                    </a:ext>
                  </a:extLst>
                </p:cNvPr>
                <p:cNvPicPr/>
                <p:nvPr/>
              </p:nvPicPr>
              <p:blipFill>
                <a:blip r:embed="rId235"/>
                <a:stretch>
                  <a:fillRect/>
                </a:stretch>
              </p:blipFill>
              <p:spPr>
                <a:xfrm>
                  <a:off x="9785990" y="2026477"/>
                  <a:ext cx="61920" cy="145080"/>
                </a:xfrm>
                <a:prstGeom prst="rect">
                  <a:avLst/>
                </a:prstGeom>
              </p:spPr>
            </p:pic>
          </mc:Fallback>
        </mc:AlternateContent>
      </p:grpSp>
      <p:grpSp>
        <p:nvGrpSpPr>
          <p:cNvPr id="165" name="Group 164">
            <a:extLst>
              <a:ext uri="{FF2B5EF4-FFF2-40B4-BE49-F238E27FC236}">
                <a16:creationId xmlns:a16="http://schemas.microsoft.com/office/drawing/2014/main" id="{547729E6-82F7-0EED-D10E-EBDC206E3F79}"/>
              </a:ext>
            </a:extLst>
          </p:cNvPr>
          <p:cNvGrpSpPr/>
          <p:nvPr/>
        </p:nvGrpSpPr>
        <p:grpSpPr>
          <a:xfrm>
            <a:off x="1930430" y="4091077"/>
            <a:ext cx="952560" cy="432000"/>
            <a:chOff x="1930430" y="4091077"/>
            <a:chExt cx="952560" cy="432000"/>
          </a:xfrm>
        </p:grpSpPr>
        <mc:AlternateContent xmlns:mc="http://schemas.openxmlformats.org/markup-compatibility/2006">
          <mc:Choice xmlns:p14="http://schemas.microsoft.com/office/powerpoint/2010/main" Requires="p14">
            <p:contentPart p14:bwMode="auto" r:id="rId236">
              <p14:nvContentPartPr>
                <p14:cNvPr id="157" name="Ink 156">
                  <a:extLst>
                    <a:ext uri="{FF2B5EF4-FFF2-40B4-BE49-F238E27FC236}">
                      <a16:creationId xmlns:a16="http://schemas.microsoft.com/office/drawing/2014/main" id="{C987B704-98EE-FF72-4D38-B0A4EEADFB71}"/>
                    </a:ext>
                  </a:extLst>
                </p14:cNvPr>
                <p14:cNvContentPartPr/>
                <p14:nvPr/>
              </p14:nvContentPartPr>
              <p14:xfrm>
                <a:off x="1930430" y="4138597"/>
                <a:ext cx="112320" cy="261360"/>
              </p14:xfrm>
            </p:contentPart>
          </mc:Choice>
          <mc:Fallback>
            <p:pic>
              <p:nvPicPr>
                <p:cNvPr id="157" name="Ink 156">
                  <a:extLst>
                    <a:ext uri="{FF2B5EF4-FFF2-40B4-BE49-F238E27FC236}">
                      <a16:creationId xmlns:a16="http://schemas.microsoft.com/office/drawing/2014/main" id="{C987B704-98EE-FF72-4D38-B0A4EEADFB71}"/>
                    </a:ext>
                  </a:extLst>
                </p:cNvPr>
                <p:cNvPicPr/>
                <p:nvPr/>
              </p:nvPicPr>
              <p:blipFill>
                <a:blip r:embed="rId237"/>
                <a:stretch>
                  <a:fillRect/>
                </a:stretch>
              </p:blipFill>
              <p:spPr>
                <a:xfrm>
                  <a:off x="1912430" y="4120597"/>
                  <a:ext cx="147960" cy="297000"/>
                </a:xfrm>
                <a:prstGeom prst="rect">
                  <a:avLst/>
                </a:prstGeom>
              </p:spPr>
            </p:pic>
          </mc:Fallback>
        </mc:AlternateContent>
        <mc:AlternateContent xmlns:mc="http://schemas.openxmlformats.org/markup-compatibility/2006">
          <mc:Choice xmlns:p14="http://schemas.microsoft.com/office/powerpoint/2010/main" Requires="p14">
            <p:contentPart p14:bwMode="auto" r:id="rId238">
              <p14:nvContentPartPr>
                <p14:cNvPr id="158" name="Ink 157">
                  <a:extLst>
                    <a:ext uri="{FF2B5EF4-FFF2-40B4-BE49-F238E27FC236}">
                      <a16:creationId xmlns:a16="http://schemas.microsoft.com/office/drawing/2014/main" id="{BF5544C0-AD24-485D-3FF0-C5CC77A3E1AB}"/>
                    </a:ext>
                  </a:extLst>
                </p14:cNvPr>
                <p14:cNvContentPartPr/>
                <p14:nvPr/>
              </p14:nvContentPartPr>
              <p14:xfrm>
                <a:off x="2181350" y="4237957"/>
                <a:ext cx="37800" cy="142560"/>
              </p14:xfrm>
            </p:contentPart>
          </mc:Choice>
          <mc:Fallback>
            <p:pic>
              <p:nvPicPr>
                <p:cNvPr id="158" name="Ink 157">
                  <a:extLst>
                    <a:ext uri="{FF2B5EF4-FFF2-40B4-BE49-F238E27FC236}">
                      <a16:creationId xmlns:a16="http://schemas.microsoft.com/office/drawing/2014/main" id="{BF5544C0-AD24-485D-3FF0-C5CC77A3E1AB}"/>
                    </a:ext>
                  </a:extLst>
                </p:cNvPr>
                <p:cNvPicPr/>
                <p:nvPr/>
              </p:nvPicPr>
              <p:blipFill>
                <a:blip r:embed="rId239"/>
                <a:stretch>
                  <a:fillRect/>
                </a:stretch>
              </p:blipFill>
              <p:spPr>
                <a:xfrm>
                  <a:off x="2163350" y="4220317"/>
                  <a:ext cx="73440" cy="178200"/>
                </a:xfrm>
                <a:prstGeom prst="rect">
                  <a:avLst/>
                </a:prstGeom>
              </p:spPr>
            </p:pic>
          </mc:Fallback>
        </mc:AlternateContent>
        <mc:AlternateContent xmlns:mc="http://schemas.openxmlformats.org/markup-compatibility/2006">
          <mc:Choice xmlns:p14="http://schemas.microsoft.com/office/powerpoint/2010/main" Requires="p14">
            <p:contentPart p14:bwMode="auto" r:id="rId240">
              <p14:nvContentPartPr>
                <p14:cNvPr id="159" name="Ink 158">
                  <a:extLst>
                    <a:ext uri="{FF2B5EF4-FFF2-40B4-BE49-F238E27FC236}">
                      <a16:creationId xmlns:a16="http://schemas.microsoft.com/office/drawing/2014/main" id="{D7737766-4430-F628-539D-A96D93CF3F4B}"/>
                    </a:ext>
                  </a:extLst>
                </p14:cNvPr>
                <p14:cNvContentPartPr/>
                <p14:nvPr/>
              </p14:nvContentPartPr>
              <p14:xfrm>
                <a:off x="2189270" y="4147237"/>
                <a:ext cx="18000" cy="29520"/>
              </p14:xfrm>
            </p:contentPart>
          </mc:Choice>
          <mc:Fallback>
            <p:pic>
              <p:nvPicPr>
                <p:cNvPr id="159" name="Ink 158">
                  <a:extLst>
                    <a:ext uri="{FF2B5EF4-FFF2-40B4-BE49-F238E27FC236}">
                      <a16:creationId xmlns:a16="http://schemas.microsoft.com/office/drawing/2014/main" id="{D7737766-4430-F628-539D-A96D93CF3F4B}"/>
                    </a:ext>
                  </a:extLst>
                </p:cNvPr>
                <p:cNvPicPr/>
                <p:nvPr/>
              </p:nvPicPr>
              <p:blipFill>
                <a:blip r:embed="rId241"/>
                <a:stretch>
                  <a:fillRect/>
                </a:stretch>
              </p:blipFill>
              <p:spPr>
                <a:xfrm>
                  <a:off x="2171270" y="4129597"/>
                  <a:ext cx="53640" cy="65160"/>
                </a:xfrm>
                <a:prstGeom prst="rect">
                  <a:avLst/>
                </a:prstGeom>
              </p:spPr>
            </p:pic>
          </mc:Fallback>
        </mc:AlternateContent>
        <mc:AlternateContent xmlns:mc="http://schemas.openxmlformats.org/markup-compatibility/2006">
          <mc:Choice xmlns:p14="http://schemas.microsoft.com/office/powerpoint/2010/main" Requires="p14">
            <p:contentPart p14:bwMode="auto" r:id="rId242">
              <p14:nvContentPartPr>
                <p14:cNvPr id="161" name="Ink 160">
                  <a:extLst>
                    <a:ext uri="{FF2B5EF4-FFF2-40B4-BE49-F238E27FC236}">
                      <a16:creationId xmlns:a16="http://schemas.microsoft.com/office/drawing/2014/main" id="{49FE57CC-B3A9-678E-FD17-8A56D2EFA04D}"/>
                    </a:ext>
                  </a:extLst>
                </p14:cNvPr>
                <p14:cNvContentPartPr/>
                <p14:nvPr/>
              </p14:nvContentPartPr>
              <p14:xfrm>
                <a:off x="2353790" y="4281877"/>
                <a:ext cx="107640" cy="241200"/>
              </p14:xfrm>
            </p:contentPart>
          </mc:Choice>
          <mc:Fallback>
            <p:pic>
              <p:nvPicPr>
                <p:cNvPr id="161" name="Ink 160">
                  <a:extLst>
                    <a:ext uri="{FF2B5EF4-FFF2-40B4-BE49-F238E27FC236}">
                      <a16:creationId xmlns:a16="http://schemas.microsoft.com/office/drawing/2014/main" id="{49FE57CC-B3A9-678E-FD17-8A56D2EFA04D}"/>
                    </a:ext>
                  </a:extLst>
                </p:cNvPr>
                <p:cNvPicPr/>
                <p:nvPr/>
              </p:nvPicPr>
              <p:blipFill>
                <a:blip r:embed="rId243"/>
                <a:stretch>
                  <a:fillRect/>
                </a:stretch>
              </p:blipFill>
              <p:spPr>
                <a:xfrm>
                  <a:off x="2335790" y="4264237"/>
                  <a:ext cx="143280" cy="276840"/>
                </a:xfrm>
                <a:prstGeom prst="rect">
                  <a:avLst/>
                </a:prstGeom>
              </p:spPr>
            </p:pic>
          </mc:Fallback>
        </mc:AlternateContent>
        <mc:AlternateContent xmlns:mc="http://schemas.openxmlformats.org/markup-compatibility/2006">
          <mc:Choice xmlns:p14="http://schemas.microsoft.com/office/powerpoint/2010/main" Requires="p14">
            <p:contentPart p14:bwMode="auto" r:id="rId244">
              <p14:nvContentPartPr>
                <p14:cNvPr id="162" name="Ink 161">
                  <a:extLst>
                    <a:ext uri="{FF2B5EF4-FFF2-40B4-BE49-F238E27FC236}">
                      <a16:creationId xmlns:a16="http://schemas.microsoft.com/office/drawing/2014/main" id="{5C821155-7A93-1227-266B-EB0DDF50F127}"/>
                    </a:ext>
                  </a:extLst>
                </p14:cNvPr>
                <p14:cNvContentPartPr/>
                <p14:nvPr/>
              </p14:nvContentPartPr>
              <p14:xfrm>
                <a:off x="2522630" y="4286197"/>
                <a:ext cx="93240" cy="95760"/>
              </p14:xfrm>
            </p:contentPart>
          </mc:Choice>
          <mc:Fallback>
            <p:pic>
              <p:nvPicPr>
                <p:cNvPr id="162" name="Ink 161">
                  <a:extLst>
                    <a:ext uri="{FF2B5EF4-FFF2-40B4-BE49-F238E27FC236}">
                      <a16:creationId xmlns:a16="http://schemas.microsoft.com/office/drawing/2014/main" id="{5C821155-7A93-1227-266B-EB0DDF50F127}"/>
                    </a:ext>
                  </a:extLst>
                </p:cNvPr>
                <p:cNvPicPr/>
                <p:nvPr/>
              </p:nvPicPr>
              <p:blipFill>
                <a:blip r:embed="rId245"/>
                <a:stretch>
                  <a:fillRect/>
                </a:stretch>
              </p:blipFill>
              <p:spPr>
                <a:xfrm>
                  <a:off x="2504990" y="4268197"/>
                  <a:ext cx="128880" cy="131400"/>
                </a:xfrm>
                <a:prstGeom prst="rect">
                  <a:avLst/>
                </a:prstGeom>
              </p:spPr>
            </p:pic>
          </mc:Fallback>
        </mc:AlternateContent>
        <mc:AlternateContent xmlns:mc="http://schemas.openxmlformats.org/markup-compatibility/2006">
          <mc:Choice xmlns:p14="http://schemas.microsoft.com/office/powerpoint/2010/main" Requires="p14">
            <p:contentPart p14:bwMode="auto" r:id="rId246">
              <p14:nvContentPartPr>
                <p14:cNvPr id="163" name="Ink 162">
                  <a:extLst>
                    <a:ext uri="{FF2B5EF4-FFF2-40B4-BE49-F238E27FC236}">
                      <a16:creationId xmlns:a16="http://schemas.microsoft.com/office/drawing/2014/main" id="{ADE72EE2-D097-E1A6-A1A4-695D5B403A60}"/>
                    </a:ext>
                  </a:extLst>
                </p14:cNvPr>
                <p14:cNvContentPartPr/>
                <p14:nvPr/>
              </p14:nvContentPartPr>
              <p14:xfrm>
                <a:off x="2692910" y="4290157"/>
                <a:ext cx="118440" cy="70920"/>
              </p14:xfrm>
            </p:contentPart>
          </mc:Choice>
          <mc:Fallback>
            <p:pic>
              <p:nvPicPr>
                <p:cNvPr id="163" name="Ink 162">
                  <a:extLst>
                    <a:ext uri="{FF2B5EF4-FFF2-40B4-BE49-F238E27FC236}">
                      <a16:creationId xmlns:a16="http://schemas.microsoft.com/office/drawing/2014/main" id="{ADE72EE2-D097-E1A6-A1A4-695D5B403A60}"/>
                    </a:ext>
                  </a:extLst>
                </p:cNvPr>
                <p:cNvPicPr/>
                <p:nvPr/>
              </p:nvPicPr>
              <p:blipFill>
                <a:blip r:embed="rId247"/>
                <a:stretch>
                  <a:fillRect/>
                </a:stretch>
              </p:blipFill>
              <p:spPr>
                <a:xfrm>
                  <a:off x="2674910" y="4272517"/>
                  <a:ext cx="154080" cy="106560"/>
                </a:xfrm>
                <a:prstGeom prst="rect">
                  <a:avLst/>
                </a:prstGeom>
              </p:spPr>
            </p:pic>
          </mc:Fallback>
        </mc:AlternateContent>
        <mc:AlternateContent xmlns:mc="http://schemas.openxmlformats.org/markup-compatibility/2006">
          <mc:Choice xmlns:p14="http://schemas.microsoft.com/office/powerpoint/2010/main" Requires="p14">
            <p:contentPart p14:bwMode="auto" r:id="rId248">
              <p14:nvContentPartPr>
                <p14:cNvPr id="164" name="Ink 163">
                  <a:extLst>
                    <a:ext uri="{FF2B5EF4-FFF2-40B4-BE49-F238E27FC236}">
                      <a16:creationId xmlns:a16="http://schemas.microsoft.com/office/drawing/2014/main" id="{9F49141F-AA00-A70F-7AB2-1E185D32070A}"/>
                    </a:ext>
                  </a:extLst>
                </p14:cNvPr>
                <p14:cNvContentPartPr/>
                <p14:nvPr/>
              </p14:nvContentPartPr>
              <p14:xfrm>
                <a:off x="2846630" y="4091077"/>
                <a:ext cx="36360" cy="244440"/>
              </p14:xfrm>
            </p:contentPart>
          </mc:Choice>
          <mc:Fallback>
            <p:pic>
              <p:nvPicPr>
                <p:cNvPr id="164" name="Ink 163">
                  <a:extLst>
                    <a:ext uri="{FF2B5EF4-FFF2-40B4-BE49-F238E27FC236}">
                      <a16:creationId xmlns:a16="http://schemas.microsoft.com/office/drawing/2014/main" id="{9F49141F-AA00-A70F-7AB2-1E185D32070A}"/>
                    </a:ext>
                  </a:extLst>
                </p:cNvPr>
                <p:cNvPicPr/>
                <p:nvPr/>
              </p:nvPicPr>
              <p:blipFill>
                <a:blip r:embed="rId249"/>
                <a:stretch>
                  <a:fillRect/>
                </a:stretch>
              </p:blipFill>
              <p:spPr>
                <a:xfrm>
                  <a:off x="2828990" y="4073437"/>
                  <a:ext cx="72000" cy="280080"/>
                </a:xfrm>
                <a:prstGeom prst="rect">
                  <a:avLst/>
                </a:prstGeom>
              </p:spPr>
            </p:pic>
          </mc:Fallback>
        </mc:AlternateContent>
      </p:grpSp>
      <p:grpSp>
        <p:nvGrpSpPr>
          <p:cNvPr id="177" name="Group 176">
            <a:extLst>
              <a:ext uri="{FF2B5EF4-FFF2-40B4-BE49-F238E27FC236}">
                <a16:creationId xmlns:a16="http://schemas.microsoft.com/office/drawing/2014/main" id="{0737E261-624E-6206-391D-B6E4640722E2}"/>
              </a:ext>
            </a:extLst>
          </p:cNvPr>
          <p:cNvGrpSpPr/>
          <p:nvPr/>
        </p:nvGrpSpPr>
        <p:grpSpPr>
          <a:xfrm>
            <a:off x="3073070" y="3668077"/>
            <a:ext cx="1693440" cy="990360"/>
            <a:chOff x="3073070" y="3668077"/>
            <a:chExt cx="1693440" cy="990360"/>
          </a:xfrm>
        </p:grpSpPr>
        <mc:AlternateContent xmlns:mc="http://schemas.openxmlformats.org/markup-compatibility/2006">
          <mc:Choice xmlns:p14="http://schemas.microsoft.com/office/powerpoint/2010/main" Requires="p14">
            <p:contentPart p14:bwMode="auto" r:id="rId250">
              <p14:nvContentPartPr>
                <p14:cNvPr id="166" name="Ink 165">
                  <a:extLst>
                    <a:ext uri="{FF2B5EF4-FFF2-40B4-BE49-F238E27FC236}">
                      <a16:creationId xmlns:a16="http://schemas.microsoft.com/office/drawing/2014/main" id="{57827DA3-7CDC-9BB6-1BAE-7D98A0C46245}"/>
                    </a:ext>
                  </a:extLst>
                </p14:cNvPr>
                <p14:cNvContentPartPr/>
                <p14:nvPr/>
              </p14:nvContentPartPr>
              <p14:xfrm>
                <a:off x="3429470" y="4022677"/>
                <a:ext cx="158040" cy="238320"/>
              </p14:xfrm>
            </p:contentPart>
          </mc:Choice>
          <mc:Fallback>
            <p:pic>
              <p:nvPicPr>
                <p:cNvPr id="166" name="Ink 165">
                  <a:extLst>
                    <a:ext uri="{FF2B5EF4-FFF2-40B4-BE49-F238E27FC236}">
                      <a16:creationId xmlns:a16="http://schemas.microsoft.com/office/drawing/2014/main" id="{57827DA3-7CDC-9BB6-1BAE-7D98A0C46245}"/>
                    </a:ext>
                  </a:extLst>
                </p:cNvPr>
                <p:cNvPicPr/>
                <p:nvPr/>
              </p:nvPicPr>
              <p:blipFill>
                <a:blip r:embed="rId251"/>
                <a:stretch>
                  <a:fillRect/>
                </a:stretch>
              </p:blipFill>
              <p:spPr>
                <a:xfrm>
                  <a:off x="3411470" y="4004677"/>
                  <a:ext cx="193680" cy="273960"/>
                </a:xfrm>
                <a:prstGeom prst="rect">
                  <a:avLst/>
                </a:prstGeom>
              </p:spPr>
            </p:pic>
          </mc:Fallback>
        </mc:AlternateContent>
        <mc:AlternateContent xmlns:mc="http://schemas.openxmlformats.org/markup-compatibility/2006">
          <mc:Choice xmlns:p14="http://schemas.microsoft.com/office/powerpoint/2010/main" Requires="p14">
            <p:contentPart p14:bwMode="auto" r:id="rId252">
              <p14:nvContentPartPr>
                <p14:cNvPr id="167" name="Ink 166">
                  <a:extLst>
                    <a:ext uri="{FF2B5EF4-FFF2-40B4-BE49-F238E27FC236}">
                      <a16:creationId xmlns:a16="http://schemas.microsoft.com/office/drawing/2014/main" id="{E89EB626-F8CA-F353-27A6-75118798F860}"/>
                    </a:ext>
                  </a:extLst>
                </p14:cNvPr>
                <p14:cNvContentPartPr/>
                <p14:nvPr/>
              </p14:nvContentPartPr>
              <p14:xfrm>
                <a:off x="3659510" y="4039597"/>
                <a:ext cx="25200" cy="218880"/>
              </p14:xfrm>
            </p:contentPart>
          </mc:Choice>
          <mc:Fallback>
            <p:pic>
              <p:nvPicPr>
                <p:cNvPr id="167" name="Ink 166">
                  <a:extLst>
                    <a:ext uri="{FF2B5EF4-FFF2-40B4-BE49-F238E27FC236}">
                      <a16:creationId xmlns:a16="http://schemas.microsoft.com/office/drawing/2014/main" id="{E89EB626-F8CA-F353-27A6-75118798F860}"/>
                    </a:ext>
                  </a:extLst>
                </p:cNvPr>
                <p:cNvPicPr/>
                <p:nvPr/>
              </p:nvPicPr>
              <p:blipFill>
                <a:blip r:embed="rId253"/>
                <a:stretch>
                  <a:fillRect/>
                </a:stretch>
              </p:blipFill>
              <p:spPr>
                <a:xfrm>
                  <a:off x="3641870" y="4021597"/>
                  <a:ext cx="60840" cy="254520"/>
                </a:xfrm>
                <a:prstGeom prst="rect">
                  <a:avLst/>
                </a:prstGeom>
              </p:spPr>
            </p:pic>
          </mc:Fallback>
        </mc:AlternateContent>
        <mc:AlternateContent xmlns:mc="http://schemas.openxmlformats.org/markup-compatibility/2006">
          <mc:Choice xmlns:p14="http://schemas.microsoft.com/office/powerpoint/2010/main" Requires="p14">
            <p:contentPart p14:bwMode="auto" r:id="rId254">
              <p14:nvContentPartPr>
                <p14:cNvPr id="168" name="Ink 167">
                  <a:extLst>
                    <a:ext uri="{FF2B5EF4-FFF2-40B4-BE49-F238E27FC236}">
                      <a16:creationId xmlns:a16="http://schemas.microsoft.com/office/drawing/2014/main" id="{D5EAD54E-EAD4-5EB9-3E3F-6830B0FC436E}"/>
                    </a:ext>
                  </a:extLst>
                </p14:cNvPr>
                <p14:cNvContentPartPr/>
                <p14:nvPr/>
              </p14:nvContentPartPr>
              <p14:xfrm>
                <a:off x="3664190" y="4015837"/>
                <a:ext cx="86400" cy="133200"/>
              </p14:xfrm>
            </p:contentPart>
          </mc:Choice>
          <mc:Fallback>
            <p:pic>
              <p:nvPicPr>
                <p:cNvPr id="168" name="Ink 167">
                  <a:extLst>
                    <a:ext uri="{FF2B5EF4-FFF2-40B4-BE49-F238E27FC236}">
                      <a16:creationId xmlns:a16="http://schemas.microsoft.com/office/drawing/2014/main" id="{D5EAD54E-EAD4-5EB9-3E3F-6830B0FC436E}"/>
                    </a:ext>
                  </a:extLst>
                </p:cNvPr>
                <p:cNvPicPr/>
                <p:nvPr/>
              </p:nvPicPr>
              <p:blipFill>
                <a:blip r:embed="rId255"/>
                <a:stretch>
                  <a:fillRect/>
                </a:stretch>
              </p:blipFill>
              <p:spPr>
                <a:xfrm>
                  <a:off x="3646190" y="3997837"/>
                  <a:ext cx="122040" cy="168840"/>
                </a:xfrm>
                <a:prstGeom prst="rect">
                  <a:avLst/>
                </a:prstGeom>
              </p:spPr>
            </p:pic>
          </mc:Fallback>
        </mc:AlternateContent>
        <mc:AlternateContent xmlns:mc="http://schemas.openxmlformats.org/markup-compatibility/2006">
          <mc:Choice xmlns:p14="http://schemas.microsoft.com/office/powerpoint/2010/main" Requires="p14">
            <p:contentPart p14:bwMode="auto" r:id="rId256">
              <p14:nvContentPartPr>
                <p14:cNvPr id="169" name="Ink 168">
                  <a:extLst>
                    <a:ext uri="{FF2B5EF4-FFF2-40B4-BE49-F238E27FC236}">
                      <a16:creationId xmlns:a16="http://schemas.microsoft.com/office/drawing/2014/main" id="{F5066989-E0DC-ECF0-67A3-718EB0776F61}"/>
                    </a:ext>
                  </a:extLst>
                </p14:cNvPr>
                <p14:cNvContentPartPr/>
                <p14:nvPr/>
              </p14:nvContentPartPr>
              <p14:xfrm>
                <a:off x="3844550" y="4034197"/>
                <a:ext cx="42120" cy="259200"/>
              </p14:xfrm>
            </p:contentPart>
          </mc:Choice>
          <mc:Fallback>
            <p:pic>
              <p:nvPicPr>
                <p:cNvPr id="169" name="Ink 168">
                  <a:extLst>
                    <a:ext uri="{FF2B5EF4-FFF2-40B4-BE49-F238E27FC236}">
                      <a16:creationId xmlns:a16="http://schemas.microsoft.com/office/drawing/2014/main" id="{F5066989-E0DC-ECF0-67A3-718EB0776F61}"/>
                    </a:ext>
                  </a:extLst>
                </p:cNvPr>
                <p:cNvPicPr/>
                <p:nvPr/>
              </p:nvPicPr>
              <p:blipFill>
                <a:blip r:embed="rId257"/>
                <a:stretch>
                  <a:fillRect/>
                </a:stretch>
              </p:blipFill>
              <p:spPr>
                <a:xfrm>
                  <a:off x="3826550" y="4016197"/>
                  <a:ext cx="77760" cy="294840"/>
                </a:xfrm>
                <a:prstGeom prst="rect">
                  <a:avLst/>
                </a:prstGeom>
              </p:spPr>
            </p:pic>
          </mc:Fallback>
        </mc:AlternateContent>
        <mc:AlternateContent xmlns:mc="http://schemas.openxmlformats.org/markup-compatibility/2006">
          <mc:Choice xmlns:p14="http://schemas.microsoft.com/office/powerpoint/2010/main" Requires="p14">
            <p:contentPart p14:bwMode="auto" r:id="rId258">
              <p14:nvContentPartPr>
                <p14:cNvPr id="170" name="Ink 169">
                  <a:extLst>
                    <a:ext uri="{FF2B5EF4-FFF2-40B4-BE49-F238E27FC236}">
                      <a16:creationId xmlns:a16="http://schemas.microsoft.com/office/drawing/2014/main" id="{442664F3-E2E3-B60E-545A-79127022B45D}"/>
                    </a:ext>
                  </a:extLst>
                </p14:cNvPr>
                <p14:cNvContentPartPr/>
                <p14:nvPr/>
              </p14:nvContentPartPr>
              <p14:xfrm>
                <a:off x="3819350" y="4036357"/>
                <a:ext cx="88560" cy="52200"/>
              </p14:xfrm>
            </p:contentPart>
          </mc:Choice>
          <mc:Fallback>
            <p:pic>
              <p:nvPicPr>
                <p:cNvPr id="170" name="Ink 169">
                  <a:extLst>
                    <a:ext uri="{FF2B5EF4-FFF2-40B4-BE49-F238E27FC236}">
                      <a16:creationId xmlns:a16="http://schemas.microsoft.com/office/drawing/2014/main" id="{442664F3-E2E3-B60E-545A-79127022B45D}"/>
                    </a:ext>
                  </a:extLst>
                </p:cNvPr>
                <p:cNvPicPr/>
                <p:nvPr/>
              </p:nvPicPr>
              <p:blipFill>
                <a:blip r:embed="rId259"/>
                <a:stretch>
                  <a:fillRect/>
                </a:stretch>
              </p:blipFill>
              <p:spPr>
                <a:xfrm>
                  <a:off x="3801710" y="4018357"/>
                  <a:ext cx="124200" cy="87840"/>
                </a:xfrm>
                <a:prstGeom prst="rect">
                  <a:avLst/>
                </a:prstGeom>
              </p:spPr>
            </p:pic>
          </mc:Fallback>
        </mc:AlternateContent>
        <mc:AlternateContent xmlns:mc="http://schemas.openxmlformats.org/markup-compatibility/2006">
          <mc:Choice xmlns:p14="http://schemas.microsoft.com/office/powerpoint/2010/main" Requires="p14">
            <p:contentPart p14:bwMode="auto" r:id="rId260">
              <p14:nvContentPartPr>
                <p14:cNvPr id="171" name="Ink 170">
                  <a:extLst>
                    <a:ext uri="{FF2B5EF4-FFF2-40B4-BE49-F238E27FC236}">
                      <a16:creationId xmlns:a16="http://schemas.microsoft.com/office/drawing/2014/main" id="{C3C473E4-4100-99B3-77B1-4DAA89A25B9F}"/>
                    </a:ext>
                  </a:extLst>
                </p14:cNvPr>
                <p14:cNvContentPartPr/>
                <p14:nvPr/>
              </p14:nvContentPartPr>
              <p14:xfrm>
                <a:off x="3877310" y="4098997"/>
                <a:ext cx="96120" cy="43560"/>
              </p14:xfrm>
            </p:contentPart>
          </mc:Choice>
          <mc:Fallback>
            <p:pic>
              <p:nvPicPr>
                <p:cNvPr id="171" name="Ink 170">
                  <a:extLst>
                    <a:ext uri="{FF2B5EF4-FFF2-40B4-BE49-F238E27FC236}">
                      <a16:creationId xmlns:a16="http://schemas.microsoft.com/office/drawing/2014/main" id="{C3C473E4-4100-99B3-77B1-4DAA89A25B9F}"/>
                    </a:ext>
                  </a:extLst>
                </p:cNvPr>
                <p:cNvPicPr/>
                <p:nvPr/>
              </p:nvPicPr>
              <p:blipFill>
                <a:blip r:embed="rId261"/>
                <a:stretch>
                  <a:fillRect/>
                </a:stretch>
              </p:blipFill>
              <p:spPr>
                <a:xfrm>
                  <a:off x="3859670" y="4081357"/>
                  <a:ext cx="131760" cy="79200"/>
                </a:xfrm>
                <a:prstGeom prst="rect">
                  <a:avLst/>
                </a:prstGeom>
              </p:spPr>
            </p:pic>
          </mc:Fallback>
        </mc:AlternateContent>
        <mc:AlternateContent xmlns:mc="http://schemas.openxmlformats.org/markup-compatibility/2006">
          <mc:Choice xmlns:p14="http://schemas.microsoft.com/office/powerpoint/2010/main" Requires="p14">
            <p:contentPart p14:bwMode="auto" r:id="rId262">
              <p14:nvContentPartPr>
                <p14:cNvPr id="172" name="Ink 171">
                  <a:extLst>
                    <a:ext uri="{FF2B5EF4-FFF2-40B4-BE49-F238E27FC236}">
                      <a16:creationId xmlns:a16="http://schemas.microsoft.com/office/drawing/2014/main" id="{51457751-B277-D583-0CE4-59BF5AC2BFAC}"/>
                    </a:ext>
                  </a:extLst>
                </p14:cNvPr>
                <p14:cNvContentPartPr/>
                <p14:nvPr/>
              </p14:nvContentPartPr>
              <p14:xfrm>
                <a:off x="3073070" y="3668077"/>
                <a:ext cx="1117080" cy="68760"/>
              </p14:xfrm>
            </p:contentPart>
          </mc:Choice>
          <mc:Fallback>
            <p:pic>
              <p:nvPicPr>
                <p:cNvPr id="172" name="Ink 171">
                  <a:extLst>
                    <a:ext uri="{FF2B5EF4-FFF2-40B4-BE49-F238E27FC236}">
                      <a16:creationId xmlns:a16="http://schemas.microsoft.com/office/drawing/2014/main" id="{51457751-B277-D583-0CE4-59BF5AC2BFAC}"/>
                    </a:ext>
                  </a:extLst>
                </p:cNvPr>
                <p:cNvPicPr/>
                <p:nvPr/>
              </p:nvPicPr>
              <p:blipFill>
                <a:blip r:embed="rId263"/>
                <a:stretch>
                  <a:fillRect/>
                </a:stretch>
              </p:blipFill>
              <p:spPr>
                <a:xfrm>
                  <a:off x="3055430" y="3650077"/>
                  <a:ext cx="1152720" cy="104400"/>
                </a:xfrm>
                <a:prstGeom prst="rect">
                  <a:avLst/>
                </a:prstGeom>
              </p:spPr>
            </p:pic>
          </mc:Fallback>
        </mc:AlternateContent>
        <mc:AlternateContent xmlns:mc="http://schemas.openxmlformats.org/markup-compatibility/2006">
          <mc:Choice xmlns:p14="http://schemas.microsoft.com/office/powerpoint/2010/main" Requires="p14">
            <p:contentPart p14:bwMode="auto" r:id="rId264">
              <p14:nvContentPartPr>
                <p14:cNvPr id="173" name="Ink 172">
                  <a:extLst>
                    <a:ext uri="{FF2B5EF4-FFF2-40B4-BE49-F238E27FC236}">
                      <a16:creationId xmlns:a16="http://schemas.microsoft.com/office/drawing/2014/main" id="{3611FEC1-3832-222D-95B8-4A378667C057}"/>
                    </a:ext>
                  </a:extLst>
                </p14:cNvPr>
                <p14:cNvContentPartPr/>
                <p14:nvPr/>
              </p14:nvContentPartPr>
              <p14:xfrm>
                <a:off x="3393470" y="3670237"/>
                <a:ext cx="1117800" cy="988200"/>
              </p14:xfrm>
            </p:contentPart>
          </mc:Choice>
          <mc:Fallback>
            <p:pic>
              <p:nvPicPr>
                <p:cNvPr id="173" name="Ink 172">
                  <a:extLst>
                    <a:ext uri="{FF2B5EF4-FFF2-40B4-BE49-F238E27FC236}">
                      <a16:creationId xmlns:a16="http://schemas.microsoft.com/office/drawing/2014/main" id="{3611FEC1-3832-222D-95B8-4A378667C057}"/>
                    </a:ext>
                  </a:extLst>
                </p:cNvPr>
                <p:cNvPicPr/>
                <p:nvPr/>
              </p:nvPicPr>
              <p:blipFill>
                <a:blip r:embed="rId265"/>
                <a:stretch>
                  <a:fillRect/>
                </a:stretch>
              </p:blipFill>
              <p:spPr>
                <a:xfrm>
                  <a:off x="3375470" y="3652237"/>
                  <a:ext cx="1153440" cy="1023840"/>
                </a:xfrm>
                <a:prstGeom prst="rect">
                  <a:avLst/>
                </a:prstGeom>
              </p:spPr>
            </p:pic>
          </mc:Fallback>
        </mc:AlternateContent>
        <mc:AlternateContent xmlns:mc="http://schemas.openxmlformats.org/markup-compatibility/2006">
          <mc:Choice xmlns:p14="http://schemas.microsoft.com/office/powerpoint/2010/main" Requires="p14">
            <p:contentPart p14:bwMode="auto" r:id="rId266">
              <p14:nvContentPartPr>
                <p14:cNvPr id="174" name="Ink 173">
                  <a:extLst>
                    <a:ext uri="{FF2B5EF4-FFF2-40B4-BE49-F238E27FC236}">
                      <a16:creationId xmlns:a16="http://schemas.microsoft.com/office/drawing/2014/main" id="{65E69282-CF47-D994-E4D0-4C529AFC4DC1}"/>
                    </a:ext>
                  </a:extLst>
                </p14:cNvPr>
                <p14:cNvContentPartPr/>
                <p14:nvPr/>
              </p14:nvContentPartPr>
              <p14:xfrm>
                <a:off x="3189350" y="3758437"/>
                <a:ext cx="61560" cy="879840"/>
              </p14:xfrm>
            </p:contentPart>
          </mc:Choice>
          <mc:Fallback>
            <p:pic>
              <p:nvPicPr>
                <p:cNvPr id="174" name="Ink 173">
                  <a:extLst>
                    <a:ext uri="{FF2B5EF4-FFF2-40B4-BE49-F238E27FC236}">
                      <a16:creationId xmlns:a16="http://schemas.microsoft.com/office/drawing/2014/main" id="{65E69282-CF47-D994-E4D0-4C529AFC4DC1}"/>
                    </a:ext>
                  </a:extLst>
                </p:cNvPr>
                <p:cNvPicPr/>
                <p:nvPr/>
              </p:nvPicPr>
              <p:blipFill>
                <a:blip r:embed="rId267"/>
                <a:stretch>
                  <a:fillRect/>
                </a:stretch>
              </p:blipFill>
              <p:spPr>
                <a:xfrm>
                  <a:off x="3171350" y="3740437"/>
                  <a:ext cx="97200" cy="915480"/>
                </a:xfrm>
                <a:prstGeom prst="rect">
                  <a:avLst/>
                </a:prstGeom>
              </p:spPr>
            </p:pic>
          </mc:Fallback>
        </mc:AlternateContent>
        <mc:AlternateContent xmlns:mc="http://schemas.openxmlformats.org/markup-compatibility/2006">
          <mc:Choice xmlns:p14="http://schemas.microsoft.com/office/powerpoint/2010/main" Requires="p14">
            <p:contentPart p14:bwMode="auto" r:id="rId268">
              <p14:nvContentPartPr>
                <p14:cNvPr id="175" name="Ink 174">
                  <a:extLst>
                    <a:ext uri="{FF2B5EF4-FFF2-40B4-BE49-F238E27FC236}">
                      <a16:creationId xmlns:a16="http://schemas.microsoft.com/office/drawing/2014/main" id="{A991696E-5BCE-E48E-29E7-C35890DD7041}"/>
                    </a:ext>
                  </a:extLst>
                </p14:cNvPr>
                <p14:cNvContentPartPr/>
                <p14:nvPr/>
              </p14:nvContentPartPr>
              <p14:xfrm>
                <a:off x="4312910" y="4065157"/>
                <a:ext cx="411840" cy="63360"/>
              </p14:xfrm>
            </p:contentPart>
          </mc:Choice>
          <mc:Fallback>
            <p:pic>
              <p:nvPicPr>
                <p:cNvPr id="175" name="Ink 174">
                  <a:extLst>
                    <a:ext uri="{FF2B5EF4-FFF2-40B4-BE49-F238E27FC236}">
                      <a16:creationId xmlns:a16="http://schemas.microsoft.com/office/drawing/2014/main" id="{A991696E-5BCE-E48E-29E7-C35890DD7041}"/>
                    </a:ext>
                  </a:extLst>
                </p:cNvPr>
                <p:cNvPicPr/>
                <p:nvPr/>
              </p:nvPicPr>
              <p:blipFill>
                <a:blip r:embed="rId269"/>
                <a:stretch>
                  <a:fillRect/>
                </a:stretch>
              </p:blipFill>
              <p:spPr>
                <a:xfrm>
                  <a:off x="4294910" y="4047157"/>
                  <a:ext cx="447480" cy="99000"/>
                </a:xfrm>
                <a:prstGeom prst="rect">
                  <a:avLst/>
                </a:prstGeom>
              </p:spPr>
            </p:pic>
          </mc:Fallback>
        </mc:AlternateContent>
        <mc:AlternateContent xmlns:mc="http://schemas.openxmlformats.org/markup-compatibility/2006">
          <mc:Choice xmlns:p14="http://schemas.microsoft.com/office/powerpoint/2010/main" Requires="p14">
            <p:contentPart p14:bwMode="auto" r:id="rId270">
              <p14:nvContentPartPr>
                <p14:cNvPr id="176" name="Ink 175">
                  <a:extLst>
                    <a:ext uri="{FF2B5EF4-FFF2-40B4-BE49-F238E27FC236}">
                      <a16:creationId xmlns:a16="http://schemas.microsoft.com/office/drawing/2014/main" id="{C935A7C3-72F5-DFFA-0019-463373C09AAE}"/>
                    </a:ext>
                  </a:extLst>
                </p14:cNvPr>
                <p14:cNvContentPartPr/>
                <p14:nvPr/>
              </p14:nvContentPartPr>
              <p14:xfrm>
                <a:off x="4642670" y="3970837"/>
                <a:ext cx="123840" cy="212040"/>
              </p14:xfrm>
            </p:contentPart>
          </mc:Choice>
          <mc:Fallback>
            <p:pic>
              <p:nvPicPr>
                <p:cNvPr id="176" name="Ink 175">
                  <a:extLst>
                    <a:ext uri="{FF2B5EF4-FFF2-40B4-BE49-F238E27FC236}">
                      <a16:creationId xmlns:a16="http://schemas.microsoft.com/office/drawing/2014/main" id="{C935A7C3-72F5-DFFA-0019-463373C09AAE}"/>
                    </a:ext>
                  </a:extLst>
                </p:cNvPr>
                <p:cNvPicPr/>
                <p:nvPr/>
              </p:nvPicPr>
              <p:blipFill>
                <a:blip r:embed="rId271"/>
                <a:stretch>
                  <a:fillRect/>
                </a:stretch>
              </p:blipFill>
              <p:spPr>
                <a:xfrm>
                  <a:off x="4625030" y="3952837"/>
                  <a:ext cx="159480" cy="247680"/>
                </a:xfrm>
                <a:prstGeom prst="rect">
                  <a:avLst/>
                </a:prstGeom>
              </p:spPr>
            </p:pic>
          </mc:Fallback>
        </mc:AlternateContent>
      </p:grpSp>
      <p:grpSp>
        <p:nvGrpSpPr>
          <p:cNvPr id="190" name="Group 189">
            <a:extLst>
              <a:ext uri="{FF2B5EF4-FFF2-40B4-BE49-F238E27FC236}">
                <a16:creationId xmlns:a16="http://schemas.microsoft.com/office/drawing/2014/main" id="{AAAEEE83-95EF-819D-9FE9-68F2AFE42C01}"/>
              </a:ext>
            </a:extLst>
          </p:cNvPr>
          <p:cNvGrpSpPr/>
          <p:nvPr/>
        </p:nvGrpSpPr>
        <p:grpSpPr>
          <a:xfrm>
            <a:off x="5139110" y="3844837"/>
            <a:ext cx="751680" cy="220680"/>
            <a:chOff x="5139110" y="3844837"/>
            <a:chExt cx="751680" cy="220680"/>
          </a:xfrm>
        </p:grpSpPr>
        <mc:AlternateContent xmlns:mc="http://schemas.openxmlformats.org/markup-compatibility/2006">
          <mc:Choice xmlns:p14="http://schemas.microsoft.com/office/powerpoint/2010/main" Requires="p14">
            <p:contentPart p14:bwMode="auto" r:id="rId272">
              <p14:nvContentPartPr>
                <p14:cNvPr id="178" name="Ink 177">
                  <a:extLst>
                    <a:ext uri="{FF2B5EF4-FFF2-40B4-BE49-F238E27FC236}">
                      <a16:creationId xmlns:a16="http://schemas.microsoft.com/office/drawing/2014/main" id="{1CFD3F75-0170-34A4-FED2-A971A8553B68}"/>
                    </a:ext>
                  </a:extLst>
                </p14:cNvPr>
                <p14:cNvContentPartPr/>
                <p14:nvPr/>
              </p14:nvContentPartPr>
              <p14:xfrm>
                <a:off x="5139110" y="3887317"/>
                <a:ext cx="130320" cy="178200"/>
              </p14:xfrm>
            </p:contentPart>
          </mc:Choice>
          <mc:Fallback>
            <p:pic>
              <p:nvPicPr>
                <p:cNvPr id="178" name="Ink 177">
                  <a:extLst>
                    <a:ext uri="{FF2B5EF4-FFF2-40B4-BE49-F238E27FC236}">
                      <a16:creationId xmlns:a16="http://schemas.microsoft.com/office/drawing/2014/main" id="{1CFD3F75-0170-34A4-FED2-A971A8553B68}"/>
                    </a:ext>
                  </a:extLst>
                </p:cNvPr>
                <p:cNvPicPr/>
                <p:nvPr/>
              </p:nvPicPr>
              <p:blipFill>
                <a:blip r:embed="rId273"/>
                <a:stretch>
                  <a:fillRect/>
                </a:stretch>
              </p:blipFill>
              <p:spPr>
                <a:xfrm>
                  <a:off x="5121110" y="3869677"/>
                  <a:ext cx="165960" cy="213840"/>
                </a:xfrm>
                <a:prstGeom prst="rect">
                  <a:avLst/>
                </a:prstGeom>
              </p:spPr>
            </p:pic>
          </mc:Fallback>
        </mc:AlternateContent>
        <mc:AlternateContent xmlns:mc="http://schemas.openxmlformats.org/markup-compatibility/2006">
          <mc:Choice xmlns:p14="http://schemas.microsoft.com/office/powerpoint/2010/main" Requires="p14">
            <p:contentPart p14:bwMode="auto" r:id="rId274">
              <p14:nvContentPartPr>
                <p14:cNvPr id="179" name="Ink 178">
                  <a:extLst>
                    <a:ext uri="{FF2B5EF4-FFF2-40B4-BE49-F238E27FC236}">
                      <a16:creationId xmlns:a16="http://schemas.microsoft.com/office/drawing/2014/main" id="{561CEC5D-6566-5BF7-C95B-18FD7B5A30F6}"/>
                    </a:ext>
                  </a:extLst>
                </p14:cNvPr>
                <p14:cNvContentPartPr/>
                <p14:nvPr/>
              </p14:nvContentPartPr>
              <p14:xfrm>
                <a:off x="5355110" y="3844837"/>
                <a:ext cx="31680" cy="184320"/>
              </p14:xfrm>
            </p:contentPart>
          </mc:Choice>
          <mc:Fallback>
            <p:pic>
              <p:nvPicPr>
                <p:cNvPr id="179" name="Ink 178">
                  <a:extLst>
                    <a:ext uri="{FF2B5EF4-FFF2-40B4-BE49-F238E27FC236}">
                      <a16:creationId xmlns:a16="http://schemas.microsoft.com/office/drawing/2014/main" id="{561CEC5D-6566-5BF7-C95B-18FD7B5A30F6}"/>
                    </a:ext>
                  </a:extLst>
                </p:cNvPr>
                <p:cNvPicPr/>
                <p:nvPr/>
              </p:nvPicPr>
              <p:blipFill>
                <a:blip r:embed="rId275"/>
                <a:stretch>
                  <a:fillRect/>
                </a:stretch>
              </p:blipFill>
              <p:spPr>
                <a:xfrm>
                  <a:off x="5337470" y="3827197"/>
                  <a:ext cx="67320" cy="219960"/>
                </a:xfrm>
                <a:prstGeom prst="rect">
                  <a:avLst/>
                </a:prstGeom>
              </p:spPr>
            </p:pic>
          </mc:Fallback>
        </mc:AlternateContent>
        <mc:AlternateContent xmlns:mc="http://schemas.openxmlformats.org/markup-compatibility/2006">
          <mc:Choice xmlns:p14="http://schemas.microsoft.com/office/powerpoint/2010/main" Requires="p14">
            <p:contentPart p14:bwMode="auto" r:id="rId276">
              <p14:nvContentPartPr>
                <p14:cNvPr id="180" name="Ink 179">
                  <a:extLst>
                    <a:ext uri="{FF2B5EF4-FFF2-40B4-BE49-F238E27FC236}">
                      <a16:creationId xmlns:a16="http://schemas.microsoft.com/office/drawing/2014/main" id="{89FF18B1-A3D8-2D13-F55F-EE9B9B8F8AE4}"/>
                    </a:ext>
                  </a:extLst>
                </p14:cNvPr>
                <p14:cNvContentPartPr/>
                <p14:nvPr/>
              </p14:nvContentPartPr>
              <p14:xfrm>
                <a:off x="5431430" y="3917557"/>
                <a:ext cx="100800" cy="138600"/>
              </p14:xfrm>
            </p:contentPart>
          </mc:Choice>
          <mc:Fallback>
            <p:pic>
              <p:nvPicPr>
                <p:cNvPr id="180" name="Ink 179">
                  <a:extLst>
                    <a:ext uri="{FF2B5EF4-FFF2-40B4-BE49-F238E27FC236}">
                      <a16:creationId xmlns:a16="http://schemas.microsoft.com/office/drawing/2014/main" id="{89FF18B1-A3D8-2D13-F55F-EE9B9B8F8AE4}"/>
                    </a:ext>
                  </a:extLst>
                </p:cNvPr>
                <p:cNvPicPr/>
                <p:nvPr/>
              </p:nvPicPr>
              <p:blipFill>
                <a:blip r:embed="rId277"/>
                <a:stretch>
                  <a:fillRect/>
                </a:stretch>
              </p:blipFill>
              <p:spPr>
                <a:xfrm>
                  <a:off x="5413430" y="3899917"/>
                  <a:ext cx="136440" cy="174240"/>
                </a:xfrm>
                <a:prstGeom prst="rect">
                  <a:avLst/>
                </a:prstGeom>
              </p:spPr>
            </p:pic>
          </mc:Fallback>
        </mc:AlternateContent>
        <mc:AlternateContent xmlns:mc="http://schemas.openxmlformats.org/markup-compatibility/2006">
          <mc:Choice xmlns:p14="http://schemas.microsoft.com/office/powerpoint/2010/main" Requires="p14">
            <p:contentPart p14:bwMode="auto" r:id="rId278">
              <p14:nvContentPartPr>
                <p14:cNvPr id="181" name="Ink 180">
                  <a:extLst>
                    <a:ext uri="{FF2B5EF4-FFF2-40B4-BE49-F238E27FC236}">
                      <a16:creationId xmlns:a16="http://schemas.microsoft.com/office/drawing/2014/main" id="{02A36207-B364-5903-602A-E92EC32473B5}"/>
                    </a:ext>
                  </a:extLst>
                </p14:cNvPr>
                <p14:cNvContentPartPr/>
                <p14:nvPr/>
              </p14:nvContentPartPr>
              <p14:xfrm>
                <a:off x="5582270" y="3943477"/>
                <a:ext cx="133200" cy="85680"/>
              </p14:xfrm>
            </p:contentPart>
          </mc:Choice>
          <mc:Fallback>
            <p:pic>
              <p:nvPicPr>
                <p:cNvPr id="181" name="Ink 180">
                  <a:extLst>
                    <a:ext uri="{FF2B5EF4-FFF2-40B4-BE49-F238E27FC236}">
                      <a16:creationId xmlns:a16="http://schemas.microsoft.com/office/drawing/2014/main" id="{02A36207-B364-5903-602A-E92EC32473B5}"/>
                    </a:ext>
                  </a:extLst>
                </p:cNvPr>
                <p:cNvPicPr/>
                <p:nvPr/>
              </p:nvPicPr>
              <p:blipFill>
                <a:blip r:embed="rId279"/>
                <a:stretch>
                  <a:fillRect/>
                </a:stretch>
              </p:blipFill>
              <p:spPr>
                <a:xfrm>
                  <a:off x="5564630" y="3925837"/>
                  <a:ext cx="168840" cy="121320"/>
                </a:xfrm>
                <a:prstGeom prst="rect">
                  <a:avLst/>
                </a:prstGeom>
              </p:spPr>
            </p:pic>
          </mc:Fallback>
        </mc:AlternateContent>
        <mc:AlternateContent xmlns:mc="http://schemas.openxmlformats.org/markup-compatibility/2006">
          <mc:Choice xmlns:p14="http://schemas.microsoft.com/office/powerpoint/2010/main" Requires="p14">
            <p:contentPart p14:bwMode="auto" r:id="rId280">
              <p14:nvContentPartPr>
                <p14:cNvPr id="182" name="Ink 181">
                  <a:extLst>
                    <a:ext uri="{FF2B5EF4-FFF2-40B4-BE49-F238E27FC236}">
                      <a16:creationId xmlns:a16="http://schemas.microsoft.com/office/drawing/2014/main" id="{BB7A6D2F-E971-378B-8A76-39A57F4D5DD3}"/>
                    </a:ext>
                  </a:extLst>
                </p14:cNvPr>
                <p14:cNvContentPartPr/>
                <p14:nvPr/>
              </p14:nvContentPartPr>
              <p14:xfrm>
                <a:off x="5774870" y="3938077"/>
                <a:ext cx="115920" cy="92520"/>
              </p14:xfrm>
            </p:contentPart>
          </mc:Choice>
          <mc:Fallback>
            <p:pic>
              <p:nvPicPr>
                <p:cNvPr id="182" name="Ink 181">
                  <a:extLst>
                    <a:ext uri="{FF2B5EF4-FFF2-40B4-BE49-F238E27FC236}">
                      <a16:creationId xmlns:a16="http://schemas.microsoft.com/office/drawing/2014/main" id="{BB7A6D2F-E971-378B-8A76-39A57F4D5DD3}"/>
                    </a:ext>
                  </a:extLst>
                </p:cNvPr>
                <p:cNvPicPr/>
                <p:nvPr/>
              </p:nvPicPr>
              <p:blipFill>
                <a:blip r:embed="rId281"/>
                <a:stretch>
                  <a:fillRect/>
                </a:stretch>
              </p:blipFill>
              <p:spPr>
                <a:xfrm>
                  <a:off x="5756870" y="3920437"/>
                  <a:ext cx="151560" cy="128160"/>
                </a:xfrm>
                <a:prstGeom prst="rect">
                  <a:avLst/>
                </a:prstGeom>
              </p:spPr>
            </p:pic>
          </mc:Fallback>
        </mc:AlternateContent>
      </p:grpSp>
      <p:grpSp>
        <p:nvGrpSpPr>
          <p:cNvPr id="189" name="Group 188">
            <a:extLst>
              <a:ext uri="{FF2B5EF4-FFF2-40B4-BE49-F238E27FC236}">
                <a16:creationId xmlns:a16="http://schemas.microsoft.com/office/drawing/2014/main" id="{37B696C7-4CE5-651C-259F-CF535B6FEB27}"/>
              </a:ext>
            </a:extLst>
          </p:cNvPr>
          <p:cNvGrpSpPr/>
          <p:nvPr/>
        </p:nvGrpSpPr>
        <p:grpSpPr>
          <a:xfrm>
            <a:off x="6237470" y="3751597"/>
            <a:ext cx="873000" cy="338400"/>
            <a:chOff x="6237470" y="3751597"/>
            <a:chExt cx="873000" cy="338400"/>
          </a:xfrm>
        </p:grpSpPr>
        <mc:AlternateContent xmlns:mc="http://schemas.openxmlformats.org/markup-compatibility/2006">
          <mc:Choice xmlns:p14="http://schemas.microsoft.com/office/powerpoint/2010/main" Requires="p14">
            <p:contentPart p14:bwMode="auto" r:id="rId282">
              <p14:nvContentPartPr>
                <p14:cNvPr id="183" name="Ink 182">
                  <a:extLst>
                    <a:ext uri="{FF2B5EF4-FFF2-40B4-BE49-F238E27FC236}">
                      <a16:creationId xmlns:a16="http://schemas.microsoft.com/office/drawing/2014/main" id="{5D27B366-9747-6B93-3731-AA396B5D9B5E}"/>
                    </a:ext>
                  </a:extLst>
                </p14:cNvPr>
                <p14:cNvContentPartPr/>
                <p14:nvPr/>
              </p14:nvContentPartPr>
              <p14:xfrm>
                <a:off x="6237470" y="3907837"/>
                <a:ext cx="96120" cy="179280"/>
              </p14:xfrm>
            </p:contentPart>
          </mc:Choice>
          <mc:Fallback>
            <p:pic>
              <p:nvPicPr>
                <p:cNvPr id="183" name="Ink 182">
                  <a:extLst>
                    <a:ext uri="{FF2B5EF4-FFF2-40B4-BE49-F238E27FC236}">
                      <a16:creationId xmlns:a16="http://schemas.microsoft.com/office/drawing/2014/main" id="{5D27B366-9747-6B93-3731-AA396B5D9B5E}"/>
                    </a:ext>
                  </a:extLst>
                </p:cNvPr>
                <p:cNvPicPr/>
                <p:nvPr/>
              </p:nvPicPr>
              <p:blipFill>
                <a:blip r:embed="rId283"/>
                <a:stretch>
                  <a:fillRect/>
                </a:stretch>
              </p:blipFill>
              <p:spPr>
                <a:xfrm>
                  <a:off x="6219470" y="3889837"/>
                  <a:ext cx="131760" cy="214920"/>
                </a:xfrm>
                <a:prstGeom prst="rect">
                  <a:avLst/>
                </a:prstGeom>
              </p:spPr>
            </p:pic>
          </mc:Fallback>
        </mc:AlternateContent>
        <mc:AlternateContent xmlns:mc="http://schemas.openxmlformats.org/markup-compatibility/2006">
          <mc:Choice xmlns:p14="http://schemas.microsoft.com/office/powerpoint/2010/main" Requires="p14">
            <p:contentPart p14:bwMode="auto" r:id="rId284">
              <p14:nvContentPartPr>
                <p14:cNvPr id="184" name="Ink 183">
                  <a:extLst>
                    <a:ext uri="{FF2B5EF4-FFF2-40B4-BE49-F238E27FC236}">
                      <a16:creationId xmlns:a16="http://schemas.microsoft.com/office/drawing/2014/main" id="{F3063DCD-D03F-D2C7-7A1F-A953B685A5B5}"/>
                    </a:ext>
                  </a:extLst>
                </p14:cNvPr>
                <p14:cNvContentPartPr/>
                <p14:nvPr/>
              </p14:nvContentPartPr>
              <p14:xfrm>
                <a:off x="6428990" y="3985597"/>
                <a:ext cx="10440" cy="100440"/>
              </p14:xfrm>
            </p:contentPart>
          </mc:Choice>
          <mc:Fallback>
            <p:pic>
              <p:nvPicPr>
                <p:cNvPr id="184" name="Ink 183">
                  <a:extLst>
                    <a:ext uri="{FF2B5EF4-FFF2-40B4-BE49-F238E27FC236}">
                      <a16:creationId xmlns:a16="http://schemas.microsoft.com/office/drawing/2014/main" id="{F3063DCD-D03F-D2C7-7A1F-A953B685A5B5}"/>
                    </a:ext>
                  </a:extLst>
                </p:cNvPr>
                <p:cNvPicPr/>
                <p:nvPr/>
              </p:nvPicPr>
              <p:blipFill>
                <a:blip r:embed="rId285"/>
                <a:stretch>
                  <a:fillRect/>
                </a:stretch>
              </p:blipFill>
              <p:spPr>
                <a:xfrm>
                  <a:off x="6411350" y="3967597"/>
                  <a:ext cx="46080" cy="136080"/>
                </a:xfrm>
                <a:prstGeom prst="rect">
                  <a:avLst/>
                </a:prstGeom>
              </p:spPr>
            </p:pic>
          </mc:Fallback>
        </mc:AlternateContent>
        <mc:AlternateContent xmlns:mc="http://schemas.openxmlformats.org/markup-compatibility/2006">
          <mc:Choice xmlns:p14="http://schemas.microsoft.com/office/powerpoint/2010/main" Requires="p14">
            <p:contentPart p14:bwMode="auto" r:id="rId286">
              <p14:nvContentPartPr>
                <p14:cNvPr id="185" name="Ink 184">
                  <a:extLst>
                    <a:ext uri="{FF2B5EF4-FFF2-40B4-BE49-F238E27FC236}">
                      <a16:creationId xmlns:a16="http://schemas.microsoft.com/office/drawing/2014/main" id="{CC194322-56AC-3B64-8C94-EC157CA6437B}"/>
                    </a:ext>
                  </a:extLst>
                </p14:cNvPr>
                <p14:cNvContentPartPr/>
                <p14:nvPr/>
              </p14:nvContentPartPr>
              <p14:xfrm>
                <a:off x="6431150" y="3838357"/>
                <a:ext cx="16200" cy="78480"/>
              </p14:xfrm>
            </p:contentPart>
          </mc:Choice>
          <mc:Fallback>
            <p:pic>
              <p:nvPicPr>
                <p:cNvPr id="185" name="Ink 184">
                  <a:extLst>
                    <a:ext uri="{FF2B5EF4-FFF2-40B4-BE49-F238E27FC236}">
                      <a16:creationId xmlns:a16="http://schemas.microsoft.com/office/drawing/2014/main" id="{CC194322-56AC-3B64-8C94-EC157CA6437B}"/>
                    </a:ext>
                  </a:extLst>
                </p:cNvPr>
                <p:cNvPicPr/>
                <p:nvPr/>
              </p:nvPicPr>
              <p:blipFill>
                <a:blip r:embed="rId287"/>
                <a:stretch>
                  <a:fillRect/>
                </a:stretch>
              </p:blipFill>
              <p:spPr>
                <a:xfrm>
                  <a:off x="6413150" y="3820357"/>
                  <a:ext cx="51840" cy="114120"/>
                </a:xfrm>
                <a:prstGeom prst="rect">
                  <a:avLst/>
                </a:prstGeom>
              </p:spPr>
            </p:pic>
          </mc:Fallback>
        </mc:AlternateContent>
        <mc:AlternateContent xmlns:mc="http://schemas.openxmlformats.org/markup-compatibility/2006">
          <mc:Choice xmlns:p14="http://schemas.microsoft.com/office/powerpoint/2010/main" Requires="p14">
            <p:contentPart p14:bwMode="auto" r:id="rId288">
              <p14:nvContentPartPr>
                <p14:cNvPr id="186" name="Ink 185">
                  <a:extLst>
                    <a:ext uri="{FF2B5EF4-FFF2-40B4-BE49-F238E27FC236}">
                      <a16:creationId xmlns:a16="http://schemas.microsoft.com/office/drawing/2014/main" id="{2B9B3A73-3AEB-7B00-0B7D-D1CEF2B94874}"/>
                    </a:ext>
                  </a:extLst>
                </p14:cNvPr>
                <p14:cNvContentPartPr/>
                <p14:nvPr/>
              </p14:nvContentPartPr>
              <p14:xfrm>
                <a:off x="6525470" y="3939877"/>
                <a:ext cx="303840" cy="150120"/>
              </p14:xfrm>
            </p:contentPart>
          </mc:Choice>
          <mc:Fallback>
            <p:pic>
              <p:nvPicPr>
                <p:cNvPr id="186" name="Ink 185">
                  <a:extLst>
                    <a:ext uri="{FF2B5EF4-FFF2-40B4-BE49-F238E27FC236}">
                      <a16:creationId xmlns:a16="http://schemas.microsoft.com/office/drawing/2014/main" id="{2B9B3A73-3AEB-7B00-0B7D-D1CEF2B94874}"/>
                    </a:ext>
                  </a:extLst>
                </p:cNvPr>
                <p:cNvPicPr/>
                <p:nvPr/>
              </p:nvPicPr>
              <p:blipFill>
                <a:blip r:embed="rId289"/>
                <a:stretch>
                  <a:fillRect/>
                </a:stretch>
              </p:blipFill>
              <p:spPr>
                <a:xfrm>
                  <a:off x="6507470" y="3922237"/>
                  <a:ext cx="339480" cy="185760"/>
                </a:xfrm>
                <a:prstGeom prst="rect">
                  <a:avLst/>
                </a:prstGeom>
              </p:spPr>
            </p:pic>
          </mc:Fallback>
        </mc:AlternateContent>
        <mc:AlternateContent xmlns:mc="http://schemas.openxmlformats.org/markup-compatibility/2006">
          <mc:Choice xmlns:p14="http://schemas.microsoft.com/office/powerpoint/2010/main" Requires="p14">
            <p:contentPart p14:bwMode="auto" r:id="rId290">
              <p14:nvContentPartPr>
                <p14:cNvPr id="187" name="Ink 186">
                  <a:extLst>
                    <a:ext uri="{FF2B5EF4-FFF2-40B4-BE49-F238E27FC236}">
                      <a16:creationId xmlns:a16="http://schemas.microsoft.com/office/drawing/2014/main" id="{A2E96386-77FB-9E4D-7949-3ED11C35FC75}"/>
                    </a:ext>
                  </a:extLst>
                </p14:cNvPr>
                <p14:cNvContentPartPr/>
                <p14:nvPr/>
              </p14:nvContentPartPr>
              <p14:xfrm>
                <a:off x="6896990" y="3917557"/>
                <a:ext cx="145080" cy="84960"/>
              </p14:xfrm>
            </p:contentPart>
          </mc:Choice>
          <mc:Fallback>
            <p:pic>
              <p:nvPicPr>
                <p:cNvPr id="187" name="Ink 186">
                  <a:extLst>
                    <a:ext uri="{FF2B5EF4-FFF2-40B4-BE49-F238E27FC236}">
                      <a16:creationId xmlns:a16="http://schemas.microsoft.com/office/drawing/2014/main" id="{A2E96386-77FB-9E4D-7949-3ED11C35FC75}"/>
                    </a:ext>
                  </a:extLst>
                </p:cNvPr>
                <p:cNvPicPr/>
                <p:nvPr/>
              </p:nvPicPr>
              <p:blipFill>
                <a:blip r:embed="rId291"/>
                <a:stretch>
                  <a:fillRect/>
                </a:stretch>
              </p:blipFill>
              <p:spPr>
                <a:xfrm>
                  <a:off x="6879350" y="3899557"/>
                  <a:ext cx="180720" cy="120600"/>
                </a:xfrm>
                <a:prstGeom prst="rect">
                  <a:avLst/>
                </a:prstGeom>
              </p:spPr>
            </p:pic>
          </mc:Fallback>
        </mc:AlternateContent>
        <mc:AlternateContent xmlns:mc="http://schemas.openxmlformats.org/markup-compatibility/2006">
          <mc:Choice xmlns:p14="http://schemas.microsoft.com/office/powerpoint/2010/main" Requires="p14">
            <p:contentPart p14:bwMode="auto" r:id="rId292">
              <p14:nvContentPartPr>
                <p14:cNvPr id="188" name="Ink 187">
                  <a:extLst>
                    <a:ext uri="{FF2B5EF4-FFF2-40B4-BE49-F238E27FC236}">
                      <a16:creationId xmlns:a16="http://schemas.microsoft.com/office/drawing/2014/main" id="{3DCC4290-2517-2308-3A28-3E41F832D499}"/>
                    </a:ext>
                  </a:extLst>
                </p14:cNvPr>
                <p14:cNvContentPartPr/>
                <p14:nvPr/>
              </p14:nvContentPartPr>
              <p14:xfrm>
                <a:off x="7070150" y="3751597"/>
                <a:ext cx="40320" cy="216000"/>
              </p14:xfrm>
            </p:contentPart>
          </mc:Choice>
          <mc:Fallback>
            <p:pic>
              <p:nvPicPr>
                <p:cNvPr id="188" name="Ink 187">
                  <a:extLst>
                    <a:ext uri="{FF2B5EF4-FFF2-40B4-BE49-F238E27FC236}">
                      <a16:creationId xmlns:a16="http://schemas.microsoft.com/office/drawing/2014/main" id="{3DCC4290-2517-2308-3A28-3E41F832D499}"/>
                    </a:ext>
                  </a:extLst>
                </p:cNvPr>
                <p:cNvPicPr/>
                <p:nvPr/>
              </p:nvPicPr>
              <p:blipFill>
                <a:blip r:embed="rId293"/>
                <a:stretch>
                  <a:fillRect/>
                </a:stretch>
              </p:blipFill>
              <p:spPr>
                <a:xfrm>
                  <a:off x="7052150" y="3733957"/>
                  <a:ext cx="75960" cy="251640"/>
                </a:xfrm>
                <a:prstGeom prst="rect">
                  <a:avLst/>
                </a:prstGeom>
              </p:spPr>
            </p:pic>
          </mc:Fallback>
        </mc:AlternateContent>
      </p:grpSp>
      <p:grpSp>
        <p:nvGrpSpPr>
          <p:cNvPr id="198" name="Group 197">
            <a:extLst>
              <a:ext uri="{FF2B5EF4-FFF2-40B4-BE49-F238E27FC236}">
                <a16:creationId xmlns:a16="http://schemas.microsoft.com/office/drawing/2014/main" id="{0FDE0470-F25A-DB5B-8F4A-2DD25A62D8D5}"/>
              </a:ext>
            </a:extLst>
          </p:cNvPr>
          <p:cNvGrpSpPr/>
          <p:nvPr/>
        </p:nvGrpSpPr>
        <p:grpSpPr>
          <a:xfrm>
            <a:off x="638030" y="4114837"/>
            <a:ext cx="761400" cy="528840"/>
            <a:chOff x="638030" y="4114837"/>
            <a:chExt cx="761400" cy="528840"/>
          </a:xfrm>
        </p:grpSpPr>
        <mc:AlternateContent xmlns:mc="http://schemas.openxmlformats.org/markup-compatibility/2006">
          <mc:Choice xmlns:p14="http://schemas.microsoft.com/office/powerpoint/2010/main" Requires="p14">
            <p:contentPart p14:bwMode="auto" r:id="rId294">
              <p14:nvContentPartPr>
                <p14:cNvPr id="191" name="Ink 190">
                  <a:extLst>
                    <a:ext uri="{FF2B5EF4-FFF2-40B4-BE49-F238E27FC236}">
                      <a16:creationId xmlns:a16="http://schemas.microsoft.com/office/drawing/2014/main" id="{AD8F4C84-92CC-334A-23DE-1829DBA3AB08}"/>
                    </a:ext>
                  </a:extLst>
                </p14:cNvPr>
                <p14:cNvContentPartPr/>
                <p14:nvPr/>
              </p14:nvContentPartPr>
              <p14:xfrm>
                <a:off x="638030" y="4223557"/>
                <a:ext cx="39240" cy="227880"/>
              </p14:xfrm>
            </p:contentPart>
          </mc:Choice>
          <mc:Fallback>
            <p:pic>
              <p:nvPicPr>
                <p:cNvPr id="191" name="Ink 190">
                  <a:extLst>
                    <a:ext uri="{FF2B5EF4-FFF2-40B4-BE49-F238E27FC236}">
                      <a16:creationId xmlns:a16="http://schemas.microsoft.com/office/drawing/2014/main" id="{AD8F4C84-92CC-334A-23DE-1829DBA3AB08}"/>
                    </a:ext>
                  </a:extLst>
                </p:cNvPr>
                <p:cNvPicPr/>
                <p:nvPr/>
              </p:nvPicPr>
              <p:blipFill>
                <a:blip r:embed="rId295"/>
                <a:stretch>
                  <a:fillRect/>
                </a:stretch>
              </p:blipFill>
              <p:spPr>
                <a:xfrm>
                  <a:off x="620390" y="4205557"/>
                  <a:ext cx="74880" cy="263520"/>
                </a:xfrm>
                <a:prstGeom prst="rect">
                  <a:avLst/>
                </a:prstGeom>
              </p:spPr>
            </p:pic>
          </mc:Fallback>
        </mc:AlternateContent>
        <mc:AlternateContent xmlns:mc="http://schemas.openxmlformats.org/markup-compatibility/2006">
          <mc:Choice xmlns:p14="http://schemas.microsoft.com/office/powerpoint/2010/main" Requires="p14">
            <p:contentPart p14:bwMode="auto" r:id="rId296">
              <p14:nvContentPartPr>
                <p14:cNvPr id="192" name="Ink 191">
                  <a:extLst>
                    <a:ext uri="{FF2B5EF4-FFF2-40B4-BE49-F238E27FC236}">
                      <a16:creationId xmlns:a16="http://schemas.microsoft.com/office/drawing/2014/main" id="{DE4E2A2F-9132-4C1B-0460-32EA9F66CAA6}"/>
                    </a:ext>
                  </a:extLst>
                </p14:cNvPr>
                <p14:cNvContentPartPr/>
                <p14:nvPr/>
              </p14:nvContentPartPr>
              <p14:xfrm>
                <a:off x="640550" y="4180357"/>
                <a:ext cx="141480" cy="147600"/>
              </p14:xfrm>
            </p:contentPart>
          </mc:Choice>
          <mc:Fallback>
            <p:pic>
              <p:nvPicPr>
                <p:cNvPr id="192" name="Ink 191">
                  <a:extLst>
                    <a:ext uri="{FF2B5EF4-FFF2-40B4-BE49-F238E27FC236}">
                      <a16:creationId xmlns:a16="http://schemas.microsoft.com/office/drawing/2014/main" id="{DE4E2A2F-9132-4C1B-0460-32EA9F66CAA6}"/>
                    </a:ext>
                  </a:extLst>
                </p:cNvPr>
                <p:cNvPicPr/>
                <p:nvPr/>
              </p:nvPicPr>
              <p:blipFill>
                <a:blip r:embed="rId297"/>
                <a:stretch>
                  <a:fillRect/>
                </a:stretch>
              </p:blipFill>
              <p:spPr>
                <a:xfrm>
                  <a:off x="622550" y="4162357"/>
                  <a:ext cx="177120" cy="183240"/>
                </a:xfrm>
                <a:prstGeom prst="rect">
                  <a:avLst/>
                </a:prstGeom>
              </p:spPr>
            </p:pic>
          </mc:Fallback>
        </mc:AlternateContent>
        <mc:AlternateContent xmlns:mc="http://schemas.openxmlformats.org/markup-compatibility/2006">
          <mc:Choice xmlns:p14="http://schemas.microsoft.com/office/powerpoint/2010/main" Requires="p14">
            <p:contentPart p14:bwMode="auto" r:id="rId298">
              <p14:nvContentPartPr>
                <p14:cNvPr id="193" name="Ink 192">
                  <a:extLst>
                    <a:ext uri="{FF2B5EF4-FFF2-40B4-BE49-F238E27FC236}">
                      <a16:creationId xmlns:a16="http://schemas.microsoft.com/office/drawing/2014/main" id="{AC49D7D6-DAF9-9540-8EC8-890CD1BFCBF8}"/>
                    </a:ext>
                  </a:extLst>
                </p14:cNvPr>
                <p14:cNvContentPartPr/>
                <p14:nvPr/>
              </p14:nvContentPartPr>
              <p14:xfrm>
                <a:off x="886430" y="4262077"/>
                <a:ext cx="52560" cy="121320"/>
              </p14:xfrm>
            </p:contentPart>
          </mc:Choice>
          <mc:Fallback>
            <p:pic>
              <p:nvPicPr>
                <p:cNvPr id="193" name="Ink 192">
                  <a:extLst>
                    <a:ext uri="{FF2B5EF4-FFF2-40B4-BE49-F238E27FC236}">
                      <a16:creationId xmlns:a16="http://schemas.microsoft.com/office/drawing/2014/main" id="{AC49D7D6-DAF9-9540-8EC8-890CD1BFCBF8}"/>
                    </a:ext>
                  </a:extLst>
                </p:cNvPr>
                <p:cNvPicPr/>
                <p:nvPr/>
              </p:nvPicPr>
              <p:blipFill>
                <a:blip r:embed="rId299"/>
                <a:stretch>
                  <a:fillRect/>
                </a:stretch>
              </p:blipFill>
              <p:spPr>
                <a:xfrm>
                  <a:off x="868430" y="4244077"/>
                  <a:ext cx="88200" cy="156960"/>
                </a:xfrm>
                <a:prstGeom prst="rect">
                  <a:avLst/>
                </a:prstGeom>
              </p:spPr>
            </p:pic>
          </mc:Fallback>
        </mc:AlternateContent>
        <mc:AlternateContent xmlns:mc="http://schemas.openxmlformats.org/markup-compatibility/2006">
          <mc:Choice xmlns:p14="http://schemas.microsoft.com/office/powerpoint/2010/main" Requires="p14">
            <p:contentPart p14:bwMode="auto" r:id="rId300">
              <p14:nvContentPartPr>
                <p14:cNvPr id="194" name="Ink 193">
                  <a:extLst>
                    <a:ext uri="{FF2B5EF4-FFF2-40B4-BE49-F238E27FC236}">
                      <a16:creationId xmlns:a16="http://schemas.microsoft.com/office/drawing/2014/main" id="{BC4A13E9-97A3-08E7-B591-785E697C5059}"/>
                    </a:ext>
                  </a:extLst>
                </p14:cNvPr>
                <p14:cNvContentPartPr/>
                <p14:nvPr/>
              </p14:nvContentPartPr>
              <p14:xfrm>
                <a:off x="1039790" y="4273597"/>
                <a:ext cx="14760" cy="98640"/>
              </p14:xfrm>
            </p:contentPart>
          </mc:Choice>
          <mc:Fallback>
            <p:pic>
              <p:nvPicPr>
                <p:cNvPr id="194" name="Ink 193">
                  <a:extLst>
                    <a:ext uri="{FF2B5EF4-FFF2-40B4-BE49-F238E27FC236}">
                      <a16:creationId xmlns:a16="http://schemas.microsoft.com/office/drawing/2014/main" id="{BC4A13E9-97A3-08E7-B591-785E697C5059}"/>
                    </a:ext>
                  </a:extLst>
                </p:cNvPr>
                <p:cNvPicPr/>
                <p:nvPr/>
              </p:nvPicPr>
              <p:blipFill>
                <a:blip r:embed="rId301"/>
                <a:stretch>
                  <a:fillRect/>
                </a:stretch>
              </p:blipFill>
              <p:spPr>
                <a:xfrm>
                  <a:off x="1021790" y="4255957"/>
                  <a:ext cx="50400" cy="134280"/>
                </a:xfrm>
                <a:prstGeom prst="rect">
                  <a:avLst/>
                </a:prstGeom>
              </p:spPr>
            </p:pic>
          </mc:Fallback>
        </mc:AlternateContent>
        <mc:AlternateContent xmlns:mc="http://schemas.openxmlformats.org/markup-compatibility/2006">
          <mc:Choice xmlns:p14="http://schemas.microsoft.com/office/powerpoint/2010/main" Requires="p14">
            <p:contentPart p14:bwMode="auto" r:id="rId302">
              <p14:nvContentPartPr>
                <p14:cNvPr id="195" name="Ink 194">
                  <a:extLst>
                    <a:ext uri="{FF2B5EF4-FFF2-40B4-BE49-F238E27FC236}">
                      <a16:creationId xmlns:a16="http://schemas.microsoft.com/office/drawing/2014/main" id="{CD43F0DE-3134-A928-E761-00E5A38ED463}"/>
                    </a:ext>
                  </a:extLst>
                </p14:cNvPr>
                <p14:cNvContentPartPr/>
                <p14:nvPr/>
              </p14:nvContentPartPr>
              <p14:xfrm>
                <a:off x="1037990" y="4114837"/>
                <a:ext cx="36360" cy="65880"/>
              </p14:xfrm>
            </p:contentPart>
          </mc:Choice>
          <mc:Fallback>
            <p:pic>
              <p:nvPicPr>
                <p:cNvPr id="195" name="Ink 194">
                  <a:extLst>
                    <a:ext uri="{FF2B5EF4-FFF2-40B4-BE49-F238E27FC236}">
                      <a16:creationId xmlns:a16="http://schemas.microsoft.com/office/drawing/2014/main" id="{CD43F0DE-3134-A928-E761-00E5A38ED463}"/>
                    </a:ext>
                  </a:extLst>
                </p:cNvPr>
                <p:cNvPicPr/>
                <p:nvPr/>
              </p:nvPicPr>
              <p:blipFill>
                <a:blip r:embed="rId303"/>
                <a:stretch>
                  <a:fillRect/>
                </a:stretch>
              </p:blipFill>
              <p:spPr>
                <a:xfrm>
                  <a:off x="1020350" y="4096837"/>
                  <a:ext cx="72000" cy="101520"/>
                </a:xfrm>
                <a:prstGeom prst="rect">
                  <a:avLst/>
                </a:prstGeom>
              </p:spPr>
            </p:pic>
          </mc:Fallback>
        </mc:AlternateContent>
        <mc:AlternateContent xmlns:mc="http://schemas.openxmlformats.org/markup-compatibility/2006">
          <mc:Choice xmlns:p14="http://schemas.microsoft.com/office/powerpoint/2010/main" Requires="p14">
            <p:contentPart p14:bwMode="auto" r:id="rId304">
              <p14:nvContentPartPr>
                <p14:cNvPr id="196" name="Ink 195">
                  <a:extLst>
                    <a:ext uri="{FF2B5EF4-FFF2-40B4-BE49-F238E27FC236}">
                      <a16:creationId xmlns:a16="http://schemas.microsoft.com/office/drawing/2014/main" id="{79588CA0-E8BA-FA37-C371-6459806C8514}"/>
                    </a:ext>
                  </a:extLst>
                </p14:cNvPr>
                <p14:cNvContentPartPr/>
                <p14:nvPr/>
              </p14:nvContentPartPr>
              <p14:xfrm>
                <a:off x="1148510" y="4243357"/>
                <a:ext cx="75240" cy="162360"/>
              </p14:xfrm>
            </p:contentPart>
          </mc:Choice>
          <mc:Fallback>
            <p:pic>
              <p:nvPicPr>
                <p:cNvPr id="196" name="Ink 195">
                  <a:extLst>
                    <a:ext uri="{FF2B5EF4-FFF2-40B4-BE49-F238E27FC236}">
                      <a16:creationId xmlns:a16="http://schemas.microsoft.com/office/drawing/2014/main" id="{79588CA0-E8BA-FA37-C371-6459806C8514}"/>
                    </a:ext>
                  </a:extLst>
                </p:cNvPr>
                <p:cNvPicPr/>
                <p:nvPr/>
              </p:nvPicPr>
              <p:blipFill>
                <a:blip r:embed="rId305"/>
                <a:stretch>
                  <a:fillRect/>
                </a:stretch>
              </p:blipFill>
              <p:spPr>
                <a:xfrm>
                  <a:off x="1130510" y="4225357"/>
                  <a:ext cx="110880" cy="198000"/>
                </a:xfrm>
                <a:prstGeom prst="rect">
                  <a:avLst/>
                </a:prstGeom>
              </p:spPr>
            </p:pic>
          </mc:Fallback>
        </mc:AlternateContent>
        <mc:AlternateContent xmlns:mc="http://schemas.openxmlformats.org/markup-compatibility/2006">
          <mc:Choice xmlns:p14="http://schemas.microsoft.com/office/powerpoint/2010/main" Requires="p14">
            <p:contentPart p14:bwMode="auto" r:id="rId306">
              <p14:nvContentPartPr>
                <p14:cNvPr id="197" name="Ink 196">
                  <a:extLst>
                    <a:ext uri="{FF2B5EF4-FFF2-40B4-BE49-F238E27FC236}">
                      <a16:creationId xmlns:a16="http://schemas.microsoft.com/office/drawing/2014/main" id="{87631C3A-4D63-E4AF-98A9-C805D43B4398}"/>
                    </a:ext>
                  </a:extLst>
                </p14:cNvPr>
                <p14:cNvContentPartPr/>
                <p14:nvPr/>
              </p14:nvContentPartPr>
              <p14:xfrm>
                <a:off x="1286390" y="4254517"/>
                <a:ext cx="113040" cy="389160"/>
              </p14:xfrm>
            </p:contentPart>
          </mc:Choice>
          <mc:Fallback>
            <p:pic>
              <p:nvPicPr>
                <p:cNvPr id="197" name="Ink 196">
                  <a:extLst>
                    <a:ext uri="{FF2B5EF4-FFF2-40B4-BE49-F238E27FC236}">
                      <a16:creationId xmlns:a16="http://schemas.microsoft.com/office/drawing/2014/main" id="{87631C3A-4D63-E4AF-98A9-C805D43B4398}"/>
                    </a:ext>
                  </a:extLst>
                </p:cNvPr>
                <p:cNvPicPr/>
                <p:nvPr/>
              </p:nvPicPr>
              <p:blipFill>
                <a:blip r:embed="rId307"/>
                <a:stretch>
                  <a:fillRect/>
                </a:stretch>
              </p:blipFill>
              <p:spPr>
                <a:xfrm>
                  <a:off x="1268750" y="4236877"/>
                  <a:ext cx="148680" cy="42480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308">
            <p14:nvContentPartPr>
              <p14:cNvPr id="199" name="Ink 198">
                <a:extLst>
                  <a:ext uri="{FF2B5EF4-FFF2-40B4-BE49-F238E27FC236}">
                    <a16:creationId xmlns:a16="http://schemas.microsoft.com/office/drawing/2014/main" id="{4AA81458-040D-72C3-23FC-C85BC2758F19}"/>
                  </a:ext>
                </a:extLst>
              </p14:cNvPr>
              <p14:cNvContentPartPr/>
              <p14:nvPr/>
            </p14:nvContentPartPr>
            <p14:xfrm>
              <a:off x="838200" y="4953000"/>
              <a:ext cx="2653920" cy="1003320"/>
            </p14:xfrm>
          </p:contentPart>
        </mc:Choice>
        <mc:Fallback>
          <p:pic>
            <p:nvPicPr>
              <p:cNvPr id="199" name="Ink 198">
                <a:extLst>
                  <a:ext uri="{FF2B5EF4-FFF2-40B4-BE49-F238E27FC236}">
                    <a16:creationId xmlns:a16="http://schemas.microsoft.com/office/drawing/2014/main" id="{4AA81458-040D-72C3-23FC-C85BC2758F19}"/>
                  </a:ext>
                </a:extLst>
              </p:cNvPr>
              <p:cNvPicPr/>
              <p:nvPr/>
            </p:nvPicPr>
            <p:blipFill>
              <a:blip r:embed="rId27"/>
              <a:stretch>
                <a:fillRect/>
              </a:stretch>
            </p:blipFill>
            <p:spPr>
              <a:xfrm>
                <a:off x="820200" y="4935000"/>
                <a:ext cx="2689560" cy="1038960"/>
              </a:xfrm>
              <a:prstGeom prst="rect">
                <a:avLst/>
              </a:prstGeom>
            </p:spPr>
          </p:pic>
        </mc:Fallback>
      </mc:AlternateContent>
      <mc:AlternateContent xmlns:mc="http://schemas.openxmlformats.org/markup-compatibility/2006">
        <mc:Choice xmlns:p14="http://schemas.microsoft.com/office/powerpoint/2010/main" Requires="p14">
          <p:contentPart p14:bwMode="auto" r:id="rId309">
            <p14:nvContentPartPr>
              <p14:cNvPr id="200" name="Ink 199">
                <a:extLst>
                  <a:ext uri="{FF2B5EF4-FFF2-40B4-BE49-F238E27FC236}">
                    <a16:creationId xmlns:a16="http://schemas.microsoft.com/office/drawing/2014/main" id="{68256FFE-B1ED-B311-8063-CEA12F0E8276}"/>
                  </a:ext>
                </a:extLst>
              </p14:cNvPr>
              <p14:cNvContentPartPr/>
              <p14:nvPr/>
            </p14:nvContentPartPr>
            <p14:xfrm>
              <a:off x="4656350" y="4953000"/>
              <a:ext cx="2185920" cy="759240"/>
            </p14:xfrm>
          </p:contentPart>
        </mc:Choice>
        <mc:Fallback>
          <p:pic>
            <p:nvPicPr>
              <p:cNvPr id="200" name="Ink 199">
                <a:extLst>
                  <a:ext uri="{FF2B5EF4-FFF2-40B4-BE49-F238E27FC236}">
                    <a16:creationId xmlns:a16="http://schemas.microsoft.com/office/drawing/2014/main" id="{68256FFE-B1ED-B311-8063-CEA12F0E8276}"/>
                  </a:ext>
                </a:extLst>
              </p:cNvPr>
              <p:cNvPicPr/>
              <p:nvPr/>
            </p:nvPicPr>
            <p:blipFill>
              <a:blip r:embed="rId3"/>
              <a:stretch>
                <a:fillRect/>
              </a:stretch>
            </p:blipFill>
            <p:spPr>
              <a:xfrm>
                <a:off x="4638350" y="4935360"/>
                <a:ext cx="2221560" cy="794880"/>
              </a:xfrm>
              <a:prstGeom prst="rect">
                <a:avLst/>
              </a:prstGeom>
            </p:spPr>
          </p:pic>
        </mc:Fallback>
      </mc:AlternateContent>
      <p:grpSp>
        <p:nvGrpSpPr>
          <p:cNvPr id="203" name="Group 202">
            <a:extLst>
              <a:ext uri="{FF2B5EF4-FFF2-40B4-BE49-F238E27FC236}">
                <a16:creationId xmlns:a16="http://schemas.microsoft.com/office/drawing/2014/main" id="{9DDAEF02-87B5-A086-3DF3-564DD3F068C5}"/>
              </a:ext>
            </a:extLst>
          </p:cNvPr>
          <p:cNvGrpSpPr/>
          <p:nvPr/>
        </p:nvGrpSpPr>
        <p:grpSpPr>
          <a:xfrm>
            <a:off x="3611990" y="5202397"/>
            <a:ext cx="751680" cy="318600"/>
            <a:chOff x="3611990" y="5202397"/>
            <a:chExt cx="751680" cy="318600"/>
          </a:xfrm>
        </p:grpSpPr>
        <mc:AlternateContent xmlns:mc="http://schemas.openxmlformats.org/markup-compatibility/2006">
          <mc:Choice xmlns:p14="http://schemas.microsoft.com/office/powerpoint/2010/main" Requires="p14">
            <p:contentPart p14:bwMode="auto" r:id="rId310">
              <p14:nvContentPartPr>
                <p14:cNvPr id="201" name="Ink 200">
                  <a:extLst>
                    <a:ext uri="{FF2B5EF4-FFF2-40B4-BE49-F238E27FC236}">
                      <a16:creationId xmlns:a16="http://schemas.microsoft.com/office/drawing/2014/main" id="{E7BA0483-5B4E-4949-DC55-396BDFC9F95E}"/>
                    </a:ext>
                  </a:extLst>
                </p14:cNvPr>
                <p14:cNvContentPartPr/>
                <p14:nvPr/>
              </p14:nvContentPartPr>
              <p14:xfrm>
                <a:off x="3611990" y="5319757"/>
                <a:ext cx="677520" cy="84240"/>
              </p14:xfrm>
            </p:contentPart>
          </mc:Choice>
          <mc:Fallback>
            <p:pic>
              <p:nvPicPr>
                <p:cNvPr id="201" name="Ink 200">
                  <a:extLst>
                    <a:ext uri="{FF2B5EF4-FFF2-40B4-BE49-F238E27FC236}">
                      <a16:creationId xmlns:a16="http://schemas.microsoft.com/office/drawing/2014/main" id="{E7BA0483-5B4E-4949-DC55-396BDFC9F95E}"/>
                    </a:ext>
                  </a:extLst>
                </p:cNvPr>
                <p:cNvPicPr/>
                <p:nvPr/>
              </p:nvPicPr>
              <p:blipFill>
                <a:blip r:embed="rId311"/>
                <a:stretch>
                  <a:fillRect/>
                </a:stretch>
              </p:blipFill>
              <p:spPr>
                <a:xfrm>
                  <a:off x="3593990" y="5301757"/>
                  <a:ext cx="713160" cy="119880"/>
                </a:xfrm>
                <a:prstGeom prst="rect">
                  <a:avLst/>
                </a:prstGeom>
              </p:spPr>
            </p:pic>
          </mc:Fallback>
        </mc:AlternateContent>
        <mc:AlternateContent xmlns:mc="http://schemas.openxmlformats.org/markup-compatibility/2006">
          <mc:Choice xmlns:p14="http://schemas.microsoft.com/office/powerpoint/2010/main" Requires="p14">
            <p:contentPart p14:bwMode="auto" r:id="rId312">
              <p14:nvContentPartPr>
                <p14:cNvPr id="202" name="Ink 201">
                  <a:extLst>
                    <a:ext uri="{FF2B5EF4-FFF2-40B4-BE49-F238E27FC236}">
                      <a16:creationId xmlns:a16="http://schemas.microsoft.com/office/drawing/2014/main" id="{6233D4E3-0080-E616-E9D4-14809359012D}"/>
                    </a:ext>
                  </a:extLst>
                </p14:cNvPr>
                <p14:cNvContentPartPr/>
                <p14:nvPr/>
              </p14:nvContentPartPr>
              <p14:xfrm>
                <a:off x="4159190" y="5202397"/>
                <a:ext cx="204480" cy="318600"/>
              </p14:xfrm>
            </p:contentPart>
          </mc:Choice>
          <mc:Fallback>
            <p:pic>
              <p:nvPicPr>
                <p:cNvPr id="202" name="Ink 201">
                  <a:extLst>
                    <a:ext uri="{FF2B5EF4-FFF2-40B4-BE49-F238E27FC236}">
                      <a16:creationId xmlns:a16="http://schemas.microsoft.com/office/drawing/2014/main" id="{6233D4E3-0080-E616-E9D4-14809359012D}"/>
                    </a:ext>
                  </a:extLst>
                </p:cNvPr>
                <p:cNvPicPr/>
                <p:nvPr/>
              </p:nvPicPr>
              <p:blipFill>
                <a:blip r:embed="rId313"/>
                <a:stretch>
                  <a:fillRect/>
                </a:stretch>
              </p:blipFill>
              <p:spPr>
                <a:xfrm>
                  <a:off x="4141550" y="5184757"/>
                  <a:ext cx="240120" cy="354240"/>
                </a:xfrm>
                <a:prstGeom prst="rect">
                  <a:avLst/>
                </a:prstGeom>
              </p:spPr>
            </p:pic>
          </mc:Fallback>
        </mc:AlternateContent>
      </p:grpSp>
    </p:spTree>
    <p:extLst>
      <p:ext uri="{BB962C8B-B14F-4D97-AF65-F5344CB8AC3E}">
        <p14:creationId xmlns:p14="http://schemas.microsoft.com/office/powerpoint/2010/main" val="180220865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9AC81-2CF3-F383-B14E-F704016917DF}"/>
              </a:ext>
            </a:extLst>
          </p:cNvPr>
          <p:cNvSpPr>
            <a:spLocks noGrp="1"/>
          </p:cNvSpPr>
          <p:nvPr>
            <p:ph type="title"/>
          </p:nvPr>
        </p:nvSpPr>
        <p:spPr/>
        <p:txBody>
          <a:bodyPr/>
          <a:lstStyle/>
          <a:p>
            <a:endParaRPr lang="en-US"/>
          </a:p>
        </p:txBody>
      </p:sp>
      <mc:AlternateContent xmlns:mc="http://schemas.openxmlformats.org/markup-compatibility/2006">
        <mc:Choice xmlns:p14="http://schemas.microsoft.com/office/powerpoint/2010/main" Requires="p14">
          <p:contentPart p14:bwMode="auto" r:id="rId2">
            <p14:nvContentPartPr>
              <p14:cNvPr id="4" name="Ink 3">
                <a:extLst>
                  <a:ext uri="{FF2B5EF4-FFF2-40B4-BE49-F238E27FC236}">
                    <a16:creationId xmlns:a16="http://schemas.microsoft.com/office/drawing/2014/main" id="{3CE56A9D-41A1-4FEA-BF2B-0B95F14A5CDA}"/>
                  </a:ext>
                </a:extLst>
              </p14:cNvPr>
              <p14:cNvContentPartPr/>
              <p14:nvPr/>
            </p14:nvContentPartPr>
            <p14:xfrm>
              <a:off x="2360630" y="1233757"/>
              <a:ext cx="86040" cy="655200"/>
            </p14:xfrm>
          </p:contentPart>
        </mc:Choice>
        <mc:Fallback>
          <p:pic>
            <p:nvPicPr>
              <p:cNvPr id="4" name="Ink 3">
                <a:extLst>
                  <a:ext uri="{FF2B5EF4-FFF2-40B4-BE49-F238E27FC236}">
                    <a16:creationId xmlns:a16="http://schemas.microsoft.com/office/drawing/2014/main" id="{3CE56A9D-41A1-4FEA-BF2B-0B95F14A5CDA}"/>
                  </a:ext>
                </a:extLst>
              </p:cNvPr>
              <p:cNvPicPr/>
              <p:nvPr/>
            </p:nvPicPr>
            <p:blipFill>
              <a:blip r:embed="rId3"/>
              <a:stretch>
                <a:fillRect/>
              </a:stretch>
            </p:blipFill>
            <p:spPr>
              <a:xfrm>
                <a:off x="2342990" y="1216117"/>
                <a:ext cx="121680" cy="690840"/>
              </a:xfrm>
              <a:prstGeom prst="rect">
                <a:avLst/>
              </a:prstGeom>
            </p:spPr>
          </p:pic>
        </mc:Fallback>
      </mc:AlternateContent>
      <p:grpSp>
        <p:nvGrpSpPr>
          <p:cNvPr id="10" name="Group 9">
            <a:extLst>
              <a:ext uri="{FF2B5EF4-FFF2-40B4-BE49-F238E27FC236}">
                <a16:creationId xmlns:a16="http://schemas.microsoft.com/office/drawing/2014/main" id="{D2030F36-849A-1015-F350-DB334CCCBD93}"/>
              </a:ext>
            </a:extLst>
          </p:cNvPr>
          <p:cNvGrpSpPr/>
          <p:nvPr/>
        </p:nvGrpSpPr>
        <p:grpSpPr>
          <a:xfrm>
            <a:off x="2645030" y="1260757"/>
            <a:ext cx="634320" cy="475200"/>
            <a:chOff x="2645030" y="1260757"/>
            <a:chExt cx="634320" cy="475200"/>
          </a:xfrm>
        </p:grpSpPr>
        <mc:AlternateContent xmlns:mc="http://schemas.openxmlformats.org/markup-compatibility/2006">
          <mc:Choice xmlns:p14="http://schemas.microsoft.com/office/powerpoint/2010/main" Requires="p14">
            <p:contentPart p14:bwMode="auto" r:id="rId4">
              <p14:nvContentPartPr>
                <p14:cNvPr id="5" name="Ink 4">
                  <a:extLst>
                    <a:ext uri="{FF2B5EF4-FFF2-40B4-BE49-F238E27FC236}">
                      <a16:creationId xmlns:a16="http://schemas.microsoft.com/office/drawing/2014/main" id="{6C16CAA7-F80C-EA65-36A4-7901331DA092}"/>
                    </a:ext>
                  </a:extLst>
                </p14:cNvPr>
                <p14:cNvContentPartPr/>
                <p14:nvPr/>
              </p14:nvContentPartPr>
              <p14:xfrm>
                <a:off x="2645030" y="1501957"/>
                <a:ext cx="55080" cy="234000"/>
              </p14:xfrm>
            </p:contentPart>
          </mc:Choice>
          <mc:Fallback>
            <p:pic>
              <p:nvPicPr>
                <p:cNvPr id="5" name="Ink 4">
                  <a:extLst>
                    <a:ext uri="{FF2B5EF4-FFF2-40B4-BE49-F238E27FC236}">
                      <a16:creationId xmlns:a16="http://schemas.microsoft.com/office/drawing/2014/main" id="{6C16CAA7-F80C-EA65-36A4-7901331DA092}"/>
                    </a:ext>
                  </a:extLst>
                </p:cNvPr>
                <p:cNvPicPr/>
                <p:nvPr/>
              </p:nvPicPr>
              <p:blipFill>
                <a:blip r:embed="rId5"/>
                <a:stretch>
                  <a:fillRect/>
                </a:stretch>
              </p:blipFill>
              <p:spPr>
                <a:xfrm>
                  <a:off x="2627390" y="1483957"/>
                  <a:ext cx="90720" cy="26964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6" name="Ink 5">
                  <a:extLst>
                    <a:ext uri="{FF2B5EF4-FFF2-40B4-BE49-F238E27FC236}">
                      <a16:creationId xmlns:a16="http://schemas.microsoft.com/office/drawing/2014/main" id="{A1BE7C89-43EA-A173-B4FA-4F0D54CAF169}"/>
                    </a:ext>
                  </a:extLst>
                </p14:cNvPr>
                <p14:cNvContentPartPr/>
                <p14:nvPr/>
              </p14:nvContentPartPr>
              <p14:xfrm>
                <a:off x="2687150" y="1529317"/>
                <a:ext cx="175680" cy="84240"/>
              </p14:xfrm>
            </p:contentPart>
          </mc:Choice>
          <mc:Fallback>
            <p:pic>
              <p:nvPicPr>
                <p:cNvPr id="6" name="Ink 5">
                  <a:extLst>
                    <a:ext uri="{FF2B5EF4-FFF2-40B4-BE49-F238E27FC236}">
                      <a16:creationId xmlns:a16="http://schemas.microsoft.com/office/drawing/2014/main" id="{A1BE7C89-43EA-A173-B4FA-4F0D54CAF169}"/>
                    </a:ext>
                  </a:extLst>
                </p:cNvPr>
                <p:cNvPicPr/>
                <p:nvPr/>
              </p:nvPicPr>
              <p:blipFill>
                <a:blip r:embed="rId7"/>
                <a:stretch>
                  <a:fillRect/>
                </a:stretch>
              </p:blipFill>
              <p:spPr>
                <a:xfrm>
                  <a:off x="2669150" y="1511677"/>
                  <a:ext cx="211320" cy="11988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7" name="Ink 6">
                  <a:extLst>
                    <a:ext uri="{FF2B5EF4-FFF2-40B4-BE49-F238E27FC236}">
                      <a16:creationId xmlns:a16="http://schemas.microsoft.com/office/drawing/2014/main" id="{24BFB782-6E94-094B-D2E6-B57FAC38970B}"/>
                    </a:ext>
                  </a:extLst>
                </p14:cNvPr>
                <p14:cNvContentPartPr/>
                <p14:nvPr/>
              </p14:nvContentPartPr>
              <p14:xfrm>
                <a:off x="3033470" y="1260757"/>
                <a:ext cx="78840" cy="456480"/>
              </p14:xfrm>
            </p:contentPart>
          </mc:Choice>
          <mc:Fallback>
            <p:pic>
              <p:nvPicPr>
                <p:cNvPr id="7" name="Ink 6">
                  <a:extLst>
                    <a:ext uri="{FF2B5EF4-FFF2-40B4-BE49-F238E27FC236}">
                      <a16:creationId xmlns:a16="http://schemas.microsoft.com/office/drawing/2014/main" id="{24BFB782-6E94-094B-D2E6-B57FAC38970B}"/>
                    </a:ext>
                  </a:extLst>
                </p:cNvPr>
                <p:cNvPicPr/>
                <p:nvPr/>
              </p:nvPicPr>
              <p:blipFill>
                <a:blip r:embed="rId9"/>
                <a:stretch>
                  <a:fillRect/>
                </a:stretch>
              </p:blipFill>
              <p:spPr>
                <a:xfrm>
                  <a:off x="3015470" y="1243117"/>
                  <a:ext cx="114480" cy="492120"/>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8" name="Ink 7">
                  <a:extLst>
                    <a:ext uri="{FF2B5EF4-FFF2-40B4-BE49-F238E27FC236}">
                      <a16:creationId xmlns:a16="http://schemas.microsoft.com/office/drawing/2014/main" id="{0D6242E5-26A5-68B2-202F-B224C64B1052}"/>
                    </a:ext>
                  </a:extLst>
                </p14:cNvPr>
                <p14:cNvContentPartPr/>
                <p14:nvPr/>
              </p14:nvContentPartPr>
              <p14:xfrm>
                <a:off x="3073430" y="1269397"/>
                <a:ext cx="205920" cy="328320"/>
              </p14:xfrm>
            </p:contentPart>
          </mc:Choice>
          <mc:Fallback>
            <p:pic>
              <p:nvPicPr>
                <p:cNvPr id="8" name="Ink 7">
                  <a:extLst>
                    <a:ext uri="{FF2B5EF4-FFF2-40B4-BE49-F238E27FC236}">
                      <a16:creationId xmlns:a16="http://schemas.microsoft.com/office/drawing/2014/main" id="{0D6242E5-26A5-68B2-202F-B224C64B1052}"/>
                    </a:ext>
                  </a:extLst>
                </p:cNvPr>
                <p:cNvPicPr/>
                <p:nvPr/>
              </p:nvPicPr>
              <p:blipFill>
                <a:blip r:embed="rId11"/>
                <a:stretch>
                  <a:fillRect/>
                </a:stretch>
              </p:blipFill>
              <p:spPr>
                <a:xfrm>
                  <a:off x="3055430" y="1251757"/>
                  <a:ext cx="241560" cy="363960"/>
                </a:xfrm>
                <a:prstGeom prst="rect">
                  <a:avLst/>
                </a:prstGeom>
              </p:spPr>
            </p:pic>
          </mc:Fallback>
        </mc:AlternateContent>
        <mc:AlternateContent xmlns:mc="http://schemas.openxmlformats.org/markup-compatibility/2006">
          <mc:Choice xmlns:p14="http://schemas.microsoft.com/office/powerpoint/2010/main" Requires="p14">
            <p:contentPart p14:bwMode="auto" r:id="rId12">
              <p14:nvContentPartPr>
                <p14:cNvPr id="9" name="Ink 8">
                  <a:extLst>
                    <a:ext uri="{FF2B5EF4-FFF2-40B4-BE49-F238E27FC236}">
                      <a16:creationId xmlns:a16="http://schemas.microsoft.com/office/drawing/2014/main" id="{8F320F98-8870-201D-188C-75A371A14470}"/>
                    </a:ext>
                  </a:extLst>
                </p14:cNvPr>
                <p14:cNvContentPartPr/>
                <p14:nvPr/>
              </p14:nvContentPartPr>
              <p14:xfrm>
                <a:off x="3060470" y="1493317"/>
                <a:ext cx="103320" cy="31680"/>
              </p14:xfrm>
            </p:contentPart>
          </mc:Choice>
          <mc:Fallback>
            <p:pic>
              <p:nvPicPr>
                <p:cNvPr id="9" name="Ink 8">
                  <a:extLst>
                    <a:ext uri="{FF2B5EF4-FFF2-40B4-BE49-F238E27FC236}">
                      <a16:creationId xmlns:a16="http://schemas.microsoft.com/office/drawing/2014/main" id="{8F320F98-8870-201D-188C-75A371A14470}"/>
                    </a:ext>
                  </a:extLst>
                </p:cNvPr>
                <p:cNvPicPr/>
                <p:nvPr/>
              </p:nvPicPr>
              <p:blipFill>
                <a:blip r:embed="rId13"/>
                <a:stretch>
                  <a:fillRect/>
                </a:stretch>
              </p:blipFill>
              <p:spPr>
                <a:xfrm>
                  <a:off x="3042830" y="1475677"/>
                  <a:ext cx="138960" cy="67320"/>
                </a:xfrm>
                <a:prstGeom prst="rect">
                  <a:avLst/>
                </a:prstGeom>
              </p:spPr>
            </p:pic>
          </mc:Fallback>
        </mc:AlternateContent>
      </p:grpSp>
      <p:grpSp>
        <p:nvGrpSpPr>
          <p:cNvPr id="20" name="Group 19">
            <a:extLst>
              <a:ext uri="{FF2B5EF4-FFF2-40B4-BE49-F238E27FC236}">
                <a16:creationId xmlns:a16="http://schemas.microsoft.com/office/drawing/2014/main" id="{FAF8A93C-8663-6ADF-D252-127795911561}"/>
              </a:ext>
            </a:extLst>
          </p:cNvPr>
          <p:cNvGrpSpPr/>
          <p:nvPr/>
        </p:nvGrpSpPr>
        <p:grpSpPr>
          <a:xfrm>
            <a:off x="5395070" y="1267957"/>
            <a:ext cx="562320" cy="213480"/>
            <a:chOff x="5395070" y="1267957"/>
            <a:chExt cx="562320" cy="213480"/>
          </a:xfrm>
        </p:grpSpPr>
        <mc:AlternateContent xmlns:mc="http://schemas.openxmlformats.org/markup-compatibility/2006">
          <mc:Choice xmlns:p14="http://schemas.microsoft.com/office/powerpoint/2010/main" Requires="p14">
            <p:contentPart p14:bwMode="auto" r:id="rId14">
              <p14:nvContentPartPr>
                <p14:cNvPr id="18" name="Ink 17">
                  <a:extLst>
                    <a:ext uri="{FF2B5EF4-FFF2-40B4-BE49-F238E27FC236}">
                      <a16:creationId xmlns:a16="http://schemas.microsoft.com/office/drawing/2014/main" id="{901461E1-5120-FE2C-D165-EC94ADA63E5A}"/>
                    </a:ext>
                  </a:extLst>
                </p14:cNvPr>
                <p14:cNvContentPartPr/>
                <p14:nvPr/>
              </p14:nvContentPartPr>
              <p14:xfrm>
                <a:off x="5395070" y="1349317"/>
                <a:ext cx="516600" cy="43920"/>
              </p14:xfrm>
            </p:contentPart>
          </mc:Choice>
          <mc:Fallback>
            <p:pic>
              <p:nvPicPr>
                <p:cNvPr id="18" name="Ink 17">
                  <a:extLst>
                    <a:ext uri="{FF2B5EF4-FFF2-40B4-BE49-F238E27FC236}">
                      <a16:creationId xmlns:a16="http://schemas.microsoft.com/office/drawing/2014/main" id="{901461E1-5120-FE2C-D165-EC94ADA63E5A}"/>
                    </a:ext>
                  </a:extLst>
                </p:cNvPr>
                <p:cNvPicPr/>
                <p:nvPr/>
              </p:nvPicPr>
              <p:blipFill>
                <a:blip r:embed="rId15"/>
                <a:stretch>
                  <a:fillRect/>
                </a:stretch>
              </p:blipFill>
              <p:spPr>
                <a:xfrm>
                  <a:off x="5377430" y="1331317"/>
                  <a:ext cx="552240" cy="79560"/>
                </a:xfrm>
                <a:prstGeom prst="rect">
                  <a:avLst/>
                </a:prstGeom>
              </p:spPr>
            </p:pic>
          </mc:Fallback>
        </mc:AlternateContent>
        <mc:AlternateContent xmlns:mc="http://schemas.openxmlformats.org/markup-compatibility/2006">
          <mc:Choice xmlns:p14="http://schemas.microsoft.com/office/powerpoint/2010/main" Requires="p14">
            <p:contentPart p14:bwMode="auto" r:id="rId16">
              <p14:nvContentPartPr>
                <p14:cNvPr id="19" name="Ink 18">
                  <a:extLst>
                    <a:ext uri="{FF2B5EF4-FFF2-40B4-BE49-F238E27FC236}">
                      <a16:creationId xmlns:a16="http://schemas.microsoft.com/office/drawing/2014/main" id="{AB5A2541-2DCD-4E7F-711D-3D62445F7BA0}"/>
                    </a:ext>
                  </a:extLst>
                </p14:cNvPr>
                <p14:cNvContentPartPr/>
                <p14:nvPr/>
              </p14:nvContentPartPr>
              <p14:xfrm>
                <a:off x="5754710" y="1267957"/>
                <a:ext cx="202680" cy="213480"/>
              </p14:xfrm>
            </p:contentPart>
          </mc:Choice>
          <mc:Fallback>
            <p:pic>
              <p:nvPicPr>
                <p:cNvPr id="19" name="Ink 18">
                  <a:extLst>
                    <a:ext uri="{FF2B5EF4-FFF2-40B4-BE49-F238E27FC236}">
                      <a16:creationId xmlns:a16="http://schemas.microsoft.com/office/drawing/2014/main" id="{AB5A2541-2DCD-4E7F-711D-3D62445F7BA0}"/>
                    </a:ext>
                  </a:extLst>
                </p:cNvPr>
                <p:cNvPicPr/>
                <p:nvPr/>
              </p:nvPicPr>
              <p:blipFill>
                <a:blip r:embed="rId17"/>
                <a:stretch>
                  <a:fillRect/>
                </a:stretch>
              </p:blipFill>
              <p:spPr>
                <a:xfrm>
                  <a:off x="5737070" y="1249957"/>
                  <a:ext cx="238320" cy="249120"/>
                </a:xfrm>
                <a:prstGeom prst="rect">
                  <a:avLst/>
                </a:prstGeom>
              </p:spPr>
            </p:pic>
          </mc:Fallback>
        </mc:AlternateContent>
      </p:grpSp>
      <p:grpSp>
        <p:nvGrpSpPr>
          <p:cNvPr id="23" name="Group 22">
            <a:extLst>
              <a:ext uri="{FF2B5EF4-FFF2-40B4-BE49-F238E27FC236}">
                <a16:creationId xmlns:a16="http://schemas.microsoft.com/office/drawing/2014/main" id="{8BBEBE72-BE98-234A-D025-4F5672CBA3A4}"/>
              </a:ext>
            </a:extLst>
          </p:cNvPr>
          <p:cNvGrpSpPr/>
          <p:nvPr/>
        </p:nvGrpSpPr>
        <p:grpSpPr>
          <a:xfrm>
            <a:off x="3812870" y="952237"/>
            <a:ext cx="1335960" cy="783360"/>
            <a:chOff x="3812870" y="952237"/>
            <a:chExt cx="1335960" cy="783360"/>
          </a:xfrm>
        </p:grpSpPr>
        <mc:AlternateContent xmlns:mc="http://schemas.openxmlformats.org/markup-compatibility/2006">
          <mc:Choice xmlns:p14="http://schemas.microsoft.com/office/powerpoint/2010/main" Requires="p14">
            <p:contentPart p14:bwMode="auto" r:id="rId18">
              <p14:nvContentPartPr>
                <p14:cNvPr id="11" name="Ink 10">
                  <a:extLst>
                    <a:ext uri="{FF2B5EF4-FFF2-40B4-BE49-F238E27FC236}">
                      <a16:creationId xmlns:a16="http://schemas.microsoft.com/office/drawing/2014/main" id="{63F30118-519C-057B-7583-281A99934F7B}"/>
                    </a:ext>
                  </a:extLst>
                </p14:cNvPr>
                <p14:cNvContentPartPr/>
                <p14:nvPr/>
              </p14:nvContentPartPr>
              <p14:xfrm>
                <a:off x="3812870" y="1377037"/>
                <a:ext cx="208800" cy="136800"/>
              </p14:xfrm>
            </p:contentPart>
          </mc:Choice>
          <mc:Fallback>
            <p:pic>
              <p:nvPicPr>
                <p:cNvPr id="11" name="Ink 10">
                  <a:extLst>
                    <a:ext uri="{FF2B5EF4-FFF2-40B4-BE49-F238E27FC236}">
                      <a16:creationId xmlns:a16="http://schemas.microsoft.com/office/drawing/2014/main" id="{63F30118-519C-057B-7583-281A99934F7B}"/>
                    </a:ext>
                  </a:extLst>
                </p:cNvPr>
                <p:cNvPicPr/>
                <p:nvPr/>
              </p:nvPicPr>
              <p:blipFill>
                <a:blip r:embed="rId19"/>
                <a:stretch>
                  <a:fillRect/>
                </a:stretch>
              </p:blipFill>
              <p:spPr>
                <a:xfrm>
                  <a:off x="3795230" y="1359397"/>
                  <a:ext cx="244440" cy="172440"/>
                </a:xfrm>
                <a:prstGeom prst="rect">
                  <a:avLst/>
                </a:prstGeom>
              </p:spPr>
            </p:pic>
          </mc:Fallback>
        </mc:AlternateContent>
        <mc:AlternateContent xmlns:mc="http://schemas.openxmlformats.org/markup-compatibility/2006">
          <mc:Choice xmlns:p14="http://schemas.microsoft.com/office/powerpoint/2010/main" Requires="p14">
            <p:contentPart p14:bwMode="auto" r:id="rId20">
              <p14:nvContentPartPr>
                <p14:cNvPr id="12" name="Ink 11">
                  <a:extLst>
                    <a:ext uri="{FF2B5EF4-FFF2-40B4-BE49-F238E27FC236}">
                      <a16:creationId xmlns:a16="http://schemas.microsoft.com/office/drawing/2014/main" id="{E74A221D-9C2C-9BF4-A45D-03908D75D912}"/>
                    </a:ext>
                  </a:extLst>
                </p14:cNvPr>
                <p14:cNvContentPartPr/>
                <p14:nvPr/>
              </p14:nvContentPartPr>
              <p14:xfrm>
                <a:off x="3889550" y="1355077"/>
                <a:ext cx="105120" cy="212400"/>
              </p14:xfrm>
            </p:contentPart>
          </mc:Choice>
          <mc:Fallback>
            <p:pic>
              <p:nvPicPr>
                <p:cNvPr id="12" name="Ink 11">
                  <a:extLst>
                    <a:ext uri="{FF2B5EF4-FFF2-40B4-BE49-F238E27FC236}">
                      <a16:creationId xmlns:a16="http://schemas.microsoft.com/office/drawing/2014/main" id="{E74A221D-9C2C-9BF4-A45D-03908D75D912}"/>
                    </a:ext>
                  </a:extLst>
                </p:cNvPr>
                <p:cNvPicPr/>
                <p:nvPr/>
              </p:nvPicPr>
              <p:blipFill>
                <a:blip r:embed="rId21"/>
                <a:stretch>
                  <a:fillRect/>
                </a:stretch>
              </p:blipFill>
              <p:spPr>
                <a:xfrm>
                  <a:off x="3871910" y="1337437"/>
                  <a:ext cx="140760" cy="248040"/>
                </a:xfrm>
                <a:prstGeom prst="rect">
                  <a:avLst/>
                </a:prstGeom>
              </p:spPr>
            </p:pic>
          </mc:Fallback>
        </mc:AlternateContent>
        <mc:AlternateContent xmlns:mc="http://schemas.openxmlformats.org/markup-compatibility/2006">
          <mc:Choice xmlns:p14="http://schemas.microsoft.com/office/powerpoint/2010/main" Requires="p14">
            <p:contentPart p14:bwMode="auto" r:id="rId22">
              <p14:nvContentPartPr>
                <p14:cNvPr id="14" name="Ink 13">
                  <a:extLst>
                    <a:ext uri="{FF2B5EF4-FFF2-40B4-BE49-F238E27FC236}">
                      <a16:creationId xmlns:a16="http://schemas.microsoft.com/office/drawing/2014/main" id="{4737BA06-C8AE-B946-E467-B4A82224B006}"/>
                    </a:ext>
                  </a:extLst>
                </p14:cNvPr>
                <p14:cNvContentPartPr/>
                <p14:nvPr/>
              </p14:nvContentPartPr>
              <p14:xfrm>
                <a:off x="4352510" y="1208197"/>
                <a:ext cx="48240" cy="384120"/>
              </p14:xfrm>
            </p:contentPart>
          </mc:Choice>
          <mc:Fallback>
            <p:pic>
              <p:nvPicPr>
                <p:cNvPr id="14" name="Ink 13">
                  <a:extLst>
                    <a:ext uri="{FF2B5EF4-FFF2-40B4-BE49-F238E27FC236}">
                      <a16:creationId xmlns:a16="http://schemas.microsoft.com/office/drawing/2014/main" id="{4737BA06-C8AE-B946-E467-B4A82224B006}"/>
                    </a:ext>
                  </a:extLst>
                </p:cNvPr>
                <p:cNvPicPr/>
                <p:nvPr/>
              </p:nvPicPr>
              <p:blipFill>
                <a:blip r:embed="rId23"/>
                <a:stretch>
                  <a:fillRect/>
                </a:stretch>
              </p:blipFill>
              <p:spPr>
                <a:xfrm>
                  <a:off x="4334870" y="1190557"/>
                  <a:ext cx="83880" cy="419760"/>
                </a:xfrm>
                <a:prstGeom prst="rect">
                  <a:avLst/>
                </a:prstGeom>
              </p:spPr>
            </p:pic>
          </mc:Fallback>
        </mc:AlternateContent>
        <mc:AlternateContent xmlns:mc="http://schemas.openxmlformats.org/markup-compatibility/2006">
          <mc:Choice xmlns:p14="http://schemas.microsoft.com/office/powerpoint/2010/main" Requires="p14">
            <p:contentPart p14:bwMode="auto" r:id="rId24">
              <p14:nvContentPartPr>
                <p14:cNvPr id="15" name="Ink 14">
                  <a:extLst>
                    <a:ext uri="{FF2B5EF4-FFF2-40B4-BE49-F238E27FC236}">
                      <a16:creationId xmlns:a16="http://schemas.microsoft.com/office/drawing/2014/main" id="{6103EC67-ACF9-7752-5B96-C16B7D05CD18}"/>
                    </a:ext>
                  </a:extLst>
                </p14:cNvPr>
                <p14:cNvContentPartPr/>
                <p14:nvPr/>
              </p14:nvContentPartPr>
              <p14:xfrm>
                <a:off x="4531430" y="1230517"/>
                <a:ext cx="197280" cy="324720"/>
              </p14:xfrm>
            </p:contentPart>
          </mc:Choice>
          <mc:Fallback>
            <p:pic>
              <p:nvPicPr>
                <p:cNvPr id="15" name="Ink 14">
                  <a:extLst>
                    <a:ext uri="{FF2B5EF4-FFF2-40B4-BE49-F238E27FC236}">
                      <a16:creationId xmlns:a16="http://schemas.microsoft.com/office/drawing/2014/main" id="{6103EC67-ACF9-7752-5B96-C16B7D05CD18}"/>
                    </a:ext>
                  </a:extLst>
                </p:cNvPr>
                <p:cNvPicPr/>
                <p:nvPr/>
              </p:nvPicPr>
              <p:blipFill>
                <a:blip r:embed="rId25"/>
                <a:stretch>
                  <a:fillRect/>
                </a:stretch>
              </p:blipFill>
              <p:spPr>
                <a:xfrm>
                  <a:off x="4513790" y="1212877"/>
                  <a:ext cx="232920" cy="360360"/>
                </a:xfrm>
                <a:prstGeom prst="rect">
                  <a:avLst/>
                </a:prstGeom>
              </p:spPr>
            </p:pic>
          </mc:Fallback>
        </mc:AlternateContent>
        <mc:AlternateContent xmlns:mc="http://schemas.openxmlformats.org/markup-compatibility/2006">
          <mc:Choice xmlns:p14="http://schemas.microsoft.com/office/powerpoint/2010/main" Requires="p14">
            <p:contentPart p14:bwMode="auto" r:id="rId26">
              <p14:nvContentPartPr>
                <p14:cNvPr id="16" name="Ink 15">
                  <a:extLst>
                    <a:ext uri="{FF2B5EF4-FFF2-40B4-BE49-F238E27FC236}">
                      <a16:creationId xmlns:a16="http://schemas.microsoft.com/office/drawing/2014/main" id="{D37D4313-4F41-9A53-9A54-42704BB30629}"/>
                    </a:ext>
                  </a:extLst>
                </p14:cNvPr>
                <p14:cNvContentPartPr/>
                <p14:nvPr/>
              </p14:nvContentPartPr>
              <p14:xfrm>
                <a:off x="4755350" y="957277"/>
                <a:ext cx="108000" cy="235800"/>
              </p14:xfrm>
            </p:contentPart>
          </mc:Choice>
          <mc:Fallback>
            <p:pic>
              <p:nvPicPr>
                <p:cNvPr id="16" name="Ink 15">
                  <a:extLst>
                    <a:ext uri="{FF2B5EF4-FFF2-40B4-BE49-F238E27FC236}">
                      <a16:creationId xmlns:a16="http://schemas.microsoft.com/office/drawing/2014/main" id="{D37D4313-4F41-9A53-9A54-42704BB30629}"/>
                    </a:ext>
                  </a:extLst>
                </p:cNvPr>
                <p:cNvPicPr/>
                <p:nvPr/>
              </p:nvPicPr>
              <p:blipFill>
                <a:blip r:embed="rId27"/>
                <a:stretch>
                  <a:fillRect/>
                </a:stretch>
              </p:blipFill>
              <p:spPr>
                <a:xfrm>
                  <a:off x="4737710" y="939277"/>
                  <a:ext cx="143640" cy="271440"/>
                </a:xfrm>
                <a:prstGeom prst="rect">
                  <a:avLst/>
                </a:prstGeom>
              </p:spPr>
            </p:pic>
          </mc:Fallback>
        </mc:AlternateContent>
        <mc:AlternateContent xmlns:mc="http://schemas.openxmlformats.org/markup-compatibility/2006">
          <mc:Choice xmlns:p14="http://schemas.microsoft.com/office/powerpoint/2010/main" Requires="p14">
            <p:contentPart p14:bwMode="auto" r:id="rId28">
              <p14:nvContentPartPr>
                <p14:cNvPr id="21" name="Ink 20">
                  <a:extLst>
                    <a:ext uri="{FF2B5EF4-FFF2-40B4-BE49-F238E27FC236}">
                      <a16:creationId xmlns:a16="http://schemas.microsoft.com/office/drawing/2014/main" id="{B3246AB6-D995-F821-D549-58E50CD8DB2F}"/>
                    </a:ext>
                  </a:extLst>
                </p14:cNvPr>
                <p14:cNvContentPartPr/>
                <p14:nvPr/>
              </p14:nvContentPartPr>
              <p14:xfrm>
                <a:off x="4098350" y="952237"/>
                <a:ext cx="349560" cy="783360"/>
              </p14:xfrm>
            </p:contentPart>
          </mc:Choice>
          <mc:Fallback>
            <p:pic>
              <p:nvPicPr>
                <p:cNvPr id="21" name="Ink 20">
                  <a:extLst>
                    <a:ext uri="{FF2B5EF4-FFF2-40B4-BE49-F238E27FC236}">
                      <a16:creationId xmlns:a16="http://schemas.microsoft.com/office/drawing/2014/main" id="{B3246AB6-D995-F821-D549-58E50CD8DB2F}"/>
                    </a:ext>
                  </a:extLst>
                </p:cNvPr>
                <p:cNvPicPr/>
                <p:nvPr/>
              </p:nvPicPr>
              <p:blipFill>
                <a:blip r:embed="rId29"/>
                <a:stretch>
                  <a:fillRect/>
                </a:stretch>
              </p:blipFill>
              <p:spPr>
                <a:xfrm>
                  <a:off x="4080350" y="934597"/>
                  <a:ext cx="385200" cy="819000"/>
                </a:xfrm>
                <a:prstGeom prst="rect">
                  <a:avLst/>
                </a:prstGeom>
              </p:spPr>
            </p:pic>
          </mc:Fallback>
        </mc:AlternateContent>
        <mc:AlternateContent xmlns:mc="http://schemas.openxmlformats.org/markup-compatibility/2006">
          <mc:Choice xmlns:p14="http://schemas.microsoft.com/office/powerpoint/2010/main" Requires="p14">
            <p:contentPart p14:bwMode="auto" r:id="rId30">
              <p14:nvContentPartPr>
                <p14:cNvPr id="22" name="Ink 21">
                  <a:extLst>
                    <a:ext uri="{FF2B5EF4-FFF2-40B4-BE49-F238E27FC236}">
                      <a16:creationId xmlns:a16="http://schemas.microsoft.com/office/drawing/2014/main" id="{7A1EEF07-38CF-200A-26EA-C301ECA33D51}"/>
                    </a:ext>
                  </a:extLst>
                </p14:cNvPr>
                <p14:cNvContentPartPr/>
                <p14:nvPr/>
              </p14:nvContentPartPr>
              <p14:xfrm>
                <a:off x="5072510" y="990397"/>
                <a:ext cx="76320" cy="567000"/>
              </p14:xfrm>
            </p:contentPart>
          </mc:Choice>
          <mc:Fallback>
            <p:pic>
              <p:nvPicPr>
                <p:cNvPr id="22" name="Ink 21">
                  <a:extLst>
                    <a:ext uri="{FF2B5EF4-FFF2-40B4-BE49-F238E27FC236}">
                      <a16:creationId xmlns:a16="http://schemas.microsoft.com/office/drawing/2014/main" id="{7A1EEF07-38CF-200A-26EA-C301ECA33D51}"/>
                    </a:ext>
                  </a:extLst>
                </p:cNvPr>
                <p:cNvPicPr/>
                <p:nvPr/>
              </p:nvPicPr>
              <p:blipFill>
                <a:blip r:embed="rId31"/>
                <a:stretch>
                  <a:fillRect/>
                </a:stretch>
              </p:blipFill>
              <p:spPr>
                <a:xfrm>
                  <a:off x="5054510" y="972397"/>
                  <a:ext cx="111960" cy="602640"/>
                </a:xfrm>
                <a:prstGeom prst="rect">
                  <a:avLst/>
                </a:prstGeom>
              </p:spPr>
            </p:pic>
          </mc:Fallback>
        </mc:AlternateContent>
      </p:grpSp>
      <p:grpSp>
        <p:nvGrpSpPr>
          <p:cNvPr id="28" name="Group 27">
            <a:extLst>
              <a:ext uri="{FF2B5EF4-FFF2-40B4-BE49-F238E27FC236}">
                <a16:creationId xmlns:a16="http://schemas.microsoft.com/office/drawing/2014/main" id="{EC07FEF2-628B-67C9-38D0-560C305F6734}"/>
              </a:ext>
            </a:extLst>
          </p:cNvPr>
          <p:cNvGrpSpPr/>
          <p:nvPr/>
        </p:nvGrpSpPr>
        <p:grpSpPr>
          <a:xfrm>
            <a:off x="4447550" y="1920277"/>
            <a:ext cx="1135440" cy="444240"/>
            <a:chOff x="4447550" y="1920277"/>
            <a:chExt cx="1135440" cy="444240"/>
          </a:xfrm>
        </p:grpSpPr>
        <mc:AlternateContent xmlns:mc="http://schemas.openxmlformats.org/markup-compatibility/2006">
          <mc:Choice xmlns:p14="http://schemas.microsoft.com/office/powerpoint/2010/main" Requires="p14">
            <p:contentPart p14:bwMode="auto" r:id="rId32">
              <p14:nvContentPartPr>
                <p14:cNvPr id="24" name="Ink 23">
                  <a:extLst>
                    <a:ext uri="{FF2B5EF4-FFF2-40B4-BE49-F238E27FC236}">
                      <a16:creationId xmlns:a16="http://schemas.microsoft.com/office/drawing/2014/main" id="{EF5E41E4-CF3C-45B6-A8FC-8C2C1E97D406}"/>
                    </a:ext>
                  </a:extLst>
                </p14:cNvPr>
                <p14:cNvContentPartPr/>
                <p14:nvPr/>
              </p14:nvContentPartPr>
              <p14:xfrm>
                <a:off x="4447550" y="1986517"/>
                <a:ext cx="87840" cy="378000"/>
              </p14:xfrm>
            </p:contentPart>
          </mc:Choice>
          <mc:Fallback>
            <p:pic>
              <p:nvPicPr>
                <p:cNvPr id="24" name="Ink 23">
                  <a:extLst>
                    <a:ext uri="{FF2B5EF4-FFF2-40B4-BE49-F238E27FC236}">
                      <a16:creationId xmlns:a16="http://schemas.microsoft.com/office/drawing/2014/main" id="{EF5E41E4-CF3C-45B6-A8FC-8C2C1E97D406}"/>
                    </a:ext>
                  </a:extLst>
                </p:cNvPr>
                <p:cNvPicPr/>
                <p:nvPr/>
              </p:nvPicPr>
              <p:blipFill>
                <a:blip r:embed="rId33"/>
                <a:stretch>
                  <a:fillRect/>
                </a:stretch>
              </p:blipFill>
              <p:spPr>
                <a:xfrm>
                  <a:off x="4429550" y="1968517"/>
                  <a:ext cx="123480" cy="413640"/>
                </a:xfrm>
                <a:prstGeom prst="rect">
                  <a:avLst/>
                </a:prstGeom>
              </p:spPr>
            </p:pic>
          </mc:Fallback>
        </mc:AlternateContent>
        <mc:AlternateContent xmlns:mc="http://schemas.openxmlformats.org/markup-compatibility/2006">
          <mc:Choice xmlns:p14="http://schemas.microsoft.com/office/powerpoint/2010/main" Requires="p14">
            <p:contentPart p14:bwMode="auto" r:id="rId34">
              <p14:nvContentPartPr>
                <p14:cNvPr id="25" name="Ink 24">
                  <a:extLst>
                    <a:ext uri="{FF2B5EF4-FFF2-40B4-BE49-F238E27FC236}">
                      <a16:creationId xmlns:a16="http://schemas.microsoft.com/office/drawing/2014/main" id="{5343B89D-789A-1B36-FE47-9966423EAE68}"/>
                    </a:ext>
                  </a:extLst>
                </p14:cNvPr>
                <p14:cNvContentPartPr/>
                <p14:nvPr/>
              </p14:nvContentPartPr>
              <p14:xfrm>
                <a:off x="4699190" y="2040157"/>
                <a:ext cx="25200" cy="247320"/>
              </p14:xfrm>
            </p:contentPart>
          </mc:Choice>
          <mc:Fallback>
            <p:pic>
              <p:nvPicPr>
                <p:cNvPr id="25" name="Ink 24">
                  <a:extLst>
                    <a:ext uri="{FF2B5EF4-FFF2-40B4-BE49-F238E27FC236}">
                      <a16:creationId xmlns:a16="http://schemas.microsoft.com/office/drawing/2014/main" id="{5343B89D-789A-1B36-FE47-9966423EAE68}"/>
                    </a:ext>
                  </a:extLst>
                </p:cNvPr>
                <p:cNvPicPr/>
                <p:nvPr/>
              </p:nvPicPr>
              <p:blipFill>
                <a:blip r:embed="rId35"/>
                <a:stretch>
                  <a:fillRect/>
                </a:stretch>
              </p:blipFill>
              <p:spPr>
                <a:xfrm>
                  <a:off x="4681550" y="2022157"/>
                  <a:ext cx="60840" cy="282960"/>
                </a:xfrm>
                <a:prstGeom prst="rect">
                  <a:avLst/>
                </a:prstGeom>
              </p:spPr>
            </p:pic>
          </mc:Fallback>
        </mc:AlternateContent>
        <mc:AlternateContent xmlns:mc="http://schemas.openxmlformats.org/markup-compatibility/2006">
          <mc:Choice xmlns:p14="http://schemas.microsoft.com/office/powerpoint/2010/main" Requires="p14">
            <p:contentPart p14:bwMode="auto" r:id="rId36">
              <p14:nvContentPartPr>
                <p14:cNvPr id="26" name="Ink 25">
                  <a:extLst>
                    <a:ext uri="{FF2B5EF4-FFF2-40B4-BE49-F238E27FC236}">
                      <a16:creationId xmlns:a16="http://schemas.microsoft.com/office/drawing/2014/main" id="{AA2C0D0E-F3C8-4EDF-182C-A9BBC0EC9A4D}"/>
                    </a:ext>
                  </a:extLst>
                </p14:cNvPr>
                <p14:cNvContentPartPr/>
                <p14:nvPr/>
              </p14:nvContentPartPr>
              <p14:xfrm>
                <a:off x="4708190" y="1940077"/>
                <a:ext cx="312480" cy="217080"/>
              </p14:xfrm>
            </p:contentPart>
          </mc:Choice>
          <mc:Fallback>
            <p:pic>
              <p:nvPicPr>
                <p:cNvPr id="26" name="Ink 25">
                  <a:extLst>
                    <a:ext uri="{FF2B5EF4-FFF2-40B4-BE49-F238E27FC236}">
                      <a16:creationId xmlns:a16="http://schemas.microsoft.com/office/drawing/2014/main" id="{AA2C0D0E-F3C8-4EDF-182C-A9BBC0EC9A4D}"/>
                    </a:ext>
                  </a:extLst>
                </p:cNvPr>
                <p:cNvPicPr/>
                <p:nvPr/>
              </p:nvPicPr>
              <p:blipFill>
                <a:blip r:embed="rId37"/>
                <a:stretch>
                  <a:fillRect/>
                </a:stretch>
              </p:blipFill>
              <p:spPr>
                <a:xfrm>
                  <a:off x="4690190" y="1922437"/>
                  <a:ext cx="348120" cy="252720"/>
                </a:xfrm>
                <a:prstGeom prst="rect">
                  <a:avLst/>
                </a:prstGeom>
              </p:spPr>
            </p:pic>
          </mc:Fallback>
        </mc:AlternateContent>
        <mc:AlternateContent xmlns:mc="http://schemas.openxmlformats.org/markup-compatibility/2006">
          <mc:Choice xmlns:p14="http://schemas.microsoft.com/office/powerpoint/2010/main" Requires="p14">
            <p:contentPart p14:bwMode="auto" r:id="rId38">
              <p14:nvContentPartPr>
                <p14:cNvPr id="27" name="Ink 26">
                  <a:extLst>
                    <a:ext uri="{FF2B5EF4-FFF2-40B4-BE49-F238E27FC236}">
                      <a16:creationId xmlns:a16="http://schemas.microsoft.com/office/drawing/2014/main" id="{3100B440-426B-119F-F68E-EA105E2874A8}"/>
                    </a:ext>
                  </a:extLst>
                </p14:cNvPr>
                <p14:cNvContentPartPr/>
                <p14:nvPr/>
              </p14:nvContentPartPr>
              <p14:xfrm>
                <a:off x="5159270" y="1920277"/>
                <a:ext cx="423720" cy="235080"/>
              </p14:xfrm>
            </p:contentPart>
          </mc:Choice>
          <mc:Fallback>
            <p:pic>
              <p:nvPicPr>
                <p:cNvPr id="27" name="Ink 26">
                  <a:extLst>
                    <a:ext uri="{FF2B5EF4-FFF2-40B4-BE49-F238E27FC236}">
                      <a16:creationId xmlns:a16="http://schemas.microsoft.com/office/drawing/2014/main" id="{3100B440-426B-119F-F68E-EA105E2874A8}"/>
                    </a:ext>
                  </a:extLst>
                </p:cNvPr>
                <p:cNvPicPr/>
                <p:nvPr/>
              </p:nvPicPr>
              <p:blipFill>
                <a:blip r:embed="rId39"/>
                <a:stretch>
                  <a:fillRect/>
                </a:stretch>
              </p:blipFill>
              <p:spPr>
                <a:xfrm>
                  <a:off x="5141630" y="1902637"/>
                  <a:ext cx="459360" cy="270720"/>
                </a:xfrm>
                <a:prstGeom prst="rect">
                  <a:avLst/>
                </a:prstGeom>
              </p:spPr>
            </p:pic>
          </mc:Fallback>
        </mc:AlternateContent>
      </p:grpSp>
      <p:grpSp>
        <p:nvGrpSpPr>
          <p:cNvPr id="40" name="Group 39">
            <a:extLst>
              <a:ext uri="{FF2B5EF4-FFF2-40B4-BE49-F238E27FC236}">
                <a16:creationId xmlns:a16="http://schemas.microsoft.com/office/drawing/2014/main" id="{58F68A60-A708-D422-7B60-F943C495953A}"/>
              </a:ext>
            </a:extLst>
          </p:cNvPr>
          <p:cNvGrpSpPr/>
          <p:nvPr/>
        </p:nvGrpSpPr>
        <p:grpSpPr>
          <a:xfrm>
            <a:off x="2620910" y="3133837"/>
            <a:ext cx="1076760" cy="579240"/>
            <a:chOff x="2620910" y="3133837"/>
            <a:chExt cx="1076760" cy="579240"/>
          </a:xfrm>
        </p:grpSpPr>
        <mc:AlternateContent xmlns:mc="http://schemas.openxmlformats.org/markup-compatibility/2006">
          <mc:Choice xmlns:p14="http://schemas.microsoft.com/office/powerpoint/2010/main" Requires="p14">
            <p:contentPart p14:bwMode="auto" r:id="rId40">
              <p14:nvContentPartPr>
                <p14:cNvPr id="29" name="Ink 28">
                  <a:extLst>
                    <a:ext uri="{FF2B5EF4-FFF2-40B4-BE49-F238E27FC236}">
                      <a16:creationId xmlns:a16="http://schemas.microsoft.com/office/drawing/2014/main" id="{1B9FC15E-43C6-003F-BA3F-8B8A23EE5673}"/>
                    </a:ext>
                  </a:extLst>
                </p14:cNvPr>
                <p14:cNvContentPartPr/>
                <p14:nvPr/>
              </p14:nvContentPartPr>
              <p14:xfrm>
                <a:off x="2620910" y="3137437"/>
                <a:ext cx="96840" cy="575640"/>
              </p14:xfrm>
            </p:contentPart>
          </mc:Choice>
          <mc:Fallback>
            <p:pic>
              <p:nvPicPr>
                <p:cNvPr id="29" name="Ink 28">
                  <a:extLst>
                    <a:ext uri="{FF2B5EF4-FFF2-40B4-BE49-F238E27FC236}">
                      <a16:creationId xmlns:a16="http://schemas.microsoft.com/office/drawing/2014/main" id="{1B9FC15E-43C6-003F-BA3F-8B8A23EE5673}"/>
                    </a:ext>
                  </a:extLst>
                </p:cNvPr>
                <p:cNvPicPr/>
                <p:nvPr/>
              </p:nvPicPr>
              <p:blipFill>
                <a:blip r:embed="rId41"/>
                <a:stretch>
                  <a:fillRect/>
                </a:stretch>
              </p:blipFill>
              <p:spPr>
                <a:xfrm>
                  <a:off x="2603270" y="3119437"/>
                  <a:ext cx="132480" cy="611280"/>
                </a:xfrm>
                <a:prstGeom prst="rect">
                  <a:avLst/>
                </a:prstGeom>
              </p:spPr>
            </p:pic>
          </mc:Fallback>
        </mc:AlternateContent>
        <mc:AlternateContent xmlns:mc="http://schemas.openxmlformats.org/markup-compatibility/2006">
          <mc:Choice xmlns:p14="http://schemas.microsoft.com/office/powerpoint/2010/main" Requires="p14">
            <p:contentPart p14:bwMode="auto" r:id="rId42">
              <p14:nvContentPartPr>
                <p14:cNvPr id="30" name="Ink 29">
                  <a:extLst>
                    <a:ext uri="{FF2B5EF4-FFF2-40B4-BE49-F238E27FC236}">
                      <a16:creationId xmlns:a16="http://schemas.microsoft.com/office/drawing/2014/main" id="{281DBD0B-BACF-93B7-2B4B-85D1A44419DE}"/>
                    </a:ext>
                  </a:extLst>
                </p14:cNvPr>
                <p14:cNvContentPartPr/>
                <p14:nvPr/>
              </p14:nvContentPartPr>
              <p14:xfrm>
                <a:off x="2898110" y="3390157"/>
                <a:ext cx="325800" cy="211320"/>
              </p14:xfrm>
            </p:contentPart>
          </mc:Choice>
          <mc:Fallback>
            <p:pic>
              <p:nvPicPr>
                <p:cNvPr id="30" name="Ink 29">
                  <a:extLst>
                    <a:ext uri="{FF2B5EF4-FFF2-40B4-BE49-F238E27FC236}">
                      <a16:creationId xmlns:a16="http://schemas.microsoft.com/office/drawing/2014/main" id="{281DBD0B-BACF-93B7-2B4B-85D1A44419DE}"/>
                    </a:ext>
                  </a:extLst>
                </p:cNvPr>
                <p:cNvPicPr/>
                <p:nvPr/>
              </p:nvPicPr>
              <p:blipFill>
                <a:blip r:embed="rId43"/>
                <a:stretch>
                  <a:fillRect/>
                </a:stretch>
              </p:blipFill>
              <p:spPr>
                <a:xfrm>
                  <a:off x="2880110" y="3372517"/>
                  <a:ext cx="361440" cy="246960"/>
                </a:xfrm>
                <a:prstGeom prst="rect">
                  <a:avLst/>
                </a:prstGeom>
              </p:spPr>
            </p:pic>
          </mc:Fallback>
        </mc:AlternateContent>
        <mc:AlternateContent xmlns:mc="http://schemas.openxmlformats.org/markup-compatibility/2006">
          <mc:Choice xmlns:p14="http://schemas.microsoft.com/office/powerpoint/2010/main" Requires="p14">
            <p:contentPart p14:bwMode="auto" r:id="rId44">
              <p14:nvContentPartPr>
                <p14:cNvPr id="31" name="Ink 30">
                  <a:extLst>
                    <a:ext uri="{FF2B5EF4-FFF2-40B4-BE49-F238E27FC236}">
                      <a16:creationId xmlns:a16="http://schemas.microsoft.com/office/drawing/2014/main" id="{F2D02CF1-011A-3820-B865-5C4A91DCA8EC}"/>
                    </a:ext>
                  </a:extLst>
                </p14:cNvPr>
                <p14:cNvContentPartPr/>
                <p14:nvPr/>
              </p14:nvContentPartPr>
              <p14:xfrm>
                <a:off x="3422630" y="3268117"/>
                <a:ext cx="33840" cy="294840"/>
              </p14:xfrm>
            </p:contentPart>
          </mc:Choice>
          <mc:Fallback>
            <p:pic>
              <p:nvPicPr>
                <p:cNvPr id="31" name="Ink 30">
                  <a:extLst>
                    <a:ext uri="{FF2B5EF4-FFF2-40B4-BE49-F238E27FC236}">
                      <a16:creationId xmlns:a16="http://schemas.microsoft.com/office/drawing/2014/main" id="{F2D02CF1-011A-3820-B865-5C4A91DCA8EC}"/>
                    </a:ext>
                  </a:extLst>
                </p:cNvPr>
                <p:cNvPicPr/>
                <p:nvPr/>
              </p:nvPicPr>
              <p:blipFill>
                <a:blip r:embed="rId45"/>
                <a:stretch>
                  <a:fillRect/>
                </a:stretch>
              </p:blipFill>
              <p:spPr>
                <a:xfrm>
                  <a:off x="3404990" y="3250477"/>
                  <a:ext cx="69480" cy="330480"/>
                </a:xfrm>
                <a:prstGeom prst="rect">
                  <a:avLst/>
                </a:prstGeom>
              </p:spPr>
            </p:pic>
          </mc:Fallback>
        </mc:AlternateContent>
        <mc:AlternateContent xmlns:mc="http://schemas.openxmlformats.org/markup-compatibility/2006">
          <mc:Choice xmlns:p14="http://schemas.microsoft.com/office/powerpoint/2010/main" Requires="p14">
            <p:contentPart p14:bwMode="auto" r:id="rId46">
              <p14:nvContentPartPr>
                <p14:cNvPr id="32" name="Ink 31">
                  <a:extLst>
                    <a:ext uri="{FF2B5EF4-FFF2-40B4-BE49-F238E27FC236}">
                      <a16:creationId xmlns:a16="http://schemas.microsoft.com/office/drawing/2014/main" id="{A3BECD7B-ACA2-4A06-2F2A-6D3A54A67EB0}"/>
                    </a:ext>
                  </a:extLst>
                </p14:cNvPr>
                <p14:cNvContentPartPr/>
                <p14:nvPr/>
              </p14:nvContentPartPr>
              <p14:xfrm>
                <a:off x="3449990" y="3133837"/>
                <a:ext cx="247680" cy="419400"/>
              </p14:xfrm>
            </p:contentPart>
          </mc:Choice>
          <mc:Fallback>
            <p:pic>
              <p:nvPicPr>
                <p:cNvPr id="32" name="Ink 31">
                  <a:extLst>
                    <a:ext uri="{FF2B5EF4-FFF2-40B4-BE49-F238E27FC236}">
                      <a16:creationId xmlns:a16="http://schemas.microsoft.com/office/drawing/2014/main" id="{A3BECD7B-ACA2-4A06-2F2A-6D3A54A67EB0}"/>
                    </a:ext>
                  </a:extLst>
                </p:cNvPr>
                <p:cNvPicPr/>
                <p:nvPr/>
              </p:nvPicPr>
              <p:blipFill>
                <a:blip r:embed="rId47"/>
                <a:stretch>
                  <a:fillRect/>
                </a:stretch>
              </p:blipFill>
              <p:spPr>
                <a:xfrm>
                  <a:off x="3432350" y="3116197"/>
                  <a:ext cx="283320" cy="455040"/>
                </a:xfrm>
                <a:prstGeom prst="rect">
                  <a:avLst/>
                </a:prstGeom>
              </p:spPr>
            </p:pic>
          </mc:Fallback>
        </mc:AlternateContent>
        <mc:AlternateContent xmlns:mc="http://schemas.openxmlformats.org/markup-compatibility/2006">
          <mc:Choice xmlns:p14="http://schemas.microsoft.com/office/powerpoint/2010/main" Requires="p14">
            <p:contentPart p14:bwMode="auto" r:id="rId48">
              <p14:nvContentPartPr>
                <p14:cNvPr id="33" name="Ink 32">
                  <a:extLst>
                    <a:ext uri="{FF2B5EF4-FFF2-40B4-BE49-F238E27FC236}">
                      <a16:creationId xmlns:a16="http://schemas.microsoft.com/office/drawing/2014/main" id="{BC6588EC-5B2B-42B2-9FD9-D1D9A5BEE7AD}"/>
                    </a:ext>
                  </a:extLst>
                </p14:cNvPr>
                <p14:cNvContentPartPr/>
                <p14:nvPr/>
              </p14:nvContentPartPr>
              <p14:xfrm>
                <a:off x="3511190" y="3400597"/>
                <a:ext cx="72000" cy="65160"/>
              </p14:xfrm>
            </p:contentPart>
          </mc:Choice>
          <mc:Fallback>
            <p:pic>
              <p:nvPicPr>
                <p:cNvPr id="33" name="Ink 32">
                  <a:extLst>
                    <a:ext uri="{FF2B5EF4-FFF2-40B4-BE49-F238E27FC236}">
                      <a16:creationId xmlns:a16="http://schemas.microsoft.com/office/drawing/2014/main" id="{BC6588EC-5B2B-42B2-9FD9-D1D9A5BEE7AD}"/>
                    </a:ext>
                  </a:extLst>
                </p:cNvPr>
                <p:cNvPicPr/>
                <p:nvPr/>
              </p:nvPicPr>
              <p:blipFill>
                <a:blip r:embed="rId49"/>
                <a:stretch>
                  <a:fillRect/>
                </a:stretch>
              </p:blipFill>
              <p:spPr>
                <a:xfrm>
                  <a:off x="3493190" y="3382597"/>
                  <a:ext cx="107640" cy="100800"/>
                </a:xfrm>
                <a:prstGeom prst="rect">
                  <a:avLst/>
                </a:prstGeom>
              </p:spPr>
            </p:pic>
          </mc:Fallback>
        </mc:AlternateContent>
      </p:grpSp>
      <p:grpSp>
        <p:nvGrpSpPr>
          <p:cNvPr id="43" name="Group 42">
            <a:extLst>
              <a:ext uri="{FF2B5EF4-FFF2-40B4-BE49-F238E27FC236}">
                <a16:creationId xmlns:a16="http://schemas.microsoft.com/office/drawing/2014/main" id="{2856A736-7564-08EE-0029-6F33923B9116}"/>
              </a:ext>
            </a:extLst>
          </p:cNvPr>
          <p:cNvGrpSpPr/>
          <p:nvPr/>
        </p:nvGrpSpPr>
        <p:grpSpPr>
          <a:xfrm>
            <a:off x="4089350" y="2733517"/>
            <a:ext cx="1673640" cy="812880"/>
            <a:chOff x="4089350" y="2733517"/>
            <a:chExt cx="1673640" cy="812880"/>
          </a:xfrm>
        </p:grpSpPr>
        <mc:AlternateContent xmlns:mc="http://schemas.openxmlformats.org/markup-compatibility/2006">
          <mc:Choice xmlns:p14="http://schemas.microsoft.com/office/powerpoint/2010/main" Requires="p14">
            <p:contentPart p14:bwMode="auto" r:id="rId50">
              <p14:nvContentPartPr>
                <p14:cNvPr id="34" name="Ink 33">
                  <a:extLst>
                    <a:ext uri="{FF2B5EF4-FFF2-40B4-BE49-F238E27FC236}">
                      <a16:creationId xmlns:a16="http://schemas.microsoft.com/office/drawing/2014/main" id="{E6034C04-91BD-36C1-BA97-8E3A840A822C}"/>
                    </a:ext>
                  </a:extLst>
                </p14:cNvPr>
                <p14:cNvContentPartPr/>
                <p14:nvPr/>
              </p14:nvContentPartPr>
              <p14:xfrm>
                <a:off x="4089350" y="3215197"/>
                <a:ext cx="240840" cy="111240"/>
              </p14:xfrm>
            </p:contentPart>
          </mc:Choice>
          <mc:Fallback>
            <p:pic>
              <p:nvPicPr>
                <p:cNvPr id="34" name="Ink 33">
                  <a:extLst>
                    <a:ext uri="{FF2B5EF4-FFF2-40B4-BE49-F238E27FC236}">
                      <a16:creationId xmlns:a16="http://schemas.microsoft.com/office/drawing/2014/main" id="{E6034C04-91BD-36C1-BA97-8E3A840A822C}"/>
                    </a:ext>
                  </a:extLst>
                </p:cNvPr>
                <p:cNvPicPr/>
                <p:nvPr/>
              </p:nvPicPr>
              <p:blipFill>
                <a:blip r:embed="rId51"/>
                <a:stretch>
                  <a:fillRect/>
                </a:stretch>
              </p:blipFill>
              <p:spPr>
                <a:xfrm>
                  <a:off x="4071710" y="3197197"/>
                  <a:ext cx="276480" cy="146880"/>
                </a:xfrm>
                <a:prstGeom prst="rect">
                  <a:avLst/>
                </a:prstGeom>
              </p:spPr>
            </p:pic>
          </mc:Fallback>
        </mc:AlternateContent>
        <mc:AlternateContent xmlns:mc="http://schemas.openxmlformats.org/markup-compatibility/2006">
          <mc:Choice xmlns:p14="http://schemas.microsoft.com/office/powerpoint/2010/main" Requires="p14">
            <p:contentPart p14:bwMode="auto" r:id="rId52">
              <p14:nvContentPartPr>
                <p14:cNvPr id="35" name="Ink 34">
                  <a:extLst>
                    <a:ext uri="{FF2B5EF4-FFF2-40B4-BE49-F238E27FC236}">
                      <a16:creationId xmlns:a16="http://schemas.microsoft.com/office/drawing/2014/main" id="{D94E5EAA-74B1-3414-EC89-D03B48D42AEA}"/>
                    </a:ext>
                  </a:extLst>
                </p14:cNvPr>
                <p14:cNvContentPartPr/>
                <p14:nvPr/>
              </p14:nvContentPartPr>
              <p14:xfrm>
                <a:off x="4207790" y="3130597"/>
                <a:ext cx="77040" cy="215640"/>
              </p14:xfrm>
            </p:contentPart>
          </mc:Choice>
          <mc:Fallback>
            <p:pic>
              <p:nvPicPr>
                <p:cNvPr id="35" name="Ink 34">
                  <a:extLst>
                    <a:ext uri="{FF2B5EF4-FFF2-40B4-BE49-F238E27FC236}">
                      <a16:creationId xmlns:a16="http://schemas.microsoft.com/office/drawing/2014/main" id="{D94E5EAA-74B1-3414-EC89-D03B48D42AEA}"/>
                    </a:ext>
                  </a:extLst>
                </p:cNvPr>
                <p:cNvPicPr/>
                <p:nvPr/>
              </p:nvPicPr>
              <p:blipFill>
                <a:blip r:embed="rId53"/>
                <a:stretch>
                  <a:fillRect/>
                </a:stretch>
              </p:blipFill>
              <p:spPr>
                <a:xfrm>
                  <a:off x="4190150" y="3112597"/>
                  <a:ext cx="112680" cy="251280"/>
                </a:xfrm>
                <a:prstGeom prst="rect">
                  <a:avLst/>
                </a:prstGeom>
              </p:spPr>
            </p:pic>
          </mc:Fallback>
        </mc:AlternateContent>
        <mc:AlternateContent xmlns:mc="http://schemas.openxmlformats.org/markup-compatibility/2006">
          <mc:Choice xmlns:p14="http://schemas.microsoft.com/office/powerpoint/2010/main" Requires="p14">
            <p:contentPart p14:bwMode="auto" r:id="rId54">
              <p14:nvContentPartPr>
                <p14:cNvPr id="36" name="Ink 35">
                  <a:extLst>
                    <a:ext uri="{FF2B5EF4-FFF2-40B4-BE49-F238E27FC236}">
                      <a16:creationId xmlns:a16="http://schemas.microsoft.com/office/drawing/2014/main" id="{BEDFBB9F-4312-0FB5-CBD7-4DDCB2258C00}"/>
                    </a:ext>
                  </a:extLst>
                </p14:cNvPr>
                <p14:cNvContentPartPr/>
                <p14:nvPr/>
              </p14:nvContentPartPr>
              <p14:xfrm>
                <a:off x="4553390" y="2936557"/>
                <a:ext cx="200160" cy="609840"/>
              </p14:xfrm>
            </p:contentPart>
          </mc:Choice>
          <mc:Fallback>
            <p:pic>
              <p:nvPicPr>
                <p:cNvPr id="36" name="Ink 35">
                  <a:extLst>
                    <a:ext uri="{FF2B5EF4-FFF2-40B4-BE49-F238E27FC236}">
                      <a16:creationId xmlns:a16="http://schemas.microsoft.com/office/drawing/2014/main" id="{BEDFBB9F-4312-0FB5-CBD7-4DDCB2258C00}"/>
                    </a:ext>
                  </a:extLst>
                </p:cNvPr>
                <p:cNvPicPr/>
                <p:nvPr/>
              </p:nvPicPr>
              <p:blipFill>
                <a:blip r:embed="rId55"/>
                <a:stretch>
                  <a:fillRect/>
                </a:stretch>
              </p:blipFill>
              <p:spPr>
                <a:xfrm>
                  <a:off x="4535390" y="2918917"/>
                  <a:ext cx="235800" cy="645480"/>
                </a:xfrm>
                <a:prstGeom prst="rect">
                  <a:avLst/>
                </a:prstGeom>
              </p:spPr>
            </p:pic>
          </mc:Fallback>
        </mc:AlternateContent>
        <mc:AlternateContent xmlns:mc="http://schemas.openxmlformats.org/markup-compatibility/2006">
          <mc:Choice xmlns:p14="http://schemas.microsoft.com/office/powerpoint/2010/main" Requires="p14">
            <p:contentPart p14:bwMode="auto" r:id="rId56">
              <p14:nvContentPartPr>
                <p14:cNvPr id="37" name="Ink 36">
                  <a:extLst>
                    <a:ext uri="{FF2B5EF4-FFF2-40B4-BE49-F238E27FC236}">
                      <a16:creationId xmlns:a16="http://schemas.microsoft.com/office/drawing/2014/main" id="{11CF28F9-7F04-4AD6-A97D-39430DCF6BA1}"/>
                    </a:ext>
                  </a:extLst>
                </p14:cNvPr>
                <p14:cNvContentPartPr/>
                <p14:nvPr/>
              </p14:nvContentPartPr>
              <p14:xfrm>
                <a:off x="4898630" y="3025837"/>
                <a:ext cx="57960" cy="369720"/>
              </p14:xfrm>
            </p:contentPart>
          </mc:Choice>
          <mc:Fallback>
            <p:pic>
              <p:nvPicPr>
                <p:cNvPr id="37" name="Ink 36">
                  <a:extLst>
                    <a:ext uri="{FF2B5EF4-FFF2-40B4-BE49-F238E27FC236}">
                      <a16:creationId xmlns:a16="http://schemas.microsoft.com/office/drawing/2014/main" id="{11CF28F9-7F04-4AD6-A97D-39430DCF6BA1}"/>
                    </a:ext>
                  </a:extLst>
                </p:cNvPr>
                <p:cNvPicPr/>
                <p:nvPr/>
              </p:nvPicPr>
              <p:blipFill>
                <a:blip r:embed="rId57"/>
                <a:stretch>
                  <a:fillRect/>
                </a:stretch>
              </p:blipFill>
              <p:spPr>
                <a:xfrm>
                  <a:off x="4880990" y="3007837"/>
                  <a:ext cx="93600" cy="405360"/>
                </a:xfrm>
                <a:prstGeom prst="rect">
                  <a:avLst/>
                </a:prstGeom>
              </p:spPr>
            </p:pic>
          </mc:Fallback>
        </mc:AlternateContent>
        <mc:AlternateContent xmlns:mc="http://schemas.openxmlformats.org/markup-compatibility/2006">
          <mc:Choice xmlns:p14="http://schemas.microsoft.com/office/powerpoint/2010/main" Requires="p14">
            <p:contentPart p14:bwMode="auto" r:id="rId58">
              <p14:nvContentPartPr>
                <p14:cNvPr id="38" name="Ink 37">
                  <a:extLst>
                    <a:ext uri="{FF2B5EF4-FFF2-40B4-BE49-F238E27FC236}">
                      <a16:creationId xmlns:a16="http://schemas.microsoft.com/office/drawing/2014/main" id="{C73DBFA5-D1D0-EBAA-7FBF-8CA3BB9B1112}"/>
                    </a:ext>
                  </a:extLst>
                </p14:cNvPr>
                <p14:cNvContentPartPr/>
                <p14:nvPr/>
              </p14:nvContentPartPr>
              <p14:xfrm>
                <a:off x="5072510" y="3049237"/>
                <a:ext cx="188280" cy="252720"/>
              </p14:xfrm>
            </p:contentPart>
          </mc:Choice>
          <mc:Fallback>
            <p:pic>
              <p:nvPicPr>
                <p:cNvPr id="38" name="Ink 37">
                  <a:extLst>
                    <a:ext uri="{FF2B5EF4-FFF2-40B4-BE49-F238E27FC236}">
                      <a16:creationId xmlns:a16="http://schemas.microsoft.com/office/drawing/2014/main" id="{C73DBFA5-D1D0-EBAA-7FBF-8CA3BB9B1112}"/>
                    </a:ext>
                  </a:extLst>
                </p:cNvPr>
                <p:cNvPicPr/>
                <p:nvPr/>
              </p:nvPicPr>
              <p:blipFill>
                <a:blip r:embed="rId59"/>
                <a:stretch>
                  <a:fillRect/>
                </a:stretch>
              </p:blipFill>
              <p:spPr>
                <a:xfrm>
                  <a:off x="5054510" y="3031237"/>
                  <a:ext cx="223920" cy="288360"/>
                </a:xfrm>
                <a:prstGeom prst="rect">
                  <a:avLst/>
                </a:prstGeom>
              </p:spPr>
            </p:pic>
          </mc:Fallback>
        </mc:AlternateContent>
        <mc:AlternateContent xmlns:mc="http://schemas.openxmlformats.org/markup-compatibility/2006">
          <mc:Choice xmlns:p14="http://schemas.microsoft.com/office/powerpoint/2010/main" Requires="p14">
            <p:contentPart p14:bwMode="auto" r:id="rId60">
              <p14:nvContentPartPr>
                <p14:cNvPr id="41" name="Ink 40">
                  <a:extLst>
                    <a:ext uri="{FF2B5EF4-FFF2-40B4-BE49-F238E27FC236}">
                      <a16:creationId xmlns:a16="http://schemas.microsoft.com/office/drawing/2014/main" id="{C33089C6-2D77-9E16-5842-595D1FFB1A41}"/>
                    </a:ext>
                  </a:extLst>
                </p14:cNvPr>
                <p14:cNvContentPartPr/>
                <p14:nvPr/>
              </p14:nvContentPartPr>
              <p14:xfrm>
                <a:off x="5278430" y="2767717"/>
                <a:ext cx="170280" cy="213120"/>
              </p14:xfrm>
            </p:contentPart>
          </mc:Choice>
          <mc:Fallback>
            <p:pic>
              <p:nvPicPr>
                <p:cNvPr id="41" name="Ink 40">
                  <a:extLst>
                    <a:ext uri="{FF2B5EF4-FFF2-40B4-BE49-F238E27FC236}">
                      <a16:creationId xmlns:a16="http://schemas.microsoft.com/office/drawing/2014/main" id="{C33089C6-2D77-9E16-5842-595D1FFB1A41}"/>
                    </a:ext>
                  </a:extLst>
                </p:cNvPr>
                <p:cNvPicPr/>
                <p:nvPr/>
              </p:nvPicPr>
              <p:blipFill>
                <a:blip r:embed="rId61"/>
                <a:stretch>
                  <a:fillRect/>
                </a:stretch>
              </p:blipFill>
              <p:spPr>
                <a:xfrm>
                  <a:off x="5260430" y="2749717"/>
                  <a:ext cx="205920" cy="248760"/>
                </a:xfrm>
                <a:prstGeom prst="rect">
                  <a:avLst/>
                </a:prstGeom>
              </p:spPr>
            </p:pic>
          </mc:Fallback>
        </mc:AlternateContent>
        <mc:AlternateContent xmlns:mc="http://schemas.openxmlformats.org/markup-compatibility/2006">
          <mc:Choice xmlns:p14="http://schemas.microsoft.com/office/powerpoint/2010/main" Requires="p14">
            <p:contentPart p14:bwMode="auto" r:id="rId62">
              <p14:nvContentPartPr>
                <p14:cNvPr id="42" name="Ink 41">
                  <a:extLst>
                    <a:ext uri="{FF2B5EF4-FFF2-40B4-BE49-F238E27FC236}">
                      <a16:creationId xmlns:a16="http://schemas.microsoft.com/office/drawing/2014/main" id="{220DB1CE-AAC6-8AC4-C58F-386B4D18E275}"/>
                    </a:ext>
                  </a:extLst>
                </p14:cNvPr>
                <p14:cNvContentPartPr/>
                <p14:nvPr/>
              </p14:nvContentPartPr>
              <p14:xfrm>
                <a:off x="5544110" y="2733517"/>
                <a:ext cx="218880" cy="665280"/>
              </p14:xfrm>
            </p:contentPart>
          </mc:Choice>
          <mc:Fallback>
            <p:pic>
              <p:nvPicPr>
                <p:cNvPr id="42" name="Ink 41">
                  <a:extLst>
                    <a:ext uri="{FF2B5EF4-FFF2-40B4-BE49-F238E27FC236}">
                      <a16:creationId xmlns:a16="http://schemas.microsoft.com/office/drawing/2014/main" id="{220DB1CE-AAC6-8AC4-C58F-386B4D18E275}"/>
                    </a:ext>
                  </a:extLst>
                </p:cNvPr>
                <p:cNvPicPr/>
                <p:nvPr/>
              </p:nvPicPr>
              <p:blipFill>
                <a:blip r:embed="rId63"/>
                <a:stretch>
                  <a:fillRect/>
                </a:stretch>
              </p:blipFill>
              <p:spPr>
                <a:xfrm>
                  <a:off x="5526110" y="2715517"/>
                  <a:ext cx="254520" cy="700920"/>
                </a:xfrm>
                <a:prstGeom prst="rect">
                  <a:avLst/>
                </a:prstGeom>
              </p:spPr>
            </p:pic>
          </mc:Fallback>
        </mc:AlternateContent>
      </p:grpSp>
      <p:grpSp>
        <p:nvGrpSpPr>
          <p:cNvPr id="48" name="Group 47">
            <a:extLst>
              <a:ext uri="{FF2B5EF4-FFF2-40B4-BE49-F238E27FC236}">
                <a16:creationId xmlns:a16="http://schemas.microsoft.com/office/drawing/2014/main" id="{BF7315E1-4425-2A95-FEA3-2A9A809A01F5}"/>
              </a:ext>
            </a:extLst>
          </p:cNvPr>
          <p:cNvGrpSpPr/>
          <p:nvPr/>
        </p:nvGrpSpPr>
        <p:grpSpPr>
          <a:xfrm>
            <a:off x="4849670" y="3818917"/>
            <a:ext cx="1018800" cy="393840"/>
            <a:chOff x="4849670" y="3818917"/>
            <a:chExt cx="1018800" cy="393840"/>
          </a:xfrm>
        </p:grpSpPr>
        <mc:AlternateContent xmlns:mc="http://schemas.openxmlformats.org/markup-compatibility/2006">
          <mc:Choice xmlns:p14="http://schemas.microsoft.com/office/powerpoint/2010/main" Requires="p14">
            <p:contentPart p14:bwMode="auto" r:id="rId64">
              <p14:nvContentPartPr>
                <p14:cNvPr id="44" name="Ink 43">
                  <a:extLst>
                    <a:ext uri="{FF2B5EF4-FFF2-40B4-BE49-F238E27FC236}">
                      <a16:creationId xmlns:a16="http://schemas.microsoft.com/office/drawing/2014/main" id="{F425033A-8C3D-A54D-04A7-19D11B7D4550}"/>
                    </a:ext>
                  </a:extLst>
                </p14:cNvPr>
                <p14:cNvContentPartPr/>
                <p14:nvPr/>
              </p14:nvContentPartPr>
              <p14:xfrm>
                <a:off x="4849670" y="3818917"/>
                <a:ext cx="115560" cy="393840"/>
              </p14:xfrm>
            </p:contentPart>
          </mc:Choice>
          <mc:Fallback>
            <p:pic>
              <p:nvPicPr>
                <p:cNvPr id="44" name="Ink 43">
                  <a:extLst>
                    <a:ext uri="{FF2B5EF4-FFF2-40B4-BE49-F238E27FC236}">
                      <a16:creationId xmlns:a16="http://schemas.microsoft.com/office/drawing/2014/main" id="{F425033A-8C3D-A54D-04A7-19D11B7D4550}"/>
                    </a:ext>
                  </a:extLst>
                </p:cNvPr>
                <p:cNvPicPr/>
                <p:nvPr/>
              </p:nvPicPr>
              <p:blipFill>
                <a:blip r:embed="rId65"/>
                <a:stretch>
                  <a:fillRect/>
                </a:stretch>
              </p:blipFill>
              <p:spPr>
                <a:xfrm>
                  <a:off x="4831670" y="3800917"/>
                  <a:ext cx="151200" cy="429480"/>
                </a:xfrm>
                <a:prstGeom prst="rect">
                  <a:avLst/>
                </a:prstGeom>
              </p:spPr>
            </p:pic>
          </mc:Fallback>
        </mc:AlternateContent>
        <mc:AlternateContent xmlns:mc="http://schemas.openxmlformats.org/markup-compatibility/2006">
          <mc:Choice xmlns:p14="http://schemas.microsoft.com/office/powerpoint/2010/main" Requires="p14">
            <p:contentPart p14:bwMode="auto" r:id="rId66">
              <p14:nvContentPartPr>
                <p14:cNvPr id="45" name="Ink 44">
                  <a:extLst>
                    <a:ext uri="{FF2B5EF4-FFF2-40B4-BE49-F238E27FC236}">
                      <a16:creationId xmlns:a16="http://schemas.microsoft.com/office/drawing/2014/main" id="{4AB4E79C-FC41-AD61-DF75-03AC520EA4ED}"/>
                    </a:ext>
                  </a:extLst>
                </p14:cNvPr>
                <p14:cNvContentPartPr/>
                <p14:nvPr/>
              </p14:nvContentPartPr>
              <p14:xfrm>
                <a:off x="5096990" y="3820357"/>
                <a:ext cx="114480" cy="321840"/>
              </p14:xfrm>
            </p:contentPart>
          </mc:Choice>
          <mc:Fallback>
            <p:pic>
              <p:nvPicPr>
                <p:cNvPr id="45" name="Ink 44">
                  <a:extLst>
                    <a:ext uri="{FF2B5EF4-FFF2-40B4-BE49-F238E27FC236}">
                      <a16:creationId xmlns:a16="http://schemas.microsoft.com/office/drawing/2014/main" id="{4AB4E79C-FC41-AD61-DF75-03AC520EA4ED}"/>
                    </a:ext>
                  </a:extLst>
                </p:cNvPr>
                <p:cNvPicPr/>
                <p:nvPr/>
              </p:nvPicPr>
              <p:blipFill>
                <a:blip r:embed="rId67"/>
                <a:stretch>
                  <a:fillRect/>
                </a:stretch>
              </p:blipFill>
              <p:spPr>
                <a:xfrm>
                  <a:off x="5078990" y="3802357"/>
                  <a:ext cx="150120" cy="357480"/>
                </a:xfrm>
                <a:prstGeom prst="rect">
                  <a:avLst/>
                </a:prstGeom>
              </p:spPr>
            </p:pic>
          </mc:Fallback>
        </mc:AlternateContent>
        <mc:AlternateContent xmlns:mc="http://schemas.openxmlformats.org/markup-compatibility/2006">
          <mc:Choice xmlns:p14="http://schemas.microsoft.com/office/powerpoint/2010/main" Requires="p14">
            <p:contentPart p14:bwMode="auto" r:id="rId68">
              <p14:nvContentPartPr>
                <p14:cNvPr id="46" name="Ink 45">
                  <a:extLst>
                    <a:ext uri="{FF2B5EF4-FFF2-40B4-BE49-F238E27FC236}">
                      <a16:creationId xmlns:a16="http://schemas.microsoft.com/office/drawing/2014/main" id="{1EDA9C14-3436-6113-F9ED-45980D326A59}"/>
                    </a:ext>
                  </a:extLst>
                </p14:cNvPr>
                <p14:cNvContentPartPr/>
                <p14:nvPr/>
              </p14:nvContentPartPr>
              <p14:xfrm>
                <a:off x="5184110" y="3921517"/>
                <a:ext cx="97200" cy="121680"/>
              </p14:xfrm>
            </p:contentPart>
          </mc:Choice>
          <mc:Fallback>
            <p:pic>
              <p:nvPicPr>
                <p:cNvPr id="46" name="Ink 45">
                  <a:extLst>
                    <a:ext uri="{FF2B5EF4-FFF2-40B4-BE49-F238E27FC236}">
                      <a16:creationId xmlns:a16="http://schemas.microsoft.com/office/drawing/2014/main" id="{1EDA9C14-3436-6113-F9ED-45980D326A59}"/>
                    </a:ext>
                  </a:extLst>
                </p:cNvPr>
                <p:cNvPicPr/>
                <p:nvPr/>
              </p:nvPicPr>
              <p:blipFill>
                <a:blip r:embed="rId69"/>
                <a:stretch>
                  <a:fillRect/>
                </a:stretch>
              </p:blipFill>
              <p:spPr>
                <a:xfrm>
                  <a:off x="5166110" y="3903877"/>
                  <a:ext cx="132840" cy="157320"/>
                </a:xfrm>
                <a:prstGeom prst="rect">
                  <a:avLst/>
                </a:prstGeom>
              </p:spPr>
            </p:pic>
          </mc:Fallback>
        </mc:AlternateContent>
        <mc:AlternateContent xmlns:mc="http://schemas.openxmlformats.org/markup-compatibility/2006">
          <mc:Choice xmlns:p14="http://schemas.microsoft.com/office/powerpoint/2010/main" Requires="p14">
            <p:contentPart p14:bwMode="auto" r:id="rId70">
              <p14:nvContentPartPr>
                <p14:cNvPr id="47" name="Ink 46">
                  <a:extLst>
                    <a:ext uri="{FF2B5EF4-FFF2-40B4-BE49-F238E27FC236}">
                      <a16:creationId xmlns:a16="http://schemas.microsoft.com/office/drawing/2014/main" id="{BA92E2BF-B3FE-E35C-0B7E-B1D4678A5925}"/>
                    </a:ext>
                  </a:extLst>
                </p14:cNvPr>
                <p14:cNvContentPartPr/>
                <p14:nvPr/>
              </p14:nvContentPartPr>
              <p14:xfrm>
                <a:off x="5414510" y="3826477"/>
                <a:ext cx="453960" cy="228600"/>
              </p14:xfrm>
            </p:contentPart>
          </mc:Choice>
          <mc:Fallback>
            <p:pic>
              <p:nvPicPr>
                <p:cNvPr id="47" name="Ink 46">
                  <a:extLst>
                    <a:ext uri="{FF2B5EF4-FFF2-40B4-BE49-F238E27FC236}">
                      <a16:creationId xmlns:a16="http://schemas.microsoft.com/office/drawing/2014/main" id="{BA92E2BF-B3FE-E35C-0B7E-B1D4678A5925}"/>
                    </a:ext>
                  </a:extLst>
                </p:cNvPr>
                <p:cNvPicPr/>
                <p:nvPr/>
              </p:nvPicPr>
              <p:blipFill>
                <a:blip r:embed="rId71"/>
                <a:stretch>
                  <a:fillRect/>
                </a:stretch>
              </p:blipFill>
              <p:spPr>
                <a:xfrm>
                  <a:off x="5396870" y="3808837"/>
                  <a:ext cx="489600" cy="264240"/>
                </a:xfrm>
                <a:prstGeom prst="rect">
                  <a:avLst/>
                </a:prstGeom>
              </p:spPr>
            </p:pic>
          </mc:Fallback>
        </mc:AlternateContent>
      </p:grpSp>
      <p:grpSp>
        <p:nvGrpSpPr>
          <p:cNvPr id="66" name="Group 65">
            <a:extLst>
              <a:ext uri="{FF2B5EF4-FFF2-40B4-BE49-F238E27FC236}">
                <a16:creationId xmlns:a16="http://schemas.microsoft.com/office/drawing/2014/main" id="{4E4D093D-6EE4-186F-B639-C94FF4B66D1B}"/>
              </a:ext>
            </a:extLst>
          </p:cNvPr>
          <p:cNvGrpSpPr/>
          <p:nvPr/>
        </p:nvGrpSpPr>
        <p:grpSpPr>
          <a:xfrm>
            <a:off x="7868270" y="1025677"/>
            <a:ext cx="683280" cy="606960"/>
            <a:chOff x="7868270" y="1025677"/>
            <a:chExt cx="683280" cy="606960"/>
          </a:xfrm>
        </p:grpSpPr>
        <mc:AlternateContent xmlns:mc="http://schemas.openxmlformats.org/markup-compatibility/2006">
          <mc:Choice xmlns:p14="http://schemas.microsoft.com/office/powerpoint/2010/main" Requires="p14">
            <p:contentPart p14:bwMode="auto" r:id="rId72">
              <p14:nvContentPartPr>
                <p14:cNvPr id="53" name="Ink 52">
                  <a:extLst>
                    <a:ext uri="{FF2B5EF4-FFF2-40B4-BE49-F238E27FC236}">
                      <a16:creationId xmlns:a16="http://schemas.microsoft.com/office/drawing/2014/main" id="{B20712A8-5D7A-D96A-FFE8-F96E6E6CAA63}"/>
                    </a:ext>
                  </a:extLst>
                </p14:cNvPr>
                <p14:cNvContentPartPr/>
                <p14:nvPr/>
              </p14:nvContentPartPr>
              <p14:xfrm>
                <a:off x="7868270" y="1285237"/>
                <a:ext cx="44280" cy="347400"/>
              </p14:xfrm>
            </p:contentPart>
          </mc:Choice>
          <mc:Fallback>
            <p:pic>
              <p:nvPicPr>
                <p:cNvPr id="53" name="Ink 52">
                  <a:extLst>
                    <a:ext uri="{FF2B5EF4-FFF2-40B4-BE49-F238E27FC236}">
                      <a16:creationId xmlns:a16="http://schemas.microsoft.com/office/drawing/2014/main" id="{B20712A8-5D7A-D96A-FFE8-F96E6E6CAA63}"/>
                    </a:ext>
                  </a:extLst>
                </p:cNvPr>
                <p:cNvPicPr/>
                <p:nvPr/>
              </p:nvPicPr>
              <p:blipFill>
                <a:blip r:embed="rId73"/>
                <a:stretch>
                  <a:fillRect/>
                </a:stretch>
              </p:blipFill>
              <p:spPr>
                <a:xfrm>
                  <a:off x="7850630" y="1267597"/>
                  <a:ext cx="79920" cy="383040"/>
                </a:xfrm>
                <a:prstGeom prst="rect">
                  <a:avLst/>
                </a:prstGeom>
              </p:spPr>
            </p:pic>
          </mc:Fallback>
        </mc:AlternateContent>
        <mc:AlternateContent xmlns:mc="http://schemas.openxmlformats.org/markup-compatibility/2006">
          <mc:Choice xmlns:p14="http://schemas.microsoft.com/office/powerpoint/2010/main" Requires="p14">
            <p:contentPart p14:bwMode="auto" r:id="rId74">
              <p14:nvContentPartPr>
                <p14:cNvPr id="54" name="Ink 53">
                  <a:extLst>
                    <a:ext uri="{FF2B5EF4-FFF2-40B4-BE49-F238E27FC236}">
                      <a16:creationId xmlns:a16="http://schemas.microsoft.com/office/drawing/2014/main" id="{67BC58A3-AA3B-DCBC-0768-586D21AB4A27}"/>
                    </a:ext>
                  </a:extLst>
                </p14:cNvPr>
                <p14:cNvContentPartPr/>
                <p14:nvPr/>
              </p14:nvContentPartPr>
              <p14:xfrm>
                <a:off x="8000030" y="1381357"/>
                <a:ext cx="182520" cy="192240"/>
              </p14:xfrm>
            </p:contentPart>
          </mc:Choice>
          <mc:Fallback>
            <p:pic>
              <p:nvPicPr>
                <p:cNvPr id="54" name="Ink 53">
                  <a:extLst>
                    <a:ext uri="{FF2B5EF4-FFF2-40B4-BE49-F238E27FC236}">
                      <a16:creationId xmlns:a16="http://schemas.microsoft.com/office/drawing/2014/main" id="{67BC58A3-AA3B-DCBC-0768-586D21AB4A27}"/>
                    </a:ext>
                  </a:extLst>
                </p:cNvPr>
                <p:cNvPicPr/>
                <p:nvPr/>
              </p:nvPicPr>
              <p:blipFill>
                <a:blip r:embed="rId75"/>
                <a:stretch>
                  <a:fillRect/>
                </a:stretch>
              </p:blipFill>
              <p:spPr>
                <a:xfrm>
                  <a:off x="7982030" y="1363357"/>
                  <a:ext cx="218160" cy="227880"/>
                </a:xfrm>
                <a:prstGeom prst="rect">
                  <a:avLst/>
                </a:prstGeom>
              </p:spPr>
            </p:pic>
          </mc:Fallback>
        </mc:AlternateContent>
        <mc:AlternateContent xmlns:mc="http://schemas.openxmlformats.org/markup-compatibility/2006">
          <mc:Choice xmlns:p14="http://schemas.microsoft.com/office/powerpoint/2010/main" Requires="p14">
            <p:contentPart p14:bwMode="auto" r:id="rId76">
              <p14:nvContentPartPr>
                <p14:cNvPr id="55" name="Ink 54">
                  <a:extLst>
                    <a:ext uri="{FF2B5EF4-FFF2-40B4-BE49-F238E27FC236}">
                      <a16:creationId xmlns:a16="http://schemas.microsoft.com/office/drawing/2014/main" id="{C5C8DD90-6F4C-CC19-FAFF-135AF490C757}"/>
                    </a:ext>
                  </a:extLst>
                </p14:cNvPr>
                <p14:cNvContentPartPr/>
                <p14:nvPr/>
              </p14:nvContentPartPr>
              <p14:xfrm>
                <a:off x="8206670" y="1248517"/>
                <a:ext cx="83880" cy="20880"/>
              </p14:xfrm>
            </p:contentPart>
          </mc:Choice>
          <mc:Fallback>
            <p:pic>
              <p:nvPicPr>
                <p:cNvPr id="55" name="Ink 54">
                  <a:extLst>
                    <a:ext uri="{FF2B5EF4-FFF2-40B4-BE49-F238E27FC236}">
                      <a16:creationId xmlns:a16="http://schemas.microsoft.com/office/drawing/2014/main" id="{C5C8DD90-6F4C-CC19-FAFF-135AF490C757}"/>
                    </a:ext>
                  </a:extLst>
                </p:cNvPr>
                <p:cNvPicPr/>
                <p:nvPr/>
              </p:nvPicPr>
              <p:blipFill>
                <a:blip r:embed="rId77"/>
                <a:stretch>
                  <a:fillRect/>
                </a:stretch>
              </p:blipFill>
              <p:spPr>
                <a:xfrm>
                  <a:off x="8189030" y="1230517"/>
                  <a:ext cx="119520" cy="56520"/>
                </a:xfrm>
                <a:prstGeom prst="rect">
                  <a:avLst/>
                </a:prstGeom>
              </p:spPr>
            </p:pic>
          </mc:Fallback>
        </mc:AlternateContent>
        <mc:AlternateContent xmlns:mc="http://schemas.openxmlformats.org/markup-compatibility/2006">
          <mc:Choice xmlns:p14="http://schemas.microsoft.com/office/powerpoint/2010/main" Requires="p14">
            <p:contentPart p14:bwMode="auto" r:id="rId78">
              <p14:nvContentPartPr>
                <p14:cNvPr id="56" name="Ink 55">
                  <a:extLst>
                    <a:ext uri="{FF2B5EF4-FFF2-40B4-BE49-F238E27FC236}">
                      <a16:creationId xmlns:a16="http://schemas.microsoft.com/office/drawing/2014/main" id="{4C1EF3C8-8F79-253F-830F-8E0F17072355}"/>
                    </a:ext>
                  </a:extLst>
                </p14:cNvPr>
                <p14:cNvContentPartPr/>
                <p14:nvPr/>
              </p14:nvContentPartPr>
              <p14:xfrm>
                <a:off x="8482430" y="1025677"/>
                <a:ext cx="25560" cy="15480"/>
              </p14:xfrm>
            </p:contentPart>
          </mc:Choice>
          <mc:Fallback>
            <p:pic>
              <p:nvPicPr>
                <p:cNvPr id="56" name="Ink 55">
                  <a:extLst>
                    <a:ext uri="{FF2B5EF4-FFF2-40B4-BE49-F238E27FC236}">
                      <a16:creationId xmlns:a16="http://schemas.microsoft.com/office/drawing/2014/main" id="{4C1EF3C8-8F79-253F-830F-8E0F17072355}"/>
                    </a:ext>
                  </a:extLst>
                </p:cNvPr>
                <p:cNvPicPr/>
                <p:nvPr/>
              </p:nvPicPr>
              <p:blipFill>
                <a:blip r:embed="rId79"/>
                <a:stretch>
                  <a:fillRect/>
                </a:stretch>
              </p:blipFill>
              <p:spPr>
                <a:xfrm>
                  <a:off x="8464430" y="1008037"/>
                  <a:ext cx="61200" cy="51120"/>
                </a:xfrm>
                <a:prstGeom prst="rect">
                  <a:avLst/>
                </a:prstGeom>
              </p:spPr>
            </p:pic>
          </mc:Fallback>
        </mc:AlternateContent>
        <mc:AlternateContent xmlns:mc="http://schemas.openxmlformats.org/markup-compatibility/2006">
          <mc:Choice xmlns:p14="http://schemas.microsoft.com/office/powerpoint/2010/main" Requires="p14">
            <p:contentPart p14:bwMode="auto" r:id="rId80">
              <p14:nvContentPartPr>
                <p14:cNvPr id="57" name="Ink 56">
                  <a:extLst>
                    <a:ext uri="{FF2B5EF4-FFF2-40B4-BE49-F238E27FC236}">
                      <a16:creationId xmlns:a16="http://schemas.microsoft.com/office/drawing/2014/main" id="{8B4B9354-6EC5-13DF-26D2-EA3CCB81EC4B}"/>
                    </a:ext>
                  </a:extLst>
                </p14:cNvPr>
                <p14:cNvContentPartPr/>
                <p14:nvPr/>
              </p14:nvContentPartPr>
              <p14:xfrm>
                <a:off x="8450030" y="1026757"/>
                <a:ext cx="101520" cy="238680"/>
              </p14:xfrm>
            </p:contentPart>
          </mc:Choice>
          <mc:Fallback>
            <p:pic>
              <p:nvPicPr>
                <p:cNvPr id="57" name="Ink 56">
                  <a:extLst>
                    <a:ext uri="{FF2B5EF4-FFF2-40B4-BE49-F238E27FC236}">
                      <a16:creationId xmlns:a16="http://schemas.microsoft.com/office/drawing/2014/main" id="{8B4B9354-6EC5-13DF-26D2-EA3CCB81EC4B}"/>
                    </a:ext>
                  </a:extLst>
                </p:cNvPr>
                <p:cNvPicPr/>
                <p:nvPr/>
              </p:nvPicPr>
              <p:blipFill>
                <a:blip r:embed="rId81"/>
                <a:stretch>
                  <a:fillRect/>
                </a:stretch>
              </p:blipFill>
              <p:spPr>
                <a:xfrm>
                  <a:off x="8432030" y="1009117"/>
                  <a:ext cx="137160" cy="274320"/>
                </a:xfrm>
                <a:prstGeom prst="rect">
                  <a:avLst/>
                </a:prstGeom>
              </p:spPr>
            </p:pic>
          </mc:Fallback>
        </mc:AlternateContent>
      </p:grpSp>
      <p:grpSp>
        <p:nvGrpSpPr>
          <p:cNvPr id="65" name="Group 64">
            <a:extLst>
              <a:ext uri="{FF2B5EF4-FFF2-40B4-BE49-F238E27FC236}">
                <a16:creationId xmlns:a16="http://schemas.microsoft.com/office/drawing/2014/main" id="{BD8A66F2-C7B1-6607-9706-4B118E6ADE44}"/>
              </a:ext>
            </a:extLst>
          </p:cNvPr>
          <p:cNvGrpSpPr/>
          <p:nvPr/>
        </p:nvGrpSpPr>
        <p:grpSpPr>
          <a:xfrm>
            <a:off x="7194350" y="1965277"/>
            <a:ext cx="1452960" cy="604080"/>
            <a:chOff x="7194350" y="1965277"/>
            <a:chExt cx="1452960" cy="604080"/>
          </a:xfrm>
        </p:grpSpPr>
        <mc:AlternateContent xmlns:mc="http://schemas.openxmlformats.org/markup-compatibility/2006">
          <mc:Choice xmlns:p14="http://schemas.microsoft.com/office/powerpoint/2010/main" Requires="p14">
            <p:contentPart p14:bwMode="auto" r:id="rId82">
              <p14:nvContentPartPr>
                <p14:cNvPr id="58" name="Ink 57">
                  <a:extLst>
                    <a:ext uri="{FF2B5EF4-FFF2-40B4-BE49-F238E27FC236}">
                      <a16:creationId xmlns:a16="http://schemas.microsoft.com/office/drawing/2014/main" id="{EB236C53-1BAB-7E9A-C96E-852340EEEBD8}"/>
                    </a:ext>
                  </a:extLst>
                </p14:cNvPr>
                <p14:cNvContentPartPr/>
                <p14:nvPr/>
              </p14:nvContentPartPr>
              <p14:xfrm>
                <a:off x="7194350" y="2408797"/>
                <a:ext cx="311400" cy="160560"/>
              </p14:xfrm>
            </p:contentPart>
          </mc:Choice>
          <mc:Fallback>
            <p:pic>
              <p:nvPicPr>
                <p:cNvPr id="58" name="Ink 57">
                  <a:extLst>
                    <a:ext uri="{FF2B5EF4-FFF2-40B4-BE49-F238E27FC236}">
                      <a16:creationId xmlns:a16="http://schemas.microsoft.com/office/drawing/2014/main" id="{EB236C53-1BAB-7E9A-C96E-852340EEEBD8}"/>
                    </a:ext>
                  </a:extLst>
                </p:cNvPr>
                <p:cNvPicPr/>
                <p:nvPr/>
              </p:nvPicPr>
              <p:blipFill>
                <a:blip r:embed="rId83"/>
                <a:stretch>
                  <a:fillRect/>
                </a:stretch>
              </p:blipFill>
              <p:spPr>
                <a:xfrm>
                  <a:off x="7176710" y="2390797"/>
                  <a:ext cx="347040" cy="196200"/>
                </a:xfrm>
                <a:prstGeom prst="rect">
                  <a:avLst/>
                </a:prstGeom>
              </p:spPr>
            </p:pic>
          </mc:Fallback>
        </mc:AlternateContent>
        <mc:AlternateContent xmlns:mc="http://schemas.openxmlformats.org/markup-compatibility/2006">
          <mc:Choice xmlns:p14="http://schemas.microsoft.com/office/powerpoint/2010/main" Requires="p14">
            <p:contentPart p14:bwMode="auto" r:id="rId84">
              <p14:nvContentPartPr>
                <p14:cNvPr id="59" name="Ink 58">
                  <a:extLst>
                    <a:ext uri="{FF2B5EF4-FFF2-40B4-BE49-F238E27FC236}">
                      <a16:creationId xmlns:a16="http://schemas.microsoft.com/office/drawing/2014/main" id="{E660A14B-EBF7-A5FA-67E8-FAB1A2E911E5}"/>
                    </a:ext>
                  </a:extLst>
                </p14:cNvPr>
                <p14:cNvContentPartPr/>
                <p14:nvPr/>
              </p14:nvContentPartPr>
              <p14:xfrm>
                <a:off x="7685390" y="2423557"/>
                <a:ext cx="68400" cy="16560"/>
              </p14:xfrm>
            </p:contentPart>
          </mc:Choice>
          <mc:Fallback>
            <p:pic>
              <p:nvPicPr>
                <p:cNvPr id="59" name="Ink 58">
                  <a:extLst>
                    <a:ext uri="{FF2B5EF4-FFF2-40B4-BE49-F238E27FC236}">
                      <a16:creationId xmlns:a16="http://schemas.microsoft.com/office/drawing/2014/main" id="{E660A14B-EBF7-A5FA-67E8-FAB1A2E911E5}"/>
                    </a:ext>
                  </a:extLst>
                </p:cNvPr>
                <p:cNvPicPr/>
                <p:nvPr/>
              </p:nvPicPr>
              <p:blipFill>
                <a:blip r:embed="rId85"/>
                <a:stretch>
                  <a:fillRect/>
                </a:stretch>
              </p:blipFill>
              <p:spPr>
                <a:xfrm>
                  <a:off x="7667750" y="2405917"/>
                  <a:ext cx="104040" cy="52200"/>
                </a:xfrm>
                <a:prstGeom prst="rect">
                  <a:avLst/>
                </a:prstGeom>
              </p:spPr>
            </p:pic>
          </mc:Fallback>
        </mc:AlternateContent>
        <mc:AlternateContent xmlns:mc="http://schemas.openxmlformats.org/markup-compatibility/2006">
          <mc:Choice xmlns:p14="http://schemas.microsoft.com/office/powerpoint/2010/main" Requires="p14">
            <p:contentPart p14:bwMode="auto" r:id="rId86">
              <p14:nvContentPartPr>
                <p14:cNvPr id="60" name="Ink 59">
                  <a:extLst>
                    <a:ext uri="{FF2B5EF4-FFF2-40B4-BE49-F238E27FC236}">
                      <a16:creationId xmlns:a16="http://schemas.microsoft.com/office/drawing/2014/main" id="{67FDA374-8886-0844-BBEA-578B20D4B8BC}"/>
                    </a:ext>
                  </a:extLst>
                </p14:cNvPr>
                <p14:cNvContentPartPr/>
                <p14:nvPr/>
              </p14:nvContentPartPr>
              <p14:xfrm>
                <a:off x="7720670" y="2482237"/>
                <a:ext cx="73080" cy="35280"/>
              </p14:xfrm>
            </p:contentPart>
          </mc:Choice>
          <mc:Fallback>
            <p:pic>
              <p:nvPicPr>
                <p:cNvPr id="60" name="Ink 59">
                  <a:extLst>
                    <a:ext uri="{FF2B5EF4-FFF2-40B4-BE49-F238E27FC236}">
                      <a16:creationId xmlns:a16="http://schemas.microsoft.com/office/drawing/2014/main" id="{67FDA374-8886-0844-BBEA-578B20D4B8BC}"/>
                    </a:ext>
                  </a:extLst>
                </p:cNvPr>
                <p:cNvPicPr/>
                <p:nvPr/>
              </p:nvPicPr>
              <p:blipFill>
                <a:blip r:embed="rId87"/>
                <a:stretch>
                  <a:fillRect/>
                </a:stretch>
              </p:blipFill>
              <p:spPr>
                <a:xfrm>
                  <a:off x="7703030" y="2464237"/>
                  <a:ext cx="108720" cy="70920"/>
                </a:xfrm>
                <a:prstGeom prst="rect">
                  <a:avLst/>
                </a:prstGeom>
              </p:spPr>
            </p:pic>
          </mc:Fallback>
        </mc:AlternateContent>
        <mc:AlternateContent xmlns:mc="http://schemas.openxmlformats.org/markup-compatibility/2006">
          <mc:Choice xmlns:p14="http://schemas.microsoft.com/office/powerpoint/2010/main" Requires="p14">
            <p:contentPart p14:bwMode="auto" r:id="rId88">
              <p14:nvContentPartPr>
                <p14:cNvPr id="61" name="Ink 60">
                  <a:extLst>
                    <a:ext uri="{FF2B5EF4-FFF2-40B4-BE49-F238E27FC236}">
                      <a16:creationId xmlns:a16="http://schemas.microsoft.com/office/drawing/2014/main" id="{0C91653F-0645-8C6A-1CAE-D14183903349}"/>
                    </a:ext>
                  </a:extLst>
                </p14:cNvPr>
                <p14:cNvContentPartPr/>
                <p14:nvPr/>
              </p14:nvContentPartPr>
              <p14:xfrm>
                <a:off x="7987070" y="2261197"/>
                <a:ext cx="51480" cy="258840"/>
              </p14:xfrm>
            </p:contentPart>
          </mc:Choice>
          <mc:Fallback>
            <p:pic>
              <p:nvPicPr>
                <p:cNvPr id="61" name="Ink 60">
                  <a:extLst>
                    <a:ext uri="{FF2B5EF4-FFF2-40B4-BE49-F238E27FC236}">
                      <a16:creationId xmlns:a16="http://schemas.microsoft.com/office/drawing/2014/main" id="{0C91653F-0645-8C6A-1CAE-D14183903349}"/>
                    </a:ext>
                  </a:extLst>
                </p:cNvPr>
                <p:cNvPicPr/>
                <p:nvPr/>
              </p:nvPicPr>
              <p:blipFill>
                <a:blip r:embed="rId89"/>
                <a:stretch>
                  <a:fillRect/>
                </a:stretch>
              </p:blipFill>
              <p:spPr>
                <a:xfrm>
                  <a:off x="7969430" y="2243197"/>
                  <a:ext cx="87120" cy="294480"/>
                </a:xfrm>
                <a:prstGeom prst="rect">
                  <a:avLst/>
                </a:prstGeom>
              </p:spPr>
            </p:pic>
          </mc:Fallback>
        </mc:AlternateContent>
        <mc:AlternateContent xmlns:mc="http://schemas.openxmlformats.org/markup-compatibility/2006">
          <mc:Choice xmlns:p14="http://schemas.microsoft.com/office/powerpoint/2010/main" Requires="p14">
            <p:contentPart p14:bwMode="auto" r:id="rId90">
              <p14:nvContentPartPr>
                <p14:cNvPr id="62" name="Ink 61">
                  <a:extLst>
                    <a:ext uri="{FF2B5EF4-FFF2-40B4-BE49-F238E27FC236}">
                      <a16:creationId xmlns:a16="http://schemas.microsoft.com/office/drawing/2014/main" id="{7B89D605-9AA1-DC81-4FDE-67DF7DD141DE}"/>
                    </a:ext>
                  </a:extLst>
                </p14:cNvPr>
                <p14:cNvContentPartPr/>
                <p14:nvPr/>
              </p14:nvContentPartPr>
              <p14:xfrm>
                <a:off x="8154110" y="2280997"/>
                <a:ext cx="129240" cy="185760"/>
              </p14:xfrm>
            </p:contentPart>
          </mc:Choice>
          <mc:Fallback>
            <p:pic>
              <p:nvPicPr>
                <p:cNvPr id="62" name="Ink 61">
                  <a:extLst>
                    <a:ext uri="{FF2B5EF4-FFF2-40B4-BE49-F238E27FC236}">
                      <a16:creationId xmlns:a16="http://schemas.microsoft.com/office/drawing/2014/main" id="{7B89D605-9AA1-DC81-4FDE-67DF7DD141DE}"/>
                    </a:ext>
                  </a:extLst>
                </p:cNvPr>
                <p:cNvPicPr/>
                <p:nvPr/>
              </p:nvPicPr>
              <p:blipFill>
                <a:blip r:embed="rId91"/>
                <a:stretch>
                  <a:fillRect/>
                </a:stretch>
              </p:blipFill>
              <p:spPr>
                <a:xfrm>
                  <a:off x="8136470" y="2263357"/>
                  <a:ext cx="164880" cy="221400"/>
                </a:xfrm>
                <a:prstGeom prst="rect">
                  <a:avLst/>
                </a:prstGeom>
              </p:spPr>
            </p:pic>
          </mc:Fallback>
        </mc:AlternateContent>
        <mc:AlternateContent xmlns:mc="http://schemas.openxmlformats.org/markup-compatibility/2006">
          <mc:Choice xmlns:p14="http://schemas.microsoft.com/office/powerpoint/2010/main" Requires="p14">
            <p:contentPart p14:bwMode="auto" r:id="rId92">
              <p14:nvContentPartPr>
                <p14:cNvPr id="63" name="Ink 62">
                  <a:extLst>
                    <a:ext uri="{FF2B5EF4-FFF2-40B4-BE49-F238E27FC236}">
                      <a16:creationId xmlns:a16="http://schemas.microsoft.com/office/drawing/2014/main" id="{ED1A6149-432B-1FBD-EF36-5103C73A15AD}"/>
                    </a:ext>
                  </a:extLst>
                </p14:cNvPr>
                <p14:cNvContentPartPr/>
                <p14:nvPr/>
              </p14:nvContentPartPr>
              <p14:xfrm>
                <a:off x="8343110" y="2129797"/>
                <a:ext cx="48600" cy="7200"/>
              </p14:xfrm>
            </p:contentPart>
          </mc:Choice>
          <mc:Fallback>
            <p:pic>
              <p:nvPicPr>
                <p:cNvPr id="63" name="Ink 62">
                  <a:extLst>
                    <a:ext uri="{FF2B5EF4-FFF2-40B4-BE49-F238E27FC236}">
                      <a16:creationId xmlns:a16="http://schemas.microsoft.com/office/drawing/2014/main" id="{ED1A6149-432B-1FBD-EF36-5103C73A15AD}"/>
                    </a:ext>
                  </a:extLst>
                </p:cNvPr>
                <p:cNvPicPr/>
                <p:nvPr/>
              </p:nvPicPr>
              <p:blipFill>
                <a:blip r:embed="rId93"/>
                <a:stretch>
                  <a:fillRect/>
                </a:stretch>
              </p:blipFill>
              <p:spPr>
                <a:xfrm>
                  <a:off x="8325110" y="2112157"/>
                  <a:ext cx="84240" cy="42840"/>
                </a:xfrm>
                <a:prstGeom prst="rect">
                  <a:avLst/>
                </a:prstGeom>
              </p:spPr>
            </p:pic>
          </mc:Fallback>
        </mc:AlternateContent>
        <mc:AlternateContent xmlns:mc="http://schemas.openxmlformats.org/markup-compatibility/2006">
          <mc:Choice xmlns:p14="http://schemas.microsoft.com/office/powerpoint/2010/main" Requires="p14">
            <p:contentPart p14:bwMode="auto" r:id="rId94">
              <p14:nvContentPartPr>
                <p14:cNvPr id="64" name="Ink 63">
                  <a:extLst>
                    <a:ext uri="{FF2B5EF4-FFF2-40B4-BE49-F238E27FC236}">
                      <a16:creationId xmlns:a16="http://schemas.microsoft.com/office/drawing/2014/main" id="{0DEB7DD2-145E-4C69-BE90-F854F4899544}"/>
                    </a:ext>
                  </a:extLst>
                </p14:cNvPr>
                <p14:cNvContentPartPr/>
                <p14:nvPr/>
              </p14:nvContentPartPr>
              <p14:xfrm>
                <a:off x="8537870" y="1965277"/>
                <a:ext cx="109440" cy="228240"/>
              </p14:xfrm>
            </p:contentPart>
          </mc:Choice>
          <mc:Fallback>
            <p:pic>
              <p:nvPicPr>
                <p:cNvPr id="64" name="Ink 63">
                  <a:extLst>
                    <a:ext uri="{FF2B5EF4-FFF2-40B4-BE49-F238E27FC236}">
                      <a16:creationId xmlns:a16="http://schemas.microsoft.com/office/drawing/2014/main" id="{0DEB7DD2-145E-4C69-BE90-F854F4899544}"/>
                    </a:ext>
                  </a:extLst>
                </p:cNvPr>
                <p:cNvPicPr/>
                <p:nvPr/>
              </p:nvPicPr>
              <p:blipFill>
                <a:blip r:embed="rId95"/>
                <a:stretch>
                  <a:fillRect/>
                </a:stretch>
              </p:blipFill>
              <p:spPr>
                <a:xfrm>
                  <a:off x="8520230" y="1947277"/>
                  <a:ext cx="145080" cy="263880"/>
                </a:xfrm>
                <a:prstGeom prst="rect">
                  <a:avLst/>
                </a:prstGeom>
              </p:spPr>
            </p:pic>
          </mc:Fallback>
        </mc:AlternateContent>
      </p:grpSp>
      <p:grpSp>
        <p:nvGrpSpPr>
          <p:cNvPr id="72" name="Group 71">
            <a:extLst>
              <a:ext uri="{FF2B5EF4-FFF2-40B4-BE49-F238E27FC236}">
                <a16:creationId xmlns:a16="http://schemas.microsoft.com/office/drawing/2014/main" id="{E2AEBB44-FCC7-CE56-3D9F-20C06310ADA3}"/>
              </a:ext>
            </a:extLst>
          </p:cNvPr>
          <p:cNvGrpSpPr/>
          <p:nvPr/>
        </p:nvGrpSpPr>
        <p:grpSpPr>
          <a:xfrm>
            <a:off x="9068510" y="1229797"/>
            <a:ext cx="559080" cy="336960"/>
            <a:chOff x="9068510" y="1229797"/>
            <a:chExt cx="559080" cy="336960"/>
          </a:xfrm>
        </p:grpSpPr>
        <mc:AlternateContent xmlns:mc="http://schemas.openxmlformats.org/markup-compatibility/2006">
          <mc:Choice xmlns:p14="http://schemas.microsoft.com/office/powerpoint/2010/main" Requires="p14">
            <p:contentPart p14:bwMode="auto" r:id="rId96">
              <p14:nvContentPartPr>
                <p14:cNvPr id="68" name="Ink 67">
                  <a:extLst>
                    <a:ext uri="{FF2B5EF4-FFF2-40B4-BE49-F238E27FC236}">
                      <a16:creationId xmlns:a16="http://schemas.microsoft.com/office/drawing/2014/main" id="{973F6063-83CC-F07A-A5DE-93707304F12A}"/>
                    </a:ext>
                  </a:extLst>
                </p14:cNvPr>
                <p14:cNvContentPartPr/>
                <p14:nvPr/>
              </p14:nvContentPartPr>
              <p14:xfrm>
                <a:off x="9068510" y="1234117"/>
                <a:ext cx="36000" cy="332640"/>
              </p14:xfrm>
            </p:contentPart>
          </mc:Choice>
          <mc:Fallback>
            <p:pic>
              <p:nvPicPr>
                <p:cNvPr id="68" name="Ink 67">
                  <a:extLst>
                    <a:ext uri="{FF2B5EF4-FFF2-40B4-BE49-F238E27FC236}">
                      <a16:creationId xmlns:a16="http://schemas.microsoft.com/office/drawing/2014/main" id="{973F6063-83CC-F07A-A5DE-93707304F12A}"/>
                    </a:ext>
                  </a:extLst>
                </p:cNvPr>
                <p:cNvPicPr/>
                <p:nvPr/>
              </p:nvPicPr>
              <p:blipFill>
                <a:blip r:embed="rId97"/>
                <a:stretch>
                  <a:fillRect/>
                </a:stretch>
              </p:blipFill>
              <p:spPr>
                <a:xfrm>
                  <a:off x="9050510" y="1216477"/>
                  <a:ext cx="71640" cy="368280"/>
                </a:xfrm>
                <a:prstGeom prst="rect">
                  <a:avLst/>
                </a:prstGeom>
              </p:spPr>
            </p:pic>
          </mc:Fallback>
        </mc:AlternateContent>
        <mc:AlternateContent xmlns:mc="http://schemas.openxmlformats.org/markup-compatibility/2006">
          <mc:Choice xmlns:p14="http://schemas.microsoft.com/office/powerpoint/2010/main" Requires="p14">
            <p:contentPart p14:bwMode="auto" r:id="rId98">
              <p14:nvContentPartPr>
                <p14:cNvPr id="69" name="Ink 68">
                  <a:extLst>
                    <a:ext uri="{FF2B5EF4-FFF2-40B4-BE49-F238E27FC236}">
                      <a16:creationId xmlns:a16="http://schemas.microsoft.com/office/drawing/2014/main" id="{275D2307-9352-B6BA-815D-E81319F657BF}"/>
                    </a:ext>
                  </a:extLst>
                </p14:cNvPr>
                <p14:cNvContentPartPr/>
                <p14:nvPr/>
              </p14:nvContentPartPr>
              <p14:xfrm>
                <a:off x="9110990" y="1229797"/>
                <a:ext cx="282600" cy="236520"/>
              </p14:xfrm>
            </p:contentPart>
          </mc:Choice>
          <mc:Fallback>
            <p:pic>
              <p:nvPicPr>
                <p:cNvPr id="69" name="Ink 68">
                  <a:extLst>
                    <a:ext uri="{FF2B5EF4-FFF2-40B4-BE49-F238E27FC236}">
                      <a16:creationId xmlns:a16="http://schemas.microsoft.com/office/drawing/2014/main" id="{275D2307-9352-B6BA-815D-E81319F657BF}"/>
                    </a:ext>
                  </a:extLst>
                </p:cNvPr>
                <p:cNvPicPr/>
                <p:nvPr/>
              </p:nvPicPr>
              <p:blipFill>
                <a:blip r:embed="rId99"/>
                <a:stretch>
                  <a:fillRect/>
                </a:stretch>
              </p:blipFill>
              <p:spPr>
                <a:xfrm>
                  <a:off x="9093350" y="1211797"/>
                  <a:ext cx="318240" cy="272160"/>
                </a:xfrm>
                <a:prstGeom prst="rect">
                  <a:avLst/>
                </a:prstGeom>
              </p:spPr>
            </p:pic>
          </mc:Fallback>
        </mc:AlternateContent>
        <mc:AlternateContent xmlns:mc="http://schemas.openxmlformats.org/markup-compatibility/2006">
          <mc:Choice xmlns:p14="http://schemas.microsoft.com/office/powerpoint/2010/main" Requires="p14">
            <p:contentPart p14:bwMode="auto" r:id="rId100">
              <p14:nvContentPartPr>
                <p14:cNvPr id="70" name="Ink 69">
                  <a:extLst>
                    <a:ext uri="{FF2B5EF4-FFF2-40B4-BE49-F238E27FC236}">
                      <a16:creationId xmlns:a16="http://schemas.microsoft.com/office/drawing/2014/main" id="{1E4E3B40-36C0-DEAF-A1F7-E7EADB81258D}"/>
                    </a:ext>
                  </a:extLst>
                </p14:cNvPr>
                <p14:cNvContentPartPr/>
                <p14:nvPr/>
              </p14:nvContentPartPr>
              <p14:xfrm>
                <a:off x="9559550" y="1339237"/>
                <a:ext cx="45720" cy="4680"/>
              </p14:xfrm>
            </p:contentPart>
          </mc:Choice>
          <mc:Fallback>
            <p:pic>
              <p:nvPicPr>
                <p:cNvPr id="70" name="Ink 69">
                  <a:extLst>
                    <a:ext uri="{FF2B5EF4-FFF2-40B4-BE49-F238E27FC236}">
                      <a16:creationId xmlns:a16="http://schemas.microsoft.com/office/drawing/2014/main" id="{1E4E3B40-36C0-DEAF-A1F7-E7EADB81258D}"/>
                    </a:ext>
                  </a:extLst>
                </p:cNvPr>
                <p:cNvPicPr/>
                <p:nvPr/>
              </p:nvPicPr>
              <p:blipFill>
                <a:blip r:embed="rId101"/>
                <a:stretch>
                  <a:fillRect/>
                </a:stretch>
              </p:blipFill>
              <p:spPr>
                <a:xfrm>
                  <a:off x="9541550" y="1321597"/>
                  <a:ext cx="81360" cy="40320"/>
                </a:xfrm>
                <a:prstGeom prst="rect">
                  <a:avLst/>
                </a:prstGeom>
              </p:spPr>
            </p:pic>
          </mc:Fallback>
        </mc:AlternateContent>
        <mc:AlternateContent xmlns:mc="http://schemas.openxmlformats.org/markup-compatibility/2006">
          <mc:Choice xmlns:p14="http://schemas.microsoft.com/office/powerpoint/2010/main" Requires="p14">
            <p:contentPart p14:bwMode="auto" r:id="rId102">
              <p14:nvContentPartPr>
                <p14:cNvPr id="71" name="Ink 70">
                  <a:extLst>
                    <a:ext uri="{FF2B5EF4-FFF2-40B4-BE49-F238E27FC236}">
                      <a16:creationId xmlns:a16="http://schemas.microsoft.com/office/drawing/2014/main" id="{58C7ED50-FB8D-D848-7AD5-5F7D0714344C}"/>
                    </a:ext>
                  </a:extLst>
                </p14:cNvPr>
                <p14:cNvContentPartPr/>
                <p14:nvPr/>
              </p14:nvContentPartPr>
              <p14:xfrm>
                <a:off x="9587990" y="1420957"/>
                <a:ext cx="39600" cy="8280"/>
              </p14:xfrm>
            </p:contentPart>
          </mc:Choice>
          <mc:Fallback>
            <p:pic>
              <p:nvPicPr>
                <p:cNvPr id="71" name="Ink 70">
                  <a:extLst>
                    <a:ext uri="{FF2B5EF4-FFF2-40B4-BE49-F238E27FC236}">
                      <a16:creationId xmlns:a16="http://schemas.microsoft.com/office/drawing/2014/main" id="{58C7ED50-FB8D-D848-7AD5-5F7D0714344C}"/>
                    </a:ext>
                  </a:extLst>
                </p:cNvPr>
                <p:cNvPicPr/>
                <p:nvPr/>
              </p:nvPicPr>
              <p:blipFill>
                <a:blip r:embed="rId103"/>
                <a:stretch>
                  <a:fillRect/>
                </a:stretch>
              </p:blipFill>
              <p:spPr>
                <a:xfrm>
                  <a:off x="9570350" y="1403317"/>
                  <a:ext cx="75240" cy="43920"/>
                </a:xfrm>
                <a:prstGeom prst="rect">
                  <a:avLst/>
                </a:prstGeom>
              </p:spPr>
            </p:pic>
          </mc:Fallback>
        </mc:AlternateContent>
      </p:grpSp>
      <p:grpSp>
        <p:nvGrpSpPr>
          <p:cNvPr id="75" name="Group 74">
            <a:extLst>
              <a:ext uri="{FF2B5EF4-FFF2-40B4-BE49-F238E27FC236}">
                <a16:creationId xmlns:a16="http://schemas.microsoft.com/office/drawing/2014/main" id="{2C7DAE15-5DCD-9855-80E2-9C022D80C8C5}"/>
              </a:ext>
            </a:extLst>
          </p:cNvPr>
          <p:cNvGrpSpPr/>
          <p:nvPr/>
        </p:nvGrpSpPr>
        <p:grpSpPr>
          <a:xfrm>
            <a:off x="7057550" y="1451197"/>
            <a:ext cx="569520" cy="498240"/>
            <a:chOff x="7057550" y="1451197"/>
            <a:chExt cx="569520" cy="498240"/>
          </a:xfrm>
        </p:grpSpPr>
        <mc:AlternateContent xmlns:mc="http://schemas.openxmlformats.org/markup-compatibility/2006">
          <mc:Choice xmlns:p14="http://schemas.microsoft.com/office/powerpoint/2010/main" Requires="p14">
            <p:contentPart p14:bwMode="auto" r:id="rId104">
              <p14:nvContentPartPr>
                <p14:cNvPr id="49" name="Ink 48">
                  <a:extLst>
                    <a:ext uri="{FF2B5EF4-FFF2-40B4-BE49-F238E27FC236}">
                      <a16:creationId xmlns:a16="http://schemas.microsoft.com/office/drawing/2014/main" id="{46BD6AC7-ED95-FCA8-810D-B83520B5FFC1}"/>
                    </a:ext>
                  </a:extLst>
                </p14:cNvPr>
                <p14:cNvContentPartPr/>
                <p14:nvPr/>
              </p14:nvContentPartPr>
              <p14:xfrm>
                <a:off x="7121270" y="1487917"/>
                <a:ext cx="22680" cy="369360"/>
              </p14:xfrm>
            </p:contentPart>
          </mc:Choice>
          <mc:Fallback>
            <p:pic>
              <p:nvPicPr>
                <p:cNvPr id="49" name="Ink 48">
                  <a:extLst>
                    <a:ext uri="{FF2B5EF4-FFF2-40B4-BE49-F238E27FC236}">
                      <a16:creationId xmlns:a16="http://schemas.microsoft.com/office/drawing/2014/main" id="{46BD6AC7-ED95-FCA8-810D-B83520B5FFC1}"/>
                    </a:ext>
                  </a:extLst>
                </p:cNvPr>
                <p:cNvPicPr/>
                <p:nvPr/>
              </p:nvPicPr>
              <p:blipFill>
                <a:blip r:embed="rId105"/>
                <a:stretch>
                  <a:fillRect/>
                </a:stretch>
              </p:blipFill>
              <p:spPr>
                <a:xfrm>
                  <a:off x="7103270" y="1469917"/>
                  <a:ext cx="58320" cy="405000"/>
                </a:xfrm>
                <a:prstGeom prst="rect">
                  <a:avLst/>
                </a:prstGeom>
              </p:spPr>
            </p:pic>
          </mc:Fallback>
        </mc:AlternateContent>
        <mc:AlternateContent xmlns:mc="http://schemas.openxmlformats.org/markup-compatibility/2006">
          <mc:Choice xmlns:p14="http://schemas.microsoft.com/office/powerpoint/2010/main" Requires="p14">
            <p:contentPart p14:bwMode="auto" r:id="rId106">
              <p14:nvContentPartPr>
                <p14:cNvPr id="50" name="Ink 49">
                  <a:extLst>
                    <a:ext uri="{FF2B5EF4-FFF2-40B4-BE49-F238E27FC236}">
                      <a16:creationId xmlns:a16="http://schemas.microsoft.com/office/drawing/2014/main" id="{9179DA04-966E-DBD2-3FE3-5027E01706AA}"/>
                    </a:ext>
                  </a:extLst>
                </p14:cNvPr>
                <p14:cNvContentPartPr/>
                <p14:nvPr/>
              </p14:nvContentPartPr>
              <p14:xfrm>
                <a:off x="7147550" y="1451197"/>
                <a:ext cx="250560" cy="189720"/>
              </p14:xfrm>
            </p:contentPart>
          </mc:Choice>
          <mc:Fallback>
            <p:pic>
              <p:nvPicPr>
                <p:cNvPr id="50" name="Ink 49">
                  <a:extLst>
                    <a:ext uri="{FF2B5EF4-FFF2-40B4-BE49-F238E27FC236}">
                      <a16:creationId xmlns:a16="http://schemas.microsoft.com/office/drawing/2014/main" id="{9179DA04-966E-DBD2-3FE3-5027E01706AA}"/>
                    </a:ext>
                  </a:extLst>
                </p:cNvPr>
                <p:cNvPicPr/>
                <p:nvPr/>
              </p:nvPicPr>
              <p:blipFill>
                <a:blip r:embed="rId107"/>
                <a:stretch>
                  <a:fillRect/>
                </a:stretch>
              </p:blipFill>
              <p:spPr>
                <a:xfrm>
                  <a:off x="7129550" y="1433557"/>
                  <a:ext cx="286200" cy="225360"/>
                </a:xfrm>
                <a:prstGeom prst="rect">
                  <a:avLst/>
                </a:prstGeom>
              </p:spPr>
            </p:pic>
          </mc:Fallback>
        </mc:AlternateContent>
        <mc:AlternateContent xmlns:mc="http://schemas.openxmlformats.org/markup-compatibility/2006">
          <mc:Choice xmlns:p14="http://schemas.microsoft.com/office/powerpoint/2010/main" Requires="p14">
            <p:contentPart p14:bwMode="auto" r:id="rId108">
              <p14:nvContentPartPr>
                <p14:cNvPr id="51" name="Ink 50">
                  <a:extLst>
                    <a:ext uri="{FF2B5EF4-FFF2-40B4-BE49-F238E27FC236}">
                      <a16:creationId xmlns:a16="http://schemas.microsoft.com/office/drawing/2014/main" id="{E2F300D4-50D6-770D-2B7D-97154CA7C95A}"/>
                    </a:ext>
                  </a:extLst>
                </p14:cNvPr>
                <p14:cNvContentPartPr/>
                <p14:nvPr/>
              </p14:nvContentPartPr>
              <p14:xfrm>
                <a:off x="7529510" y="1501237"/>
                <a:ext cx="61200" cy="3960"/>
              </p14:xfrm>
            </p:contentPart>
          </mc:Choice>
          <mc:Fallback>
            <p:pic>
              <p:nvPicPr>
                <p:cNvPr id="51" name="Ink 50">
                  <a:extLst>
                    <a:ext uri="{FF2B5EF4-FFF2-40B4-BE49-F238E27FC236}">
                      <a16:creationId xmlns:a16="http://schemas.microsoft.com/office/drawing/2014/main" id="{E2F300D4-50D6-770D-2B7D-97154CA7C95A}"/>
                    </a:ext>
                  </a:extLst>
                </p:cNvPr>
                <p:cNvPicPr/>
                <p:nvPr/>
              </p:nvPicPr>
              <p:blipFill>
                <a:blip r:embed="rId109"/>
                <a:stretch>
                  <a:fillRect/>
                </a:stretch>
              </p:blipFill>
              <p:spPr>
                <a:xfrm>
                  <a:off x="7511510" y="1483597"/>
                  <a:ext cx="96840" cy="39600"/>
                </a:xfrm>
                <a:prstGeom prst="rect">
                  <a:avLst/>
                </a:prstGeom>
              </p:spPr>
            </p:pic>
          </mc:Fallback>
        </mc:AlternateContent>
        <mc:AlternateContent xmlns:mc="http://schemas.openxmlformats.org/markup-compatibility/2006">
          <mc:Choice xmlns:p14="http://schemas.microsoft.com/office/powerpoint/2010/main" Requires="p14">
            <p:contentPart p14:bwMode="auto" r:id="rId110">
              <p14:nvContentPartPr>
                <p14:cNvPr id="52" name="Ink 51">
                  <a:extLst>
                    <a:ext uri="{FF2B5EF4-FFF2-40B4-BE49-F238E27FC236}">
                      <a16:creationId xmlns:a16="http://schemas.microsoft.com/office/drawing/2014/main" id="{9F30E05A-C394-E1B8-0FCA-C3E91CA0B4C7}"/>
                    </a:ext>
                  </a:extLst>
                </p14:cNvPr>
                <p14:cNvContentPartPr/>
                <p14:nvPr/>
              </p14:nvContentPartPr>
              <p14:xfrm>
                <a:off x="7597190" y="1599157"/>
                <a:ext cx="29880" cy="27000"/>
              </p14:xfrm>
            </p:contentPart>
          </mc:Choice>
          <mc:Fallback>
            <p:pic>
              <p:nvPicPr>
                <p:cNvPr id="52" name="Ink 51">
                  <a:extLst>
                    <a:ext uri="{FF2B5EF4-FFF2-40B4-BE49-F238E27FC236}">
                      <a16:creationId xmlns:a16="http://schemas.microsoft.com/office/drawing/2014/main" id="{9F30E05A-C394-E1B8-0FCA-C3E91CA0B4C7}"/>
                    </a:ext>
                  </a:extLst>
                </p:cNvPr>
                <p:cNvPicPr/>
                <p:nvPr/>
              </p:nvPicPr>
              <p:blipFill>
                <a:blip r:embed="rId111"/>
                <a:stretch>
                  <a:fillRect/>
                </a:stretch>
              </p:blipFill>
              <p:spPr>
                <a:xfrm>
                  <a:off x="7579550" y="1581157"/>
                  <a:ext cx="65520" cy="62640"/>
                </a:xfrm>
                <a:prstGeom prst="rect">
                  <a:avLst/>
                </a:prstGeom>
              </p:spPr>
            </p:pic>
          </mc:Fallback>
        </mc:AlternateContent>
        <mc:AlternateContent xmlns:mc="http://schemas.openxmlformats.org/markup-compatibility/2006">
          <mc:Choice xmlns:p14="http://schemas.microsoft.com/office/powerpoint/2010/main" Requires="p14">
            <p:contentPart p14:bwMode="auto" r:id="rId112">
              <p14:nvContentPartPr>
                <p14:cNvPr id="73" name="Ink 72">
                  <a:extLst>
                    <a:ext uri="{FF2B5EF4-FFF2-40B4-BE49-F238E27FC236}">
                      <a16:creationId xmlns:a16="http://schemas.microsoft.com/office/drawing/2014/main" id="{E8D954EE-B53F-876A-AD67-9FE46CFA5CA1}"/>
                    </a:ext>
                  </a:extLst>
                </p14:cNvPr>
                <p14:cNvContentPartPr/>
                <p14:nvPr/>
              </p14:nvContentPartPr>
              <p14:xfrm>
                <a:off x="7057550" y="1466677"/>
                <a:ext cx="100440" cy="482760"/>
              </p14:xfrm>
            </p:contentPart>
          </mc:Choice>
          <mc:Fallback>
            <p:pic>
              <p:nvPicPr>
                <p:cNvPr id="73" name="Ink 72">
                  <a:extLst>
                    <a:ext uri="{FF2B5EF4-FFF2-40B4-BE49-F238E27FC236}">
                      <a16:creationId xmlns:a16="http://schemas.microsoft.com/office/drawing/2014/main" id="{E8D954EE-B53F-876A-AD67-9FE46CFA5CA1}"/>
                    </a:ext>
                  </a:extLst>
                </p:cNvPr>
                <p:cNvPicPr/>
                <p:nvPr/>
              </p:nvPicPr>
              <p:blipFill>
                <a:blip r:embed="rId113"/>
                <a:stretch>
                  <a:fillRect/>
                </a:stretch>
              </p:blipFill>
              <p:spPr>
                <a:xfrm>
                  <a:off x="7039910" y="1449037"/>
                  <a:ext cx="136080" cy="518400"/>
                </a:xfrm>
                <a:prstGeom prst="rect">
                  <a:avLst/>
                </a:prstGeom>
              </p:spPr>
            </p:pic>
          </mc:Fallback>
        </mc:AlternateContent>
        <mc:AlternateContent xmlns:mc="http://schemas.openxmlformats.org/markup-compatibility/2006">
          <mc:Choice xmlns:p14="http://schemas.microsoft.com/office/powerpoint/2010/main" Requires="p14">
            <p:contentPart p14:bwMode="auto" r:id="rId114">
              <p14:nvContentPartPr>
                <p14:cNvPr id="74" name="Ink 73">
                  <a:extLst>
                    <a:ext uri="{FF2B5EF4-FFF2-40B4-BE49-F238E27FC236}">
                      <a16:creationId xmlns:a16="http://schemas.microsoft.com/office/drawing/2014/main" id="{45252A1D-0CB2-F29E-FA0F-09BB84AB5696}"/>
                    </a:ext>
                  </a:extLst>
                </p14:cNvPr>
                <p14:cNvContentPartPr/>
                <p14:nvPr/>
              </p14:nvContentPartPr>
              <p14:xfrm>
                <a:off x="7185350" y="1456597"/>
                <a:ext cx="224280" cy="137520"/>
              </p14:xfrm>
            </p:contentPart>
          </mc:Choice>
          <mc:Fallback>
            <p:pic>
              <p:nvPicPr>
                <p:cNvPr id="74" name="Ink 73">
                  <a:extLst>
                    <a:ext uri="{FF2B5EF4-FFF2-40B4-BE49-F238E27FC236}">
                      <a16:creationId xmlns:a16="http://schemas.microsoft.com/office/drawing/2014/main" id="{45252A1D-0CB2-F29E-FA0F-09BB84AB5696}"/>
                    </a:ext>
                  </a:extLst>
                </p:cNvPr>
                <p:cNvPicPr/>
                <p:nvPr/>
              </p:nvPicPr>
              <p:blipFill>
                <a:blip r:embed="rId115"/>
                <a:stretch>
                  <a:fillRect/>
                </a:stretch>
              </p:blipFill>
              <p:spPr>
                <a:xfrm>
                  <a:off x="7167710" y="1438597"/>
                  <a:ext cx="259920" cy="173160"/>
                </a:xfrm>
                <a:prstGeom prst="rect">
                  <a:avLst/>
                </a:prstGeom>
              </p:spPr>
            </p:pic>
          </mc:Fallback>
        </mc:AlternateContent>
      </p:grpSp>
      <p:grpSp>
        <p:nvGrpSpPr>
          <p:cNvPr id="88" name="Group 87">
            <a:extLst>
              <a:ext uri="{FF2B5EF4-FFF2-40B4-BE49-F238E27FC236}">
                <a16:creationId xmlns:a16="http://schemas.microsoft.com/office/drawing/2014/main" id="{62306C8B-A5C8-85ED-77EC-86D00A538F84}"/>
              </a:ext>
            </a:extLst>
          </p:cNvPr>
          <p:cNvGrpSpPr/>
          <p:nvPr/>
        </p:nvGrpSpPr>
        <p:grpSpPr>
          <a:xfrm>
            <a:off x="9841430" y="894277"/>
            <a:ext cx="494280" cy="531000"/>
            <a:chOff x="9841430" y="894277"/>
            <a:chExt cx="494280" cy="531000"/>
          </a:xfrm>
        </p:grpSpPr>
        <mc:AlternateContent xmlns:mc="http://schemas.openxmlformats.org/markup-compatibility/2006">
          <mc:Choice xmlns:p14="http://schemas.microsoft.com/office/powerpoint/2010/main" Requires="p14">
            <p:contentPart p14:bwMode="auto" r:id="rId116">
              <p14:nvContentPartPr>
                <p14:cNvPr id="76" name="Ink 75">
                  <a:extLst>
                    <a:ext uri="{FF2B5EF4-FFF2-40B4-BE49-F238E27FC236}">
                      <a16:creationId xmlns:a16="http://schemas.microsoft.com/office/drawing/2014/main" id="{C374BA28-51B3-16CC-1CBE-C5EDB74560E7}"/>
                    </a:ext>
                  </a:extLst>
                </p14:cNvPr>
                <p14:cNvContentPartPr/>
                <p14:nvPr/>
              </p14:nvContentPartPr>
              <p14:xfrm>
                <a:off x="9841430" y="1163557"/>
                <a:ext cx="52920" cy="261720"/>
              </p14:xfrm>
            </p:contentPart>
          </mc:Choice>
          <mc:Fallback>
            <p:pic>
              <p:nvPicPr>
                <p:cNvPr id="76" name="Ink 75">
                  <a:extLst>
                    <a:ext uri="{FF2B5EF4-FFF2-40B4-BE49-F238E27FC236}">
                      <a16:creationId xmlns:a16="http://schemas.microsoft.com/office/drawing/2014/main" id="{C374BA28-51B3-16CC-1CBE-C5EDB74560E7}"/>
                    </a:ext>
                  </a:extLst>
                </p:cNvPr>
                <p:cNvPicPr/>
                <p:nvPr/>
              </p:nvPicPr>
              <p:blipFill>
                <a:blip r:embed="rId117"/>
                <a:stretch>
                  <a:fillRect/>
                </a:stretch>
              </p:blipFill>
              <p:spPr>
                <a:xfrm>
                  <a:off x="9823790" y="1145917"/>
                  <a:ext cx="88560" cy="297360"/>
                </a:xfrm>
                <a:prstGeom prst="rect">
                  <a:avLst/>
                </a:prstGeom>
              </p:spPr>
            </p:pic>
          </mc:Fallback>
        </mc:AlternateContent>
        <mc:AlternateContent xmlns:mc="http://schemas.openxmlformats.org/markup-compatibility/2006">
          <mc:Choice xmlns:p14="http://schemas.microsoft.com/office/powerpoint/2010/main" Requires="p14">
            <p:contentPart p14:bwMode="auto" r:id="rId118">
              <p14:nvContentPartPr>
                <p14:cNvPr id="77" name="Ink 76">
                  <a:extLst>
                    <a:ext uri="{FF2B5EF4-FFF2-40B4-BE49-F238E27FC236}">
                      <a16:creationId xmlns:a16="http://schemas.microsoft.com/office/drawing/2014/main" id="{0203AAC1-6932-6187-3FA9-E8C46DDDFE74}"/>
                    </a:ext>
                  </a:extLst>
                </p14:cNvPr>
                <p14:cNvContentPartPr/>
                <p14:nvPr/>
              </p14:nvContentPartPr>
              <p14:xfrm>
                <a:off x="10023950" y="1192717"/>
                <a:ext cx="140040" cy="197280"/>
              </p14:xfrm>
            </p:contentPart>
          </mc:Choice>
          <mc:Fallback>
            <p:pic>
              <p:nvPicPr>
                <p:cNvPr id="77" name="Ink 76">
                  <a:extLst>
                    <a:ext uri="{FF2B5EF4-FFF2-40B4-BE49-F238E27FC236}">
                      <a16:creationId xmlns:a16="http://schemas.microsoft.com/office/drawing/2014/main" id="{0203AAC1-6932-6187-3FA9-E8C46DDDFE74}"/>
                    </a:ext>
                  </a:extLst>
                </p:cNvPr>
                <p:cNvPicPr/>
                <p:nvPr/>
              </p:nvPicPr>
              <p:blipFill>
                <a:blip r:embed="rId119"/>
                <a:stretch>
                  <a:fillRect/>
                </a:stretch>
              </p:blipFill>
              <p:spPr>
                <a:xfrm>
                  <a:off x="10006310" y="1175077"/>
                  <a:ext cx="175680" cy="232920"/>
                </a:xfrm>
                <a:prstGeom prst="rect">
                  <a:avLst/>
                </a:prstGeom>
              </p:spPr>
            </p:pic>
          </mc:Fallback>
        </mc:AlternateContent>
        <mc:AlternateContent xmlns:mc="http://schemas.openxmlformats.org/markup-compatibility/2006">
          <mc:Choice xmlns:p14="http://schemas.microsoft.com/office/powerpoint/2010/main" Requires="p14">
            <p:contentPart p14:bwMode="auto" r:id="rId120">
              <p14:nvContentPartPr>
                <p14:cNvPr id="78" name="Ink 77">
                  <a:extLst>
                    <a:ext uri="{FF2B5EF4-FFF2-40B4-BE49-F238E27FC236}">
                      <a16:creationId xmlns:a16="http://schemas.microsoft.com/office/drawing/2014/main" id="{9B2D2DB2-2ADF-2521-0E63-910BED41F940}"/>
                    </a:ext>
                  </a:extLst>
                </p14:cNvPr>
                <p14:cNvContentPartPr/>
                <p14:nvPr/>
              </p14:nvContentPartPr>
              <p14:xfrm>
                <a:off x="10232390" y="894277"/>
                <a:ext cx="103320" cy="180000"/>
              </p14:xfrm>
            </p:contentPart>
          </mc:Choice>
          <mc:Fallback>
            <p:pic>
              <p:nvPicPr>
                <p:cNvPr id="78" name="Ink 77">
                  <a:extLst>
                    <a:ext uri="{FF2B5EF4-FFF2-40B4-BE49-F238E27FC236}">
                      <a16:creationId xmlns:a16="http://schemas.microsoft.com/office/drawing/2014/main" id="{9B2D2DB2-2ADF-2521-0E63-910BED41F940}"/>
                    </a:ext>
                  </a:extLst>
                </p:cNvPr>
                <p:cNvPicPr/>
                <p:nvPr/>
              </p:nvPicPr>
              <p:blipFill>
                <a:blip r:embed="rId121"/>
                <a:stretch>
                  <a:fillRect/>
                </a:stretch>
              </p:blipFill>
              <p:spPr>
                <a:xfrm>
                  <a:off x="10214390" y="876637"/>
                  <a:ext cx="138960" cy="215640"/>
                </a:xfrm>
                <a:prstGeom prst="rect">
                  <a:avLst/>
                </a:prstGeom>
              </p:spPr>
            </p:pic>
          </mc:Fallback>
        </mc:AlternateContent>
      </p:grpSp>
      <p:grpSp>
        <p:nvGrpSpPr>
          <p:cNvPr id="87" name="Group 86">
            <a:extLst>
              <a:ext uri="{FF2B5EF4-FFF2-40B4-BE49-F238E27FC236}">
                <a16:creationId xmlns:a16="http://schemas.microsoft.com/office/drawing/2014/main" id="{FBD90E95-E706-2AB1-A325-1D24EA1A9891}"/>
              </a:ext>
            </a:extLst>
          </p:cNvPr>
          <p:cNvGrpSpPr/>
          <p:nvPr/>
        </p:nvGrpSpPr>
        <p:grpSpPr>
          <a:xfrm>
            <a:off x="9307550" y="2061037"/>
            <a:ext cx="147240" cy="289080"/>
            <a:chOff x="9307550" y="2061037"/>
            <a:chExt cx="147240" cy="289080"/>
          </a:xfrm>
        </p:grpSpPr>
        <mc:AlternateContent xmlns:mc="http://schemas.openxmlformats.org/markup-compatibility/2006">
          <mc:Choice xmlns:p14="http://schemas.microsoft.com/office/powerpoint/2010/main" Requires="p14">
            <p:contentPart p14:bwMode="auto" r:id="rId122">
              <p14:nvContentPartPr>
                <p14:cNvPr id="79" name="Ink 78">
                  <a:extLst>
                    <a:ext uri="{FF2B5EF4-FFF2-40B4-BE49-F238E27FC236}">
                      <a16:creationId xmlns:a16="http://schemas.microsoft.com/office/drawing/2014/main" id="{99119048-A080-96BB-59E4-438AE858B131}"/>
                    </a:ext>
                  </a:extLst>
                </p14:cNvPr>
                <p14:cNvContentPartPr/>
                <p14:nvPr/>
              </p14:nvContentPartPr>
              <p14:xfrm>
                <a:off x="9307550" y="2061037"/>
                <a:ext cx="31680" cy="289080"/>
              </p14:xfrm>
            </p:contentPart>
          </mc:Choice>
          <mc:Fallback>
            <p:pic>
              <p:nvPicPr>
                <p:cNvPr id="79" name="Ink 78">
                  <a:extLst>
                    <a:ext uri="{FF2B5EF4-FFF2-40B4-BE49-F238E27FC236}">
                      <a16:creationId xmlns:a16="http://schemas.microsoft.com/office/drawing/2014/main" id="{99119048-A080-96BB-59E4-438AE858B131}"/>
                    </a:ext>
                  </a:extLst>
                </p:cNvPr>
                <p:cNvPicPr/>
                <p:nvPr/>
              </p:nvPicPr>
              <p:blipFill>
                <a:blip r:embed="rId123"/>
                <a:stretch>
                  <a:fillRect/>
                </a:stretch>
              </p:blipFill>
              <p:spPr>
                <a:xfrm>
                  <a:off x="9289910" y="2043397"/>
                  <a:ext cx="67320" cy="324720"/>
                </a:xfrm>
                <a:prstGeom prst="rect">
                  <a:avLst/>
                </a:prstGeom>
              </p:spPr>
            </p:pic>
          </mc:Fallback>
        </mc:AlternateContent>
        <mc:AlternateContent xmlns:mc="http://schemas.openxmlformats.org/markup-compatibility/2006">
          <mc:Choice xmlns:p14="http://schemas.microsoft.com/office/powerpoint/2010/main" Requires="p14">
            <p:contentPart p14:bwMode="auto" r:id="rId124">
              <p14:nvContentPartPr>
                <p14:cNvPr id="80" name="Ink 79">
                  <a:extLst>
                    <a:ext uri="{FF2B5EF4-FFF2-40B4-BE49-F238E27FC236}">
                      <a16:creationId xmlns:a16="http://schemas.microsoft.com/office/drawing/2014/main" id="{E006C879-24A9-10A3-5215-9E234E1E4C11}"/>
                    </a:ext>
                  </a:extLst>
                </p14:cNvPr>
                <p14:cNvContentPartPr/>
                <p14:nvPr/>
              </p14:nvContentPartPr>
              <p14:xfrm>
                <a:off x="9368390" y="2188477"/>
                <a:ext cx="86400" cy="75240"/>
              </p14:xfrm>
            </p:contentPart>
          </mc:Choice>
          <mc:Fallback>
            <p:pic>
              <p:nvPicPr>
                <p:cNvPr id="80" name="Ink 79">
                  <a:extLst>
                    <a:ext uri="{FF2B5EF4-FFF2-40B4-BE49-F238E27FC236}">
                      <a16:creationId xmlns:a16="http://schemas.microsoft.com/office/drawing/2014/main" id="{E006C879-24A9-10A3-5215-9E234E1E4C11}"/>
                    </a:ext>
                  </a:extLst>
                </p:cNvPr>
                <p:cNvPicPr/>
                <p:nvPr/>
              </p:nvPicPr>
              <p:blipFill>
                <a:blip r:embed="rId125"/>
                <a:stretch>
                  <a:fillRect/>
                </a:stretch>
              </p:blipFill>
              <p:spPr>
                <a:xfrm>
                  <a:off x="9350390" y="2170477"/>
                  <a:ext cx="122040" cy="110880"/>
                </a:xfrm>
                <a:prstGeom prst="rect">
                  <a:avLst/>
                </a:prstGeom>
              </p:spPr>
            </p:pic>
          </mc:Fallback>
        </mc:AlternateContent>
      </p:grpSp>
      <p:grpSp>
        <p:nvGrpSpPr>
          <p:cNvPr id="86" name="Group 85">
            <a:extLst>
              <a:ext uri="{FF2B5EF4-FFF2-40B4-BE49-F238E27FC236}">
                <a16:creationId xmlns:a16="http://schemas.microsoft.com/office/drawing/2014/main" id="{F42C36A0-B0B9-2937-56C4-80DE5E58967D}"/>
              </a:ext>
            </a:extLst>
          </p:cNvPr>
          <p:cNvGrpSpPr/>
          <p:nvPr/>
        </p:nvGrpSpPr>
        <p:grpSpPr>
          <a:xfrm>
            <a:off x="9685190" y="1781317"/>
            <a:ext cx="646200" cy="537120"/>
            <a:chOff x="9685190" y="1781317"/>
            <a:chExt cx="646200" cy="537120"/>
          </a:xfrm>
        </p:grpSpPr>
        <mc:AlternateContent xmlns:mc="http://schemas.openxmlformats.org/markup-compatibility/2006">
          <mc:Choice xmlns:p14="http://schemas.microsoft.com/office/powerpoint/2010/main" Requires="p14">
            <p:contentPart p14:bwMode="auto" r:id="rId126">
              <p14:nvContentPartPr>
                <p14:cNvPr id="81" name="Ink 80">
                  <a:extLst>
                    <a:ext uri="{FF2B5EF4-FFF2-40B4-BE49-F238E27FC236}">
                      <a16:creationId xmlns:a16="http://schemas.microsoft.com/office/drawing/2014/main" id="{4C0DA3B2-F737-7B25-9457-1514ACB5AA28}"/>
                    </a:ext>
                  </a:extLst>
                </p14:cNvPr>
                <p14:cNvContentPartPr/>
                <p14:nvPr/>
              </p14:nvContentPartPr>
              <p14:xfrm>
                <a:off x="9685190" y="2231317"/>
                <a:ext cx="65880" cy="19080"/>
              </p14:xfrm>
            </p:contentPart>
          </mc:Choice>
          <mc:Fallback>
            <p:pic>
              <p:nvPicPr>
                <p:cNvPr id="81" name="Ink 80">
                  <a:extLst>
                    <a:ext uri="{FF2B5EF4-FFF2-40B4-BE49-F238E27FC236}">
                      <a16:creationId xmlns:a16="http://schemas.microsoft.com/office/drawing/2014/main" id="{4C0DA3B2-F737-7B25-9457-1514ACB5AA28}"/>
                    </a:ext>
                  </a:extLst>
                </p:cNvPr>
                <p:cNvPicPr/>
                <p:nvPr/>
              </p:nvPicPr>
              <p:blipFill>
                <a:blip r:embed="rId127"/>
                <a:stretch>
                  <a:fillRect/>
                </a:stretch>
              </p:blipFill>
              <p:spPr>
                <a:xfrm>
                  <a:off x="9667190" y="2213317"/>
                  <a:ext cx="101520" cy="54720"/>
                </a:xfrm>
                <a:prstGeom prst="rect">
                  <a:avLst/>
                </a:prstGeom>
              </p:spPr>
            </p:pic>
          </mc:Fallback>
        </mc:AlternateContent>
        <mc:AlternateContent xmlns:mc="http://schemas.openxmlformats.org/markup-compatibility/2006">
          <mc:Choice xmlns:p14="http://schemas.microsoft.com/office/powerpoint/2010/main" Requires="p14">
            <p:contentPart p14:bwMode="auto" r:id="rId128">
              <p14:nvContentPartPr>
                <p14:cNvPr id="82" name="Ink 81">
                  <a:extLst>
                    <a:ext uri="{FF2B5EF4-FFF2-40B4-BE49-F238E27FC236}">
                      <a16:creationId xmlns:a16="http://schemas.microsoft.com/office/drawing/2014/main" id="{B0F95D7A-2A2B-D24F-1024-EE7EACFB4424}"/>
                    </a:ext>
                  </a:extLst>
                </p14:cNvPr>
                <p14:cNvContentPartPr/>
                <p14:nvPr/>
              </p14:nvContentPartPr>
              <p14:xfrm>
                <a:off x="9738110" y="2291077"/>
                <a:ext cx="51120" cy="27360"/>
              </p14:xfrm>
            </p:contentPart>
          </mc:Choice>
          <mc:Fallback>
            <p:pic>
              <p:nvPicPr>
                <p:cNvPr id="82" name="Ink 81">
                  <a:extLst>
                    <a:ext uri="{FF2B5EF4-FFF2-40B4-BE49-F238E27FC236}">
                      <a16:creationId xmlns:a16="http://schemas.microsoft.com/office/drawing/2014/main" id="{B0F95D7A-2A2B-D24F-1024-EE7EACFB4424}"/>
                    </a:ext>
                  </a:extLst>
                </p:cNvPr>
                <p:cNvPicPr/>
                <p:nvPr/>
              </p:nvPicPr>
              <p:blipFill>
                <a:blip r:embed="rId129"/>
                <a:stretch>
                  <a:fillRect/>
                </a:stretch>
              </p:blipFill>
              <p:spPr>
                <a:xfrm>
                  <a:off x="9720470" y="2273437"/>
                  <a:ext cx="86760" cy="63000"/>
                </a:xfrm>
                <a:prstGeom prst="rect">
                  <a:avLst/>
                </a:prstGeom>
              </p:spPr>
            </p:pic>
          </mc:Fallback>
        </mc:AlternateContent>
        <mc:AlternateContent xmlns:mc="http://schemas.openxmlformats.org/markup-compatibility/2006">
          <mc:Choice xmlns:p14="http://schemas.microsoft.com/office/powerpoint/2010/main" Requires="p14">
            <p:contentPart p14:bwMode="auto" r:id="rId130">
              <p14:nvContentPartPr>
                <p14:cNvPr id="83" name="Ink 82">
                  <a:extLst>
                    <a:ext uri="{FF2B5EF4-FFF2-40B4-BE49-F238E27FC236}">
                      <a16:creationId xmlns:a16="http://schemas.microsoft.com/office/drawing/2014/main" id="{0A30CAD8-1D0B-74C8-1217-5B1539FC9638}"/>
                    </a:ext>
                  </a:extLst>
                </p14:cNvPr>
                <p14:cNvContentPartPr/>
                <p14:nvPr/>
              </p14:nvContentPartPr>
              <p14:xfrm>
                <a:off x="9902630" y="2040877"/>
                <a:ext cx="45720" cy="274320"/>
              </p14:xfrm>
            </p:contentPart>
          </mc:Choice>
          <mc:Fallback>
            <p:pic>
              <p:nvPicPr>
                <p:cNvPr id="83" name="Ink 82">
                  <a:extLst>
                    <a:ext uri="{FF2B5EF4-FFF2-40B4-BE49-F238E27FC236}">
                      <a16:creationId xmlns:a16="http://schemas.microsoft.com/office/drawing/2014/main" id="{0A30CAD8-1D0B-74C8-1217-5B1539FC9638}"/>
                    </a:ext>
                  </a:extLst>
                </p:cNvPr>
                <p:cNvPicPr/>
                <p:nvPr/>
              </p:nvPicPr>
              <p:blipFill>
                <a:blip r:embed="rId131"/>
                <a:stretch>
                  <a:fillRect/>
                </a:stretch>
              </p:blipFill>
              <p:spPr>
                <a:xfrm>
                  <a:off x="9884990" y="2022877"/>
                  <a:ext cx="81360" cy="309960"/>
                </a:xfrm>
                <a:prstGeom prst="rect">
                  <a:avLst/>
                </a:prstGeom>
              </p:spPr>
            </p:pic>
          </mc:Fallback>
        </mc:AlternateContent>
        <mc:AlternateContent xmlns:mc="http://schemas.openxmlformats.org/markup-compatibility/2006">
          <mc:Choice xmlns:p14="http://schemas.microsoft.com/office/powerpoint/2010/main" Requires="p14">
            <p:contentPart p14:bwMode="auto" r:id="rId132">
              <p14:nvContentPartPr>
                <p14:cNvPr id="84" name="Ink 83">
                  <a:extLst>
                    <a:ext uri="{FF2B5EF4-FFF2-40B4-BE49-F238E27FC236}">
                      <a16:creationId xmlns:a16="http://schemas.microsoft.com/office/drawing/2014/main" id="{965C5AE5-D44D-99B1-BD87-CD6A9521C251}"/>
                    </a:ext>
                  </a:extLst>
                </p14:cNvPr>
                <p14:cNvContentPartPr/>
                <p14:nvPr/>
              </p14:nvContentPartPr>
              <p14:xfrm>
                <a:off x="10021070" y="2066437"/>
                <a:ext cx="152280" cy="185040"/>
              </p14:xfrm>
            </p:contentPart>
          </mc:Choice>
          <mc:Fallback>
            <p:pic>
              <p:nvPicPr>
                <p:cNvPr id="84" name="Ink 83">
                  <a:extLst>
                    <a:ext uri="{FF2B5EF4-FFF2-40B4-BE49-F238E27FC236}">
                      <a16:creationId xmlns:a16="http://schemas.microsoft.com/office/drawing/2014/main" id="{965C5AE5-D44D-99B1-BD87-CD6A9521C251}"/>
                    </a:ext>
                  </a:extLst>
                </p:cNvPr>
                <p:cNvPicPr/>
                <p:nvPr/>
              </p:nvPicPr>
              <p:blipFill>
                <a:blip r:embed="rId133"/>
                <a:stretch>
                  <a:fillRect/>
                </a:stretch>
              </p:blipFill>
              <p:spPr>
                <a:xfrm>
                  <a:off x="10003070" y="2048437"/>
                  <a:ext cx="187920" cy="220680"/>
                </a:xfrm>
                <a:prstGeom prst="rect">
                  <a:avLst/>
                </a:prstGeom>
              </p:spPr>
            </p:pic>
          </mc:Fallback>
        </mc:AlternateContent>
        <mc:AlternateContent xmlns:mc="http://schemas.openxmlformats.org/markup-compatibility/2006">
          <mc:Choice xmlns:p14="http://schemas.microsoft.com/office/powerpoint/2010/main" Requires="p14">
            <p:contentPart p14:bwMode="auto" r:id="rId134">
              <p14:nvContentPartPr>
                <p14:cNvPr id="85" name="Ink 84">
                  <a:extLst>
                    <a:ext uri="{FF2B5EF4-FFF2-40B4-BE49-F238E27FC236}">
                      <a16:creationId xmlns:a16="http://schemas.microsoft.com/office/drawing/2014/main" id="{868B9EB1-BB8C-D54E-25F9-2C6C0E18E85B}"/>
                    </a:ext>
                  </a:extLst>
                </p14:cNvPr>
                <p14:cNvContentPartPr/>
                <p14:nvPr/>
              </p14:nvContentPartPr>
              <p14:xfrm>
                <a:off x="10223750" y="1781317"/>
                <a:ext cx="107640" cy="247320"/>
              </p14:xfrm>
            </p:contentPart>
          </mc:Choice>
          <mc:Fallback>
            <p:pic>
              <p:nvPicPr>
                <p:cNvPr id="85" name="Ink 84">
                  <a:extLst>
                    <a:ext uri="{FF2B5EF4-FFF2-40B4-BE49-F238E27FC236}">
                      <a16:creationId xmlns:a16="http://schemas.microsoft.com/office/drawing/2014/main" id="{868B9EB1-BB8C-D54E-25F9-2C6C0E18E85B}"/>
                    </a:ext>
                  </a:extLst>
                </p:cNvPr>
                <p:cNvPicPr/>
                <p:nvPr/>
              </p:nvPicPr>
              <p:blipFill>
                <a:blip r:embed="rId135"/>
                <a:stretch>
                  <a:fillRect/>
                </a:stretch>
              </p:blipFill>
              <p:spPr>
                <a:xfrm>
                  <a:off x="10205750" y="1763317"/>
                  <a:ext cx="143280" cy="282960"/>
                </a:xfrm>
                <a:prstGeom prst="rect">
                  <a:avLst/>
                </a:prstGeom>
              </p:spPr>
            </p:pic>
          </mc:Fallback>
        </mc:AlternateContent>
      </p:grpSp>
    </p:spTree>
    <p:extLst>
      <p:ext uri="{BB962C8B-B14F-4D97-AF65-F5344CB8AC3E}">
        <p14:creationId xmlns:p14="http://schemas.microsoft.com/office/powerpoint/2010/main" val="284682595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2700" rIns="0" bIns="0" rtlCol="0">
            <a:spAutoFit/>
          </a:bodyPr>
          <a:lstStyle/>
          <a:p>
            <a:pPr marL="24765">
              <a:lnSpc>
                <a:spcPct val="100000"/>
              </a:lnSpc>
              <a:spcBef>
                <a:spcPts val="100"/>
              </a:spcBef>
            </a:pPr>
            <a:r>
              <a:rPr dirty="0"/>
              <a:t>Thermal</a:t>
            </a:r>
            <a:r>
              <a:rPr spc="204" dirty="0"/>
              <a:t> </a:t>
            </a:r>
            <a:r>
              <a:rPr spc="-20" dirty="0"/>
              <a:t>Noise</a:t>
            </a:r>
          </a:p>
        </p:txBody>
      </p:sp>
      <p:pic>
        <p:nvPicPr>
          <p:cNvPr id="3" name="object 3"/>
          <p:cNvPicPr/>
          <p:nvPr/>
        </p:nvPicPr>
        <p:blipFill>
          <a:blip r:embed="rId2" cstate="print"/>
          <a:stretch>
            <a:fillRect/>
          </a:stretch>
        </p:blipFill>
        <p:spPr>
          <a:xfrm>
            <a:off x="228600" y="427089"/>
            <a:ext cx="9677399" cy="3369168"/>
          </a:xfrm>
          <a:prstGeom prst="rect">
            <a:avLst/>
          </a:prstGeom>
        </p:spPr>
      </p:pic>
      <p:pic>
        <p:nvPicPr>
          <p:cNvPr id="6" name="Picture 5" descr="A white background with black text and black text&#10;&#10;AI-generated content may be incorrect.">
            <a:extLst>
              <a:ext uri="{FF2B5EF4-FFF2-40B4-BE49-F238E27FC236}">
                <a16:creationId xmlns:a16="http://schemas.microsoft.com/office/drawing/2014/main" id="{02D960A0-92C9-7812-04BF-6116F3315D9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50193" y="2286000"/>
            <a:ext cx="6771835" cy="4191000"/>
          </a:xfrm>
          <a:prstGeom prst="rect">
            <a:avLst/>
          </a:prstGeom>
        </p:spPr>
      </p:pic>
      <p:grpSp>
        <p:nvGrpSpPr>
          <p:cNvPr id="52" name="Group 51">
            <a:extLst>
              <a:ext uri="{FF2B5EF4-FFF2-40B4-BE49-F238E27FC236}">
                <a16:creationId xmlns:a16="http://schemas.microsoft.com/office/drawing/2014/main" id="{AD8F26F6-8FED-72D7-56D7-B67123EA58BB}"/>
              </a:ext>
            </a:extLst>
          </p:cNvPr>
          <p:cNvGrpSpPr/>
          <p:nvPr/>
        </p:nvGrpSpPr>
        <p:grpSpPr>
          <a:xfrm>
            <a:off x="9717950" y="1437517"/>
            <a:ext cx="2311200" cy="2241360"/>
            <a:chOff x="9717950" y="1437517"/>
            <a:chExt cx="2311200" cy="2241360"/>
          </a:xfrm>
        </p:grpSpPr>
        <mc:AlternateContent xmlns:mc="http://schemas.openxmlformats.org/markup-compatibility/2006">
          <mc:Choice xmlns:p14="http://schemas.microsoft.com/office/powerpoint/2010/main" Requires="p14">
            <p:contentPart p14:bwMode="auto" r:id="rId4">
              <p14:nvContentPartPr>
                <p14:cNvPr id="13" name="Ink 12">
                  <a:extLst>
                    <a:ext uri="{FF2B5EF4-FFF2-40B4-BE49-F238E27FC236}">
                      <a16:creationId xmlns:a16="http://schemas.microsoft.com/office/drawing/2014/main" id="{6D15017F-49E1-52B3-02E3-479DEFDB5A2D}"/>
                    </a:ext>
                  </a:extLst>
                </p14:cNvPr>
                <p14:cNvContentPartPr/>
                <p14:nvPr/>
              </p14:nvContentPartPr>
              <p14:xfrm>
                <a:off x="9829910" y="2596357"/>
                <a:ext cx="405720" cy="64800"/>
              </p14:xfrm>
            </p:contentPart>
          </mc:Choice>
          <mc:Fallback>
            <p:pic>
              <p:nvPicPr>
                <p:cNvPr id="13" name="Ink 12">
                  <a:extLst>
                    <a:ext uri="{FF2B5EF4-FFF2-40B4-BE49-F238E27FC236}">
                      <a16:creationId xmlns:a16="http://schemas.microsoft.com/office/drawing/2014/main" id="{6D15017F-49E1-52B3-02E3-479DEFDB5A2D}"/>
                    </a:ext>
                  </a:extLst>
                </p:cNvPr>
                <p:cNvPicPr/>
                <p:nvPr/>
              </p:nvPicPr>
              <p:blipFill>
                <a:blip r:embed="rId5"/>
                <a:stretch>
                  <a:fillRect/>
                </a:stretch>
              </p:blipFill>
              <p:spPr>
                <a:xfrm>
                  <a:off x="9811910" y="2578357"/>
                  <a:ext cx="441360" cy="10044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14" name="Ink 13">
                  <a:extLst>
                    <a:ext uri="{FF2B5EF4-FFF2-40B4-BE49-F238E27FC236}">
                      <a16:creationId xmlns:a16="http://schemas.microsoft.com/office/drawing/2014/main" id="{EF68879B-462C-5DDA-5ECF-36FD8BBCE847}"/>
                    </a:ext>
                  </a:extLst>
                </p14:cNvPr>
                <p14:cNvContentPartPr/>
                <p14:nvPr/>
              </p14:nvContentPartPr>
              <p14:xfrm>
                <a:off x="9742430" y="2708677"/>
                <a:ext cx="300240" cy="158400"/>
              </p14:xfrm>
            </p:contentPart>
          </mc:Choice>
          <mc:Fallback>
            <p:pic>
              <p:nvPicPr>
                <p:cNvPr id="14" name="Ink 13">
                  <a:extLst>
                    <a:ext uri="{FF2B5EF4-FFF2-40B4-BE49-F238E27FC236}">
                      <a16:creationId xmlns:a16="http://schemas.microsoft.com/office/drawing/2014/main" id="{EF68879B-462C-5DDA-5ECF-36FD8BBCE847}"/>
                    </a:ext>
                  </a:extLst>
                </p:cNvPr>
                <p:cNvPicPr/>
                <p:nvPr/>
              </p:nvPicPr>
              <p:blipFill>
                <a:blip r:embed="rId7"/>
                <a:stretch>
                  <a:fillRect/>
                </a:stretch>
              </p:blipFill>
              <p:spPr>
                <a:xfrm>
                  <a:off x="9724430" y="2691037"/>
                  <a:ext cx="335880" cy="19404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15" name="Ink 14">
                  <a:extLst>
                    <a:ext uri="{FF2B5EF4-FFF2-40B4-BE49-F238E27FC236}">
                      <a16:creationId xmlns:a16="http://schemas.microsoft.com/office/drawing/2014/main" id="{50DC2D03-7318-C057-DAB3-93349AA78321}"/>
                    </a:ext>
                  </a:extLst>
                </p14:cNvPr>
                <p14:cNvContentPartPr/>
                <p14:nvPr/>
              </p14:nvContentPartPr>
              <p14:xfrm>
                <a:off x="10016030" y="2647477"/>
                <a:ext cx="194760" cy="329400"/>
              </p14:xfrm>
            </p:contentPart>
          </mc:Choice>
          <mc:Fallback>
            <p:pic>
              <p:nvPicPr>
                <p:cNvPr id="15" name="Ink 14">
                  <a:extLst>
                    <a:ext uri="{FF2B5EF4-FFF2-40B4-BE49-F238E27FC236}">
                      <a16:creationId xmlns:a16="http://schemas.microsoft.com/office/drawing/2014/main" id="{50DC2D03-7318-C057-DAB3-93349AA78321}"/>
                    </a:ext>
                  </a:extLst>
                </p:cNvPr>
                <p:cNvPicPr/>
                <p:nvPr/>
              </p:nvPicPr>
              <p:blipFill>
                <a:blip r:embed="rId9"/>
                <a:stretch>
                  <a:fillRect/>
                </a:stretch>
              </p:blipFill>
              <p:spPr>
                <a:xfrm>
                  <a:off x="9998390" y="2629477"/>
                  <a:ext cx="230400" cy="365040"/>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16" name="Ink 15">
                  <a:extLst>
                    <a:ext uri="{FF2B5EF4-FFF2-40B4-BE49-F238E27FC236}">
                      <a16:creationId xmlns:a16="http://schemas.microsoft.com/office/drawing/2014/main" id="{61155624-D80B-FF45-307D-A2806F02D8D8}"/>
                    </a:ext>
                  </a:extLst>
                </p14:cNvPr>
                <p14:cNvContentPartPr/>
                <p14:nvPr/>
              </p14:nvContentPartPr>
              <p14:xfrm>
                <a:off x="10044110" y="2923237"/>
                <a:ext cx="82440" cy="564480"/>
              </p14:xfrm>
            </p:contentPart>
          </mc:Choice>
          <mc:Fallback>
            <p:pic>
              <p:nvPicPr>
                <p:cNvPr id="16" name="Ink 15">
                  <a:extLst>
                    <a:ext uri="{FF2B5EF4-FFF2-40B4-BE49-F238E27FC236}">
                      <a16:creationId xmlns:a16="http://schemas.microsoft.com/office/drawing/2014/main" id="{61155624-D80B-FF45-307D-A2806F02D8D8}"/>
                    </a:ext>
                  </a:extLst>
                </p:cNvPr>
                <p:cNvPicPr/>
                <p:nvPr/>
              </p:nvPicPr>
              <p:blipFill>
                <a:blip r:embed="rId11"/>
                <a:stretch>
                  <a:fillRect/>
                </a:stretch>
              </p:blipFill>
              <p:spPr>
                <a:xfrm>
                  <a:off x="10026470" y="2905597"/>
                  <a:ext cx="118080" cy="600120"/>
                </a:xfrm>
                <a:prstGeom prst="rect">
                  <a:avLst/>
                </a:prstGeom>
              </p:spPr>
            </p:pic>
          </mc:Fallback>
        </mc:AlternateContent>
        <mc:AlternateContent xmlns:mc="http://schemas.openxmlformats.org/markup-compatibility/2006">
          <mc:Choice xmlns:p14="http://schemas.microsoft.com/office/powerpoint/2010/main" Requires="p14">
            <p:contentPart p14:bwMode="auto" r:id="rId12">
              <p14:nvContentPartPr>
                <p14:cNvPr id="17" name="Ink 16">
                  <a:extLst>
                    <a:ext uri="{FF2B5EF4-FFF2-40B4-BE49-F238E27FC236}">
                      <a16:creationId xmlns:a16="http://schemas.microsoft.com/office/drawing/2014/main" id="{EA432FDB-FF1E-A807-2AA5-54E599BE6B6F}"/>
                    </a:ext>
                  </a:extLst>
                </p14:cNvPr>
                <p14:cNvContentPartPr/>
                <p14:nvPr/>
              </p14:nvContentPartPr>
              <p14:xfrm>
                <a:off x="9969950" y="2144917"/>
                <a:ext cx="94320" cy="452880"/>
              </p14:xfrm>
            </p:contentPart>
          </mc:Choice>
          <mc:Fallback>
            <p:pic>
              <p:nvPicPr>
                <p:cNvPr id="17" name="Ink 16">
                  <a:extLst>
                    <a:ext uri="{FF2B5EF4-FFF2-40B4-BE49-F238E27FC236}">
                      <a16:creationId xmlns:a16="http://schemas.microsoft.com/office/drawing/2014/main" id="{EA432FDB-FF1E-A807-2AA5-54E599BE6B6F}"/>
                    </a:ext>
                  </a:extLst>
                </p:cNvPr>
                <p:cNvPicPr/>
                <p:nvPr/>
              </p:nvPicPr>
              <p:blipFill>
                <a:blip r:embed="rId13"/>
                <a:stretch>
                  <a:fillRect/>
                </a:stretch>
              </p:blipFill>
              <p:spPr>
                <a:xfrm>
                  <a:off x="9952310" y="2127277"/>
                  <a:ext cx="129960" cy="488520"/>
                </a:xfrm>
                <a:prstGeom prst="rect">
                  <a:avLst/>
                </a:prstGeom>
              </p:spPr>
            </p:pic>
          </mc:Fallback>
        </mc:AlternateContent>
        <mc:AlternateContent xmlns:mc="http://schemas.openxmlformats.org/markup-compatibility/2006">
          <mc:Choice xmlns:p14="http://schemas.microsoft.com/office/powerpoint/2010/main" Requires="p14">
            <p:contentPart p14:bwMode="auto" r:id="rId14">
              <p14:nvContentPartPr>
                <p14:cNvPr id="18" name="Ink 17">
                  <a:extLst>
                    <a:ext uri="{FF2B5EF4-FFF2-40B4-BE49-F238E27FC236}">
                      <a16:creationId xmlns:a16="http://schemas.microsoft.com/office/drawing/2014/main" id="{2136988B-09AD-341C-C93D-22F490512ECC}"/>
                    </a:ext>
                  </a:extLst>
                </p14:cNvPr>
                <p14:cNvContentPartPr/>
                <p14:nvPr/>
              </p14:nvContentPartPr>
              <p14:xfrm>
                <a:off x="9878150" y="2913517"/>
                <a:ext cx="299160" cy="61200"/>
              </p14:xfrm>
            </p:contentPart>
          </mc:Choice>
          <mc:Fallback>
            <p:pic>
              <p:nvPicPr>
                <p:cNvPr id="18" name="Ink 17">
                  <a:extLst>
                    <a:ext uri="{FF2B5EF4-FFF2-40B4-BE49-F238E27FC236}">
                      <a16:creationId xmlns:a16="http://schemas.microsoft.com/office/drawing/2014/main" id="{2136988B-09AD-341C-C93D-22F490512ECC}"/>
                    </a:ext>
                  </a:extLst>
                </p:cNvPr>
                <p:cNvPicPr/>
                <p:nvPr/>
              </p:nvPicPr>
              <p:blipFill>
                <a:blip r:embed="rId15"/>
                <a:stretch>
                  <a:fillRect/>
                </a:stretch>
              </p:blipFill>
              <p:spPr>
                <a:xfrm>
                  <a:off x="9860150" y="2895877"/>
                  <a:ext cx="334800" cy="96840"/>
                </a:xfrm>
                <a:prstGeom prst="rect">
                  <a:avLst/>
                </a:prstGeom>
              </p:spPr>
            </p:pic>
          </mc:Fallback>
        </mc:AlternateContent>
        <mc:AlternateContent xmlns:mc="http://schemas.openxmlformats.org/markup-compatibility/2006">
          <mc:Choice xmlns:p14="http://schemas.microsoft.com/office/powerpoint/2010/main" Requires="p14">
            <p:contentPart p14:bwMode="auto" r:id="rId16">
              <p14:nvContentPartPr>
                <p14:cNvPr id="19" name="Ink 18">
                  <a:extLst>
                    <a:ext uri="{FF2B5EF4-FFF2-40B4-BE49-F238E27FC236}">
                      <a16:creationId xmlns:a16="http://schemas.microsoft.com/office/drawing/2014/main" id="{DFBB7133-53DE-CCCE-E334-8C0C6FB29CBF}"/>
                    </a:ext>
                  </a:extLst>
                </p14:cNvPr>
                <p14:cNvContentPartPr/>
                <p14:nvPr/>
              </p14:nvContentPartPr>
              <p14:xfrm>
                <a:off x="9912350" y="2169037"/>
                <a:ext cx="865080" cy="38520"/>
              </p14:xfrm>
            </p:contentPart>
          </mc:Choice>
          <mc:Fallback>
            <p:pic>
              <p:nvPicPr>
                <p:cNvPr id="19" name="Ink 18">
                  <a:extLst>
                    <a:ext uri="{FF2B5EF4-FFF2-40B4-BE49-F238E27FC236}">
                      <a16:creationId xmlns:a16="http://schemas.microsoft.com/office/drawing/2014/main" id="{DFBB7133-53DE-CCCE-E334-8C0C6FB29CBF}"/>
                    </a:ext>
                  </a:extLst>
                </p:cNvPr>
                <p:cNvPicPr/>
                <p:nvPr/>
              </p:nvPicPr>
              <p:blipFill>
                <a:blip r:embed="rId17"/>
                <a:stretch>
                  <a:fillRect/>
                </a:stretch>
              </p:blipFill>
              <p:spPr>
                <a:xfrm>
                  <a:off x="9894710" y="2151037"/>
                  <a:ext cx="900720" cy="74160"/>
                </a:xfrm>
                <a:prstGeom prst="rect">
                  <a:avLst/>
                </a:prstGeom>
              </p:spPr>
            </p:pic>
          </mc:Fallback>
        </mc:AlternateContent>
        <mc:AlternateContent xmlns:mc="http://schemas.openxmlformats.org/markup-compatibility/2006">
          <mc:Choice xmlns:p14="http://schemas.microsoft.com/office/powerpoint/2010/main" Requires="p14">
            <p:contentPart p14:bwMode="auto" r:id="rId18">
              <p14:nvContentPartPr>
                <p14:cNvPr id="20" name="Ink 19">
                  <a:extLst>
                    <a:ext uri="{FF2B5EF4-FFF2-40B4-BE49-F238E27FC236}">
                      <a16:creationId xmlns:a16="http://schemas.microsoft.com/office/drawing/2014/main" id="{C8C048C0-14D8-BC59-A4D8-2E9B5E8FEA4D}"/>
                    </a:ext>
                  </a:extLst>
                </p14:cNvPr>
                <p14:cNvContentPartPr/>
                <p14:nvPr/>
              </p14:nvContentPartPr>
              <p14:xfrm>
                <a:off x="10648910" y="1962757"/>
                <a:ext cx="200160" cy="838080"/>
              </p14:xfrm>
            </p:contentPart>
          </mc:Choice>
          <mc:Fallback>
            <p:pic>
              <p:nvPicPr>
                <p:cNvPr id="20" name="Ink 19">
                  <a:extLst>
                    <a:ext uri="{FF2B5EF4-FFF2-40B4-BE49-F238E27FC236}">
                      <a16:creationId xmlns:a16="http://schemas.microsoft.com/office/drawing/2014/main" id="{C8C048C0-14D8-BC59-A4D8-2E9B5E8FEA4D}"/>
                    </a:ext>
                  </a:extLst>
                </p:cNvPr>
                <p:cNvPicPr/>
                <p:nvPr/>
              </p:nvPicPr>
              <p:blipFill>
                <a:blip r:embed="rId19"/>
                <a:stretch>
                  <a:fillRect/>
                </a:stretch>
              </p:blipFill>
              <p:spPr>
                <a:xfrm>
                  <a:off x="10630910" y="1944757"/>
                  <a:ext cx="235800" cy="873720"/>
                </a:xfrm>
                <a:prstGeom prst="rect">
                  <a:avLst/>
                </a:prstGeom>
              </p:spPr>
            </p:pic>
          </mc:Fallback>
        </mc:AlternateContent>
        <mc:AlternateContent xmlns:mc="http://schemas.openxmlformats.org/markup-compatibility/2006">
          <mc:Choice xmlns:p14="http://schemas.microsoft.com/office/powerpoint/2010/main" Requires="p14">
            <p:contentPart p14:bwMode="auto" r:id="rId20">
              <p14:nvContentPartPr>
                <p14:cNvPr id="21" name="Ink 20">
                  <a:extLst>
                    <a:ext uri="{FF2B5EF4-FFF2-40B4-BE49-F238E27FC236}">
                      <a16:creationId xmlns:a16="http://schemas.microsoft.com/office/drawing/2014/main" id="{8FAB7865-AD57-EA14-18B3-D88F4795351E}"/>
                    </a:ext>
                  </a:extLst>
                </p14:cNvPr>
                <p14:cNvContentPartPr/>
                <p14:nvPr/>
              </p14:nvContentPartPr>
              <p14:xfrm>
                <a:off x="10678790" y="1966357"/>
                <a:ext cx="802800" cy="852480"/>
              </p14:xfrm>
            </p:contentPart>
          </mc:Choice>
          <mc:Fallback>
            <p:pic>
              <p:nvPicPr>
                <p:cNvPr id="21" name="Ink 20">
                  <a:extLst>
                    <a:ext uri="{FF2B5EF4-FFF2-40B4-BE49-F238E27FC236}">
                      <a16:creationId xmlns:a16="http://schemas.microsoft.com/office/drawing/2014/main" id="{8FAB7865-AD57-EA14-18B3-D88F4795351E}"/>
                    </a:ext>
                  </a:extLst>
                </p:cNvPr>
                <p:cNvPicPr/>
                <p:nvPr/>
              </p:nvPicPr>
              <p:blipFill>
                <a:blip r:embed="rId21"/>
                <a:stretch>
                  <a:fillRect/>
                </a:stretch>
              </p:blipFill>
              <p:spPr>
                <a:xfrm>
                  <a:off x="10660790" y="1948717"/>
                  <a:ext cx="838440" cy="888120"/>
                </a:xfrm>
                <a:prstGeom prst="rect">
                  <a:avLst/>
                </a:prstGeom>
              </p:spPr>
            </p:pic>
          </mc:Fallback>
        </mc:AlternateContent>
        <mc:AlternateContent xmlns:mc="http://schemas.openxmlformats.org/markup-compatibility/2006">
          <mc:Choice xmlns:p14="http://schemas.microsoft.com/office/powerpoint/2010/main" Requires="p14">
            <p:contentPart p14:bwMode="auto" r:id="rId22">
              <p14:nvContentPartPr>
                <p14:cNvPr id="22" name="Ink 21">
                  <a:extLst>
                    <a:ext uri="{FF2B5EF4-FFF2-40B4-BE49-F238E27FC236}">
                      <a16:creationId xmlns:a16="http://schemas.microsoft.com/office/drawing/2014/main" id="{83160389-03BF-82F8-2804-1798A4A8D623}"/>
                    </a:ext>
                  </a:extLst>
                </p14:cNvPr>
                <p14:cNvContentPartPr/>
                <p14:nvPr/>
              </p14:nvContentPartPr>
              <p14:xfrm>
                <a:off x="10765910" y="2277037"/>
                <a:ext cx="185760" cy="33480"/>
              </p14:xfrm>
            </p:contentPart>
          </mc:Choice>
          <mc:Fallback>
            <p:pic>
              <p:nvPicPr>
                <p:cNvPr id="22" name="Ink 21">
                  <a:extLst>
                    <a:ext uri="{FF2B5EF4-FFF2-40B4-BE49-F238E27FC236}">
                      <a16:creationId xmlns:a16="http://schemas.microsoft.com/office/drawing/2014/main" id="{83160389-03BF-82F8-2804-1798A4A8D623}"/>
                    </a:ext>
                  </a:extLst>
                </p:cNvPr>
                <p:cNvPicPr/>
                <p:nvPr/>
              </p:nvPicPr>
              <p:blipFill>
                <a:blip r:embed="rId23"/>
                <a:stretch>
                  <a:fillRect/>
                </a:stretch>
              </p:blipFill>
              <p:spPr>
                <a:xfrm>
                  <a:off x="10747910" y="2259397"/>
                  <a:ext cx="221400" cy="69120"/>
                </a:xfrm>
                <a:prstGeom prst="rect">
                  <a:avLst/>
                </a:prstGeom>
              </p:spPr>
            </p:pic>
          </mc:Fallback>
        </mc:AlternateContent>
        <mc:AlternateContent xmlns:mc="http://schemas.openxmlformats.org/markup-compatibility/2006">
          <mc:Choice xmlns:p14="http://schemas.microsoft.com/office/powerpoint/2010/main" Requires="p14">
            <p:contentPart p14:bwMode="auto" r:id="rId24">
              <p14:nvContentPartPr>
                <p14:cNvPr id="23" name="Ink 22">
                  <a:extLst>
                    <a:ext uri="{FF2B5EF4-FFF2-40B4-BE49-F238E27FC236}">
                      <a16:creationId xmlns:a16="http://schemas.microsoft.com/office/drawing/2014/main" id="{254F9D5D-170E-8C98-FC49-382C1A6ED6B2}"/>
                    </a:ext>
                  </a:extLst>
                </p14:cNvPr>
                <p14:cNvContentPartPr/>
                <p14:nvPr/>
              </p14:nvContentPartPr>
              <p14:xfrm>
                <a:off x="10943390" y="2568637"/>
                <a:ext cx="76680" cy="29880"/>
              </p14:xfrm>
            </p:contentPart>
          </mc:Choice>
          <mc:Fallback>
            <p:pic>
              <p:nvPicPr>
                <p:cNvPr id="23" name="Ink 22">
                  <a:extLst>
                    <a:ext uri="{FF2B5EF4-FFF2-40B4-BE49-F238E27FC236}">
                      <a16:creationId xmlns:a16="http://schemas.microsoft.com/office/drawing/2014/main" id="{254F9D5D-170E-8C98-FC49-382C1A6ED6B2}"/>
                    </a:ext>
                  </a:extLst>
                </p:cNvPr>
                <p:cNvPicPr/>
                <p:nvPr/>
              </p:nvPicPr>
              <p:blipFill>
                <a:blip r:embed="rId25"/>
                <a:stretch>
                  <a:fillRect/>
                </a:stretch>
              </p:blipFill>
              <p:spPr>
                <a:xfrm>
                  <a:off x="10925750" y="2550997"/>
                  <a:ext cx="112320" cy="65520"/>
                </a:xfrm>
                <a:prstGeom prst="rect">
                  <a:avLst/>
                </a:prstGeom>
              </p:spPr>
            </p:pic>
          </mc:Fallback>
        </mc:AlternateContent>
        <mc:AlternateContent xmlns:mc="http://schemas.openxmlformats.org/markup-compatibility/2006">
          <mc:Choice xmlns:p14="http://schemas.microsoft.com/office/powerpoint/2010/main" Requires="p14">
            <p:contentPart p14:bwMode="auto" r:id="rId26">
              <p14:nvContentPartPr>
                <p14:cNvPr id="24" name="Ink 23">
                  <a:extLst>
                    <a:ext uri="{FF2B5EF4-FFF2-40B4-BE49-F238E27FC236}">
                      <a16:creationId xmlns:a16="http://schemas.microsoft.com/office/drawing/2014/main" id="{E8C4DE0F-0AC6-A056-E880-2337F91CFC9B}"/>
                    </a:ext>
                  </a:extLst>
                </p14:cNvPr>
                <p14:cNvContentPartPr/>
                <p14:nvPr/>
              </p14:nvContentPartPr>
              <p14:xfrm>
                <a:off x="10962470" y="2528317"/>
                <a:ext cx="29520" cy="73800"/>
              </p14:xfrm>
            </p:contentPart>
          </mc:Choice>
          <mc:Fallback>
            <p:pic>
              <p:nvPicPr>
                <p:cNvPr id="24" name="Ink 23">
                  <a:extLst>
                    <a:ext uri="{FF2B5EF4-FFF2-40B4-BE49-F238E27FC236}">
                      <a16:creationId xmlns:a16="http://schemas.microsoft.com/office/drawing/2014/main" id="{E8C4DE0F-0AC6-A056-E880-2337F91CFC9B}"/>
                    </a:ext>
                  </a:extLst>
                </p:cNvPr>
                <p:cNvPicPr/>
                <p:nvPr/>
              </p:nvPicPr>
              <p:blipFill>
                <a:blip r:embed="rId27"/>
                <a:stretch>
                  <a:fillRect/>
                </a:stretch>
              </p:blipFill>
              <p:spPr>
                <a:xfrm>
                  <a:off x="10944830" y="2510677"/>
                  <a:ext cx="65160" cy="109440"/>
                </a:xfrm>
                <a:prstGeom prst="rect">
                  <a:avLst/>
                </a:prstGeom>
              </p:spPr>
            </p:pic>
          </mc:Fallback>
        </mc:AlternateContent>
        <mc:AlternateContent xmlns:mc="http://schemas.openxmlformats.org/markup-compatibility/2006">
          <mc:Choice xmlns:p14="http://schemas.microsoft.com/office/powerpoint/2010/main" Requires="p14">
            <p:contentPart p14:bwMode="auto" r:id="rId28">
              <p14:nvContentPartPr>
                <p14:cNvPr id="26" name="Ink 25">
                  <a:extLst>
                    <a:ext uri="{FF2B5EF4-FFF2-40B4-BE49-F238E27FC236}">
                      <a16:creationId xmlns:a16="http://schemas.microsoft.com/office/drawing/2014/main" id="{063E4D5D-469F-4CA8-3B18-2DA24DF7D3E2}"/>
                    </a:ext>
                  </a:extLst>
                </p14:cNvPr>
                <p14:cNvContentPartPr/>
                <p14:nvPr/>
              </p14:nvContentPartPr>
              <p14:xfrm>
                <a:off x="10615790" y="2695357"/>
                <a:ext cx="193680" cy="32760"/>
              </p14:xfrm>
            </p:contentPart>
          </mc:Choice>
          <mc:Fallback>
            <p:pic>
              <p:nvPicPr>
                <p:cNvPr id="26" name="Ink 25">
                  <a:extLst>
                    <a:ext uri="{FF2B5EF4-FFF2-40B4-BE49-F238E27FC236}">
                      <a16:creationId xmlns:a16="http://schemas.microsoft.com/office/drawing/2014/main" id="{063E4D5D-469F-4CA8-3B18-2DA24DF7D3E2}"/>
                    </a:ext>
                  </a:extLst>
                </p:cNvPr>
                <p:cNvPicPr/>
                <p:nvPr/>
              </p:nvPicPr>
              <p:blipFill>
                <a:blip r:embed="rId29"/>
                <a:stretch>
                  <a:fillRect/>
                </a:stretch>
              </p:blipFill>
              <p:spPr>
                <a:xfrm>
                  <a:off x="10598150" y="2677357"/>
                  <a:ext cx="229320" cy="68400"/>
                </a:xfrm>
                <a:prstGeom prst="rect">
                  <a:avLst/>
                </a:prstGeom>
              </p:spPr>
            </p:pic>
          </mc:Fallback>
        </mc:AlternateContent>
        <mc:AlternateContent xmlns:mc="http://schemas.openxmlformats.org/markup-compatibility/2006">
          <mc:Choice xmlns:p14="http://schemas.microsoft.com/office/powerpoint/2010/main" Requires="p14">
            <p:contentPart p14:bwMode="auto" r:id="rId30">
              <p14:nvContentPartPr>
                <p14:cNvPr id="27" name="Ink 26">
                  <a:extLst>
                    <a:ext uri="{FF2B5EF4-FFF2-40B4-BE49-F238E27FC236}">
                      <a16:creationId xmlns:a16="http://schemas.microsoft.com/office/drawing/2014/main" id="{2602B8BE-D3E2-EA62-3346-531824E1BB1B}"/>
                    </a:ext>
                  </a:extLst>
                </p14:cNvPr>
                <p14:cNvContentPartPr/>
                <p14:nvPr/>
              </p14:nvContentPartPr>
              <p14:xfrm>
                <a:off x="10639550" y="2730637"/>
                <a:ext cx="91800" cy="567000"/>
              </p14:xfrm>
            </p:contentPart>
          </mc:Choice>
          <mc:Fallback>
            <p:pic>
              <p:nvPicPr>
                <p:cNvPr id="27" name="Ink 26">
                  <a:extLst>
                    <a:ext uri="{FF2B5EF4-FFF2-40B4-BE49-F238E27FC236}">
                      <a16:creationId xmlns:a16="http://schemas.microsoft.com/office/drawing/2014/main" id="{2602B8BE-D3E2-EA62-3346-531824E1BB1B}"/>
                    </a:ext>
                  </a:extLst>
                </p:cNvPr>
                <p:cNvPicPr/>
                <p:nvPr/>
              </p:nvPicPr>
              <p:blipFill>
                <a:blip r:embed="rId31"/>
                <a:stretch>
                  <a:fillRect/>
                </a:stretch>
              </p:blipFill>
              <p:spPr>
                <a:xfrm>
                  <a:off x="10621550" y="2712637"/>
                  <a:ext cx="127440" cy="602640"/>
                </a:xfrm>
                <a:prstGeom prst="rect">
                  <a:avLst/>
                </a:prstGeom>
              </p:spPr>
            </p:pic>
          </mc:Fallback>
        </mc:AlternateContent>
        <mc:AlternateContent xmlns:mc="http://schemas.openxmlformats.org/markup-compatibility/2006">
          <mc:Choice xmlns:p14="http://schemas.microsoft.com/office/powerpoint/2010/main" Requires="p14">
            <p:contentPart p14:bwMode="auto" r:id="rId32">
              <p14:nvContentPartPr>
                <p14:cNvPr id="28" name="Ink 27">
                  <a:extLst>
                    <a:ext uri="{FF2B5EF4-FFF2-40B4-BE49-F238E27FC236}">
                      <a16:creationId xmlns:a16="http://schemas.microsoft.com/office/drawing/2014/main" id="{07BCAFBD-26B8-6D30-8FA4-679411A4947B}"/>
                    </a:ext>
                  </a:extLst>
                </p14:cNvPr>
                <p14:cNvContentPartPr/>
                <p14:nvPr/>
              </p14:nvContentPartPr>
              <p14:xfrm>
                <a:off x="10624790" y="3236077"/>
                <a:ext cx="187560" cy="90360"/>
              </p14:xfrm>
            </p:contentPart>
          </mc:Choice>
          <mc:Fallback>
            <p:pic>
              <p:nvPicPr>
                <p:cNvPr id="28" name="Ink 27">
                  <a:extLst>
                    <a:ext uri="{FF2B5EF4-FFF2-40B4-BE49-F238E27FC236}">
                      <a16:creationId xmlns:a16="http://schemas.microsoft.com/office/drawing/2014/main" id="{07BCAFBD-26B8-6D30-8FA4-679411A4947B}"/>
                    </a:ext>
                  </a:extLst>
                </p:cNvPr>
                <p:cNvPicPr/>
                <p:nvPr/>
              </p:nvPicPr>
              <p:blipFill>
                <a:blip r:embed="rId33"/>
                <a:stretch>
                  <a:fillRect/>
                </a:stretch>
              </p:blipFill>
              <p:spPr>
                <a:xfrm>
                  <a:off x="10607150" y="3218437"/>
                  <a:ext cx="223200" cy="126000"/>
                </a:xfrm>
                <a:prstGeom prst="rect">
                  <a:avLst/>
                </a:prstGeom>
              </p:spPr>
            </p:pic>
          </mc:Fallback>
        </mc:AlternateContent>
        <mc:AlternateContent xmlns:mc="http://schemas.openxmlformats.org/markup-compatibility/2006">
          <mc:Choice xmlns:p14="http://schemas.microsoft.com/office/powerpoint/2010/main" Requires="p14">
            <p:contentPart p14:bwMode="auto" r:id="rId34">
              <p14:nvContentPartPr>
                <p14:cNvPr id="29" name="Ink 28">
                  <a:extLst>
                    <a:ext uri="{FF2B5EF4-FFF2-40B4-BE49-F238E27FC236}">
                      <a16:creationId xmlns:a16="http://schemas.microsoft.com/office/drawing/2014/main" id="{6F70E51B-3D26-3EEA-D3FF-E05F41AE4B73}"/>
                    </a:ext>
                  </a:extLst>
                </p14:cNvPr>
                <p14:cNvContentPartPr/>
                <p14:nvPr/>
              </p14:nvContentPartPr>
              <p14:xfrm>
                <a:off x="10660430" y="3296197"/>
                <a:ext cx="116280" cy="91440"/>
              </p14:xfrm>
            </p:contentPart>
          </mc:Choice>
          <mc:Fallback>
            <p:pic>
              <p:nvPicPr>
                <p:cNvPr id="29" name="Ink 28">
                  <a:extLst>
                    <a:ext uri="{FF2B5EF4-FFF2-40B4-BE49-F238E27FC236}">
                      <a16:creationId xmlns:a16="http://schemas.microsoft.com/office/drawing/2014/main" id="{6F70E51B-3D26-3EEA-D3FF-E05F41AE4B73}"/>
                    </a:ext>
                  </a:extLst>
                </p:cNvPr>
                <p:cNvPicPr/>
                <p:nvPr/>
              </p:nvPicPr>
              <p:blipFill>
                <a:blip r:embed="rId35"/>
                <a:stretch>
                  <a:fillRect/>
                </a:stretch>
              </p:blipFill>
              <p:spPr>
                <a:xfrm>
                  <a:off x="10642790" y="3278557"/>
                  <a:ext cx="151920" cy="127080"/>
                </a:xfrm>
                <a:prstGeom prst="rect">
                  <a:avLst/>
                </a:prstGeom>
              </p:spPr>
            </p:pic>
          </mc:Fallback>
        </mc:AlternateContent>
        <mc:AlternateContent xmlns:mc="http://schemas.openxmlformats.org/markup-compatibility/2006">
          <mc:Choice xmlns:p14="http://schemas.microsoft.com/office/powerpoint/2010/main" Requires="p14">
            <p:contentPart p14:bwMode="auto" r:id="rId36">
              <p14:nvContentPartPr>
                <p14:cNvPr id="30" name="Ink 29">
                  <a:extLst>
                    <a:ext uri="{FF2B5EF4-FFF2-40B4-BE49-F238E27FC236}">
                      <a16:creationId xmlns:a16="http://schemas.microsoft.com/office/drawing/2014/main" id="{1DD3A55C-11D3-6CD5-A804-5C6F78740294}"/>
                    </a:ext>
                  </a:extLst>
                </p14:cNvPr>
                <p14:cNvContentPartPr/>
                <p14:nvPr/>
              </p14:nvContentPartPr>
              <p14:xfrm>
                <a:off x="10747550" y="3270637"/>
                <a:ext cx="86400" cy="118440"/>
              </p14:xfrm>
            </p:contentPart>
          </mc:Choice>
          <mc:Fallback>
            <p:pic>
              <p:nvPicPr>
                <p:cNvPr id="30" name="Ink 29">
                  <a:extLst>
                    <a:ext uri="{FF2B5EF4-FFF2-40B4-BE49-F238E27FC236}">
                      <a16:creationId xmlns:a16="http://schemas.microsoft.com/office/drawing/2014/main" id="{1DD3A55C-11D3-6CD5-A804-5C6F78740294}"/>
                    </a:ext>
                  </a:extLst>
                </p:cNvPr>
                <p:cNvPicPr/>
                <p:nvPr/>
              </p:nvPicPr>
              <p:blipFill>
                <a:blip r:embed="rId37"/>
                <a:stretch>
                  <a:fillRect/>
                </a:stretch>
              </p:blipFill>
              <p:spPr>
                <a:xfrm>
                  <a:off x="10729910" y="3252997"/>
                  <a:ext cx="122040" cy="154080"/>
                </a:xfrm>
                <a:prstGeom prst="rect">
                  <a:avLst/>
                </a:prstGeom>
              </p:spPr>
            </p:pic>
          </mc:Fallback>
        </mc:AlternateContent>
        <mc:AlternateContent xmlns:mc="http://schemas.openxmlformats.org/markup-compatibility/2006">
          <mc:Choice xmlns:p14="http://schemas.microsoft.com/office/powerpoint/2010/main" Requires="p14">
            <p:contentPart p14:bwMode="auto" r:id="rId38">
              <p14:nvContentPartPr>
                <p14:cNvPr id="31" name="Ink 30">
                  <a:extLst>
                    <a:ext uri="{FF2B5EF4-FFF2-40B4-BE49-F238E27FC236}">
                      <a16:creationId xmlns:a16="http://schemas.microsoft.com/office/drawing/2014/main" id="{F54D687D-589A-7A0E-2D65-5C67F85C92CB}"/>
                    </a:ext>
                  </a:extLst>
                </p14:cNvPr>
                <p14:cNvContentPartPr/>
                <p14:nvPr/>
              </p14:nvContentPartPr>
              <p14:xfrm>
                <a:off x="10028990" y="3556477"/>
                <a:ext cx="151560" cy="13320"/>
              </p14:xfrm>
            </p:contentPart>
          </mc:Choice>
          <mc:Fallback>
            <p:pic>
              <p:nvPicPr>
                <p:cNvPr id="31" name="Ink 30">
                  <a:extLst>
                    <a:ext uri="{FF2B5EF4-FFF2-40B4-BE49-F238E27FC236}">
                      <a16:creationId xmlns:a16="http://schemas.microsoft.com/office/drawing/2014/main" id="{F54D687D-589A-7A0E-2D65-5C67F85C92CB}"/>
                    </a:ext>
                  </a:extLst>
                </p:cNvPr>
                <p:cNvPicPr/>
                <p:nvPr/>
              </p:nvPicPr>
              <p:blipFill>
                <a:blip r:embed="rId39"/>
                <a:stretch>
                  <a:fillRect/>
                </a:stretch>
              </p:blipFill>
              <p:spPr>
                <a:xfrm>
                  <a:off x="10010990" y="3538477"/>
                  <a:ext cx="187200" cy="48960"/>
                </a:xfrm>
                <a:prstGeom prst="rect">
                  <a:avLst/>
                </a:prstGeom>
              </p:spPr>
            </p:pic>
          </mc:Fallback>
        </mc:AlternateContent>
        <mc:AlternateContent xmlns:mc="http://schemas.openxmlformats.org/markup-compatibility/2006">
          <mc:Choice xmlns:p14="http://schemas.microsoft.com/office/powerpoint/2010/main" Requires="p14">
            <p:contentPart p14:bwMode="auto" r:id="rId40">
              <p14:nvContentPartPr>
                <p14:cNvPr id="32" name="Ink 31">
                  <a:extLst>
                    <a:ext uri="{FF2B5EF4-FFF2-40B4-BE49-F238E27FC236}">
                      <a16:creationId xmlns:a16="http://schemas.microsoft.com/office/drawing/2014/main" id="{46D61C9B-F209-D77A-5264-464D579370AC}"/>
                    </a:ext>
                  </a:extLst>
                </p14:cNvPr>
                <p14:cNvContentPartPr/>
                <p14:nvPr/>
              </p14:nvContentPartPr>
              <p14:xfrm>
                <a:off x="10058870" y="3581677"/>
                <a:ext cx="103320" cy="91800"/>
              </p14:xfrm>
            </p:contentPart>
          </mc:Choice>
          <mc:Fallback>
            <p:pic>
              <p:nvPicPr>
                <p:cNvPr id="32" name="Ink 31">
                  <a:extLst>
                    <a:ext uri="{FF2B5EF4-FFF2-40B4-BE49-F238E27FC236}">
                      <a16:creationId xmlns:a16="http://schemas.microsoft.com/office/drawing/2014/main" id="{46D61C9B-F209-D77A-5264-464D579370AC}"/>
                    </a:ext>
                  </a:extLst>
                </p:cNvPr>
                <p:cNvPicPr/>
                <p:nvPr/>
              </p:nvPicPr>
              <p:blipFill>
                <a:blip r:embed="rId41"/>
                <a:stretch>
                  <a:fillRect/>
                </a:stretch>
              </p:blipFill>
              <p:spPr>
                <a:xfrm>
                  <a:off x="10041230" y="3563677"/>
                  <a:ext cx="138960" cy="127440"/>
                </a:xfrm>
                <a:prstGeom prst="rect">
                  <a:avLst/>
                </a:prstGeom>
              </p:spPr>
            </p:pic>
          </mc:Fallback>
        </mc:AlternateContent>
        <mc:AlternateContent xmlns:mc="http://schemas.openxmlformats.org/markup-compatibility/2006">
          <mc:Choice xmlns:p14="http://schemas.microsoft.com/office/powerpoint/2010/main" Requires="p14">
            <p:contentPart p14:bwMode="auto" r:id="rId42">
              <p14:nvContentPartPr>
                <p14:cNvPr id="33" name="Ink 32">
                  <a:extLst>
                    <a:ext uri="{FF2B5EF4-FFF2-40B4-BE49-F238E27FC236}">
                      <a16:creationId xmlns:a16="http://schemas.microsoft.com/office/drawing/2014/main" id="{FBA3943C-30AC-68ED-3C04-4CD5E2D19E62}"/>
                    </a:ext>
                  </a:extLst>
                </p14:cNvPr>
                <p14:cNvContentPartPr/>
                <p14:nvPr/>
              </p14:nvContentPartPr>
              <p14:xfrm>
                <a:off x="10149590" y="3580957"/>
                <a:ext cx="69840" cy="97920"/>
              </p14:xfrm>
            </p:contentPart>
          </mc:Choice>
          <mc:Fallback>
            <p:pic>
              <p:nvPicPr>
                <p:cNvPr id="33" name="Ink 32">
                  <a:extLst>
                    <a:ext uri="{FF2B5EF4-FFF2-40B4-BE49-F238E27FC236}">
                      <a16:creationId xmlns:a16="http://schemas.microsoft.com/office/drawing/2014/main" id="{FBA3943C-30AC-68ED-3C04-4CD5E2D19E62}"/>
                    </a:ext>
                  </a:extLst>
                </p:cNvPr>
                <p:cNvPicPr/>
                <p:nvPr/>
              </p:nvPicPr>
              <p:blipFill>
                <a:blip r:embed="rId43"/>
                <a:stretch>
                  <a:fillRect/>
                </a:stretch>
              </p:blipFill>
              <p:spPr>
                <a:xfrm>
                  <a:off x="10131590" y="3562957"/>
                  <a:ext cx="105480" cy="133560"/>
                </a:xfrm>
                <a:prstGeom prst="rect">
                  <a:avLst/>
                </a:prstGeom>
              </p:spPr>
            </p:pic>
          </mc:Fallback>
        </mc:AlternateContent>
        <mc:AlternateContent xmlns:mc="http://schemas.openxmlformats.org/markup-compatibility/2006">
          <mc:Choice xmlns:p14="http://schemas.microsoft.com/office/powerpoint/2010/main" Requires="p14">
            <p:contentPart p14:bwMode="auto" r:id="rId44">
              <p14:nvContentPartPr>
                <p14:cNvPr id="34" name="Ink 33">
                  <a:extLst>
                    <a:ext uri="{FF2B5EF4-FFF2-40B4-BE49-F238E27FC236}">
                      <a16:creationId xmlns:a16="http://schemas.microsoft.com/office/drawing/2014/main" id="{89F9B965-1123-DE6F-1ABA-96AC2AB40784}"/>
                    </a:ext>
                  </a:extLst>
                </p14:cNvPr>
                <p14:cNvContentPartPr/>
                <p14:nvPr/>
              </p14:nvContentPartPr>
              <p14:xfrm>
                <a:off x="10305470" y="1585477"/>
                <a:ext cx="75600" cy="552960"/>
              </p14:xfrm>
            </p:contentPart>
          </mc:Choice>
          <mc:Fallback>
            <p:pic>
              <p:nvPicPr>
                <p:cNvPr id="34" name="Ink 33">
                  <a:extLst>
                    <a:ext uri="{FF2B5EF4-FFF2-40B4-BE49-F238E27FC236}">
                      <a16:creationId xmlns:a16="http://schemas.microsoft.com/office/drawing/2014/main" id="{89F9B965-1123-DE6F-1ABA-96AC2AB40784}"/>
                    </a:ext>
                  </a:extLst>
                </p:cNvPr>
                <p:cNvPicPr/>
                <p:nvPr/>
              </p:nvPicPr>
              <p:blipFill>
                <a:blip r:embed="rId45"/>
                <a:stretch>
                  <a:fillRect/>
                </a:stretch>
              </p:blipFill>
              <p:spPr>
                <a:xfrm>
                  <a:off x="10287470" y="1567837"/>
                  <a:ext cx="111240" cy="588600"/>
                </a:xfrm>
                <a:prstGeom prst="rect">
                  <a:avLst/>
                </a:prstGeom>
              </p:spPr>
            </p:pic>
          </mc:Fallback>
        </mc:AlternateContent>
        <mc:AlternateContent xmlns:mc="http://schemas.openxmlformats.org/markup-compatibility/2006">
          <mc:Choice xmlns:p14="http://schemas.microsoft.com/office/powerpoint/2010/main" Requires="p14">
            <p:contentPart p14:bwMode="auto" r:id="rId46">
              <p14:nvContentPartPr>
                <p14:cNvPr id="35" name="Ink 34">
                  <a:extLst>
                    <a:ext uri="{FF2B5EF4-FFF2-40B4-BE49-F238E27FC236}">
                      <a16:creationId xmlns:a16="http://schemas.microsoft.com/office/drawing/2014/main" id="{9F05D8A0-0F12-FE59-3FB0-96D6E36BE3DD}"/>
                    </a:ext>
                  </a:extLst>
                </p14:cNvPr>
                <p14:cNvContentPartPr/>
                <p14:nvPr/>
              </p14:nvContentPartPr>
              <p14:xfrm>
                <a:off x="10309430" y="1592677"/>
                <a:ext cx="291960" cy="25560"/>
              </p14:xfrm>
            </p:contentPart>
          </mc:Choice>
          <mc:Fallback>
            <p:pic>
              <p:nvPicPr>
                <p:cNvPr id="35" name="Ink 34">
                  <a:extLst>
                    <a:ext uri="{FF2B5EF4-FFF2-40B4-BE49-F238E27FC236}">
                      <a16:creationId xmlns:a16="http://schemas.microsoft.com/office/drawing/2014/main" id="{9F05D8A0-0F12-FE59-3FB0-96D6E36BE3DD}"/>
                    </a:ext>
                  </a:extLst>
                </p:cNvPr>
                <p:cNvPicPr/>
                <p:nvPr/>
              </p:nvPicPr>
              <p:blipFill>
                <a:blip r:embed="rId47"/>
                <a:stretch>
                  <a:fillRect/>
                </a:stretch>
              </p:blipFill>
              <p:spPr>
                <a:xfrm>
                  <a:off x="10291430" y="1575037"/>
                  <a:ext cx="327600" cy="61200"/>
                </a:xfrm>
                <a:prstGeom prst="rect">
                  <a:avLst/>
                </a:prstGeom>
              </p:spPr>
            </p:pic>
          </mc:Fallback>
        </mc:AlternateContent>
        <mc:AlternateContent xmlns:mc="http://schemas.openxmlformats.org/markup-compatibility/2006">
          <mc:Choice xmlns:p14="http://schemas.microsoft.com/office/powerpoint/2010/main" Requires="p14">
            <p:contentPart p14:bwMode="auto" r:id="rId48">
              <p14:nvContentPartPr>
                <p14:cNvPr id="36" name="Ink 35">
                  <a:extLst>
                    <a:ext uri="{FF2B5EF4-FFF2-40B4-BE49-F238E27FC236}">
                      <a16:creationId xmlns:a16="http://schemas.microsoft.com/office/drawing/2014/main" id="{36F944B8-4819-746B-4313-B447F483E028}"/>
                    </a:ext>
                  </a:extLst>
                </p14:cNvPr>
                <p14:cNvContentPartPr/>
                <p14:nvPr/>
              </p14:nvContentPartPr>
              <p14:xfrm>
                <a:off x="10697150" y="1437517"/>
                <a:ext cx="375120" cy="153720"/>
              </p14:xfrm>
            </p:contentPart>
          </mc:Choice>
          <mc:Fallback>
            <p:pic>
              <p:nvPicPr>
                <p:cNvPr id="36" name="Ink 35">
                  <a:extLst>
                    <a:ext uri="{FF2B5EF4-FFF2-40B4-BE49-F238E27FC236}">
                      <a16:creationId xmlns:a16="http://schemas.microsoft.com/office/drawing/2014/main" id="{36F944B8-4819-746B-4313-B447F483E028}"/>
                    </a:ext>
                  </a:extLst>
                </p:cNvPr>
                <p:cNvPicPr/>
                <p:nvPr/>
              </p:nvPicPr>
              <p:blipFill>
                <a:blip r:embed="rId49"/>
                <a:stretch>
                  <a:fillRect/>
                </a:stretch>
              </p:blipFill>
              <p:spPr>
                <a:xfrm>
                  <a:off x="10679150" y="1419517"/>
                  <a:ext cx="410760" cy="189360"/>
                </a:xfrm>
                <a:prstGeom prst="rect">
                  <a:avLst/>
                </a:prstGeom>
              </p:spPr>
            </p:pic>
          </mc:Fallback>
        </mc:AlternateContent>
        <mc:AlternateContent xmlns:mc="http://schemas.openxmlformats.org/markup-compatibility/2006">
          <mc:Choice xmlns:p14="http://schemas.microsoft.com/office/powerpoint/2010/main" Requires="p14">
            <p:contentPart p14:bwMode="auto" r:id="rId50">
              <p14:nvContentPartPr>
                <p14:cNvPr id="37" name="Ink 36">
                  <a:extLst>
                    <a:ext uri="{FF2B5EF4-FFF2-40B4-BE49-F238E27FC236}">
                      <a16:creationId xmlns:a16="http://schemas.microsoft.com/office/drawing/2014/main" id="{0BCC5710-0AF5-B7E2-34BB-D7D2910E593B}"/>
                    </a:ext>
                  </a:extLst>
                </p14:cNvPr>
                <p14:cNvContentPartPr/>
                <p14:nvPr/>
              </p14:nvContentPartPr>
              <p14:xfrm>
                <a:off x="11117630" y="1518877"/>
                <a:ext cx="228600" cy="45000"/>
              </p14:xfrm>
            </p:contentPart>
          </mc:Choice>
          <mc:Fallback>
            <p:pic>
              <p:nvPicPr>
                <p:cNvPr id="37" name="Ink 36">
                  <a:extLst>
                    <a:ext uri="{FF2B5EF4-FFF2-40B4-BE49-F238E27FC236}">
                      <a16:creationId xmlns:a16="http://schemas.microsoft.com/office/drawing/2014/main" id="{0BCC5710-0AF5-B7E2-34BB-D7D2910E593B}"/>
                    </a:ext>
                  </a:extLst>
                </p:cNvPr>
                <p:cNvPicPr/>
                <p:nvPr/>
              </p:nvPicPr>
              <p:blipFill>
                <a:blip r:embed="rId51"/>
                <a:stretch>
                  <a:fillRect/>
                </a:stretch>
              </p:blipFill>
              <p:spPr>
                <a:xfrm>
                  <a:off x="11099990" y="1501237"/>
                  <a:ext cx="264240" cy="80640"/>
                </a:xfrm>
                <a:prstGeom prst="rect">
                  <a:avLst/>
                </a:prstGeom>
              </p:spPr>
            </p:pic>
          </mc:Fallback>
        </mc:AlternateContent>
        <mc:AlternateContent xmlns:mc="http://schemas.openxmlformats.org/markup-compatibility/2006">
          <mc:Choice xmlns:p14="http://schemas.microsoft.com/office/powerpoint/2010/main" Requires="p14">
            <p:contentPart p14:bwMode="auto" r:id="rId52">
              <p14:nvContentPartPr>
                <p14:cNvPr id="38" name="Ink 37">
                  <a:extLst>
                    <a:ext uri="{FF2B5EF4-FFF2-40B4-BE49-F238E27FC236}">
                      <a16:creationId xmlns:a16="http://schemas.microsoft.com/office/drawing/2014/main" id="{3EEE2335-3826-61CA-BEF8-465DC164CA60}"/>
                    </a:ext>
                  </a:extLst>
                </p14:cNvPr>
                <p14:cNvContentPartPr/>
                <p14:nvPr/>
              </p14:nvContentPartPr>
              <p14:xfrm>
                <a:off x="11466830" y="1486477"/>
                <a:ext cx="207720" cy="945360"/>
              </p14:xfrm>
            </p:contentPart>
          </mc:Choice>
          <mc:Fallback>
            <p:pic>
              <p:nvPicPr>
                <p:cNvPr id="38" name="Ink 37">
                  <a:extLst>
                    <a:ext uri="{FF2B5EF4-FFF2-40B4-BE49-F238E27FC236}">
                      <a16:creationId xmlns:a16="http://schemas.microsoft.com/office/drawing/2014/main" id="{3EEE2335-3826-61CA-BEF8-465DC164CA60}"/>
                    </a:ext>
                  </a:extLst>
                </p:cNvPr>
                <p:cNvPicPr/>
                <p:nvPr/>
              </p:nvPicPr>
              <p:blipFill>
                <a:blip r:embed="rId53"/>
                <a:stretch>
                  <a:fillRect/>
                </a:stretch>
              </p:blipFill>
              <p:spPr>
                <a:xfrm>
                  <a:off x="11448830" y="1468477"/>
                  <a:ext cx="243360" cy="981000"/>
                </a:xfrm>
                <a:prstGeom prst="rect">
                  <a:avLst/>
                </a:prstGeom>
              </p:spPr>
            </p:pic>
          </mc:Fallback>
        </mc:AlternateContent>
        <mc:AlternateContent xmlns:mc="http://schemas.openxmlformats.org/markup-compatibility/2006">
          <mc:Choice xmlns:p14="http://schemas.microsoft.com/office/powerpoint/2010/main" Requires="p14">
            <p:contentPart p14:bwMode="auto" r:id="rId54">
              <p14:nvContentPartPr>
                <p14:cNvPr id="39" name="Ink 38">
                  <a:extLst>
                    <a:ext uri="{FF2B5EF4-FFF2-40B4-BE49-F238E27FC236}">
                      <a16:creationId xmlns:a16="http://schemas.microsoft.com/office/drawing/2014/main" id="{86CA1A0A-063D-C03F-14FC-205D9CB221EA}"/>
                    </a:ext>
                  </a:extLst>
                </p14:cNvPr>
                <p14:cNvContentPartPr/>
                <p14:nvPr/>
              </p14:nvContentPartPr>
              <p14:xfrm>
                <a:off x="11507150" y="2292157"/>
                <a:ext cx="522000" cy="117000"/>
              </p14:xfrm>
            </p:contentPart>
          </mc:Choice>
          <mc:Fallback>
            <p:pic>
              <p:nvPicPr>
                <p:cNvPr id="39" name="Ink 38">
                  <a:extLst>
                    <a:ext uri="{FF2B5EF4-FFF2-40B4-BE49-F238E27FC236}">
                      <a16:creationId xmlns:a16="http://schemas.microsoft.com/office/drawing/2014/main" id="{86CA1A0A-063D-C03F-14FC-205D9CB221EA}"/>
                    </a:ext>
                  </a:extLst>
                </p:cNvPr>
                <p:cNvPicPr/>
                <p:nvPr/>
              </p:nvPicPr>
              <p:blipFill>
                <a:blip r:embed="rId55"/>
                <a:stretch>
                  <a:fillRect/>
                </a:stretch>
              </p:blipFill>
              <p:spPr>
                <a:xfrm>
                  <a:off x="11489510" y="2274517"/>
                  <a:ext cx="557640" cy="152640"/>
                </a:xfrm>
                <a:prstGeom prst="rect">
                  <a:avLst/>
                </a:prstGeom>
              </p:spPr>
            </p:pic>
          </mc:Fallback>
        </mc:AlternateContent>
        <mc:AlternateContent xmlns:mc="http://schemas.openxmlformats.org/markup-compatibility/2006">
          <mc:Choice xmlns:p14="http://schemas.microsoft.com/office/powerpoint/2010/main" Requires="p14">
            <p:contentPart p14:bwMode="auto" r:id="rId56">
              <p14:nvContentPartPr>
                <p14:cNvPr id="40" name="Ink 39">
                  <a:extLst>
                    <a:ext uri="{FF2B5EF4-FFF2-40B4-BE49-F238E27FC236}">
                      <a16:creationId xmlns:a16="http://schemas.microsoft.com/office/drawing/2014/main" id="{599EE7EE-2D8A-639B-BBB2-19181ECEF62D}"/>
                    </a:ext>
                  </a:extLst>
                </p14:cNvPr>
                <p14:cNvContentPartPr/>
                <p14:nvPr/>
              </p14:nvContentPartPr>
              <p14:xfrm>
                <a:off x="11950310" y="2306557"/>
                <a:ext cx="69840" cy="61200"/>
              </p14:xfrm>
            </p:contentPart>
          </mc:Choice>
          <mc:Fallback>
            <p:pic>
              <p:nvPicPr>
                <p:cNvPr id="40" name="Ink 39">
                  <a:extLst>
                    <a:ext uri="{FF2B5EF4-FFF2-40B4-BE49-F238E27FC236}">
                      <a16:creationId xmlns:a16="http://schemas.microsoft.com/office/drawing/2014/main" id="{599EE7EE-2D8A-639B-BBB2-19181ECEF62D}"/>
                    </a:ext>
                  </a:extLst>
                </p:cNvPr>
                <p:cNvPicPr/>
                <p:nvPr/>
              </p:nvPicPr>
              <p:blipFill>
                <a:blip r:embed="rId57"/>
                <a:stretch>
                  <a:fillRect/>
                </a:stretch>
              </p:blipFill>
              <p:spPr>
                <a:xfrm>
                  <a:off x="11932670" y="2288557"/>
                  <a:ext cx="105480" cy="96840"/>
                </a:xfrm>
                <a:prstGeom prst="rect">
                  <a:avLst/>
                </a:prstGeom>
              </p:spPr>
            </p:pic>
          </mc:Fallback>
        </mc:AlternateContent>
        <mc:AlternateContent xmlns:mc="http://schemas.openxmlformats.org/markup-compatibility/2006">
          <mc:Choice xmlns:p14="http://schemas.microsoft.com/office/powerpoint/2010/main" Requires="p14">
            <p:contentPart p14:bwMode="auto" r:id="rId58">
              <p14:nvContentPartPr>
                <p14:cNvPr id="47" name="Ink 46">
                  <a:extLst>
                    <a:ext uri="{FF2B5EF4-FFF2-40B4-BE49-F238E27FC236}">
                      <a16:creationId xmlns:a16="http://schemas.microsoft.com/office/drawing/2014/main" id="{0FC3B440-038F-29EF-B734-48E387064A08}"/>
                    </a:ext>
                  </a:extLst>
                </p14:cNvPr>
                <p14:cNvContentPartPr/>
                <p14:nvPr/>
              </p14:nvContentPartPr>
              <p14:xfrm>
                <a:off x="9725870" y="1945837"/>
                <a:ext cx="412920" cy="421200"/>
              </p14:xfrm>
            </p:contentPart>
          </mc:Choice>
          <mc:Fallback>
            <p:pic>
              <p:nvPicPr>
                <p:cNvPr id="47" name="Ink 46">
                  <a:extLst>
                    <a:ext uri="{FF2B5EF4-FFF2-40B4-BE49-F238E27FC236}">
                      <a16:creationId xmlns:a16="http://schemas.microsoft.com/office/drawing/2014/main" id="{0FC3B440-038F-29EF-B734-48E387064A08}"/>
                    </a:ext>
                  </a:extLst>
                </p:cNvPr>
                <p:cNvPicPr/>
                <p:nvPr/>
              </p:nvPicPr>
              <p:blipFill>
                <a:blip r:embed="rId59"/>
                <a:stretch>
                  <a:fillRect/>
                </a:stretch>
              </p:blipFill>
              <p:spPr>
                <a:xfrm>
                  <a:off x="9707870" y="1928197"/>
                  <a:ext cx="448560" cy="456840"/>
                </a:xfrm>
                <a:prstGeom prst="rect">
                  <a:avLst/>
                </a:prstGeom>
              </p:spPr>
            </p:pic>
          </mc:Fallback>
        </mc:AlternateContent>
        <mc:AlternateContent xmlns:mc="http://schemas.openxmlformats.org/markup-compatibility/2006">
          <mc:Choice xmlns:p14="http://schemas.microsoft.com/office/powerpoint/2010/main" Requires="p14">
            <p:contentPart p14:bwMode="auto" r:id="rId60">
              <p14:nvContentPartPr>
                <p14:cNvPr id="48" name="Ink 47">
                  <a:extLst>
                    <a:ext uri="{FF2B5EF4-FFF2-40B4-BE49-F238E27FC236}">
                      <a16:creationId xmlns:a16="http://schemas.microsoft.com/office/drawing/2014/main" id="{CCF01CC7-6B83-CFE1-9CB8-542D4505E771}"/>
                    </a:ext>
                  </a:extLst>
                </p14:cNvPr>
                <p14:cNvContentPartPr/>
                <p14:nvPr/>
              </p14:nvContentPartPr>
              <p14:xfrm>
                <a:off x="10085150" y="1879237"/>
                <a:ext cx="56160" cy="111600"/>
              </p14:xfrm>
            </p:contentPart>
          </mc:Choice>
          <mc:Fallback>
            <p:pic>
              <p:nvPicPr>
                <p:cNvPr id="48" name="Ink 47">
                  <a:extLst>
                    <a:ext uri="{FF2B5EF4-FFF2-40B4-BE49-F238E27FC236}">
                      <a16:creationId xmlns:a16="http://schemas.microsoft.com/office/drawing/2014/main" id="{CCF01CC7-6B83-CFE1-9CB8-542D4505E771}"/>
                    </a:ext>
                  </a:extLst>
                </p:cNvPr>
                <p:cNvPicPr/>
                <p:nvPr/>
              </p:nvPicPr>
              <p:blipFill>
                <a:blip r:embed="rId61"/>
                <a:stretch>
                  <a:fillRect/>
                </a:stretch>
              </p:blipFill>
              <p:spPr>
                <a:xfrm>
                  <a:off x="10067150" y="1861597"/>
                  <a:ext cx="91800" cy="147240"/>
                </a:xfrm>
                <a:prstGeom prst="rect">
                  <a:avLst/>
                </a:prstGeom>
              </p:spPr>
            </p:pic>
          </mc:Fallback>
        </mc:AlternateContent>
        <mc:AlternateContent xmlns:mc="http://schemas.openxmlformats.org/markup-compatibility/2006">
          <mc:Choice xmlns:p14="http://schemas.microsoft.com/office/powerpoint/2010/main" Requires="p14">
            <p:contentPart p14:bwMode="auto" r:id="rId62">
              <p14:nvContentPartPr>
                <p14:cNvPr id="49" name="Ink 48">
                  <a:extLst>
                    <a:ext uri="{FF2B5EF4-FFF2-40B4-BE49-F238E27FC236}">
                      <a16:creationId xmlns:a16="http://schemas.microsoft.com/office/drawing/2014/main" id="{1656228D-AC4F-DB24-5BA7-281EE724D51B}"/>
                    </a:ext>
                  </a:extLst>
                </p14:cNvPr>
                <p14:cNvContentPartPr/>
                <p14:nvPr/>
              </p14:nvContentPartPr>
              <p14:xfrm>
                <a:off x="9717950" y="1643437"/>
                <a:ext cx="96840" cy="121320"/>
              </p14:xfrm>
            </p:contentPart>
          </mc:Choice>
          <mc:Fallback>
            <p:pic>
              <p:nvPicPr>
                <p:cNvPr id="49" name="Ink 48">
                  <a:extLst>
                    <a:ext uri="{FF2B5EF4-FFF2-40B4-BE49-F238E27FC236}">
                      <a16:creationId xmlns:a16="http://schemas.microsoft.com/office/drawing/2014/main" id="{1656228D-AC4F-DB24-5BA7-281EE724D51B}"/>
                    </a:ext>
                  </a:extLst>
                </p:cNvPr>
                <p:cNvPicPr/>
                <p:nvPr/>
              </p:nvPicPr>
              <p:blipFill>
                <a:blip r:embed="rId63"/>
                <a:stretch>
                  <a:fillRect/>
                </a:stretch>
              </p:blipFill>
              <p:spPr>
                <a:xfrm>
                  <a:off x="9699950" y="1625437"/>
                  <a:ext cx="132480" cy="156960"/>
                </a:xfrm>
                <a:prstGeom prst="rect">
                  <a:avLst/>
                </a:prstGeom>
              </p:spPr>
            </p:pic>
          </mc:Fallback>
        </mc:AlternateContent>
        <mc:AlternateContent xmlns:mc="http://schemas.openxmlformats.org/markup-compatibility/2006">
          <mc:Choice xmlns:p14="http://schemas.microsoft.com/office/powerpoint/2010/main" Requires="p14">
            <p:contentPart p14:bwMode="auto" r:id="rId64">
              <p14:nvContentPartPr>
                <p14:cNvPr id="50" name="Ink 49">
                  <a:extLst>
                    <a:ext uri="{FF2B5EF4-FFF2-40B4-BE49-F238E27FC236}">
                      <a16:creationId xmlns:a16="http://schemas.microsoft.com/office/drawing/2014/main" id="{5C6606BB-BFAF-D538-53E1-723BE6CD296F}"/>
                    </a:ext>
                  </a:extLst>
                </p14:cNvPr>
                <p14:cNvContentPartPr/>
                <p14:nvPr/>
              </p14:nvContentPartPr>
              <p14:xfrm>
                <a:off x="9731630" y="1526077"/>
                <a:ext cx="34200" cy="2160"/>
              </p14:xfrm>
            </p:contentPart>
          </mc:Choice>
          <mc:Fallback>
            <p:pic>
              <p:nvPicPr>
                <p:cNvPr id="50" name="Ink 49">
                  <a:extLst>
                    <a:ext uri="{FF2B5EF4-FFF2-40B4-BE49-F238E27FC236}">
                      <a16:creationId xmlns:a16="http://schemas.microsoft.com/office/drawing/2014/main" id="{5C6606BB-BFAF-D538-53E1-723BE6CD296F}"/>
                    </a:ext>
                  </a:extLst>
                </p:cNvPr>
                <p:cNvPicPr/>
                <p:nvPr/>
              </p:nvPicPr>
              <p:blipFill>
                <a:blip r:embed="rId65"/>
                <a:stretch>
                  <a:fillRect/>
                </a:stretch>
              </p:blipFill>
              <p:spPr>
                <a:xfrm>
                  <a:off x="9713630" y="1508077"/>
                  <a:ext cx="69840" cy="37800"/>
                </a:xfrm>
                <a:prstGeom prst="rect">
                  <a:avLst/>
                </a:prstGeom>
              </p:spPr>
            </p:pic>
          </mc:Fallback>
        </mc:AlternateContent>
        <mc:AlternateContent xmlns:mc="http://schemas.openxmlformats.org/markup-compatibility/2006">
          <mc:Choice xmlns:p14="http://schemas.microsoft.com/office/powerpoint/2010/main" Requires="p14">
            <p:contentPart p14:bwMode="auto" r:id="rId66">
              <p14:nvContentPartPr>
                <p14:cNvPr id="51" name="Ink 50">
                  <a:extLst>
                    <a:ext uri="{FF2B5EF4-FFF2-40B4-BE49-F238E27FC236}">
                      <a16:creationId xmlns:a16="http://schemas.microsoft.com/office/drawing/2014/main" id="{4CCE9A57-8F70-D4C2-D6D5-7C3EB2182FDA}"/>
                    </a:ext>
                  </a:extLst>
                </p14:cNvPr>
                <p14:cNvContentPartPr/>
                <p14:nvPr/>
              </p14:nvContentPartPr>
              <p14:xfrm>
                <a:off x="9909830" y="1668997"/>
                <a:ext cx="33120" cy="135720"/>
              </p14:xfrm>
            </p:contentPart>
          </mc:Choice>
          <mc:Fallback>
            <p:pic>
              <p:nvPicPr>
                <p:cNvPr id="51" name="Ink 50">
                  <a:extLst>
                    <a:ext uri="{FF2B5EF4-FFF2-40B4-BE49-F238E27FC236}">
                      <a16:creationId xmlns:a16="http://schemas.microsoft.com/office/drawing/2014/main" id="{4CCE9A57-8F70-D4C2-D6D5-7C3EB2182FDA}"/>
                    </a:ext>
                  </a:extLst>
                </p:cNvPr>
                <p:cNvPicPr/>
                <p:nvPr/>
              </p:nvPicPr>
              <p:blipFill>
                <a:blip r:embed="rId67"/>
                <a:stretch>
                  <a:fillRect/>
                </a:stretch>
              </p:blipFill>
              <p:spPr>
                <a:xfrm>
                  <a:off x="9892190" y="1650997"/>
                  <a:ext cx="68760" cy="171360"/>
                </a:xfrm>
                <a:prstGeom prst="rect">
                  <a:avLst/>
                </a:prstGeom>
              </p:spPr>
            </p:pic>
          </mc:Fallback>
        </mc:AlternateContent>
      </p:grpSp>
      <p:grpSp>
        <p:nvGrpSpPr>
          <p:cNvPr id="58" name="Group 57">
            <a:extLst>
              <a:ext uri="{FF2B5EF4-FFF2-40B4-BE49-F238E27FC236}">
                <a16:creationId xmlns:a16="http://schemas.microsoft.com/office/drawing/2014/main" id="{2AD244ED-34E6-B4DD-E3D9-883F07F5BA48}"/>
              </a:ext>
            </a:extLst>
          </p:cNvPr>
          <p:cNvGrpSpPr/>
          <p:nvPr/>
        </p:nvGrpSpPr>
        <p:grpSpPr>
          <a:xfrm>
            <a:off x="11583830" y="2709757"/>
            <a:ext cx="519480" cy="260280"/>
            <a:chOff x="11583830" y="2709757"/>
            <a:chExt cx="519480" cy="260280"/>
          </a:xfrm>
        </p:grpSpPr>
        <mc:AlternateContent xmlns:mc="http://schemas.openxmlformats.org/markup-compatibility/2006">
          <mc:Choice xmlns:p14="http://schemas.microsoft.com/office/powerpoint/2010/main" Requires="p14">
            <p:contentPart p14:bwMode="auto" r:id="rId68">
              <p14:nvContentPartPr>
                <p14:cNvPr id="53" name="Ink 52">
                  <a:extLst>
                    <a:ext uri="{FF2B5EF4-FFF2-40B4-BE49-F238E27FC236}">
                      <a16:creationId xmlns:a16="http://schemas.microsoft.com/office/drawing/2014/main" id="{C555CF55-8E79-7D3E-0E3C-3EA2EFC383ED}"/>
                    </a:ext>
                  </a:extLst>
                </p14:cNvPr>
                <p14:cNvContentPartPr/>
                <p14:nvPr/>
              </p14:nvContentPartPr>
              <p14:xfrm>
                <a:off x="11583830" y="2709757"/>
                <a:ext cx="144000" cy="182520"/>
              </p14:xfrm>
            </p:contentPart>
          </mc:Choice>
          <mc:Fallback>
            <p:pic>
              <p:nvPicPr>
                <p:cNvPr id="53" name="Ink 52">
                  <a:extLst>
                    <a:ext uri="{FF2B5EF4-FFF2-40B4-BE49-F238E27FC236}">
                      <a16:creationId xmlns:a16="http://schemas.microsoft.com/office/drawing/2014/main" id="{C555CF55-8E79-7D3E-0E3C-3EA2EFC383ED}"/>
                    </a:ext>
                  </a:extLst>
                </p:cNvPr>
                <p:cNvPicPr/>
                <p:nvPr/>
              </p:nvPicPr>
              <p:blipFill>
                <a:blip r:embed="rId69"/>
                <a:stretch>
                  <a:fillRect/>
                </a:stretch>
              </p:blipFill>
              <p:spPr>
                <a:xfrm>
                  <a:off x="11565830" y="2691757"/>
                  <a:ext cx="179640" cy="218160"/>
                </a:xfrm>
                <a:prstGeom prst="rect">
                  <a:avLst/>
                </a:prstGeom>
              </p:spPr>
            </p:pic>
          </mc:Fallback>
        </mc:AlternateContent>
        <mc:AlternateContent xmlns:mc="http://schemas.openxmlformats.org/markup-compatibility/2006">
          <mc:Choice xmlns:p14="http://schemas.microsoft.com/office/powerpoint/2010/main" Requires="p14">
            <p:contentPart p14:bwMode="auto" r:id="rId70">
              <p14:nvContentPartPr>
                <p14:cNvPr id="54" name="Ink 53">
                  <a:extLst>
                    <a:ext uri="{FF2B5EF4-FFF2-40B4-BE49-F238E27FC236}">
                      <a16:creationId xmlns:a16="http://schemas.microsoft.com/office/drawing/2014/main" id="{2D6E003D-D6E8-E2B7-8B7B-3D051937D94B}"/>
                    </a:ext>
                  </a:extLst>
                </p14:cNvPr>
                <p14:cNvContentPartPr/>
                <p14:nvPr/>
              </p14:nvContentPartPr>
              <p14:xfrm>
                <a:off x="11775710" y="2895517"/>
                <a:ext cx="37440" cy="45360"/>
              </p14:xfrm>
            </p:contentPart>
          </mc:Choice>
          <mc:Fallback>
            <p:pic>
              <p:nvPicPr>
                <p:cNvPr id="54" name="Ink 53">
                  <a:extLst>
                    <a:ext uri="{FF2B5EF4-FFF2-40B4-BE49-F238E27FC236}">
                      <a16:creationId xmlns:a16="http://schemas.microsoft.com/office/drawing/2014/main" id="{2D6E003D-D6E8-E2B7-8B7B-3D051937D94B}"/>
                    </a:ext>
                  </a:extLst>
                </p:cNvPr>
                <p:cNvPicPr/>
                <p:nvPr/>
              </p:nvPicPr>
              <p:blipFill>
                <a:blip r:embed="rId71"/>
                <a:stretch>
                  <a:fillRect/>
                </a:stretch>
              </p:blipFill>
              <p:spPr>
                <a:xfrm>
                  <a:off x="11757710" y="2877517"/>
                  <a:ext cx="73080" cy="81000"/>
                </a:xfrm>
                <a:prstGeom prst="rect">
                  <a:avLst/>
                </a:prstGeom>
              </p:spPr>
            </p:pic>
          </mc:Fallback>
        </mc:AlternateContent>
        <mc:AlternateContent xmlns:mc="http://schemas.openxmlformats.org/markup-compatibility/2006">
          <mc:Choice xmlns:p14="http://schemas.microsoft.com/office/powerpoint/2010/main" Requires="p14">
            <p:contentPart p14:bwMode="auto" r:id="rId72">
              <p14:nvContentPartPr>
                <p14:cNvPr id="55" name="Ink 54">
                  <a:extLst>
                    <a:ext uri="{FF2B5EF4-FFF2-40B4-BE49-F238E27FC236}">
                      <a16:creationId xmlns:a16="http://schemas.microsoft.com/office/drawing/2014/main" id="{9CE34832-2C84-25CD-A662-908A4CF1CDF8}"/>
                    </a:ext>
                  </a:extLst>
                </p14:cNvPr>
                <p14:cNvContentPartPr/>
                <p14:nvPr/>
              </p14:nvContentPartPr>
              <p14:xfrm>
                <a:off x="11877230" y="2881477"/>
                <a:ext cx="120960" cy="88560"/>
              </p14:xfrm>
            </p:contentPart>
          </mc:Choice>
          <mc:Fallback>
            <p:pic>
              <p:nvPicPr>
                <p:cNvPr id="55" name="Ink 54">
                  <a:extLst>
                    <a:ext uri="{FF2B5EF4-FFF2-40B4-BE49-F238E27FC236}">
                      <a16:creationId xmlns:a16="http://schemas.microsoft.com/office/drawing/2014/main" id="{9CE34832-2C84-25CD-A662-908A4CF1CDF8}"/>
                    </a:ext>
                  </a:extLst>
                </p:cNvPr>
                <p:cNvPicPr/>
                <p:nvPr/>
              </p:nvPicPr>
              <p:blipFill>
                <a:blip r:embed="rId73"/>
                <a:stretch>
                  <a:fillRect/>
                </a:stretch>
              </p:blipFill>
              <p:spPr>
                <a:xfrm>
                  <a:off x="11859230" y="2863477"/>
                  <a:ext cx="156600" cy="124200"/>
                </a:xfrm>
                <a:prstGeom prst="rect">
                  <a:avLst/>
                </a:prstGeom>
              </p:spPr>
            </p:pic>
          </mc:Fallback>
        </mc:AlternateContent>
        <mc:AlternateContent xmlns:mc="http://schemas.openxmlformats.org/markup-compatibility/2006">
          <mc:Choice xmlns:p14="http://schemas.microsoft.com/office/powerpoint/2010/main" Requires="p14">
            <p:contentPart p14:bwMode="auto" r:id="rId74">
              <p14:nvContentPartPr>
                <p14:cNvPr id="56" name="Ink 55">
                  <a:extLst>
                    <a:ext uri="{FF2B5EF4-FFF2-40B4-BE49-F238E27FC236}">
                      <a16:creationId xmlns:a16="http://schemas.microsoft.com/office/drawing/2014/main" id="{A2504373-181B-C6DC-946C-7335E0F9053B}"/>
                    </a:ext>
                  </a:extLst>
                </p14:cNvPr>
                <p14:cNvContentPartPr/>
                <p14:nvPr/>
              </p14:nvContentPartPr>
              <p14:xfrm>
                <a:off x="12028070" y="2806957"/>
                <a:ext cx="48600" cy="126000"/>
              </p14:xfrm>
            </p:contentPart>
          </mc:Choice>
          <mc:Fallback>
            <p:pic>
              <p:nvPicPr>
                <p:cNvPr id="56" name="Ink 55">
                  <a:extLst>
                    <a:ext uri="{FF2B5EF4-FFF2-40B4-BE49-F238E27FC236}">
                      <a16:creationId xmlns:a16="http://schemas.microsoft.com/office/drawing/2014/main" id="{A2504373-181B-C6DC-946C-7335E0F9053B}"/>
                    </a:ext>
                  </a:extLst>
                </p:cNvPr>
                <p:cNvPicPr/>
                <p:nvPr/>
              </p:nvPicPr>
              <p:blipFill>
                <a:blip r:embed="rId75"/>
                <a:stretch>
                  <a:fillRect/>
                </a:stretch>
              </p:blipFill>
              <p:spPr>
                <a:xfrm>
                  <a:off x="12010430" y="2788957"/>
                  <a:ext cx="84240" cy="161640"/>
                </a:xfrm>
                <a:prstGeom prst="rect">
                  <a:avLst/>
                </a:prstGeom>
              </p:spPr>
            </p:pic>
          </mc:Fallback>
        </mc:AlternateContent>
        <mc:AlternateContent xmlns:mc="http://schemas.openxmlformats.org/markup-compatibility/2006">
          <mc:Choice xmlns:p14="http://schemas.microsoft.com/office/powerpoint/2010/main" Requires="p14">
            <p:contentPart p14:bwMode="auto" r:id="rId76">
              <p14:nvContentPartPr>
                <p14:cNvPr id="57" name="Ink 56">
                  <a:extLst>
                    <a:ext uri="{FF2B5EF4-FFF2-40B4-BE49-F238E27FC236}">
                      <a16:creationId xmlns:a16="http://schemas.microsoft.com/office/drawing/2014/main" id="{E1F22A0A-B473-57A9-A2B2-5CDE1A2AF5B5}"/>
                    </a:ext>
                  </a:extLst>
                </p14:cNvPr>
                <p14:cNvContentPartPr/>
                <p14:nvPr/>
              </p14:nvContentPartPr>
              <p14:xfrm>
                <a:off x="12042470" y="2848717"/>
                <a:ext cx="60840" cy="24840"/>
              </p14:xfrm>
            </p:contentPart>
          </mc:Choice>
          <mc:Fallback>
            <p:pic>
              <p:nvPicPr>
                <p:cNvPr id="57" name="Ink 56">
                  <a:extLst>
                    <a:ext uri="{FF2B5EF4-FFF2-40B4-BE49-F238E27FC236}">
                      <a16:creationId xmlns:a16="http://schemas.microsoft.com/office/drawing/2014/main" id="{E1F22A0A-B473-57A9-A2B2-5CDE1A2AF5B5}"/>
                    </a:ext>
                  </a:extLst>
                </p:cNvPr>
                <p:cNvPicPr/>
                <p:nvPr/>
              </p:nvPicPr>
              <p:blipFill>
                <a:blip r:embed="rId77"/>
                <a:stretch>
                  <a:fillRect/>
                </a:stretch>
              </p:blipFill>
              <p:spPr>
                <a:xfrm>
                  <a:off x="12024470" y="2830717"/>
                  <a:ext cx="96480" cy="60480"/>
                </a:xfrm>
                <a:prstGeom prst="rect">
                  <a:avLst/>
                </a:prstGeom>
              </p:spPr>
            </p:pic>
          </mc:Fallback>
        </mc:AlternateContent>
      </p:grpSp>
      <p:grpSp>
        <p:nvGrpSpPr>
          <p:cNvPr id="64" name="Group 63">
            <a:extLst>
              <a:ext uri="{FF2B5EF4-FFF2-40B4-BE49-F238E27FC236}">
                <a16:creationId xmlns:a16="http://schemas.microsoft.com/office/drawing/2014/main" id="{3511A197-0031-1FE2-210C-2316CF8899AD}"/>
              </a:ext>
            </a:extLst>
          </p:cNvPr>
          <p:cNvGrpSpPr/>
          <p:nvPr/>
        </p:nvGrpSpPr>
        <p:grpSpPr>
          <a:xfrm>
            <a:off x="10448030" y="378757"/>
            <a:ext cx="695160" cy="892440"/>
            <a:chOff x="10448030" y="378757"/>
            <a:chExt cx="695160" cy="892440"/>
          </a:xfrm>
        </p:grpSpPr>
        <mc:AlternateContent xmlns:mc="http://schemas.openxmlformats.org/markup-compatibility/2006">
          <mc:Choice xmlns:p14="http://schemas.microsoft.com/office/powerpoint/2010/main" Requires="p14">
            <p:contentPart p14:bwMode="auto" r:id="rId78">
              <p14:nvContentPartPr>
                <p14:cNvPr id="42" name="Ink 41">
                  <a:extLst>
                    <a:ext uri="{FF2B5EF4-FFF2-40B4-BE49-F238E27FC236}">
                      <a16:creationId xmlns:a16="http://schemas.microsoft.com/office/drawing/2014/main" id="{9309EACB-BD18-736F-ED3F-5A9C68CF3A7C}"/>
                    </a:ext>
                  </a:extLst>
                </p14:cNvPr>
                <p14:cNvContentPartPr/>
                <p14:nvPr/>
              </p14:nvContentPartPr>
              <p14:xfrm>
                <a:off x="10741070" y="988597"/>
                <a:ext cx="43200" cy="257760"/>
              </p14:xfrm>
            </p:contentPart>
          </mc:Choice>
          <mc:Fallback>
            <p:pic>
              <p:nvPicPr>
                <p:cNvPr id="42" name="Ink 41">
                  <a:extLst>
                    <a:ext uri="{FF2B5EF4-FFF2-40B4-BE49-F238E27FC236}">
                      <a16:creationId xmlns:a16="http://schemas.microsoft.com/office/drawing/2014/main" id="{9309EACB-BD18-736F-ED3F-5A9C68CF3A7C}"/>
                    </a:ext>
                  </a:extLst>
                </p:cNvPr>
                <p:cNvPicPr/>
                <p:nvPr/>
              </p:nvPicPr>
              <p:blipFill>
                <a:blip r:embed="rId79"/>
                <a:stretch>
                  <a:fillRect/>
                </a:stretch>
              </p:blipFill>
              <p:spPr>
                <a:xfrm>
                  <a:off x="10723070" y="970957"/>
                  <a:ext cx="78840" cy="293400"/>
                </a:xfrm>
                <a:prstGeom prst="rect">
                  <a:avLst/>
                </a:prstGeom>
              </p:spPr>
            </p:pic>
          </mc:Fallback>
        </mc:AlternateContent>
        <mc:AlternateContent xmlns:mc="http://schemas.openxmlformats.org/markup-compatibility/2006">
          <mc:Choice xmlns:p14="http://schemas.microsoft.com/office/powerpoint/2010/main" Requires="p14">
            <p:contentPart p14:bwMode="auto" r:id="rId80">
              <p14:nvContentPartPr>
                <p14:cNvPr id="43" name="Ink 42">
                  <a:extLst>
                    <a:ext uri="{FF2B5EF4-FFF2-40B4-BE49-F238E27FC236}">
                      <a16:creationId xmlns:a16="http://schemas.microsoft.com/office/drawing/2014/main" id="{E5DC2989-FA04-B24D-11A4-8DE384635973}"/>
                    </a:ext>
                  </a:extLst>
                </p14:cNvPr>
                <p14:cNvContentPartPr/>
                <p14:nvPr/>
              </p14:nvContentPartPr>
              <p14:xfrm>
                <a:off x="10703990" y="975637"/>
                <a:ext cx="219600" cy="165240"/>
              </p14:xfrm>
            </p:contentPart>
          </mc:Choice>
          <mc:Fallback>
            <p:pic>
              <p:nvPicPr>
                <p:cNvPr id="43" name="Ink 42">
                  <a:extLst>
                    <a:ext uri="{FF2B5EF4-FFF2-40B4-BE49-F238E27FC236}">
                      <a16:creationId xmlns:a16="http://schemas.microsoft.com/office/drawing/2014/main" id="{E5DC2989-FA04-B24D-11A4-8DE384635973}"/>
                    </a:ext>
                  </a:extLst>
                </p:cNvPr>
                <p:cNvPicPr/>
                <p:nvPr/>
              </p:nvPicPr>
              <p:blipFill>
                <a:blip r:embed="rId81"/>
                <a:stretch>
                  <a:fillRect/>
                </a:stretch>
              </p:blipFill>
              <p:spPr>
                <a:xfrm>
                  <a:off x="10685990" y="957997"/>
                  <a:ext cx="255240" cy="200880"/>
                </a:xfrm>
                <a:prstGeom prst="rect">
                  <a:avLst/>
                </a:prstGeom>
              </p:spPr>
            </p:pic>
          </mc:Fallback>
        </mc:AlternateContent>
        <mc:AlternateContent xmlns:mc="http://schemas.openxmlformats.org/markup-compatibility/2006">
          <mc:Choice xmlns:p14="http://schemas.microsoft.com/office/powerpoint/2010/main" Requires="p14">
            <p:contentPart p14:bwMode="auto" r:id="rId82">
              <p14:nvContentPartPr>
                <p14:cNvPr id="44" name="Ink 43">
                  <a:extLst>
                    <a:ext uri="{FF2B5EF4-FFF2-40B4-BE49-F238E27FC236}">
                      <a16:creationId xmlns:a16="http://schemas.microsoft.com/office/drawing/2014/main" id="{F0AB9D4A-D8DA-EF1E-3A76-7BA159076C2E}"/>
                    </a:ext>
                  </a:extLst>
                </p14:cNvPr>
                <p14:cNvContentPartPr/>
                <p14:nvPr/>
              </p14:nvContentPartPr>
              <p14:xfrm>
                <a:off x="10996670" y="1027837"/>
                <a:ext cx="72720" cy="243360"/>
              </p14:xfrm>
            </p:contentPart>
          </mc:Choice>
          <mc:Fallback>
            <p:pic>
              <p:nvPicPr>
                <p:cNvPr id="44" name="Ink 43">
                  <a:extLst>
                    <a:ext uri="{FF2B5EF4-FFF2-40B4-BE49-F238E27FC236}">
                      <a16:creationId xmlns:a16="http://schemas.microsoft.com/office/drawing/2014/main" id="{F0AB9D4A-D8DA-EF1E-3A76-7BA159076C2E}"/>
                    </a:ext>
                  </a:extLst>
                </p:cNvPr>
                <p:cNvPicPr/>
                <p:nvPr/>
              </p:nvPicPr>
              <p:blipFill>
                <a:blip r:embed="rId83"/>
                <a:stretch>
                  <a:fillRect/>
                </a:stretch>
              </p:blipFill>
              <p:spPr>
                <a:xfrm>
                  <a:off x="10978670" y="1009837"/>
                  <a:ext cx="108360" cy="279000"/>
                </a:xfrm>
                <a:prstGeom prst="rect">
                  <a:avLst/>
                </a:prstGeom>
              </p:spPr>
            </p:pic>
          </mc:Fallback>
        </mc:AlternateContent>
        <mc:AlternateContent xmlns:mc="http://schemas.openxmlformats.org/markup-compatibility/2006">
          <mc:Choice xmlns:p14="http://schemas.microsoft.com/office/powerpoint/2010/main" Requires="p14">
            <p:contentPart p14:bwMode="auto" r:id="rId84">
              <p14:nvContentPartPr>
                <p14:cNvPr id="45" name="Ink 44">
                  <a:extLst>
                    <a:ext uri="{FF2B5EF4-FFF2-40B4-BE49-F238E27FC236}">
                      <a16:creationId xmlns:a16="http://schemas.microsoft.com/office/drawing/2014/main" id="{DA892CA4-0741-F622-B065-6356E52D4DBC}"/>
                    </a:ext>
                  </a:extLst>
                </p14:cNvPr>
                <p14:cNvContentPartPr/>
                <p14:nvPr/>
              </p14:nvContentPartPr>
              <p14:xfrm>
                <a:off x="10988750" y="1127917"/>
                <a:ext cx="129600" cy="84960"/>
              </p14:xfrm>
            </p:contentPart>
          </mc:Choice>
          <mc:Fallback>
            <p:pic>
              <p:nvPicPr>
                <p:cNvPr id="45" name="Ink 44">
                  <a:extLst>
                    <a:ext uri="{FF2B5EF4-FFF2-40B4-BE49-F238E27FC236}">
                      <a16:creationId xmlns:a16="http://schemas.microsoft.com/office/drawing/2014/main" id="{DA892CA4-0741-F622-B065-6356E52D4DBC}"/>
                    </a:ext>
                  </a:extLst>
                </p:cNvPr>
                <p:cNvPicPr/>
                <p:nvPr/>
              </p:nvPicPr>
              <p:blipFill>
                <a:blip r:embed="rId85"/>
                <a:stretch>
                  <a:fillRect/>
                </a:stretch>
              </p:blipFill>
              <p:spPr>
                <a:xfrm>
                  <a:off x="10971110" y="1109917"/>
                  <a:ext cx="165240" cy="120600"/>
                </a:xfrm>
                <a:prstGeom prst="rect">
                  <a:avLst/>
                </a:prstGeom>
              </p:spPr>
            </p:pic>
          </mc:Fallback>
        </mc:AlternateContent>
        <mc:AlternateContent xmlns:mc="http://schemas.openxmlformats.org/markup-compatibility/2006">
          <mc:Choice xmlns:p14="http://schemas.microsoft.com/office/powerpoint/2010/main" Requires="p14">
            <p:contentPart p14:bwMode="auto" r:id="rId86">
              <p14:nvContentPartPr>
                <p14:cNvPr id="59" name="Ink 58">
                  <a:extLst>
                    <a:ext uri="{FF2B5EF4-FFF2-40B4-BE49-F238E27FC236}">
                      <a16:creationId xmlns:a16="http://schemas.microsoft.com/office/drawing/2014/main" id="{521DEBE7-9A15-2121-22AB-CE2277AEB3F7}"/>
                    </a:ext>
                  </a:extLst>
                </p14:cNvPr>
                <p14:cNvContentPartPr/>
                <p14:nvPr/>
              </p14:nvContentPartPr>
              <p14:xfrm>
                <a:off x="10539470" y="792757"/>
                <a:ext cx="581400" cy="70560"/>
              </p14:xfrm>
            </p:contentPart>
          </mc:Choice>
          <mc:Fallback>
            <p:pic>
              <p:nvPicPr>
                <p:cNvPr id="59" name="Ink 58">
                  <a:extLst>
                    <a:ext uri="{FF2B5EF4-FFF2-40B4-BE49-F238E27FC236}">
                      <a16:creationId xmlns:a16="http://schemas.microsoft.com/office/drawing/2014/main" id="{521DEBE7-9A15-2121-22AB-CE2277AEB3F7}"/>
                    </a:ext>
                  </a:extLst>
                </p:cNvPr>
                <p:cNvPicPr/>
                <p:nvPr/>
              </p:nvPicPr>
              <p:blipFill>
                <a:blip r:embed="rId87"/>
                <a:stretch>
                  <a:fillRect/>
                </a:stretch>
              </p:blipFill>
              <p:spPr>
                <a:xfrm>
                  <a:off x="10521470" y="775117"/>
                  <a:ext cx="617040" cy="106200"/>
                </a:xfrm>
                <a:prstGeom prst="rect">
                  <a:avLst/>
                </a:prstGeom>
              </p:spPr>
            </p:pic>
          </mc:Fallback>
        </mc:AlternateContent>
        <mc:AlternateContent xmlns:mc="http://schemas.openxmlformats.org/markup-compatibility/2006">
          <mc:Choice xmlns:p14="http://schemas.microsoft.com/office/powerpoint/2010/main" Requires="p14">
            <p:contentPart p14:bwMode="auto" r:id="rId88">
              <p14:nvContentPartPr>
                <p14:cNvPr id="60" name="Ink 59">
                  <a:extLst>
                    <a:ext uri="{FF2B5EF4-FFF2-40B4-BE49-F238E27FC236}">
                      <a16:creationId xmlns:a16="http://schemas.microsoft.com/office/drawing/2014/main" id="{F91F23C2-C6F6-21F7-1FA4-1D3F12801AB1}"/>
                    </a:ext>
                  </a:extLst>
                </p14:cNvPr>
                <p14:cNvContentPartPr/>
                <p14:nvPr/>
              </p14:nvContentPartPr>
              <p14:xfrm>
                <a:off x="11049230" y="736237"/>
                <a:ext cx="93960" cy="141840"/>
              </p14:xfrm>
            </p:contentPart>
          </mc:Choice>
          <mc:Fallback>
            <p:pic>
              <p:nvPicPr>
                <p:cNvPr id="60" name="Ink 59">
                  <a:extLst>
                    <a:ext uri="{FF2B5EF4-FFF2-40B4-BE49-F238E27FC236}">
                      <a16:creationId xmlns:a16="http://schemas.microsoft.com/office/drawing/2014/main" id="{F91F23C2-C6F6-21F7-1FA4-1D3F12801AB1}"/>
                    </a:ext>
                  </a:extLst>
                </p:cNvPr>
                <p:cNvPicPr/>
                <p:nvPr/>
              </p:nvPicPr>
              <p:blipFill>
                <a:blip r:embed="rId89"/>
                <a:stretch>
                  <a:fillRect/>
                </a:stretch>
              </p:blipFill>
              <p:spPr>
                <a:xfrm>
                  <a:off x="11031590" y="718237"/>
                  <a:ext cx="129600" cy="177480"/>
                </a:xfrm>
                <a:prstGeom prst="rect">
                  <a:avLst/>
                </a:prstGeom>
              </p:spPr>
            </p:pic>
          </mc:Fallback>
        </mc:AlternateContent>
        <mc:AlternateContent xmlns:mc="http://schemas.openxmlformats.org/markup-compatibility/2006">
          <mc:Choice xmlns:p14="http://schemas.microsoft.com/office/powerpoint/2010/main" Requires="p14">
            <p:contentPart p14:bwMode="auto" r:id="rId90">
              <p14:nvContentPartPr>
                <p14:cNvPr id="61" name="Ink 60">
                  <a:extLst>
                    <a:ext uri="{FF2B5EF4-FFF2-40B4-BE49-F238E27FC236}">
                      <a16:creationId xmlns:a16="http://schemas.microsoft.com/office/drawing/2014/main" id="{FC101154-1C7C-5FEB-E0AF-D4AEA0DEC59B}"/>
                    </a:ext>
                  </a:extLst>
                </p14:cNvPr>
                <p14:cNvContentPartPr/>
                <p14:nvPr/>
              </p14:nvContentPartPr>
              <p14:xfrm>
                <a:off x="10517870" y="518437"/>
                <a:ext cx="107640" cy="135000"/>
              </p14:xfrm>
            </p:contentPart>
          </mc:Choice>
          <mc:Fallback>
            <p:pic>
              <p:nvPicPr>
                <p:cNvPr id="61" name="Ink 60">
                  <a:extLst>
                    <a:ext uri="{FF2B5EF4-FFF2-40B4-BE49-F238E27FC236}">
                      <a16:creationId xmlns:a16="http://schemas.microsoft.com/office/drawing/2014/main" id="{FC101154-1C7C-5FEB-E0AF-D4AEA0DEC59B}"/>
                    </a:ext>
                  </a:extLst>
                </p:cNvPr>
                <p:cNvPicPr/>
                <p:nvPr/>
              </p:nvPicPr>
              <p:blipFill>
                <a:blip r:embed="rId91"/>
                <a:stretch>
                  <a:fillRect/>
                </a:stretch>
              </p:blipFill>
              <p:spPr>
                <a:xfrm>
                  <a:off x="10500230" y="500797"/>
                  <a:ext cx="143280" cy="170640"/>
                </a:xfrm>
                <a:prstGeom prst="rect">
                  <a:avLst/>
                </a:prstGeom>
              </p:spPr>
            </p:pic>
          </mc:Fallback>
        </mc:AlternateContent>
        <mc:AlternateContent xmlns:mc="http://schemas.openxmlformats.org/markup-compatibility/2006">
          <mc:Choice xmlns:p14="http://schemas.microsoft.com/office/powerpoint/2010/main" Requires="p14">
            <p:contentPart p14:bwMode="auto" r:id="rId92">
              <p14:nvContentPartPr>
                <p14:cNvPr id="62" name="Ink 61">
                  <a:extLst>
                    <a:ext uri="{FF2B5EF4-FFF2-40B4-BE49-F238E27FC236}">
                      <a16:creationId xmlns:a16="http://schemas.microsoft.com/office/drawing/2014/main" id="{AFB43D45-AEB5-0BE1-2696-75A08484F79D}"/>
                    </a:ext>
                  </a:extLst>
                </p14:cNvPr>
                <p14:cNvContentPartPr/>
                <p14:nvPr/>
              </p14:nvContentPartPr>
              <p14:xfrm>
                <a:off x="10448030" y="378757"/>
                <a:ext cx="27000" cy="16920"/>
              </p14:xfrm>
            </p:contentPart>
          </mc:Choice>
          <mc:Fallback>
            <p:pic>
              <p:nvPicPr>
                <p:cNvPr id="62" name="Ink 61">
                  <a:extLst>
                    <a:ext uri="{FF2B5EF4-FFF2-40B4-BE49-F238E27FC236}">
                      <a16:creationId xmlns:a16="http://schemas.microsoft.com/office/drawing/2014/main" id="{AFB43D45-AEB5-0BE1-2696-75A08484F79D}"/>
                    </a:ext>
                  </a:extLst>
                </p:cNvPr>
                <p:cNvPicPr/>
                <p:nvPr/>
              </p:nvPicPr>
              <p:blipFill>
                <a:blip r:embed="rId93"/>
                <a:stretch>
                  <a:fillRect/>
                </a:stretch>
              </p:blipFill>
              <p:spPr>
                <a:xfrm>
                  <a:off x="10430390" y="360757"/>
                  <a:ext cx="62640" cy="52560"/>
                </a:xfrm>
                <a:prstGeom prst="rect">
                  <a:avLst/>
                </a:prstGeom>
              </p:spPr>
            </p:pic>
          </mc:Fallback>
        </mc:AlternateContent>
        <mc:AlternateContent xmlns:mc="http://schemas.openxmlformats.org/markup-compatibility/2006">
          <mc:Choice xmlns:p14="http://schemas.microsoft.com/office/powerpoint/2010/main" Requires="p14">
            <p:contentPart p14:bwMode="auto" r:id="rId94">
              <p14:nvContentPartPr>
                <p14:cNvPr id="63" name="Ink 62">
                  <a:extLst>
                    <a:ext uri="{FF2B5EF4-FFF2-40B4-BE49-F238E27FC236}">
                      <a16:creationId xmlns:a16="http://schemas.microsoft.com/office/drawing/2014/main" id="{76E51D84-8B39-9040-2A97-5DFEAB6FB2E5}"/>
                    </a:ext>
                  </a:extLst>
                </p14:cNvPr>
                <p14:cNvContentPartPr/>
                <p14:nvPr/>
              </p14:nvContentPartPr>
              <p14:xfrm>
                <a:off x="10705430" y="577477"/>
                <a:ext cx="46080" cy="114840"/>
              </p14:xfrm>
            </p:contentPart>
          </mc:Choice>
          <mc:Fallback>
            <p:pic>
              <p:nvPicPr>
                <p:cNvPr id="63" name="Ink 62">
                  <a:extLst>
                    <a:ext uri="{FF2B5EF4-FFF2-40B4-BE49-F238E27FC236}">
                      <a16:creationId xmlns:a16="http://schemas.microsoft.com/office/drawing/2014/main" id="{76E51D84-8B39-9040-2A97-5DFEAB6FB2E5}"/>
                    </a:ext>
                  </a:extLst>
                </p:cNvPr>
                <p:cNvPicPr/>
                <p:nvPr/>
              </p:nvPicPr>
              <p:blipFill>
                <a:blip r:embed="rId95"/>
                <a:stretch>
                  <a:fillRect/>
                </a:stretch>
              </p:blipFill>
              <p:spPr>
                <a:xfrm>
                  <a:off x="10687430" y="559837"/>
                  <a:ext cx="81720" cy="150480"/>
                </a:xfrm>
                <a:prstGeom prst="rect">
                  <a:avLst/>
                </a:prstGeom>
              </p:spPr>
            </p:pic>
          </mc:Fallback>
        </mc:AlternateContent>
      </p:grpSp>
      <p:grpSp>
        <p:nvGrpSpPr>
          <p:cNvPr id="84" name="Group 83">
            <a:extLst>
              <a:ext uri="{FF2B5EF4-FFF2-40B4-BE49-F238E27FC236}">
                <a16:creationId xmlns:a16="http://schemas.microsoft.com/office/drawing/2014/main" id="{3883373A-D405-D401-32E4-6952A435316B}"/>
              </a:ext>
            </a:extLst>
          </p:cNvPr>
          <p:cNvGrpSpPr/>
          <p:nvPr/>
        </p:nvGrpSpPr>
        <p:grpSpPr>
          <a:xfrm>
            <a:off x="217550" y="4314997"/>
            <a:ext cx="2039760" cy="460440"/>
            <a:chOff x="217550" y="4314997"/>
            <a:chExt cx="2039760" cy="460440"/>
          </a:xfrm>
        </p:grpSpPr>
        <mc:AlternateContent xmlns:mc="http://schemas.openxmlformats.org/markup-compatibility/2006">
          <mc:Choice xmlns:p14="http://schemas.microsoft.com/office/powerpoint/2010/main" Requires="p14">
            <p:contentPart p14:bwMode="auto" r:id="rId96">
              <p14:nvContentPartPr>
                <p14:cNvPr id="65" name="Ink 64">
                  <a:extLst>
                    <a:ext uri="{FF2B5EF4-FFF2-40B4-BE49-F238E27FC236}">
                      <a16:creationId xmlns:a16="http://schemas.microsoft.com/office/drawing/2014/main" id="{51D53A96-C8C0-A08B-E623-2622EFE19ACC}"/>
                    </a:ext>
                  </a:extLst>
                </p14:cNvPr>
                <p14:cNvContentPartPr/>
                <p14:nvPr/>
              </p14:nvContentPartPr>
              <p14:xfrm>
                <a:off x="217550" y="4314997"/>
                <a:ext cx="162360" cy="320040"/>
              </p14:xfrm>
            </p:contentPart>
          </mc:Choice>
          <mc:Fallback>
            <p:pic>
              <p:nvPicPr>
                <p:cNvPr id="65" name="Ink 64">
                  <a:extLst>
                    <a:ext uri="{FF2B5EF4-FFF2-40B4-BE49-F238E27FC236}">
                      <a16:creationId xmlns:a16="http://schemas.microsoft.com/office/drawing/2014/main" id="{51D53A96-C8C0-A08B-E623-2622EFE19ACC}"/>
                    </a:ext>
                  </a:extLst>
                </p:cNvPr>
                <p:cNvPicPr/>
                <p:nvPr/>
              </p:nvPicPr>
              <p:blipFill>
                <a:blip r:embed="rId97"/>
                <a:stretch>
                  <a:fillRect/>
                </a:stretch>
              </p:blipFill>
              <p:spPr>
                <a:xfrm>
                  <a:off x="199550" y="4297357"/>
                  <a:ext cx="198000" cy="355680"/>
                </a:xfrm>
                <a:prstGeom prst="rect">
                  <a:avLst/>
                </a:prstGeom>
              </p:spPr>
            </p:pic>
          </mc:Fallback>
        </mc:AlternateContent>
        <mc:AlternateContent xmlns:mc="http://schemas.openxmlformats.org/markup-compatibility/2006">
          <mc:Choice xmlns:p14="http://schemas.microsoft.com/office/powerpoint/2010/main" Requires="p14">
            <p:contentPart p14:bwMode="auto" r:id="rId98">
              <p14:nvContentPartPr>
                <p14:cNvPr id="66" name="Ink 65">
                  <a:extLst>
                    <a:ext uri="{FF2B5EF4-FFF2-40B4-BE49-F238E27FC236}">
                      <a16:creationId xmlns:a16="http://schemas.microsoft.com/office/drawing/2014/main" id="{364CAAFE-C2B5-376B-6BB4-0A9583E3F246}"/>
                    </a:ext>
                  </a:extLst>
                </p14:cNvPr>
                <p14:cNvContentPartPr/>
                <p14:nvPr/>
              </p14:nvContentPartPr>
              <p14:xfrm>
                <a:off x="473870" y="4594717"/>
                <a:ext cx="152640" cy="136080"/>
              </p14:xfrm>
            </p:contentPart>
          </mc:Choice>
          <mc:Fallback>
            <p:pic>
              <p:nvPicPr>
                <p:cNvPr id="66" name="Ink 65">
                  <a:extLst>
                    <a:ext uri="{FF2B5EF4-FFF2-40B4-BE49-F238E27FC236}">
                      <a16:creationId xmlns:a16="http://schemas.microsoft.com/office/drawing/2014/main" id="{364CAAFE-C2B5-376B-6BB4-0A9583E3F246}"/>
                    </a:ext>
                  </a:extLst>
                </p:cNvPr>
                <p:cNvPicPr/>
                <p:nvPr/>
              </p:nvPicPr>
              <p:blipFill>
                <a:blip r:embed="rId99"/>
                <a:stretch>
                  <a:fillRect/>
                </a:stretch>
              </p:blipFill>
              <p:spPr>
                <a:xfrm>
                  <a:off x="456230" y="4576717"/>
                  <a:ext cx="188280" cy="171720"/>
                </a:xfrm>
                <a:prstGeom prst="rect">
                  <a:avLst/>
                </a:prstGeom>
              </p:spPr>
            </p:pic>
          </mc:Fallback>
        </mc:AlternateContent>
        <mc:AlternateContent xmlns:mc="http://schemas.openxmlformats.org/markup-compatibility/2006">
          <mc:Choice xmlns:p14="http://schemas.microsoft.com/office/powerpoint/2010/main" Requires="p14">
            <p:contentPart p14:bwMode="auto" r:id="rId100">
              <p14:nvContentPartPr>
                <p14:cNvPr id="67" name="Ink 66">
                  <a:extLst>
                    <a:ext uri="{FF2B5EF4-FFF2-40B4-BE49-F238E27FC236}">
                      <a16:creationId xmlns:a16="http://schemas.microsoft.com/office/drawing/2014/main" id="{55B2886E-6B11-CC2D-3EA6-CD1894D7D06F}"/>
                    </a:ext>
                  </a:extLst>
                </p14:cNvPr>
                <p14:cNvContentPartPr/>
                <p14:nvPr/>
              </p14:nvContentPartPr>
              <p14:xfrm>
                <a:off x="683390" y="4600477"/>
                <a:ext cx="85680" cy="104760"/>
              </p14:xfrm>
            </p:contentPart>
          </mc:Choice>
          <mc:Fallback>
            <p:pic>
              <p:nvPicPr>
                <p:cNvPr id="67" name="Ink 66">
                  <a:extLst>
                    <a:ext uri="{FF2B5EF4-FFF2-40B4-BE49-F238E27FC236}">
                      <a16:creationId xmlns:a16="http://schemas.microsoft.com/office/drawing/2014/main" id="{55B2886E-6B11-CC2D-3EA6-CD1894D7D06F}"/>
                    </a:ext>
                  </a:extLst>
                </p:cNvPr>
                <p:cNvPicPr/>
                <p:nvPr/>
              </p:nvPicPr>
              <p:blipFill>
                <a:blip r:embed="rId101"/>
                <a:stretch>
                  <a:fillRect/>
                </a:stretch>
              </p:blipFill>
              <p:spPr>
                <a:xfrm>
                  <a:off x="665750" y="4582477"/>
                  <a:ext cx="121320" cy="140400"/>
                </a:xfrm>
                <a:prstGeom prst="rect">
                  <a:avLst/>
                </a:prstGeom>
              </p:spPr>
            </p:pic>
          </mc:Fallback>
        </mc:AlternateContent>
        <mc:AlternateContent xmlns:mc="http://schemas.openxmlformats.org/markup-compatibility/2006">
          <mc:Choice xmlns:p14="http://schemas.microsoft.com/office/powerpoint/2010/main" Requires="p14">
            <p:contentPart p14:bwMode="auto" r:id="rId102">
              <p14:nvContentPartPr>
                <p14:cNvPr id="68" name="Ink 67">
                  <a:extLst>
                    <a:ext uri="{FF2B5EF4-FFF2-40B4-BE49-F238E27FC236}">
                      <a16:creationId xmlns:a16="http://schemas.microsoft.com/office/drawing/2014/main" id="{F84E88D0-BEAD-D587-1E6C-6C9F63806E55}"/>
                    </a:ext>
                  </a:extLst>
                </p14:cNvPr>
                <p14:cNvContentPartPr/>
                <p14:nvPr/>
              </p14:nvContentPartPr>
              <p14:xfrm>
                <a:off x="843230" y="4607677"/>
                <a:ext cx="17280" cy="149400"/>
              </p14:xfrm>
            </p:contentPart>
          </mc:Choice>
          <mc:Fallback>
            <p:pic>
              <p:nvPicPr>
                <p:cNvPr id="68" name="Ink 67">
                  <a:extLst>
                    <a:ext uri="{FF2B5EF4-FFF2-40B4-BE49-F238E27FC236}">
                      <a16:creationId xmlns:a16="http://schemas.microsoft.com/office/drawing/2014/main" id="{F84E88D0-BEAD-D587-1E6C-6C9F63806E55}"/>
                    </a:ext>
                  </a:extLst>
                </p:cNvPr>
                <p:cNvPicPr/>
                <p:nvPr/>
              </p:nvPicPr>
              <p:blipFill>
                <a:blip r:embed="rId103"/>
                <a:stretch>
                  <a:fillRect/>
                </a:stretch>
              </p:blipFill>
              <p:spPr>
                <a:xfrm>
                  <a:off x="825590" y="4590037"/>
                  <a:ext cx="52920" cy="185040"/>
                </a:xfrm>
                <a:prstGeom prst="rect">
                  <a:avLst/>
                </a:prstGeom>
              </p:spPr>
            </p:pic>
          </mc:Fallback>
        </mc:AlternateContent>
        <mc:AlternateContent xmlns:mc="http://schemas.openxmlformats.org/markup-compatibility/2006">
          <mc:Choice xmlns:p14="http://schemas.microsoft.com/office/powerpoint/2010/main" Requires="p14">
            <p:contentPart p14:bwMode="auto" r:id="rId104">
              <p14:nvContentPartPr>
                <p14:cNvPr id="69" name="Ink 68">
                  <a:extLst>
                    <a:ext uri="{FF2B5EF4-FFF2-40B4-BE49-F238E27FC236}">
                      <a16:creationId xmlns:a16="http://schemas.microsoft.com/office/drawing/2014/main" id="{97E440AA-1C83-7FE4-506B-8030814F46D1}"/>
                    </a:ext>
                  </a:extLst>
                </p14:cNvPr>
                <p14:cNvContentPartPr/>
                <p14:nvPr/>
              </p14:nvContentPartPr>
              <p14:xfrm>
                <a:off x="855470" y="4492117"/>
                <a:ext cx="2880" cy="39600"/>
              </p14:xfrm>
            </p:contentPart>
          </mc:Choice>
          <mc:Fallback>
            <p:pic>
              <p:nvPicPr>
                <p:cNvPr id="69" name="Ink 68">
                  <a:extLst>
                    <a:ext uri="{FF2B5EF4-FFF2-40B4-BE49-F238E27FC236}">
                      <a16:creationId xmlns:a16="http://schemas.microsoft.com/office/drawing/2014/main" id="{97E440AA-1C83-7FE4-506B-8030814F46D1}"/>
                    </a:ext>
                  </a:extLst>
                </p:cNvPr>
                <p:cNvPicPr/>
                <p:nvPr/>
              </p:nvPicPr>
              <p:blipFill>
                <a:blip r:embed="rId105"/>
                <a:stretch>
                  <a:fillRect/>
                </a:stretch>
              </p:blipFill>
              <p:spPr>
                <a:xfrm>
                  <a:off x="837830" y="4474117"/>
                  <a:ext cx="38520" cy="75240"/>
                </a:xfrm>
                <a:prstGeom prst="rect">
                  <a:avLst/>
                </a:prstGeom>
              </p:spPr>
            </p:pic>
          </mc:Fallback>
        </mc:AlternateContent>
        <mc:AlternateContent xmlns:mc="http://schemas.openxmlformats.org/markup-compatibility/2006">
          <mc:Choice xmlns:p14="http://schemas.microsoft.com/office/powerpoint/2010/main" Requires="p14">
            <p:contentPart p14:bwMode="auto" r:id="rId106">
              <p14:nvContentPartPr>
                <p14:cNvPr id="70" name="Ink 69">
                  <a:extLst>
                    <a:ext uri="{FF2B5EF4-FFF2-40B4-BE49-F238E27FC236}">
                      <a16:creationId xmlns:a16="http://schemas.microsoft.com/office/drawing/2014/main" id="{B0428489-EE74-C82F-1A67-E839D39EF464}"/>
                    </a:ext>
                  </a:extLst>
                </p14:cNvPr>
                <p14:cNvContentPartPr/>
                <p14:nvPr/>
              </p14:nvContentPartPr>
              <p14:xfrm>
                <a:off x="931070" y="4568437"/>
                <a:ext cx="72000" cy="195480"/>
              </p14:xfrm>
            </p:contentPart>
          </mc:Choice>
          <mc:Fallback>
            <p:pic>
              <p:nvPicPr>
                <p:cNvPr id="70" name="Ink 69">
                  <a:extLst>
                    <a:ext uri="{FF2B5EF4-FFF2-40B4-BE49-F238E27FC236}">
                      <a16:creationId xmlns:a16="http://schemas.microsoft.com/office/drawing/2014/main" id="{B0428489-EE74-C82F-1A67-E839D39EF464}"/>
                    </a:ext>
                  </a:extLst>
                </p:cNvPr>
                <p:cNvPicPr/>
                <p:nvPr/>
              </p:nvPicPr>
              <p:blipFill>
                <a:blip r:embed="rId107"/>
                <a:stretch>
                  <a:fillRect/>
                </a:stretch>
              </p:blipFill>
              <p:spPr>
                <a:xfrm>
                  <a:off x="913430" y="4550437"/>
                  <a:ext cx="107640" cy="231120"/>
                </a:xfrm>
                <a:prstGeom prst="rect">
                  <a:avLst/>
                </a:prstGeom>
              </p:spPr>
            </p:pic>
          </mc:Fallback>
        </mc:AlternateContent>
        <mc:AlternateContent xmlns:mc="http://schemas.openxmlformats.org/markup-compatibility/2006">
          <mc:Choice xmlns:p14="http://schemas.microsoft.com/office/powerpoint/2010/main" Requires="p14">
            <p:contentPart p14:bwMode="auto" r:id="rId108">
              <p14:nvContentPartPr>
                <p14:cNvPr id="71" name="Ink 70">
                  <a:extLst>
                    <a:ext uri="{FF2B5EF4-FFF2-40B4-BE49-F238E27FC236}">
                      <a16:creationId xmlns:a16="http://schemas.microsoft.com/office/drawing/2014/main" id="{503B509E-A9DA-AB5B-6C25-CFE749743CC2}"/>
                    </a:ext>
                  </a:extLst>
                </p14:cNvPr>
                <p14:cNvContentPartPr/>
                <p14:nvPr/>
              </p14:nvContentPartPr>
              <p14:xfrm>
                <a:off x="1017830" y="4581037"/>
                <a:ext cx="67320" cy="126360"/>
              </p14:xfrm>
            </p:contentPart>
          </mc:Choice>
          <mc:Fallback>
            <p:pic>
              <p:nvPicPr>
                <p:cNvPr id="71" name="Ink 70">
                  <a:extLst>
                    <a:ext uri="{FF2B5EF4-FFF2-40B4-BE49-F238E27FC236}">
                      <a16:creationId xmlns:a16="http://schemas.microsoft.com/office/drawing/2014/main" id="{503B509E-A9DA-AB5B-6C25-CFE749743CC2}"/>
                    </a:ext>
                  </a:extLst>
                </p:cNvPr>
                <p:cNvPicPr/>
                <p:nvPr/>
              </p:nvPicPr>
              <p:blipFill>
                <a:blip r:embed="rId109"/>
                <a:stretch>
                  <a:fillRect/>
                </a:stretch>
              </p:blipFill>
              <p:spPr>
                <a:xfrm>
                  <a:off x="999830" y="4563037"/>
                  <a:ext cx="102960" cy="162000"/>
                </a:xfrm>
                <a:prstGeom prst="rect">
                  <a:avLst/>
                </a:prstGeom>
              </p:spPr>
            </p:pic>
          </mc:Fallback>
        </mc:AlternateContent>
        <mc:AlternateContent xmlns:mc="http://schemas.openxmlformats.org/markup-compatibility/2006">
          <mc:Choice xmlns:p14="http://schemas.microsoft.com/office/powerpoint/2010/main" Requires="p14">
            <p:contentPart p14:bwMode="auto" r:id="rId110">
              <p14:nvContentPartPr>
                <p14:cNvPr id="72" name="Ink 71">
                  <a:extLst>
                    <a:ext uri="{FF2B5EF4-FFF2-40B4-BE49-F238E27FC236}">
                      <a16:creationId xmlns:a16="http://schemas.microsoft.com/office/drawing/2014/main" id="{F651974C-84A0-7D53-09B0-CE5AC2228A02}"/>
                    </a:ext>
                  </a:extLst>
                </p14:cNvPr>
                <p14:cNvContentPartPr/>
                <p14:nvPr/>
              </p14:nvContentPartPr>
              <p14:xfrm>
                <a:off x="1220150" y="4658437"/>
                <a:ext cx="14760" cy="117000"/>
              </p14:xfrm>
            </p:contentPart>
          </mc:Choice>
          <mc:Fallback>
            <p:pic>
              <p:nvPicPr>
                <p:cNvPr id="72" name="Ink 71">
                  <a:extLst>
                    <a:ext uri="{FF2B5EF4-FFF2-40B4-BE49-F238E27FC236}">
                      <a16:creationId xmlns:a16="http://schemas.microsoft.com/office/drawing/2014/main" id="{F651974C-84A0-7D53-09B0-CE5AC2228A02}"/>
                    </a:ext>
                  </a:extLst>
                </p:cNvPr>
                <p:cNvPicPr/>
                <p:nvPr/>
              </p:nvPicPr>
              <p:blipFill>
                <a:blip r:embed="rId111"/>
                <a:stretch>
                  <a:fillRect/>
                </a:stretch>
              </p:blipFill>
              <p:spPr>
                <a:xfrm>
                  <a:off x="1202150" y="4640437"/>
                  <a:ext cx="50400" cy="152640"/>
                </a:xfrm>
                <a:prstGeom prst="rect">
                  <a:avLst/>
                </a:prstGeom>
              </p:spPr>
            </p:pic>
          </mc:Fallback>
        </mc:AlternateContent>
        <mc:AlternateContent xmlns:mc="http://schemas.openxmlformats.org/markup-compatibility/2006">
          <mc:Choice xmlns:p14="http://schemas.microsoft.com/office/powerpoint/2010/main" Requires="p14">
            <p:contentPart p14:bwMode="auto" r:id="rId112">
              <p14:nvContentPartPr>
                <p14:cNvPr id="73" name="Ink 72">
                  <a:extLst>
                    <a:ext uri="{FF2B5EF4-FFF2-40B4-BE49-F238E27FC236}">
                      <a16:creationId xmlns:a16="http://schemas.microsoft.com/office/drawing/2014/main" id="{55AAD5CD-BEE0-25E5-B49B-8F315AF2FCD8}"/>
                    </a:ext>
                  </a:extLst>
                </p14:cNvPr>
                <p14:cNvContentPartPr/>
                <p14:nvPr/>
              </p14:nvContentPartPr>
              <p14:xfrm>
                <a:off x="1353350" y="4552237"/>
                <a:ext cx="26280" cy="152280"/>
              </p14:xfrm>
            </p:contentPart>
          </mc:Choice>
          <mc:Fallback>
            <p:pic>
              <p:nvPicPr>
                <p:cNvPr id="73" name="Ink 72">
                  <a:extLst>
                    <a:ext uri="{FF2B5EF4-FFF2-40B4-BE49-F238E27FC236}">
                      <a16:creationId xmlns:a16="http://schemas.microsoft.com/office/drawing/2014/main" id="{55AAD5CD-BEE0-25E5-B49B-8F315AF2FCD8}"/>
                    </a:ext>
                  </a:extLst>
                </p:cNvPr>
                <p:cNvPicPr/>
                <p:nvPr/>
              </p:nvPicPr>
              <p:blipFill>
                <a:blip r:embed="rId113"/>
                <a:stretch>
                  <a:fillRect/>
                </a:stretch>
              </p:blipFill>
              <p:spPr>
                <a:xfrm>
                  <a:off x="1335710" y="4534237"/>
                  <a:ext cx="61920" cy="187920"/>
                </a:xfrm>
                <a:prstGeom prst="rect">
                  <a:avLst/>
                </a:prstGeom>
              </p:spPr>
            </p:pic>
          </mc:Fallback>
        </mc:AlternateContent>
        <mc:AlternateContent xmlns:mc="http://schemas.openxmlformats.org/markup-compatibility/2006">
          <mc:Choice xmlns:p14="http://schemas.microsoft.com/office/powerpoint/2010/main" Requires="p14">
            <p:contentPart p14:bwMode="auto" r:id="rId114">
              <p14:nvContentPartPr>
                <p14:cNvPr id="74" name="Ink 73">
                  <a:extLst>
                    <a:ext uri="{FF2B5EF4-FFF2-40B4-BE49-F238E27FC236}">
                      <a16:creationId xmlns:a16="http://schemas.microsoft.com/office/drawing/2014/main" id="{B0EFFFD9-A07F-A9EB-07BD-EAB398C22328}"/>
                    </a:ext>
                  </a:extLst>
                </p14:cNvPr>
                <p14:cNvContentPartPr/>
                <p14:nvPr/>
              </p14:nvContentPartPr>
              <p14:xfrm>
                <a:off x="1326350" y="4604437"/>
                <a:ext cx="89280" cy="64440"/>
              </p14:xfrm>
            </p:contentPart>
          </mc:Choice>
          <mc:Fallback>
            <p:pic>
              <p:nvPicPr>
                <p:cNvPr id="74" name="Ink 73">
                  <a:extLst>
                    <a:ext uri="{FF2B5EF4-FFF2-40B4-BE49-F238E27FC236}">
                      <a16:creationId xmlns:a16="http://schemas.microsoft.com/office/drawing/2014/main" id="{B0EFFFD9-A07F-A9EB-07BD-EAB398C22328}"/>
                    </a:ext>
                  </a:extLst>
                </p:cNvPr>
                <p:cNvPicPr/>
                <p:nvPr/>
              </p:nvPicPr>
              <p:blipFill>
                <a:blip r:embed="rId115"/>
                <a:stretch>
                  <a:fillRect/>
                </a:stretch>
              </p:blipFill>
              <p:spPr>
                <a:xfrm>
                  <a:off x="1308710" y="4586437"/>
                  <a:ext cx="124920" cy="100080"/>
                </a:xfrm>
                <a:prstGeom prst="rect">
                  <a:avLst/>
                </a:prstGeom>
              </p:spPr>
            </p:pic>
          </mc:Fallback>
        </mc:AlternateContent>
        <mc:AlternateContent xmlns:mc="http://schemas.openxmlformats.org/markup-compatibility/2006">
          <mc:Choice xmlns:p14="http://schemas.microsoft.com/office/powerpoint/2010/main" Requires="p14">
            <p:contentPart p14:bwMode="auto" r:id="rId116">
              <p14:nvContentPartPr>
                <p14:cNvPr id="75" name="Ink 74">
                  <a:extLst>
                    <a:ext uri="{FF2B5EF4-FFF2-40B4-BE49-F238E27FC236}">
                      <a16:creationId xmlns:a16="http://schemas.microsoft.com/office/drawing/2014/main" id="{5CED10F1-CA10-48F8-30B6-DF81C441F929}"/>
                    </a:ext>
                  </a:extLst>
                </p14:cNvPr>
                <p14:cNvContentPartPr/>
                <p14:nvPr/>
              </p14:nvContentPartPr>
              <p14:xfrm>
                <a:off x="1463870" y="4537837"/>
                <a:ext cx="111960" cy="158760"/>
              </p14:xfrm>
            </p:contentPart>
          </mc:Choice>
          <mc:Fallback>
            <p:pic>
              <p:nvPicPr>
                <p:cNvPr id="75" name="Ink 74">
                  <a:extLst>
                    <a:ext uri="{FF2B5EF4-FFF2-40B4-BE49-F238E27FC236}">
                      <a16:creationId xmlns:a16="http://schemas.microsoft.com/office/drawing/2014/main" id="{5CED10F1-CA10-48F8-30B6-DF81C441F929}"/>
                    </a:ext>
                  </a:extLst>
                </p:cNvPr>
                <p:cNvPicPr/>
                <p:nvPr/>
              </p:nvPicPr>
              <p:blipFill>
                <a:blip r:embed="rId117"/>
                <a:stretch>
                  <a:fillRect/>
                </a:stretch>
              </p:blipFill>
              <p:spPr>
                <a:xfrm>
                  <a:off x="1446230" y="4520197"/>
                  <a:ext cx="147600" cy="194400"/>
                </a:xfrm>
                <a:prstGeom prst="rect">
                  <a:avLst/>
                </a:prstGeom>
              </p:spPr>
            </p:pic>
          </mc:Fallback>
        </mc:AlternateContent>
        <mc:AlternateContent xmlns:mc="http://schemas.openxmlformats.org/markup-compatibility/2006">
          <mc:Choice xmlns:p14="http://schemas.microsoft.com/office/powerpoint/2010/main" Requires="p14">
            <p:contentPart p14:bwMode="auto" r:id="rId118">
              <p14:nvContentPartPr>
                <p14:cNvPr id="76" name="Ink 75">
                  <a:extLst>
                    <a:ext uri="{FF2B5EF4-FFF2-40B4-BE49-F238E27FC236}">
                      <a16:creationId xmlns:a16="http://schemas.microsoft.com/office/drawing/2014/main" id="{3AD1E1F3-1767-48E9-68EC-0C3AFBA1EA69}"/>
                    </a:ext>
                  </a:extLst>
                </p14:cNvPr>
                <p14:cNvContentPartPr/>
                <p14:nvPr/>
              </p14:nvContentPartPr>
              <p14:xfrm>
                <a:off x="1620110" y="4567357"/>
                <a:ext cx="42480" cy="96480"/>
              </p14:xfrm>
            </p:contentPart>
          </mc:Choice>
          <mc:Fallback>
            <p:pic>
              <p:nvPicPr>
                <p:cNvPr id="76" name="Ink 75">
                  <a:extLst>
                    <a:ext uri="{FF2B5EF4-FFF2-40B4-BE49-F238E27FC236}">
                      <a16:creationId xmlns:a16="http://schemas.microsoft.com/office/drawing/2014/main" id="{3AD1E1F3-1767-48E9-68EC-0C3AFBA1EA69}"/>
                    </a:ext>
                  </a:extLst>
                </p:cNvPr>
                <p:cNvPicPr/>
                <p:nvPr/>
              </p:nvPicPr>
              <p:blipFill>
                <a:blip r:embed="rId119"/>
                <a:stretch>
                  <a:fillRect/>
                </a:stretch>
              </p:blipFill>
              <p:spPr>
                <a:xfrm>
                  <a:off x="1602470" y="4549357"/>
                  <a:ext cx="78120" cy="132120"/>
                </a:xfrm>
                <a:prstGeom prst="rect">
                  <a:avLst/>
                </a:prstGeom>
              </p:spPr>
            </p:pic>
          </mc:Fallback>
        </mc:AlternateContent>
        <mc:AlternateContent xmlns:mc="http://schemas.openxmlformats.org/markup-compatibility/2006">
          <mc:Choice xmlns:p14="http://schemas.microsoft.com/office/powerpoint/2010/main" Requires="p14">
            <p:contentPart p14:bwMode="auto" r:id="rId120">
              <p14:nvContentPartPr>
                <p14:cNvPr id="77" name="Ink 76">
                  <a:extLst>
                    <a:ext uri="{FF2B5EF4-FFF2-40B4-BE49-F238E27FC236}">
                      <a16:creationId xmlns:a16="http://schemas.microsoft.com/office/drawing/2014/main" id="{6AAD4848-F186-C2E7-38F5-AC2D0D09D355}"/>
                    </a:ext>
                  </a:extLst>
                </p14:cNvPr>
                <p14:cNvContentPartPr/>
                <p14:nvPr/>
              </p14:nvContentPartPr>
              <p14:xfrm>
                <a:off x="1734590" y="4565557"/>
                <a:ext cx="34920" cy="59400"/>
              </p14:xfrm>
            </p:contentPart>
          </mc:Choice>
          <mc:Fallback>
            <p:pic>
              <p:nvPicPr>
                <p:cNvPr id="77" name="Ink 76">
                  <a:extLst>
                    <a:ext uri="{FF2B5EF4-FFF2-40B4-BE49-F238E27FC236}">
                      <a16:creationId xmlns:a16="http://schemas.microsoft.com/office/drawing/2014/main" id="{6AAD4848-F186-C2E7-38F5-AC2D0D09D355}"/>
                    </a:ext>
                  </a:extLst>
                </p:cNvPr>
                <p:cNvPicPr/>
                <p:nvPr/>
              </p:nvPicPr>
              <p:blipFill>
                <a:blip r:embed="rId121"/>
                <a:stretch>
                  <a:fillRect/>
                </a:stretch>
              </p:blipFill>
              <p:spPr>
                <a:xfrm>
                  <a:off x="1716590" y="4547557"/>
                  <a:ext cx="70560" cy="95040"/>
                </a:xfrm>
                <a:prstGeom prst="rect">
                  <a:avLst/>
                </a:prstGeom>
              </p:spPr>
            </p:pic>
          </mc:Fallback>
        </mc:AlternateContent>
        <mc:AlternateContent xmlns:mc="http://schemas.openxmlformats.org/markup-compatibility/2006">
          <mc:Choice xmlns:p14="http://schemas.microsoft.com/office/powerpoint/2010/main" Requires="p14">
            <p:contentPart p14:bwMode="auto" r:id="rId122">
              <p14:nvContentPartPr>
                <p14:cNvPr id="78" name="Ink 77">
                  <a:extLst>
                    <a:ext uri="{FF2B5EF4-FFF2-40B4-BE49-F238E27FC236}">
                      <a16:creationId xmlns:a16="http://schemas.microsoft.com/office/drawing/2014/main" id="{70F45919-6C59-6258-4519-B64E3AD02CCE}"/>
                    </a:ext>
                  </a:extLst>
                </p14:cNvPr>
                <p14:cNvContentPartPr/>
                <p14:nvPr/>
              </p14:nvContentPartPr>
              <p14:xfrm>
                <a:off x="1822790" y="4545397"/>
                <a:ext cx="181800" cy="80640"/>
              </p14:xfrm>
            </p:contentPart>
          </mc:Choice>
          <mc:Fallback>
            <p:pic>
              <p:nvPicPr>
                <p:cNvPr id="78" name="Ink 77">
                  <a:extLst>
                    <a:ext uri="{FF2B5EF4-FFF2-40B4-BE49-F238E27FC236}">
                      <a16:creationId xmlns:a16="http://schemas.microsoft.com/office/drawing/2014/main" id="{70F45919-6C59-6258-4519-B64E3AD02CCE}"/>
                    </a:ext>
                  </a:extLst>
                </p:cNvPr>
                <p:cNvPicPr/>
                <p:nvPr/>
              </p:nvPicPr>
              <p:blipFill>
                <a:blip r:embed="rId123"/>
                <a:stretch>
                  <a:fillRect/>
                </a:stretch>
              </p:blipFill>
              <p:spPr>
                <a:xfrm>
                  <a:off x="1804790" y="4527397"/>
                  <a:ext cx="217440" cy="116280"/>
                </a:xfrm>
                <a:prstGeom prst="rect">
                  <a:avLst/>
                </a:prstGeom>
              </p:spPr>
            </p:pic>
          </mc:Fallback>
        </mc:AlternateContent>
        <mc:AlternateContent xmlns:mc="http://schemas.openxmlformats.org/markup-compatibility/2006">
          <mc:Choice xmlns:p14="http://schemas.microsoft.com/office/powerpoint/2010/main" Requires="p14">
            <p:contentPart p14:bwMode="auto" r:id="rId124">
              <p14:nvContentPartPr>
                <p14:cNvPr id="79" name="Ink 78">
                  <a:extLst>
                    <a:ext uri="{FF2B5EF4-FFF2-40B4-BE49-F238E27FC236}">
                      <a16:creationId xmlns:a16="http://schemas.microsoft.com/office/drawing/2014/main" id="{DD3CE2A0-243E-0876-7A07-BA3032052FE4}"/>
                    </a:ext>
                  </a:extLst>
                </p14:cNvPr>
                <p14:cNvContentPartPr/>
                <p14:nvPr/>
              </p14:nvContentPartPr>
              <p14:xfrm>
                <a:off x="2071190" y="4580317"/>
                <a:ext cx="87480" cy="66960"/>
              </p14:xfrm>
            </p:contentPart>
          </mc:Choice>
          <mc:Fallback>
            <p:pic>
              <p:nvPicPr>
                <p:cNvPr id="79" name="Ink 78">
                  <a:extLst>
                    <a:ext uri="{FF2B5EF4-FFF2-40B4-BE49-F238E27FC236}">
                      <a16:creationId xmlns:a16="http://schemas.microsoft.com/office/drawing/2014/main" id="{DD3CE2A0-243E-0876-7A07-BA3032052FE4}"/>
                    </a:ext>
                  </a:extLst>
                </p:cNvPr>
                <p:cNvPicPr/>
                <p:nvPr/>
              </p:nvPicPr>
              <p:blipFill>
                <a:blip r:embed="rId125"/>
                <a:stretch>
                  <a:fillRect/>
                </a:stretch>
              </p:blipFill>
              <p:spPr>
                <a:xfrm>
                  <a:off x="2053550" y="4562677"/>
                  <a:ext cx="123120" cy="102600"/>
                </a:xfrm>
                <a:prstGeom prst="rect">
                  <a:avLst/>
                </a:prstGeom>
              </p:spPr>
            </p:pic>
          </mc:Fallback>
        </mc:AlternateContent>
        <mc:AlternateContent xmlns:mc="http://schemas.openxmlformats.org/markup-compatibility/2006">
          <mc:Choice xmlns:p14="http://schemas.microsoft.com/office/powerpoint/2010/main" Requires="p14">
            <p:contentPart p14:bwMode="auto" r:id="rId126">
              <p14:nvContentPartPr>
                <p14:cNvPr id="80" name="Ink 79">
                  <a:extLst>
                    <a:ext uri="{FF2B5EF4-FFF2-40B4-BE49-F238E27FC236}">
                      <a16:creationId xmlns:a16="http://schemas.microsoft.com/office/drawing/2014/main" id="{764DDF19-774C-699E-2E46-45E1A05DE90B}"/>
                    </a:ext>
                  </a:extLst>
                </p14:cNvPr>
                <p14:cNvContentPartPr/>
                <p14:nvPr/>
              </p14:nvContentPartPr>
              <p14:xfrm>
                <a:off x="2247950" y="4544677"/>
                <a:ext cx="9360" cy="157680"/>
              </p14:xfrm>
            </p:contentPart>
          </mc:Choice>
          <mc:Fallback>
            <p:pic>
              <p:nvPicPr>
                <p:cNvPr id="80" name="Ink 79">
                  <a:extLst>
                    <a:ext uri="{FF2B5EF4-FFF2-40B4-BE49-F238E27FC236}">
                      <a16:creationId xmlns:a16="http://schemas.microsoft.com/office/drawing/2014/main" id="{764DDF19-774C-699E-2E46-45E1A05DE90B}"/>
                    </a:ext>
                  </a:extLst>
                </p:cNvPr>
                <p:cNvPicPr/>
                <p:nvPr/>
              </p:nvPicPr>
              <p:blipFill>
                <a:blip r:embed="rId127"/>
                <a:stretch>
                  <a:fillRect/>
                </a:stretch>
              </p:blipFill>
              <p:spPr>
                <a:xfrm>
                  <a:off x="2230310" y="4527037"/>
                  <a:ext cx="45000" cy="193320"/>
                </a:xfrm>
                <a:prstGeom prst="rect">
                  <a:avLst/>
                </a:prstGeom>
              </p:spPr>
            </p:pic>
          </mc:Fallback>
        </mc:AlternateContent>
      </p:grpSp>
      <p:grpSp>
        <p:nvGrpSpPr>
          <p:cNvPr id="83" name="Group 82">
            <a:extLst>
              <a:ext uri="{FF2B5EF4-FFF2-40B4-BE49-F238E27FC236}">
                <a16:creationId xmlns:a16="http://schemas.microsoft.com/office/drawing/2014/main" id="{24F105E9-F88C-FB6A-EB26-4C853B775CAF}"/>
              </a:ext>
            </a:extLst>
          </p:cNvPr>
          <p:cNvGrpSpPr/>
          <p:nvPr/>
        </p:nvGrpSpPr>
        <p:grpSpPr>
          <a:xfrm>
            <a:off x="2473670" y="4512997"/>
            <a:ext cx="90360" cy="112320"/>
            <a:chOff x="2473670" y="4512997"/>
            <a:chExt cx="90360" cy="112320"/>
          </a:xfrm>
        </p:grpSpPr>
        <mc:AlternateContent xmlns:mc="http://schemas.openxmlformats.org/markup-compatibility/2006">
          <mc:Choice xmlns:p14="http://schemas.microsoft.com/office/powerpoint/2010/main" Requires="p14">
            <p:contentPart p14:bwMode="auto" r:id="rId128">
              <p14:nvContentPartPr>
                <p14:cNvPr id="81" name="Ink 80">
                  <a:extLst>
                    <a:ext uri="{FF2B5EF4-FFF2-40B4-BE49-F238E27FC236}">
                      <a16:creationId xmlns:a16="http://schemas.microsoft.com/office/drawing/2014/main" id="{2FB9E1A3-7895-8A04-790C-6276B6ED4D7F}"/>
                    </a:ext>
                  </a:extLst>
                </p14:cNvPr>
                <p14:cNvContentPartPr/>
                <p14:nvPr/>
              </p14:nvContentPartPr>
              <p14:xfrm>
                <a:off x="2473670" y="4512997"/>
                <a:ext cx="41760" cy="11160"/>
              </p14:xfrm>
            </p:contentPart>
          </mc:Choice>
          <mc:Fallback>
            <p:pic>
              <p:nvPicPr>
                <p:cNvPr id="81" name="Ink 80">
                  <a:extLst>
                    <a:ext uri="{FF2B5EF4-FFF2-40B4-BE49-F238E27FC236}">
                      <a16:creationId xmlns:a16="http://schemas.microsoft.com/office/drawing/2014/main" id="{2FB9E1A3-7895-8A04-790C-6276B6ED4D7F}"/>
                    </a:ext>
                  </a:extLst>
                </p:cNvPr>
                <p:cNvPicPr/>
                <p:nvPr/>
              </p:nvPicPr>
              <p:blipFill>
                <a:blip r:embed="rId129"/>
                <a:stretch>
                  <a:fillRect/>
                </a:stretch>
              </p:blipFill>
              <p:spPr>
                <a:xfrm>
                  <a:off x="2456030" y="4494997"/>
                  <a:ext cx="77400" cy="46800"/>
                </a:xfrm>
                <a:prstGeom prst="rect">
                  <a:avLst/>
                </a:prstGeom>
              </p:spPr>
            </p:pic>
          </mc:Fallback>
        </mc:AlternateContent>
        <mc:AlternateContent xmlns:mc="http://schemas.openxmlformats.org/markup-compatibility/2006">
          <mc:Choice xmlns:p14="http://schemas.microsoft.com/office/powerpoint/2010/main" Requires="p14">
            <p:contentPart p14:bwMode="auto" r:id="rId130">
              <p14:nvContentPartPr>
                <p14:cNvPr id="82" name="Ink 81">
                  <a:extLst>
                    <a:ext uri="{FF2B5EF4-FFF2-40B4-BE49-F238E27FC236}">
                      <a16:creationId xmlns:a16="http://schemas.microsoft.com/office/drawing/2014/main" id="{1B1E82B6-E3D4-A01F-5D62-0B3E38382EAE}"/>
                    </a:ext>
                  </a:extLst>
                </p14:cNvPr>
                <p14:cNvContentPartPr/>
                <p14:nvPr/>
              </p14:nvContentPartPr>
              <p14:xfrm>
                <a:off x="2497430" y="4593997"/>
                <a:ext cx="66600" cy="31320"/>
              </p14:xfrm>
            </p:contentPart>
          </mc:Choice>
          <mc:Fallback>
            <p:pic>
              <p:nvPicPr>
                <p:cNvPr id="82" name="Ink 81">
                  <a:extLst>
                    <a:ext uri="{FF2B5EF4-FFF2-40B4-BE49-F238E27FC236}">
                      <a16:creationId xmlns:a16="http://schemas.microsoft.com/office/drawing/2014/main" id="{1B1E82B6-E3D4-A01F-5D62-0B3E38382EAE}"/>
                    </a:ext>
                  </a:extLst>
                </p:cNvPr>
                <p:cNvPicPr/>
                <p:nvPr/>
              </p:nvPicPr>
              <p:blipFill>
                <a:blip r:embed="rId131"/>
                <a:stretch>
                  <a:fillRect/>
                </a:stretch>
              </p:blipFill>
              <p:spPr>
                <a:xfrm>
                  <a:off x="2479790" y="4575997"/>
                  <a:ext cx="102240" cy="66960"/>
                </a:xfrm>
                <a:prstGeom prst="rect">
                  <a:avLst/>
                </a:prstGeom>
              </p:spPr>
            </p:pic>
          </mc:Fallback>
        </mc:AlternateContent>
      </p:grpSp>
      <p:grpSp>
        <p:nvGrpSpPr>
          <p:cNvPr id="99" name="Group 98">
            <a:extLst>
              <a:ext uri="{FF2B5EF4-FFF2-40B4-BE49-F238E27FC236}">
                <a16:creationId xmlns:a16="http://schemas.microsoft.com/office/drawing/2014/main" id="{1A560738-8E2E-6376-2381-C923C43356E2}"/>
              </a:ext>
            </a:extLst>
          </p:cNvPr>
          <p:cNvGrpSpPr/>
          <p:nvPr/>
        </p:nvGrpSpPr>
        <p:grpSpPr>
          <a:xfrm>
            <a:off x="2825390" y="3700837"/>
            <a:ext cx="1908720" cy="1095120"/>
            <a:chOff x="2825390" y="3700837"/>
            <a:chExt cx="1908720" cy="1095120"/>
          </a:xfrm>
        </p:grpSpPr>
        <mc:AlternateContent xmlns:mc="http://schemas.openxmlformats.org/markup-compatibility/2006">
          <mc:Choice xmlns:p14="http://schemas.microsoft.com/office/powerpoint/2010/main" Requires="p14">
            <p:contentPart p14:bwMode="auto" r:id="rId132">
              <p14:nvContentPartPr>
                <p14:cNvPr id="85" name="Ink 84">
                  <a:extLst>
                    <a:ext uri="{FF2B5EF4-FFF2-40B4-BE49-F238E27FC236}">
                      <a16:creationId xmlns:a16="http://schemas.microsoft.com/office/drawing/2014/main" id="{669F74E5-F93C-DB37-1A6B-8580A7B54633}"/>
                    </a:ext>
                  </a:extLst>
                </p14:cNvPr>
                <p14:cNvContentPartPr/>
                <p14:nvPr/>
              </p14:nvContentPartPr>
              <p14:xfrm>
                <a:off x="2825390" y="4516597"/>
                <a:ext cx="300240" cy="279360"/>
              </p14:xfrm>
            </p:contentPart>
          </mc:Choice>
          <mc:Fallback>
            <p:pic>
              <p:nvPicPr>
                <p:cNvPr id="85" name="Ink 84">
                  <a:extLst>
                    <a:ext uri="{FF2B5EF4-FFF2-40B4-BE49-F238E27FC236}">
                      <a16:creationId xmlns:a16="http://schemas.microsoft.com/office/drawing/2014/main" id="{669F74E5-F93C-DB37-1A6B-8580A7B54633}"/>
                    </a:ext>
                  </a:extLst>
                </p:cNvPr>
                <p:cNvPicPr/>
                <p:nvPr/>
              </p:nvPicPr>
              <p:blipFill>
                <a:blip r:embed="rId133"/>
                <a:stretch>
                  <a:fillRect/>
                </a:stretch>
              </p:blipFill>
              <p:spPr>
                <a:xfrm>
                  <a:off x="2807390" y="4498597"/>
                  <a:ext cx="335880" cy="315000"/>
                </a:xfrm>
                <a:prstGeom prst="rect">
                  <a:avLst/>
                </a:prstGeom>
              </p:spPr>
            </p:pic>
          </mc:Fallback>
        </mc:AlternateContent>
        <mc:AlternateContent xmlns:mc="http://schemas.openxmlformats.org/markup-compatibility/2006">
          <mc:Choice xmlns:p14="http://schemas.microsoft.com/office/powerpoint/2010/main" Requires="p14">
            <p:contentPart p14:bwMode="auto" r:id="rId134">
              <p14:nvContentPartPr>
                <p14:cNvPr id="86" name="Ink 85">
                  <a:extLst>
                    <a:ext uri="{FF2B5EF4-FFF2-40B4-BE49-F238E27FC236}">
                      <a16:creationId xmlns:a16="http://schemas.microsoft.com/office/drawing/2014/main" id="{EE549F64-D2D8-490B-92CF-459F59E7CAD6}"/>
                    </a:ext>
                  </a:extLst>
                </p14:cNvPr>
                <p14:cNvContentPartPr/>
                <p14:nvPr/>
              </p14:nvContentPartPr>
              <p14:xfrm>
                <a:off x="2837270" y="3700837"/>
                <a:ext cx="1896840" cy="866160"/>
              </p14:xfrm>
            </p:contentPart>
          </mc:Choice>
          <mc:Fallback>
            <p:pic>
              <p:nvPicPr>
                <p:cNvPr id="86" name="Ink 85">
                  <a:extLst>
                    <a:ext uri="{FF2B5EF4-FFF2-40B4-BE49-F238E27FC236}">
                      <a16:creationId xmlns:a16="http://schemas.microsoft.com/office/drawing/2014/main" id="{EE549F64-D2D8-490B-92CF-459F59E7CAD6}"/>
                    </a:ext>
                  </a:extLst>
                </p:cNvPr>
                <p:cNvPicPr/>
                <p:nvPr/>
              </p:nvPicPr>
              <p:blipFill>
                <a:blip r:embed="rId135"/>
                <a:stretch>
                  <a:fillRect/>
                </a:stretch>
              </p:blipFill>
              <p:spPr>
                <a:xfrm>
                  <a:off x="2819630" y="3683197"/>
                  <a:ext cx="1932480" cy="901800"/>
                </a:xfrm>
                <a:prstGeom prst="rect">
                  <a:avLst/>
                </a:prstGeom>
              </p:spPr>
            </p:pic>
          </mc:Fallback>
        </mc:AlternateContent>
        <mc:AlternateContent xmlns:mc="http://schemas.openxmlformats.org/markup-compatibility/2006">
          <mc:Choice xmlns:p14="http://schemas.microsoft.com/office/powerpoint/2010/main" Requires="p14">
            <p:contentPart p14:bwMode="auto" r:id="rId136">
              <p14:nvContentPartPr>
                <p14:cNvPr id="88" name="Ink 87">
                  <a:extLst>
                    <a:ext uri="{FF2B5EF4-FFF2-40B4-BE49-F238E27FC236}">
                      <a16:creationId xmlns:a16="http://schemas.microsoft.com/office/drawing/2014/main" id="{CBCD1547-F6BD-0334-0713-D0A533DE80F0}"/>
                    </a:ext>
                  </a:extLst>
                </p14:cNvPr>
                <p14:cNvContentPartPr/>
                <p14:nvPr/>
              </p14:nvContentPartPr>
              <p14:xfrm>
                <a:off x="3172790" y="4061557"/>
                <a:ext cx="167040" cy="275400"/>
              </p14:xfrm>
            </p:contentPart>
          </mc:Choice>
          <mc:Fallback>
            <p:pic>
              <p:nvPicPr>
                <p:cNvPr id="88" name="Ink 87">
                  <a:extLst>
                    <a:ext uri="{FF2B5EF4-FFF2-40B4-BE49-F238E27FC236}">
                      <a16:creationId xmlns:a16="http://schemas.microsoft.com/office/drawing/2014/main" id="{CBCD1547-F6BD-0334-0713-D0A533DE80F0}"/>
                    </a:ext>
                  </a:extLst>
                </p:cNvPr>
                <p:cNvPicPr/>
                <p:nvPr/>
              </p:nvPicPr>
              <p:blipFill>
                <a:blip r:embed="rId137"/>
                <a:stretch>
                  <a:fillRect/>
                </a:stretch>
              </p:blipFill>
              <p:spPr>
                <a:xfrm>
                  <a:off x="3155150" y="4043917"/>
                  <a:ext cx="202680" cy="311040"/>
                </a:xfrm>
                <a:prstGeom prst="rect">
                  <a:avLst/>
                </a:prstGeom>
              </p:spPr>
            </p:pic>
          </mc:Fallback>
        </mc:AlternateContent>
        <mc:AlternateContent xmlns:mc="http://schemas.openxmlformats.org/markup-compatibility/2006">
          <mc:Choice xmlns:p14="http://schemas.microsoft.com/office/powerpoint/2010/main" Requires="p14">
            <p:contentPart p14:bwMode="auto" r:id="rId138">
              <p14:nvContentPartPr>
                <p14:cNvPr id="89" name="Ink 88">
                  <a:extLst>
                    <a:ext uri="{FF2B5EF4-FFF2-40B4-BE49-F238E27FC236}">
                      <a16:creationId xmlns:a16="http://schemas.microsoft.com/office/drawing/2014/main" id="{95AE9F77-F5CC-19BD-298B-DF4246FADA1C}"/>
                    </a:ext>
                  </a:extLst>
                </p14:cNvPr>
                <p14:cNvContentPartPr/>
                <p14:nvPr/>
              </p14:nvContentPartPr>
              <p14:xfrm>
                <a:off x="3316070" y="4210237"/>
                <a:ext cx="60840" cy="278280"/>
              </p14:xfrm>
            </p:contentPart>
          </mc:Choice>
          <mc:Fallback>
            <p:pic>
              <p:nvPicPr>
                <p:cNvPr id="89" name="Ink 88">
                  <a:extLst>
                    <a:ext uri="{FF2B5EF4-FFF2-40B4-BE49-F238E27FC236}">
                      <a16:creationId xmlns:a16="http://schemas.microsoft.com/office/drawing/2014/main" id="{95AE9F77-F5CC-19BD-298B-DF4246FADA1C}"/>
                    </a:ext>
                  </a:extLst>
                </p:cNvPr>
                <p:cNvPicPr/>
                <p:nvPr/>
              </p:nvPicPr>
              <p:blipFill>
                <a:blip r:embed="rId139"/>
                <a:stretch>
                  <a:fillRect/>
                </a:stretch>
              </p:blipFill>
              <p:spPr>
                <a:xfrm>
                  <a:off x="3298430" y="4192597"/>
                  <a:ext cx="96480" cy="313920"/>
                </a:xfrm>
                <a:prstGeom prst="rect">
                  <a:avLst/>
                </a:prstGeom>
              </p:spPr>
            </p:pic>
          </mc:Fallback>
        </mc:AlternateContent>
        <mc:AlternateContent xmlns:mc="http://schemas.openxmlformats.org/markup-compatibility/2006">
          <mc:Choice xmlns:p14="http://schemas.microsoft.com/office/powerpoint/2010/main" Requires="p14">
            <p:contentPart p14:bwMode="auto" r:id="rId140">
              <p14:nvContentPartPr>
                <p14:cNvPr id="90" name="Ink 89">
                  <a:extLst>
                    <a:ext uri="{FF2B5EF4-FFF2-40B4-BE49-F238E27FC236}">
                      <a16:creationId xmlns:a16="http://schemas.microsoft.com/office/drawing/2014/main" id="{916A69CA-2648-C19B-12DC-D2A903318FC7}"/>
                    </a:ext>
                  </a:extLst>
                </p14:cNvPr>
                <p14:cNvContentPartPr/>
                <p14:nvPr/>
              </p14:nvContentPartPr>
              <p14:xfrm>
                <a:off x="3539990" y="4078477"/>
                <a:ext cx="44280" cy="348480"/>
              </p14:xfrm>
            </p:contentPart>
          </mc:Choice>
          <mc:Fallback>
            <p:pic>
              <p:nvPicPr>
                <p:cNvPr id="90" name="Ink 89">
                  <a:extLst>
                    <a:ext uri="{FF2B5EF4-FFF2-40B4-BE49-F238E27FC236}">
                      <a16:creationId xmlns:a16="http://schemas.microsoft.com/office/drawing/2014/main" id="{916A69CA-2648-C19B-12DC-D2A903318FC7}"/>
                    </a:ext>
                  </a:extLst>
                </p:cNvPr>
                <p:cNvPicPr/>
                <p:nvPr/>
              </p:nvPicPr>
              <p:blipFill>
                <a:blip r:embed="rId141"/>
                <a:stretch>
                  <a:fillRect/>
                </a:stretch>
              </p:blipFill>
              <p:spPr>
                <a:xfrm>
                  <a:off x="3522350" y="4060837"/>
                  <a:ext cx="79920" cy="384120"/>
                </a:xfrm>
                <a:prstGeom prst="rect">
                  <a:avLst/>
                </a:prstGeom>
              </p:spPr>
            </p:pic>
          </mc:Fallback>
        </mc:AlternateContent>
        <mc:AlternateContent xmlns:mc="http://schemas.openxmlformats.org/markup-compatibility/2006">
          <mc:Choice xmlns:p14="http://schemas.microsoft.com/office/powerpoint/2010/main" Requires="p14">
            <p:contentPart p14:bwMode="auto" r:id="rId142">
              <p14:nvContentPartPr>
                <p14:cNvPr id="91" name="Ink 90">
                  <a:extLst>
                    <a:ext uri="{FF2B5EF4-FFF2-40B4-BE49-F238E27FC236}">
                      <a16:creationId xmlns:a16="http://schemas.microsoft.com/office/drawing/2014/main" id="{6C0682C1-1C84-BC9E-144E-7C0FB0E68B5F}"/>
                    </a:ext>
                  </a:extLst>
                </p14:cNvPr>
                <p14:cNvContentPartPr/>
                <p14:nvPr/>
              </p14:nvContentPartPr>
              <p14:xfrm>
                <a:off x="3579950" y="4137877"/>
                <a:ext cx="135360" cy="172440"/>
              </p14:xfrm>
            </p:contentPart>
          </mc:Choice>
          <mc:Fallback>
            <p:pic>
              <p:nvPicPr>
                <p:cNvPr id="91" name="Ink 90">
                  <a:extLst>
                    <a:ext uri="{FF2B5EF4-FFF2-40B4-BE49-F238E27FC236}">
                      <a16:creationId xmlns:a16="http://schemas.microsoft.com/office/drawing/2014/main" id="{6C0682C1-1C84-BC9E-144E-7C0FB0E68B5F}"/>
                    </a:ext>
                  </a:extLst>
                </p:cNvPr>
                <p:cNvPicPr/>
                <p:nvPr/>
              </p:nvPicPr>
              <p:blipFill>
                <a:blip r:embed="rId143"/>
                <a:stretch>
                  <a:fillRect/>
                </a:stretch>
              </p:blipFill>
              <p:spPr>
                <a:xfrm>
                  <a:off x="3562310" y="4120237"/>
                  <a:ext cx="171000" cy="208080"/>
                </a:xfrm>
                <a:prstGeom prst="rect">
                  <a:avLst/>
                </a:prstGeom>
              </p:spPr>
            </p:pic>
          </mc:Fallback>
        </mc:AlternateContent>
        <mc:AlternateContent xmlns:mc="http://schemas.openxmlformats.org/markup-compatibility/2006">
          <mc:Choice xmlns:p14="http://schemas.microsoft.com/office/powerpoint/2010/main" Requires="p14">
            <p:contentPart p14:bwMode="auto" r:id="rId144">
              <p14:nvContentPartPr>
                <p14:cNvPr id="93" name="Ink 92">
                  <a:extLst>
                    <a:ext uri="{FF2B5EF4-FFF2-40B4-BE49-F238E27FC236}">
                      <a16:creationId xmlns:a16="http://schemas.microsoft.com/office/drawing/2014/main" id="{98B17E54-52C6-8D57-E127-15AC37B64A26}"/>
                    </a:ext>
                  </a:extLst>
                </p14:cNvPr>
                <p14:cNvContentPartPr/>
                <p14:nvPr/>
              </p14:nvContentPartPr>
              <p14:xfrm>
                <a:off x="3771110" y="4052197"/>
                <a:ext cx="236160" cy="39960"/>
              </p14:xfrm>
            </p:contentPart>
          </mc:Choice>
          <mc:Fallback>
            <p:pic>
              <p:nvPicPr>
                <p:cNvPr id="93" name="Ink 92">
                  <a:extLst>
                    <a:ext uri="{FF2B5EF4-FFF2-40B4-BE49-F238E27FC236}">
                      <a16:creationId xmlns:a16="http://schemas.microsoft.com/office/drawing/2014/main" id="{98B17E54-52C6-8D57-E127-15AC37B64A26}"/>
                    </a:ext>
                  </a:extLst>
                </p:cNvPr>
                <p:cNvPicPr/>
                <p:nvPr/>
              </p:nvPicPr>
              <p:blipFill>
                <a:blip r:embed="rId145"/>
                <a:stretch>
                  <a:fillRect/>
                </a:stretch>
              </p:blipFill>
              <p:spPr>
                <a:xfrm>
                  <a:off x="3753470" y="4034557"/>
                  <a:ext cx="271800" cy="75600"/>
                </a:xfrm>
                <a:prstGeom prst="rect">
                  <a:avLst/>
                </a:prstGeom>
              </p:spPr>
            </p:pic>
          </mc:Fallback>
        </mc:AlternateContent>
        <mc:AlternateContent xmlns:mc="http://schemas.openxmlformats.org/markup-compatibility/2006">
          <mc:Choice xmlns:p14="http://schemas.microsoft.com/office/powerpoint/2010/main" Requires="p14">
            <p:contentPart p14:bwMode="auto" r:id="rId146">
              <p14:nvContentPartPr>
                <p14:cNvPr id="94" name="Ink 93">
                  <a:extLst>
                    <a:ext uri="{FF2B5EF4-FFF2-40B4-BE49-F238E27FC236}">
                      <a16:creationId xmlns:a16="http://schemas.microsoft.com/office/drawing/2014/main" id="{197DFD7D-AFDD-0C3B-2679-8D5A29DF6F31}"/>
                    </a:ext>
                  </a:extLst>
                </p14:cNvPr>
                <p14:cNvContentPartPr/>
                <p14:nvPr/>
              </p14:nvContentPartPr>
              <p14:xfrm>
                <a:off x="3899630" y="4077397"/>
                <a:ext cx="51840" cy="309960"/>
              </p14:xfrm>
            </p:contentPart>
          </mc:Choice>
          <mc:Fallback>
            <p:pic>
              <p:nvPicPr>
                <p:cNvPr id="94" name="Ink 93">
                  <a:extLst>
                    <a:ext uri="{FF2B5EF4-FFF2-40B4-BE49-F238E27FC236}">
                      <a16:creationId xmlns:a16="http://schemas.microsoft.com/office/drawing/2014/main" id="{197DFD7D-AFDD-0C3B-2679-8D5A29DF6F31}"/>
                    </a:ext>
                  </a:extLst>
                </p:cNvPr>
                <p:cNvPicPr/>
                <p:nvPr/>
              </p:nvPicPr>
              <p:blipFill>
                <a:blip r:embed="rId147"/>
                <a:stretch>
                  <a:fillRect/>
                </a:stretch>
              </p:blipFill>
              <p:spPr>
                <a:xfrm>
                  <a:off x="3881630" y="4059757"/>
                  <a:ext cx="87480" cy="345600"/>
                </a:xfrm>
                <a:prstGeom prst="rect">
                  <a:avLst/>
                </a:prstGeom>
              </p:spPr>
            </p:pic>
          </mc:Fallback>
        </mc:AlternateContent>
        <mc:AlternateContent xmlns:mc="http://schemas.openxmlformats.org/markup-compatibility/2006">
          <mc:Choice xmlns:p14="http://schemas.microsoft.com/office/powerpoint/2010/main" Requires="p14">
            <p:contentPart p14:bwMode="auto" r:id="rId148">
              <p14:nvContentPartPr>
                <p14:cNvPr id="95" name="Ink 94">
                  <a:extLst>
                    <a:ext uri="{FF2B5EF4-FFF2-40B4-BE49-F238E27FC236}">
                      <a16:creationId xmlns:a16="http://schemas.microsoft.com/office/drawing/2014/main" id="{8AF9EB96-7C17-3148-D697-E493EE29D65A}"/>
                    </a:ext>
                  </a:extLst>
                </p14:cNvPr>
                <p14:cNvContentPartPr/>
                <p14:nvPr/>
              </p14:nvContentPartPr>
              <p14:xfrm>
                <a:off x="4121750" y="4058677"/>
                <a:ext cx="59760" cy="263880"/>
              </p14:xfrm>
            </p:contentPart>
          </mc:Choice>
          <mc:Fallback>
            <p:pic>
              <p:nvPicPr>
                <p:cNvPr id="95" name="Ink 94">
                  <a:extLst>
                    <a:ext uri="{FF2B5EF4-FFF2-40B4-BE49-F238E27FC236}">
                      <a16:creationId xmlns:a16="http://schemas.microsoft.com/office/drawing/2014/main" id="{8AF9EB96-7C17-3148-D697-E493EE29D65A}"/>
                    </a:ext>
                  </a:extLst>
                </p:cNvPr>
                <p:cNvPicPr/>
                <p:nvPr/>
              </p:nvPicPr>
              <p:blipFill>
                <a:blip r:embed="rId149"/>
                <a:stretch>
                  <a:fillRect/>
                </a:stretch>
              </p:blipFill>
              <p:spPr>
                <a:xfrm>
                  <a:off x="4104110" y="4041037"/>
                  <a:ext cx="95400" cy="299520"/>
                </a:xfrm>
                <a:prstGeom prst="rect">
                  <a:avLst/>
                </a:prstGeom>
              </p:spPr>
            </p:pic>
          </mc:Fallback>
        </mc:AlternateContent>
        <mc:AlternateContent xmlns:mc="http://schemas.openxmlformats.org/markup-compatibility/2006">
          <mc:Choice xmlns:p14="http://schemas.microsoft.com/office/powerpoint/2010/main" Requires="p14">
            <p:contentPart p14:bwMode="auto" r:id="rId150">
              <p14:nvContentPartPr>
                <p14:cNvPr id="96" name="Ink 95">
                  <a:extLst>
                    <a:ext uri="{FF2B5EF4-FFF2-40B4-BE49-F238E27FC236}">
                      <a16:creationId xmlns:a16="http://schemas.microsoft.com/office/drawing/2014/main" id="{6480D823-0414-559F-D086-94E7DEB61D25}"/>
                    </a:ext>
                  </a:extLst>
                </p14:cNvPr>
                <p14:cNvContentPartPr/>
                <p14:nvPr/>
              </p14:nvContentPartPr>
              <p14:xfrm>
                <a:off x="4148750" y="4009717"/>
                <a:ext cx="189720" cy="205200"/>
              </p14:xfrm>
            </p:contentPart>
          </mc:Choice>
          <mc:Fallback>
            <p:pic>
              <p:nvPicPr>
                <p:cNvPr id="96" name="Ink 95">
                  <a:extLst>
                    <a:ext uri="{FF2B5EF4-FFF2-40B4-BE49-F238E27FC236}">
                      <a16:creationId xmlns:a16="http://schemas.microsoft.com/office/drawing/2014/main" id="{6480D823-0414-559F-D086-94E7DEB61D25}"/>
                    </a:ext>
                  </a:extLst>
                </p:cNvPr>
                <p:cNvPicPr/>
                <p:nvPr/>
              </p:nvPicPr>
              <p:blipFill>
                <a:blip r:embed="rId151"/>
                <a:stretch>
                  <a:fillRect/>
                </a:stretch>
              </p:blipFill>
              <p:spPr>
                <a:xfrm>
                  <a:off x="4131110" y="3991717"/>
                  <a:ext cx="225360" cy="240840"/>
                </a:xfrm>
                <a:prstGeom prst="rect">
                  <a:avLst/>
                </a:prstGeom>
              </p:spPr>
            </p:pic>
          </mc:Fallback>
        </mc:AlternateContent>
        <mc:AlternateContent xmlns:mc="http://schemas.openxmlformats.org/markup-compatibility/2006">
          <mc:Choice xmlns:p14="http://schemas.microsoft.com/office/powerpoint/2010/main" Requires="p14">
            <p:contentPart p14:bwMode="auto" r:id="rId152">
              <p14:nvContentPartPr>
                <p14:cNvPr id="97" name="Ink 96">
                  <a:extLst>
                    <a:ext uri="{FF2B5EF4-FFF2-40B4-BE49-F238E27FC236}">
                      <a16:creationId xmlns:a16="http://schemas.microsoft.com/office/drawing/2014/main" id="{17B0930B-AF1A-93D0-8FBA-A7D88DFB10AA}"/>
                    </a:ext>
                  </a:extLst>
                </p14:cNvPr>
                <p14:cNvContentPartPr/>
                <p14:nvPr/>
              </p14:nvContentPartPr>
              <p14:xfrm>
                <a:off x="4439270" y="4018357"/>
                <a:ext cx="76680" cy="321480"/>
              </p14:xfrm>
            </p:contentPart>
          </mc:Choice>
          <mc:Fallback>
            <p:pic>
              <p:nvPicPr>
                <p:cNvPr id="97" name="Ink 96">
                  <a:extLst>
                    <a:ext uri="{FF2B5EF4-FFF2-40B4-BE49-F238E27FC236}">
                      <a16:creationId xmlns:a16="http://schemas.microsoft.com/office/drawing/2014/main" id="{17B0930B-AF1A-93D0-8FBA-A7D88DFB10AA}"/>
                    </a:ext>
                  </a:extLst>
                </p:cNvPr>
                <p:cNvPicPr/>
                <p:nvPr/>
              </p:nvPicPr>
              <p:blipFill>
                <a:blip r:embed="rId153"/>
                <a:stretch>
                  <a:fillRect/>
                </a:stretch>
              </p:blipFill>
              <p:spPr>
                <a:xfrm>
                  <a:off x="4421270" y="4000717"/>
                  <a:ext cx="112320" cy="357120"/>
                </a:xfrm>
                <a:prstGeom prst="rect">
                  <a:avLst/>
                </a:prstGeom>
              </p:spPr>
            </p:pic>
          </mc:Fallback>
        </mc:AlternateContent>
        <mc:AlternateContent xmlns:mc="http://schemas.openxmlformats.org/markup-compatibility/2006">
          <mc:Choice xmlns:p14="http://schemas.microsoft.com/office/powerpoint/2010/main" Requires="p14">
            <p:contentPart p14:bwMode="auto" r:id="rId154">
              <p14:nvContentPartPr>
                <p14:cNvPr id="98" name="Ink 97">
                  <a:extLst>
                    <a:ext uri="{FF2B5EF4-FFF2-40B4-BE49-F238E27FC236}">
                      <a16:creationId xmlns:a16="http://schemas.microsoft.com/office/drawing/2014/main" id="{4E96744F-B5CB-8992-E10F-5CA895D98DC7}"/>
                    </a:ext>
                  </a:extLst>
                </p14:cNvPr>
                <p14:cNvContentPartPr/>
                <p14:nvPr/>
              </p14:nvContentPartPr>
              <p14:xfrm>
                <a:off x="4468430" y="3981277"/>
                <a:ext cx="262800" cy="353880"/>
              </p14:xfrm>
            </p:contentPart>
          </mc:Choice>
          <mc:Fallback>
            <p:pic>
              <p:nvPicPr>
                <p:cNvPr id="98" name="Ink 97">
                  <a:extLst>
                    <a:ext uri="{FF2B5EF4-FFF2-40B4-BE49-F238E27FC236}">
                      <a16:creationId xmlns:a16="http://schemas.microsoft.com/office/drawing/2014/main" id="{4E96744F-B5CB-8992-E10F-5CA895D98DC7}"/>
                    </a:ext>
                  </a:extLst>
                </p:cNvPr>
                <p:cNvPicPr/>
                <p:nvPr/>
              </p:nvPicPr>
              <p:blipFill>
                <a:blip r:embed="rId155"/>
                <a:stretch>
                  <a:fillRect/>
                </a:stretch>
              </p:blipFill>
              <p:spPr>
                <a:xfrm>
                  <a:off x="4450790" y="3963277"/>
                  <a:ext cx="298440" cy="389520"/>
                </a:xfrm>
                <a:prstGeom prst="rect">
                  <a:avLst/>
                </a:prstGeom>
              </p:spPr>
            </p:pic>
          </mc:Fallback>
        </mc:AlternateContent>
      </p:grpSp>
      <p:grpSp>
        <p:nvGrpSpPr>
          <p:cNvPr id="102" name="Group 101">
            <a:extLst>
              <a:ext uri="{FF2B5EF4-FFF2-40B4-BE49-F238E27FC236}">
                <a16:creationId xmlns:a16="http://schemas.microsoft.com/office/drawing/2014/main" id="{F4EAC32E-3A6D-A61D-45B2-90C5F4313EFE}"/>
              </a:ext>
            </a:extLst>
          </p:cNvPr>
          <p:cNvGrpSpPr/>
          <p:nvPr/>
        </p:nvGrpSpPr>
        <p:grpSpPr>
          <a:xfrm>
            <a:off x="2281790" y="4548637"/>
            <a:ext cx="1373400" cy="771480"/>
            <a:chOff x="2281790" y="4548637"/>
            <a:chExt cx="1373400" cy="771480"/>
          </a:xfrm>
        </p:grpSpPr>
        <mc:AlternateContent xmlns:mc="http://schemas.openxmlformats.org/markup-compatibility/2006">
          <mc:Choice xmlns:p14="http://schemas.microsoft.com/office/powerpoint/2010/main" Requires="p14">
            <p:contentPart p14:bwMode="auto" r:id="rId156">
              <p14:nvContentPartPr>
                <p14:cNvPr id="100" name="Ink 99">
                  <a:extLst>
                    <a:ext uri="{FF2B5EF4-FFF2-40B4-BE49-F238E27FC236}">
                      <a16:creationId xmlns:a16="http://schemas.microsoft.com/office/drawing/2014/main" id="{72AC0AC2-93C5-CC4A-E662-08A23F1749CC}"/>
                    </a:ext>
                  </a:extLst>
                </p14:cNvPr>
                <p14:cNvContentPartPr/>
                <p14:nvPr/>
              </p14:nvContentPartPr>
              <p14:xfrm>
                <a:off x="2310230" y="4548637"/>
                <a:ext cx="1344960" cy="712440"/>
              </p14:xfrm>
            </p:contentPart>
          </mc:Choice>
          <mc:Fallback>
            <p:pic>
              <p:nvPicPr>
                <p:cNvPr id="100" name="Ink 99">
                  <a:extLst>
                    <a:ext uri="{FF2B5EF4-FFF2-40B4-BE49-F238E27FC236}">
                      <a16:creationId xmlns:a16="http://schemas.microsoft.com/office/drawing/2014/main" id="{72AC0AC2-93C5-CC4A-E662-08A23F1749CC}"/>
                    </a:ext>
                  </a:extLst>
                </p:cNvPr>
                <p:cNvPicPr/>
                <p:nvPr/>
              </p:nvPicPr>
              <p:blipFill>
                <a:blip r:embed="rId157"/>
                <a:stretch>
                  <a:fillRect/>
                </a:stretch>
              </p:blipFill>
              <p:spPr>
                <a:xfrm>
                  <a:off x="2292590" y="4530997"/>
                  <a:ext cx="1380600" cy="748080"/>
                </a:xfrm>
                <a:prstGeom prst="rect">
                  <a:avLst/>
                </a:prstGeom>
              </p:spPr>
            </p:pic>
          </mc:Fallback>
        </mc:AlternateContent>
        <mc:AlternateContent xmlns:mc="http://schemas.openxmlformats.org/markup-compatibility/2006">
          <mc:Choice xmlns:p14="http://schemas.microsoft.com/office/powerpoint/2010/main" Requires="p14">
            <p:contentPart p14:bwMode="auto" r:id="rId158">
              <p14:nvContentPartPr>
                <p14:cNvPr id="101" name="Ink 100">
                  <a:extLst>
                    <a:ext uri="{FF2B5EF4-FFF2-40B4-BE49-F238E27FC236}">
                      <a16:creationId xmlns:a16="http://schemas.microsoft.com/office/drawing/2014/main" id="{21A328B9-6FB7-BE2A-996B-9D959A60D168}"/>
                    </a:ext>
                  </a:extLst>
                </p14:cNvPr>
                <p14:cNvContentPartPr/>
                <p14:nvPr/>
              </p14:nvContentPartPr>
              <p14:xfrm>
                <a:off x="2281790" y="5075677"/>
                <a:ext cx="153720" cy="244440"/>
              </p14:xfrm>
            </p:contentPart>
          </mc:Choice>
          <mc:Fallback>
            <p:pic>
              <p:nvPicPr>
                <p:cNvPr id="101" name="Ink 100">
                  <a:extLst>
                    <a:ext uri="{FF2B5EF4-FFF2-40B4-BE49-F238E27FC236}">
                      <a16:creationId xmlns:a16="http://schemas.microsoft.com/office/drawing/2014/main" id="{21A328B9-6FB7-BE2A-996B-9D959A60D168}"/>
                    </a:ext>
                  </a:extLst>
                </p:cNvPr>
                <p:cNvPicPr/>
                <p:nvPr/>
              </p:nvPicPr>
              <p:blipFill>
                <a:blip r:embed="rId159"/>
                <a:stretch>
                  <a:fillRect/>
                </a:stretch>
              </p:blipFill>
              <p:spPr>
                <a:xfrm>
                  <a:off x="2263790" y="5057677"/>
                  <a:ext cx="189360" cy="280080"/>
                </a:xfrm>
                <a:prstGeom prst="rect">
                  <a:avLst/>
                </a:prstGeom>
              </p:spPr>
            </p:pic>
          </mc:Fallback>
        </mc:AlternateContent>
      </p:grpSp>
      <p:grpSp>
        <p:nvGrpSpPr>
          <p:cNvPr id="126" name="Group 125">
            <a:extLst>
              <a:ext uri="{FF2B5EF4-FFF2-40B4-BE49-F238E27FC236}">
                <a16:creationId xmlns:a16="http://schemas.microsoft.com/office/drawing/2014/main" id="{CC698414-F798-CBB8-DD02-E7C1B67845C1}"/>
              </a:ext>
            </a:extLst>
          </p:cNvPr>
          <p:cNvGrpSpPr/>
          <p:nvPr/>
        </p:nvGrpSpPr>
        <p:grpSpPr>
          <a:xfrm>
            <a:off x="266510" y="5137237"/>
            <a:ext cx="1733040" cy="771480"/>
            <a:chOff x="266510" y="5137237"/>
            <a:chExt cx="1733040" cy="771480"/>
          </a:xfrm>
        </p:grpSpPr>
        <mc:AlternateContent xmlns:mc="http://schemas.openxmlformats.org/markup-compatibility/2006">
          <mc:Choice xmlns:p14="http://schemas.microsoft.com/office/powerpoint/2010/main" Requires="p14">
            <p:contentPart p14:bwMode="auto" r:id="rId160">
              <p14:nvContentPartPr>
                <p14:cNvPr id="103" name="Ink 102">
                  <a:extLst>
                    <a:ext uri="{FF2B5EF4-FFF2-40B4-BE49-F238E27FC236}">
                      <a16:creationId xmlns:a16="http://schemas.microsoft.com/office/drawing/2014/main" id="{011D4398-6604-7AB2-4375-54E8187A1740}"/>
                    </a:ext>
                  </a:extLst>
                </p14:cNvPr>
                <p14:cNvContentPartPr/>
                <p14:nvPr/>
              </p14:nvContentPartPr>
              <p14:xfrm>
                <a:off x="266510" y="5395357"/>
                <a:ext cx="48960" cy="219240"/>
              </p14:xfrm>
            </p:contentPart>
          </mc:Choice>
          <mc:Fallback>
            <p:pic>
              <p:nvPicPr>
                <p:cNvPr id="103" name="Ink 102">
                  <a:extLst>
                    <a:ext uri="{FF2B5EF4-FFF2-40B4-BE49-F238E27FC236}">
                      <a16:creationId xmlns:a16="http://schemas.microsoft.com/office/drawing/2014/main" id="{011D4398-6604-7AB2-4375-54E8187A1740}"/>
                    </a:ext>
                  </a:extLst>
                </p:cNvPr>
                <p:cNvPicPr/>
                <p:nvPr/>
              </p:nvPicPr>
              <p:blipFill>
                <a:blip r:embed="rId161"/>
                <a:stretch>
                  <a:fillRect/>
                </a:stretch>
              </p:blipFill>
              <p:spPr>
                <a:xfrm>
                  <a:off x="248870" y="5377717"/>
                  <a:ext cx="84600" cy="254880"/>
                </a:xfrm>
                <a:prstGeom prst="rect">
                  <a:avLst/>
                </a:prstGeom>
              </p:spPr>
            </p:pic>
          </mc:Fallback>
        </mc:AlternateContent>
        <mc:AlternateContent xmlns:mc="http://schemas.openxmlformats.org/markup-compatibility/2006">
          <mc:Choice xmlns:p14="http://schemas.microsoft.com/office/powerpoint/2010/main" Requires="p14">
            <p:contentPart p14:bwMode="auto" r:id="rId162">
              <p14:nvContentPartPr>
                <p14:cNvPr id="104" name="Ink 103">
                  <a:extLst>
                    <a:ext uri="{FF2B5EF4-FFF2-40B4-BE49-F238E27FC236}">
                      <a16:creationId xmlns:a16="http://schemas.microsoft.com/office/drawing/2014/main" id="{5D244EA7-ED1D-9277-D5C8-DFBF08486C32}"/>
                    </a:ext>
                  </a:extLst>
                </p14:cNvPr>
                <p14:cNvContentPartPr/>
                <p14:nvPr/>
              </p14:nvContentPartPr>
              <p14:xfrm>
                <a:off x="306830" y="5356117"/>
                <a:ext cx="182160" cy="218880"/>
              </p14:xfrm>
            </p:contentPart>
          </mc:Choice>
          <mc:Fallback>
            <p:pic>
              <p:nvPicPr>
                <p:cNvPr id="104" name="Ink 103">
                  <a:extLst>
                    <a:ext uri="{FF2B5EF4-FFF2-40B4-BE49-F238E27FC236}">
                      <a16:creationId xmlns:a16="http://schemas.microsoft.com/office/drawing/2014/main" id="{5D244EA7-ED1D-9277-D5C8-DFBF08486C32}"/>
                    </a:ext>
                  </a:extLst>
                </p:cNvPr>
                <p:cNvPicPr/>
                <p:nvPr/>
              </p:nvPicPr>
              <p:blipFill>
                <a:blip r:embed="rId163"/>
                <a:stretch>
                  <a:fillRect/>
                </a:stretch>
              </p:blipFill>
              <p:spPr>
                <a:xfrm>
                  <a:off x="289190" y="5338117"/>
                  <a:ext cx="217800" cy="254520"/>
                </a:xfrm>
                <a:prstGeom prst="rect">
                  <a:avLst/>
                </a:prstGeom>
              </p:spPr>
            </p:pic>
          </mc:Fallback>
        </mc:AlternateContent>
        <mc:AlternateContent xmlns:mc="http://schemas.openxmlformats.org/markup-compatibility/2006">
          <mc:Choice xmlns:p14="http://schemas.microsoft.com/office/powerpoint/2010/main" Requires="p14">
            <p:contentPart p14:bwMode="auto" r:id="rId164">
              <p14:nvContentPartPr>
                <p14:cNvPr id="105" name="Ink 104">
                  <a:extLst>
                    <a:ext uri="{FF2B5EF4-FFF2-40B4-BE49-F238E27FC236}">
                      <a16:creationId xmlns:a16="http://schemas.microsoft.com/office/drawing/2014/main" id="{7324372A-9DC3-E464-9124-BBB540CAACDA}"/>
                    </a:ext>
                  </a:extLst>
                </p14:cNvPr>
                <p14:cNvContentPartPr/>
                <p14:nvPr/>
              </p14:nvContentPartPr>
              <p14:xfrm>
                <a:off x="543710" y="5418037"/>
                <a:ext cx="85680" cy="110520"/>
              </p14:xfrm>
            </p:contentPart>
          </mc:Choice>
          <mc:Fallback>
            <p:pic>
              <p:nvPicPr>
                <p:cNvPr id="105" name="Ink 104">
                  <a:extLst>
                    <a:ext uri="{FF2B5EF4-FFF2-40B4-BE49-F238E27FC236}">
                      <a16:creationId xmlns:a16="http://schemas.microsoft.com/office/drawing/2014/main" id="{7324372A-9DC3-E464-9124-BBB540CAACDA}"/>
                    </a:ext>
                  </a:extLst>
                </p:cNvPr>
                <p:cNvPicPr/>
                <p:nvPr/>
              </p:nvPicPr>
              <p:blipFill>
                <a:blip r:embed="rId165"/>
                <a:stretch>
                  <a:fillRect/>
                </a:stretch>
              </p:blipFill>
              <p:spPr>
                <a:xfrm>
                  <a:off x="525710" y="5400037"/>
                  <a:ext cx="121320" cy="146160"/>
                </a:xfrm>
                <a:prstGeom prst="rect">
                  <a:avLst/>
                </a:prstGeom>
              </p:spPr>
            </p:pic>
          </mc:Fallback>
        </mc:AlternateContent>
        <mc:AlternateContent xmlns:mc="http://schemas.openxmlformats.org/markup-compatibility/2006">
          <mc:Choice xmlns:p14="http://schemas.microsoft.com/office/powerpoint/2010/main" Requires="p14">
            <p:contentPart p14:bwMode="auto" r:id="rId166">
              <p14:nvContentPartPr>
                <p14:cNvPr id="106" name="Ink 105">
                  <a:extLst>
                    <a:ext uri="{FF2B5EF4-FFF2-40B4-BE49-F238E27FC236}">
                      <a16:creationId xmlns:a16="http://schemas.microsoft.com/office/drawing/2014/main" id="{3941E58C-E183-36E2-F8C2-6A5C4F4A7BED}"/>
                    </a:ext>
                  </a:extLst>
                </p14:cNvPr>
                <p14:cNvContentPartPr/>
                <p14:nvPr/>
              </p14:nvContentPartPr>
              <p14:xfrm>
                <a:off x="743150" y="5268997"/>
                <a:ext cx="45000" cy="218880"/>
              </p14:xfrm>
            </p:contentPart>
          </mc:Choice>
          <mc:Fallback>
            <p:pic>
              <p:nvPicPr>
                <p:cNvPr id="106" name="Ink 105">
                  <a:extLst>
                    <a:ext uri="{FF2B5EF4-FFF2-40B4-BE49-F238E27FC236}">
                      <a16:creationId xmlns:a16="http://schemas.microsoft.com/office/drawing/2014/main" id="{3941E58C-E183-36E2-F8C2-6A5C4F4A7BED}"/>
                    </a:ext>
                  </a:extLst>
                </p:cNvPr>
                <p:cNvPicPr/>
                <p:nvPr/>
              </p:nvPicPr>
              <p:blipFill>
                <a:blip r:embed="rId167"/>
                <a:stretch>
                  <a:fillRect/>
                </a:stretch>
              </p:blipFill>
              <p:spPr>
                <a:xfrm>
                  <a:off x="725510" y="5251357"/>
                  <a:ext cx="80640" cy="254520"/>
                </a:xfrm>
                <a:prstGeom prst="rect">
                  <a:avLst/>
                </a:prstGeom>
              </p:spPr>
            </p:pic>
          </mc:Fallback>
        </mc:AlternateContent>
        <mc:AlternateContent xmlns:mc="http://schemas.openxmlformats.org/markup-compatibility/2006">
          <mc:Choice xmlns:p14="http://schemas.microsoft.com/office/powerpoint/2010/main" Requires="p14">
            <p:contentPart p14:bwMode="auto" r:id="rId168">
              <p14:nvContentPartPr>
                <p14:cNvPr id="108" name="Ink 107">
                  <a:extLst>
                    <a:ext uri="{FF2B5EF4-FFF2-40B4-BE49-F238E27FC236}">
                      <a16:creationId xmlns:a16="http://schemas.microsoft.com/office/drawing/2014/main" id="{DACAF944-724A-73CE-3B1F-C79F883FCFFA}"/>
                    </a:ext>
                  </a:extLst>
                </p14:cNvPr>
                <p14:cNvContentPartPr/>
                <p14:nvPr/>
              </p14:nvContentPartPr>
              <p14:xfrm>
                <a:off x="903710" y="5201317"/>
                <a:ext cx="75240" cy="227880"/>
              </p14:xfrm>
            </p:contentPart>
          </mc:Choice>
          <mc:Fallback>
            <p:pic>
              <p:nvPicPr>
                <p:cNvPr id="108" name="Ink 107">
                  <a:extLst>
                    <a:ext uri="{FF2B5EF4-FFF2-40B4-BE49-F238E27FC236}">
                      <a16:creationId xmlns:a16="http://schemas.microsoft.com/office/drawing/2014/main" id="{DACAF944-724A-73CE-3B1F-C79F883FCFFA}"/>
                    </a:ext>
                  </a:extLst>
                </p:cNvPr>
                <p:cNvPicPr/>
                <p:nvPr/>
              </p:nvPicPr>
              <p:blipFill>
                <a:blip r:embed="rId169"/>
                <a:stretch>
                  <a:fillRect/>
                </a:stretch>
              </p:blipFill>
              <p:spPr>
                <a:xfrm>
                  <a:off x="885710" y="5183317"/>
                  <a:ext cx="110880" cy="263520"/>
                </a:xfrm>
                <a:prstGeom prst="rect">
                  <a:avLst/>
                </a:prstGeom>
              </p:spPr>
            </p:pic>
          </mc:Fallback>
        </mc:AlternateContent>
        <mc:AlternateContent xmlns:mc="http://schemas.openxmlformats.org/markup-compatibility/2006">
          <mc:Choice xmlns:p14="http://schemas.microsoft.com/office/powerpoint/2010/main" Requires="p14">
            <p:contentPart p14:bwMode="auto" r:id="rId170">
              <p14:nvContentPartPr>
                <p14:cNvPr id="109" name="Ink 108">
                  <a:extLst>
                    <a:ext uri="{FF2B5EF4-FFF2-40B4-BE49-F238E27FC236}">
                      <a16:creationId xmlns:a16="http://schemas.microsoft.com/office/drawing/2014/main" id="{6DD8D5EC-47F1-19EF-800E-404E1F032E82}"/>
                    </a:ext>
                  </a:extLst>
                </p14:cNvPr>
                <p14:cNvContentPartPr/>
                <p14:nvPr/>
              </p14:nvContentPartPr>
              <p14:xfrm>
                <a:off x="887150" y="5343517"/>
                <a:ext cx="93600" cy="60840"/>
              </p14:xfrm>
            </p:contentPart>
          </mc:Choice>
          <mc:Fallback>
            <p:pic>
              <p:nvPicPr>
                <p:cNvPr id="109" name="Ink 108">
                  <a:extLst>
                    <a:ext uri="{FF2B5EF4-FFF2-40B4-BE49-F238E27FC236}">
                      <a16:creationId xmlns:a16="http://schemas.microsoft.com/office/drawing/2014/main" id="{6DD8D5EC-47F1-19EF-800E-404E1F032E82}"/>
                    </a:ext>
                  </a:extLst>
                </p:cNvPr>
                <p:cNvPicPr/>
                <p:nvPr/>
              </p:nvPicPr>
              <p:blipFill>
                <a:blip r:embed="rId171"/>
                <a:stretch>
                  <a:fillRect/>
                </a:stretch>
              </p:blipFill>
              <p:spPr>
                <a:xfrm>
                  <a:off x="869150" y="5325877"/>
                  <a:ext cx="129240" cy="96480"/>
                </a:xfrm>
                <a:prstGeom prst="rect">
                  <a:avLst/>
                </a:prstGeom>
              </p:spPr>
            </p:pic>
          </mc:Fallback>
        </mc:AlternateContent>
        <mc:AlternateContent xmlns:mc="http://schemas.openxmlformats.org/markup-compatibility/2006">
          <mc:Choice xmlns:p14="http://schemas.microsoft.com/office/powerpoint/2010/main" Requires="p14">
            <p:contentPart p14:bwMode="auto" r:id="rId172">
              <p14:nvContentPartPr>
                <p14:cNvPr id="110" name="Ink 109">
                  <a:extLst>
                    <a:ext uri="{FF2B5EF4-FFF2-40B4-BE49-F238E27FC236}">
                      <a16:creationId xmlns:a16="http://schemas.microsoft.com/office/drawing/2014/main" id="{5982040C-E782-73D2-D159-EF92E2C9F0B6}"/>
                    </a:ext>
                  </a:extLst>
                </p14:cNvPr>
                <p14:cNvContentPartPr/>
                <p14:nvPr/>
              </p14:nvContentPartPr>
              <p14:xfrm>
                <a:off x="1059950" y="5315797"/>
                <a:ext cx="83880" cy="158040"/>
              </p14:xfrm>
            </p:contentPart>
          </mc:Choice>
          <mc:Fallback>
            <p:pic>
              <p:nvPicPr>
                <p:cNvPr id="110" name="Ink 109">
                  <a:extLst>
                    <a:ext uri="{FF2B5EF4-FFF2-40B4-BE49-F238E27FC236}">
                      <a16:creationId xmlns:a16="http://schemas.microsoft.com/office/drawing/2014/main" id="{5982040C-E782-73D2-D159-EF92E2C9F0B6}"/>
                    </a:ext>
                  </a:extLst>
                </p:cNvPr>
                <p:cNvPicPr/>
                <p:nvPr/>
              </p:nvPicPr>
              <p:blipFill>
                <a:blip r:embed="rId173"/>
                <a:stretch>
                  <a:fillRect/>
                </a:stretch>
              </p:blipFill>
              <p:spPr>
                <a:xfrm>
                  <a:off x="1042310" y="5297797"/>
                  <a:ext cx="119520" cy="193680"/>
                </a:xfrm>
                <a:prstGeom prst="rect">
                  <a:avLst/>
                </a:prstGeom>
              </p:spPr>
            </p:pic>
          </mc:Fallback>
        </mc:AlternateContent>
        <mc:AlternateContent xmlns:mc="http://schemas.openxmlformats.org/markup-compatibility/2006">
          <mc:Choice xmlns:p14="http://schemas.microsoft.com/office/powerpoint/2010/main" Requires="p14">
            <p:contentPart p14:bwMode="auto" r:id="rId174">
              <p14:nvContentPartPr>
                <p14:cNvPr id="111" name="Ink 110">
                  <a:extLst>
                    <a:ext uri="{FF2B5EF4-FFF2-40B4-BE49-F238E27FC236}">
                      <a16:creationId xmlns:a16="http://schemas.microsoft.com/office/drawing/2014/main" id="{A3438D4C-52D2-DAA2-D8B1-8BCE640A1E51}"/>
                    </a:ext>
                  </a:extLst>
                </p14:cNvPr>
                <p14:cNvContentPartPr/>
                <p14:nvPr/>
              </p14:nvContentPartPr>
              <p14:xfrm>
                <a:off x="1067150" y="5366197"/>
                <a:ext cx="65160" cy="27000"/>
              </p14:xfrm>
            </p:contentPart>
          </mc:Choice>
          <mc:Fallback>
            <p:pic>
              <p:nvPicPr>
                <p:cNvPr id="111" name="Ink 110">
                  <a:extLst>
                    <a:ext uri="{FF2B5EF4-FFF2-40B4-BE49-F238E27FC236}">
                      <a16:creationId xmlns:a16="http://schemas.microsoft.com/office/drawing/2014/main" id="{A3438D4C-52D2-DAA2-D8B1-8BCE640A1E51}"/>
                    </a:ext>
                  </a:extLst>
                </p:cNvPr>
                <p:cNvPicPr/>
                <p:nvPr/>
              </p:nvPicPr>
              <p:blipFill>
                <a:blip r:embed="rId175"/>
                <a:stretch>
                  <a:fillRect/>
                </a:stretch>
              </p:blipFill>
              <p:spPr>
                <a:xfrm>
                  <a:off x="1049150" y="5348557"/>
                  <a:ext cx="100800" cy="62640"/>
                </a:xfrm>
                <a:prstGeom prst="rect">
                  <a:avLst/>
                </a:prstGeom>
              </p:spPr>
            </p:pic>
          </mc:Fallback>
        </mc:AlternateContent>
        <mc:AlternateContent xmlns:mc="http://schemas.openxmlformats.org/markup-compatibility/2006">
          <mc:Choice xmlns:p14="http://schemas.microsoft.com/office/powerpoint/2010/main" Requires="p14">
            <p:contentPart p14:bwMode="auto" r:id="rId176">
              <p14:nvContentPartPr>
                <p14:cNvPr id="112" name="Ink 111">
                  <a:extLst>
                    <a:ext uri="{FF2B5EF4-FFF2-40B4-BE49-F238E27FC236}">
                      <a16:creationId xmlns:a16="http://schemas.microsoft.com/office/drawing/2014/main" id="{B9E71D15-0A3D-DCC0-4355-79AFE133AEE9}"/>
                    </a:ext>
                  </a:extLst>
                </p14:cNvPr>
                <p14:cNvContentPartPr/>
                <p14:nvPr/>
              </p14:nvContentPartPr>
              <p14:xfrm>
                <a:off x="1214750" y="5282677"/>
                <a:ext cx="218880" cy="86400"/>
              </p14:xfrm>
            </p:contentPart>
          </mc:Choice>
          <mc:Fallback>
            <p:pic>
              <p:nvPicPr>
                <p:cNvPr id="112" name="Ink 111">
                  <a:extLst>
                    <a:ext uri="{FF2B5EF4-FFF2-40B4-BE49-F238E27FC236}">
                      <a16:creationId xmlns:a16="http://schemas.microsoft.com/office/drawing/2014/main" id="{B9E71D15-0A3D-DCC0-4355-79AFE133AEE9}"/>
                    </a:ext>
                  </a:extLst>
                </p:cNvPr>
                <p:cNvPicPr/>
                <p:nvPr/>
              </p:nvPicPr>
              <p:blipFill>
                <a:blip r:embed="rId177"/>
                <a:stretch>
                  <a:fillRect/>
                </a:stretch>
              </p:blipFill>
              <p:spPr>
                <a:xfrm>
                  <a:off x="1196750" y="5265037"/>
                  <a:ext cx="254520" cy="122040"/>
                </a:xfrm>
                <a:prstGeom prst="rect">
                  <a:avLst/>
                </a:prstGeom>
              </p:spPr>
            </p:pic>
          </mc:Fallback>
        </mc:AlternateContent>
        <mc:AlternateContent xmlns:mc="http://schemas.openxmlformats.org/markup-compatibility/2006">
          <mc:Choice xmlns:p14="http://schemas.microsoft.com/office/powerpoint/2010/main" Requires="p14">
            <p:contentPart p14:bwMode="auto" r:id="rId178">
              <p14:nvContentPartPr>
                <p14:cNvPr id="113" name="Ink 112">
                  <a:extLst>
                    <a:ext uri="{FF2B5EF4-FFF2-40B4-BE49-F238E27FC236}">
                      <a16:creationId xmlns:a16="http://schemas.microsoft.com/office/drawing/2014/main" id="{3631A780-278D-D1B0-3473-987159D7D432}"/>
                    </a:ext>
                  </a:extLst>
                </p14:cNvPr>
                <p14:cNvContentPartPr/>
                <p14:nvPr/>
              </p14:nvContentPartPr>
              <p14:xfrm>
                <a:off x="1483310" y="5229037"/>
                <a:ext cx="131400" cy="100800"/>
              </p14:xfrm>
            </p:contentPart>
          </mc:Choice>
          <mc:Fallback>
            <p:pic>
              <p:nvPicPr>
                <p:cNvPr id="113" name="Ink 112">
                  <a:extLst>
                    <a:ext uri="{FF2B5EF4-FFF2-40B4-BE49-F238E27FC236}">
                      <a16:creationId xmlns:a16="http://schemas.microsoft.com/office/drawing/2014/main" id="{3631A780-278D-D1B0-3473-987159D7D432}"/>
                    </a:ext>
                  </a:extLst>
                </p:cNvPr>
                <p:cNvPicPr/>
                <p:nvPr/>
              </p:nvPicPr>
              <p:blipFill>
                <a:blip r:embed="rId179"/>
                <a:stretch>
                  <a:fillRect/>
                </a:stretch>
              </p:blipFill>
              <p:spPr>
                <a:xfrm>
                  <a:off x="1465670" y="5211397"/>
                  <a:ext cx="167040" cy="136440"/>
                </a:xfrm>
                <a:prstGeom prst="rect">
                  <a:avLst/>
                </a:prstGeom>
              </p:spPr>
            </p:pic>
          </mc:Fallback>
        </mc:AlternateContent>
        <mc:AlternateContent xmlns:mc="http://schemas.openxmlformats.org/markup-compatibility/2006">
          <mc:Choice xmlns:p14="http://schemas.microsoft.com/office/powerpoint/2010/main" Requires="p14">
            <p:contentPart p14:bwMode="auto" r:id="rId180">
              <p14:nvContentPartPr>
                <p14:cNvPr id="114" name="Ink 113">
                  <a:extLst>
                    <a:ext uri="{FF2B5EF4-FFF2-40B4-BE49-F238E27FC236}">
                      <a16:creationId xmlns:a16="http://schemas.microsoft.com/office/drawing/2014/main" id="{CFF1BEBA-F727-C642-83DF-D01C5349F9FB}"/>
                    </a:ext>
                  </a:extLst>
                </p14:cNvPr>
                <p14:cNvContentPartPr/>
                <p14:nvPr/>
              </p14:nvContentPartPr>
              <p14:xfrm>
                <a:off x="1657190" y="5203477"/>
                <a:ext cx="226800" cy="96120"/>
              </p14:xfrm>
            </p:contentPart>
          </mc:Choice>
          <mc:Fallback>
            <p:pic>
              <p:nvPicPr>
                <p:cNvPr id="114" name="Ink 113">
                  <a:extLst>
                    <a:ext uri="{FF2B5EF4-FFF2-40B4-BE49-F238E27FC236}">
                      <a16:creationId xmlns:a16="http://schemas.microsoft.com/office/drawing/2014/main" id="{CFF1BEBA-F727-C642-83DF-D01C5349F9FB}"/>
                    </a:ext>
                  </a:extLst>
                </p:cNvPr>
                <p:cNvPicPr/>
                <p:nvPr/>
              </p:nvPicPr>
              <p:blipFill>
                <a:blip r:embed="rId181"/>
                <a:stretch>
                  <a:fillRect/>
                </a:stretch>
              </p:blipFill>
              <p:spPr>
                <a:xfrm>
                  <a:off x="1639550" y="5185477"/>
                  <a:ext cx="262440" cy="131760"/>
                </a:xfrm>
                <a:prstGeom prst="rect">
                  <a:avLst/>
                </a:prstGeom>
              </p:spPr>
            </p:pic>
          </mc:Fallback>
        </mc:AlternateContent>
        <mc:AlternateContent xmlns:mc="http://schemas.openxmlformats.org/markup-compatibility/2006">
          <mc:Choice xmlns:p14="http://schemas.microsoft.com/office/powerpoint/2010/main" Requires="p14">
            <p:contentPart p14:bwMode="auto" r:id="rId182">
              <p14:nvContentPartPr>
                <p14:cNvPr id="115" name="Ink 114">
                  <a:extLst>
                    <a:ext uri="{FF2B5EF4-FFF2-40B4-BE49-F238E27FC236}">
                      <a16:creationId xmlns:a16="http://schemas.microsoft.com/office/drawing/2014/main" id="{3124C49B-DB59-E79D-EC5E-353F15FB73CE}"/>
                    </a:ext>
                  </a:extLst>
                </p14:cNvPr>
                <p14:cNvContentPartPr/>
                <p14:nvPr/>
              </p14:nvContentPartPr>
              <p14:xfrm>
                <a:off x="1859870" y="5137237"/>
                <a:ext cx="139680" cy="121680"/>
              </p14:xfrm>
            </p:contentPart>
          </mc:Choice>
          <mc:Fallback>
            <p:pic>
              <p:nvPicPr>
                <p:cNvPr id="115" name="Ink 114">
                  <a:extLst>
                    <a:ext uri="{FF2B5EF4-FFF2-40B4-BE49-F238E27FC236}">
                      <a16:creationId xmlns:a16="http://schemas.microsoft.com/office/drawing/2014/main" id="{3124C49B-DB59-E79D-EC5E-353F15FB73CE}"/>
                    </a:ext>
                  </a:extLst>
                </p:cNvPr>
                <p:cNvPicPr/>
                <p:nvPr/>
              </p:nvPicPr>
              <p:blipFill>
                <a:blip r:embed="rId183"/>
                <a:stretch>
                  <a:fillRect/>
                </a:stretch>
              </p:blipFill>
              <p:spPr>
                <a:xfrm>
                  <a:off x="1842230" y="5119237"/>
                  <a:ext cx="175320" cy="157320"/>
                </a:xfrm>
                <a:prstGeom prst="rect">
                  <a:avLst/>
                </a:prstGeom>
              </p:spPr>
            </p:pic>
          </mc:Fallback>
        </mc:AlternateContent>
        <mc:AlternateContent xmlns:mc="http://schemas.openxmlformats.org/markup-compatibility/2006">
          <mc:Choice xmlns:p14="http://schemas.microsoft.com/office/powerpoint/2010/main" Requires="p14">
            <p:contentPart p14:bwMode="auto" r:id="rId184">
              <p14:nvContentPartPr>
                <p14:cNvPr id="117" name="Ink 116">
                  <a:extLst>
                    <a:ext uri="{FF2B5EF4-FFF2-40B4-BE49-F238E27FC236}">
                      <a16:creationId xmlns:a16="http://schemas.microsoft.com/office/drawing/2014/main" id="{734A8AD9-726E-16B6-8007-6A5F2C22DE1F}"/>
                    </a:ext>
                  </a:extLst>
                </p14:cNvPr>
                <p14:cNvContentPartPr/>
                <p14:nvPr/>
              </p14:nvContentPartPr>
              <p14:xfrm>
                <a:off x="623630" y="5745637"/>
                <a:ext cx="131400" cy="163080"/>
              </p14:xfrm>
            </p:contentPart>
          </mc:Choice>
          <mc:Fallback>
            <p:pic>
              <p:nvPicPr>
                <p:cNvPr id="117" name="Ink 116">
                  <a:extLst>
                    <a:ext uri="{FF2B5EF4-FFF2-40B4-BE49-F238E27FC236}">
                      <a16:creationId xmlns:a16="http://schemas.microsoft.com/office/drawing/2014/main" id="{734A8AD9-726E-16B6-8007-6A5F2C22DE1F}"/>
                    </a:ext>
                  </a:extLst>
                </p:cNvPr>
                <p:cNvPicPr/>
                <p:nvPr/>
              </p:nvPicPr>
              <p:blipFill>
                <a:blip r:embed="rId185"/>
                <a:stretch>
                  <a:fillRect/>
                </a:stretch>
              </p:blipFill>
              <p:spPr>
                <a:xfrm>
                  <a:off x="605990" y="5727637"/>
                  <a:ext cx="167040" cy="198720"/>
                </a:xfrm>
                <a:prstGeom prst="rect">
                  <a:avLst/>
                </a:prstGeom>
              </p:spPr>
            </p:pic>
          </mc:Fallback>
        </mc:AlternateContent>
        <mc:AlternateContent xmlns:mc="http://schemas.openxmlformats.org/markup-compatibility/2006">
          <mc:Choice xmlns:p14="http://schemas.microsoft.com/office/powerpoint/2010/main" Requires="p14">
            <p:contentPart p14:bwMode="auto" r:id="rId186">
              <p14:nvContentPartPr>
                <p14:cNvPr id="118" name="Ink 117">
                  <a:extLst>
                    <a:ext uri="{FF2B5EF4-FFF2-40B4-BE49-F238E27FC236}">
                      <a16:creationId xmlns:a16="http://schemas.microsoft.com/office/drawing/2014/main" id="{ABA94C58-DBB3-AAB3-977E-2C295C202195}"/>
                    </a:ext>
                  </a:extLst>
                </p14:cNvPr>
                <p14:cNvContentPartPr/>
                <p14:nvPr/>
              </p14:nvContentPartPr>
              <p14:xfrm>
                <a:off x="822350" y="5743477"/>
                <a:ext cx="67320" cy="116280"/>
              </p14:xfrm>
            </p:contentPart>
          </mc:Choice>
          <mc:Fallback>
            <p:pic>
              <p:nvPicPr>
                <p:cNvPr id="118" name="Ink 117">
                  <a:extLst>
                    <a:ext uri="{FF2B5EF4-FFF2-40B4-BE49-F238E27FC236}">
                      <a16:creationId xmlns:a16="http://schemas.microsoft.com/office/drawing/2014/main" id="{ABA94C58-DBB3-AAB3-977E-2C295C202195}"/>
                    </a:ext>
                  </a:extLst>
                </p:cNvPr>
                <p:cNvPicPr/>
                <p:nvPr/>
              </p:nvPicPr>
              <p:blipFill>
                <a:blip r:embed="rId187"/>
                <a:stretch>
                  <a:fillRect/>
                </a:stretch>
              </p:blipFill>
              <p:spPr>
                <a:xfrm>
                  <a:off x="804710" y="5725837"/>
                  <a:ext cx="102960" cy="151920"/>
                </a:xfrm>
                <a:prstGeom prst="rect">
                  <a:avLst/>
                </a:prstGeom>
              </p:spPr>
            </p:pic>
          </mc:Fallback>
        </mc:AlternateContent>
        <mc:AlternateContent xmlns:mc="http://schemas.openxmlformats.org/markup-compatibility/2006">
          <mc:Choice xmlns:p14="http://schemas.microsoft.com/office/powerpoint/2010/main" Requires="p14">
            <p:contentPart p14:bwMode="auto" r:id="rId188">
              <p14:nvContentPartPr>
                <p14:cNvPr id="119" name="Ink 118">
                  <a:extLst>
                    <a:ext uri="{FF2B5EF4-FFF2-40B4-BE49-F238E27FC236}">
                      <a16:creationId xmlns:a16="http://schemas.microsoft.com/office/drawing/2014/main" id="{FC2744C0-7D9D-8858-5C48-57C3BF34417A}"/>
                    </a:ext>
                  </a:extLst>
                </p14:cNvPr>
                <p14:cNvContentPartPr/>
                <p14:nvPr/>
              </p14:nvContentPartPr>
              <p14:xfrm>
                <a:off x="942590" y="5724037"/>
                <a:ext cx="104040" cy="59400"/>
              </p14:xfrm>
            </p:contentPart>
          </mc:Choice>
          <mc:Fallback>
            <p:pic>
              <p:nvPicPr>
                <p:cNvPr id="119" name="Ink 118">
                  <a:extLst>
                    <a:ext uri="{FF2B5EF4-FFF2-40B4-BE49-F238E27FC236}">
                      <a16:creationId xmlns:a16="http://schemas.microsoft.com/office/drawing/2014/main" id="{FC2744C0-7D9D-8858-5C48-57C3BF34417A}"/>
                    </a:ext>
                  </a:extLst>
                </p:cNvPr>
                <p:cNvPicPr/>
                <p:nvPr/>
              </p:nvPicPr>
              <p:blipFill>
                <a:blip r:embed="rId189"/>
                <a:stretch>
                  <a:fillRect/>
                </a:stretch>
              </p:blipFill>
              <p:spPr>
                <a:xfrm>
                  <a:off x="924590" y="5706037"/>
                  <a:ext cx="139680" cy="95040"/>
                </a:xfrm>
                <a:prstGeom prst="rect">
                  <a:avLst/>
                </a:prstGeom>
              </p:spPr>
            </p:pic>
          </mc:Fallback>
        </mc:AlternateContent>
        <mc:AlternateContent xmlns:mc="http://schemas.openxmlformats.org/markup-compatibility/2006">
          <mc:Choice xmlns:p14="http://schemas.microsoft.com/office/powerpoint/2010/main" Requires="p14">
            <p:contentPart p14:bwMode="auto" r:id="rId190">
              <p14:nvContentPartPr>
                <p14:cNvPr id="120" name="Ink 119">
                  <a:extLst>
                    <a:ext uri="{FF2B5EF4-FFF2-40B4-BE49-F238E27FC236}">
                      <a16:creationId xmlns:a16="http://schemas.microsoft.com/office/drawing/2014/main" id="{3F78DF34-2F63-6F8B-7237-A7C7B7545568}"/>
                    </a:ext>
                  </a:extLst>
                </p14:cNvPr>
                <p14:cNvContentPartPr/>
                <p14:nvPr/>
              </p14:nvContentPartPr>
              <p14:xfrm>
                <a:off x="1136630" y="5696677"/>
                <a:ext cx="101880" cy="106560"/>
              </p14:xfrm>
            </p:contentPart>
          </mc:Choice>
          <mc:Fallback>
            <p:pic>
              <p:nvPicPr>
                <p:cNvPr id="120" name="Ink 119">
                  <a:extLst>
                    <a:ext uri="{FF2B5EF4-FFF2-40B4-BE49-F238E27FC236}">
                      <a16:creationId xmlns:a16="http://schemas.microsoft.com/office/drawing/2014/main" id="{3F78DF34-2F63-6F8B-7237-A7C7B7545568}"/>
                    </a:ext>
                  </a:extLst>
                </p:cNvPr>
                <p:cNvPicPr/>
                <p:nvPr/>
              </p:nvPicPr>
              <p:blipFill>
                <a:blip r:embed="rId191"/>
                <a:stretch>
                  <a:fillRect/>
                </a:stretch>
              </p:blipFill>
              <p:spPr>
                <a:xfrm>
                  <a:off x="1118990" y="5679037"/>
                  <a:ext cx="137520" cy="142200"/>
                </a:xfrm>
                <a:prstGeom prst="rect">
                  <a:avLst/>
                </a:prstGeom>
              </p:spPr>
            </p:pic>
          </mc:Fallback>
        </mc:AlternateContent>
        <mc:AlternateContent xmlns:mc="http://schemas.openxmlformats.org/markup-compatibility/2006">
          <mc:Choice xmlns:p14="http://schemas.microsoft.com/office/powerpoint/2010/main" Requires="p14">
            <p:contentPart p14:bwMode="auto" r:id="rId192">
              <p14:nvContentPartPr>
                <p14:cNvPr id="121" name="Ink 120">
                  <a:extLst>
                    <a:ext uri="{FF2B5EF4-FFF2-40B4-BE49-F238E27FC236}">
                      <a16:creationId xmlns:a16="http://schemas.microsoft.com/office/drawing/2014/main" id="{CFB832CB-EB55-D008-43B1-5C3E7BF7EE0D}"/>
                    </a:ext>
                  </a:extLst>
                </p14:cNvPr>
                <p14:cNvContentPartPr/>
                <p14:nvPr/>
              </p14:nvContentPartPr>
              <p14:xfrm>
                <a:off x="1256510" y="5561677"/>
                <a:ext cx="59400" cy="164160"/>
              </p14:xfrm>
            </p:contentPart>
          </mc:Choice>
          <mc:Fallback>
            <p:pic>
              <p:nvPicPr>
                <p:cNvPr id="121" name="Ink 120">
                  <a:extLst>
                    <a:ext uri="{FF2B5EF4-FFF2-40B4-BE49-F238E27FC236}">
                      <a16:creationId xmlns:a16="http://schemas.microsoft.com/office/drawing/2014/main" id="{CFB832CB-EB55-D008-43B1-5C3E7BF7EE0D}"/>
                    </a:ext>
                  </a:extLst>
                </p:cNvPr>
                <p:cNvPicPr/>
                <p:nvPr/>
              </p:nvPicPr>
              <p:blipFill>
                <a:blip r:embed="rId193"/>
                <a:stretch>
                  <a:fillRect/>
                </a:stretch>
              </p:blipFill>
              <p:spPr>
                <a:xfrm>
                  <a:off x="1238870" y="5543677"/>
                  <a:ext cx="95040" cy="199800"/>
                </a:xfrm>
                <a:prstGeom prst="rect">
                  <a:avLst/>
                </a:prstGeom>
              </p:spPr>
            </p:pic>
          </mc:Fallback>
        </mc:AlternateContent>
        <mc:AlternateContent xmlns:mc="http://schemas.openxmlformats.org/markup-compatibility/2006">
          <mc:Choice xmlns:p14="http://schemas.microsoft.com/office/powerpoint/2010/main" Requires="p14">
            <p:contentPart p14:bwMode="auto" r:id="rId194">
              <p14:nvContentPartPr>
                <p14:cNvPr id="122" name="Ink 121">
                  <a:extLst>
                    <a:ext uri="{FF2B5EF4-FFF2-40B4-BE49-F238E27FC236}">
                      <a16:creationId xmlns:a16="http://schemas.microsoft.com/office/drawing/2014/main" id="{4768F26B-F48F-2809-A823-C3F8FD61C4D3}"/>
                    </a:ext>
                  </a:extLst>
                </p14:cNvPr>
                <p14:cNvContentPartPr/>
                <p14:nvPr/>
              </p14:nvContentPartPr>
              <p14:xfrm>
                <a:off x="1256870" y="5605237"/>
                <a:ext cx="49680" cy="34920"/>
              </p14:xfrm>
            </p:contentPart>
          </mc:Choice>
          <mc:Fallback>
            <p:pic>
              <p:nvPicPr>
                <p:cNvPr id="122" name="Ink 121">
                  <a:extLst>
                    <a:ext uri="{FF2B5EF4-FFF2-40B4-BE49-F238E27FC236}">
                      <a16:creationId xmlns:a16="http://schemas.microsoft.com/office/drawing/2014/main" id="{4768F26B-F48F-2809-A823-C3F8FD61C4D3}"/>
                    </a:ext>
                  </a:extLst>
                </p:cNvPr>
                <p:cNvPicPr/>
                <p:nvPr/>
              </p:nvPicPr>
              <p:blipFill>
                <a:blip r:embed="rId195"/>
                <a:stretch>
                  <a:fillRect/>
                </a:stretch>
              </p:blipFill>
              <p:spPr>
                <a:xfrm>
                  <a:off x="1239230" y="5587597"/>
                  <a:ext cx="85320" cy="70560"/>
                </a:xfrm>
                <a:prstGeom prst="rect">
                  <a:avLst/>
                </a:prstGeom>
              </p:spPr>
            </p:pic>
          </mc:Fallback>
        </mc:AlternateContent>
        <mc:AlternateContent xmlns:mc="http://schemas.openxmlformats.org/markup-compatibility/2006">
          <mc:Choice xmlns:p14="http://schemas.microsoft.com/office/powerpoint/2010/main" Requires="p14">
            <p:contentPart p14:bwMode="auto" r:id="rId196">
              <p14:nvContentPartPr>
                <p14:cNvPr id="123" name="Ink 122">
                  <a:extLst>
                    <a:ext uri="{FF2B5EF4-FFF2-40B4-BE49-F238E27FC236}">
                      <a16:creationId xmlns:a16="http://schemas.microsoft.com/office/drawing/2014/main" id="{8E5E2E4E-456E-C396-8931-6EC4FF955777}"/>
                    </a:ext>
                  </a:extLst>
                </p14:cNvPr>
                <p14:cNvContentPartPr/>
                <p14:nvPr/>
              </p14:nvContentPartPr>
              <p14:xfrm>
                <a:off x="1436510" y="5600557"/>
                <a:ext cx="232920" cy="109800"/>
              </p14:xfrm>
            </p:contentPart>
          </mc:Choice>
          <mc:Fallback>
            <p:pic>
              <p:nvPicPr>
                <p:cNvPr id="123" name="Ink 122">
                  <a:extLst>
                    <a:ext uri="{FF2B5EF4-FFF2-40B4-BE49-F238E27FC236}">
                      <a16:creationId xmlns:a16="http://schemas.microsoft.com/office/drawing/2014/main" id="{8E5E2E4E-456E-C396-8931-6EC4FF955777}"/>
                    </a:ext>
                  </a:extLst>
                </p:cNvPr>
                <p:cNvPicPr/>
                <p:nvPr/>
              </p:nvPicPr>
              <p:blipFill>
                <a:blip r:embed="rId197"/>
                <a:stretch>
                  <a:fillRect/>
                </a:stretch>
              </p:blipFill>
              <p:spPr>
                <a:xfrm>
                  <a:off x="1418510" y="5582557"/>
                  <a:ext cx="268560" cy="145440"/>
                </a:xfrm>
                <a:prstGeom prst="rect">
                  <a:avLst/>
                </a:prstGeom>
              </p:spPr>
            </p:pic>
          </mc:Fallback>
        </mc:AlternateContent>
        <mc:AlternateContent xmlns:mc="http://schemas.openxmlformats.org/markup-compatibility/2006">
          <mc:Choice xmlns:p14="http://schemas.microsoft.com/office/powerpoint/2010/main" Requires="p14">
            <p:contentPart p14:bwMode="auto" r:id="rId198">
              <p14:nvContentPartPr>
                <p14:cNvPr id="124" name="Ink 123">
                  <a:extLst>
                    <a:ext uri="{FF2B5EF4-FFF2-40B4-BE49-F238E27FC236}">
                      <a16:creationId xmlns:a16="http://schemas.microsoft.com/office/drawing/2014/main" id="{11EAACCD-4496-5A23-C40A-5E9614485636}"/>
                    </a:ext>
                  </a:extLst>
                </p14:cNvPr>
                <p14:cNvContentPartPr/>
                <p14:nvPr/>
              </p14:nvContentPartPr>
              <p14:xfrm>
                <a:off x="1713350" y="5443597"/>
                <a:ext cx="99360" cy="212040"/>
              </p14:xfrm>
            </p:contentPart>
          </mc:Choice>
          <mc:Fallback>
            <p:pic>
              <p:nvPicPr>
                <p:cNvPr id="124" name="Ink 123">
                  <a:extLst>
                    <a:ext uri="{FF2B5EF4-FFF2-40B4-BE49-F238E27FC236}">
                      <a16:creationId xmlns:a16="http://schemas.microsoft.com/office/drawing/2014/main" id="{11EAACCD-4496-5A23-C40A-5E9614485636}"/>
                    </a:ext>
                  </a:extLst>
                </p:cNvPr>
                <p:cNvPicPr/>
                <p:nvPr/>
              </p:nvPicPr>
              <p:blipFill>
                <a:blip r:embed="rId199"/>
                <a:stretch>
                  <a:fillRect/>
                </a:stretch>
              </p:blipFill>
              <p:spPr>
                <a:xfrm>
                  <a:off x="1695350" y="5425597"/>
                  <a:ext cx="135000" cy="247680"/>
                </a:xfrm>
                <a:prstGeom prst="rect">
                  <a:avLst/>
                </a:prstGeom>
              </p:spPr>
            </p:pic>
          </mc:Fallback>
        </mc:AlternateContent>
        <mc:AlternateContent xmlns:mc="http://schemas.openxmlformats.org/markup-compatibility/2006">
          <mc:Choice xmlns:p14="http://schemas.microsoft.com/office/powerpoint/2010/main" Requires="p14">
            <p:contentPart p14:bwMode="auto" r:id="rId200">
              <p14:nvContentPartPr>
                <p14:cNvPr id="125" name="Ink 124">
                  <a:extLst>
                    <a:ext uri="{FF2B5EF4-FFF2-40B4-BE49-F238E27FC236}">
                      <a16:creationId xmlns:a16="http://schemas.microsoft.com/office/drawing/2014/main" id="{4B8F19F3-FF1E-8DA1-4271-3BAD2F445CF1}"/>
                    </a:ext>
                  </a:extLst>
                </p14:cNvPr>
                <p14:cNvContentPartPr/>
                <p14:nvPr/>
              </p14:nvContentPartPr>
              <p14:xfrm>
                <a:off x="1731710" y="5539357"/>
                <a:ext cx="77040" cy="39240"/>
              </p14:xfrm>
            </p:contentPart>
          </mc:Choice>
          <mc:Fallback>
            <p:pic>
              <p:nvPicPr>
                <p:cNvPr id="125" name="Ink 124">
                  <a:extLst>
                    <a:ext uri="{FF2B5EF4-FFF2-40B4-BE49-F238E27FC236}">
                      <a16:creationId xmlns:a16="http://schemas.microsoft.com/office/drawing/2014/main" id="{4B8F19F3-FF1E-8DA1-4271-3BAD2F445CF1}"/>
                    </a:ext>
                  </a:extLst>
                </p:cNvPr>
                <p:cNvPicPr/>
                <p:nvPr/>
              </p:nvPicPr>
              <p:blipFill>
                <a:blip r:embed="rId201"/>
                <a:stretch>
                  <a:fillRect/>
                </a:stretch>
              </p:blipFill>
              <p:spPr>
                <a:xfrm>
                  <a:off x="1713710" y="5521717"/>
                  <a:ext cx="112680" cy="74880"/>
                </a:xfrm>
                <a:prstGeom prst="rect">
                  <a:avLst/>
                </a:prstGeom>
              </p:spPr>
            </p:pic>
          </mc:Fallback>
        </mc:AlternateContent>
      </p:grpSp>
      <p:grpSp>
        <p:nvGrpSpPr>
          <p:cNvPr id="166" name="Group 165">
            <a:extLst>
              <a:ext uri="{FF2B5EF4-FFF2-40B4-BE49-F238E27FC236}">
                <a16:creationId xmlns:a16="http://schemas.microsoft.com/office/drawing/2014/main" id="{4F16FA06-D874-BE01-0E96-025E5831589C}"/>
              </a:ext>
            </a:extLst>
          </p:cNvPr>
          <p:cNvGrpSpPr/>
          <p:nvPr/>
        </p:nvGrpSpPr>
        <p:grpSpPr>
          <a:xfrm>
            <a:off x="3624950" y="4570237"/>
            <a:ext cx="335520" cy="802080"/>
            <a:chOff x="3624950" y="4570237"/>
            <a:chExt cx="335520" cy="802080"/>
          </a:xfrm>
        </p:grpSpPr>
        <mc:AlternateContent xmlns:mc="http://schemas.openxmlformats.org/markup-compatibility/2006">
          <mc:Choice xmlns:p14="http://schemas.microsoft.com/office/powerpoint/2010/main" Requires="p14">
            <p:contentPart p14:bwMode="auto" r:id="rId202">
              <p14:nvContentPartPr>
                <p14:cNvPr id="127" name="Ink 126">
                  <a:extLst>
                    <a:ext uri="{FF2B5EF4-FFF2-40B4-BE49-F238E27FC236}">
                      <a16:creationId xmlns:a16="http://schemas.microsoft.com/office/drawing/2014/main" id="{753C96F2-4CBF-DAD4-5B52-224B441D2A5A}"/>
                    </a:ext>
                  </a:extLst>
                </p14:cNvPr>
                <p14:cNvContentPartPr/>
                <p14:nvPr/>
              </p14:nvContentPartPr>
              <p14:xfrm>
                <a:off x="3692630" y="4570237"/>
                <a:ext cx="267840" cy="781560"/>
              </p14:xfrm>
            </p:contentPart>
          </mc:Choice>
          <mc:Fallback>
            <p:pic>
              <p:nvPicPr>
                <p:cNvPr id="127" name="Ink 126">
                  <a:extLst>
                    <a:ext uri="{FF2B5EF4-FFF2-40B4-BE49-F238E27FC236}">
                      <a16:creationId xmlns:a16="http://schemas.microsoft.com/office/drawing/2014/main" id="{753C96F2-4CBF-DAD4-5B52-224B441D2A5A}"/>
                    </a:ext>
                  </a:extLst>
                </p:cNvPr>
                <p:cNvPicPr/>
                <p:nvPr/>
              </p:nvPicPr>
              <p:blipFill>
                <a:blip r:embed="rId203"/>
                <a:stretch>
                  <a:fillRect/>
                </a:stretch>
              </p:blipFill>
              <p:spPr>
                <a:xfrm>
                  <a:off x="3674630" y="4552597"/>
                  <a:ext cx="303480" cy="817200"/>
                </a:xfrm>
                <a:prstGeom prst="rect">
                  <a:avLst/>
                </a:prstGeom>
              </p:spPr>
            </p:pic>
          </mc:Fallback>
        </mc:AlternateContent>
        <mc:AlternateContent xmlns:mc="http://schemas.openxmlformats.org/markup-compatibility/2006">
          <mc:Choice xmlns:p14="http://schemas.microsoft.com/office/powerpoint/2010/main" Requires="p14">
            <p:contentPart p14:bwMode="auto" r:id="rId204">
              <p14:nvContentPartPr>
                <p14:cNvPr id="128" name="Ink 127">
                  <a:extLst>
                    <a:ext uri="{FF2B5EF4-FFF2-40B4-BE49-F238E27FC236}">
                      <a16:creationId xmlns:a16="http://schemas.microsoft.com/office/drawing/2014/main" id="{11EA4A25-9303-EA88-7377-7B99646E9ACE}"/>
                    </a:ext>
                  </a:extLst>
                </p14:cNvPr>
                <p14:cNvContentPartPr/>
                <p14:nvPr/>
              </p14:nvContentPartPr>
              <p14:xfrm>
                <a:off x="3624950" y="5263957"/>
                <a:ext cx="214920" cy="108360"/>
              </p14:xfrm>
            </p:contentPart>
          </mc:Choice>
          <mc:Fallback>
            <p:pic>
              <p:nvPicPr>
                <p:cNvPr id="128" name="Ink 127">
                  <a:extLst>
                    <a:ext uri="{FF2B5EF4-FFF2-40B4-BE49-F238E27FC236}">
                      <a16:creationId xmlns:a16="http://schemas.microsoft.com/office/drawing/2014/main" id="{11EA4A25-9303-EA88-7377-7B99646E9ACE}"/>
                    </a:ext>
                  </a:extLst>
                </p:cNvPr>
                <p:cNvPicPr/>
                <p:nvPr/>
              </p:nvPicPr>
              <p:blipFill>
                <a:blip r:embed="rId205"/>
                <a:stretch>
                  <a:fillRect/>
                </a:stretch>
              </p:blipFill>
              <p:spPr>
                <a:xfrm>
                  <a:off x="3607310" y="5245957"/>
                  <a:ext cx="250560" cy="144000"/>
                </a:xfrm>
                <a:prstGeom prst="rect">
                  <a:avLst/>
                </a:prstGeom>
              </p:spPr>
            </p:pic>
          </mc:Fallback>
        </mc:AlternateContent>
      </p:grpSp>
      <p:grpSp>
        <p:nvGrpSpPr>
          <p:cNvPr id="165" name="Group 164">
            <a:extLst>
              <a:ext uri="{FF2B5EF4-FFF2-40B4-BE49-F238E27FC236}">
                <a16:creationId xmlns:a16="http://schemas.microsoft.com/office/drawing/2014/main" id="{485664D4-AAA5-BBFD-770B-F24D8A5ECF3E}"/>
              </a:ext>
            </a:extLst>
          </p:cNvPr>
          <p:cNvGrpSpPr/>
          <p:nvPr/>
        </p:nvGrpSpPr>
        <p:grpSpPr>
          <a:xfrm>
            <a:off x="2610470" y="5671477"/>
            <a:ext cx="809280" cy="239760"/>
            <a:chOff x="2610470" y="5671477"/>
            <a:chExt cx="809280" cy="239760"/>
          </a:xfrm>
        </p:grpSpPr>
        <mc:AlternateContent xmlns:mc="http://schemas.openxmlformats.org/markup-compatibility/2006">
          <mc:Choice xmlns:p14="http://schemas.microsoft.com/office/powerpoint/2010/main" Requires="p14">
            <p:contentPart p14:bwMode="auto" r:id="rId206">
              <p14:nvContentPartPr>
                <p14:cNvPr id="129" name="Ink 128">
                  <a:extLst>
                    <a:ext uri="{FF2B5EF4-FFF2-40B4-BE49-F238E27FC236}">
                      <a16:creationId xmlns:a16="http://schemas.microsoft.com/office/drawing/2014/main" id="{9CBE3157-E74E-87EA-C5DE-DF622504F2CA}"/>
                    </a:ext>
                  </a:extLst>
                </p14:cNvPr>
                <p14:cNvContentPartPr/>
                <p14:nvPr/>
              </p14:nvContentPartPr>
              <p14:xfrm>
                <a:off x="2610470" y="5677237"/>
                <a:ext cx="210600" cy="83520"/>
              </p14:xfrm>
            </p:contentPart>
          </mc:Choice>
          <mc:Fallback>
            <p:pic>
              <p:nvPicPr>
                <p:cNvPr id="129" name="Ink 128">
                  <a:extLst>
                    <a:ext uri="{FF2B5EF4-FFF2-40B4-BE49-F238E27FC236}">
                      <a16:creationId xmlns:a16="http://schemas.microsoft.com/office/drawing/2014/main" id="{9CBE3157-E74E-87EA-C5DE-DF622504F2CA}"/>
                    </a:ext>
                  </a:extLst>
                </p:cNvPr>
                <p:cNvPicPr/>
                <p:nvPr/>
              </p:nvPicPr>
              <p:blipFill>
                <a:blip r:embed="rId207"/>
                <a:stretch>
                  <a:fillRect/>
                </a:stretch>
              </p:blipFill>
              <p:spPr>
                <a:xfrm>
                  <a:off x="2592470" y="5659237"/>
                  <a:ext cx="246240" cy="119160"/>
                </a:xfrm>
                <a:prstGeom prst="rect">
                  <a:avLst/>
                </a:prstGeom>
              </p:spPr>
            </p:pic>
          </mc:Fallback>
        </mc:AlternateContent>
        <mc:AlternateContent xmlns:mc="http://schemas.openxmlformats.org/markup-compatibility/2006">
          <mc:Choice xmlns:p14="http://schemas.microsoft.com/office/powerpoint/2010/main" Requires="p14">
            <p:contentPart p14:bwMode="auto" r:id="rId208">
              <p14:nvContentPartPr>
                <p14:cNvPr id="130" name="Ink 129">
                  <a:extLst>
                    <a:ext uri="{FF2B5EF4-FFF2-40B4-BE49-F238E27FC236}">
                      <a16:creationId xmlns:a16="http://schemas.microsoft.com/office/drawing/2014/main" id="{C6A9C8D9-9845-C0DA-A56B-B9D29CE259B3}"/>
                    </a:ext>
                  </a:extLst>
                </p14:cNvPr>
                <p14:cNvContentPartPr/>
                <p14:nvPr/>
              </p14:nvContentPartPr>
              <p14:xfrm>
                <a:off x="2724230" y="5717917"/>
                <a:ext cx="60120" cy="193320"/>
              </p14:xfrm>
            </p:contentPart>
          </mc:Choice>
          <mc:Fallback>
            <p:pic>
              <p:nvPicPr>
                <p:cNvPr id="130" name="Ink 129">
                  <a:extLst>
                    <a:ext uri="{FF2B5EF4-FFF2-40B4-BE49-F238E27FC236}">
                      <a16:creationId xmlns:a16="http://schemas.microsoft.com/office/drawing/2014/main" id="{C6A9C8D9-9845-C0DA-A56B-B9D29CE259B3}"/>
                    </a:ext>
                  </a:extLst>
                </p:cNvPr>
                <p:cNvPicPr/>
                <p:nvPr/>
              </p:nvPicPr>
              <p:blipFill>
                <a:blip r:embed="rId209"/>
                <a:stretch>
                  <a:fillRect/>
                </a:stretch>
              </p:blipFill>
              <p:spPr>
                <a:xfrm>
                  <a:off x="2706230" y="5700277"/>
                  <a:ext cx="95760" cy="228960"/>
                </a:xfrm>
                <a:prstGeom prst="rect">
                  <a:avLst/>
                </a:prstGeom>
              </p:spPr>
            </p:pic>
          </mc:Fallback>
        </mc:AlternateContent>
        <mc:AlternateContent xmlns:mc="http://schemas.openxmlformats.org/markup-compatibility/2006">
          <mc:Choice xmlns:p14="http://schemas.microsoft.com/office/powerpoint/2010/main" Requires="p14">
            <p:contentPart p14:bwMode="auto" r:id="rId210">
              <p14:nvContentPartPr>
                <p14:cNvPr id="131" name="Ink 130">
                  <a:extLst>
                    <a:ext uri="{FF2B5EF4-FFF2-40B4-BE49-F238E27FC236}">
                      <a16:creationId xmlns:a16="http://schemas.microsoft.com/office/drawing/2014/main" id="{0EBCD79E-BF7C-0D6A-C8C8-21A2BC3F3514}"/>
                    </a:ext>
                  </a:extLst>
                </p14:cNvPr>
                <p14:cNvContentPartPr/>
                <p14:nvPr/>
              </p14:nvContentPartPr>
              <p14:xfrm>
                <a:off x="2859950" y="5747797"/>
                <a:ext cx="138240" cy="122400"/>
              </p14:xfrm>
            </p:contentPart>
          </mc:Choice>
          <mc:Fallback>
            <p:pic>
              <p:nvPicPr>
                <p:cNvPr id="131" name="Ink 130">
                  <a:extLst>
                    <a:ext uri="{FF2B5EF4-FFF2-40B4-BE49-F238E27FC236}">
                      <a16:creationId xmlns:a16="http://schemas.microsoft.com/office/drawing/2014/main" id="{0EBCD79E-BF7C-0D6A-C8C8-21A2BC3F3514}"/>
                    </a:ext>
                  </a:extLst>
                </p:cNvPr>
                <p:cNvPicPr/>
                <p:nvPr/>
              </p:nvPicPr>
              <p:blipFill>
                <a:blip r:embed="rId211"/>
                <a:stretch>
                  <a:fillRect/>
                </a:stretch>
              </p:blipFill>
              <p:spPr>
                <a:xfrm>
                  <a:off x="2842310" y="5729797"/>
                  <a:ext cx="173880" cy="158040"/>
                </a:xfrm>
                <a:prstGeom prst="rect">
                  <a:avLst/>
                </a:prstGeom>
              </p:spPr>
            </p:pic>
          </mc:Fallback>
        </mc:AlternateContent>
        <mc:AlternateContent xmlns:mc="http://schemas.openxmlformats.org/markup-compatibility/2006">
          <mc:Choice xmlns:p14="http://schemas.microsoft.com/office/powerpoint/2010/main" Requires="p14">
            <p:contentPart p14:bwMode="auto" r:id="rId212">
              <p14:nvContentPartPr>
                <p14:cNvPr id="132" name="Ink 131">
                  <a:extLst>
                    <a:ext uri="{FF2B5EF4-FFF2-40B4-BE49-F238E27FC236}">
                      <a16:creationId xmlns:a16="http://schemas.microsoft.com/office/drawing/2014/main" id="{E1A9CECD-22EE-7597-80EF-8F6D4A90E279}"/>
                    </a:ext>
                  </a:extLst>
                </p14:cNvPr>
                <p14:cNvContentPartPr/>
                <p14:nvPr/>
              </p14:nvContentPartPr>
              <p14:xfrm>
                <a:off x="3044630" y="5698117"/>
                <a:ext cx="230040" cy="104760"/>
              </p14:xfrm>
            </p:contentPart>
          </mc:Choice>
          <mc:Fallback>
            <p:pic>
              <p:nvPicPr>
                <p:cNvPr id="132" name="Ink 131">
                  <a:extLst>
                    <a:ext uri="{FF2B5EF4-FFF2-40B4-BE49-F238E27FC236}">
                      <a16:creationId xmlns:a16="http://schemas.microsoft.com/office/drawing/2014/main" id="{E1A9CECD-22EE-7597-80EF-8F6D4A90E279}"/>
                    </a:ext>
                  </a:extLst>
                </p:cNvPr>
                <p:cNvPicPr/>
                <p:nvPr/>
              </p:nvPicPr>
              <p:blipFill>
                <a:blip r:embed="rId213"/>
                <a:stretch>
                  <a:fillRect/>
                </a:stretch>
              </p:blipFill>
              <p:spPr>
                <a:xfrm>
                  <a:off x="3026630" y="5680117"/>
                  <a:ext cx="265680" cy="140400"/>
                </a:xfrm>
                <a:prstGeom prst="rect">
                  <a:avLst/>
                </a:prstGeom>
              </p:spPr>
            </p:pic>
          </mc:Fallback>
        </mc:AlternateContent>
        <mc:AlternateContent xmlns:mc="http://schemas.openxmlformats.org/markup-compatibility/2006">
          <mc:Choice xmlns:p14="http://schemas.microsoft.com/office/powerpoint/2010/main" Requires="p14">
            <p:contentPart p14:bwMode="auto" r:id="rId214">
              <p14:nvContentPartPr>
                <p14:cNvPr id="133" name="Ink 132">
                  <a:extLst>
                    <a:ext uri="{FF2B5EF4-FFF2-40B4-BE49-F238E27FC236}">
                      <a16:creationId xmlns:a16="http://schemas.microsoft.com/office/drawing/2014/main" id="{340F9350-ABFF-672E-DE2F-6BED9D0EFB9D}"/>
                    </a:ext>
                  </a:extLst>
                </p14:cNvPr>
                <p14:cNvContentPartPr/>
                <p14:nvPr/>
              </p14:nvContentPartPr>
              <p14:xfrm>
                <a:off x="3343070" y="5700637"/>
                <a:ext cx="47160" cy="139320"/>
              </p14:xfrm>
            </p:contentPart>
          </mc:Choice>
          <mc:Fallback>
            <p:pic>
              <p:nvPicPr>
                <p:cNvPr id="133" name="Ink 132">
                  <a:extLst>
                    <a:ext uri="{FF2B5EF4-FFF2-40B4-BE49-F238E27FC236}">
                      <a16:creationId xmlns:a16="http://schemas.microsoft.com/office/drawing/2014/main" id="{340F9350-ABFF-672E-DE2F-6BED9D0EFB9D}"/>
                    </a:ext>
                  </a:extLst>
                </p:cNvPr>
                <p:cNvPicPr/>
                <p:nvPr/>
              </p:nvPicPr>
              <p:blipFill>
                <a:blip r:embed="rId215"/>
                <a:stretch>
                  <a:fillRect/>
                </a:stretch>
              </p:blipFill>
              <p:spPr>
                <a:xfrm>
                  <a:off x="3325070" y="5682997"/>
                  <a:ext cx="82800" cy="174960"/>
                </a:xfrm>
                <a:prstGeom prst="rect">
                  <a:avLst/>
                </a:prstGeom>
              </p:spPr>
            </p:pic>
          </mc:Fallback>
        </mc:AlternateContent>
        <mc:AlternateContent xmlns:mc="http://schemas.openxmlformats.org/markup-compatibility/2006">
          <mc:Choice xmlns:p14="http://schemas.microsoft.com/office/powerpoint/2010/main" Requires="p14">
            <p:contentPart p14:bwMode="auto" r:id="rId216">
              <p14:nvContentPartPr>
                <p14:cNvPr id="134" name="Ink 133">
                  <a:extLst>
                    <a:ext uri="{FF2B5EF4-FFF2-40B4-BE49-F238E27FC236}">
                      <a16:creationId xmlns:a16="http://schemas.microsoft.com/office/drawing/2014/main" id="{F6CE6D21-8A46-CC2F-64D7-E23FAF00360F}"/>
                    </a:ext>
                  </a:extLst>
                </p14:cNvPr>
                <p14:cNvContentPartPr/>
                <p14:nvPr/>
              </p14:nvContentPartPr>
              <p14:xfrm>
                <a:off x="3342710" y="5671477"/>
                <a:ext cx="77040" cy="97920"/>
              </p14:xfrm>
            </p:contentPart>
          </mc:Choice>
          <mc:Fallback>
            <p:pic>
              <p:nvPicPr>
                <p:cNvPr id="134" name="Ink 133">
                  <a:extLst>
                    <a:ext uri="{FF2B5EF4-FFF2-40B4-BE49-F238E27FC236}">
                      <a16:creationId xmlns:a16="http://schemas.microsoft.com/office/drawing/2014/main" id="{F6CE6D21-8A46-CC2F-64D7-E23FAF00360F}"/>
                    </a:ext>
                  </a:extLst>
                </p:cNvPr>
                <p:cNvPicPr/>
                <p:nvPr/>
              </p:nvPicPr>
              <p:blipFill>
                <a:blip r:embed="rId217"/>
                <a:stretch>
                  <a:fillRect/>
                </a:stretch>
              </p:blipFill>
              <p:spPr>
                <a:xfrm>
                  <a:off x="3324710" y="5653837"/>
                  <a:ext cx="112680" cy="133560"/>
                </a:xfrm>
                <a:prstGeom prst="rect">
                  <a:avLst/>
                </a:prstGeom>
              </p:spPr>
            </p:pic>
          </mc:Fallback>
        </mc:AlternateContent>
      </p:grpSp>
      <p:grpSp>
        <p:nvGrpSpPr>
          <p:cNvPr id="163" name="Group 162">
            <a:extLst>
              <a:ext uri="{FF2B5EF4-FFF2-40B4-BE49-F238E27FC236}">
                <a16:creationId xmlns:a16="http://schemas.microsoft.com/office/drawing/2014/main" id="{F058D800-0897-D2DA-1AB6-3E024E6C5B4A}"/>
              </a:ext>
            </a:extLst>
          </p:cNvPr>
          <p:cNvGrpSpPr/>
          <p:nvPr/>
        </p:nvGrpSpPr>
        <p:grpSpPr>
          <a:xfrm>
            <a:off x="3564110" y="6012397"/>
            <a:ext cx="1456920" cy="452520"/>
            <a:chOff x="3564110" y="6012397"/>
            <a:chExt cx="1456920" cy="452520"/>
          </a:xfrm>
        </p:grpSpPr>
        <mc:AlternateContent xmlns:mc="http://schemas.openxmlformats.org/markup-compatibility/2006">
          <mc:Choice xmlns:p14="http://schemas.microsoft.com/office/powerpoint/2010/main" Requires="p14">
            <p:contentPart p14:bwMode="auto" r:id="rId218">
              <p14:nvContentPartPr>
                <p14:cNvPr id="137" name="Ink 136">
                  <a:extLst>
                    <a:ext uri="{FF2B5EF4-FFF2-40B4-BE49-F238E27FC236}">
                      <a16:creationId xmlns:a16="http://schemas.microsoft.com/office/drawing/2014/main" id="{0FDEE966-01C6-CF74-8890-8D6F556D0FF4}"/>
                    </a:ext>
                  </a:extLst>
                </p14:cNvPr>
                <p14:cNvContentPartPr/>
                <p14:nvPr/>
              </p14:nvContentPartPr>
              <p14:xfrm>
                <a:off x="3564110" y="6243877"/>
                <a:ext cx="72720" cy="221040"/>
              </p14:xfrm>
            </p:contentPart>
          </mc:Choice>
          <mc:Fallback>
            <p:pic>
              <p:nvPicPr>
                <p:cNvPr id="137" name="Ink 136">
                  <a:extLst>
                    <a:ext uri="{FF2B5EF4-FFF2-40B4-BE49-F238E27FC236}">
                      <a16:creationId xmlns:a16="http://schemas.microsoft.com/office/drawing/2014/main" id="{0FDEE966-01C6-CF74-8890-8D6F556D0FF4}"/>
                    </a:ext>
                  </a:extLst>
                </p:cNvPr>
                <p:cNvPicPr/>
                <p:nvPr/>
              </p:nvPicPr>
              <p:blipFill>
                <a:blip r:embed="rId219"/>
                <a:stretch>
                  <a:fillRect/>
                </a:stretch>
              </p:blipFill>
              <p:spPr>
                <a:xfrm>
                  <a:off x="3546470" y="6226237"/>
                  <a:ext cx="108360" cy="256680"/>
                </a:xfrm>
                <a:prstGeom prst="rect">
                  <a:avLst/>
                </a:prstGeom>
              </p:spPr>
            </p:pic>
          </mc:Fallback>
        </mc:AlternateContent>
        <mc:AlternateContent xmlns:mc="http://schemas.openxmlformats.org/markup-compatibility/2006">
          <mc:Choice xmlns:p14="http://schemas.microsoft.com/office/powerpoint/2010/main" Requires="p14">
            <p:contentPart p14:bwMode="auto" r:id="rId220">
              <p14:nvContentPartPr>
                <p14:cNvPr id="138" name="Ink 137">
                  <a:extLst>
                    <a:ext uri="{FF2B5EF4-FFF2-40B4-BE49-F238E27FC236}">
                      <a16:creationId xmlns:a16="http://schemas.microsoft.com/office/drawing/2014/main" id="{4F22ABA0-B90A-47F0-8E56-58213B862612}"/>
                    </a:ext>
                  </a:extLst>
                </p14:cNvPr>
                <p14:cNvContentPartPr/>
                <p14:nvPr/>
              </p14:nvContentPartPr>
              <p14:xfrm>
                <a:off x="3564110" y="6196357"/>
                <a:ext cx="169560" cy="157680"/>
              </p14:xfrm>
            </p:contentPart>
          </mc:Choice>
          <mc:Fallback>
            <p:pic>
              <p:nvPicPr>
                <p:cNvPr id="138" name="Ink 137">
                  <a:extLst>
                    <a:ext uri="{FF2B5EF4-FFF2-40B4-BE49-F238E27FC236}">
                      <a16:creationId xmlns:a16="http://schemas.microsoft.com/office/drawing/2014/main" id="{4F22ABA0-B90A-47F0-8E56-58213B862612}"/>
                    </a:ext>
                  </a:extLst>
                </p:cNvPr>
                <p:cNvPicPr/>
                <p:nvPr/>
              </p:nvPicPr>
              <p:blipFill>
                <a:blip r:embed="rId221"/>
                <a:stretch>
                  <a:fillRect/>
                </a:stretch>
              </p:blipFill>
              <p:spPr>
                <a:xfrm>
                  <a:off x="3546470" y="6178717"/>
                  <a:ext cx="205200" cy="193320"/>
                </a:xfrm>
                <a:prstGeom prst="rect">
                  <a:avLst/>
                </a:prstGeom>
              </p:spPr>
            </p:pic>
          </mc:Fallback>
        </mc:AlternateContent>
        <mc:AlternateContent xmlns:mc="http://schemas.openxmlformats.org/markup-compatibility/2006">
          <mc:Choice xmlns:p14="http://schemas.microsoft.com/office/powerpoint/2010/main" Requires="p14">
            <p:contentPart p14:bwMode="auto" r:id="rId222">
              <p14:nvContentPartPr>
                <p14:cNvPr id="139" name="Ink 138">
                  <a:extLst>
                    <a:ext uri="{FF2B5EF4-FFF2-40B4-BE49-F238E27FC236}">
                      <a16:creationId xmlns:a16="http://schemas.microsoft.com/office/drawing/2014/main" id="{D1CA5B6D-6FC7-BAD3-DA53-261BF4A277B4}"/>
                    </a:ext>
                  </a:extLst>
                </p14:cNvPr>
                <p14:cNvContentPartPr/>
                <p14:nvPr/>
              </p14:nvContentPartPr>
              <p14:xfrm>
                <a:off x="3781190" y="6210757"/>
                <a:ext cx="96480" cy="136800"/>
              </p14:xfrm>
            </p:contentPart>
          </mc:Choice>
          <mc:Fallback>
            <p:pic>
              <p:nvPicPr>
                <p:cNvPr id="139" name="Ink 138">
                  <a:extLst>
                    <a:ext uri="{FF2B5EF4-FFF2-40B4-BE49-F238E27FC236}">
                      <a16:creationId xmlns:a16="http://schemas.microsoft.com/office/drawing/2014/main" id="{D1CA5B6D-6FC7-BAD3-DA53-261BF4A277B4}"/>
                    </a:ext>
                  </a:extLst>
                </p:cNvPr>
                <p:cNvPicPr/>
                <p:nvPr/>
              </p:nvPicPr>
              <p:blipFill>
                <a:blip r:embed="rId223"/>
                <a:stretch>
                  <a:fillRect/>
                </a:stretch>
              </p:blipFill>
              <p:spPr>
                <a:xfrm>
                  <a:off x="3763550" y="6193117"/>
                  <a:ext cx="132120" cy="172440"/>
                </a:xfrm>
                <a:prstGeom prst="rect">
                  <a:avLst/>
                </a:prstGeom>
              </p:spPr>
            </p:pic>
          </mc:Fallback>
        </mc:AlternateContent>
        <mc:AlternateContent xmlns:mc="http://schemas.openxmlformats.org/markup-compatibility/2006">
          <mc:Choice xmlns:p14="http://schemas.microsoft.com/office/powerpoint/2010/main" Requires="p14">
            <p:contentPart p14:bwMode="auto" r:id="rId224">
              <p14:nvContentPartPr>
                <p14:cNvPr id="140" name="Ink 139">
                  <a:extLst>
                    <a:ext uri="{FF2B5EF4-FFF2-40B4-BE49-F238E27FC236}">
                      <a16:creationId xmlns:a16="http://schemas.microsoft.com/office/drawing/2014/main" id="{F37D707E-3D10-EA96-546C-FA90CF5D875A}"/>
                    </a:ext>
                  </a:extLst>
                </p14:cNvPr>
                <p14:cNvContentPartPr/>
                <p14:nvPr/>
              </p14:nvContentPartPr>
              <p14:xfrm>
                <a:off x="3954710" y="6183397"/>
                <a:ext cx="94320" cy="153360"/>
              </p14:xfrm>
            </p:contentPart>
          </mc:Choice>
          <mc:Fallback>
            <p:pic>
              <p:nvPicPr>
                <p:cNvPr id="140" name="Ink 139">
                  <a:extLst>
                    <a:ext uri="{FF2B5EF4-FFF2-40B4-BE49-F238E27FC236}">
                      <a16:creationId xmlns:a16="http://schemas.microsoft.com/office/drawing/2014/main" id="{F37D707E-3D10-EA96-546C-FA90CF5D875A}"/>
                    </a:ext>
                  </a:extLst>
                </p:cNvPr>
                <p:cNvPicPr/>
                <p:nvPr/>
              </p:nvPicPr>
              <p:blipFill>
                <a:blip r:embed="rId225"/>
                <a:stretch>
                  <a:fillRect/>
                </a:stretch>
              </p:blipFill>
              <p:spPr>
                <a:xfrm>
                  <a:off x="3936710" y="6165397"/>
                  <a:ext cx="129960" cy="189000"/>
                </a:xfrm>
                <a:prstGeom prst="rect">
                  <a:avLst/>
                </a:prstGeom>
              </p:spPr>
            </p:pic>
          </mc:Fallback>
        </mc:AlternateContent>
        <mc:AlternateContent xmlns:mc="http://schemas.openxmlformats.org/markup-compatibility/2006">
          <mc:Choice xmlns:p14="http://schemas.microsoft.com/office/powerpoint/2010/main" Requires="p14">
            <p:contentPart p14:bwMode="auto" r:id="rId226">
              <p14:nvContentPartPr>
                <p14:cNvPr id="141" name="Ink 140">
                  <a:extLst>
                    <a:ext uri="{FF2B5EF4-FFF2-40B4-BE49-F238E27FC236}">
                      <a16:creationId xmlns:a16="http://schemas.microsoft.com/office/drawing/2014/main" id="{03AAEEF9-DC28-2BD1-ACD2-2308B0F43D94}"/>
                    </a:ext>
                  </a:extLst>
                </p14:cNvPr>
                <p14:cNvContentPartPr/>
                <p14:nvPr/>
              </p14:nvContentPartPr>
              <p14:xfrm>
                <a:off x="4109150" y="6240277"/>
                <a:ext cx="27000" cy="88920"/>
              </p14:xfrm>
            </p:contentPart>
          </mc:Choice>
          <mc:Fallback>
            <p:pic>
              <p:nvPicPr>
                <p:cNvPr id="141" name="Ink 140">
                  <a:extLst>
                    <a:ext uri="{FF2B5EF4-FFF2-40B4-BE49-F238E27FC236}">
                      <a16:creationId xmlns:a16="http://schemas.microsoft.com/office/drawing/2014/main" id="{03AAEEF9-DC28-2BD1-ACD2-2308B0F43D94}"/>
                    </a:ext>
                  </a:extLst>
                </p:cNvPr>
                <p:cNvPicPr/>
                <p:nvPr/>
              </p:nvPicPr>
              <p:blipFill>
                <a:blip r:embed="rId227"/>
                <a:stretch>
                  <a:fillRect/>
                </a:stretch>
              </p:blipFill>
              <p:spPr>
                <a:xfrm>
                  <a:off x="4091150" y="6222637"/>
                  <a:ext cx="62640" cy="124560"/>
                </a:xfrm>
                <a:prstGeom prst="rect">
                  <a:avLst/>
                </a:prstGeom>
              </p:spPr>
            </p:pic>
          </mc:Fallback>
        </mc:AlternateContent>
        <mc:AlternateContent xmlns:mc="http://schemas.openxmlformats.org/markup-compatibility/2006">
          <mc:Choice xmlns:p14="http://schemas.microsoft.com/office/powerpoint/2010/main" Requires="p14">
            <p:contentPart p14:bwMode="auto" r:id="rId228">
              <p14:nvContentPartPr>
                <p14:cNvPr id="142" name="Ink 141">
                  <a:extLst>
                    <a:ext uri="{FF2B5EF4-FFF2-40B4-BE49-F238E27FC236}">
                      <a16:creationId xmlns:a16="http://schemas.microsoft.com/office/drawing/2014/main" id="{E3387CEE-D8C5-2B44-145E-4C6F36441076}"/>
                    </a:ext>
                  </a:extLst>
                </p14:cNvPr>
                <p14:cNvContentPartPr/>
                <p14:nvPr/>
              </p14:nvContentPartPr>
              <p14:xfrm>
                <a:off x="4108430" y="6115357"/>
                <a:ext cx="4320" cy="19440"/>
              </p14:xfrm>
            </p:contentPart>
          </mc:Choice>
          <mc:Fallback>
            <p:pic>
              <p:nvPicPr>
                <p:cNvPr id="142" name="Ink 141">
                  <a:extLst>
                    <a:ext uri="{FF2B5EF4-FFF2-40B4-BE49-F238E27FC236}">
                      <a16:creationId xmlns:a16="http://schemas.microsoft.com/office/drawing/2014/main" id="{E3387CEE-D8C5-2B44-145E-4C6F36441076}"/>
                    </a:ext>
                  </a:extLst>
                </p:cNvPr>
                <p:cNvPicPr/>
                <p:nvPr/>
              </p:nvPicPr>
              <p:blipFill>
                <a:blip r:embed="rId229"/>
                <a:stretch>
                  <a:fillRect/>
                </a:stretch>
              </p:blipFill>
              <p:spPr>
                <a:xfrm>
                  <a:off x="4090790" y="6097717"/>
                  <a:ext cx="39960" cy="55080"/>
                </a:xfrm>
                <a:prstGeom prst="rect">
                  <a:avLst/>
                </a:prstGeom>
              </p:spPr>
            </p:pic>
          </mc:Fallback>
        </mc:AlternateContent>
        <mc:AlternateContent xmlns:mc="http://schemas.openxmlformats.org/markup-compatibility/2006">
          <mc:Choice xmlns:p14="http://schemas.microsoft.com/office/powerpoint/2010/main" Requires="p14">
            <p:contentPart p14:bwMode="auto" r:id="rId230">
              <p14:nvContentPartPr>
                <p14:cNvPr id="143" name="Ink 142">
                  <a:extLst>
                    <a:ext uri="{FF2B5EF4-FFF2-40B4-BE49-F238E27FC236}">
                      <a16:creationId xmlns:a16="http://schemas.microsoft.com/office/drawing/2014/main" id="{B2916F47-C114-8F17-4F44-B553A17F7714}"/>
                    </a:ext>
                  </a:extLst>
                </p14:cNvPr>
                <p14:cNvContentPartPr/>
                <p14:nvPr/>
              </p14:nvContentPartPr>
              <p14:xfrm>
                <a:off x="4200230" y="6147397"/>
                <a:ext cx="95760" cy="172080"/>
              </p14:xfrm>
            </p:contentPart>
          </mc:Choice>
          <mc:Fallback>
            <p:pic>
              <p:nvPicPr>
                <p:cNvPr id="143" name="Ink 142">
                  <a:extLst>
                    <a:ext uri="{FF2B5EF4-FFF2-40B4-BE49-F238E27FC236}">
                      <a16:creationId xmlns:a16="http://schemas.microsoft.com/office/drawing/2014/main" id="{B2916F47-C114-8F17-4F44-B553A17F7714}"/>
                    </a:ext>
                  </a:extLst>
                </p:cNvPr>
                <p:cNvPicPr/>
                <p:nvPr/>
              </p:nvPicPr>
              <p:blipFill>
                <a:blip r:embed="rId231"/>
                <a:stretch>
                  <a:fillRect/>
                </a:stretch>
              </p:blipFill>
              <p:spPr>
                <a:xfrm>
                  <a:off x="4182230" y="6129757"/>
                  <a:ext cx="131400" cy="207720"/>
                </a:xfrm>
                <a:prstGeom prst="rect">
                  <a:avLst/>
                </a:prstGeom>
              </p:spPr>
            </p:pic>
          </mc:Fallback>
        </mc:AlternateContent>
        <mc:AlternateContent xmlns:mc="http://schemas.openxmlformats.org/markup-compatibility/2006">
          <mc:Choice xmlns:p14="http://schemas.microsoft.com/office/powerpoint/2010/main" Requires="p14">
            <p:contentPart p14:bwMode="auto" r:id="rId232">
              <p14:nvContentPartPr>
                <p14:cNvPr id="144" name="Ink 143">
                  <a:extLst>
                    <a:ext uri="{FF2B5EF4-FFF2-40B4-BE49-F238E27FC236}">
                      <a16:creationId xmlns:a16="http://schemas.microsoft.com/office/drawing/2014/main" id="{47D225D1-E981-FBD9-DC34-01E71C8A1D25}"/>
                    </a:ext>
                  </a:extLst>
                </p14:cNvPr>
                <p14:cNvContentPartPr/>
                <p14:nvPr/>
              </p14:nvContentPartPr>
              <p14:xfrm>
                <a:off x="4296710" y="6114997"/>
                <a:ext cx="79200" cy="167760"/>
              </p14:xfrm>
            </p:contentPart>
          </mc:Choice>
          <mc:Fallback>
            <p:pic>
              <p:nvPicPr>
                <p:cNvPr id="144" name="Ink 143">
                  <a:extLst>
                    <a:ext uri="{FF2B5EF4-FFF2-40B4-BE49-F238E27FC236}">
                      <a16:creationId xmlns:a16="http://schemas.microsoft.com/office/drawing/2014/main" id="{47D225D1-E981-FBD9-DC34-01E71C8A1D25}"/>
                    </a:ext>
                  </a:extLst>
                </p:cNvPr>
                <p:cNvPicPr/>
                <p:nvPr/>
              </p:nvPicPr>
              <p:blipFill>
                <a:blip r:embed="rId233"/>
                <a:stretch>
                  <a:fillRect/>
                </a:stretch>
              </p:blipFill>
              <p:spPr>
                <a:xfrm>
                  <a:off x="4279070" y="6097357"/>
                  <a:ext cx="114840" cy="203400"/>
                </a:xfrm>
                <a:prstGeom prst="rect">
                  <a:avLst/>
                </a:prstGeom>
              </p:spPr>
            </p:pic>
          </mc:Fallback>
        </mc:AlternateContent>
        <mc:AlternateContent xmlns:mc="http://schemas.openxmlformats.org/markup-compatibility/2006">
          <mc:Choice xmlns:p14="http://schemas.microsoft.com/office/powerpoint/2010/main" Requires="p14">
            <p:contentPart p14:bwMode="auto" r:id="rId234">
              <p14:nvContentPartPr>
                <p14:cNvPr id="145" name="Ink 144">
                  <a:extLst>
                    <a:ext uri="{FF2B5EF4-FFF2-40B4-BE49-F238E27FC236}">
                      <a16:creationId xmlns:a16="http://schemas.microsoft.com/office/drawing/2014/main" id="{B15F387E-75FF-5BCE-D480-8734A3F41D5A}"/>
                    </a:ext>
                  </a:extLst>
                </p14:cNvPr>
                <p14:cNvContentPartPr/>
                <p14:nvPr/>
              </p14:nvContentPartPr>
              <p14:xfrm>
                <a:off x="4343150" y="6159637"/>
                <a:ext cx="72360" cy="29520"/>
              </p14:xfrm>
            </p:contentPart>
          </mc:Choice>
          <mc:Fallback>
            <p:pic>
              <p:nvPicPr>
                <p:cNvPr id="145" name="Ink 144">
                  <a:extLst>
                    <a:ext uri="{FF2B5EF4-FFF2-40B4-BE49-F238E27FC236}">
                      <a16:creationId xmlns:a16="http://schemas.microsoft.com/office/drawing/2014/main" id="{B15F387E-75FF-5BCE-D480-8734A3F41D5A}"/>
                    </a:ext>
                  </a:extLst>
                </p:cNvPr>
                <p:cNvPicPr/>
                <p:nvPr/>
              </p:nvPicPr>
              <p:blipFill>
                <a:blip r:embed="rId235"/>
                <a:stretch>
                  <a:fillRect/>
                </a:stretch>
              </p:blipFill>
              <p:spPr>
                <a:xfrm>
                  <a:off x="4325510" y="6141997"/>
                  <a:ext cx="108000" cy="65160"/>
                </a:xfrm>
                <a:prstGeom prst="rect">
                  <a:avLst/>
                </a:prstGeom>
              </p:spPr>
            </p:pic>
          </mc:Fallback>
        </mc:AlternateContent>
        <mc:AlternateContent xmlns:mc="http://schemas.openxmlformats.org/markup-compatibility/2006">
          <mc:Choice xmlns:p14="http://schemas.microsoft.com/office/powerpoint/2010/main" Requires="p14">
            <p:contentPart p14:bwMode="auto" r:id="rId236">
              <p14:nvContentPartPr>
                <p14:cNvPr id="146" name="Ink 145">
                  <a:extLst>
                    <a:ext uri="{FF2B5EF4-FFF2-40B4-BE49-F238E27FC236}">
                      <a16:creationId xmlns:a16="http://schemas.microsoft.com/office/drawing/2014/main" id="{B79E67A8-87E6-EB60-ED06-29FB118AA8D7}"/>
                    </a:ext>
                  </a:extLst>
                </p14:cNvPr>
                <p14:cNvContentPartPr/>
                <p14:nvPr/>
              </p14:nvContentPartPr>
              <p14:xfrm>
                <a:off x="4443950" y="6099877"/>
                <a:ext cx="330840" cy="132480"/>
              </p14:xfrm>
            </p:contentPart>
          </mc:Choice>
          <mc:Fallback>
            <p:pic>
              <p:nvPicPr>
                <p:cNvPr id="146" name="Ink 145">
                  <a:extLst>
                    <a:ext uri="{FF2B5EF4-FFF2-40B4-BE49-F238E27FC236}">
                      <a16:creationId xmlns:a16="http://schemas.microsoft.com/office/drawing/2014/main" id="{B79E67A8-87E6-EB60-ED06-29FB118AA8D7}"/>
                    </a:ext>
                  </a:extLst>
                </p:cNvPr>
                <p:cNvPicPr/>
                <p:nvPr/>
              </p:nvPicPr>
              <p:blipFill>
                <a:blip r:embed="rId237"/>
                <a:stretch>
                  <a:fillRect/>
                </a:stretch>
              </p:blipFill>
              <p:spPr>
                <a:xfrm>
                  <a:off x="4426310" y="6082237"/>
                  <a:ext cx="366480" cy="168120"/>
                </a:xfrm>
                <a:prstGeom prst="rect">
                  <a:avLst/>
                </a:prstGeom>
              </p:spPr>
            </p:pic>
          </mc:Fallback>
        </mc:AlternateContent>
        <mc:AlternateContent xmlns:mc="http://schemas.openxmlformats.org/markup-compatibility/2006">
          <mc:Choice xmlns:p14="http://schemas.microsoft.com/office/powerpoint/2010/main" Requires="p14">
            <p:contentPart p14:bwMode="auto" r:id="rId238">
              <p14:nvContentPartPr>
                <p14:cNvPr id="147" name="Ink 146">
                  <a:extLst>
                    <a:ext uri="{FF2B5EF4-FFF2-40B4-BE49-F238E27FC236}">
                      <a16:creationId xmlns:a16="http://schemas.microsoft.com/office/drawing/2014/main" id="{4851E133-4B9D-DBA7-4BCB-DE2E52239EE9}"/>
                    </a:ext>
                  </a:extLst>
                </p14:cNvPr>
                <p14:cNvContentPartPr/>
                <p14:nvPr/>
              </p14:nvContentPartPr>
              <p14:xfrm>
                <a:off x="4824470" y="6032197"/>
                <a:ext cx="30960" cy="109080"/>
              </p14:xfrm>
            </p:contentPart>
          </mc:Choice>
          <mc:Fallback>
            <p:pic>
              <p:nvPicPr>
                <p:cNvPr id="147" name="Ink 146">
                  <a:extLst>
                    <a:ext uri="{FF2B5EF4-FFF2-40B4-BE49-F238E27FC236}">
                      <a16:creationId xmlns:a16="http://schemas.microsoft.com/office/drawing/2014/main" id="{4851E133-4B9D-DBA7-4BCB-DE2E52239EE9}"/>
                    </a:ext>
                  </a:extLst>
                </p:cNvPr>
                <p:cNvPicPr/>
                <p:nvPr/>
              </p:nvPicPr>
              <p:blipFill>
                <a:blip r:embed="rId239"/>
                <a:stretch>
                  <a:fillRect/>
                </a:stretch>
              </p:blipFill>
              <p:spPr>
                <a:xfrm>
                  <a:off x="4806470" y="6014557"/>
                  <a:ext cx="66600" cy="144720"/>
                </a:xfrm>
                <a:prstGeom prst="rect">
                  <a:avLst/>
                </a:prstGeom>
              </p:spPr>
            </p:pic>
          </mc:Fallback>
        </mc:AlternateContent>
        <mc:AlternateContent xmlns:mc="http://schemas.openxmlformats.org/markup-compatibility/2006">
          <mc:Choice xmlns:p14="http://schemas.microsoft.com/office/powerpoint/2010/main" Requires="p14">
            <p:contentPart p14:bwMode="auto" r:id="rId240">
              <p14:nvContentPartPr>
                <p14:cNvPr id="148" name="Ink 147">
                  <a:extLst>
                    <a:ext uri="{FF2B5EF4-FFF2-40B4-BE49-F238E27FC236}">
                      <a16:creationId xmlns:a16="http://schemas.microsoft.com/office/drawing/2014/main" id="{CD8EA8CF-F5C7-3FA8-1945-874A2A7D3C7A}"/>
                    </a:ext>
                  </a:extLst>
                </p14:cNvPr>
                <p14:cNvContentPartPr/>
                <p14:nvPr/>
              </p14:nvContentPartPr>
              <p14:xfrm>
                <a:off x="4924190" y="6012397"/>
                <a:ext cx="96840" cy="111960"/>
              </p14:xfrm>
            </p:contentPart>
          </mc:Choice>
          <mc:Fallback>
            <p:pic>
              <p:nvPicPr>
                <p:cNvPr id="148" name="Ink 147">
                  <a:extLst>
                    <a:ext uri="{FF2B5EF4-FFF2-40B4-BE49-F238E27FC236}">
                      <a16:creationId xmlns:a16="http://schemas.microsoft.com/office/drawing/2014/main" id="{CD8EA8CF-F5C7-3FA8-1945-874A2A7D3C7A}"/>
                    </a:ext>
                  </a:extLst>
                </p:cNvPr>
                <p:cNvPicPr/>
                <p:nvPr/>
              </p:nvPicPr>
              <p:blipFill>
                <a:blip r:embed="rId241"/>
                <a:stretch>
                  <a:fillRect/>
                </a:stretch>
              </p:blipFill>
              <p:spPr>
                <a:xfrm>
                  <a:off x="4906550" y="5994397"/>
                  <a:ext cx="132480" cy="147600"/>
                </a:xfrm>
                <a:prstGeom prst="rect">
                  <a:avLst/>
                </a:prstGeom>
              </p:spPr>
            </p:pic>
          </mc:Fallback>
        </mc:AlternateContent>
      </p:grpSp>
      <p:grpSp>
        <p:nvGrpSpPr>
          <p:cNvPr id="164" name="Group 163">
            <a:extLst>
              <a:ext uri="{FF2B5EF4-FFF2-40B4-BE49-F238E27FC236}">
                <a16:creationId xmlns:a16="http://schemas.microsoft.com/office/drawing/2014/main" id="{F1DEA392-1D58-897B-59BB-16D3417AC546}"/>
              </a:ext>
            </a:extLst>
          </p:cNvPr>
          <p:cNvGrpSpPr/>
          <p:nvPr/>
        </p:nvGrpSpPr>
        <p:grpSpPr>
          <a:xfrm>
            <a:off x="4134710" y="4546837"/>
            <a:ext cx="1996560" cy="1211040"/>
            <a:chOff x="4134710" y="4546837"/>
            <a:chExt cx="1996560" cy="1211040"/>
          </a:xfrm>
        </p:grpSpPr>
        <mc:AlternateContent xmlns:mc="http://schemas.openxmlformats.org/markup-compatibility/2006">
          <mc:Choice xmlns:p14="http://schemas.microsoft.com/office/powerpoint/2010/main" Requires="p14">
            <p:contentPart p14:bwMode="auto" r:id="rId242">
              <p14:nvContentPartPr>
                <p14:cNvPr id="135" name="Ink 134">
                  <a:extLst>
                    <a:ext uri="{FF2B5EF4-FFF2-40B4-BE49-F238E27FC236}">
                      <a16:creationId xmlns:a16="http://schemas.microsoft.com/office/drawing/2014/main" id="{AA0968DE-E2E1-7A24-C8E6-B3F61565CD29}"/>
                    </a:ext>
                  </a:extLst>
                </p14:cNvPr>
                <p14:cNvContentPartPr/>
                <p14:nvPr/>
              </p14:nvContentPartPr>
              <p14:xfrm>
                <a:off x="4193390" y="4546837"/>
                <a:ext cx="51120" cy="1138680"/>
              </p14:xfrm>
            </p:contentPart>
          </mc:Choice>
          <mc:Fallback>
            <p:pic>
              <p:nvPicPr>
                <p:cNvPr id="135" name="Ink 134">
                  <a:extLst>
                    <a:ext uri="{FF2B5EF4-FFF2-40B4-BE49-F238E27FC236}">
                      <a16:creationId xmlns:a16="http://schemas.microsoft.com/office/drawing/2014/main" id="{AA0968DE-E2E1-7A24-C8E6-B3F61565CD29}"/>
                    </a:ext>
                  </a:extLst>
                </p:cNvPr>
                <p:cNvPicPr/>
                <p:nvPr/>
              </p:nvPicPr>
              <p:blipFill>
                <a:blip r:embed="rId243"/>
                <a:stretch>
                  <a:fillRect/>
                </a:stretch>
              </p:blipFill>
              <p:spPr>
                <a:xfrm>
                  <a:off x="4175390" y="4528837"/>
                  <a:ext cx="86760" cy="1174320"/>
                </a:xfrm>
                <a:prstGeom prst="rect">
                  <a:avLst/>
                </a:prstGeom>
              </p:spPr>
            </p:pic>
          </mc:Fallback>
        </mc:AlternateContent>
        <mc:AlternateContent xmlns:mc="http://schemas.openxmlformats.org/markup-compatibility/2006">
          <mc:Choice xmlns:p14="http://schemas.microsoft.com/office/powerpoint/2010/main" Requires="p14">
            <p:contentPart p14:bwMode="auto" r:id="rId244">
              <p14:nvContentPartPr>
                <p14:cNvPr id="136" name="Ink 135">
                  <a:extLst>
                    <a:ext uri="{FF2B5EF4-FFF2-40B4-BE49-F238E27FC236}">
                      <a16:creationId xmlns:a16="http://schemas.microsoft.com/office/drawing/2014/main" id="{A78A8B77-50FA-0DB9-8746-3689C16D4F3C}"/>
                    </a:ext>
                  </a:extLst>
                </p14:cNvPr>
                <p14:cNvContentPartPr/>
                <p14:nvPr/>
              </p14:nvContentPartPr>
              <p14:xfrm>
                <a:off x="4134710" y="5604517"/>
                <a:ext cx="159120" cy="153360"/>
              </p14:xfrm>
            </p:contentPart>
          </mc:Choice>
          <mc:Fallback>
            <p:pic>
              <p:nvPicPr>
                <p:cNvPr id="136" name="Ink 135">
                  <a:extLst>
                    <a:ext uri="{FF2B5EF4-FFF2-40B4-BE49-F238E27FC236}">
                      <a16:creationId xmlns:a16="http://schemas.microsoft.com/office/drawing/2014/main" id="{A78A8B77-50FA-0DB9-8746-3689C16D4F3C}"/>
                    </a:ext>
                  </a:extLst>
                </p:cNvPr>
                <p:cNvPicPr/>
                <p:nvPr/>
              </p:nvPicPr>
              <p:blipFill>
                <a:blip r:embed="rId245"/>
                <a:stretch>
                  <a:fillRect/>
                </a:stretch>
              </p:blipFill>
              <p:spPr>
                <a:xfrm>
                  <a:off x="4116710" y="5586517"/>
                  <a:ext cx="194760" cy="189000"/>
                </a:xfrm>
                <a:prstGeom prst="rect">
                  <a:avLst/>
                </a:prstGeom>
              </p:spPr>
            </p:pic>
          </mc:Fallback>
        </mc:AlternateContent>
        <mc:AlternateContent xmlns:mc="http://schemas.openxmlformats.org/markup-compatibility/2006">
          <mc:Choice xmlns:p14="http://schemas.microsoft.com/office/powerpoint/2010/main" Requires="p14">
            <p:contentPart p14:bwMode="auto" r:id="rId246">
              <p14:nvContentPartPr>
                <p14:cNvPr id="149" name="Ink 148">
                  <a:extLst>
                    <a:ext uri="{FF2B5EF4-FFF2-40B4-BE49-F238E27FC236}">
                      <a16:creationId xmlns:a16="http://schemas.microsoft.com/office/drawing/2014/main" id="{C26F8C18-8A2F-17CE-D3C3-44019607D404}"/>
                    </a:ext>
                  </a:extLst>
                </p14:cNvPr>
                <p14:cNvContentPartPr/>
                <p14:nvPr/>
              </p14:nvContentPartPr>
              <p14:xfrm>
                <a:off x="4590110" y="4551517"/>
                <a:ext cx="133920" cy="463680"/>
              </p14:xfrm>
            </p:contentPart>
          </mc:Choice>
          <mc:Fallback>
            <p:pic>
              <p:nvPicPr>
                <p:cNvPr id="149" name="Ink 148">
                  <a:extLst>
                    <a:ext uri="{FF2B5EF4-FFF2-40B4-BE49-F238E27FC236}">
                      <a16:creationId xmlns:a16="http://schemas.microsoft.com/office/drawing/2014/main" id="{C26F8C18-8A2F-17CE-D3C3-44019607D404}"/>
                    </a:ext>
                  </a:extLst>
                </p:cNvPr>
                <p:cNvPicPr/>
                <p:nvPr/>
              </p:nvPicPr>
              <p:blipFill>
                <a:blip r:embed="rId247"/>
                <a:stretch>
                  <a:fillRect/>
                </a:stretch>
              </p:blipFill>
              <p:spPr>
                <a:xfrm>
                  <a:off x="4572110" y="4533877"/>
                  <a:ext cx="169560" cy="499320"/>
                </a:xfrm>
                <a:prstGeom prst="rect">
                  <a:avLst/>
                </a:prstGeom>
              </p:spPr>
            </p:pic>
          </mc:Fallback>
        </mc:AlternateContent>
        <mc:AlternateContent xmlns:mc="http://schemas.openxmlformats.org/markup-compatibility/2006">
          <mc:Choice xmlns:p14="http://schemas.microsoft.com/office/powerpoint/2010/main" Requires="p14">
            <p:contentPart p14:bwMode="auto" r:id="rId248">
              <p14:nvContentPartPr>
                <p14:cNvPr id="150" name="Ink 149">
                  <a:extLst>
                    <a:ext uri="{FF2B5EF4-FFF2-40B4-BE49-F238E27FC236}">
                      <a16:creationId xmlns:a16="http://schemas.microsoft.com/office/drawing/2014/main" id="{C762DE41-9F95-4027-CF9A-4C2C8051EF19}"/>
                    </a:ext>
                  </a:extLst>
                </p14:cNvPr>
                <p14:cNvContentPartPr/>
                <p14:nvPr/>
              </p14:nvContentPartPr>
              <p14:xfrm>
                <a:off x="4609190" y="4909357"/>
                <a:ext cx="189000" cy="122400"/>
              </p14:xfrm>
            </p:contentPart>
          </mc:Choice>
          <mc:Fallback>
            <p:pic>
              <p:nvPicPr>
                <p:cNvPr id="150" name="Ink 149">
                  <a:extLst>
                    <a:ext uri="{FF2B5EF4-FFF2-40B4-BE49-F238E27FC236}">
                      <a16:creationId xmlns:a16="http://schemas.microsoft.com/office/drawing/2014/main" id="{C762DE41-9F95-4027-CF9A-4C2C8051EF19}"/>
                    </a:ext>
                  </a:extLst>
                </p:cNvPr>
                <p:cNvPicPr/>
                <p:nvPr/>
              </p:nvPicPr>
              <p:blipFill>
                <a:blip r:embed="rId249"/>
                <a:stretch>
                  <a:fillRect/>
                </a:stretch>
              </p:blipFill>
              <p:spPr>
                <a:xfrm>
                  <a:off x="4591190" y="4891357"/>
                  <a:ext cx="224640" cy="158040"/>
                </a:xfrm>
                <a:prstGeom prst="rect">
                  <a:avLst/>
                </a:prstGeom>
              </p:spPr>
            </p:pic>
          </mc:Fallback>
        </mc:AlternateContent>
        <mc:AlternateContent xmlns:mc="http://schemas.openxmlformats.org/markup-compatibility/2006">
          <mc:Choice xmlns:p14="http://schemas.microsoft.com/office/powerpoint/2010/main" Requires="p14">
            <p:contentPart p14:bwMode="auto" r:id="rId250">
              <p14:nvContentPartPr>
                <p14:cNvPr id="151" name="Ink 150">
                  <a:extLst>
                    <a:ext uri="{FF2B5EF4-FFF2-40B4-BE49-F238E27FC236}">
                      <a16:creationId xmlns:a16="http://schemas.microsoft.com/office/drawing/2014/main" id="{D81E7A6F-8CDA-AB45-3EE0-1E1347ABD351}"/>
                    </a:ext>
                  </a:extLst>
                </p14:cNvPr>
                <p14:cNvContentPartPr/>
                <p14:nvPr/>
              </p14:nvContentPartPr>
              <p14:xfrm>
                <a:off x="4470950" y="5317597"/>
                <a:ext cx="56160" cy="267480"/>
              </p14:xfrm>
            </p:contentPart>
          </mc:Choice>
          <mc:Fallback>
            <p:pic>
              <p:nvPicPr>
                <p:cNvPr id="151" name="Ink 150">
                  <a:extLst>
                    <a:ext uri="{FF2B5EF4-FFF2-40B4-BE49-F238E27FC236}">
                      <a16:creationId xmlns:a16="http://schemas.microsoft.com/office/drawing/2014/main" id="{D81E7A6F-8CDA-AB45-3EE0-1E1347ABD351}"/>
                    </a:ext>
                  </a:extLst>
                </p:cNvPr>
                <p:cNvPicPr/>
                <p:nvPr/>
              </p:nvPicPr>
              <p:blipFill>
                <a:blip r:embed="rId251"/>
                <a:stretch>
                  <a:fillRect/>
                </a:stretch>
              </p:blipFill>
              <p:spPr>
                <a:xfrm>
                  <a:off x="4453310" y="5299597"/>
                  <a:ext cx="91800" cy="303120"/>
                </a:xfrm>
                <a:prstGeom prst="rect">
                  <a:avLst/>
                </a:prstGeom>
              </p:spPr>
            </p:pic>
          </mc:Fallback>
        </mc:AlternateContent>
        <mc:AlternateContent xmlns:mc="http://schemas.openxmlformats.org/markup-compatibility/2006">
          <mc:Choice xmlns:p14="http://schemas.microsoft.com/office/powerpoint/2010/main" Requires="p14">
            <p:contentPart p14:bwMode="auto" r:id="rId252">
              <p14:nvContentPartPr>
                <p14:cNvPr id="152" name="Ink 151">
                  <a:extLst>
                    <a:ext uri="{FF2B5EF4-FFF2-40B4-BE49-F238E27FC236}">
                      <a16:creationId xmlns:a16="http://schemas.microsoft.com/office/drawing/2014/main" id="{38656B76-4BE8-4B15-47DF-0ADE52AF3738}"/>
                    </a:ext>
                  </a:extLst>
                </p14:cNvPr>
                <p14:cNvContentPartPr/>
                <p14:nvPr/>
              </p14:nvContentPartPr>
              <p14:xfrm>
                <a:off x="4474550" y="5337037"/>
                <a:ext cx="154440" cy="233640"/>
              </p14:xfrm>
            </p:contentPart>
          </mc:Choice>
          <mc:Fallback>
            <p:pic>
              <p:nvPicPr>
                <p:cNvPr id="152" name="Ink 151">
                  <a:extLst>
                    <a:ext uri="{FF2B5EF4-FFF2-40B4-BE49-F238E27FC236}">
                      <a16:creationId xmlns:a16="http://schemas.microsoft.com/office/drawing/2014/main" id="{38656B76-4BE8-4B15-47DF-0ADE52AF3738}"/>
                    </a:ext>
                  </a:extLst>
                </p:cNvPr>
                <p:cNvPicPr/>
                <p:nvPr/>
              </p:nvPicPr>
              <p:blipFill>
                <a:blip r:embed="rId253"/>
                <a:stretch>
                  <a:fillRect/>
                </a:stretch>
              </p:blipFill>
              <p:spPr>
                <a:xfrm>
                  <a:off x="4456910" y="5319037"/>
                  <a:ext cx="190080" cy="269280"/>
                </a:xfrm>
                <a:prstGeom prst="rect">
                  <a:avLst/>
                </a:prstGeom>
              </p:spPr>
            </p:pic>
          </mc:Fallback>
        </mc:AlternateContent>
        <mc:AlternateContent xmlns:mc="http://schemas.openxmlformats.org/markup-compatibility/2006">
          <mc:Choice xmlns:p14="http://schemas.microsoft.com/office/powerpoint/2010/main" Requires="p14">
            <p:contentPart p14:bwMode="auto" r:id="rId254">
              <p14:nvContentPartPr>
                <p14:cNvPr id="153" name="Ink 152">
                  <a:extLst>
                    <a:ext uri="{FF2B5EF4-FFF2-40B4-BE49-F238E27FC236}">
                      <a16:creationId xmlns:a16="http://schemas.microsoft.com/office/drawing/2014/main" id="{F969ABC6-26C9-999F-4523-24528BED2B0E}"/>
                    </a:ext>
                  </a:extLst>
                </p14:cNvPr>
                <p14:cNvContentPartPr/>
                <p14:nvPr/>
              </p14:nvContentPartPr>
              <p14:xfrm>
                <a:off x="4688750" y="5418037"/>
                <a:ext cx="302760" cy="83520"/>
              </p14:xfrm>
            </p:contentPart>
          </mc:Choice>
          <mc:Fallback>
            <p:pic>
              <p:nvPicPr>
                <p:cNvPr id="153" name="Ink 152">
                  <a:extLst>
                    <a:ext uri="{FF2B5EF4-FFF2-40B4-BE49-F238E27FC236}">
                      <a16:creationId xmlns:a16="http://schemas.microsoft.com/office/drawing/2014/main" id="{F969ABC6-26C9-999F-4523-24528BED2B0E}"/>
                    </a:ext>
                  </a:extLst>
                </p:cNvPr>
                <p:cNvPicPr/>
                <p:nvPr/>
              </p:nvPicPr>
              <p:blipFill>
                <a:blip r:embed="rId255"/>
                <a:stretch>
                  <a:fillRect/>
                </a:stretch>
              </p:blipFill>
              <p:spPr>
                <a:xfrm>
                  <a:off x="4670750" y="5400037"/>
                  <a:ext cx="338400" cy="119160"/>
                </a:xfrm>
                <a:prstGeom prst="rect">
                  <a:avLst/>
                </a:prstGeom>
              </p:spPr>
            </p:pic>
          </mc:Fallback>
        </mc:AlternateContent>
        <mc:AlternateContent xmlns:mc="http://schemas.openxmlformats.org/markup-compatibility/2006">
          <mc:Choice xmlns:p14="http://schemas.microsoft.com/office/powerpoint/2010/main" Requires="p14">
            <p:contentPart p14:bwMode="auto" r:id="rId256">
              <p14:nvContentPartPr>
                <p14:cNvPr id="154" name="Ink 153">
                  <a:extLst>
                    <a:ext uri="{FF2B5EF4-FFF2-40B4-BE49-F238E27FC236}">
                      <a16:creationId xmlns:a16="http://schemas.microsoft.com/office/drawing/2014/main" id="{7B6E201F-4F32-73FD-92B9-84A39079A3FC}"/>
                    </a:ext>
                  </a:extLst>
                </p14:cNvPr>
                <p14:cNvContentPartPr/>
                <p14:nvPr/>
              </p14:nvContentPartPr>
              <p14:xfrm>
                <a:off x="5073230" y="5273317"/>
                <a:ext cx="84600" cy="238680"/>
              </p14:xfrm>
            </p:contentPart>
          </mc:Choice>
          <mc:Fallback>
            <p:pic>
              <p:nvPicPr>
                <p:cNvPr id="154" name="Ink 153">
                  <a:extLst>
                    <a:ext uri="{FF2B5EF4-FFF2-40B4-BE49-F238E27FC236}">
                      <a16:creationId xmlns:a16="http://schemas.microsoft.com/office/drawing/2014/main" id="{7B6E201F-4F32-73FD-92B9-84A39079A3FC}"/>
                    </a:ext>
                  </a:extLst>
                </p:cNvPr>
                <p:cNvPicPr/>
                <p:nvPr/>
              </p:nvPicPr>
              <p:blipFill>
                <a:blip r:embed="rId257"/>
                <a:stretch>
                  <a:fillRect/>
                </a:stretch>
              </p:blipFill>
              <p:spPr>
                <a:xfrm>
                  <a:off x="5055230" y="5255677"/>
                  <a:ext cx="120240" cy="274320"/>
                </a:xfrm>
                <a:prstGeom prst="rect">
                  <a:avLst/>
                </a:prstGeom>
              </p:spPr>
            </p:pic>
          </mc:Fallback>
        </mc:AlternateContent>
        <mc:AlternateContent xmlns:mc="http://schemas.openxmlformats.org/markup-compatibility/2006">
          <mc:Choice xmlns:p14="http://schemas.microsoft.com/office/powerpoint/2010/main" Requires="p14">
            <p:contentPart p14:bwMode="auto" r:id="rId258">
              <p14:nvContentPartPr>
                <p14:cNvPr id="155" name="Ink 154">
                  <a:extLst>
                    <a:ext uri="{FF2B5EF4-FFF2-40B4-BE49-F238E27FC236}">
                      <a16:creationId xmlns:a16="http://schemas.microsoft.com/office/drawing/2014/main" id="{F3F3C668-64DF-CDF2-A1A8-71E28A9E25A3}"/>
                    </a:ext>
                  </a:extLst>
                </p14:cNvPr>
                <p14:cNvContentPartPr/>
                <p14:nvPr/>
              </p14:nvContentPartPr>
              <p14:xfrm>
                <a:off x="5280230" y="5405797"/>
                <a:ext cx="150480" cy="100440"/>
              </p14:xfrm>
            </p:contentPart>
          </mc:Choice>
          <mc:Fallback>
            <p:pic>
              <p:nvPicPr>
                <p:cNvPr id="155" name="Ink 154">
                  <a:extLst>
                    <a:ext uri="{FF2B5EF4-FFF2-40B4-BE49-F238E27FC236}">
                      <a16:creationId xmlns:a16="http://schemas.microsoft.com/office/drawing/2014/main" id="{F3F3C668-64DF-CDF2-A1A8-71E28A9E25A3}"/>
                    </a:ext>
                  </a:extLst>
                </p:cNvPr>
                <p:cNvPicPr/>
                <p:nvPr/>
              </p:nvPicPr>
              <p:blipFill>
                <a:blip r:embed="rId259"/>
                <a:stretch>
                  <a:fillRect/>
                </a:stretch>
              </p:blipFill>
              <p:spPr>
                <a:xfrm>
                  <a:off x="5262590" y="5388157"/>
                  <a:ext cx="186120" cy="136080"/>
                </a:xfrm>
                <a:prstGeom prst="rect">
                  <a:avLst/>
                </a:prstGeom>
              </p:spPr>
            </p:pic>
          </mc:Fallback>
        </mc:AlternateContent>
        <mc:AlternateContent xmlns:mc="http://schemas.openxmlformats.org/markup-compatibility/2006">
          <mc:Choice xmlns:p14="http://schemas.microsoft.com/office/powerpoint/2010/main" Requires="p14">
            <p:contentPart p14:bwMode="auto" r:id="rId260">
              <p14:nvContentPartPr>
                <p14:cNvPr id="156" name="Ink 155">
                  <a:extLst>
                    <a:ext uri="{FF2B5EF4-FFF2-40B4-BE49-F238E27FC236}">
                      <a16:creationId xmlns:a16="http://schemas.microsoft.com/office/drawing/2014/main" id="{205EF1D0-CCF4-ED30-4B73-3CD22892E17B}"/>
                    </a:ext>
                  </a:extLst>
                </p14:cNvPr>
                <p14:cNvContentPartPr/>
                <p14:nvPr/>
              </p14:nvContentPartPr>
              <p14:xfrm>
                <a:off x="5504150" y="5370157"/>
                <a:ext cx="10800" cy="79560"/>
              </p14:xfrm>
            </p:contentPart>
          </mc:Choice>
          <mc:Fallback>
            <p:pic>
              <p:nvPicPr>
                <p:cNvPr id="156" name="Ink 155">
                  <a:extLst>
                    <a:ext uri="{FF2B5EF4-FFF2-40B4-BE49-F238E27FC236}">
                      <a16:creationId xmlns:a16="http://schemas.microsoft.com/office/drawing/2014/main" id="{205EF1D0-CCF4-ED30-4B73-3CD22892E17B}"/>
                    </a:ext>
                  </a:extLst>
                </p:cNvPr>
                <p:cNvPicPr/>
                <p:nvPr/>
              </p:nvPicPr>
              <p:blipFill>
                <a:blip r:embed="rId261"/>
                <a:stretch>
                  <a:fillRect/>
                </a:stretch>
              </p:blipFill>
              <p:spPr>
                <a:xfrm>
                  <a:off x="5486510" y="5352517"/>
                  <a:ext cx="46440" cy="115200"/>
                </a:xfrm>
                <a:prstGeom prst="rect">
                  <a:avLst/>
                </a:prstGeom>
              </p:spPr>
            </p:pic>
          </mc:Fallback>
        </mc:AlternateContent>
        <mc:AlternateContent xmlns:mc="http://schemas.openxmlformats.org/markup-compatibility/2006">
          <mc:Choice xmlns:p14="http://schemas.microsoft.com/office/powerpoint/2010/main" Requires="p14">
            <p:contentPart p14:bwMode="auto" r:id="rId262">
              <p14:nvContentPartPr>
                <p14:cNvPr id="157" name="Ink 156">
                  <a:extLst>
                    <a:ext uri="{FF2B5EF4-FFF2-40B4-BE49-F238E27FC236}">
                      <a16:creationId xmlns:a16="http://schemas.microsoft.com/office/drawing/2014/main" id="{33427449-2A5D-F7F1-3C1B-1D12490F384E}"/>
                    </a:ext>
                  </a:extLst>
                </p14:cNvPr>
                <p14:cNvContentPartPr/>
                <p14:nvPr/>
              </p14:nvContentPartPr>
              <p14:xfrm>
                <a:off x="5462750" y="5258557"/>
                <a:ext cx="27360" cy="24480"/>
              </p14:xfrm>
            </p:contentPart>
          </mc:Choice>
          <mc:Fallback>
            <p:pic>
              <p:nvPicPr>
                <p:cNvPr id="157" name="Ink 156">
                  <a:extLst>
                    <a:ext uri="{FF2B5EF4-FFF2-40B4-BE49-F238E27FC236}">
                      <a16:creationId xmlns:a16="http://schemas.microsoft.com/office/drawing/2014/main" id="{33427449-2A5D-F7F1-3C1B-1D12490F384E}"/>
                    </a:ext>
                  </a:extLst>
                </p:cNvPr>
                <p:cNvPicPr/>
                <p:nvPr/>
              </p:nvPicPr>
              <p:blipFill>
                <a:blip r:embed="rId263"/>
                <a:stretch>
                  <a:fillRect/>
                </a:stretch>
              </p:blipFill>
              <p:spPr>
                <a:xfrm>
                  <a:off x="5445110" y="5240557"/>
                  <a:ext cx="63000" cy="60120"/>
                </a:xfrm>
                <a:prstGeom prst="rect">
                  <a:avLst/>
                </a:prstGeom>
              </p:spPr>
            </p:pic>
          </mc:Fallback>
        </mc:AlternateContent>
        <mc:AlternateContent xmlns:mc="http://schemas.openxmlformats.org/markup-compatibility/2006">
          <mc:Choice xmlns:p14="http://schemas.microsoft.com/office/powerpoint/2010/main" Requires="p14">
            <p:contentPart p14:bwMode="auto" r:id="rId264">
              <p14:nvContentPartPr>
                <p14:cNvPr id="158" name="Ink 157">
                  <a:extLst>
                    <a:ext uri="{FF2B5EF4-FFF2-40B4-BE49-F238E27FC236}">
                      <a16:creationId xmlns:a16="http://schemas.microsoft.com/office/drawing/2014/main" id="{DB190F46-E07A-3931-4745-E3BDED0E472B}"/>
                    </a:ext>
                  </a:extLst>
                </p14:cNvPr>
                <p14:cNvContentPartPr/>
                <p14:nvPr/>
              </p14:nvContentPartPr>
              <p14:xfrm>
                <a:off x="5580110" y="5187637"/>
                <a:ext cx="118440" cy="221760"/>
              </p14:xfrm>
            </p:contentPart>
          </mc:Choice>
          <mc:Fallback>
            <p:pic>
              <p:nvPicPr>
                <p:cNvPr id="158" name="Ink 157">
                  <a:extLst>
                    <a:ext uri="{FF2B5EF4-FFF2-40B4-BE49-F238E27FC236}">
                      <a16:creationId xmlns:a16="http://schemas.microsoft.com/office/drawing/2014/main" id="{DB190F46-E07A-3931-4745-E3BDED0E472B}"/>
                    </a:ext>
                  </a:extLst>
                </p:cNvPr>
                <p:cNvPicPr/>
                <p:nvPr/>
              </p:nvPicPr>
              <p:blipFill>
                <a:blip r:embed="rId265"/>
                <a:stretch>
                  <a:fillRect/>
                </a:stretch>
              </p:blipFill>
              <p:spPr>
                <a:xfrm>
                  <a:off x="5562110" y="5169637"/>
                  <a:ext cx="154080" cy="257400"/>
                </a:xfrm>
                <a:prstGeom prst="rect">
                  <a:avLst/>
                </a:prstGeom>
              </p:spPr>
            </p:pic>
          </mc:Fallback>
        </mc:AlternateContent>
        <mc:AlternateContent xmlns:mc="http://schemas.openxmlformats.org/markup-compatibility/2006">
          <mc:Choice xmlns:p14="http://schemas.microsoft.com/office/powerpoint/2010/main" Requires="p14">
            <p:contentPart p14:bwMode="auto" r:id="rId266">
              <p14:nvContentPartPr>
                <p14:cNvPr id="159" name="Ink 158">
                  <a:extLst>
                    <a:ext uri="{FF2B5EF4-FFF2-40B4-BE49-F238E27FC236}">
                      <a16:creationId xmlns:a16="http://schemas.microsoft.com/office/drawing/2014/main" id="{13ED4B7C-522C-587A-DB4D-BC6D7B9CCBEE}"/>
                    </a:ext>
                  </a:extLst>
                </p14:cNvPr>
                <p14:cNvContentPartPr/>
                <p14:nvPr/>
              </p14:nvContentPartPr>
              <p14:xfrm>
                <a:off x="5732750" y="5138317"/>
                <a:ext cx="81720" cy="225360"/>
              </p14:xfrm>
            </p:contentPart>
          </mc:Choice>
          <mc:Fallback>
            <p:pic>
              <p:nvPicPr>
                <p:cNvPr id="159" name="Ink 158">
                  <a:extLst>
                    <a:ext uri="{FF2B5EF4-FFF2-40B4-BE49-F238E27FC236}">
                      <a16:creationId xmlns:a16="http://schemas.microsoft.com/office/drawing/2014/main" id="{13ED4B7C-522C-587A-DB4D-BC6D7B9CCBEE}"/>
                    </a:ext>
                  </a:extLst>
                </p:cNvPr>
                <p:cNvPicPr/>
                <p:nvPr/>
              </p:nvPicPr>
              <p:blipFill>
                <a:blip r:embed="rId267"/>
                <a:stretch>
                  <a:fillRect/>
                </a:stretch>
              </p:blipFill>
              <p:spPr>
                <a:xfrm>
                  <a:off x="5715110" y="5120677"/>
                  <a:ext cx="117360" cy="261000"/>
                </a:xfrm>
                <a:prstGeom prst="rect">
                  <a:avLst/>
                </a:prstGeom>
              </p:spPr>
            </p:pic>
          </mc:Fallback>
        </mc:AlternateContent>
        <mc:AlternateContent xmlns:mc="http://schemas.openxmlformats.org/markup-compatibility/2006">
          <mc:Choice xmlns:p14="http://schemas.microsoft.com/office/powerpoint/2010/main" Requires="p14">
            <p:contentPart p14:bwMode="auto" r:id="rId268">
              <p14:nvContentPartPr>
                <p14:cNvPr id="160" name="Ink 159">
                  <a:extLst>
                    <a:ext uri="{FF2B5EF4-FFF2-40B4-BE49-F238E27FC236}">
                      <a16:creationId xmlns:a16="http://schemas.microsoft.com/office/drawing/2014/main" id="{51F8733D-0CED-C818-50EA-284E7D2E9B2E}"/>
                    </a:ext>
                  </a:extLst>
                </p14:cNvPr>
                <p14:cNvContentPartPr/>
                <p14:nvPr/>
              </p14:nvContentPartPr>
              <p14:xfrm>
                <a:off x="5741750" y="5149837"/>
                <a:ext cx="289080" cy="143280"/>
              </p14:xfrm>
            </p:contentPart>
          </mc:Choice>
          <mc:Fallback>
            <p:pic>
              <p:nvPicPr>
                <p:cNvPr id="160" name="Ink 159">
                  <a:extLst>
                    <a:ext uri="{FF2B5EF4-FFF2-40B4-BE49-F238E27FC236}">
                      <a16:creationId xmlns:a16="http://schemas.microsoft.com/office/drawing/2014/main" id="{51F8733D-0CED-C818-50EA-284E7D2E9B2E}"/>
                    </a:ext>
                  </a:extLst>
                </p:cNvPr>
                <p:cNvPicPr/>
                <p:nvPr/>
              </p:nvPicPr>
              <p:blipFill>
                <a:blip r:embed="rId269"/>
                <a:stretch>
                  <a:fillRect/>
                </a:stretch>
              </p:blipFill>
              <p:spPr>
                <a:xfrm>
                  <a:off x="5724110" y="5132197"/>
                  <a:ext cx="324720" cy="178920"/>
                </a:xfrm>
                <a:prstGeom prst="rect">
                  <a:avLst/>
                </a:prstGeom>
              </p:spPr>
            </p:pic>
          </mc:Fallback>
        </mc:AlternateContent>
        <mc:AlternateContent xmlns:mc="http://schemas.openxmlformats.org/markup-compatibility/2006">
          <mc:Choice xmlns:p14="http://schemas.microsoft.com/office/powerpoint/2010/main" Requires="p14">
            <p:contentPart p14:bwMode="auto" r:id="rId270">
              <p14:nvContentPartPr>
                <p14:cNvPr id="161" name="Ink 160">
                  <a:extLst>
                    <a:ext uri="{FF2B5EF4-FFF2-40B4-BE49-F238E27FC236}">
                      <a16:creationId xmlns:a16="http://schemas.microsoft.com/office/drawing/2014/main" id="{CA348D89-A8B0-2F4E-BD8B-03BD672CD0FC}"/>
                    </a:ext>
                  </a:extLst>
                </p14:cNvPr>
                <p14:cNvContentPartPr/>
                <p14:nvPr/>
              </p14:nvContentPartPr>
              <p14:xfrm>
                <a:off x="6129470" y="5205997"/>
                <a:ext cx="1800" cy="2880"/>
              </p14:xfrm>
            </p:contentPart>
          </mc:Choice>
          <mc:Fallback>
            <p:pic>
              <p:nvPicPr>
                <p:cNvPr id="161" name="Ink 160">
                  <a:extLst>
                    <a:ext uri="{FF2B5EF4-FFF2-40B4-BE49-F238E27FC236}">
                      <a16:creationId xmlns:a16="http://schemas.microsoft.com/office/drawing/2014/main" id="{CA348D89-A8B0-2F4E-BD8B-03BD672CD0FC}"/>
                    </a:ext>
                  </a:extLst>
                </p:cNvPr>
                <p:cNvPicPr/>
                <p:nvPr/>
              </p:nvPicPr>
              <p:blipFill>
                <a:blip r:embed="rId271"/>
                <a:stretch>
                  <a:fillRect/>
                </a:stretch>
              </p:blipFill>
              <p:spPr>
                <a:xfrm>
                  <a:off x="6111470" y="5187997"/>
                  <a:ext cx="37440" cy="38520"/>
                </a:xfrm>
                <a:prstGeom prst="rect">
                  <a:avLst/>
                </a:prstGeom>
              </p:spPr>
            </p:pic>
          </mc:Fallback>
        </mc:AlternateContent>
      </p:grpSp>
      <p:grpSp>
        <p:nvGrpSpPr>
          <p:cNvPr id="204" name="Group 203">
            <a:extLst>
              <a:ext uri="{FF2B5EF4-FFF2-40B4-BE49-F238E27FC236}">
                <a16:creationId xmlns:a16="http://schemas.microsoft.com/office/drawing/2014/main" id="{F9E4850E-2BC9-043E-9FA5-6F826402DD5D}"/>
              </a:ext>
            </a:extLst>
          </p:cNvPr>
          <p:cNvGrpSpPr/>
          <p:nvPr/>
        </p:nvGrpSpPr>
        <p:grpSpPr>
          <a:xfrm>
            <a:off x="9463070" y="4772917"/>
            <a:ext cx="1030320" cy="351360"/>
            <a:chOff x="9463070" y="4772917"/>
            <a:chExt cx="1030320" cy="351360"/>
          </a:xfrm>
        </p:grpSpPr>
        <mc:AlternateContent xmlns:mc="http://schemas.openxmlformats.org/markup-compatibility/2006">
          <mc:Choice xmlns:p14="http://schemas.microsoft.com/office/powerpoint/2010/main" Requires="p14">
            <p:contentPart p14:bwMode="auto" r:id="rId272">
              <p14:nvContentPartPr>
                <p14:cNvPr id="179" name="Ink 178">
                  <a:extLst>
                    <a:ext uri="{FF2B5EF4-FFF2-40B4-BE49-F238E27FC236}">
                      <a16:creationId xmlns:a16="http://schemas.microsoft.com/office/drawing/2014/main" id="{9796AEC4-ED9C-AD9F-9461-EDB02C2AA9E9}"/>
                    </a:ext>
                  </a:extLst>
                </p14:cNvPr>
                <p14:cNvContentPartPr/>
                <p14:nvPr/>
              </p14:nvContentPartPr>
              <p14:xfrm>
                <a:off x="9463070" y="4851397"/>
                <a:ext cx="233280" cy="272880"/>
              </p14:xfrm>
            </p:contentPart>
          </mc:Choice>
          <mc:Fallback>
            <p:pic>
              <p:nvPicPr>
                <p:cNvPr id="179" name="Ink 178">
                  <a:extLst>
                    <a:ext uri="{FF2B5EF4-FFF2-40B4-BE49-F238E27FC236}">
                      <a16:creationId xmlns:a16="http://schemas.microsoft.com/office/drawing/2014/main" id="{9796AEC4-ED9C-AD9F-9461-EDB02C2AA9E9}"/>
                    </a:ext>
                  </a:extLst>
                </p:cNvPr>
                <p:cNvPicPr/>
                <p:nvPr/>
              </p:nvPicPr>
              <p:blipFill>
                <a:blip r:embed="rId273"/>
                <a:stretch>
                  <a:fillRect/>
                </a:stretch>
              </p:blipFill>
              <p:spPr>
                <a:xfrm>
                  <a:off x="9445430" y="4833397"/>
                  <a:ext cx="268920" cy="308520"/>
                </a:xfrm>
                <a:prstGeom prst="rect">
                  <a:avLst/>
                </a:prstGeom>
              </p:spPr>
            </p:pic>
          </mc:Fallback>
        </mc:AlternateContent>
        <mc:AlternateContent xmlns:mc="http://schemas.openxmlformats.org/markup-compatibility/2006">
          <mc:Choice xmlns:p14="http://schemas.microsoft.com/office/powerpoint/2010/main" Requires="p14">
            <p:contentPart p14:bwMode="auto" r:id="rId274">
              <p14:nvContentPartPr>
                <p14:cNvPr id="180" name="Ink 179">
                  <a:extLst>
                    <a:ext uri="{FF2B5EF4-FFF2-40B4-BE49-F238E27FC236}">
                      <a16:creationId xmlns:a16="http://schemas.microsoft.com/office/drawing/2014/main" id="{14656A00-50B3-D24D-85B9-9145169F9ED9}"/>
                    </a:ext>
                  </a:extLst>
                </p14:cNvPr>
                <p14:cNvContentPartPr/>
                <p14:nvPr/>
              </p14:nvContentPartPr>
              <p14:xfrm>
                <a:off x="9798590" y="5000437"/>
                <a:ext cx="104760" cy="119160"/>
              </p14:xfrm>
            </p:contentPart>
          </mc:Choice>
          <mc:Fallback>
            <p:pic>
              <p:nvPicPr>
                <p:cNvPr id="180" name="Ink 179">
                  <a:extLst>
                    <a:ext uri="{FF2B5EF4-FFF2-40B4-BE49-F238E27FC236}">
                      <a16:creationId xmlns:a16="http://schemas.microsoft.com/office/drawing/2014/main" id="{14656A00-50B3-D24D-85B9-9145169F9ED9}"/>
                    </a:ext>
                  </a:extLst>
                </p:cNvPr>
                <p:cNvPicPr/>
                <p:nvPr/>
              </p:nvPicPr>
              <p:blipFill>
                <a:blip r:embed="rId275"/>
                <a:stretch>
                  <a:fillRect/>
                </a:stretch>
              </p:blipFill>
              <p:spPr>
                <a:xfrm>
                  <a:off x="9780950" y="4982437"/>
                  <a:ext cx="140400" cy="154800"/>
                </a:xfrm>
                <a:prstGeom prst="rect">
                  <a:avLst/>
                </a:prstGeom>
              </p:spPr>
            </p:pic>
          </mc:Fallback>
        </mc:AlternateContent>
        <mc:AlternateContent xmlns:mc="http://schemas.openxmlformats.org/markup-compatibility/2006">
          <mc:Choice xmlns:p14="http://schemas.microsoft.com/office/powerpoint/2010/main" Requires="p14">
            <p:contentPart p14:bwMode="auto" r:id="rId276">
              <p14:nvContentPartPr>
                <p14:cNvPr id="181" name="Ink 180">
                  <a:extLst>
                    <a:ext uri="{FF2B5EF4-FFF2-40B4-BE49-F238E27FC236}">
                      <a16:creationId xmlns:a16="http://schemas.microsoft.com/office/drawing/2014/main" id="{CCF105B2-61E4-6B13-842D-62EBCA17CA34}"/>
                    </a:ext>
                  </a:extLst>
                </p14:cNvPr>
                <p14:cNvContentPartPr/>
                <p14:nvPr/>
              </p14:nvContentPartPr>
              <p14:xfrm>
                <a:off x="9964190" y="4957597"/>
                <a:ext cx="143280" cy="133200"/>
              </p14:xfrm>
            </p:contentPart>
          </mc:Choice>
          <mc:Fallback>
            <p:pic>
              <p:nvPicPr>
                <p:cNvPr id="181" name="Ink 180">
                  <a:extLst>
                    <a:ext uri="{FF2B5EF4-FFF2-40B4-BE49-F238E27FC236}">
                      <a16:creationId xmlns:a16="http://schemas.microsoft.com/office/drawing/2014/main" id="{CCF105B2-61E4-6B13-842D-62EBCA17CA34}"/>
                    </a:ext>
                  </a:extLst>
                </p:cNvPr>
                <p:cNvPicPr/>
                <p:nvPr/>
              </p:nvPicPr>
              <p:blipFill>
                <a:blip r:embed="rId277"/>
                <a:stretch>
                  <a:fillRect/>
                </a:stretch>
              </p:blipFill>
              <p:spPr>
                <a:xfrm>
                  <a:off x="9946190" y="4939597"/>
                  <a:ext cx="178920" cy="168840"/>
                </a:xfrm>
                <a:prstGeom prst="rect">
                  <a:avLst/>
                </a:prstGeom>
              </p:spPr>
            </p:pic>
          </mc:Fallback>
        </mc:AlternateContent>
        <mc:AlternateContent xmlns:mc="http://schemas.openxmlformats.org/markup-compatibility/2006">
          <mc:Choice xmlns:p14="http://schemas.microsoft.com/office/powerpoint/2010/main" Requires="p14">
            <p:contentPart p14:bwMode="auto" r:id="rId278">
              <p14:nvContentPartPr>
                <p14:cNvPr id="182" name="Ink 181">
                  <a:extLst>
                    <a:ext uri="{FF2B5EF4-FFF2-40B4-BE49-F238E27FC236}">
                      <a16:creationId xmlns:a16="http://schemas.microsoft.com/office/drawing/2014/main" id="{CFC067EF-5734-9BD2-8B10-490ABAB0904A}"/>
                    </a:ext>
                  </a:extLst>
                </p14:cNvPr>
                <p14:cNvContentPartPr/>
                <p14:nvPr/>
              </p14:nvContentPartPr>
              <p14:xfrm>
                <a:off x="10215110" y="4772917"/>
                <a:ext cx="34200" cy="294840"/>
              </p14:xfrm>
            </p:contentPart>
          </mc:Choice>
          <mc:Fallback>
            <p:pic>
              <p:nvPicPr>
                <p:cNvPr id="182" name="Ink 181">
                  <a:extLst>
                    <a:ext uri="{FF2B5EF4-FFF2-40B4-BE49-F238E27FC236}">
                      <a16:creationId xmlns:a16="http://schemas.microsoft.com/office/drawing/2014/main" id="{CFC067EF-5734-9BD2-8B10-490ABAB0904A}"/>
                    </a:ext>
                  </a:extLst>
                </p:cNvPr>
                <p:cNvPicPr/>
                <p:nvPr/>
              </p:nvPicPr>
              <p:blipFill>
                <a:blip r:embed="rId279"/>
                <a:stretch>
                  <a:fillRect/>
                </a:stretch>
              </p:blipFill>
              <p:spPr>
                <a:xfrm>
                  <a:off x="10197110" y="4755277"/>
                  <a:ext cx="69840" cy="330480"/>
                </a:xfrm>
                <a:prstGeom prst="rect">
                  <a:avLst/>
                </a:prstGeom>
              </p:spPr>
            </p:pic>
          </mc:Fallback>
        </mc:AlternateContent>
        <mc:AlternateContent xmlns:mc="http://schemas.openxmlformats.org/markup-compatibility/2006">
          <mc:Choice xmlns:p14="http://schemas.microsoft.com/office/powerpoint/2010/main" Requires="p14">
            <p:contentPart p14:bwMode="auto" r:id="rId280">
              <p14:nvContentPartPr>
                <p14:cNvPr id="183" name="Ink 182">
                  <a:extLst>
                    <a:ext uri="{FF2B5EF4-FFF2-40B4-BE49-F238E27FC236}">
                      <a16:creationId xmlns:a16="http://schemas.microsoft.com/office/drawing/2014/main" id="{60C9A6C6-FF0A-62F2-0CA2-A96FDA8D2608}"/>
                    </a:ext>
                  </a:extLst>
                </p14:cNvPr>
                <p14:cNvContentPartPr/>
                <p14:nvPr/>
              </p14:nvContentPartPr>
              <p14:xfrm>
                <a:off x="10179470" y="4869757"/>
                <a:ext cx="92160" cy="74520"/>
              </p14:xfrm>
            </p:contentPart>
          </mc:Choice>
          <mc:Fallback>
            <p:pic>
              <p:nvPicPr>
                <p:cNvPr id="183" name="Ink 182">
                  <a:extLst>
                    <a:ext uri="{FF2B5EF4-FFF2-40B4-BE49-F238E27FC236}">
                      <a16:creationId xmlns:a16="http://schemas.microsoft.com/office/drawing/2014/main" id="{60C9A6C6-FF0A-62F2-0CA2-A96FDA8D2608}"/>
                    </a:ext>
                  </a:extLst>
                </p:cNvPr>
                <p:cNvPicPr/>
                <p:nvPr/>
              </p:nvPicPr>
              <p:blipFill>
                <a:blip r:embed="rId281"/>
                <a:stretch>
                  <a:fillRect/>
                </a:stretch>
              </p:blipFill>
              <p:spPr>
                <a:xfrm>
                  <a:off x="10161830" y="4852117"/>
                  <a:ext cx="127800" cy="110160"/>
                </a:xfrm>
                <a:prstGeom prst="rect">
                  <a:avLst/>
                </a:prstGeom>
              </p:spPr>
            </p:pic>
          </mc:Fallback>
        </mc:AlternateContent>
        <mc:AlternateContent xmlns:mc="http://schemas.openxmlformats.org/markup-compatibility/2006">
          <mc:Choice xmlns:p14="http://schemas.microsoft.com/office/powerpoint/2010/main" Requires="p14">
            <p:contentPart p14:bwMode="auto" r:id="rId282">
              <p14:nvContentPartPr>
                <p14:cNvPr id="184" name="Ink 183">
                  <a:extLst>
                    <a:ext uri="{FF2B5EF4-FFF2-40B4-BE49-F238E27FC236}">
                      <a16:creationId xmlns:a16="http://schemas.microsoft.com/office/drawing/2014/main" id="{0F0600C2-3C2E-CF5B-A496-F2B9DB165C8C}"/>
                    </a:ext>
                  </a:extLst>
                </p14:cNvPr>
                <p14:cNvContentPartPr/>
                <p14:nvPr/>
              </p14:nvContentPartPr>
              <p14:xfrm>
                <a:off x="10387910" y="4852837"/>
                <a:ext cx="105480" cy="28800"/>
              </p14:xfrm>
            </p:contentPart>
          </mc:Choice>
          <mc:Fallback>
            <p:pic>
              <p:nvPicPr>
                <p:cNvPr id="184" name="Ink 183">
                  <a:extLst>
                    <a:ext uri="{FF2B5EF4-FFF2-40B4-BE49-F238E27FC236}">
                      <a16:creationId xmlns:a16="http://schemas.microsoft.com/office/drawing/2014/main" id="{0F0600C2-3C2E-CF5B-A496-F2B9DB165C8C}"/>
                    </a:ext>
                  </a:extLst>
                </p:cNvPr>
                <p:cNvPicPr/>
                <p:nvPr/>
              </p:nvPicPr>
              <p:blipFill>
                <a:blip r:embed="rId283"/>
                <a:stretch>
                  <a:fillRect/>
                </a:stretch>
              </p:blipFill>
              <p:spPr>
                <a:xfrm>
                  <a:off x="10370270" y="4834837"/>
                  <a:ext cx="141120" cy="64440"/>
                </a:xfrm>
                <a:prstGeom prst="rect">
                  <a:avLst/>
                </a:prstGeom>
              </p:spPr>
            </p:pic>
          </mc:Fallback>
        </mc:AlternateContent>
        <mc:AlternateContent xmlns:mc="http://schemas.openxmlformats.org/markup-compatibility/2006">
          <mc:Choice xmlns:p14="http://schemas.microsoft.com/office/powerpoint/2010/main" Requires="p14">
            <p:contentPart p14:bwMode="auto" r:id="rId284">
              <p14:nvContentPartPr>
                <p14:cNvPr id="185" name="Ink 184">
                  <a:extLst>
                    <a:ext uri="{FF2B5EF4-FFF2-40B4-BE49-F238E27FC236}">
                      <a16:creationId xmlns:a16="http://schemas.microsoft.com/office/drawing/2014/main" id="{C2AE0C9A-A740-2B46-8822-F78CC8DB6021}"/>
                    </a:ext>
                  </a:extLst>
                </p14:cNvPr>
                <p14:cNvContentPartPr/>
                <p14:nvPr/>
              </p14:nvContentPartPr>
              <p14:xfrm>
                <a:off x="10437590" y="4912597"/>
                <a:ext cx="44640" cy="24480"/>
              </p14:xfrm>
            </p:contentPart>
          </mc:Choice>
          <mc:Fallback>
            <p:pic>
              <p:nvPicPr>
                <p:cNvPr id="185" name="Ink 184">
                  <a:extLst>
                    <a:ext uri="{FF2B5EF4-FFF2-40B4-BE49-F238E27FC236}">
                      <a16:creationId xmlns:a16="http://schemas.microsoft.com/office/drawing/2014/main" id="{C2AE0C9A-A740-2B46-8822-F78CC8DB6021}"/>
                    </a:ext>
                  </a:extLst>
                </p:cNvPr>
                <p:cNvPicPr/>
                <p:nvPr/>
              </p:nvPicPr>
              <p:blipFill>
                <a:blip r:embed="rId285"/>
                <a:stretch>
                  <a:fillRect/>
                </a:stretch>
              </p:blipFill>
              <p:spPr>
                <a:xfrm>
                  <a:off x="10419950" y="4894957"/>
                  <a:ext cx="80280" cy="60120"/>
                </a:xfrm>
                <a:prstGeom prst="rect">
                  <a:avLst/>
                </a:prstGeom>
              </p:spPr>
            </p:pic>
          </mc:Fallback>
        </mc:AlternateContent>
      </p:grpSp>
      <p:grpSp>
        <p:nvGrpSpPr>
          <p:cNvPr id="203" name="Group 202">
            <a:extLst>
              <a:ext uri="{FF2B5EF4-FFF2-40B4-BE49-F238E27FC236}">
                <a16:creationId xmlns:a16="http://schemas.microsoft.com/office/drawing/2014/main" id="{8EA46D53-B7B8-1BA3-2A31-201E0E6AFD56}"/>
              </a:ext>
            </a:extLst>
          </p:cNvPr>
          <p:cNvGrpSpPr/>
          <p:nvPr/>
        </p:nvGrpSpPr>
        <p:grpSpPr>
          <a:xfrm>
            <a:off x="10793270" y="4639717"/>
            <a:ext cx="388800" cy="317160"/>
            <a:chOff x="10793270" y="4639717"/>
            <a:chExt cx="388800" cy="317160"/>
          </a:xfrm>
        </p:grpSpPr>
        <mc:AlternateContent xmlns:mc="http://schemas.openxmlformats.org/markup-compatibility/2006">
          <mc:Choice xmlns:p14="http://schemas.microsoft.com/office/powerpoint/2010/main" Requires="p14">
            <p:contentPart p14:bwMode="auto" r:id="rId286">
              <p14:nvContentPartPr>
                <p14:cNvPr id="186" name="Ink 185">
                  <a:extLst>
                    <a:ext uri="{FF2B5EF4-FFF2-40B4-BE49-F238E27FC236}">
                      <a16:creationId xmlns:a16="http://schemas.microsoft.com/office/drawing/2014/main" id="{49F7C939-AA6B-E025-C3BE-D10C9372430D}"/>
                    </a:ext>
                  </a:extLst>
                </p14:cNvPr>
                <p14:cNvContentPartPr/>
                <p14:nvPr/>
              </p14:nvContentPartPr>
              <p14:xfrm>
                <a:off x="10793270" y="4667797"/>
                <a:ext cx="37800" cy="289080"/>
              </p14:xfrm>
            </p:contentPart>
          </mc:Choice>
          <mc:Fallback>
            <p:pic>
              <p:nvPicPr>
                <p:cNvPr id="186" name="Ink 185">
                  <a:extLst>
                    <a:ext uri="{FF2B5EF4-FFF2-40B4-BE49-F238E27FC236}">
                      <a16:creationId xmlns:a16="http://schemas.microsoft.com/office/drawing/2014/main" id="{49F7C939-AA6B-E025-C3BE-D10C9372430D}"/>
                    </a:ext>
                  </a:extLst>
                </p:cNvPr>
                <p:cNvPicPr/>
                <p:nvPr/>
              </p:nvPicPr>
              <p:blipFill>
                <a:blip r:embed="rId287"/>
                <a:stretch>
                  <a:fillRect/>
                </a:stretch>
              </p:blipFill>
              <p:spPr>
                <a:xfrm>
                  <a:off x="10775630" y="4650157"/>
                  <a:ext cx="73440" cy="324720"/>
                </a:xfrm>
                <a:prstGeom prst="rect">
                  <a:avLst/>
                </a:prstGeom>
              </p:spPr>
            </p:pic>
          </mc:Fallback>
        </mc:AlternateContent>
        <mc:AlternateContent xmlns:mc="http://schemas.openxmlformats.org/markup-compatibility/2006">
          <mc:Choice xmlns:p14="http://schemas.microsoft.com/office/powerpoint/2010/main" Requires="p14">
            <p:contentPart p14:bwMode="auto" r:id="rId288">
              <p14:nvContentPartPr>
                <p14:cNvPr id="187" name="Ink 186">
                  <a:extLst>
                    <a:ext uri="{FF2B5EF4-FFF2-40B4-BE49-F238E27FC236}">
                      <a16:creationId xmlns:a16="http://schemas.microsoft.com/office/drawing/2014/main" id="{612DA267-BB16-073B-B8BA-0BF914115DF6}"/>
                    </a:ext>
                  </a:extLst>
                </p14:cNvPr>
                <p14:cNvContentPartPr/>
                <p14:nvPr/>
              </p14:nvContentPartPr>
              <p14:xfrm>
                <a:off x="10966430" y="4639717"/>
                <a:ext cx="215640" cy="244080"/>
              </p14:xfrm>
            </p:contentPart>
          </mc:Choice>
          <mc:Fallback>
            <p:pic>
              <p:nvPicPr>
                <p:cNvPr id="187" name="Ink 186">
                  <a:extLst>
                    <a:ext uri="{FF2B5EF4-FFF2-40B4-BE49-F238E27FC236}">
                      <a16:creationId xmlns:a16="http://schemas.microsoft.com/office/drawing/2014/main" id="{612DA267-BB16-073B-B8BA-0BF914115DF6}"/>
                    </a:ext>
                  </a:extLst>
                </p:cNvPr>
                <p:cNvPicPr/>
                <p:nvPr/>
              </p:nvPicPr>
              <p:blipFill>
                <a:blip r:embed="rId289"/>
                <a:stretch>
                  <a:fillRect/>
                </a:stretch>
              </p:blipFill>
              <p:spPr>
                <a:xfrm>
                  <a:off x="10948430" y="4621717"/>
                  <a:ext cx="251280" cy="279720"/>
                </a:xfrm>
                <a:prstGeom prst="rect">
                  <a:avLst/>
                </a:prstGeom>
              </p:spPr>
            </p:pic>
          </mc:Fallback>
        </mc:AlternateContent>
      </p:grpSp>
      <p:grpSp>
        <p:nvGrpSpPr>
          <p:cNvPr id="202" name="Group 201">
            <a:extLst>
              <a:ext uri="{FF2B5EF4-FFF2-40B4-BE49-F238E27FC236}">
                <a16:creationId xmlns:a16="http://schemas.microsoft.com/office/drawing/2014/main" id="{861A9591-5747-91CA-94D3-EAABF31D7EE2}"/>
              </a:ext>
            </a:extLst>
          </p:cNvPr>
          <p:cNvGrpSpPr/>
          <p:nvPr/>
        </p:nvGrpSpPr>
        <p:grpSpPr>
          <a:xfrm>
            <a:off x="9116030" y="5441077"/>
            <a:ext cx="987120" cy="333720"/>
            <a:chOff x="9116030" y="5441077"/>
            <a:chExt cx="987120" cy="333720"/>
          </a:xfrm>
        </p:grpSpPr>
        <mc:AlternateContent xmlns:mc="http://schemas.openxmlformats.org/markup-compatibility/2006">
          <mc:Choice xmlns:p14="http://schemas.microsoft.com/office/powerpoint/2010/main" Requires="p14">
            <p:contentPart p14:bwMode="auto" r:id="rId290">
              <p14:nvContentPartPr>
                <p14:cNvPr id="188" name="Ink 187">
                  <a:extLst>
                    <a:ext uri="{FF2B5EF4-FFF2-40B4-BE49-F238E27FC236}">
                      <a16:creationId xmlns:a16="http://schemas.microsoft.com/office/drawing/2014/main" id="{AEC9EA8E-DA76-8693-68D1-50CAA3962633}"/>
                    </a:ext>
                  </a:extLst>
                </p14:cNvPr>
                <p14:cNvContentPartPr/>
                <p14:nvPr/>
              </p14:nvContentPartPr>
              <p14:xfrm>
                <a:off x="9116030" y="5565637"/>
                <a:ext cx="302400" cy="209160"/>
              </p14:xfrm>
            </p:contentPart>
          </mc:Choice>
          <mc:Fallback>
            <p:pic>
              <p:nvPicPr>
                <p:cNvPr id="188" name="Ink 187">
                  <a:extLst>
                    <a:ext uri="{FF2B5EF4-FFF2-40B4-BE49-F238E27FC236}">
                      <a16:creationId xmlns:a16="http://schemas.microsoft.com/office/drawing/2014/main" id="{AEC9EA8E-DA76-8693-68D1-50CAA3962633}"/>
                    </a:ext>
                  </a:extLst>
                </p:cNvPr>
                <p:cNvPicPr/>
                <p:nvPr/>
              </p:nvPicPr>
              <p:blipFill>
                <a:blip r:embed="rId291"/>
                <a:stretch>
                  <a:fillRect/>
                </a:stretch>
              </p:blipFill>
              <p:spPr>
                <a:xfrm>
                  <a:off x="9098390" y="5547637"/>
                  <a:ext cx="338040" cy="244800"/>
                </a:xfrm>
                <a:prstGeom prst="rect">
                  <a:avLst/>
                </a:prstGeom>
              </p:spPr>
            </p:pic>
          </mc:Fallback>
        </mc:AlternateContent>
        <mc:AlternateContent xmlns:mc="http://schemas.openxmlformats.org/markup-compatibility/2006">
          <mc:Choice xmlns:p14="http://schemas.microsoft.com/office/powerpoint/2010/main" Requires="p14">
            <p:contentPart p14:bwMode="auto" r:id="rId292">
              <p14:nvContentPartPr>
                <p14:cNvPr id="189" name="Ink 188">
                  <a:extLst>
                    <a:ext uri="{FF2B5EF4-FFF2-40B4-BE49-F238E27FC236}">
                      <a16:creationId xmlns:a16="http://schemas.microsoft.com/office/drawing/2014/main" id="{846E80AE-4E68-F559-D967-8F7128D18A6E}"/>
                    </a:ext>
                  </a:extLst>
                </p14:cNvPr>
                <p14:cNvContentPartPr/>
                <p14:nvPr/>
              </p14:nvContentPartPr>
              <p14:xfrm>
                <a:off x="9455510" y="5494717"/>
                <a:ext cx="247680" cy="198360"/>
              </p14:xfrm>
            </p:contentPart>
          </mc:Choice>
          <mc:Fallback>
            <p:pic>
              <p:nvPicPr>
                <p:cNvPr id="189" name="Ink 188">
                  <a:extLst>
                    <a:ext uri="{FF2B5EF4-FFF2-40B4-BE49-F238E27FC236}">
                      <a16:creationId xmlns:a16="http://schemas.microsoft.com/office/drawing/2014/main" id="{846E80AE-4E68-F559-D967-8F7128D18A6E}"/>
                    </a:ext>
                  </a:extLst>
                </p:cNvPr>
                <p:cNvPicPr/>
                <p:nvPr/>
              </p:nvPicPr>
              <p:blipFill>
                <a:blip r:embed="rId293"/>
                <a:stretch>
                  <a:fillRect/>
                </a:stretch>
              </p:blipFill>
              <p:spPr>
                <a:xfrm>
                  <a:off x="9437510" y="5476717"/>
                  <a:ext cx="283320" cy="234000"/>
                </a:xfrm>
                <a:prstGeom prst="rect">
                  <a:avLst/>
                </a:prstGeom>
              </p:spPr>
            </p:pic>
          </mc:Fallback>
        </mc:AlternateContent>
        <mc:AlternateContent xmlns:mc="http://schemas.openxmlformats.org/markup-compatibility/2006">
          <mc:Choice xmlns:p14="http://schemas.microsoft.com/office/powerpoint/2010/main" Requires="p14">
            <p:contentPart p14:bwMode="auto" r:id="rId294">
              <p14:nvContentPartPr>
                <p14:cNvPr id="190" name="Ink 189">
                  <a:extLst>
                    <a:ext uri="{FF2B5EF4-FFF2-40B4-BE49-F238E27FC236}">
                      <a16:creationId xmlns:a16="http://schemas.microsoft.com/office/drawing/2014/main" id="{1AE9F057-5E5C-8D8D-7373-A2847C167CB4}"/>
                    </a:ext>
                  </a:extLst>
                </p14:cNvPr>
                <p14:cNvContentPartPr/>
                <p14:nvPr/>
              </p14:nvContentPartPr>
              <p14:xfrm>
                <a:off x="9773750" y="5576077"/>
                <a:ext cx="113400" cy="124560"/>
              </p14:xfrm>
            </p:contentPart>
          </mc:Choice>
          <mc:Fallback>
            <p:pic>
              <p:nvPicPr>
                <p:cNvPr id="190" name="Ink 189">
                  <a:extLst>
                    <a:ext uri="{FF2B5EF4-FFF2-40B4-BE49-F238E27FC236}">
                      <a16:creationId xmlns:a16="http://schemas.microsoft.com/office/drawing/2014/main" id="{1AE9F057-5E5C-8D8D-7373-A2847C167CB4}"/>
                    </a:ext>
                  </a:extLst>
                </p:cNvPr>
                <p:cNvPicPr/>
                <p:nvPr/>
              </p:nvPicPr>
              <p:blipFill>
                <a:blip r:embed="rId295"/>
                <a:stretch>
                  <a:fillRect/>
                </a:stretch>
              </p:blipFill>
              <p:spPr>
                <a:xfrm>
                  <a:off x="9755750" y="5558077"/>
                  <a:ext cx="149040" cy="160200"/>
                </a:xfrm>
                <a:prstGeom prst="rect">
                  <a:avLst/>
                </a:prstGeom>
              </p:spPr>
            </p:pic>
          </mc:Fallback>
        </mc:AlternateContent>
        <mc:AlternateContent xmlns:mc="http://schemas.openxmlformats.org/markup-compatibility/2006">
          <mc:Choice xmlns:p14="http://schemas.microsoft.com/office/powerpoint/2010/main" Requires="p14">
            <p:contentPart p14:bwMode="auto" r:id="rId296">
              <p14:nvContentPartPr>
                <p14:cNvPr id="191" name="Ink 190">
                  <a:extLst>
                    <a:ext uri="{FF2B5EF4-FFF2-40B4-BE49-F238E27FC236}">
                      <a16:creationId xmlns:a16="http://schemas.microsoft.com/office/drawing/2014/main" id="{FCA83C60-33B6-4E95-2458-4CB94D9176A5}"/>
                    </a:ext>
                  </a:extLst>
                </p14:cNvPr>
                <p14:cNvContentPartPr/>
                <p14:nvPr/>
              </p14:nvContentPartPr>
              <p14:xfrm>
                <a:off x="9952670" y="5441077"/>
                <a:ext cx="150480" cy="298800"/>
              </p14:xfrm>
            </p:contentPart>
          </mc:Choice>
          <mc:Fallback>
            <p:pic>
              <p:nvPicPr>
                <p:cNvPr id="191" name="Ink 190">
                  <a:extLst>
                    <a:ext uri="{FF2B5EF4-FFF2-40B4-BE49-F238E27FC236}">
                      <a16:creationId xmlns:a16="http://schemas.microsoft.com/office/drawing/2014/main" id="{FCA83C60-33B6-4E95-2458-4CB94D9176A5}"/>
                    </a:ext>
                  </a:extLst>
                </p:cNvPr>
                <p:cNvPicPr/>
                <p:nvPr/>
              </p:nvPicPr>
              <p:blipFill>
                <a:blip r:embed="rId297"/>
                <a:stretch>
                  <a:fillRect/>
                </a:stretch>
              </p:blipFill>
              <p:spPr>
                <a:xfrm>
                  <a:off x="9935030" y="5423437"/>
                  <a:ext cx="186120" cy="334440"/>
                </a:xfrm>
                <a:prstGeom prst="rect">
                  <a:avLst/>
                </a:prstGeom>
              </p:spPr>
            </p:pic>
          </mc:Fallback>
        </mc:AlternateContent>
        <mc:AlternateContent xmlns:mc="http://schemas.openxmlformats.org/markup-compatibility/2006">
          <mc:Choice xmlns:p14="http://schemas.microsoft.com/office/powerpoint/2010/main" Requires="p14">
            <p:contentPart p14:bwMode="auto" r:id="rId298">
              <p14:nvContentPartPr>
                <p14:cNvPr id="192" name="Ink 191">
                  <a:extLst>
                    <a:ext uri="{FF2B5EF4-FFF2-40B4-BE49-F238E27FC236}">
                      <a16:creationId xmlns:a16="http://schemas.microsoft.com/office/drawing/2014/main" id="{D7E25946-264E-9492-7B21-2B0F61884DCF}"/>
                    </a:ext>
                  </a:extLst>
                </p14:cNvPr>
                <p14:cNvContentPartPr/>
                <p14:nvPr/>
              </p14:nvContentPartPr>
              <p14:xfrm>
                <a:off x="9942950" y="5548717"/>
                <a:ext cx="143640" cy="42840"/>
              </p14:xfrm>
            </p:contentPart>
          </mc:Choice>
          <mc:Fallback>
            <p:pic>
              <p:nvPicPr>
                <p:cNvPr id="192" name="Ink 191">
                  <a:extLst>
                    <a:ext uri="{FF2B5EF4-FFF2-40B4-BE49-F238E27FC236}">
                      <a16:creationId xmlns:a16="http://schemas.microsoft.com/office/drawing/2014/main" id="{D7E25946-264E-9492-7B21-2B0F61884DCF}"/>
                    </a:ext>
                  </a:extLst>
                </p:cNvPr>
                <p:cNvPicPr/>
                <p:nvPr/>
              </p:nvPicPr>
              <p:blipFill>
                <a:blip r:embed="rId299"/>
                <a:stretch>
                  <a:fillRect/>
                </a:stretch>
              </p:blipFill>
              <p:spPr>
                <a:xfrm>
                  <a:off x="9924950" y="5531077"/>
                  <a:ext cx="179280" cy="78480"/>
                </a:xfrm>
                <a:prstGeom prst="rect">
                  <a:avLst/>
                </a:prstGeom>
              </p:spPr>
            </p:pic>
          </mc:Fallback>
        </mc:AlternateContent>
      </p:grpSp>
      <p:grpSp>
        <p:nvGrpSpPr>
          <p:cNvPr id="201" name="Group 200">
            <a:extLst>
              <a:ext uri="{FF2B5EF4-FFF2-40B4-BE49-F238E27FC236}">
                <a16:creationId xmlns:a16="http://schemas.microsoft.com/office/drawing/2014/main" id="{B04E5C20-855B-BD2F-CBB7-03DC9D4B56DB}"/>
              </a:ext>
            </a:extLst>
          </p:cNvPr>
          <p:cNvGrpSpPr/>
          <p:nvPr/>
        </p:nvGrpSpPr>
        <p:grpSpPr>
          <a:xfrm>
            <a:off x="10469630" y="5331637"/>
            <a:ext cx="946440" cy="404280"/>
            <a:chOff x="10469630" y="5331637"/>
            <a:chExt cx="946440" cy="404280"/>
          </a:xfrm>
        </p:grpSpPr>
        <mc:AlternateContent xmlns:mc="http://schemas.openxmlformats.org/markup-compatibility/2006">
          <mc:Choice xmlns:p14="http://schemas.microsoft.com/office/powerpoint/2010/main" Requires="p14">
            <p:contentPart p14:bwMode="auto" r:id="rId300">
              <p14:nvContentPartPr>
                <p14:cNvPr id="193" name="Ink 192">
                  <a:extLst>
                    <a:ext uri="{FF2B5EF4-FFF2-40B4-BE49-F238E27FC236}">
                      <a16:creationId xmlns:a16="http://schemas.microsoft.com/office/drawing/2014/main" id="{4CC8B519-B151-9389-ED35-3ACF2084F1EE}"/>
                    </a:ext>
                  </a:extLst>
                </p14:cNvPr>
                <p14:cNvContentPartPr/>
                <p14:nvPr/>
              </p14:nvContentPartPr>
              <p14:xfrm>
                <a:off x="10496630" y="5393197"/>
                <a:ext cx="63000" cy="311040"/>
              </p14:xfrm>
            </p:contentPart>
          </mc:Choice>
          <mc:Fallback>
            <p:pic>
              <p:nvPicPr>
                <p:cNvPr id="193" name="Ink 192">
                  <a:extLst>
                    <a:ext uri="{FF2B5EF4-FFF2-40B4-BE49-F238E27FC236}">
                      <a16:creationId xmlns:a16="http://schemas.microsoft.com/office/drawing/2014/main" id="{4CC8B519-B151-9389-ED35-3ACF2084F1EE}"/>
                    </a:ext>
                  </a:extLst>
                </p:cNvPr>
                <p:cNvPicPr/>
                <p:nvPr/>
              </p:nvPicPr>
              <p:blipFill>
                <a:blip r:embed="rId301"/>
                <a:stretch>
                  <a:fillRect/>
                </a:stretch>
              </p:blipFill>
              <p:spPr>
                <a:xfrm>
                  <a:off x="10478630" y="5375557"/>
                  <a:ext cx="98640" cy="346680"/>
                </a:xfrm>
                <a:prstGeom prst="rect">
                  <a:avLst/>
                </a:prstGeom>
              </p:spPr>
            </p:pic>
          </mc:Fallback>
        </mc:AlternateContent>
        <mc:AlternateContent xmlns:mc="http://schemas.openxmlformats.org/markup-compatibility/2006">
          <mc:Choice xmlns:p14="http://schemas.microsoft.com/office/powerpoint/2010/main" Requires="p14">
            <p:contentPart p14:bwMode="auto" r:id="rId302">
              <p14:nvContentPartPr>
                <p14:cNvPr id="194" name="Ink 193">
                  <a:extLst>
                    <a:ext uri="{FF2B5EF4-FFF2-40B4-BE49-F238E27FC236}">
                      <a16:creationId xmlns:a16="http://schemas.microsoft.com/office/drawing/2014/main" id="{85561078-A19D-935D-1500-869B1A6BCBAE}"/>
                    </a:ext>
                  </a:extLst>
                </p14:cNvPr>
                <p14:cNvContentPartPr/>
                <p14:nvPr/>
              </p14:nvContentPartPr>
              <p14:xfrm>
                <a:off x="10469630" y="5331637"/>
                <a:ext cx="245160" cy="244080"/>
              </p14:xfrm>
            </p:contentPart>
          </mc:Choice>
          <mc:Fallback>
            <p:pic>
              <p:nvPicPr>
                <p:cNvPr id="194" name="Ink 193">
                  <a:extLst>
                    <a:ext uri="{FF2B5EF4-FFF2-40B4-BE49-F238E27FC236}">
                      <a16:creationId xmlns:a16="http://schemas.microsoft.com/office/drawing/2014/main" id="{85561078-A19D-935D-1500-869B1A6BCBAE}"/>
                    </a:ext>
                  </a:extLst>
                </p:cNvPr>
                <p:cNvPicPr/>
                <p:nvPr/>
              </p:nvPicPr>
              <p:blipFill>
                <a:blip r:embed="rId303"/>
                <a:stretch>
                  <a:fillRect/>
                </a:stretch>
              </p:blipFill>
              <p:spPr>
                <a:xfrm>
                  <a:off x="10451990" y="5313637"/>
                  <a:ext cx="280800" cy="279720"/>
                </a:xfrm>
                <a:prstGeom prst="rect">
                  <a:avLst/>
                </a:prstGeom>
              </p:spPr>
            </p:pic>
          </mc:Fallback>
        </mc:AlternateContent>
        <mc:AlternateContent xmlns:mc="http://schemas.openxmlformats.org/markup-compatibility/2006">
          <mc:Choice xmlns:p14="http://schemas.microsoft.com/office/powerpoint/2010/main" Requires="p14">
            <p:contentPart p14:bwMode="auto" r:id="rId304">
              <p14:nvContentPartPr>
                <p14:cNvPr id="195" name="Ink 194">
                  <a:extLst>
                    <a:ext uri="{FF2B5EF4-FFF2-40B4-BE49-F238E27FC236}">
                      <a16:creationId xmlns:a16="http://schemas.microsoft.com/office/drawing/2014/main" id="{9CE862AF-D2F3-AEE6-892F-95625B819E1B}"/>
                    </a:ext>
                  </a:extLst>
                </p14:cNvPr>
                <p14:cNvContentPartPr/>
                <p14:nvPr/>
              </p14:nvContentPartPr>
              <p14:xfrm>
                <a:off x="10811630" y="5459797"/>
                <a:ext cx="84240" cy="276120"/>
              </p14:xfrm>
            </p:contentPart>
          </mc:Choice>
          <mc:Fallback>
            <p:pic>
              <p:nvPicPr>
                <p:cNvPr id="195" name="Ink 194">
                  <a:extLst>
                    <a:ext uri="{FF2B5EF4-FFF2-40B4-BE49-F238E27FC236}">
                      <a16:creationId xmlns:a16="http://schemas.microsoft.com/office/drawing/2014/main" id="{9CE862AF-D2F3-AEE6-892F-95625B819E1B}"/>
                    </a:ext>
                  </a:extLst>
                </p:cNvPr>
                <p:cNvPicPr/>
                <p:nvPr/>
              </p:nvPicPr>
              <p:blipFill>
                <a:blip r:embed="rId305"/>
                <a:stretch>
                  <a:fillRect/>
                </a:stretch>
              </p:blipFill>
              <p:spPr>
                <a:xfrm>
                  <a:off x="10793990" y="5441797"/>
                  <a:ext cx="119880" cy="311760"/>
                </a:xfrm>
                <a:prstGeom prst="rect">
                  <a:avLst/>
                </a:prstGeom>
              </p:spPr>
            </p:pic>
          </mc:Fallback>
        </mc:AlternateContent>
        <mc:AlternateContent xmlns:mc="http://schemas.openxmlformats.org/markup-compatibility/2006">
          <mc:Choice xmlns:p14="http://schemas.microsoft.com/office/powerpoint/2010/main" Requires="p14">
            <p:contentPart p14:bwMode="auto" r:id="rId306">
              <p14:nvContentPartPr>
                <p14:cNvPr id="196" name="Ink 195">
                  <a:extLst>
                    <a:ext uri="{FF2B5EF4-FFF2-40B4-BE49-F238E27FC236}">
                      <a16:creationId xmlns:a16="http://schemas.microsoft.com/office/drawing/2014/main" id="{5D38AD07-688E-1FB9-4355-92938EA1DDED}"/>
                    </a:ext>
                  </a:extLst>
                </p14:cNvPr>
                <p14:cNvContentPartPr/>
                <p14:nvPr/>
              </p14:nvContentPartPr>
              <p14:xfrm>
                <a:off x="10814150" y="5658157"/>
                <a:ext cx="95400" cy="23040"/>
              </p14:xfrm>
            </p:contentPart>
          </mc:Choice>
          <mc:Fallback>
            <p:pic>
              <p:nvPicPr>
                <p:cNvPr id="196" name="Ink 195">
                  <a:extLst>
                    <a:ext uri="{FF2B5EF4-FFF2-40B4-BE49-F238E27FC236}">
                      <a16:creationId xmlns:a16="http://schemas.microsoft.com/office/drawing/2014/main" id="{5D38AD07-688E-1FB9-4355-92938EA1DDED}"/>
                    </a:ext>
                  </a:extLst>
                </p:cNvPr>
                <p:cNvPicPr/>
                <p:nvPr/>
              </p:nvPicPr>
              <p:blipFill>
                <a:blip r:embed="rId307"/>
                <a:stretch>
                  <a:fillRect/>
                </a:stretch>
              </p:blipFill>
              <p:spPr>
                <a:xfrm>
                  <a:off x="10796150" y="5640157"/>
                  <a:ext cx="131040" cy="58680"/>
                </a:xfrm>
                <a:prstGeom prst="rect">
                  <a:avLst/>
                </a:prstGeom>
              </p:spPr>
            </p:pic>
          </mc:Fallback>
        </mc:AlternateContent>
        <mc:AlternateContent xmlns:mc="http://schemas.openxmlformats.org/markup-compatibility/2006">
          <mc:Choice xmlns:p14="http://schemas.microsoft.com/office/powerpoint/2010/main" Requires="p14">
            <p:contentPart p14:bwMode="auto" r:id="rId308">
              <p14:nvContentPartPr>
                <p14:cNvPr id="197" name="Ink 196">
                  <a:extLst>
                    <a:ext uri="{FF2B5EF4-FFF2-40B4-BE49-F238E27FC236}">
                      <a16:creationId xmlns:a16="http://schemas.microsoft.com/office/drawing/2014/main" id="{51BF0312-6E93-F986-D1BF-8109BF1C11FF}"/>
                    </a:ext>
                  </a:extLst>
                </p14:cNvPr>
                <p14:cNvContentPartPr/>
                <p14:nvPr/>
              </p14:nvContentPartPr>
              <p14:xfrm>
                <a:off x="11110790" y="5467717"/>
                <a:ext cx="63720" cy="29520"/>
              </p14:xfrm>
            </p:contentPart>
          </mc:Choice>
          <mc:Fallback>
            <p:pic>
              <p:nvPicPr>
                <p:cNvPr id="197" name="Ink 196">
                  <a:extLst>
                    <a:ext uri="{FF2B5EF4-FFF2-40B4-BE49-F238E27FC236}">
                      <a16:creationId xmlns:a16="http://schemas.microsoft.com/office/drawing/2014/main" id="{51BF0312-6E93-F986-D1BF-8109BF1C11FF}"/>
                    </a:ext>
                  </a:extLst>
                </p:cNvPr>
                <p:cNvPicPr/>
                <p:nvPr/>
              </p:nvPicPr>
              <p:blipFill>
                <a:blip r:embed="rId309"/>
                <a:stretch>
                  <a:fillRect/>
                </a:stretch>
              </p:blipFill>
              <p:spPr>
                <a:xfrm>
                  <a:off x="11092790" y="5449717"/>
                  <a:ext cx="99360" cy="65160"/>
                </a:xfrm>
                <a:prstGeom prst="rect">
                  <a:avLst/>
                </a:prstGeom>
              </p:spPr>
            </p:pic>
          </mc:Fallback>
        </mc:AlternateContent>
        <mc:AlternateContent xmlns:mc="http://schemas.openxmlformats.org/markup-compatibility/2006">
          <mc:Choice xmlns:p14="http://schemas.microsoft.com/office/powerpoint/2010/main" Requires="p14">
            <p:contentPart p14:bwMode="auto" r:id="rId310">
              <p14:nvContentPartPr>
                <p14:cNvPr id="198" name="Ink 197">
                  <a:extLst>
                    <a:ext uri="{FF2B5EF4-FFF2-40B4-BE49-F238E27FC236}">
                      <a16:creationId xmlns:a16="http://schemas.microsoft.com/office/drawing/2014/main" id="{C4027870-0868-3D6C-FD09-D91A2B4DC1D5}"/>
                    </a:ext>
                  </a:extLst>
                </p14:cNvPr>
                <p14:cNvContentPartPr/>
                <p14:nvPr/>
              </p14:nvContentPartPr>
              <p14:xfrm>
                <a:off x="11126270" y="5505877"/>
                <a:ext cx="106560" cy="51840"/>
              </p14:xfrm>
            </p:contentPart>
          </mc:Choice>
          <mc:Fallback>
            <p:pic>
              <p:nvPicPr>
                <p:cNvPr id="198" name="Ink 197">
                  <a:extLst>
                    <a:ext uri="{FF2B5EF4-FFF2-40B4-BE49-F238E27FC236}">
                      <a16:creationId xmlns:a16="http://schemas.microsoft.com/office/drawing/2014/main" id="{C4027870-0868-3D6C-FD09-D91A2B4DC1D5}"/>
                    </a:ext>
                  </a:extLst>
                </p:cNvPr>
                <p:cNvPicPr/>
                <p:nvPr/>
              </p:nvPicPr>
              <p:blipFill>
                <a:blip r:embed="rId311"/>
                <a:stretch>
                  <a:fillRect/>
                </a:stretch>
              </p:blipFill>
              <p:spPr>
                <a:xfrm>
                  <a:off x="11108630" y="5488237"/>
                  <a:ext cx="142200" cy="87480"/>
                </a:xfrm>
                <a:prstGeom prst="rect">
                  <a:avLst/>
                </a:prstGeom>
              </p:spPr>
            </p:pic>
          </mc:Fallback>
        </mc:AlternateContent>
        <mc:AlternateContent xmlns:mc="http://schemas.openxmlformats.org/markup-compatibility/2006">
          <mc:Choice xmlns:p14="http://schemas.microsoft.com/office/powerpoint/2010/main" Requires="p14">
            <p:contentPart p14:bwMode="auto" r:id="rId312">
              <p14:nvContentPartPr>
                <p14:cNvPr id="199" name="Ink 198">
                  <a:extLst>
                    <a:ext uri="{FF2B5EF4-FFF2-40B4-BE49-F238E27FC236}">
                      <a16:creationId xmlns:a16="http://schemas.microsoft.com/office/drawing/2014/main" id="{734C814F-2917-771A-C8AB-04CB24C45D78}"/>
                    </a:ext>
                  </a:extLst>
                </p14:cNvPr>
                <p14:cNvContentPartPr/>
                <p14:nvPr/>
              </p14:nvContentPartPr>
              <p14:xfrm>
                <a:off x="11323190" y="5340997"/>
                <a:ext cx="73800" cy="223200"/>
              </p14:xfrm>
            </p:contentPart>
          </mc:Choice>
          <mc:Fallback>
            <p:pic>
              <p:nvPicPr>
                <p:cNvPr id="199" name="Ink 198">
                  <a:extLst>
                    <a:ext uri="{FF2B5EF4-FFF2-40B4-BE49-F238E27FC236}">
                      <a16:creationId xmlns:a16="http://schemas.microsoft.com/office/drawing/2014/main" id="{734C814F-2917-771A-C8AB-04CB24C45D78}"/>
                    </a:ext>
                  </a:extLst>
                </p:cNvPr>
                <p:cNvPicPr/>
                <p:nvPr/>
              </p:nvPicPr>
              <p:blipFill>
                <a:blip r:embed="rId313"/>
                <a:stretch>
                  <a:fillRect/>
                </a:stretch>
              </p:blipFill>
              <p:spPr>
                <a:xfrm>
                  <a:off x="11305190" y="5323357"/>
                  <a:ext cx="109440" cy="258840"/>
                </a:xfrm>
                <a:prstGeom prst="rect">
                  <a:avLst/>
                </a:prstGeom>
              </p:spPr>
            </p:pic>
          </mc:Fallback>
        </mc:AlternateContent>
        <mc:AlternateContent xmlns:mc="http://schemas.openxmlformats.org/markup-compatibility/2006">
          <mc:Choice xmlns:p14="http://schemas.microsoft.com/office/powerpoint/2010/main" Requires="p14">
            <p:contentPart p14:bwMode="auto" r:id="rId314">
              <p14:nvContentPartPr>
                <p14:cNvPr id="200" name="Ink 199">
                  <a:extLst>
                    <a:ext uri="{FF2B5EF4-FFF2-40B4-BE49-F238E27FC236}">
                      <a16:creationId xmlns:a16="http://schemas.microsoft.com/office/drawing/2014/main" id="{7E3C3048-C795-C261-8265-FC4BE6ECCF62}"/>
                    </a:ext>
                  </a:extLst>
                </p14:cNvPr>
                <p14:cNvContentPartPr/>
                <p14:nvPr/>
              </p14:nvContentPartPr>
              <p14:xfrm>
                <a:off x="11398070" y="5632957"/>
                <a:ext cx="18000" cy="33840"/>
              </p14:xfrm>
            </p:contentPart>
          </mc:Choice>
          <mc:Fallback>
            <p:pic>
              <p:nvPicPr>
                <p:cNvPr id="200" name="Ink 199">
                  <a:extLst>
                    <a:ext uri="{FF2B5EF4-FFF2-40B4-BE49-F238E27FC236}">
                      <a16:creationId xmlns:a16="http://schemas.microsoft.com/office/drawing/2014/main" id="{7E3C3048-C795-C261-8265-FC4BE6ECCF62}"/>
                    </a:ext>
                  </a:extLst>
                </p:cNvPr>
                <p:cNvPicPr/>
                <p:nvPr/>
              </p:nvPicPr>
              <p:blipFill>
                <a:blip r:embed="rId315"/>
                <a:stretch>
                  <a:fillRect/>
                </a:stretch>
              </p:blipFill>
              <p:spPr>
                <a:xfrm>
                  <a:off x="11380070" y="5614957"/>
                  <a:ext cx="53640" cy="69480"/>
                </a:xfrm>
                <a:prstGeom prst="rect">
                  <a:avLst/>
                </a:prstGeom>
              </p:spPr>
            </p:pic>
          </mc:Fallback>
        </mc:AlternateContent>
      </p:grpSp>
      <p:grpSp>
        <p:nvGrpSpPr>
          <p:cNvPr id="212" name="Group 211">
            <a:extLst>
              <a:ext uri="{FF2B5EF4-FFF2-40B4-BE49-F238E27FC236}">
                <a16:creationId xmlns:a16="http://schemas.microsoft.com/office/drawing/2014/main" id="{94AC8328-2479-503D-709F-ED75381470D7}"/>
              </a:ext>
            </a:extLst>
          </p:cNvPr>
          <p:cNvGrpSpPr/>
          <p:nvPr/>
        </p:nvGrpSpPr>
        <p:grpSpPr>
          <a:xfrm>
            <a:off x="9838550" y="3757357"/>
            <a:ext cx="1639440" cy="572760"/>
            <a:chOff x="9838550" y="3757357"/>
            <a:chExt cx="1639440" cy="572760"/>
          </a:xfrm>
        </p:grpSpPr>
        <mc:AlternateContent xmlns:mc="http://schemas.openxmlformats.org/markup-compatibility/2006">
          <mc:Choice xmlns:p14="http://schemas.microsoft.com/office/powerpoint/2010/main" Requires="p14">
            <p:contentPart p14:bwMode="auto" r:id="rId316">
              <p14:nvContentPartPr>
                <p14:cNvPr id="167" name="Ink 166">
                  <a:extLst>
                    <a:ext uri="{FF2B5EF4-FFF2-40B4-BE49-F238E27FC236}">
                      <a16:creationId xmlns:a16="http://schemas.microsoft.com/office/drawing/2014/main" id="{B8175005-E473-A182-7CF9-4C8A861A6BA8}"/>
                    </a:ext>
                  </a:extLst>
                </p14:cNvPr>
                <p14:cNvContentPartPr/>
                <p14:nvPr/>
              </p14:nvContentPartPr>
              <p14:xfrm>
                <a:off x="9838550" y="4040677"/>
                <a:ext cx="117000" cy="274320"/>
              </p14:xfrm>
            </p:contentPart>
          </mc:Choice>
          <mc:Fallback>
            <p:pic>
              <p:nvPicPr>
                <p:cNvPr id="167" name="Ink 166">
                  <a:extLst>
                    <a:ext uri="{FF2B5EF4-FFF2-40B4-BE49-F238E27FC236}">
                      <a16:creationId xmlns:a16="http://schemas.microsoft.com/office/drawing/2014/main" id="{B8175005-E473-A182-7CF9-4C8A861A6BA8}"/>
                    </a:ext>
                  </a:extLst>
                </p:cNvPr>
                <p:cNvPicPr/>
                <p:nvPr/>
              </p:nvPicPr>
              <p:blipFill>
                <a:blip r:embed="rId317"/>
                <a:stretch>
                  <a:fillRect/>
                </a:stretch>
              </p:blipFill>
              <p:spPr>
                <a:xfrm>
                  <a:off x="9820550" y="4023037"/>
                  <a:ext cx="152640" cy="309960"/>
                </a:xfrm>
                <a:prstGeom prst="rect">
                  <a:avLst/>
                </a:prstGeom>
              </p:spPr>
            </p:pic>
          </mc:Fallback>
        </mc:AlternateContent>
        <mc:AlternateContent xmlns:mc="http://schemas.openxmlformats.org/markup-compatibility/2006">
          <mc:Choice xmlns:p14="http://schemas.microsoft.com/office/powerpoint/2010/main" Requires="p14">
            <p:contentPart p14:bwMode="auto" r:id="rId318">
              <p14:nvContentPartPr>
                <p14:cNvPr id="168" name="Ink 167">
                  <a:extLst>
                    <a:ext uri="{FF2B5EF4-FFF2-40B4-BE49-F238E27FC236}">
                      <a16:creationId xmlns:a16="http://schemas.microsoft.com/office/drawing/2014/main" id="{D35F8DCA-8A35-6060-7EDE-7EA1EE7F160A}"/>
                    </a:ext>
                  </a:extLst>
                </p14:cNvPr>
                <p14:cNvContentPartPr/>
                <p14:nvPr/>
              </p14:nvContentPartPr>
              <p14:xfrm>
                <a:off x="9882830" y="3850237"/>
                <a:ext cx="28080" cy="32400"/>
              </p14:xfrm>
            </p:contentPart>
          </mc:Choice>
          <mc:Fallback>
            <p:pic>
              <p:nvPicPr>
                <p:cNvPr id="168" name="Ink 167">
                  <a:extLst>
                    <a:ext uri="{FF2B5EF4-FFF2-40B4-BE49-F238E27FC236}">
                      <a16:creationId xmlns:a16="http://schemas.microsoft.com/office/drawing/2014/main" id="{D35F8DCA-8A35-6060-7EDE-7EA1EE7F160A}"/>
                    </a:ext>
                  </a:extLst>
                </p:cNvPr>
                <p:cNvPicPr/>
                <p:nvPr/>
              </p:nvPicPr>
              <p:blipFill>
                <a:blip r:embed="rId319"/>
                <a:stretch>
                  <a:fillRect/>
                </a:stretch>
              </p:blipFill>
              <p:spPr>
                <a:xfrm>
                  <a:off x="9864830" y="3832237"/>
                  <a:ext cx="63720" cy="68040"/>
                </a:xfrm>
                <a:prstGeom prst="rect">
                  <a:avLst/>
                </a:prstGeom>
              </p:spPr>
            </p:pic>
          </mc:Fallback>
        </mc:AlternateContent>
        <mc:AlternateContent xmlns:mc="http://schemas.openxmlformats.org/markup-compatibility/2006">
          <mc:Choice xmlns:p14="http://schemas.microsoft.com/office/powerpoint/2010/main" Requires="p14">
            <p:contentPart p14:bwMode="auto" r:id="rId320">
              <p14:nvContentPartPr>
                <p14:cNvPr id="169" name="Ink 168">
                  <a:extLst>
                    <a:ext uri="{FF2B5EF4-FFF2-40B4-BE49-F238E27FC236}">
                      <a16:creationId xmlns:a16="http://schemas.microsoft.com/office/drawing/2014/main" id="{7CFAC8D5-8B61-CBF8-C355-F6CFA9CB80E9}"/>
                    </a:ext>
                  </a:extLst>
                </p14:cNvPr>
                <p14:cNvContentPartPr/>
                <p14:nvPr/>
              </p14:nvContentPartPr>
              <p14:xfrm>
                <a:off x="10010990" y="4166317"/>
                <a:ext cx="118080" cy="152280"/>
              </p14:xfrm>
            </p:contentPart>
          </mc:Choice>
          <mc:Fallback>
            <p:pic>
              <p:nvPicPr>
                <p:cNvPr id="169" name="Ink 168">
                  <a:extLst>
                    <a:ext uri="{FF2B5EF4-FFF2-40B4-BE49-F238E27FC236}">
                      <a16:creationId xmlns:a16="http://schemas.microsoft.com/office/drawing/2014/main" id="{7CFAC8D5-8B61-CBF8-C355-F6CFA9CB80E9}"/>
                    </a:ext>
                  </a:extLst>
                </p:cNvPr>
                <p:cNvPicPr/>
                <p:nvPr/>
              </p:nvPicPr>
              <p:blipFill>
                <a:blip r:embed="rId321"/>
                <a:stretch>
                  <a:fillRect/>
                </a:stretch>
              </p:blipFill>
              <p:spPr>
                <a:xfrm>
                  <a:off x="9993350" y="4148677"/>
                  <a:ext cx="153720" cy="187920"/>
                </a:xfrm>
                <a:prstGeom prst="rect">
                  <a:avLst/>
                </a:prstGeom>
              </p:spPr>
            </p:pic>
          </mc:Fallback>
        </mc:AlternateContent>
        <mc:AlternateContent xmlns:mc="http://schemas.openxmlformats.org/markup-compatibility/2006">
          <mc:Choice xmlns:p14="http://schemas.microsoft.com/office/powerpoint/2010/main" Requires="p14">
            <p:contentPart p14:bwMode="auto" r:id="rId322">
              <p14:nvContentPartPr>
                <p14:cNvPr id="170" name="Ink 169">
                  <a:extLst>
                    <a:ext uri="{FF2B5EF4-FFF2-40B4-BE49-F238E27FC236}">
                      <a16:creationId xmlns:a16="http://schemas.microsoft.com/office/drawing/2014/main" id="{A8B6E982-1B41-F221-806D-B1F305554CD6}"/>
                    </a:ext>
                  </a:extLst>
                </p14:cNvPr>
                <p14:cNvContentPartPr/>
                <p14:nvPr/>
              </p14:nvContentPartPr>
              <p14:xfrm>
                <a:off x="10305470" y="4090357"/>
                <a:ext cx="38880" cy="20160"/>
              </p14:xfrm>
            </p:contentPart>
          </mc:Choice>
          <mc:Fallback>
            <p:pic>
              <p:nvPicPr>
                <p:cNvPr id="170" name="Ink 169">
                  <a:extLst>
                    <a:ext uri="{FF2B5EF4-FFF2-40B4-BE49-F238E27FC236}">
                      <a16:creationId xmlns:a16="http://schemas.microsoft.com/office/drawing/2014/main" id="{A8B6E982-1B41-F221-806D-B1F305554CD6}"/>
                    </a:ext>
                  </a:extLst>
                </p:cNvPr>
                <p:cNvPicPr/>
                <p:nvPr/>
              </p:nvPicPr>
              <p:blipFill>
                <a:blip r:embed="rId323"/>
                <a:stretch>
                  <a:fillRect/>
                </a:stretch>
              </p:blipFill>
              <p:spPr>
                <a:xfrm>
                  <a:off x="10287470" y="4072357"/>
                  <a:ext cx="74520" cy="55800"/>
                </a:xfrm>
                <a:prstGeom prst="rect">
                  <a:avLst/>
                </a:prstGeom>
              </p:spPr>
            </p:pic>
          </mc:Fallback>
        </mc:AlternateContent>
        <mc:AlternateContent xmlns:mc="http://schemas.openxmlformats.org/markup-compatibility/2006">
          <mc:Choice xmlns:p14="http://schemas.microsoft.com/office/powerpoint/2010/main" Requires="p14">
            <p:contentPart p14:bwMode="auto" r:id="rId324">
              <p14:nvContentPartPr>
                <p14:cNvPr id="171" name="Ink 170">
                  <a:extLst>
                    <a:ext uri="{FF2B5EF4-FFF2-40B4-BE49-F238E27FC236}">
                      <a16:creationId xmlns:a16="http://schemas.microsoft.com/office/drawing/2014/main" id="{6AC1A5A7-DB1E-E2F2-4EBA-396AC33528B9}"/>
                    </a:ext>
                  </a:extLst>
                </p14:cNvPr>
                <p14:cNvContentPartPr/>
                <p14:nvPr/>
              </p14:nvContentPartPr>
              <p14:xfrm>
                <a:off x="10315550" y="4175677"/>
                <a:ext cx="78120" cy="15120"/>
              </p14:xfrm>
            </p:contentPart>
          </mc:Choice>
          <mc:Fallback>
            <p:pic>
              <p:nvPicPr>
                <p:cNvPr id="171" name="Ink 170">
                  <a:extLst>
                    <a:ext uri="{FF2B5EF4-FFF2-40B4-BE49-F238E27FC236}">
                      <a16:creationId xmlns:a16="http://schemas.microsoft.com/office/drawing/2014/main" id="{6AC1A5A7-DB1E-E2F2-4EBA-396AC33528B9}"/>
                    </a:ext>
                  </a:extLst>
                </p:cNvPr>
                <p:cNvPicPr/>
                <p:nvPr/>
              </p:nvPicPr>
              <p:blipFill>
                <a:blip r:embed="rId325"/>
                <a:stretch>
                  <a:fillRect/>
                </a:stretch>
              </p:blipFill>
              <p:spPr>
                <a:xfrm>
                  <a:off x="10297910" y="4158037"/>
                  <a:ext cx="113760" cy="50760"/>
                </a:xfrm>
                <a:prstGeom prst="rect">
                  <a:avLst/>
                </a:prstGeom>
              </p:spPr>
            </p:pic>
          </mc:Fallback>
        </mc:AlternateContent>
        <mc:AlternateContent xmlns:mc="http://schemas.openxmlformats.org/markup-compatibility/2006">
          <mc:Choice xmlns:p14="http://schemas.microsoft.com/office/powerpoint/2010/main" Requires="p14">
            <p:contentPart p14:bwMode="auto" r:id="rId326">
              <p14:nvContentPartPr>
                <p14:cNvPr id="172" name="Ink 171">
                  <a:extLst>
                    <a:ext uri="{FF2B5EF4-FFF2-40B4-BE49-F238E27FC236}">
                      <a16:creationId xmlns:a16="http://schemas.microsoft.com/office/drawing/2014/main" id="{3025ED55-CA08-3BDC-7142-C933827E35A6}"/>
                    </a:ext>
                  </a:extLst>
                </p14:cNvPr>
                <p14:cNvContentPartPr/>
                <p14:nvPr/>
              </p14:nvContentPartPr>
              <p14:xfrm>
                <a:off x="10566110" y="4053637"/>
                <a:ext cx="45720" cy="188640"/>
              </p14:xfrm>
            </p:contentPart>
          </mc:Choice>
          <mc:Fallback>
            <p:pic>
              <p:nvPicPr>
                <p:cNvPr id="172" name="Ink 171">
                  <a:extLst>
                    <a:ext uri="{FF2B5EF4-FFF2-40B4-BE49-F238E27FC236}">
                      <a16:creationId xmlns:a16="http://schemas.microsoft.com/office/drawing/2014/main" id="{3025ED55-CA08-3BDC-7142-C933827E35A6}"/>
                    </a:ext>
                  </a:extLst>
                </p:cNvPr>
                <p:cNvPicPr/>
                <p:nvPr/>
              </p:nvPicPr>
              <p:blipFill>
                <a:blip r:embed="rId327"/>
                <a:stretch>
                  <a:fillRect/>
                </a:stretch>
              </p:blipFill>
              <p:spPr>
                <a:xfrm>
                  <a:off x="10548470" y="4035637"/>
                  <a:ext cx="81360" cy="224280"/>
                </a:xfrm>
                <a:prstGeom prst="rect">
                  <a:avLst/>
                </a:prstGeom>
              </p:spPr>
            </p:pic>
          </mc:Fallback>
        </mc:AlternateContent>
        <mc:AlternateContent xmlns:mc="http://schemas.openxmlformats.org/markup-compatibility/2006">
          <mc:Choice xmlns:p14="http://schemas.microsoft.com/office/powerpoint/2010/main" Requires="p14">
            <p:contentPart p14:bwMode="auto" r:id="rId328">
              <p14:nvContentPartPr>
                <p14:cNvPr id="205" name="Ink 204">
                  <a:extLst>
                    <a:ext uri="{FF2B5EF4-FFF2-40B4-BE49-F238E27FC236}">
                      <a16:creationId xmlns:a16="http://schemas.microsoft.com/office/drawing/2014/main" id="{47D973D4-A7CC-17AA-2A85-E03BD78867CE}"/>
                    </a:ext>
                  </a:extLst>
                </p14:cNvPr>
                <p14:cNvContentPartPr/>
                <p14:nvPr/>
              </p14:nvContentPartPr>
              <p14:xfrm>
                <a:off x="10814510" y="4143997"/>
                <a:ext cx="29160" cy="186120"/>
              </p14:xfrm>
            </p:contentPart>
          </mc:Choice>
          <mc:Fallback>
            <p:pic>
              <p:nvPicPr>
                <p:cNvPr id="205" name="Ink 204">
                  <a:extLst>
                    <a:ext uri="{FF2B5EF4-FFF2-40B4-BE49-F238E27FC236}">
                      <a16:creationId xmlns:a16="http://schemas.microsoft.com/office/drawing/2014/main" id="{47D973D4-A7CC-17AA-2A85-E03BD78867CE}"/>
                    </a:ext>
                  </a:extLst>
                </p:cNvPr>
                <p:cNvPicPr/>
                <p:nvPr/>
              </p:nvPicPr>
              <p:blipFill>
                <a:blip r:embed="rId329"/>
                <a:stretch>
                  <a:fillRect/>
                </a:stretch>
              </p:blipFill>
              <p:spPr>
                <a:xfrm>
                  <a:off x="10796510" y="4125997"/>
                  <a:ext cx="64800" cy="221760"/>
                </a:xfrm>
                <a:prstGeom prst="rect">
                  <a:avLst/>
                </a:prstGeom>
              </p:spPr>
            </p:pic>
          </mc:Fallback>
        </mc:AlternateContent>
        <mc:AlternateContent xmlns:mc="http://schemas.openxmlformats.org/markup-compatibility/2006">
          <mc:Choice xmlns:p14="http://schemas.microsoft.com/office/powerpoint/2010/main" Requires="p14">
            <p:contentPart p14:bwMode="auto" r:id="rId330">
              <p14:nvContentPartPr>
                <p14:cNvPr id="206" name="Ink 205">
                  <a:extLst>
                    <a:ext uri="{FF2B5EF4-FFF2-40B4-BE49-F238E27FC236}">
                      <a16:creationId xmlns:a16="http://schemas.microsoft.com/office/drawing/2014/main" id="{F87472AF-D7F1-8EC3-D424-04F3D451AE19}"/>
                    </a:ext>
                  </a:extLst>
                </p14:cNvPr>
                <p14:cNvContentPartPr/>
                <p14:nvPr/>
              </p14:nvContentPartPr>
              <p14:xfrm>
                <a:off x="10849430" y="4081717"/>
                <a:ext cx="205560" cy="180720"/>
              </p14:xfrm>
            </p:contentPart>
          </mc:Choice>
          <mc:Fallback>
            <p:pic>
              <p:nvPicPr>
                <p:cNvPr id="206" name="Ink 205">
                  <a:extLst>
                    <a:ext uri="{FF2B5EF4-FFF2-40B4-BE49-F238E27FC236}">
                      <a16:creationId xmlns:a16="http://schemas.microsoft.com/office/drawing/2014/main" id="{F87472AF-D7F1-8EC3-D424-04F3D451AE19}"/>
                    </a:ext>
                  </a:extLst>
                </p:cNvPr>
                <p:cNvPicPr/>
                <p:nvPr/>
              </p:nvPicPr>
              <p:blipFill>
                <a:blip r:embed="rId331"/>
                <a:stretch>
                  <a:fillRect/>
                </a:stretch>
              </p:blipFill>
              <p:spPr>
                <a:xfrm>
                  <a:off x="10831790" y="4064077"/>
                  <a:ext cx="241200" cy="216360"/>
                </a:xfrm>
                <a:prstGeom prst="rect">
                  <a:avLst/>
                </a:prstGeom>
              </p:spPr>
            </p:pic>
          </mc:Fallback>
        </mc:AlternateContent>
        <mc:AlternateContent xmlns:mc="http://schemas.openxmlformats.org/markup-compatibility/2006">
          <mc:Choice xmlns:p14="http://schemas.microsoft.com/office/powerpoint/2010/main" Requires="p14">
            <p:contentPart p14:bwMode="auto" r:id="rId332">
              <p14:nvContentPartPr>
                <p14:cNvPr id="207" name="Ink 206">
                  <a:extLst>
                    <a:ext uri="{FF2B5EF4-FFF2-40B4-BE49-F238E27FC236}">
                      <a16:creationId xmlns:a16="http://schemas.microsoft.com/office/drawing/2014/main" id="{6C7AF8F1-24BC-9DA9-A872-1E386CC29B85}"/>
                    </a:ext>
                  </a:extLst>
                </p14:cNvPr>
                <p14:cNvContentPartPr/>
                <p14:nvPr/>
              </p14:nvContentPartPr>
              <p14:xfrm>
                <a:off x="11200430" y="3757357"/>
                <a:ext cx="91080" cy="483120"/>
              </p14:xfrm>
            </p:contentPart>
          </mc:Choice>
          <mc:Fallback>
            <p:pic>
              <p:nvPicPr>
                <p:cNvPr id="207" name="Ink 206">
                  <a:extLst>
                    <a:ext uri="{FF2B5EF4-FFF2-40B4-BE49-F238E27FC236}">
                      <a16:creationId xmlns:a16="http://schemas.microsoft.com/office/drawing/2014/main" id="{6C7AF8F1-24BC-9DA9-A872-1E386CC29B85}"/>
                    </a:ext>
                  </a:extLst>
                </p:cNvPr>
                <p:cNvPicPr/>
                <p:nvPr/>
              </p:nvPicPr>
              <p:blipFill>
                <a:blip r:embed="rId333"/>
                <a:stretch>
                  <a:fillRect/>
                </a:stretch>
              </p:blipFill>
              <p:spPr>
                <a:xfrm>
                  <a:off x="11182430" y="3739357"/>
                  <a:ext cx="126720" cy="518760"/>
                </a:xfrm>
                <a:prstGeom prst="rect">
                  <a:avLst/>
                </a:prstGeom>
              </p:spPr>
            </p:pic>
          </mc:Fallback>
        </mc:AlternateContent>
        <mc:AlternateContent xmlns:mc="http://schemas.openxmlformats.org/markup-compatibility/2006">
          <mc:Choice xmlns:p14="http://schemas.microsoft.com/office/powerpoint/2010/main" Requires="p14">
            <p:contentPart p14:bwMode="auto" r:id="rId334">
              <p14:nvContentPartPr>
                <p14:cNvPr id="208" name="Ink 207">
                  <a:extLst>
                    <a:ext uri="{FF2B5EF4-FFF2-40B4-BE49-F238E27FC236}">
                      <a16:creationId xmlns:a16="http://schemas.microsoft.com/office/drawing/2014/main" id="{AE1F8CA0-78F3-1355-D30E-19FF713EBBFD}"/>
                    </a:ext>
                  </a:extLst>
                </p14:cNvPr>
                <p14:cNvContentPartPr/>
                <p14:nvPr/>
              </p14:nvContentPartPr>
              <p14:xfrm>
                <a:off x="11228150" y="3780037"/>
                <a:ext cx="249840" cy="402120"/>
              </p14:xfrm>
            </p:contentPart>
          </mc:Choice>
          <mc:Fallback>
            <p:pic>
              <p:nvPicPr>
                <p:cNvPr id="208" name="Ink 207">
                  <a:extLst>
                    <a:ext uri="{FF2B5EF4-FFF2-40B4-BE49-F238E27FC236}">
                      <a16:creationId xmlns:a16="http://schemas.microsoft.com/office/drawing/2014/main" id="{AE1F8CA0-78F3-1355-D30E-19FF713EBBFD}"/>
                    </a:ext>
                  </a:extLst>
                </p:cNvPr>
                <p:cNvPicPr/>
                <p:nvPr/>
              </p:nvPicPr>
              <p:blipFill>
                <a:blip r:embed="rId335"/>
                <a:stretch>
                  <a:fillRect/>
                </a:stretch>
              </p:blipFill>
              <p:spPr>
                <a:xfrm>
                  <a:off x="11210510" y="3762397"/>
                  <a:ext cx="285480" cy="437760"/>
                </a:xfrm>
                <a:prstGeom prst="rect">
                  <a:avLst/>
                </a:prstGeom>
              </p:spPr>
            </p:pic>
          </mc:Fallback>
        </mc:AlternateContent>
        <mc:AlternateContent xmlns:mc="http://schemas.openxmlformats.org/markup-compatibility/2006">
          <mc:Choice xmlns:p14="http://schemas.microsoft.com/office/powerpoint/2010/main" Requires="p14">
            <p:contentPart p14:bwMode="auto" r:id="rId336">
              <p14:nvContentPartPr>
                <p14:cNvPr id="209" name="Ink 208">
                  <a:extLst>
                    <a:ext uri="{FF2B5EF4-FFF2-40B4-BE49-F238E27FC236}">
                      <a16:creationId xmlns:a16="http://schemas.microsoft.com/office/drawing/2014/main" id="{E36C276B-0402-6998-1501-FD7E209A1561}"/>
                    </a:ext>
                  </a:extLst>
                </p14:cNvPr>
                <p14:cNvContentPartPr/>
                <p14:nvPr/>
              </p14:nvContentPartPr>
              <p14:xfrm>
                <a:off x="11241470" y="4018357"/>
                <a:ext cx="117000" cy="37080"/>
              </p14:xfrm>
            </p:contentPart>
          </mc:Choice>
          <mc:Fallback>
            <p:pic>
              <p:nvPicPr>
                <p:cNvPr id="209" name="Ink 208">
                  <a:extLst>
                    <a:ext uri="{FF2B5EF4-FFF2-40B4-BE49-F238E27FC236}">
                      <a16:creationId xmlns:a16="http://schemas.microsoft.com/office/drawing/2014/main" id="{E36C276B-0402-6998-1501-FD7E209A1561}"/>
                    </a:ext>
                  </a:extLst>
                </p:cNvPr>
                <p:cNvPicPr/>
                <p:nvPr/>
              </p:nvPicPr>
              <p:blipFill>
                <a:blip r:embed="rId337"/>
                <a:stretch>
                  <a:fillRect/>
                </a:stretch>
              </p:blipFill>
              <p:spPr>
                <a:xfrm>
                  <a:off x="11223830" y="4000717"/>
                  <a:ext cx="152640" cy="72720"/>
                </a:xfrm>
                <a:prstGeom prst="rect">
                  <a:avLst/>
                </a:prstGeom>
              </p:spPr>
            </p:pic>
          </mc:Fallback>
        </mc:AlternateContent>
        <mc:AlternateContent xmlns:mc="http://schemas.openxmlformats.org/markup-compatibility/2006">
          <mc:Choice xmlns:p14="http://schemas.microsoft.com/office/powerpoint/2010/main" Requires="p14">
            <p:contentPart p14:bwMode="auto" r:id="rId338">
              <p14:nvContentPartPr>
                <p14:cNvPr id="210" name="Ink 209">
                  <a:extLst>
                    <a:ext uri="{FF2B5EF4-FFF2-40B4-BE49-F238E27FC236}">
                      <a16:creationId xmlns:a16="http://schemas.microsoft.com/office/drawing/2014/main" id="{4DA45F75-891C-AE41-4209-2EC2C847C2D4}"/>
                    </a:ext>
                  </a:extLst>
                </p14:cNvPr>
                <p14:cNvContentPartPr/>
                <p14:nvPr/>
              </p14:nvContentPartPr>
              <p14:xfrm>
                <a:off x="10537670" y="3930517"/>
                <a:ext cx="101520" cy="375480"/>
              </p14:xfrm>
            </p:contentPart>
          </mc:Choice>
          <mc:Fallback>
            <p:pic>
              <p:nvPicPr>
                <p:cNvPr id="210" name="Ink 209">
                  <a:extLst>
                    <a:ext uri="{FF2B5EF4-FFF2-40B4-BE49-F238E27FC236}">
                      <a16:creationId xmlns:a16="http://schemas.microsoft.com/office/drawing/2014/main" id="{4DA45F75-891C-AE41-4209-2EC2C847C2D4}"/>
                    </a:ext>
                  </a:extLst>
                </p:cNvPr>
                <p:cNvPicPr/>
                <p:nvPr/>
              </p:nvPicPr>
              <p:blipFill>
                <a:blip r:embed="rId339"/>
                <a:stretch>
                  <a:fillRect/>
                </a:stretch>
              </p:blipFill>
              <p:spPr>
                <a:xfrm>
                  <a:off x="10519670" y="3912877"/>
                  <a:ext cx="137160" cy="411120"/>
                </a:xfrm>
                <a:prstGeom prst="rect">
                  <a:avLst/>
                </a:prstGeom>
              </p:spPr>
            </p:pic>
          </mc:Fallback>
        </mc:AlternateContent>
        <mc:AlternateContent xmlns:mc="http://schemas.openxmlformats.org/markup-compatibility/2006">
          <mc:Choice xmlns:p14="http://schemas.microsoft.com/office/powerpoint/2010/main" Requires="p14">
            <p:contentPart p14:bwMode="auto" r:id="rId340">
              <p14:nvContentPartPr>
                <p14:cNvPr id="211" name="Ink 210">
                  <a:extLst>
                    <a:ext uri="{FF2B5EF4-FFF2-40B4-BE49-F238E27FC236}">
                      <a16:creationId xmlns:a16="http://schemas.microsoft.com/office/drawing/2014/main" id="{A704C4F9-7237-1DF2-8623-9F463FBB2EAA}"/>
                    </a:ext>
                  </a:extLst>
                </p14:cNvPr>
                <p14:cNvContentPartPr/>
                <p14:nvPr/>
              </p14:nvContentPartPr>
              <p14:xfrm>
                <a:off x="10602110" y="4278997"/>
                <a:ext cx="79920" cy="49680"/>
              </p14:xfrm>
            </p:contentPart>
          </mc:Choice>
          <mc:Fallback>
            <p:pic>
              <p:nvPicPr>
                <p:cNvPr id="211" name="Ink 210">
                  <a:extLst>
                    <a:ext uri="{FF2B5EF4-FFF2-40B4-BE49-F238E27FC236}">
                      <a16:creationId xmlns:a16="http://schemas.microsoft.com/office/drawing/2014/main" id="{A704C4F9-7237-1DF2-8623-9F463FBB2EAA}"/>
                    </a:ext>
                  </a:extLst>
                </p:cNvPr>
                <p:cNvPicPr/>
                <p:nvPr/>
              </p:nvPicPr>
              <p:blipFill>
                <a:blip r:embed="rId341"/>
                <a:stretch>
                  <a:fillRect/>
                </a:stretch>
              </p:blipFill>
              <p:spPr>
                <a:xfrm>
                  <a:off x="10584110" y="4261357"/>
                  <a:ext cx="115560" cy="85320"/>
                </a:xfrm>
                <a:prstGeom prst="rect">
                  <a:avLst/>
                </a:prstGeom>
              </p:spPr>
            </p:pic>
          </mc:Fallback>
        </mc:AlternateContent>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2700" rIns="0" bIns="0" rtlCol="0">
            <a:spAutoFit/>
          </a:bodyPr>
          <a:lstStyle/>
          <a:p>
            <a:pPr marL="24765">
              <a:lnSpc>
                <a:spcPct val="100000"/>
              </a:lnSpc>
              <a:spcBef>
                <a:spcPts val="100"/>
              </a:spcBef>
            </a:pPr>
            <a:r>
              <a:rPr dirty="0"/>
              <a:t>Shot</a:t>
            </a:r>
            <a:r>
              <a:rPr spc="155" dirty="0"/>
              <a:t> </a:t>
            </a:r>
            <a:r>
              <a:rPr spc="-10" dirty="0"/>
              <a:t>Noise</a:t>
            </a:r>
          </a:p>
        </p:txBody>
      </p:sp>
      <p:sp>
        <p:nvSpPr>
          <p:cNvPr id="4" name="object 4"/>
          <p:cNvSpPr txBox="1"/>
          <p:nvPr/>
        </p:nvSpPr>
        <p:spPr>
          <a:xfrm>
            <a:off x="303846" y="585151"/>
            <a:ext cx="9878060" cy="2228815"/>
          </a:xfrm>
          <a:prstGeom prst="rect">
            <a:avLst/>
          </a:prstGeom>
        </p:spPr>
        <p:txBody>
          <a:bodyPr vert="horz" wrap="square" lIns="0" tIns="12700" rIns="0" bIns="0" rtlCol="0">
            <a:spAutoFit/>
          </a:bodyPr>
          <a:lstStyle/>
          <a:p>
            <a:pPr marL="12700" marR="5080">
              <a:lnSpc>
                <a:spcPct val="100000"/>
              </a:lnSpc>
              <a:spcBef>
                <a:spcPts val="100"/>
              </a:spcBef>
            </a:pPr>
            <a:r>
              <a:rPr sz="1800" dirty="0">
                <a:latin typeface="Arial"/>
                <a:cs typeface="Arial"/>
              </a:rPr>
              <a:t>Shot</a:t>
            </a:r>
            <a:r>
              <a:rPr sz="1800" spc="-25" dirty="0">
                <a:latin typeface="Arial"/>
                <a:cs typeface="Arial"/>
              </a:rPr>
              <a:t> </a:t>
            </a:r>
            <a:r>
              <a:rPr sz="1800" dirty="0">
                <a:latin typeface="Arial"/>
                <a:cs typeface="Arial"/>
              </a:rPr>
              <a:t>noise</a:t>
            </a:r>
            <a:r>
              <a:rPr sz="1800" spc="-15" dirty="0">
                <a:latin typeface="Arial"/>
                <a:cs typeface="Arial"/>
              </a:rPr>
              <a:t> </a:t>
            </a:r>
            <a:r>
              <a:rPr sz="1800" dirty="0">
                <a:latin typeface="Arial"/>
                <a:cs typeface="Arial"/>
              </a:rPr>
              <a:t>is</a:t>
            </a:r>
            <a:r>
              <a:rPr sz="1800" spc="-25" dirty="0">
                <a:latin typeface="Arial"/>
                <a:cs typeface="Arial"/>
              </a:rPr>
              <a:t> </a:t>
            </a:r>
            <a:r>
              <a:rPr sz="1800" dirty="0">
                <a:latin typeface="Arial"/>
                <a:cs typeface="Arial"/>
              </a:rPr>
              <a:t>caused</a:t>
            </a:r>
            <a:r>
              <a:rPr sz="1800" spc="-15" dirty="0">
                <a:latin typeface="Arial"/>
                <a:cs typeface="Arial"/>
              </a:rPr>
              <a:t> </a:t>
            </a:r>
            <a:r>
              <a:rPr sz="1800" dirty="0">
                <a:latin typeface="Arial"/>
                <a:cs typeface="Arial"/>
              </a:rPr>
              <a:t>by</a:t>
            </a:r>
            <a:r>
              <a:rPr sz="1800" spc="-25" dirty="0">
                <a:latin typeface="Arial"/>
                <a:cs typeface="Arial"/>
              </a:rPr>
              <a:t> </a:t>
            </a:r>
            <a:r>
              <a:rPr sz="1800" dirty="0">
                <a:latin typeface="Arial"/>
                <a:cs typeface="Arial"/>
              </a:rPr>
              <a:t>the</a:t>
            </a:r>
            <a:r>
              <a:rPr sz="1800" spc="-30" dirty="0">
                <a:latin typeface="Arial"/>
                <a:cs typeface="Arial"/>
              </a:rPr>
              <a:t> </a:t>
            </a:r>
            <a:r>
              <a:rPr sz="1800" dirty="0">
                <a:latin typeface="Arial"/>
                <a:cs typeface="Arial"/>
              </a:rPr>
              <a:t>random</a:t>
            </a:r>
            <a:r>
              <a:rPr sz="1800" spc="-10" dirty="0">
                <a:latin typeface="Arial"/>
                <a:cs typeface="Arial"/>
              </a:rPr>
              <a:t> </a:t>
            </a:r>
            <a:r>
              <a:rPr sz="1800" dirty="0">
                <a:latin typeface="Arial"/>
                <a:cs typeface="Arial"/>
              </a:rPr>
              <a:t>arrival</a:t>
            </a:r>
            <a:r>
              <a:rPr sz="1800" spc="-15" dirty="0">
                <a:latin typeface="Arial"/>
                <a:cs typeface="Arial"/>
              </a:rPr>
              <a:t> </a:t>
            </a:r>
            <a:r>
              <a:rPr sz="1800" dirty="0">
                <a:latin typeface="Arial"/>
                <a:cs typeface="Arial"/>
              </a:rPr>
              <a:t>of</a:t>
            </a:r>
            <a:r>
              <a:rPr sz="1800" spc="-20" dirty="0">
                <a:latin typeface="Arial"/>
                <a:cs typeface="Arial"/>
              </a:rPr>
              <a:t> </a:t>
            </a:r>
            <a:r>
              <a:rPr sz="1800" dirty="0">
                <a:latin typeface="Arial"/>
                <a:cs typeface="Arial"/>
              </a:rPr>
              <a:t>charge</a:t>
            </a:r>
            <a:r>
              <a:rPr sz="1800" spc="-15" dirty="0">
                <a:latin typeface="Arial"/>
                <a:cs typeface="Arial"/>
              </a:rPr>
              <a:t> </a:t>
            </a:r>
            <a:r>
              <a:rPr sz="1800" dirty="0">
                <a:latin typeface="Arial"/>
                <a:cs typeface="Arial"/>
              </a:rPr>
              <a:t>carriers</a:t>
            </a:r>
            <a:r>
              <a:rPr sz="1800" spc="-25" dirty="0">
                <a:latin typeface="Arial"/>
                <a:cs typeface="Arial"/>
              </a:rPr>
              <a:t> </a:t>
            </a:r>
            <a:r>
              <a:rPr sz="1800" dirty="0">
                <a:latin typeface="Arial"/>
                <a:cs typeface="Arial"/>
              </a:rPr>
              <a:t>(e.g.,</a:t>
            </a:r>
            <a:r>
              <a:rPr sz="1800" spc="-20" dirty="0">
                <a:latin typeface="Arial"/>
                <a:cs typeface="Arial"/>
              </a:rPr>
              <a:t> </a:t>
            </a:r>
            <a:r>
              <a:rPr sz="1800" dirty="0">
                <a:latin typeface="Arial"/>
                <a:cs typeface="Arial"/>
              </a:rPr>
              <a:t>electrons</a:t>
            </a:r>
            <a:r>
              <a:rPr sz="1800" spc="-10" dirty="0">
                <a:latin typeface="Arial"/>
                <a:cs typeface="Arial"/>
              </a:rPr>
              <a:t> </a:t>
            </a:r>
            <a:r>
              <a:rPr sz="1800" dirty="0">
                <a:latin typeface="Arial"/>
                <a:cs typeface="Arial"/>
              </a:rPr>
              <a:t>or</a:t>
            </a:r>
            <a:r>
              <a:rPr sz="1800" spc="-25" dirty="0">
                <a:latin typeface="Arial"/>
                <a:cs typeface="Arial"/>
              </a:rPr>
              <a:t> </a:t>
            </a:r>
            <a:r>
              <a:rPr sz="1800" dirty="0">
                <a:latin typeface="Arial"/>
                <a:cs typeface="Arial"/>
              </a:rPr>
              <a:t>holes)</a:t>
            </a:r>
            <a:r>
              <a:rPr sz="1800" spc="-10" dirty="0">
                <a:latin typeface="Arial"/>
                <a:cs typeface="Arial"/>
              </a:rPr>
              <a:t> </a:t>
            </a:r>
            <a:r>
              <a:rPr sz="1800" dirty="0">
                <a:latin typeface="Arial"/>
                <a:cs typeface="Arial"/>
              </a:rPr>
              <a:t>at</a:t>
            </a:r>
            <a:r>
              <a:rPr sz="1800" spc="-30" dirty="0">
                <a:latin typeface="Arial"/>
                <a:cs typeface="Arial"/>
              </a:rPr>
              <a:t> </a:t>
            </a:r>
            <a:r>
              <a:rPr sz="1800" spc="-50" dirty="0">
                <a:latin typeface="Arial"/>
                <a:cs typeface="Arial"/>
              </a:rPr>
              <a:t>a </a:t>
            </a:r>
            <a:r>
              <a:rPr sz="1800" dirty="0">
                <a:latin typeface="Arial"/>
                <a:cs typeface="Arial"/>
              </a:rPr>
              <a:t>potential</a:t>
            </a:r>
            <a:r>
              <a:rPr sz="1800" spc="-30" dirty="0">
                <a:latin typeface="Arial"/>
                <a:cs typeface="Arial"/>
              </a:rPr>
              <a:t> </a:t>
            </a:r>
            <a:r>
              <a:rPr sz="1800" dirty="0">
                <a:latin typeface="Arial"/>
                <a:cs typeface="Arial"/>
              </a:rPr>
              <a:t>barrier</a:t>
            </a:r>
            <a:r>
              <a:rPr sz="1800" spc="-30" dirty="0">
                <a:latin typeface="Arial"/>
                <a:cs typeface="Arial"/>
              </a:rPr>
              <a:t> </a:t>
            </a:r>
            <a:r>
              <a:rPr sz="1800" dirty="0">
                <a:latin typeface="Arial"/>
                <a:cs typeface="Arial"/>
              </a:rPr>
              <a:t>or</a:t>
            </a:r>
            <a:r>
              <a:rPr sz="1800" spc="-35" dirty="0">
                <a:latin typeface="Arial"/>
                <a:cs typeface="Arial"/>
              </a:rPr>
              <a:t> </a:t>
            </a:r>
            <a:r>
              <a:rPr sz="1800" dirty="0">
                <a:latin typeface="Arial"/>
                <a:cs typeface="Arial"/>
              </a:rPr>
              <a:t>through</a:t>
            </a:r>
            <a:r>
              <a:rPr sz="1800" spc="-30" dirty="0">
                <a:latin typeface="Arial"/>
                <a:cs typeface="Arial"/>
              </a:rPr>
              <a:t> </a:t>
            </a:r>
            <a:r>
              <a:rPr sz="1800" dirty="0">
                <a:latin typeface="Arial"/>
                <a:cs typeface="Arial"/>
              </a:rPr>
              <a:t>a</a:t>
            </a:r>
            <a:r>
              <a:rPr sz="1800" spc="-45" dirty="0">
                <a:latin typeface="Arial"/>
                <a:cs typeface="Arial"/>
              </a:rPr>
              <a:t> </a:t>
            </a:r>
            <a:r>
              <a:rPr sz="1800" dirty="0">
                <a:latin typeface="Arial"/>
                <a:cs typeface="Arial"/>
              </a:rPr>
              <a:t>quantum</a:t>
            </a:r>
            <a:r>
              <a:rPr sz="1800" spc="-25" dirty="0">
                <a:latin typeface="Arial"/>
                <a:cs typeface="Arial"/>
              </a:rPr>
              <a:t> </a:t>
            </a:r>
            <a:r>
              <a:rPr sz="1800" dirty="0">
                <a:latin typeface="Arial"/>
                <a:cs typeface="Arial"/>
              </a:rPr>
              <a:t>tunneling</a:t>
            </a:r>
            <a:r>
              <a:rPr sz="1800" spc="-20" dirty="0">
                <a:latin typeface="Arial"/>
                <a:cs typeface="Arial"/>
              </a:rPr>
              <a:t> </a:t>
            </a:r>
            <a:r>
              <a:rPr sz="1800" dirty="0">
                <a:latin typeface="Arial"/>
                <a:cs typeface="Arial"/>
              </a:rPr>
              <a:t>process.</a:t>
            </a:r>
            <a:r>
              <a:rPr sz="1800" spc="-20" dirty="0">
                <a:latin typeface="Arial"/>
                <a:cs typeface="Arial"/>
              </a:rPr>
              <a:t> </a:t>
            </a:r>
            <a:r>
              <a:rPr sz="1800" dirty="0">
                <a:latin typeface="Arial"/>
                <a:cs typeface="Arial"/>
              </a:rPr>
              <a:t>Unlike</a:t>
            </a:r>
            <a:r>
              <a:rPr sz="1800" spc="-30" dirty="0">
                <a:latin typeface="Arial"/>
                <a:cs typeface="Arial"/>
              </a:rPr>
              <a:t> </a:t>
            </a:r>
            <a:r>
              <a:rPr sz="1800" dirty="0">
                <a:latin typeface="Arial"/>
                <a:cs typeface="Arial"/>
              </a:rPr>
              <a:t>thermal</a:t>
            </a:r>
            <a:r>
              <a:rPr sz="1800" spc="-30" dirty="0">
                <a:latin typeface="Arial"/>
                <a:cs typeface="Arial"/>
              </a:rPr>
              <a:t> </a:t>
            </a:r>
            <a:r>
              <a:rPr sz="1800" dirty="0">
                <a:latin typeface="Arial"/>
                <a:cs typeface="Arial"/>
              </a:rPr>
              <a:t>noise,</a:t>
            </a:r>
            <a:r>
              <a:rPr sz="1800" spc="-35" dirty="0">
                <a:latin typeface="Arial"/>
                <a:cs typeface="Arial"/>
              </a:rPr>
              <a:t> </a:t>
            </a:r>
            <a:r>
              <a:rPr sz="1800" dirty="0">
                <a:latin typeface="Arial"/>
                <a:cs typeface="Arial"/>
              </a:rPr>
              <a:t>which depends</a:t>
            </a:r>
            <a:r>
              <a:rPr sz="1800" spc="-15" dirty="0">
                <a:latin typeface="Arial"/>
                <a:cs typeface="Arial"/>
              </a:rPr>
              <a:t> </a:t>
            </a:r>
            <a:r>
              <a:rPr sz="1800" spc="-25" dirty="0">
                <a:latin typeface="Arial"/>
                <a:cs typeface="Arial"/>
              </a:rPr>
              <a:t>on </a:t>
            </a:r>
            <a:r>
              <a:rPr sz="1800" dirty="0">
                <a:latin typeface="Arial"/>
                <a:cs typeface="Arial"/>
              </a:rPr>
              <a:t>temperature,</a:t>
            </a:r>
            <a:r>
              <a:rPr sz="1800" spc="-15" dirty="0">
                <a:latin typeface="Arial"/>
                <a:cs typeface="Arial"/>
              </a:rPr>
              <a:t> </a:t>
            </a:r>
            <a:r>
              <a:rPr sz="1800" dirty="0">
                <a:latin typeface="Arial"/>
                <a:cs typeface="Arial"/>
              </a:rPr>
              <a:t>shot</a:t>
            </a:r>
            <a:r>
              <a:rPr sz="1800" spc="-25" dirty="0">
                <a:latin typeface="Arial"/>
                <a:cs typeface="Arial"/>
              </a:rPr>
              <a:t> </a:t>
            </a:r>
            <a:r>
              <a:rPr sz="1800" dirty="0">
                <a:latin typeface="Arial"/>
                <a:cs typeface="Arial"/>
              </a:rPr>
              <a:t>noise</a:t>
            </a:r>
            <a:r>
              <a:rPr sz="1800" spc="-20" dirty="0">
                <a:latin typeface="Arial"/>
                <a:cs typeface="Arial"/>
              </a:rPr>
              <a:t> </a:t>
            </a:r>
            <a:r>
              <a:rPr sz="1800" dirty="0">
                <a:latin typeface="Arial"/>
                <a:cs typeface="Arial"/>
              </a:rPr>
              <a:t>arises</a:t>
            </a:r>
            <a:r>
              <a:rPr sz="1800" spc="-25" dirty="0">
                <a:latin typeface="Arial"/>
                <a:cs typeface="Arial"/>
              </a:rPr>
              <a:t> </a:t>
            </a:r>
            <a:r>
              <a:rPr sz="1800" dirty="0">
                <a:latin typeface="Arial"/>
                <a:cs typeface="Arial"/>
              </a:rPr>
              <a:t>solely</a:t>
            </a:r>
            <a:r>
              <a:rPr sz="1800" spc="-15" dirty="0">
                <a:latin typeface="Arial"/>
                <a:cs typeface="Arial"/>
              </a:rPr>
              <a:t> </a:t>
            </a:r>
            <a:r>
              <a:rPr sz="1800" dirty="0">
                <a:latin typeface="Arial"/>
                <a:cs typeface="Arial"/>
              </a:rPr>
              <a:t>due</a:t>
            </a:r>
            <a:r>
              <a:rPr sz="1800" spc="-20" dirty="0">
                <a:latin typeface="Arial"/>
                <a:cs typeface="Arial"/>
              </a:rPr>
              <a:t> </a:t>
            </a:r>
            <a:r>
              <a:rPr sz="1800" dirty="0">
                <a:latin typeface="Arial"/>
                <a:cs typeface="Arial"/>
              </a:rPr>
              <a:t>to</a:t>
            </a:r>
            <a:r>
              <a:rPr sz="1800" spc="-30" dirty="0">
                <a:latin typeface="Arial"/>
                <a:cs typeface="Arial"/>
              </a:rPr>
              <a:t> </a:t>
            </a:r>
            <a:r>
              <a:rPr sz="1800" dirty="0">
                <a:latin typeface="Arial"/>
                <a:cs typeface="Arial"/>
              </a:rPr>
              <a:t>the</a:t>
            </a:r>
            <a:r>
              <a:rPr sz="1800" spc="-35" dirty="0">
                <a:latin typeface="Arial"/>
                <a:cs typeface="Arial"/>
              </a:rPr>
              <a:t> </a:t>
            </a:r>
            <a:r>
              <a:rPr sz="1800" dirty="0">
                <a:latin typeface="Arial"/>
                <a:cs typeface="Arial"/>
              </a:rPr>
              <a:t>quantization</a:t>
            </a:r>
            <a:r>
              <a:rPr sz="1800" spc="-5" dirty="0">
                <a:latin typeface="Arial"/>
                <a:cs typeface="Arial"/>
              </a:rPr>
              <a:t> </a:t>
            </a:r>
            <a:r>
              <a:rPr sz="1800" dirty="0">
                <a:latin typeface="Arial"/>
                <a:cs typeface="Arial"/>
              </a:rPr>
              <a:t>of</a:t>
            </a:r>
            <a:r>
              <a:rPr sz="1800" spc="-35" dirty="0">
                <a:latin typeface="Arial"/>
                <a:cs typeface="Arial"/>
              </a:rPr>
              <a:t> </a:t>
            </a:r>
            <a:r>
              <a:rPr sz="1800" spc="-10" dirty="0">
                <a:latin typeface="Arial"/>
                <a:cs typeface="Arial"/>
              </a:rPr>
              <a:t>charge.</a:t>
            </a:r>
            <a:endParaRPr sz="1800" dirty="0">
              <a:latin typeface="Arial"/>
              <a:cs typeface="Arial"/>
            </a:endParaRPr>
          </a:p>
          <a:p>
            <a:pPr marL="12700">
              <a:lnSpc>
                <a:spcPct val="100000"/>
              </a:lnSpc>
            </a:pPr>
            <a:r>
              <a:rPr sz="1800" b="1" dirty="0">
                <a:latin typeface="Arial"/>
                <a:cs typeface="Arial"/>
              </a:rPr>
              <a:t>Key</a:t>
            </a:r>
            <a:r>
              <a:rPr sz="1800" b="1" spc="-20" dirty="0">
                <a:latin typeface="Arial"/>
                <a:cs typeface="Arial"/>
              </a:rPr>
              <a:t> </a:t>
            </a:r>
            <a:r>
              <a:rPr sz="1800" b="1" spc="-10" dirty="0">
                <a:latin typeface="Arial"/>
                <a:cs typeface="Arial"/>
              </a:rPr>
              <a:t>Characteristics:</a:t>
            </a:r>
            <a:endParaRPr sz="1800" dirty="0">
              <a:latin typeface="Arial"/>
              <a:cs typeface="Arial"/>
            </a:endParaRPr>
          </a:p>
          <a:p>
            <a:pPr marL="91440" indent="-88900">
              <a:lnSpc>
                <a:spcPct val="100000"/>
              </a:lnSpc>
              <a:buSzPct val="94444"/>
              <a:buChar char="•"/>
              <a:tabLst>
                <a:tab pos="91440" algn="l"/>
              </a:tabLst>
            </a:pPr>
            <a:r>
              <a:rPr sz="1800" dirty="0">
                <a:latin typeface="Arial"/>
                <a:cs typeface="Arial"/>
              </a:rPr>
              <a:t>It</a:t>
            </a:r>
            <a:r>
              <a:rPr sz="1800" spc="-35" dirty="0">
                <a:latin typeface="Arial"/>
                <a:cs typeface="Arial"/>
              </a:rPr>
              <a:t> </a:t>
            </a:r>
            <a:r>
              <a:rPr sz="1800" dirty="0">
                <a:latin typeface="Arial"/>
                <a:cs typeface="Arial"/>
              </a:rPr>
              <a:t>is</a:t>
            </a:r>
            <a:r>
              <a:rPr sz="1800" spc="-30" dirty="0">
                <a:latin typeface="Arial"/>
                <a:cs typeface="Arial"/>
              </a:rPr>
              <a:t> </a:t>
            </a:r>
            <a:r>
              <a:rPr sz="1800" dirty="0">
                <a:latin typeface="Arial"/>
                <a:cs typeface="Arial"/>
              </a:rPr>
              <a:t>independent</a:t>
            </a:r>
            <a:r>
              <a:rPr sz="1800" spc="10" dirty="0">
                <a:latin typeface="Arial"/>
                <a:cs typeface="Arial"/>
              </a:rPr>
              <a:t> </a:t>
            </a:r>
            <a:r>
              <a:rPr sz="1800" dirty="0">
                <a:latin typeface="Arial"/>
                <a:cs typeface="Arial"/>
              </a:rPr>
              <a:t>of</a:t>
            </a:r>
            <a:r>
              <a:rPr sz="1800" spc="-35" dirty="0">
                <a:latin typeface="Arial"/>
                <a:cs typeface="Arial"/>
              </a:rPr>
              <a:t> </a:t>
            </a:r>
            <a:r>
              <a:rPr sz="1800" spc="-10" dirty="0">
                <a:latin typeface="Arial"/>
                <a:cs typeface="Arial"/>
              </a:rPr>
              <a:t>temperature.</a:t>
            </a:r>
            <a:endParaRPr sz="1800" dirty="0">
              <a:latin typeface="Arial"/>
              <a:cs typeface="Arial"/>
            </a:endParaRPr>
          </a:p>
          <a:p>
            <a:pPr marL="91440" indent="-88900">
              <a:lnSpc>
                <a:spcPct val="100000"/>
              </a:lnSpc>
              <a:buSzPct val="94444"/>
              <a:buChar char="•"/>
              <a:tabLst>
                <a:tab pos="91440" algn="l"/>
              </a:tabLst>
            </a:pPr>
            <a:r>
              <a:rPr sz="1800" dirty="0">
                <a:latin typeface="Arial"/>
                <a:cs typeface="Arial"/>
              </a:rPr>
              <a:t>It</a:t>
            </a:r>
            <a:r>
              <a:rPr sz="1800" spc="-35" dirty="0">
                <a:latin typeface="Arial"/>
                <a:cs typeface="Arial"/>
              </a:rPr>
              <a:t> </a:t>
            </a:r>
            <a:r>
              <a:rPr sz="1800" dirty="0">
                <a:latin typeface="Arial"/>
                <a:cs typeface="Arial"/>
              </a:rPr>
              <a:t>is</a:t>
            </a:r>
            <a:r>
              <a:rPr sz="1800" spc="-30" dirty="0">
                <a:latin typeface="Arial"/>
                <a:cs typeface="Arial"/>
              </a:rPr>
              <a:t> </a:t>
            </a:r>
            <a:r>
              <a:rPr sz="1800" dirty="0">
                <a:latin typeface="Arial"/>
                <a:cs typeface="Arial"/>
              </a:rPr>
              <a:t>proportional</a:t>
            </a:r>
            <a:r>
              <a:rPr sz="1800" spc="-10" dirty="0">
                <a:latin typeface="Arial"/>
                <a:cs typeface="Arial"/>
              </a:rPr>
              <a:t> </a:t>
            </a:r>
            <a:r>
              <a:rPr sz="1800" dirty="0">
                <a:latin typeface="Arial"/>
                <a:cs typeface="Arial"/>
              </a:rPr>
              <a:t>to</a:t>
            </a:r>
            <a:r>
              <a:rPr sz="1800" spc="-30" dirty="0">
                <a:latin typeface="Arial"/>
                <a:cs typeface="Arial"/>
              </a:rPr>
              <a:t> </a:t>
            </a:r>
            <a:r>
              <a:rPr sz="1800" dirty="0">
                <a:latin typeface="Arial"/>
                <a:cs typeface="Arial"/>
              </a:rPr>
              <a:t>the</a:t>
            </a:r>
            <a:r>
              <a:rPr sz="1800" spc="-35" dirty="0">
                <a:latin typeface="Arial"/>
                <a:cs typeface="Arial"/>
              </a:rPr>
              <a:t> </a:t>
            </a:r>
            <a:r>
              <a:rPr sz="1800" dirty="0">
                <a:latin typeface="Arial"/>
                <a:cs typeface="Arial"/>
              </a:rPr>
              <a:t>average</a:t>
            </a:r>
            <a:r>
              <a:rPr sz="1800" spc="-20" dirty="0">
                <a:latin typeface="Arial"/>
                <a:cs typeface="Arial"/>
              </a:rPr>
              <a:t> </a:t>
            </a:r>
            <a:r>
              <a:rPr sz="1800" dirty="0">
                <a:latin typeface="Arial"/>
                <a:cs typeface="Arial"/>
              </a:rPr>
              <a:t>current</a:t>
            </a:r>
            <a:r>
              <a:rPr sz="1800" spc="-10" dirty="0">
                <a:latin typeface="Arial"/>
                <a:cs typeface="Arial"/>
              </a:rPr>
              <a:t> </a:t>
            </a:r>
            <a:r>
              <a:rPr sz="1800" dirty="0">
                <a:latin typeface="Arial"/>
                <a:cs typeface="Arial"/>
              </a:rPr>
              <a:t>and</a:t>
            </a:r>
            <a:r>
              <a:rPr sz="1800" spc="-35" dirty="0">
                <a:latin typeface="Arial"/>
                <a:cs typeface="Arial"/>
              </a:rPr>
              <a:t> </a:t>
            </a:r>
            <a:r>
              <a:rPr sz="1800" dirty="0">
                <a:latin typeface="Arial"/>
                <a:cs typeface="Arial"/>
              </a:rPr>
              <a:t>depends</a:t>
            </a:r>
            <a:r>
              <a:rPr sz="1800" spc="-5" dirty="0">
                <a:latin typeface="Arial"/>
                <a:cs typeface="Arial"/>
              </a:rPr>
              <a:t> </a:t>
            </a:r>
            <a:r>
              <a:rPr sz="1800" dirty="0">
                <a:latin typeface="Arial"/>
                <a:cs typeface="Arial"/>
              </a:rPr>
              <a:t>on</a:t>
            </a:r>
            <a:r>
              <a:rPr sz="1800" spc="-35" dirty="0">
                <a:latin typeface="Arial"/>
                <a:cs typeface="Arial"/>
              </a:rPr>
              <a:t> </a:t>
            </a:r>
            <a:r>
              <a:rPr sz="1800" dirty="0">
                <a:latin typeface="Arial"/>
                <a:cs typeface="Arial"/>
              </a:rPr>
              <a:t>the</a:t>
            </a:r>
            <a:r>
              <a:rPr sz="1800" spc="-30" dirty="0">
                <a:latin typeface="Arial"/>
                <a:cs typeface="Arial"/>
              </a:rPr>
              <a:t> </a:t>
            </a:r>
            <a:r>
              <a:rPr sz="1800" dirty="0">
                <a:latin typeface="Arial"/>
                <a:cs typeface="Arial"/>
              </a:rPr>
              <a:t>bandwidth</a:t>
            </a:r>
            <a:r>
              <a:rPr sz="1800" spc="15" dirty="0">
                <a:latin typeface="Arial"/>
                <a:cs typeface="Arial"/>
              </a:rPr>
              <a:t> </a:t>
            </a:r>
            <a:r>
              <a:rPr sz="1800" dirty="0">
                <a:latin typeface="Arial"/>
                <a:cs typeface="Arial"/>
              </a:rPr>
              <a:t>of</a:t>
            </a:r>
            <a:r>
              <a:rPr sz="1800" spc="-25" dirty="0">
                <a:latin typeface="Arial"/>
                <a:cs typeface="Arial"/>
              </a:rPr>
              <a:t> </a:t>
            </a:r>
            <a:r>
              <a:rPr sz="1800" spc="-10" dirty="0">
                <a:latin typeface="Arial"/>
                <a:cs typeface="Arial"/>
              </a:rPr>
              <a:t>observation.</a:t>
            </a:r>
            <a:endParaRPr sz="1800" dirty="0">
              <a:latin typeface="Arial"/>
              <a:cs typeface="Arial"/>
            </a:endParaRPr>
          </a:p>
          <a:p>
            <a:pPr marL="91440" indent="-88900">
              <a:lnSpc>
                <a:spcPct val="100000"/>
              </a:lnSpc>
              <a:buSzPct val="94444"/>
              <a:buChar char="•"/>
              <a:tabLst>
                <a:tab pos="91440" algn="l"/>
              </a:tabLst>
            </a:pPr>
            <a:r>
              <a:rPr sz="1800" dirty="0">
                <a:latin typeface="Arial"/>
                <a:cs typeface="Arial"/>
              </a:rPr>
              <a:t>It</a:t>
            </a:r>
            <a:r>
              <a:rPr sz="1800" spc="-50" dirty="0">
                <a:latin typeface="Arial"/>
                <a:cs typeface="Arial"/>
              </a:rPr>
              <a:t> </a:t>
            </a:r>
            <a:r>
              <a:rPr sz="1800" dirty="0">
                <a:latin typeface="Arial"/>
                <a:cs typeface="Arial"/>
              </a:rPr>
              <a:t>is</a:t>
            </a:r>
            <a:r>
              <a:rPr sz="1800" spc="-40" dirty="0">
                <a:latin typeface="Arial"/>
                <a:cs typeface="Arial"/>
              </a:rPr>
              <a:t> </a:t>
            </a:r>
            <a:r>
              <a:rPr sz="1800" dirty="0">
                <a:latin typeface="Arial"/>
                <a:cs typeface="Arial"/>
              </a:rPr>
              <a:t>most</a:t>
            </a:r>
            <a:r>
              <a:rPr sz="1800" spc="-40" dirty="0">
                <a:latin typeface="Arial"/>
                <a:cs typeface="Arial"/>
              </a:rPr>
              <a:t> </a:t>
            </a:r>
            <a:r>
              <a:rPr sz="1800" dirty="0">
                <a:latin typeface="Arial"/>
                <a:cs typeface="Arial"/>
              </a:rPr>
              <a:t>commonly</a:t>
            </a:r>
            <a:r>
              <a:rPr sz="1800" spc="-30" dirty="0">
                <a:latin typeface="Arial"/>
                <a:cs typeface="Arial"/>
              </a:rPr>
              <a:t> </a:t>
            </a:r>
            <a:r>
              <a:rPr sz="1800" dirty="0">
                <a:latin typeface="Arial"/>
                <a:cs typeface="Arial"/>
              </a:rPr>
              <a:t>observed</a:t>
            </a:r>
            <a:r>
              <a:rPr sz="1800" spc="-35" dirty="0">
                <a:latin typeface="Arial"/>
                <a:cs typeface="Arial"/>
              </a:rPr>
              <a:t> </a:t>
            </a:r>
            <a:r>
              <a:rPr sz="1800" dirty="0">
                <a:latin typeface="Arial"/>
                <a:cs typeface="Arial"/>
              </a:rPr>
              <a:t>in</a:t>
            </a:r>
            <a:r>
              <a:rPr sz="1800" spc="-45" dirty="0">
                <a:latin typeface="Arial"/>
                <a:cs typeface="Arial"/>
              </a:rPr>
              <a:t> </a:t>
            </a:r>
            <a:r>
              <a:rPr sz="1800" b="1" dirty="0">
                <a:latin typeface="Arial"/>
                <a:cs typeface="Arial"/>
              </a:rPr>
              <a:t>semiconductor</a:t>
            </a:r>
            <a:r>
              <a:rPr sz="1800" b="1" spc="-50" dirty="0">
                <a:latin typeface="Arial"/>
                <a:cs typeface="Arial"/>
              </a:rPr>
              <a:t> </a:t>
            </a:r>
            <a:r>
              <a:rPr sz="1800" b="1" dirty="0">
                <a:latin typeface="Arial"/>
                <a:cs typeface="Arial"/>
              </a:rPr>
              <a:t>junctions</a:t>
            </a:r>
            <a:r>
              <a:rPr sz="1800" dirty="0">
                <a:latin typeface="Arial"/>
                <a:cs typeface="Arial"/>
              </a:rPr>
              <a:t>,</a:t>
            </a:r>
            <a:r>
              <a:rPr sz="1800" spc="-60" dirty="0">
                <a:latin typeface="Arial"/>
                <a:cs typeface="Arial"/>
              </a:rPr>
              <a:t> </a:t>
            </a:r>
            <a:r>
              <a:rPr sz="1800" b="1" dirty="0">
                <a:latin typeface="Arial"/>
                <a:cs typeface="Arial"/>
              </a:rPr>
              <a:t>vacuum</a:t>
            </a:r>
            <a:r>
              <a:rPr sz="1800" b="1" spc="-10" dirty="0">
                <a:latin typeface="Arial"/>
                <a:cs typeface="Arial"/>
              </a:rPr>
              <a:t> </a:t>
            </a:r>
            <a:r>
              <a:rPr sz="1800" b="1" dirty="0">
                <a:latin typeface="Arial"/>
                <a:cs typeface="Arial"/>
              </a:rPr>
              <a:t>diodes</a:t>
            </a:r>
            <a:r>
              <a:rPr sz="1800" dirty="0">
                <a:latin typeface="Arial"/>
                <a:cs typeface="Arial"/>
              </a:rPr>
              <a:t>,</a:t>
            </a:r>
            <a:r>
              <a:rPr sz="1800" spc="-45" dirty="0">
                <a:latin typeface="Arial"/>
                <a:cs typeface="Arial"/>
              </a:rPr>
              <a:t> </a:t>
            </a:r>
            <a:r>
              <a:rPr sz="1800" spc="-25" dirty="0">
                <a:latin typeface="Arial"/>
                <a:cs typeface="Arial"/>
              </a:rPr>
              <a:t>and</a:t>
            </a:r>
            <a:endParaRPr sz="1800" dirty="0">
              <a:latin typeface="Arial"/>
              <a:cs typeface="Arial"/>
            </a:endParaRPr>
          </a:p>
          <a:p>
            <a:pPr marL="12700">
              <a:lnSpc>
                <a:spcPct val="100000"/>
              </a:lnSpc>
            </a:pPr>
            <a:r>
              <a:rPr sz="1800" b="1" spc="-10" dirty="0">
                <a:latin typeface="Arial"/>
                <a:cs typeface="Arial"/>
              </a:rPr>
              <a:t>photodetectors</a:t>
            </a:r>
            <a:r>
              <a:rPr sz="1800" spc="-10" dirty="0">
                <a:latin typeface="Arial"/>
                <a:cs typeface="Arial"/>
              </a:rPr>
              <a:t>.</a:t>
            </a:r>
            <a:endParaRPr sz="1800" dirty="0">
              <a:latin typeface="Arial"/>
              <a:cs typeface="Arial"/>
            </a:endParaRPr>
          </a:p>
        </p:txBody>
      </p:sp>
      <p:pic>
        <p:nvPicPr>
          <p:cNvPr id="6" name="Picture 5" descr="A white paper with black text&#10;&#10;AI-generated content may be incorrect.">
            <a:extLst>
              <a:ext uri="{FF2B5EF4-FFF2-40B4-BE49-F238E27FC236}">
                <a16:creationId xmlns:a16="http://schemas.microsoft.com/office/drawing/2014/main" id="{035BDF26-1475-A030-85D6-3DF15105D5A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185248" y="2514600"/>
            <a:ext cx="6733386" cy="4231746"/>
          </a:xfrm>
          <a:prstGeom prst="rect">
            <a:avLst/>
          </a:prstGeom>
        </p:spPr>
      </p:pic>
      <p:grpSp>
        <p:nvGrpSpPr>
          <p:cNvPr id="45" name="Group 44">
            <a:extLst>
              <a:ext uri="{FF2B5EF4-FFF2-40B4-BE49-F238E27FC236}">
                <a16:creationId xmlns:a16="http://schemas.microsoft.com/office/drawing/2014/main" id="{97CEDEC9-E15C-C4F0-A3CF-CABA230104A3}"/>
              </a:ext>
            </a:extLst>
          </p:cNvPr>
          <p:cNvGrpSpPr/>
          <p:nvPr/>
        </p:nvGrpSpPr>
        <p:grpSpPr>
          <a:xfrm>
            <a:off x="3166670" y="4587157"/>
            <a:ext cx="338760" cy="761040"/>
            <a:chOff x="3166670" y="4587157"/>
            <a:chExt cx="338760" cy="761040"/>
          </a:xfrm>
        </p:grpSpPr>
        <mc:AlternateContent xmlns:mc="http://schemas.openxmlformats.org/markup-compatibility/2006">
          <mc:Choice xmlns:p14="http://schemas.microsoft.com/office/powerpoint/2010/main" Requires="p14">
            <p:contentPart p14:bwMode="auto" r:id="rId3">
              <p14:nvContentPartPr>
                <p14:cNvPr id="31" name="Ink 30">
                  <a:extLst>
                    <a:ext uri="{FF2B5EF4-FFF2-40B4-BE49-F238E27FC236}">
                      <a16:creationId xmlns:a16="http://schemas.microsoft.com/office/drawing/2014/main" id="{6CE3DF32-6BD6-B4E5-FC43-3040EFBB9E6F}"/>
                    </a:ext>
                  </a:extLst>
                </p14:cNvPr>
                <p14:cNvContentPartPr/>
                <p14:nvPr/>
              </p14:nvContentPartPr>
              <p14:xfrm>
                <a:off x="3250550" y="4587157"/>
                <a:ext cx="254880" cy="724680"/>
              </p14:xfrm>
            </p:contentPart>
          </mc:Choice>
          <mc:Fallback>
            <p:pic>
              <p:nvPicPr>
                <p:cNvPr id="31" name="Ink 30">
                  <a:extLst>
                    <a:ext uri="{FF2B5EF4-FFF2-40B4-BE49-F238E27FC236}">
                      <a16:creationId xmlns:a16="http://schemas.microsoft.com/office/drawing/2014/main" id="{6CE3DF32-6BD6-B4E5-FC43-3040EFBB9E6F}"/>
                    </a:ext>
                  </a:extLst>
                </p:cNvPr>
                <p:cNvPicPr/>
                <p:nvPr/>
              </p:nvPicPr>
              <p:blipFill>
                <a:blip r:embed="rId4"/>
                <a:stretch>
                  <a:fillRect/>
                </a:stretch>
              </p:blipFill>
              <p:spPr>
                <a:xfrm>
                  <a:off x="3232910" y="4569517"/>
                  <a:ext cx="290520" cy="760320"/>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32" name="Ink 31">
                  <a:extLst>
                    <a:ext uri="{FF2B5EF4-FFF2-40B4-BE49-F238E27FC236}">
                      <a16:creationId xmlns:a16="http://schemas.microsoft.com/office/drawing/2014/main" id="{F98F34B6-1058-5C63-C929-D0E3143F1FA1}"/>
                    </a:ext>
                  </a:extLst>
                </p14:cNvPr>
                <p14:cNvContentPartPr/>
                <p14:nvPr/>
              </p14:nvContentPartPr>
              <p14:xfrm>
                <a:off x="3166670" y="5232997"/>
                <a:ext cx="213840" cy="115200"/>
              </p14:xfrm>
            </p:contentPart>
          </mc:Choice>
          <mc:Fallback>
            <p:pic>
              <p:nvPicPr>
                <p:cNvPr id="32" name="Ink 31">
                  <a:extLst>
                    <a:ext uri="{FF2B5EF4-FFF2-40B4-BE49-F238E27FC236}">
                      <a16:creationId xmlns:a16="http://schemas.microsoft.com/office/drawing/2014/main" id="{F98F34B6-1058-5C63-C929-D0E3143F1FA1}"/>
                    </a:ext>
                  </a:extLst>
                </p:cNvPr>
                <p:cNvPicPr/>
                <p:nvPr/>
              </p:nvPicPr>
              <p:blipFill>
                <a:blip r:embed="rId6"/>
                <a:stretch>
                  <a:fillRect/>
                </a:stretch>
              </p:blipFill>
              <p:spPr>
                <a:xfrm>
                  <a:off x="3148670" y="5214997"/>
                  <a:ext cx="249480" cy="150840"/>
                </a:xfrm>
                <a:prstGeom prst="rect">
                  <a:avLst/>
                </a:prstGeom>
              </p:spPr>
            </p:pic>
          </mc:Fallback>
        </mc:AlternateContent>
      </p:grpSp>
      <p:grpSp>
        <p:nvGrpSpPr>
          <p:cNvPr id="44" name="Group 43">
            <a:extLst>
              <a:ext uri="{FF2B5EF4-FFF2-40B4-BE49-F238E27FC236}">
                <a16:creationId xmlns:a16="http://schemas.microsoft.com/office/drawing/2014/main" id="{C8502C90-E887-DF68-01B2-BE5242B3535A}"/>
              </a:ext>
            </a:extLst>
          </p:cNvPr>
          <p:cNvGrpSpPr/>
          <p:nvPr/>
        </p:nvGrpSpPr>
        <p:grpSpPr>
          <a:xfrm>
            <a:off x="2610470" y="5579677"/>
            <a:ext cx="1161000" cy="754920"/>
            <a:chOff x="2610470" y="5579677"/>
            <a:chExt cx="1161000" cy="754920"/>
          </a:xfrm>
        </p:grpSpPr>
        <mc:AlternateContent xmlns:mc="http://schemas.openxmlformats.org/markup-compatibility/2006">
          <mc:Choice xmlns:p14="http://schemas.microsoft.com/office/powerpoint/2010/main" Requires="p14">
            <p:contentPart p14:bwMode="auto" r:id="rId7">
              <p14:nvContentPartPr>
                <p14:cNvPr id="33" name="Ink 32">
                  <a:extLst>
                    <a:ext uri="{FF2B5EF4-FFF2-40B4-BE49-F238E27FC236}">
                      <a16:creationId xmlns:a16="http://schemas.microsoft.com/office/drawing/2014/main" id="{B5902D94-D1A2-F210-93A2-2ED196FBFF2A}"/>
                    </a:ext>
                  </a:extLst>
                </p14:cNvPr>
                <p14:cNvContentPartPr/>
                <p14:nvPr/>
              </p14:nvContentPartPr>
              <p14:xfrm>
                <a:off x="2610470" y="5720437"/>
                <a:ext cx="417960" cy="244440"/>
              </p14:xfrm>
            </p:contentPart>
          </mc:Choice>
          <mc:Fallback>
            <p:pic>
              <p:nvPicPr>
                <p:cNvPr id="33" name="Ink 32">
                  <a:extLst>
                    <a:ext uri="{FF2B5EF4-FFF2-40B4-BE49-F238E27FC236}">
                      <a16:creationId xmlns:a16="http://schemas.microsoft.com/office/drawing/2014/main" id="{B5902D94-D1A2-F210-93A2-2ED196FBFF2A}"/>
                    </a:ext>
                  </a:extLst>
                </p:cNvPr>
                <p:cNvPicPr/>
                <p:nvPr/>
              </p:nvPicPr>
              <p:blipFill>
                <a:blip r:embed="rId8"/>
                <a:stretch>
                  <a:fillRect/>
                </a:stretch>
              </p:blipFill>
              <p:spPr>
                <a:xfrm>
                  <a:off x="2592470" y="5702797"/>
                  <a:ext cx="453600" cy="280080"/>
                </a:xfrm>
                <a:prstGeom prst="rect">
                  <a:avLst/>
                </a:prstGeom>
              </p:spPr>
            </p:pic>
          </mc:Fallback>
        </mc:AlternateContent>
        <mc:AlternateContent xmlns:mc="http://schemas.openxmlformats.org/markup-compatibility/2006">
          <mc:Choice xmlns:p14="http://schemas.microsoft.com/office/powerpoint/2010/main" Requires="p14">
            <p:contentPart p14:bwMode="auto" r:id="rId9">
              <p14:nvContentPartPr>
                <p14:cNvPr id="34" name="Ink 33">
                  <a:extLst>
                    <a:ext uri="{FF2B5EF4-FFF2-40B4-BE49-F238E27FC236}">
                      <a16:creationId xmlns:a16="http://schemas.microsoft.com/office/drawing/2014/main" id="{56C7159B-BC9D-005A-0591-9E4DA309D2C3}"/>
                    </a:ext>
                  </a:extLst>
                </p14:cNvPr>
                <p14:cNvContentPartPr/>
                <p14:nvPr/>
              </p14:nvContentPartPr>
              <p14:xfrm>
                <a:off x="3093230" y="5761117"/>
                <a:ext cx="61920" cy="116640"/>
              </p14:xfrm>
            </p:contentPart>
          </mc:Choice>
          <mc:Fallback>
            <p:pic>
              <p:nvPicPr>
                <p:cNvPr id="34" name="Ink 33">
                  <a:extLst>
                    <a:ext uri="{FF2B5EF4-FFF2-40B4-BE49-F238E27FC236}">
                      <a16:creationId xmlns:a16="http://schemas.microsoft.com/office/drawing/2014/main" id="{56C7159B-BC9D-005A-0591-9E4DA309D2C3}"/>
                    </a:ext>
                  </a:extLst>
                </p:cNvPr>
                <p:cNvPicPr/>
                <p:nvPr/>
              </p:nvPicPr>
              <p:blipFill>
                <a:blip r:embed="rId10"/>
                <a:stretch>
                  <a:fillRect/>
                </a:stretch>
              </p:blipFill>
              <p:spPr>
                <a:xfrm>
                  <a:off x="3075590" y="5743117"/>
                  <a:ext cx="97560" cy="152280"/>
                </a:xfrm>
                <a:prstGeom prst="rect">
                  <a:avLst/>
                </a:prstGeom>
              </p:spPr>
            </p:pic>
          </mc:Fallback>
        </mc:AlternateContent>
        <mc:AlternateContent xmlns:mc="http://schemas.openxmlformats.org/markup-compatibility/2006">
          <mc:Choice xmlns:p14="http://schemas.microsoft.com/office/powerpoint/2010/main" Requires="p14">
            <p:contentPart p14:bwMode="auto" r:id="rId11">
              <p14:nvContentPartPr>
                <p14:cNvPr id="35" name="Ink 34">
                  <a:extLst>
                    <a:ext uri="{FF2B5EF4-FFF2-40B4-BE49-F238E27FC236}">
                      <a16:creationId xmlns:a16="http://schemas.microsoft.com/office/drawing/2014/main" id="{A4C58A70-488F-3DDE-C9EF-58DB56148B12}"/>
                    </a:ext>
                  </a:extLst>
                </p14:cNvPr>
                <p14:cNvContentPartPr/>
                <p14:nvPr/>
              </p14:nvContentPartPr>
              <p14:xfrm>
                <a:off x="3096830" y="5598397"/>
                <a:ext cx="16200" cy="36360"/>
              </p14:xfrm>
            </p:contentPart>
          </mc:Choice>
          <mc:Fallback>
            <p:pic>
              <p:nvPicPr>
                <p:cNvPr id="35" name="Ink 34">
                  <a:extLst>
                    <a:ext uri="{FF2B5EF4-FFF2-40B4-BE49-F238E27FC236}">
                      <a16:creationId xmlns:a16="http://schemas.microsoft.com/office/drawing/2014/main" id="{A4C58A70-488F-3DDE-C9EF-58DB56148B12}"/>
                    </a:ext>
                  </a:extLst>
                </p:cNvPr>
                <p:cNvPicPr/>
                <p:nvPr/>
              </p:nvPicPr>
              <p:blipFill>
                <a:blip r:embed="rId12"/>
                <a:stretch>
                  <a:fillRect/>
                </a:stretch>
              </p:blipFill>
              <p:spPr>
                <a:xfrm>
                  <a:off x="3078830" y="5580757"/>
                  <a:ext cx="51840" cy="72000"/>
                </a:xfrm>
                <a:prstGeom prst="rect">
                  <a:avLst/>
                </a:prstGeom>
              </p:spPr>
            </p:pic>
          </mc:Fallback>
        </mc:AlternateContent>
        <mc:AlternateContent xmlns:mc="http://schemas.openxmlformats.org/markup-compatibility/2006">
          <mc:Choice xmlns:p14="http://schemas.microsoft.com/office/powerpoint/2010/main" Requires="p14">
            <p:contentPart p14:bwMode="auto" r:id="rId13">
              <p14:nvContentPartPr>
                <p14:cNvPr id="36" name="Ink 35">
                  <a:extLst>
                    <a:ext uri="{FF2B5EF4-FFF2-40B4-BE49-F238E27FC236}">
                      <a16:creationId xmlns:a16="http://schemas.microsoft.com/office/drawing/2014/main" id="{35F0B8E0-49D8-B161-316C-7A9AC91BE483}"/>
                    </a:ext>
                  </a:extLst>
                </p14:cNvPr>
                <p14:cNvContentPartPr/>
                <p14:nvPr/>
              </p14:nvContentPartPr>
              <p14:xfrm>
                <a:off x="3245870" y="5579677"/>
                <a:ext cx="60480" cy="195120"/>
              </p14:xfrm>
            </p:contentPart>
          </mc:Choice>
          <mc:Fallback>
            <p:pic>
              <p:nvPicPr>
                <p:cNvPr id="36" name="Ink 35">
                  <a:extLst>
                    <a:ext uri="{FF2B5EF4-FFF2-40B4-BE49-F238E27FC236}">
                      <a16:creationId xmlns:a16="http://schemas.microsoft.com/office/drawing/2014/main" id="{35F0B8E0-49D8-B161-316C-7A9AC91BE483}"/>
                    </a:ext>
                  </a:extLst>
                </p:cNvPr>
                <p:cNvPicPr/>
                <p:nvPr/>
              </p:nvPicPr>
              <p:blipFill>
                <a:blip r:embed="rId14"/>
                <a:stretch>
                  <a:fillRect/>
                </a:stretch>
              </p:blipFill>
              <p:spPr>
                <a:xfrm>
                  <a:off x="3228230" y="5562037"/>
                  <a:ext cx="96120" cy="230760"/>
                </a:xfrm>
                <a:prstGeom prst="rect">
                  <a:avLst/>
                </a:prstGeom>
              </p:spPr>
            </p:pic>
          </mc:Fallback>
        </mc:AlternateContent>
        <mc:AlternateContent xmlns:mc="http://schemas.openxmlformats.org/markup-compatibility/2006">
          <mc:Choice xmlns:p14="http://schemas.microsoft.com/office/powerpoint/2010/main" Requires="p14">
            <p:contentPart p14:bwMode="auto" r:id="rId15">
              <p14:nvContentPartPr>
                <p14:cNvPr id="37" name="Ink 36">
                  <a:extLst>
                    <a:ext uri="{FF2B5EF4-FFF2-40B4-BE49-F238E27FC236}">
                      <a16:creationId xmlns:a16="http://schemas.microsoft.com/office/drawing/2014/main" id="{80E2D895-D06D-A38E-A280-0CD6B057F6AF}"/>
                    </a:ext>
                  </a:extLst>
                </p14:cNvPr>
                <p14:cNvContentPartPr/>
                <p14:nvPr/>
              </p14:nvContentPartPr>
              <p14:xfrm>
                <a:off x="3239390" y="5670757"/>
                <a:ext cx="110160" cy="59760"/>
              </p14:xfrm>
            </p:contentPart>
          </mc:Choice>
          <mc:Fallback>
            <p:pic>
              <p:nvPicPr>
                <p:cNvPr id="37" name="Ink 36">
                  <a:extLst>
                    <a:ext uri="{FF2B5EF4-FFF2-40B4-BE49-F238E27FC236}">
                      <a16:creationId xmlns:a16="http://schemas.microsoft.com/office/drawing/2014/main" id="{80E2D895-D06D-A38E-A280-0CD6B057F6AF}"/>
                    </a:ext>
                  </a:extLst>
                </p:cNvPr>
                <p:cNvPicPr/>
                <p:nvPr/>
              </p:nvPicPr>
              <p:blipFill>
                <a:blip r:embed="rId16"/>
                <a:stretch>
                  <a:fillRect/>
                </a:stretch>
              </p:blipFill>
              <p:spPr>
                <a:xfrm>
                  <a:off x="3221390" y="5653117"/>
                  <a:ext cx="145800" cy="95400"/>
                </a:xfrm>
                <a:prstGeom prst="rect">
                  <a:avLst/>
                </a:prstGeom>
              </p:spPr>
            </p:pic>
          </mc:Fallback>
        </mc:AlternateContent>
        <mc:AlternateContent xmlns:mc="http://schemas.openxmlformats.org/markup-compatibility/2006">
          <mc:Choice xmlns:p14="http://schemas.microsoft.com/office/powerpoint/2010/main" Requires="p14">
            <p:contentPart p14:bwMode="auto" r:id="rId17">
              <p14:nvContentPartPr>
                <p14:cNvPr id="38" name="Ink 37">
                  <a:extLst>
                    <a:ext uri="{FF2B5EF4-FFF2-40B4-BE49-F238E27FC236}">
                      <a16:creationId xmlns:a16="http://schemas.microsoft.com/office/drawing/2014/main" id="{22B774A5-E62C-B10A-2B37-A225A15D3D75}"/>
                    </a:ext>
                  </a:extLst>
                </p14:cNvPr>
                <p14:cNvContentPartPr/>
                <p14:nvPr/>
              </p14:nvContentPartPr>
              <p14:xfrm>
                <a:off x="2909270" y="6190957"/>
                <a:ext cx="146880" cy="143640"/>
              </p14:xfrm>
            </p:contentPart>
          </mc:Choice>
          <mc:Fallback>
            <p:pic>
              <p:nvPicPr>
                <p:cNvPr id="38" name="Ink 37">
                  <a:extLst>
                    <a:ext uri="{FF2B5EF4-FFF2-40B4-BE49-F238E27FC236}">
                      <a16:creationId xmlns:a16="http://schemas.microsoft.com/office/drawing/2014/main" id="{22B774A5-E62C-B10A-2B37-A225A15D3D75}"/>
                    </a:ext>
                  </a:extLst>
                </p:cNvPr>
                <p:cNvPicPr/>
                <p:nvPr/>
              </p:nvPicPr>
              <p:blipFill>
                <a:blip r:embed="rId18"/>
                <a:stretch>
                  <a:fillRect/>
                </a:stretch>
              </p:blipFill>
              <p:spPr>
                <a:xfrm>
                  <a:off x="2891270" y="6173317"/>
                  <a:ext cx="182520" cy="179280"/>
                </a:xfrm>
                <a:prstGeom prst="rect">
                  <a:avLst/>
                </a:prstGeom>
              </p:spPr>
            </p:pic>
          </mc:Fallback>
        </mc:AlternateContent>
        <mc:AlternateContent xmlns:mc="http://schemas.openxmlformats.org/markup-compatibility/2006">
          <mc:Choice xmlns:p14="http://schemas.microsoft.com/office/powerpoint/2010/main" Requires="p14">
            <p:contentPart p14:bwMode="auto" r:id="rId19">
              <p14:nvContentPartPr>
                <p14:cNvPr id="39" name="Ink 38">
                  <a:extLst>
                    <a:ext uri="{FF2B5EF4-FFF2-40B4-BE49-F238E27FC236}">
                      <a16:creationId xmlns:a16="http://schemas.microsoft.com/office/drawing/2014/main" id="{22314445-7D59-748E-5A0B-95EDE8282DC0}"/>
                    </a:ext>
                  </a:extLst>
                </p14:cNvPr>
                <p14:cNvContentPartPr/>
                <p14:nvPr/>
              </p14:nvContentPartPr>
              <p14:xfrm>
                <a:off x="3060470" y="6104557"/>
                <a:ext cx="146520" cy="145080"/>
              </p14:xfrm>
            </p:contentPart>
          </mc:Choice>
          <mc:Fallback>
            <p:pic>
              <p:nvPicPr>
                <p:cNvPr id="39" name="Ink 38">
                  <a:extLst>
                    <a:ext uri="{FF2B5EF4-FFF2-40B4-BE49-F238E27FC236}">
                      <a16:creationId xmlns:a16="http://schemas.microsoft.com/office/drawing/2014/main" id="{22314445-7D59-748E-5A0B-95EDE8282DC0}"/>
                    </a:ext>
                  </a:extLst>
                </p:cNvPr>
                <p:cNvPicPr/>
                <p:nvPr/>
              </p:nvPicPr>
              <p:blipFill>
                <a:blip r:embed="rId20"/>
                <a:stretch>
                  <a:fillRect/>
                </a:stretch>
              </p:blipFill>
              <p:spPr>
                <a:xfrm>
                  <a:off x="3042830" y="6086917"/>
                  <a:ext cx="182160" cy="180720"/>
                </a:xfrm>
                <a:prstGeom prst="rect">
                  <a:avLst/>
                </a:prstGeom>
              </p:spPr>
            </p:pic>
          </mc:Fallback>
        </mc:AlternateContent>
        <mc:AlternateContent xmlns:mc="http://schemas.openxmlformats.org/markup-compatibility/2006">
          <mc:Choice xmlns:p14="http://schemas.microsoft.com/office/powerpoint/2010/main" Requires="p14">
            <p:contentPart p14:bwMode="auto" r:id="rId21">
              <p14:nvContentPartPr>
                <p14:cNvPr id="40" name="Ink 39">
                  <a:extLst>
                    <a:ext uri="{FF2B5EF4-FFF2-40B4-BE49-F238E27FC236}">
                      <a16:creationId xmlns:a16="http://schemas.microsoft.com/office/drawing/2014/main" id="{581B5B78-A317-207A-574F-45201E6794F5}"/>
                    </a:ext>
                  </a:extLst>
                </p14:cNvPr>
                <p14:cNvContentPartPr/>
                <p14:nvPr/>
              </p14:nvContentPartPr>
              <p14:xfrm>
                <a:off x="3242270" y="6084037"/>
                <a:ext cx="129240" cy="127800"/>
              </p14:xfrm>
            </p:contentPart>
          </mc:Choice>
          <mc:Fallback>
            <p:pic>
              <p:nvPicPr>
                <p:cNvPr id="40" name="Ink 39">
                  <a:extLst>
                    <a:ext uri="{FF2B5EF4-FFF2-40B4-BE49-F238E27FC236}">
                      <a16:creationId xmlns:a16="http://schemas.microsoft.com/office/drawing/2014/main" id="{581B5B78-A317-207A-574F-45201E6794F5}"/>
                    </a:ext>
                  </a:extLst>
                </p:cNvPr>
                <p:cNvPicPr/>
                <p:nvPr/>
              </p:nvPicPr>
              <p:blipFill>
                <a:blip r:embed="rId22"/>
                <a:stretch>
                  <a:fillRect/>
                </a:stretch>
              </p:blipFill>
              <p:spPr>
                <a:xfrm>
                  <a:off x="3224630" y="6066037"/>
                  <a:ext cx="164880" cy="163440"/>
                </a:xfrm>
                <a:prstGeom prst="rect">
                  <a:avLst/>
                </a:prstGeom>
              </p:spPr>
            </p:pic>
          </mc:Fallback>
        </mc:AlternateContent>
        <mc:AlternateContent xmlns:mc="http://schemas.openxmlformats.org/markup-compatibility/2006">
          <mc:Choice xmlns:p14="http://schemas.microsoft.com/office/powerpoint/2010/main" Requires="p14">
            <p:contentPart p14:bwMode="auto" r:id="rId23">
              <p14:nvContentPartPr>
                <p14:cNvPr id="41" name="Ink 40">
                  <a:extLst>
                    <a:ext uri="{FF2B5EF4-FFF2-40B4-BE49-F238E27FC236}">
                      <a16:creationId xmlns:a16="http://schemas.microsoft.com/office/drawing/2014/main" id="{9EF0D748-1316-D771-6D92-6E5BEA057920}"/>
                    </a:ext>
                  </a:extLst>
                </p14:cNvPr>
                <p14:cNvContentPartPr/>
                <p14:nvPr/>
              </p14:nvContentPartPr>
              <p14:xfrm>
                <a:off x="3364670" y="6036877"/>
                <a:ext cx="52560" cy="96480"/>
              </p14:xfrm>
            </p:contentPart>
          </mc:Choice>
          <mc:Fallback>
            <p:pic>
              <p:nvPicPr>
                <p:cNvPr id="41" name="Ink 40">
                  <a:extLst>
                    <a:ext uri="{FF2B5EF4-FFF2-40B4-BE49-F238E27FC236}">
                      <a16:creationId xmlns:a16="http://schemas.microsoft.com/office/drawing/2014/main" id="{9EF0D748-1316-D771-6D92-6E5BEA057920}"/>
                    </a:ext>
                  </a:extLst>
                </p:cNvPr>
                <p:cNvPicPr/>
                <p:nvPr/>
              </p:nvPicPr>
              <p:blipFill>
                <a:blip r:embed="rId24"/>
                <a:stretch>
                  <a:fillRect/>
                </a:stretch>
              </p:blipFill>
              <p:spPr>
                <a:xfrm>
                  <a:off x="3347030" y="6018877"/>
                  <a:ext cx="88200" cy="132120"/>
                </a:xfrm>
                <a:prstGeom prst="rect">
                  <a:avLst/>
                </a:prstGeom>
              </p:spPr>
            </p:pic>
          </mc:Fallback>
        </mc:AlternateContent>
        <mc:AlternateContent xmlns:mc="http://schemas.openxmlformats.org/markup-compatibility/2006">
          <mc:Choice xmlns:p14="http://schemas.microsoft.com/office/powerpoint/2010/main" Requires="p14">
            <p:contentPart p14:bwMode="auto" r:id="rId25">
              <p14:nvContentPartPr>
                <p14:cNvPr id="42" name="Ink 41">
                  <a:extLst>
                    <a:ext uri="{FF2B5EF4-FFF2-40B4-BE49-F238E27FC236}">
                      <a16:creationId xmlns:a16="http://schemas.microsoft.com/office/drawing/2014/main" id="{7732C2A7-CAA4-960F-B1C2-32C3F5B20A3D}"/>
                    </a:ext>
                  </a:extLst>
                </p14:cNvPr>
                <p14:cNvContentPartPr/>
                <p14:nvPr/>
              </p14:nvContentPartPr>
              <p14:xfrm>
                <a:off x="3479510" y="6002677"/>
                <a:ext cx="88200" cy="255960"/>
              </p14:xfrm>
            </p:contentPart>
          </mc:Choice>
          <mc:Fallback>
            <p:pic>
              <p:nvPicPr>
                <p:cNvPr id="42" name="Ink 41">
                  <a:extLst>
                    <a:ext uri="{FF2B5EF4-FFF2-40B4-BE49-F238E27FC236}">
                      <a16:creationId xmlns:a16="http://schemas.microsoft.com/office/drawing/2014/main" id="{7732C2A7-CAA4-960F-B1C2-32C3F5B20A3D}"/>
                    </a:ext>
                  </a:extLst>
                </p:cNvPr>
                <p:cNvPicPr/>
                <p:nvPr/>
              </p:nvPicPr>
              <p:blipFill>
                <a:blip r:embed="rId26"/>
                <a:stretch>
                  <a:fillRect/>
                </a:stretch>
              </p:blipFill>
              <p:spPr>
                <a:xfrm>
                  <a:off x="3461510" y="5984677"/>
                  <a:ext cx="123840" cy="291600"/>
                </a:xfrm>
                <a:prstGeom prst="rect">
                  <a:avLst/>
                </a:prstGeom>
              </p:spPr>
            </p:pic>
          </mc:Fallback>
        </mc:AlternateContent>
        <mc:AlternateContent xmlns:mc="http://schemas.openxmlformats.org/markup-compatibility/2006">
          <mc:Choice xmlns:p14="http://schemas.microsoft.com/office/powerpoint/2010/main" Requires="p14">
            <p:contentPart p14:bwMode="auto" r:id="rId27">
              <p14:nvContentPartPr>
                <p14:cNvPr id="43" name="Ink 42">
                  <a:extLst>
                    <a:ext uri="{FF2B5EF4-FFF2-40B4-BE49-F238E27FC236}">
                      <a16:creationId xmlns:a16="http://schemas.microsoft.com/office/drawing/2014/main" id="{4DD70AF6-4927-D653-E06A-5B46E3C0FD67}"/>
                    </a:ext>
                  </a:extLst>
                </p14:cNvPr>
                <p14:cNvContentPartPr/>
                <p14:nvPr/>
              </p14:nvContentPartPr>
              <p14:xfrm>
                <a:off x="3623870" y="5936077"/>
                <a:ext cx="147600" cy="104040"/>
              </p14:xfrm>
            </p:contentPart>
          </mc:Choice>
          <mc:Fallback>
            <p:pic>
              <p:nvPicPr>
                <p:cNvPr id="43" name="Ink 42">
                  <a:extLst>
                    <a:ext uri="{FF2B5EF4-FFF2-40B4-BE49-F238E27FC236}">
                      <a16:creationId xmlns:a16="http://schemas.microsoft.com/office/drawing/2014/main" id="{4DD70AF6-4927-D653-E06A-5B46E3C0FD67}"/>
                    </a:ext>
                  </a:extLst>
                </p:cNvPr>
                <p:cNvPicPr/>
                <p:nvPr/>
              </p:nvPicPr>
              <p:blipFill>
                <a:blip r:embed="rId28"/>
                <a:stretch>
                  <a:fillRect/>
                </a:stretch>
              </p:blipFill>
              <p:spPr>
                <a:xfrm>
                  <a:off x="3606230" y="5918437"/>
                  <a:ext cx="183240" cy="139680"/>
                </a:xfrm>
                <a:prstGeom prst="rect">
                  <a:avLst/>
                </a:prstGeom>
              </p:spPr>
            </p:pic>
          </mc:Fallback>
        </mc:AlternateContent>
      </p:grpSp>
      <p:grpSp>
        <p:nvGrpSpPr>
          <p:cNvPr id="57" name="Group 56">
            <a:extLst>
              <a:ext uri="{FF2B5EF4-FFF2-40B4-BE49-F238E27FC236}">
                <a16:creationId xmlns:a16="http://schemas.microsoft.com/office/drawing/2014/main" id="{E692CDC8-1871-7FEA-35DC-41082484EA7C}"/>
              </a:ext>
            </a:extLst>
          </p:cNvPr>
          <p:cNvGrpSpPr/>
          <p:nvPr/>
        </p:nvGrpSpPr>
        <p:grpSpPr>
          <a:xfrm>
            <a:off x="3902510" y="4642957"/>
            <a:ext cx="1026360" cy="916560"/>
            <a:chOff x="3902510" y="4642957"/>
            <a:chExt cx="1026360" cy="916560"/>
          </a:xfrm>
        </p:grpSpPr>
        <mc:AlternateContent xmlns:mc="http://schemas.openxmlformats.org/markup-compatibility/2006">
          <mc:Choice xmlns:p14="http://schemas.microsoft.com/office/powerpoint/2010/main" Requires="p14">
            <p:contentPart p14:bwMode="auto" r:id="rId29">
              <p14:nvContentPartPr>
                <p14:cNvPr id="46" name="Ink 45">
                  <a:extLst>
                    <a:ext uri="{FF2B5EF4-FFF2-40B4-BE49-F238E27FC236}">
                      <a16:creationId xmlns:a16="http://schemas.microsoft.com/office/drawing/2014/main" id="{BE0010FE-AF6E-36F8-2E94-C7A03C80A36F}"/>
                    </a:ext>
                  </a:extLst>
                </p14:cNvPr>
                <p14:cNvContentPartPr/>
                <p14:nvPr/>
              </p14:nvContentPartPr>
              <p14:xfrm>
                <a:off x="3902510" y="4642957"/>
                <a:ext cx="189720" cy="445680"/>
              </p14:xfrm>
            </p:contentPart>
          </mc:Choice>
          <mc:Fallback>
            <p:pic>
              <p:nvPicPr>
                <p:cNvPr id="46" name="Ink 45">
                  <a:extLst>
                    <a:ext uri="{FF2B5EF4-FFF2-40B4-BE49-F238E27FC236}">
                      <a16:creationId xmlns:a16="http://schemas.microsoft.com/office/drawing/2014/main" id="{BE0010FE-AF6E-36F8-2E94-C7A03C80A36F}"/>
                    </a:ext>
                  </a:extLst>
                </p:cNvPr>
                <p:cNvPicPr/>
                <p:nvPr/>
              </p:nvPicPr>
              <p:blipFill>
                <a:blip r:embed="rId30"/>
                <a:stretch>
                  <a:fillRect/>
                </a:stretch>
              </p:blipFill>
              <p:spPr>
                <a:xfrm>
                  <a:off x="3884870" y="4625317"/>
                  <a:ext cx="225360" cy="481320"/>
                </a:xfrm>
                <a:prstGeom prst="rect">
                  <a:avLst/>
                </a:prstGeom>
              </p:spPr>
            </p:pic>
          </mc:Fallback>
        </mc:AlternateContent>
        <mc:AlternateContent xmlns:mc="http://schemas.openxmlformats.org/markup-compatibility/2006">
          <mc:Choice xmlns:p14="http://schemas.microsoft.com/office/powerpoint/2010/main" Requires="p14">
            <p:contentPart p14:bwMode="auto" r:id="rId31">
              <p14:nvContentPartPr>
                <p14:cNvPr id="47" name="Ink 46">
                  <a:extLst>
                    <a:ext uri="{FF2B5EF4-FFF2-40B4-BE49-F238E27FC236}">
                      <a16:creationId xmlns:a16="http://schemas.microsoft.com/office/drawing/2014/main" id="{A426BB10-9445-949B-44DF-E468F86FFA0D}"/>
                    </a:ext>
                  </a:extLst>
                </p14:cNvPr>
                <p14:cNvContentPartPr/>
                <p14:nvPr/>
              </p14:nvContentPartPr>
              <p14:xfrm>
                <a:off x="3983150" y="5013037"/>
                <a:ext cx="132120" cy="96480"/>
              </p14:xfrm>
            </p:contentPart>
          </mc:Choice>
          <mc:Fallback>
            <p:pic>
              <p:nvPicPr>
                <p:cNvPr id="47" name="Ink 46">
                  <a:extLst>
                    <a:ext uri="{FF2B5EF4-FFF2-40B4-BE49-F238E27FC236}">
                      <a16:creationId xmlns:a16="http://schemas.microsoft.com/office/drawing/2014/main" id="{A426BB10-9445-949B-44DF-E468F86FFA0D}"/>
                    </a:ext>
                  </a:extLst>
                </p:cNvPr>
                <p:cNvPicPr/>
                <p:nvPr/>
              </p:nvPicPr>
              <p:blipFill>
                <a:blip r:embed="rId32"/>
                <a:stretch>
                  <a:fillRect/>
                </a:stretch>
              </p:blipFill>
              <p:spPr>
                <a:xfrm>
                  <a:off x="3965510" y="4995397"/>
                  <a:ext cx="167760" cy="132120"/>
                </a:xfrm>
                <a:prstGeom prst="rect">
                  <a:avLst/>
                </a:prstGeom>
              </p:spPr>
            </p:pic>
          </mc:Fallback>
        </mc:AlternateContent>
        <mc:AlternateContent xmlns:mc="http://schemas.openxmlformats.org/markup-compatibility/2006">
          <mc:Choice xmlns:p14="http://schemas.microsoft.com/office/powerpoint/2010/main" Requires="p14">
            <p:contentPart p14:bwMode="auto" r:id="rId33">
              <p14:nvContentPartPr>
                <p14:cNvPr id="48" name="Ink 47">
                  <a:extLst>
                    <a:ext uri="{FF2B5EF4-FFF2-40B4-BE49-F238E27FC236}">
                      <a16:creationId xmlns:a16="http://schemas.microsoft.com/office/drawing/2014/main" id="{01D228E9-688B-AC1A-345D-A8388EA0AD64}"/>
                    </a:ext>
                  </a:extLst>
                </p14:cNvPr>
                <p14:cNvContentPartPr/>
                <p14:nvPr/>
              </p14:nvContentPartPr>
              <p14:xfrm>
                <a:off x="4025270" y="5392837"/>
                <a:ext cx="109440" cy="166680"/>
              </p14:xfrm>
            </p:contentPart>
          </mc:Choice>
          <mc:Fallback>
            <p:pic>
              <p:nvPicPr>
                <p:cNvPr id="48" name="Ink 47">
                  <a:extLst>
                    <a:ext uri="{FF2B5EF4-FFF2-40B4-BE49-F238E27FC236}">
                      <a16:creationId xmlns:a16="http://schemas.microsoft.com/office/drawing/2014/main" id="{01D228E9-688B-AC1A-345D-A8388EA0AD64}"/>
                    </a:ext>
                  </a:extLst>
                </p:cNvPr>
                <p:cNvPicPr/>
                <p:nvPr/>
              </p:nvPicPr>
              <p:blipFill>
                <a:blip r:embed="rId34"/>
                <a:stretch>
                  <a:fillRect/>
                </a:stretch>
              </p:blipFill>
              <p:spPr>
                <a:xfrm>
                  <a:off x="4007270" y="5374837"/>
                  <a:ext cx="145080" cy="202320"/>
                </a:xfrm>
                <a:prstGeom prst="rect">
                  <a:avLst/>
                </a:prstGeom>
              </p:spPr>
            </p:pic>
          </mc:Fallback>
        </mc:AlternateContent>
        <mc:AlternateContent xmlns:mc="http://schemas.openxmlformats.org/markup-compatibility/2006">
          <mc:Choice xmlns:p14="http://schemas.microsoft.com/office/powerpoint/2010/main" Requires="p14">
            <p:contentPart p14:bwMode="auto" r:id="rId35">
              <p14:nvContentPartPr>
                <p14:cNvPr id="49" name="Ink 48">
                  <a:extLst>
                    <a:ext uri="{FF2B5EF4-FFF2-40B4-BE49-F238E27FC236}">
                      <a16:creationId xmlns:a16="http://schemas.microsoft.com/office/drawing/2014/main" id="{823DA6C1-3A57-0C4D-7B23-4E9C81C23A1A}"/>
                    </a:ext>
                  </a:extLst>
                </p14:cNvPr>
                <p14:cNvContentPartPr/>
                <p14:nvPr/>
              </p14:nvContentPartPr>
              <p14:xfrm>
                <a:off x="4166750" y="5442157"/>
                <a:ext cx="71280" cy="84960"/>
              </p14:xfrm>
            </p:contentPart>
          </mc:Choice>
          <mc:Fallback>
            <p:pic>
              <p:nvPicPr>
                <p:cNvPr id="49" name="Ink 48">
                  <a:extLst>
                    <a:ext uri="{FF2B5EF4-FFF2-40B4-BE49-F238E27FC236}">
                      <a16:creationId xmlns:a16="http://schemas.microsoft.com/office/drawing/2014/main" id="{823DA6C1-3A57-0C4D-7B23-4E9C81C23A1A}"/>
                    </a:ext>
                  </a:extLst>
                </p:cNvPr>
                <p:cNvPicPr/>
                <p:nvPr/>
              </p:nvPicPr>
              <p:blipFill>
                <a:blip r:embed="rId36"/>
                <a:stretch>
                  <a:fillRect/>
                </a:stretch>
              </p:blipFill>
              <p:spPr>
                <a:xfrm>
                  <a:off x="4148750" y="5424157"/>
                  <a:ext cx="106920" cy="120600"/>
                </a:xfrm>
                <a:prstGeom prst="rect">
                  <a:avLst/>
                </a:prstGeom>
              </p:spPr>
            </p:pic>
          </mc:Fallback>
        </mc:AlternateContent>
        <mc:AlternateContent xmlns:mc="http://schemas.openxmlformats.org/markup-compatibility/2006">
          <mc:Choice xmlns:p14="http://schemas.microsoft.com/office/powerpoint/2010/main" Requires="p14">
            <p:contentPart p14:bwMode="auto" r:id="rId37">
              <p14:nvContentPartPr>
                <p14:cNvPr id="50" name="Ink 49">
                  <a:extLst>
                    <a:ext uri="{FF2B5EF4-FFF2-40B4-BE49-F238E27FC236}">
                      <a16:creationId xmlns:a16="http://schemas.microsoft.com/office/drawing/2014/main" id="{56674649-F197-95DE-BD38-A4F8EB8C5D26}"/>
                    </a:ext>
                  </a:extLst>
                </p14:cNvPr>
                <p14:cNvContentPartPr/>
                <p14:nvPr/>
              </p14:nvContentPartPr>
              <p14:xfrm>
                <a:off x="4250630" y="5424877"/>
                <a:ext cx="18720" cy="87480"/>
              </p14:xfrm>
            </p:contentPart>
          </mc:Choice>
          <mc:Fallback>
            <p:pic>
              <p:nvPicPr>
                <p:cNvPr id="50" name="Ink 49">
                  <a:extLst>
                    <a:ext uri="{FF2B5EF4-FFF2-40B4-BE49-F238E27FC236}">
                      <a16:creationId xmlns:a16="http://schemas.microsoft.com/office/drawing/2014/main" id="{56674649-F197-95DE-BD38-A4F8EB8C5D26}"/>
                    </a:ext>
                  </a:extLst>
                </p:cNvPr>
                <p:cNvPicPr/>
                <p:nvPr/>
              </p:nvPicPr>
              <p:blipFill>
                <a:blip r:embed="rId38"/>
                <a:stretch>
                  <a:fillRect/>
                </a:stretch>
              </p:blipFill>
              <p:spPr>
                <a:xfrm>
                  <a:off x="4232990" y="5406877"/>
                  <a:ext cx="54360" cy="123120"/>
                </a:xfrm>
                <a:prstGeom prst="rect">
                  <a:avLst/>
                </a:prstGeom>
              </p:spPr>
            </p:pic>
          </mc:Fallback>
        </mc:AlternateContent>
        <mc:AlternateContent xmlns:mc="http://schemas.openxmlformats.org/markup-compatibility/2006">
          <mc:Choice xmlns:p14="http://schemas.microsoft.com/office/powerpoint/2010/main" Requires="p14">
            <p:contentPart p14:bwMode="auto" r:id="rId39">
              <p14:nvContentPartPr>
                <p14:cNvPr id="51" name="Ink 50">
                  <a:extLst>
                    <a:ext uri="{FF2B5EF4-FFF2-40B4-BE49-F238E27FC236}">
                      <a16:creationId xmlns:a16="http://schemas.microsoft.com/office/drawing/2014/main" id="{2645E7F5-634F-A2AE-22DB-17433965D35E}"/>
                    </a:ext>
                  </a:extLst>
                </p14:cNvPr>
                <p14:cNvContentPartPr/>
                <p14:nvPr/>
              </p14:nvContentPartPr>
              <p14:xfrm>
                <a:off x="4256030" y="5358997"/>
                <a:ext cx="76680" cy="123120"/>
              </p14:xfrm>
            </p:contentPart>
          </mc:Choice>
          <mc:Fallback>
            <p:pic>
              <p:nvPicPr>
                <p:cNvPr id="51" name="Ink 50">
                  <a:extLst>
                    <a:ext uri="{FF2B5EF4-FFF2-40B4-BE49-F238E27FC236}">
                      <a16:creationId xmlns:a16="http://schemas.microsoft.com/office/drawing/2014/main" id="{2645E7F5-634F-A2AE-22DB-17433965D35E}"/>
                    </a:ext>
                  </a:extLst>
                </p:cNvPr>
                <p:cNvPicPr/>
                <p:nvPr/>
              </p:nvPicPr>
              <p:blipFill>
                <a:blip r:embed="rId40"/>
                <a:stretch>
                  <a:fillRect/>
                </a:stretch>
              </p:blipFill>
              <p:spPr>
                <a:xfrm>
                  <a:off x="4238030" y="5340997"/>
                  <a:ext cx="112320" cy="158760"/>
                </a:xfrm>
                <a:prstGeom prst="rect">
                  <a:avLst/>
                </a:prstGeom>
              </p:spPr>
            </p:pic>
          </mc:Fallback>
        </mc:AlternateContent>
        <mc:AlternateContent xmlns:mc="http://schemas.openxmlformats.org/markup-compatibility/2006">
          <mc:Choice xmlns:p14="http://schemas.microsoft.com/office/powerpoint/2010/main" Requires="p14">
            <p:contentPart p14:bwMode="auto" r:id="rId41">
              <p14:nvContentPartPr>
                <p14:cNvPr id="52" name="Ink 51">
                  <a:extLst>
                    <a:ext uri="{FF2B5EF4-FFF2-40B4-BE49-F238E27FC236}">
                      <a16:creationId xmlns:a16="http://schemas.microsoft.com/office/drawing/2014/main" id="{572E59AA-F662-4334-B570-3A82EFCD0DBF}"/>
                    </a:ext>
                  </a:extLst>
                </p14:cNvPr>
                <p14:cNvContentPartPr/>
                <p14:nvPr/>
              </p14:nvContentPartPr>
              <p14:xfrm>
                <a:off x="4327670" y="5337757"/>
                <a:ext cx="66600" cy="87120"/>
              </p14:xfrm>
            </p:contentPart>
          </mc:Choice>
          <mc:Fallback>
            <p:pic>
              <p:nvPicPr>
                <p:cNvPr id="52" name="Ink 51">
                  <a:extLst>
                    <a:ext uri="{FF2B5EF4-FFF2-40B4-BE49-F238E27FC236}">
                      <a16:creationId xmlns:a16="http://schemas.microsoft.com/office/drawing/2014/main" id="{572E59AA-F662-4334-B570-3A82EFCD0DBF}"/>
                    </a:ext>
                  </a:extLst>
                </p:cNvPr>
                <p:cNvPicPr/>
                <p:nvPr/>
              </p:nvPicPr>
              <p:blipFill>
                <a:blip r:embed="rId42"/>
                <a:stretch>
                  <a:fillRect/>
                </a:stretch>
              </p:blipFill>
              <p:spPr>
                <a:xfrm>
                  <a:off x="4309670" y="5319757"/>
                  <a:ext cx="102240" cy="122760"/>
                </a:xfrm>
                <a:prstGeom prst="rect">
                  <a:avLst/>
                </a:prstGeom>
              </p:spPr>
            </p:pic>
          </mc:Fallback>
        </mc:AlternateContent>
        <mc:AlternateContent xmlns:mc="http://schemas.openxmlformats.org/markup-compatibility/2006">
          <mc:Choice xmlns:p14="http://schemas.microsoft.com/office/powerpoint/2010/main" Requires="p14">
            <p:contentPart p14:bwMode="auto" r:id="rId43">
              <p14:nvContentPartPr>
                <p14:cNvPr id="53" name="Ink 52">
                  <a:extLst>
                    <a:ext uri="{FF2B5EF4-FFF2-40B4-BE49-F238E27FC236}">
                      <a16:creationId xmlns:a16="http://schemas.microsoft.com/office/drawing/2014/main" id="{9D107326-A5B9-49E9-ABAB-46504D12739F}"/>
                    </a:ext>
                  </a:extLst>
                </p14:cNvPr>
                <p14:cNvContentPartPr/>
                <p14:nvPr/>
              </p14:nvContentPartPr>
              <p14:xfrm>
                <a:off x="4416590" y="5223997"/>
                <a:ext cx="104760" cy="150480"/>
              </p14:xfrm>
            </p:contentPart>
          </mc:Choice>
          <mc:Fallback>
            <p:pic>
              <p:nvPicPr>
                <p:cNvPr id="53" name="Ink 52">
                  <a:extLst>
                    <a:ext uri="{FF2B5EF4-FFF2-40B4-BE49-F238E27FC236}">
                      <a16:creationId xmlns:a16="http://schemas.microsoft.com/office/drawing/2014/main" id="{9D107326-A5B9-49E9-ABAB-46504D12739F}"/>
                    </a:ext>
                  </a:extLst>
                </p:cNvPr>
                <p:cNvPicPr/>
                <p:nvPr/>
              </p:nvPicPr>
              <p:blipFill>
                <a:blip r:embed="rId44"/>
                <a:stretch>
                  <a:fillRect/>
                </a:stretch>
              </p:blipFill>
              <p:spPr>
                <a:xfrm>
                  <a:off x="4398590" y="5206357"/>
                  <a:ext cx="140400" cy="186120"/>
                </a:xfrm>
                <a:prstGeom prst="rect">
                  <a:avLst/>
                </a:prstGeom>
              </p:spPr>
            </p:pic>
          </mc:Fallback>
        </mc:AlternateContent>
        <mc:AlternateContent xmlns:mc="http://schemas.openxmlformats.org/markup-compatibility/2006">
          <mc:Choice xmlns:p14="http://schemas.microsoft.com/office/powerpoint/2010/main" Requires="p14">
            <p:contentPart p14:bwMode="auto" r:id="rId45">
              <p14:nvContentPartPr>
                <p14:cNvPr id="54" name="Ink 53">
                  <a:extLst>
                    <a:ext uri="{FF2B5EF4-FFF2-40B4-BE49-F238E27FC236}">
                      <a16:creationId xmlns:a16="http://schemas.microsoft.com/office/drawing/2014/main" id="{ABDBF839-862D-DBF1-D342-501DD471CAF6}"/>
                    </a:ext>
                  </a:extLst>
                </p14:cNvPr>
                <p14:cNvContentPartPr/>
                <p14:nvPr/>
              </p14:nvContentPartPr>
              <p14:xfrm>
                <a:off x="4575710" y="5155957"/>
                <a:ext cx="262440" cy="166680"/>
              </p14:xfrm>
            </p:contentPart>
          </mc:Choice>
          <mc:Fallback>
            <p:pic>
              <p:nvPicPr>
                <p:cNvPr id="54" name="Ink 53">
                  <a:extLst>
                    <a:ext uri="{FF2B5EF4-FFF2-40B4-BE49-F238E27FC236}">
                      <a16:creationId xmlns:a16="http://schemas.microsoft.com/office/drawing/2014/main" id="{ABDBF839-862D-DBF1-D342-501DD471CAF6}"/>
                    </a:ext>
                  </a:extLst>
                </p:cNvPr>
                <p:cNvPicPr/>
                <p:nvPr/>
              </p:nvPicPr>
              <p:blipFill>
                <a:blip r:embed="rId46"/>
                <a:stretch>
                  <a:fillRect/>
                </a:stretch>
              </p:blipFill>
              <p:spPr>
                <a:xfrm>
                  <a:off x="4558070" y="5138317"/>
                  <a:ext cx="298080" cy="202320"/>
                </a:xfrm>
                <a:prstGeom prst="rect">
                  <a:avLst/>
                </a:prstGeom>
              </p:spPr>
            </p:pic>
          </mc:Fallback>
        </mc:AlternateContent>
        <mc:AlternateContent xmlns:mc="http://schemas.openxmlformats.org/markup-compatibility/2006">
          <mc:Choice xmlns:p14="http://schemas.microsoft.com/office/powerpoint/2010/main" Requires="p14">
            <p:contentPart p14:bwMode="auto" r:id="rId47">
              <p14:nvContentPartPr>
                <p14:cNvPr id="55" name="Ink 54">
                  <a:extLst>
                    <a:ext uri="{FF2B5EF4-FFF2-40B4-BE49-F238E27FC236}">
                      <a16:creationId xmlns:a16="http://schemas.microsoft.com/office/drawing/2014/main" id="{E63E0415-3F7D-EB51-92B8-B402E274633A}"/>
                    </a:ext>
                  </a:extLst>
                </p14:cNvPr>
                <p14:cNvContentPartPr/>
                <p14:nvPr/>
              </p14:nvContentPartPr>
              <p14:xfrm>
                <a:off x="4848950" y="5006917"/>
                <a:ext cx="79920" cy="115560"/>
              </p14:xfrm>
            </p:contentPart>
          </mc:Choice>
          <mc:Fallback>
            <p:pic>
              <p:nvPicPr>
                <p:cNvPr id="55" name="Ink 54">
                  <a:extLst>
                    <a:ext uri="{FF2B5EF4-FFF2-40B4-BE49-F238E27FC236}">
                      <a16:creationId xmlns:a16="http://schemas.microsoft.com/office/drawing/2014/main" id="{E63E0415-3F7D-EB51-92B8-B402E274633A}"/>
                    </a:ext>
                  </a:extLst>
                </p:cNvPr>
                <p:cNvPicPr/>
                <p:nvPr/>
              </p:nvPicPr>
              <p:blipFill>
                <a:blip r:embed="rId48"/>
                <a:stretch>
                  <a:fillRect/>
                </a:stretch>
              </p:blipFill>
              <p:spPr>
                <a:xfrm>
                  <a:off x="4830950" y="4989277"/>
                  <a:ext cx="115560" cy="151200"/>
                </a:xfrm>
                <a:prstGeom prst="rect">
                  <a:avLst/>
                </a:prstGeom>
              </p:spPr>
            </p:pic>
          </mc:Fallback>
        </mc:AlternateContent>
        <mc:AlternateContent xmlns:mc="http://schemas.openxmlformats.org/markup-compatibility/2006">
          <mc:Choice xmlns:p14="http://schemas.microsoft.com/office/powerpoint/2010/main" Requires="p14">
            <p:contentPart p14:bwMode="auto" r:id="rId49">
              <p14:nvContentPartPr>
                <p14:cNvPr id="56" name="Ink 55">
                  <a:extLst>
                    <a:ext uri="{FF2B5EF4-FFF2-40B4-BE49-F238E27FC236}">
                      <a16:creationId xmlns:a16="http://schemas.microsoft.com/office/drawing/2014/main" id="{EC18A6D4-2428-22EA-0BF1-E1B6261C519E}"/>
                    </a:ext>
                  </a:extLst>
                </p14:cNvPr>
                <p14:cNvContentPartPr/>
                <p14:nvPr/>
              </p14:nvContentPartPr>
              <p14:xfrm>
                <a:off x="4842470" y="5037517"/>
                <a:ext cx="66240" cy="48960"/>
              </p14:xfrm>
            </p:contentPart>
          </mc:Choice>
          <mc:Fallback>
            <p:pic>
              <p:nvPicPr>
                <p:cNvPr id="56" name="Ink 55">
                  <a:extLst>
                    <a:ext uri="{FF2B5EF4-FFF2-40B4-BE49-F238E27FC236}">
                      <a16:creationId xmlns:a16="http://schemas.microsoft.com/office/drawing/2014/main" id="{EC18A6D4-2428-22EA-0BF1-E1B6261C519E}"/>
                    </a:ext>
                  </a:extLst>
                </p:cNvPr>
                <p:cNvPicPr/>
                <p:nvPr/>
              </p:nvPicPr>
              <p:blipFill>
                <a:blip r:embed="rId50"/>
                <a:stretch>
                  <a:fillRect/>
                </a:stretch>
              </p:blipFill>
              <p:spPr>
                <a:xfrm>
                  <a:off x="4824830" y="5019877"/>
                  <a:ext cx="101880" cy="84600"/>
                </a:xfrm>
                <a:prstGeom prst="rect">
                  <a:avLst/>
                </a:prstGeom>
              </p:spPr>
            </p:pic>
          </mc:Fallback>
        </mc:AlternateContent>
      </p:grpSp>
      <p:grpSp>
        <p:nvGrpSpPr>
          <p:cNvPr id="72" name="Group 71">
            <a:extLst>
              <a:ext uri="{FF2B5EF4-FFF2-40B4-BE49-F238E27FC236}">
                <a16:creationId xmlns:a16="http://schemas.microsoft.com/office/drawing/2014/main" id="{8C83476B-30D1-95F0-A06E-8501D31C6B87}"/>
              </a:ext>
            </a:extLst>
          </p:cNvPr>
          <p:cNvGrpSpPr/>
          <p:nvPr/>
        </p:nvGrpSpPr>
        <p:grpSpPr>
          <a:xfrm>
            <a:off x="629390" y="3625237"/>
            <a:ext cx="5602680" cy="1190880"/>
            <a:chOff x="629390" y="3625237"/>
            <a:chExt cx="5602680" cy="1190880"/>
          </a:xfrm>
        </p:grpSpPr>
        <mc:AlternateContent xmlns:mc="http://schemas.openxmlformats.org/markup-compatibility/2006">
          <mc:Choice xmlns:p14="http://schemas.microsoft.com/office/powerpoint/2010/main" Requires="p14">
            <p:contentPart p14:bwMode="auto" r:id="rId51">
              <p14:nvContentPartPr>
                <p14:cNvPr id="3" name="Ink 2">
                  <a:extLst>
                    <a:ext uri="{FF2B5EF4-FFF2-40B4-BE49-F238E27FC236}">
                      <a16:creationId xmlns:a16="http://schemas.microsoft.com/office/drawing/2014/main" id="{940AA703-75D7-C55E-6D37-0407753CBE59}"/>
                    </a:ext>
                  </a:extLst>
                </p14:cNvPr>
                <p14:cNvContentPartPr/>
                <p14:nvPr/>
              </p14:nvContentPartPr>
              <p14:xfrm>
                <a:off x="629390" y="4464757"/>
                <a:ext cx="127800" cy="278280"/>
              </p14:xfrm>
            </p:contentPart>
          </mc:Choice>
          <mc:Fallback>
            <p:pic>
              <p:nvPicPr>
                <p:cNvPr id="3" name="Ink 2">
                  <a:extLst>
                    <a:ext uri="{FF2B5EF4-FFF2-40B4-BE49-F238E27FC236}">
                      <a16:creationId xmlns:a16="http://schemas.microsoft.com/office/drawing/2014/main" id="{940AA703-75D7-C55E-6D37-0407753CBE59}"/>
                    </a:ext>
                  </a:extLst>
                </p:cNvPr>
                <p:cNvPicPr/>
                <p:nvPr/>
              </p:nvPicPr>
              <p:blipFill>
                <a:blip r:embed="rId52"/>
                <a:stretch>
                  <a:fillRect/>
                </a:stretch>
              </p:blipFill>
              <p:spPr>
                <a:xfrm>
                  <a:off x="611750" y="4446757"/>
                  <a:ext cx="163440" cy="313920"/>
                </a:xfrm>
                <a:prstGeom prst="rect">
                  <a:avLst/>
                </a:prstGeom>
              </p:spPr>
            </p:pic>
          </mc:Fallback>
        </mc:AlternateContent>
        <mc:AlternateContent xmlns:mc="http://schemas.openxmlformats.org/markup-compatibility/2006">
          <mc:Choice xmlns:p14="http://schemas.microsoft.com/office/powerpoint/2010/main" Requires="p14">
            <p:contentPart p14:bwMode="auto" r:id="rId53">
              <p14:nvContentPartPr>
                <p14:cNvPr id="5" name="Ink 4">
                  <a:extLst>
                    <a:ext uri="{FF2B5EF4-FFF2-40B4-BE49-F238E27FC236}">
                      <a16:creationId xmlns:a16="http://schemas.microsoft.com/office/drawing/2014/main" id="{6F979897-6BE7-333C-16B6-23CC41F892DC}"/>
                    </a:ext>
                  </a:extLst>
                </p14:cNvPr>
                <p14:cNvContentPartPr/>
                <p14:nvPr/>
              </p14:nvContentPartPr>
              <p14:xfrm>
                <a:off x="667550" y="4225357"/>
                <a:ext cx="20160" cy="84960"/>
              </p14:xfrm>
            </p:contentPart>
          </mc:Choice>
          <mc:Fallback>
            <p:pic>
              <p:nvPicPr>
                <p:cNvPr id="5" name="Ink 4">
                  <a:extLst>
                    <a:ext uri="{FF2B5EF4-FFF2-40B4-BE49-F238E27FC236}">
                      <a16:creationId xmlns:a16="http://schemas.microsoft.com/office/drawing/2014/main" id="{6F979897-6BE7-333C-16B6-23CC41F892DC}"/>
                    </a:ext>
                  </a:extLst>
                </p:cNvPr>
                <p:cNvPicPr/>
                <p:nvPr/>
              </p:nvPicPr>
              <p:blipFill>
                <a:blip r:embed="rId54"/>
                <a:stretch>
                  <a:fillRect/>
                </a:stretch>
              </p:blipFill>
              <p:spPr>
                <a:xfrm>
                  <a:off x="649910" y="4207717"/>
                  <a:ext cx="55800" cy="120600"/>
                </a:xfrm>
                <a:prstGeom prst="rect">
                  <a:avLst/>
                </a:prstGeom>
              </p:spPr>
            </p:pic>
          </mc:Fallback>
        </mc:AlternateContent>
        <mc:AlternateContent xmlns:mc="http://schemas.openxmlformats.org/markup-compatibility/2006">
          <mc:Choice xmlns:p14="http://schemas.microsoft.com/office/powerpoint/2010/main" Requires="p14">
            <p:contentPart p14:bwMode="auto" r:id="rId55">
              <p14:nvContentPartPr>
                <p14:cNvPr id="7" name="Ink 6">
                  <a:extLst>
                    <a:ext uri="{FF2B5EF4-FFF2-40B4-BE49-F238E27FC236}">
                      <a16:creationId xmlns:a16="http://schemas.microsoft.com/office/drawing/2014/main" id="{AB829C03-39AC-3D12-B472-E7C7E8D0E304}"/>
                    </a:ext>
                  </a:extLst>
                </p14:cNvPr>
                <p14:cNvContentPartPr/>
                <p14:nvPr/>
              </p14:nvContentPartPr>
              <p14:xfrm>
                <a:off x="834950" y="4662397"/>
                <a:ext cx="140400" cy="109440"/>
              </p14:xfrm>
            </p:contentPart>
          </mc:Choice>
          <mc:Fallback>
            <p:pic>
              <p:nvPicPr>
                <p:cNvPr id="7" name="Ink 6">
                  <a:extLst>
                    <a:ext uri="{FF2B5EF4-FFF2-40B4-BE49-F238E27FC236}">
                      <a16:creationId xmlns:a16="http://schemas.microsoft.com/office/drawing/2014/main" id="{AB829C03-39AC-3D12-B472-E7C7E8D0E304}"/>
                    </a:ext>
                  </a:extLst>
                </p:cNvPr>
                <p:cNvPicPr/>
                <p:nvPr/>
              </p:nvPicPr>
              <p:blipFill>
                <a:blip r:embed="rId56"/>
                <a:stretch>
                  <a:fillRect/>
                </a:stretch>
              </p:blipFill>
              <p:spPr>
                <a:xfrm>
                  <a:off x="817310" y="4644757"/>
                  <a:ext cx="176040" cy="145080"/>
                </a:xfrm>
                <a:prstGeom prst="rect">
                  <a:avLst/>
                </a:prstGeom>
              </p:spPr>
            </p:pic>
          </mc:Fallback>
        </mc:AlternateContent>
        <mc:AlternateContent xmlns:mc="http://schemas.openxmlformats.org/markup-compatibility/2006">
          <mc:Choice xmlns:p14="http://schemas.microsoft.com/office/powerpoint/2010/main" Requires="p14">
            <p:contentPart p14:bwMode="auto" r:id="rId57">
              <p14:nvContentPartPr>
                <p14:cNvPr id="8" name="Ink 7">
                  <a:extLst>
                    <a:ext uri="{FF2B5EF4-FFF2-40B4-BE49-F238E27FC236}">
                      <a16:creationId xmlns:a16="http://schemas.microsoft.com/office/drawing/2014/main" id="{3E1876F2-493D-4A92-92CF-747393684ED9}"/>
                    </a:ext>
                  </a:extLst>
                </p14:cNvPr>
                <p14:cNvContentPartPr/>
                <p14:nvPr/>
              </p14:nvContentPartPr>
              <p14:xfrm>
                <a:off x="1053470" y="4648717"/>
                <a:ext cx="64080" cy="122400"/>
              </p14:xfrm>
            </p:contentPart>
          </mc:Choice>
          <mc:Fallback>
            <p:pic>
              <p:nvPicPr>
                <p:cNvPr id="8" name="Ink 7">
                  <a:extLst>
                    <a:ext uri="{FF2B5EF4-FFF2-40B4-BE49-F238E27FC236}">
                      <a16:creationId xmlns:a16="http://schemas.microsoft.com/office/drawing/2014/main" id="{3E1876F2-493D-4A92-92CF-747393684ED9}"/>
                    </a:ext>
                  </a:extLst>
                </p:cNvPr>
                <p:cNvPicPr/>
                <p:nvPr/>
              </p:nvPicPr>
              <p:blipFill>
                <a:blip r:embed="rId58"/>
                <a:stretch>
                  <a:fillRect/>
                </a:stretch>
              </p:blipFill>
              <p:spPr>
                <a:xfrm>
                  <a:off x="1035470" y="4631077"/>
                  <a:ext cx="99720" cy="158040"/>
                </a:xfrm>
                <a:prstGeom prst="rect">
                  <a:avLst/>
                </a:prstGeom>
              </p:spPr>
            </p:pic>
          </mc:Fallback>
        </mc:AlternateContent>
        <mc:AlternateContent xmlns:mc="http://schemas.openxmlformats.org/markup-compatibility/2006">
          <mc:Choice xmlns:p14="http://schemas.microsoft.com/office/powerpoint/2010/main" Requires="p14">
            <p:contentPart p14:bwMode="auto" r:id="rId59">
              <p14:nvContentPartPr>
                <p14:cNvPr id="9" name="Ink 8">
                  <a:extLst>
                    <a:ext uri="{FF2B5EF4-FFF2-40B4-BE49-F238E27FC236}">
                      <a16:creationId xmlns:a16="http://schemas.microsoft.com/office/drawing/2014/main" id="{B41181D1-DB9D-88AD-DB63-D8EDD5DDF0BB}"/>
                    </a:ext>
                  </a:extLst>
                </p14:cNvPr>
                <p14:cNvContentPartPr/>
                <p14:nvPr/>
              </p14:nvContentPartPr>
              <p14:xfrm>
                <a:off x="1189550" y="4677157"/>
                <a:ext cx="15120" cy="88200"/>
              </p14:xfrm>
            </p:contentPart>
          </mc:Choice>
          <mc:Fallback>
            <p:pic>
              <p:nvPicPr>
                <p:cNvPr id="9" name="Ink 8">
                  <a:extLst>
                    <a:ext uri="{FF2B5EF4-FFF2-40B4-BE49-F238E27FC236}">
                      <a16:creationId xmlns:a16="http://schemas.microsoft.com/office/drawing/2014/main" id="{B41181D1-DB9D-88AD-DB63-D8EDD5DDF0BB}"/>
                    </a:ext>
                  </a:extLst>
                </p:cNvPr>
                <p:cNvPicPr/>
                <p:nvPr/>
              </p:nvPicPr>
              <p:blipFill>
                <a:blip r:embed="rId60"/>
                <a:stretch>
                  <a:fillRect/>
                </a:stretch>
              </p:blipFill>
              <p:spPr>
                <a:xfrm>
                  <a:off x="1171550" y="4659157"/>
                  <a:ext cx="50760" cy="123840"/>
                </a:xfrm>
                <a:prstGeom prst="rect">
                  <a:avLst/>
                </a:prstGeom>
              </p:spPr>
            </p:pic>
          </mc:Fallback>
        </mc:AlternateContent>
        <mc:AlternateContent xmlns:mc="http://schemas.openxmlformats.org/markup-compatibility/2006">
          <mc:Choice xmlns:p14="http://schemas.microsoft.com/office/powerpoint/2010/main" Requires="p14">
            <p:contentPart p14:bwMode="auto" r:id="rId61">
              <p14:nvContentPartPr>
                <p14:cNvPr id="10" name="Ink 9">
                  <a:extLst>
                    <a:ext uri="{FF2B5EF4-FFF2-40B4-BE49-F238E27FC236}">
                      <a16:creationId xmlns:a16="http://schemas.microsoft.com/office/drawing/2014/main" id="{24FFA7C6-9A17-CEC5-679A-42461271778D}"/>
                    </a:ext>
                  </a:extLst>
                </p14:cNvPr>
                <p14:cNvContentPartPr/>
                <p14:nvPr/>
              </p14:nvContentPartPr>
              <p14:xfrm>
                <a:off x="1205390" y="4576357"/>
                <a:ext cx="10800" cy="21600"/>
              </p14:xfrm>
            </p:contentPart>
          </mc:Choice>
          <mc:Fallback>
            <p:pic>
              <p:nvPicPr>
                <p:cNvPr id="10" name="Ink 9">
                  <a:extLst>
                    <a:ext uri="{FF2B5EF4-FFF2-40B4-BE49-F238E27FC236}">
                      <a16:creationId xmlns:a16="http://schemas.microsoft.com/office/drawing/2014/main" id="{24FFA7C6-9A17-CEC5-679A-42461271778D}"/>
                    </a:ext>
                  </a:extLst>
                </p:cNvPr>
                <p:cNvPicPr/>
                <p:nvPr/>
              </p:nvPicPr>
              <p:blipFill>
                <a:blip r:embed="rId62"/>
                <a:stretch>
                  <a:fillRect/>
                </a:stretch>
              </p:blipFill>
              <p:spPr>
                <a:xfrm>
                  <a:off x="1187390" y="4558357"/>
                  <a:ext cx="46440" cy="57240"/>
                </a:xfrm>
                <a:prstGeom prst="rect">
                  <a:avLst/>
                </a:prstGeom>
              </p:spPr>
            </p:pic>
          </mc:Fallback>
        </mc:AlternateContent>
        <mc:AlternateContent xmlns:mc="http://schemas.openxmlformats.org/markup-compatibility/2006">
          <mc:Choice xmlns:p14="http://schemas.microsoft.com/office/powerpoint/2010/main" Requires="p14">
            <p:contentPart p14:bwMode="auto" r:id="rId63">
              <p14:nvContentPartPr>
                <p14:cNvPr id="11" name="Ink 10">
                  <a:extLst>
                    <a:ext uri="{FF2B5EF4-FFF2-40B4-BE49-F238E27FC236}">
                      <a16:creationId xmlns:a16="http://schemas.microsoft.com/office/drawing/2014/main" id="{639A77A7-6E01-EC7C-52CF-E1C999C9E39D}"/>
                    </a:ext>
                  </a:extLst>
                </p14:cNvPr>
                <p14:cNvContentPartPr/>
                <p14:nvPr/>
              </p14:nvContentPartPr>
              <p14:xfrm>
                <a:off x="1295750" y="4595077"/>
                <a:ext cx="66960" cy="184680"/>
              </p14:xfrm>
            </p:contentPart>
          </mc:Choice>
          <mc:Fallback>
            <p:pic>
              <p:nvPicPr>
                <p:cNvPr id="11" name="Ink 10">
                  <a:extLst>
                    <a:ext uri="{FF2B5EF4-FFF2-40B4-BE49-F238E27FC236}">
                      <a16:creationId xmlns:a16="http://schemas.microsoft.com/office/drawing/2014/main" id="{639A77A7-6E01-EC7C-52CF-E1C999C9E39D}"/>
                    </a:ext>
                  </a:extLst>
                </p:cNvPr>
                <p:cNvPicPr/>
                <p:nvPr/>
              </p:nvPicPr>
              <p:blipFill>
                <a:blip r:embed="rId64"/>
                <a:stretch>
                  <a:fillRect/>
                </a:stretch>
              </p:blipFill>
              <p:spPr>
                <a:xfrm>
                  <a:off x="1277750" y="4577077"/>
                  <a:ext cx="102600" cy="220320"/>
                </a:xfrm>
                <a:prstGeom prst="rect">
                  <a:avLst/>
                </a:prstGeom>
              </p:spPr>
            </p:pic>
          </mc:Fallback>
        </mc:AlternateContent>
        <mc:AlternateContent xmlns:mc="http://schemas.openxmlformats.org/markup-compatibility/2006">
          <mc:Choice xmlns:p14="http://schemas.microsoft.com/office/powerpoint/2010/main" Requires="p14">
            <p:contentPart p14:bwMode="auto" r:id="rId65">
              <p14:nvContentPartPr>
                <p14:cNvPr id="12" name="Ink 11">
                  <a:extLst>
                    <a:ext uri="{FF2B5EF4-FFF2-40B4-BE49-F238E27FC236}">
                      <a16:creationId xmlns:a16="http://schemas.microsoft.com/office/drawing/2014/main" id="{D3E84357-C322-80EB-F2C4-14826803EDCF}"/>
                    </a:ext>
                  </a:extLst>
                </p14:cNvPr>
                <p14:cNvContentPartPr/>
                <p14:nvPr/>
              </p14:nvContentPartPr>
              <p14:xfrm>
                <a:off x="1360190" y="4621357"/>
                <a:ext cx="94320" cy="140400"/>
              </p14:xfrm>
            </p:contentPart>
          </mc:Choice>
          <mc:Fallback>
            <p:pic>
              <p:nvPicPr>
                <p:cNvPr id="12" name="Ink 11">
                  <a:extLst>
                    <a:ext uri="{FF2B5EF4-FFF2-40B4-BE49-F238E27FC236}">
                      <a16:creationId xmlns:a16="http://schemas.microsoft.com/office/drawing/2014/main" id="{D3E84357-C322-80EB-F2C4-14826803EDCF}"/>
                    </a:ext>
                  </a:extLst>
                </p:cNvPr>
                <p:cNvPicPr/>
                <p:nvPr/>
              </p:nvPicPr>
              <p:blipFill>
                <a:blip r:embed="rId66"/>
                <a:stretch>
                  <a:fillRect/>
                </a:stretch>
              </p:blipFill>
              <p:spPr>
                <a:xfrm>
                  <a:off x="1342550" y="4603357"/>
                  <a:ext cx="129960" cy="176040"/>
                </a:xfrm>
                <a:prstGeom prst="rect">
                  <a:avLst/>
                </a:prstGeom>
              </p:spPr>
            </p:pic>
          </mc:Fallback>
        </mc:AlternateContent>
        <mc:AlternateContent xmlns:mc="http://schemas.openxmlformats.org/markup-compatibility/2006">
          <mc:Choice xmlns:p14="http://schemas.microsoft.com/office/powerpoint/2010/main" Requires="p14">
            <p:contentPart p14:bwMode="auto" r:id="rId67">
              <p14:nvContentPartPr>
                <p14:cNvPr id="13" name="Ink 12">
                  <a:extLst>
                    <a:ext uri="{FF2B5EF4-FFF2-40B4-BE49-F238E27FC236}">
                      <a16:creationId xmlns:a16="http://schemas.microsoft.com/office/drawing/2014/main" id="{F6641B32-321D-AB45-84BA-8C8A38CAAED2}"/>
                    </a:ext>
                  </a:extLst>
                </p14:cNvPr>
                <p14:cNvContentPartPr/>
                <p14:nvPr/>
              </p14:nvContentPartPr>
              <p14:xfrm>
                <a:off x="1584470" y="4716037"/>
                <a:ext cx="9360" cy="86760"/>
              </p14:xfrm>
            </p:contentPart>
          </mc:Choice>
          <mc:Fallback>
            <p:pic>
              <p:nvPicPr>
                <p:cNvPr id="13" name="Ink 12">
                  <a:extLst>
                    <a:ext uri="{FF2B5EF4-FFF2-40B4-BE49-F238E27FC236}">
                      <a16:creationId xmlns:a16="http://schemas.microsoft.com/office/drawing/2014/main" id="{F6641B32-321D-AB45-84BA-8C8A38CAAED2}"/>
                    </a:ext>
                  </a:extLst>
                </p:cNvPr>
                <p:cNvPicPr/>
                <p:nvPr/>
              </p:nvPicPr>
              <p:blipFill>
                <a:blip r:embed="rId68"/>
                <a:stretch>
                  <a:fillRect/>
                </a:stretch>
              </p:blipFill>
              <p:spPr>
                <a:xfrm>
                  <a:off x="1566830" y="4698037"/>
                  <a:ext cx="45000" cy="122400"/>
                </a:xfrm>
                <a:prstGeom prst="rect">
                  <a:avLst/>
                </a:prstGeom>
              </p:spPr>
            </p:pic>
          </mc:Fallback>
        </mc:AlternateContent>
        <mc:AlternateContent xmlns:mc="http://schemas.openxmlformats.org/markup-compatibility/2006">
          <mc:Choice xmlns:p14="http://schemas.microsoft.com/office/powerpoint/2010/main" Requires="p14">
            <p:contentPart p14:bwMode="auto" r:id="rId69">
              <p14:nvContentPartPr>
                <p14:cNvPr id="14" name="Ink 13">
                  <a:extLst>
                    <a:ext uri="{FF2B5EF4-FFF2-40B4-BE49-F238E27FC236}">
                      <a16:creationId xmlns:a16="http://schemas.microsoft.com/office/drawing/2014/main" id="{63FEE8D2-1314-2999-9295-B7A0A911189C}"/>
                    </a:ext>
                  </a:extLst>
                </p14:cNvPr>
                <p14:cNvContentPartPr/>
                <p14:nvPr/>
              </p14:nvContentPartPr>
              <p14:xfrm>
                <a:off x="1687430" y="4650517"/>
                <a:ext cx="81720" cy="165600"/>
              </p14:xfrm>
            </p:contentPart>
          </mc:Choice>
          <mc:Fallback>
            <p:pic>
              <p:nvPicPr>
                <p:cNvPr id="14" name="Ink 13">
                  <a:extLst>
                    <a:ext uri="{FF2B5EF4-FFF2-40B4-BE49-F238E27FC236}">
                      <a16:creationId xmlns:a16="http://schemas.microsoft.com/office/drawing/2014/main" id="{63FEE8D2-1314-2999-9295-B7A0A911189C}"/>
                    </a:ext>
                  </a:extLst>
                </p:cNvPr>
                <p:cNvPicPr/>
                <p:nvPr/>
              </p:nvPicPr>
              <p:blipFill>
                <a:blip r:embed="rId70"/>
                <a:stretch>
                  <a:fillRect/>
                </a:stretch>
              </p:blipFill>
              <p:spPr>
                <a:xfrm>
                  <a:off x="1669790" y="4632517"/>
                  <a:ext cx="117360" cy="201240"/>
                </a:xfrm>
                <a:prstGeom prst="rect">
                  <a:avLst/>
                </a:prstGeom>
              </p:spPr>
            </p:pic>
          </mc:Fallback>
        </mc:AlternateContent>
        <mc:AlternateContent xmlns:mc="http://schemas.openxmlformats.org/markup-compatibility/2006">
          <mc:Choice xmlns:p14="http://schemas.microsoft.com/office/powerpoint/2010/main" Requires="p14">
            <p:contentPart p14:bwMode="auto" r:id="rId71">
              <p14:nvContentPartPr>
                <p14:cNvPr id="15" name="Ink 14">
                  <a:extLst>
                    <a:ext uri="{FF2B5EF4-FFF2-40B4-BE49-F238E27FC236}">
                      <a16:creationId xmlns:a16="http://schemas.microsoft.com/office/drawing/2014/main" id="{51A07AD9-BA44-DAF4-C8CD-E208D15EBDF9}"/>
                    </a:ext>
                  </a:extLst>
                </p14:cNvPr>
                <p14:cNvContentPartPr/>
                <p14:nvPr/>
              </p14:nvContentPartPr>
              <p14:xfrm>
                <a:off x="1861310" y="4639717"/>
                <a:ext cx="118800" cy="146520"/>
              </p14:xfrm>
            </p:contentPart>
          </mc:Choice>
          <mc:Fallback>
            <p:pic>
              <p:nvPicPr>
                <p:cNvPr id="15" name="Ink 14">
                  <a:extLst>
                    <a:ext uri="{FF2B5EF4-FFF2-40B4-BE49-F238E27FC236}">
                      <a16:creationId xmlns:a16="http://schemas.microsoft.com/office/drawing/2014/main" id="{51A07AD9-BA44-DAF4-C8CD-E208D15EBDF9}"/>
                    </a:ext>
                  </a:extLst>
                </p:cNvPr>
                <p:cNvPicPr/>
                <p:nvPr/>
              </p:nvPicPr>
              <p:blipFill>
                <a:blip r:embed="rId72"/>
                <a:stretch>
                  <a:fillRect/>
                </a:stretch>
              </p:blipFill>
              <p:spPr>
                <a:xfrm>
                  <a:off x="1843310" y="4621717"/>
                  <a:ext cx="154440" cy="182160"/>
                </a:xfrm>
                <a:prstGeom prst="rect">
                  <a:avLst/>
                </a:prstGeom>
              </p:spPr>
            </p:pic>
          </mc:Fallback>
        </mc:AlternateContent>
        <mc:AlternateContent xmlns:mc="http://schemas.openxmlformats.org/markup-compatibility/2006">
          <mc:Choice xmlns:p14="http://schemas.microsoft.com/office/powerpoint/2010/main" Requires="p14">
            <p:contentPart p14:bwMode="auto" r:id="rId73">
              <p14:nvContentPartPr>
                <p14:cNvPr id="16" name="Ink 15">
                  <a:extLst>
                    <a:ext uri="{FF2B5EF4-FFF2-40B4-BE49-F238E27FC236}">
                      <a16:creationId xmlns:a16="http://schemas.microsoft.com/office/drawing/2014/main" id="{DC9AB672-DBF7-95E9-E1C4-C561B888A5FA}"/>
                    </a:ext>
                  </a:extLst>
                </p14:cNvPr>
                <p14:cNvContentPartPr/>
                <p14:nvPr/>
              </p14:nvContentPartPr>
              <p14:xfrm>
                <a:off x="2037710" y="4657357"/>
                <a:ext cx="102960" cy="102600"/>
              </p14:xfrm>
            </p:contentPart>
          </mc:Choice>
          <mc:Fallback>
            <p:pic>
              <p:nvPicPr>
                <p:cNvPr id="16" name="Ink 15">
                  <a:extLst>
                    <a:ext uri="{FF2B5EF4-FFF2-40B4-BE49-F238E27FC236}">
                      <a16:creationId xmlns:a16="http://schemas.microsoft.com/office/drawing/2014/main" id="{DC9AB672-DBF7-95E9-E1C4-C561B888A5FA}"/>
                    </a:ext>
                  </a:extLst>
                </p:cNvPr>
                <p:cNvPicPr/>
                <p:nvPr/>
              </p:nvPicPr>
              <p:blipFill>
                <a:blip r:embed="rId74"/>
                <a:stretch>
                  <a:fillRect/>
                </a:stretch>
              </p:blipFill>
              <p:spPr>
                <a:xfrm>
                  <a:off x="2019710" y="4639357"/>
                  <a:ext cx="138600" cy="138240"/>
                </a:xfrm>
                <a:prstGeom prst="rect">
                  <a:avLst/>
                </a:prstGeom>
              </p:spPr>
            </p:pic>
          </mc:Fallback>
        </mc:AlternateContent>
        <mc:AlternateContent xmlns:mc="http://schemas.openxmlformats.org/markup-compatibility/2006">
          <mc:Choice xmlns:p14="http://schemas.microsoft.com/office/powerpoint/2010/main" Requires="p14">
            <p:contentPart p14:bwMode="auto" r:id="rId75">
              <p14:nvContentPartPr>
                <p14:cNvPr id="17" name="Ink 16">
                  <a:extLst>
                    <a:ext uri="{FF2B5EF4-FFF2-40B4-BE49-F238E27FC236}">
                      <a16:creationId xmlns:a16="http://schemas.microsoft.com/office/drawing/2014/main" id="{C8DF27E9-4D92-3312-C76D-1B8C4DB09CD6}"/>
                    </a:ext>
                  </a:extLst>
                </p14:cNvPr>
                <p14:cNvContentPartPr/>
                <p14:nvPr/>
              </p14:nvContentPartPr>
              <p14:xfrm>
                <a:off x="2233190" y="4548637"/>
                <a:ext cx="61200" cy="239760"/>
              </p14:xfrm>
            </p:contentPart>
          </mc:Choice>
          <mc:Fallback>
            <p:pic>
              <p:nvPicPr>
                <p:cNvPr id="17" name="Ink 16">
                  <a:extLst>
                    <a:ext uri="{FF2B5EF4-FFF2-40B4-BE49-F238E27FC236}">
                      <a16:creationId xmlns:a16="http://schemas.microsoft.com/office/drawing/2014/main" id="{C8DF27E9-4D92-3312-C76D-1B8C4DB09CD6}"/>
                    </a:ext>
                  </a:extLst>
                </p:cNvPr>
                <p:cNvPicPr/>
                <p:nvPr/>
              </p:nvPicPr>
              <p:blipFill>
                <a:blip r:embed="rId76"/>
                <a:stretch>
                  <a:fillRect/>
                </a:stretch>
              </p:blipFill>
              <p:spPr>
                <a:xfrm>
                  <a:off x="2215550" y="4530997"/>
                  <a:ext cx="96840" cy="275400"/>
                </a:xfrm>
                <a:prstGeom prst="rect">
                  <a:avLst/>
                </a:prstGeom>
              </p:spPr>
            </p:pic>
          </mc:Fallback>
        </mc:AlternateContent>
        <mc:AlternateContent xmlns:mc="http://schemas.openxmlformats.org/markup-compatibility/2006">
          <mc:Choice xmlns:p14="http://schemas.microsoft.com/office/powerpoint/2010/main" Requires="p14">
            <p:contentPart p14:bwMode="auto" r:id="rId77">
              <p14:nvContentPartPr>
                <p14:cNvPr id="18" name="Ink 17">
                  <a:extLst>
                    <a:ext uri="{FF2B5EF4-FFF2-40B4-BE49-F238E27FC236}">
                      <a16:creationId xmlns:a16="http://schemas.microsoft.com/office/drawing/2014/main" id="{B8FF1DDA-E87B-9E33-7D29-2AD51A9F91C2}"/>
                    </a:ext>
                  </a:extLst>
                </p14:cNvPr>
                <p14:cNvContentPartPr/>
                <p14:nvPr/>
              </p14:nvContentPartPr>
              <p14:xfrm>
                <a:off x="2193590" y="4625317"/>
                <a:ext cx="117360" cy="63720"/>
              </p14:xfrm>
            </p:contentPart>
          </mc:Choice>
          <mc:Fallback>
            <p:pic>
              <p:nvPicPr>
                <p:cNvPr id="18" name="Ink 17">
                  <a:extLst>
                    <a:ext uri="{FF2B5EF4-FFF2-40B4-BE49-F238E27FC236}">
                      <a16:creationId xmlns:a16="http://schemas.microsoft.com/office/drawing/2014/main" id="{B8FF1DDA-E87B-9E33-7D29-2AD51A9F91C2}"/>
                    </a:ext>
                  </a:extLst>
                </p:cNvPr>
                <p:cNvPicPr/>
                <p:nvPr/>
              </p:nvPicPr>
              <p:blipFill>
                <a:blip r:embed="rId78"/>
                <a:stretch>
                  <a:fillRect/>
                </a:stretch>
              </p:blipFill>
              <p:spPr>
                <a:xfrm>
                  <a:off x="2175590" y="4607677"/>
                  <a:ext cx="153000" cy="99360"/>
                </a:xfrm>
                <a:prstGeom prst="rect">
                  <a:avLst/>
                </a:prstGeom>
              </p:spPr>
            </p:pic>
          </mc:Fallback>
        </mc:AlternateContent>
        <mc:AlternateContent xmlns:mc="http://schemas.openxmlformats.org/markup-compatibility/2006">
          <mc:Choice xmlns:p14="http://schemas.microsoft.com/office/powerpoint/2010/main" Requires="p14">
            <p:contentPart p14:bwMode="auto" r:id="rId79">
              <p14:nvContentPartPr>
                <p14:cNvPr id="19" name="Ink 18">
                  <a:extLst>
                    <a:ext uri="{FF2B5EF4-FFF2-40B4-BE49-F238E27FC236}">
                      <a16:creationId xmlns:a16="http://schemas.microsoft.com/office/drawing/2014/main" id="{17EA4ADF-195A-E528-C483-65946C09D5DE}"/>
                    </a:ext>
                  </a:extLst>
                </p14:cNvPr>
                <p14:cNvContentPartPr/>
                <p14:nvPr/>
              </p14:nvContentPartPr>
              <p14:xfrm>
                <a:off x="2461430" y="4408957"/>
                <a:ext cx="37800" cy="14760"/>
              </p14:xfrm>
            </p:contentPart>
          </mc:Choice>
          <mc:Fallback>
            <p:pic>
              <p:nvPicPr>
                <p:cNvPr id="19" name="Ink 18">
                  <a:extLst>
                    <a:ext uri="{FF2B5EF4-FFF2-40B4-BE49-F238E27FC236}">
                      <a16:creationId xmlns:a16="http://schemas.microsoft.com/office/drawing/2014/main" id="{17EA4ADF-195A-E528-C483-65946C09D5DE}"/>
                    </a:ext>
                  </a:extLst>
                </p:cNvPr>
                <p:cNvPicPr/>
                <p:nvPr/>
              </p:nvPicPr>
              <p:blipFill>
                <a:blip r:embed="rId80"/>
                <a:stretch>
                  <a:fillRect/>
                </a:stretch>
              </p:blipFill>
              <p:spPr>
                <a:xfrm>
                  <a:off x="2443430" y="4391317"/>
                  <a:ext cx="73440" cy="50400"/>
                </a:xfrm>
                <a:prstGeom prst="rect">
                  <a:avLst/>
                </a:prstGeom>
              </p:spPr>
            </p:pic>
          </mc:Fallback>
        </mc:AlternateContent>
        <mc:AlternateContent xmlns:mc="http://schemas.openxmlformats.org/markup-compatibility/2006">
          <mc:Choice xmlns:p14="http://schemas.microsoft.com/office/powerpoint/2010/main" Requires="p14">
            <p:contentPart p14:bwMode="auto" r:id="rId81">
              <p14:nvContentPartPr>
                <p14:cNvPr id="20" name="Ink 19">
                  <a:extLst>
                    <a:ext uri="{FF2B5EF4-FFF2-40B4-BE49-F238E27FC236}">
                      <a16:creationId xmlns:a16="http://schemas.microsoft.com/office/drawing/2014/main" id="{04FFFB61-E30B-1F8C-8C81-9A839527E448}"/>
                    </a:ext>
                  </a:extLst>
                </p14:cNvPr>
                <p14:cNvContentPartPr/>
                <p14:nvPr/>
              </p14:nvContentPartPr>
              <p14:xfrm>
                <a:off x="2490590" y="4446037"/>
                <a:ext cx="67320" cy="35280"/>
              </p14:xfrm>
            </p:contentPart>
          </mc:Choice>
          <mc:Fallback>
            <p:pic>
              <p:nvPicPr>
                <p:cNvPr id="20" name="Ink 19">
                  <a:extLst>
                    <a:ext uri="{FF2B5EF4-FFF2-40B4-BE49-F238E27FC236}">
                      <a16:creationId xmlns:a16="http://schemas.microsoft.com/office/drawing/2014/main" id="{04FFFB61-E30B-1F8C-8C81-9A839527E448}"/>
                    </a:ext>
                  </a:extLst>
                </p:cNvPr>
                <p:cNvPicPr/>
                <p:nvPr/>
              </p:nvPicPr>
              <p:blipFill>
                <a:blip r:embed="rId82"/>
                <a:stretch>
                  <a:fillRect/>
                </a:stretch>
              </p:blipFill>
              <p:spPr>
                <a:xfrm>
                  <a:off x="2472950" y="4428037"/>
                  <a:ext cx="102960" cy="70920"/>
                </a:xfrm>
                <a:prstGeom prst="rect">
                  <a:avLst/>
                </a:prstGeom>
              </p:spPr>
            </p:pic>
          </mc:Fallback>
        </mc:AlternateContent>
        <mc:AlternateContent xmlns:mc="http://schemas.openxmlformats.org/markup-compatibility/2006">
          <mc:Choice xmlns:p14="http://schemas.microsoft.com/office/powerpoint/2010/main" Requires="p14">
            <p:contentPart p14:bwMode="auto" r:id="rId83">
              <p14:nvContentPartPr>
                <p14:cNvPr id="21" name="Ink 20">
                  <a:extLst>
                    <a:ext uri="{FF2B5EF4-FFF2-40B4-BE49-F238E27FC236}">
                      <a16:creationId xmlns:a16="http://schemas.microsoft.com/office/drawing/2014/main" id="{4FC45552-9BDF-9EA7-5186-7D94F30AF454}"/>
                    </a:ext>
                  </a:extLst>
                </p14:cNvPr>
                <p14:cNvContentPartPr/>
                <p14:nvPr/>
              </p14:nvContentPartPr>
              <p14:xfrm>
                <a:off x="2679590" y="3625237"/>
                <a:ext cx="1575360" cy="1055160"/>
              </p14:xfrm>
            </p:contentPart>
          </mc:Choice>
          <mc:Fallback>
            <p:pic>
              <p:nvPicPr>
                <p:cNvPr id="21" name="Ink 20">
                  <a:extLst>
                    <a:ext uri="{FF2B5EF4-FFF2-40B4-BE49-F238E27FC236}">
                      <a16:creationId xmlns:a16="http://schemas.microsoft.com/office/drawing/2014/main" id="{4FC45552-9BDF-9EA7-5186-7D94F30AF454}"/>
                    </a:ext>
                  </a:extLst>
                </p:cNvPr>
                <p:cNvPicPr/>
                <p:nvPr/>
              </p:nvPicPr>
              <p:blipFill>
                <a:blip r:embed="rId84"/>
                <a:stretch>
                  <a:fillRect/>
                </a:stretch>
              </p:blipFill>
              <p:spPr>
                <a:xfrm>
                  <a:off x="2661590" y="3607597"/>
                  <a:ext cx="1611000" cy="1090800"/>
                </a:xfrm>
                <a:prstGeom prst="rect">
                  <a:avLst/>
                </a:prstGeom>
              </p:spPr>
            </p:pic>
          </mc:Fallback>
        </mc:AlternateContent>
        <mc:AlternateContent xmlns:mc="http://schemas.openxmlformats.org/markup-compatibility/2006">
          <mc:Choice xmlns:p14="http://schemas.microsoft.com/office/powerpoint/2010/main" Requires="p14">
            <p:contentPart p14:bwMode="auto" r:id="rId85">
              <p14:nvContentPartPr>
                <p14:cNvPr id="22" name="Ink 21">
                  <a:extLst>
                    <a:ext uri="{FF2B5EF4-FFF2-40B4-BE49-F238E27FC236}">
                      <a16:creationId xmlns:a16="http://schemas.microsoft.com/office/drawing/2014/main" id="{6D5030BC-4E3A-4D22-3985-E331F397521F}"/>
                    </a:ext>
                  </a:extLst>
                </p14:cNvPr>
                <p14:cNvContentPartPr/>
                <p14:nvPr/>
              </p14:nvContentPartPr>
              <p14:xfrm>
                <a:off x="2990630" y="4209877"/>
                <a:ext cx="218880" cy="168120"/>
              </p14:xfrm>
            </p:contentPart>
          </mc:Choice>
          <mc:Fallback>
            <p:pic>
              <p:nvPicPr>
                <p:cNvPr id="22" name="Ink 21">
                  <a:extLst>
                    <a:ext uri="{FF2B5EF4-FFF2-40B4-BE49-F238E27FC236}">
                      <a16:creationId xmlns:a16="http://schemas.microsoft.com/office/drawing/2014/main" id="{6D5030BC-4E3A-4D22-3985-E331F397521F}"/>
                    </a:ext>
                  </a:extLst>
                </p:cNvPr>
                <p:cNvPicPr/>
                <p:nvPr/>
              </p:nvPicPr>
              <p:blipFill>
                <a:blip r:embed="rId86"/>
                <a:stretch>
                  <a:fillRect/>
                </a:stretch>
              </p:blipFill>
              <p:spPr>
                <a:xfrm>
                  <a:off x="2972990" y="4191877"/>
                  <a:ext cx="254520" cy="203760"/>
                </a:xfrm>
                <a:prstGeom prst="rect">
                  <a:avLst/>
                </a:prstGeom>
              </p:spPr>
            </p:pic>
          </mc:Fallback>
        </mc:AlternateContent>
        <mc:AlternateContent xmlns:mc="http://schemas.openxmlformats.org/markup-compatibility/2006">
          <mc:Choice xmlns:p14="http://schemas.microsoft.com/office/powerpoint/2010/main" Requires="p14">
            <p:contentPart p14:bwMode="auto" r:id="rId87">
              <p14:nvContentPartPr>
                <p14:cNvPr id="23" name="Ink 22">
                  <a:extLst>
                    <a:ext uri="{FF2B5EF4-FFF2-40B4-BE49-F238E27FC236}">
                      <a16:creationId xmlns:a16="http://schemas.microsoft.com/office/drawing/2014/main" id="{E3C74013-324B-FBCC-44F0-98FC4612A67B}"/>
                    </a:ext>
                  </a:extLst>
                </p14:cNvPr>
                <p14:cNvContentPartPr/>
                <p14:nvPr/>
              </p14:nvContentPartPr>
              <p14:xfrm>
                <a:off x="3357470" y="4167397"/>
                <a:ext cx="212760" cy="200520"/>
              </p14:xfrm>
            </p:contentPart>
          </mc:Choice>
          <mc:Fallback>
            <p:pic>
              <p:nvPicPr>
                <p:cNvPr id="23" name="Ink 22">
                  <a:extLst>
                    <a:ext uri="{FF2B5EF4-FFF2-40B4-BE49-F238E27FC236}">
                      <a16:creationId xmlns:a16="http://schemas.microsoft.com/office/drawing/2014/main" id="{E3C74013-324B-FBCC-44F0-98FC4612A67B}"/>
                    </a:ext>
                  </a:extLst>
                </p:cNvPr>
                <p:cNvPicPr/>
                <p:nvPr/>
              </p:nvPicPr>
              <p:blipFill>
                <a:blip r:embed="rId88"/>
                <a:stretch>
                  <a:fillRect/>
                </a:stretch>
              </p:blipFill>
              <p:spPr>
                <a:xfrm>
                  <a:off x="3339830" y="4149757"/>
                  <a:ext cx="248400" cy="236160"/>
                </a:xfrm>
                <a:prstGeom prst="rect">
                  <a:avLst/>
                </a:prstGeom>
              </p:spPr>
            </p:pic>
          </mc:Fallback>
        </mc:AlternateContent>
        <mc:AlternateContent xmlns:mc="http://schemas.openxmlformats.org/markup-compatibility/2006">
          <mc:Choice xmlns:p14="http://schemas.microsoft.com/office/powerpoint/2010/main" Requires="p14">
            <p:contentPart p14:bwMode="auto" r:id="rId89">
              <p14:nvContentPartPr>
                <p14:cNvPr id="25" name="Ink 24">
                  <a:extLst>
                    <a:ext uri="{FF2B5EF4-FFF2-40B4-BE49-F238E27FC236}">
                      <a16:creationId xmlns:a16="http://schemas.microsoft.com/office/drawing/2014/main" id="{229E8380-2AE6-27D8-430A-56363607C78B}"/>
                    </a:ext>
                  </a:extLst>
                </p14:cNvPr>
                <p14:cNvContentPartPr/>
                <p14:nvPr/>
              </p14:nvContentPartPr>
              <p14:xfrm>
                <a:off x="3718550" y="3995317"/>
                <a:ext cx="131760" cy="387360"/>
              </p14:xfrm>
            </p:contentPart>
          </mc:Choice>
          <mc:Fallback>
            <p:pic>
              <p:nvPicPr>
                <p:cNvPr id="25" name="Ink 24">
                  <a:extLst>
                    <a:ext uri="{FF2B5EF4-FFF2-40B4-BE49-F238E27FC236}">
                      <a16:creationId xmlns:a16="http://schemas.microsoft.com/office/drawing/2014/main" id="{229E8380-2AE6-27D8-430A-56363607C78B}"/>
                    </a:ext>
                  </a:extLst>
                </p:cNvPr>
                <p:cNvPicPr/>
                <p:nvPr/>
              </p:nvPicPr>
              <p:blipFill>
                <a:blip r:embed="rId90"/>
                <a:stretch>
                  <a:fillRect/>
                </a:stretch>
              </p:blipFill>
              <p:spPr>
                <a:xfrm>
                  <a:off x="3700910" y="3977677"/>
                  <a:ext cx="167400" cy="423000"/>
                </a:xfrm>
                <a:prstGeom prst="rect">
                  <a:avLst/>
                </a:prstGeom>
              </p:spPr>
            </p:pic>
          </mc:Fallback>
        </mc:AlternateContent>
        <mc:AlternateContent xmlns:mc="http://schemas.openxmlformats.org/markup-compatibility/2006">
          <mc:Choice xmlns:p14="http://schemas.microsoft.com/office/powerpoint/2010/main" Requires="p14">
            <p:contentPart p14:bwMode="auto" r:id="rId91">
              <p14:nvContentPartPr>
                <p14:cNvPr id="26" name="Ink 25">
                  <a:extLst>
                    <a:ext uri="{FF2B5EF4-FFF2-40B4-BE49-F238E27FC236}">
                      <a16:creationId xmlns:a16="http://schemas.microsoft.com/office/drawing/2014/main" id="{D4BCD5C6-362C-F2C0-F965-E59D595ACF46}"/>
                    </a:ext>
                  </a:extLst>
                </p14:cNvPr>
                <p14:cNvContentPartPr/>
                <p14:nvPr/>
              </p14:nvContentPartPr>
              <p14:xfrm>
                <a:off x="3809630" y="4364677"/>
                <a:ext cx="48960" cy="32760"/>
              </p14:xfrm>
            </p:contentPart>
          </mc:Choice>
          <mc:Fallback>
            <p:pic>
              <p:nvPicPr>
                <p:cNvPr id="26" name="Ink 25">
                  <a:extLst>
                    <a:ext uri="{FF2B5EF4-FFF2-40B4-BE49-F238E27FC236}">
                      <a16:creationId xmlns:a16="http://schemas.microsoft.com/office/drawing/2014/main" id="{D4BCD5C6-362C-F2C0-F965-E59D595ACF46}"/>
                    </a:ext>
                  </a:extLst>
                </p:cNvPr>
                <p:cNvPicPr/>
                <p:nvPr/>
              </p:nvPicPr>
              <p:blipFill>
                <a:blip r:embed="rId92"/>
                <a:stretch>
                  <a:fillRect/>
                </a:stretch>
              </p:blipFill>
              <p:spPr>
                <a:xfrm>
                  <a:off x="3791630" y="4347037"/>
                  <a:ext cx="84600" cy="68400"/>
                </a:xfrm>
                <a:prstGeom prst="rect">
                  <a:avLst/>
                </a:prstGeom>
              </p:spPr>
            </p:pic>
          </mc:Fallback>
        </mc:AlternateContent>
        <mc:AlternateContent xmlns:mc="http://schemas.openxmlformats.org/markup-compatibility/2006">
          <mc:Choice xmlns:p14="http://schemas.microsoft.com/office/powerpoint/2010/main" Requires="p14">
            <p:contentPart p14:bwMode="auto" r:id="rId93">
              <p14:nvContentPartPr>
                <p14:cNvPr id="27" name="Ink 26">
                  <a:extLst>
                    <a:ext uri="{FF2B5EF4-FFF2-40B4-BE49-F238E27FC236}">
                      <a16:creationId xmlns:a16="http://schemas.microsoft.com/office/drawing/2014/main" id="{751FC9E6-BF8E-C99B-C9B2-1C1C14173FEA}"/>
                    </a:ext>
                  </a:extLst>
                </p14:cNvPr>
                <p14:cNvContentPartPr/>
                <p14:nvPr/>
              </p14:nvContentPartPr>
              <p14:xfrm>
                <a:off x="3692270" y="4010437"/>
                <a:ext cx="86400" cy="30240"/>
              </p14:xfrm>
            </p:contentPart>
          </mc:Choice>
          <mc:Fallback>
            <p:pic>
              <p:nvPicPr>
                <p:cNvPr id="27" name="Ink 26">
                  <a:extLst>
                    <a:ext uri="{FF2B5EF4-FFF2-40B4-BE49-F238E27FC236}">
                      <a16:creationId xmlns:a16="http://schemas.microsoft.com/office/drawing/2014/main" id="{751FC9E6-BF8E-C99B-C9B2-1C1C14173FEA}"/>
                    </a:ext>
                  </a:extLst>
                </p:cNvPr>
                <p:cNvPicPr/>
                <p:nvPr/>
              </p:nvPicPr>
              <p:blipFill>
                <a:blip r:embed="rId94"/>
                <a:stretch>
                  <a:fillRect/>
                </a:stretch>
              </p:blipFill>
              <p:spPr>
                <a:xfrm>
                  <a:off x="3674630" y="3992797"/>
                  <a:ext cx="122040" cy="65880"/>
                </a:xfrm>
                <a:prstGeom prst="rect">
                  <a:avLst/>
                </a:prstGeom>
              </p:spPr>
            </p:pic>
          </mc:Fallback>
        </mc:AlternateContent>
        <mc:AlternateContent xmlns:mc="http://schemas.openxmlformats.org/markup-compatibility/2006">
          <mc:Choice xmlns:p14="http://schemas.microsoft.com/office/powerpoint/2010/main" Requires="p14">
            <p:contentPart p14:bwMode="auto" r:id="rId95">
              <p14:nvContentPartPr>
                <p14:cNvPr id="28" name="Ink 27">
                  <a:extLst>
                    <a:ext uri="{FF2B5EF4-FFF2-40B4-BE49-F238E27FC236}">
                      <a16:creationId xmlns:a16="http://schemas.microsoft.com/office/drawing/2014/main" id="{E1A43082-5273-5BA6-C59A-C19FF535FE67}"/>
                    </a:ext>
                  </a:extLst>
                </p14:cNvPr>
                <p14:cNvContentPartPr/>
                <p14:nvPr/>
              </p14:nvContentPartPr>
              <p14:xfrm>
                <a:off x="3988190" y="3994237"/>
                <a:ext cx="87120" cy="277920"/>
              </p14:xfrm>
            </p:contentPart>
          </mc:Choice>
          <mc:Fallback>
            <p:pic>
              <p:nvPicPr>
                <p:cNvPr id="28" name="Ink 27">
                  <a:extLst>
                    <a:ext uri="{FF2B5EF4-FFF2-40B4-BE49-F238E27FC236}">
                      <a16:creationId xmlns:a16="http://schemas.microsoft.com/office/drawing/2014/main" id="{E1A43082-5273-5BA6-C59A-C19FF535FE67}"/>
                    </a:ext>
                  </a:extLst>
                </p:cNvPr>
                <p:cNvPicPr/>
                <p:nvPr/>
              </p:nvPicPr>
              <p:blipFill>
                <a:blip r:embed="rId96"/>
                <a:stretch>
                  <a:fillRect/>
                </a:stretch>
              </p:blipFill>
              <p:spPr>
                <a:xfrm>
                  <a:off x="3970550" y="3976237"/>
                  <a:ext cx="122760" cy="313560"/>
                </a:xfrm>
                <a:prstGeom prst="rect">
                  <a:avLst/>
                </a:prstGeom>
              </p:spPr>
            </p:pic>
          </mc:Fallback>
        </mc:AlternateContent>
        <mc:AlternateContent xmlns:mc="http://schemas.openxmlformats.org/markup-compatibility/2006">
          <mc:Choice xmlns:p14="http://schemas.microsoft.com/office/powerpoint/2010/main" Requires="p14">
            <p:contentPart p14:bwMode="auto" r:id="rId97">
              <p14:nvContentPartPr>
                <p14:cNvPr id="29" name="Ink 28">
                  <a:extLst>
                    <a:ext uri="{FF2B5EF4-FFF2-40B4-BE49-F238E27FC236}">
                      <a16:creationId xmlns:a16="http://schemas.microsoft.com/office/drawing/2014/main" id="{A6658757-5D18-1B0D-3D0F-43251943BC4C}"/>
                    </a:ext>
                  </a:extLst>
                </p14:cNvPr>
                <p14:cNvContentPartPr/>
                <p14:nvPr/>
              </p14:nvContentPartPr>
              <p14:xfrm>
                <a:off x="3979550" y="3953197"/>
                <a:ext cx="226080" cy="318240"/>
              </p14:xfrm>
            </p:contentPart>
          </mc:Choice>
          <mc:Fallback>
            <p:pic>
              <p:nvPicPr>
                <p:cNvPr id="29" name="Ink 28">
                  <a:extLst>
                    <a:ext uri="{FF2B5EF4-FFF2-40B4-BE49-F238E27FC236}">
                      <a16:creationId xmlns:a16="http://schemas.microsoft.com/office/drawing/2014/main" id="{A6658757-5D18-1B0D-3D0F-43251943BC4C}"/>
                    </a:ext>
                  </a:extLst>
                </p:cNvPr>
                <p:cNvPicPr/>
                <p:nvPr/>
              </p:nvPicPr>
              <p:blipFill>
                <a:blip r:embed="rId98"/>
                <a:stretch>
                  <a:fillRect/>
                </a:stretch>
              </p:blipFill>
              <p:spPr>
                <a:xfrm>
                  <a:off x="3961550" y="3935557"/>
                  <a:ext cx="261720" cy="353880"/>
                </a:xfrm>
                <a:prstGeom prst="rect">
                  <a:avLst/>
                </a:prstGeom>
              </p:spPr>
            </p:pic>
          </mc:Fallback>
        </mc:AlternateContent>
        <mc:AlternateContent xmlns:mc="http://schemas.openxmlformats.org/markup-compatibility/2006">
          <mc:Choice xmlns:p14="http://schemas.microsoft.com/office/powerpoint/2010/main" Requires="p14">
            <p:contentPart p14:bwMode="auto" r:id="rId99">
              <p14:nvContentPartPr>
                <p14:cNvPr id="58" name="Ink 57">
                  <a:extLst>
                    <a:ext uri="{FF2B5EF4-FFF2-40B4-BE49-F238E27FC236}">
                      <a16:creationId xmlns:a16="http://schemas.microsoft.com/office/drawing/2014/main" id="{9983D78D-DFB9-CD48-51C1-DC3FF773BD0B}"/>
                    </a:ext>
                  </a:extLst>
                </p14:cNvPr>
                <p14:cNvContentPartPr/>
                <p14:nvPr/>
              </p14:nvContentPartPr>
              <p14:xfrm>
                <a:off x="4272950" y="4286917"/>
                <a:ext cx="518040" cy="153000"/>
              </p14:xfrm>
            </p:contentPart>
          </mc:Choice>
          <mc:Fallback>
            <p:pic>
              <p:nvPicPr>
                <p:cNvPr id="58" name="Ink 57">
                  <a:extLst>
                    <a:ext uri="{FF2B5EF4-FFF2-40B4-BE49-F238E27FC236}">
                      <a16:creationId xmlns:a16="http://schemas.microsoft.com/office/drawing/2014/main" id="{9983D78D-DFB9-CD48-51C1-DC3FF773BD0B}"/>
                    </a:ext>
                  </a:extLst>
                </p:cNvPr>
                <p:cNvPicPr/>
                <p:nvPr/>
              </p:nvPicPr>
              <p:blipFill>
                <a:blip r:embed="rId100"/>
                <a:stretch>
                  <a:fillRect/>
                </a:stretch>
              </p:blipFill>
              <p:spPr>
                <a:xfrm>
                  <a:off x="4255310" y="4269277"/>
                  <a:ext cx="553680" cy="188640"/>
                </a:xfrm>
                <a:prstGeom prst="rect">
                  <a:avLst/>
                </a:prstGeom>
              </p:spPr>
            </p:pic>
          </mc:Fallback>
        </mc:AlternateContent>
        <mc:AlternateContent xmlns:mc="http://schemas.openxmlformats.org/markup-compatibility/2006">
          <mc:Choice xmlns:p14="http://schemas.microsoft.com/office/powerpoint/2010/main" Requires="p14">
            <p:contentPart p14:bwMode="auto" r:id="rId101">
              <p14:nvContentPartPr>
                <p14:cNvPr id="59" name="Ink 58">
                  <a:extLst>
                    <a:ext uri="{FF2B5EF4-FFF2-40B4-BE49-F238E27FC236}">
                      <a16:creationId xmlns:a16="http://schemas.microsoft.com/office/drawing/2014/main" id="{7FAED541-8995-3AB1-E040-42D3B71D5264}"/>
                    </a:ext>
                  </a:extLst>
                </p14:cNvPr>
                <p14:cNvContentPartPr/>
                <p14:nvPr/>
              </p14:nvContentPartPr>
              <p14:xfrm>
                <a:off x="4708910" y="4302397"/>
                <a:ext cx="87480" cy="230760"/>
              </p14:xfrm>
            </p:contentPart>
          </mc:Choice>
          <mc:Fallback>
            <p:pic>
              <p:nvPicPr>
                <p:cNvPr id="59" name="Ink 58">
                  <a:extLst>
                    <a:ext uri="{FF2B5EF4-FFF2-40B4-BE49-F238E27FC236}">
                      <a16:creationId xmlns:a16="http://schemas.microsoft.com/office/drawing/2014/main" id="{7FAED541-8995-3AB1-E040-42D3B71D5264}"/>
                    </a:ext>
                  </a:extLst>
                </p:cNvPr>
                <p:cNvPicPr/>
                <p:nvPr/>
              </p:nvPicPr>
              <p:blipFill>
                <a:blip r:embed="rId102"/>
                <a:stretch>
                  <a:fillRect/>
                </a:stretch>
              </p:blipFill>
              <p:spPr>
                <a:xfrm>
                  <a:off x="4690910" y="4284397"/>
                  <a:ext cx="123120" cy="266400"/>
                </a:xfrm>
                <a:prstGeom prst="rect">
                  <a:avLst/>
                </a:prstGeom>
              </p:spPr>
            </p:pic>
          </mc:Fallback>
        </mc:AlternateContent>
        <mc:AlternateContent xmlns:mc="http://schemas.openxmlformats.org/markup-compatibility/2006">
          <mc:Choice xmlns:p14="http://schemas.microsoft.com/office/powerpoint/2010/main" Requires="p14">
            <p:contentPart p14:bwMode="auto" r:id="rId103">
              <p14:nvContentPartPr>
                <p14:cNvPr id="60" name="Ink 59">
                  <a:extLst>
                    <a:ext uri="{FF2B5EF4-FFF2-40B4-BE49-F238E27FC236}">
                      <a16:creationId xmlns:a16="http://schemas.microsoft.com/office/drawing/2014/main" id="{C550BFBC-5407-20B0-4EAB-E7B2327B9784}"/>
                    </a:ext>
                  </a:extLst>
                </p14:cNvPr>
                <p14:cNvContentPartPr/>
                <p14:nvPr/>
              </p14:nvContentPartPr>
              <p14:xfrm>
                <a:off x="4997990" y="4484557"/>
                <a:ext cx="28080" cy="217800"/>
              </p14:xfrm>
            </p:contentPart>
          </mc:Choice>
          <mc:Fallback>
            <p:pic>
              <p:nvPicPr>
                <p:cNvPr id="60" name="Ink 59">
                  <a:extLst>
                    <a:ext uri="{FF2B5EF4-FFF2-40B4-BE49-F238E27FC236}">
                      <a16:creationId xmlns:a16="http://schemas.microsoft.com/office/drawing/2014/main" id="{C550BFBC-5407-20B0-4EAB-E7B2327B9784}"/>
                    </a:ext>
                  </a:extLst>
                </p:cNvPr>
                <p:cNvPicPr/>
                <p:nvPr/>
              </p:nvPicPr>
              <p:blipFill>
                <a:blip r:embed="rId104"/>
                <a:stretch>
                  <a:fillRect/>
                </a:stretch>
              </p:blipFill>
              <p:spPr>
                <a:xfrm>
                  <a:off x="4980350" y="4466917"/>
                  <a:ext cx="63720" cy="253440"/>
                </a:xfrm>
                <a:prstGeom prst="rect">
                  <a:avLst/>
                </a:prstGeom>
              </p:spPr>
            </p:pic>
          </mc:Fallback>
        </mc:AlternateContent>
        <mc:AlternateContent xmlns:mc="http://schemas.openxmlformats.org/markup-compatibility/2006">
          <mc:Choice xmlns:p14="http://schemas.microsoft.com/office/powerpoint/2010/main" Requires="p14">
            <p:contentPart p14:bwMode="auto" r:id="rId105">
              <p14:nvContentPartPr>
                <p14:cNvPr id="61" name="Ink 60">
                  <a:extLst>
                    <a:ext uri="{FF2B5EF4-FFF2-40B4-BE49-F238E27FC236}">
                      <a16:creationId xmlns:a16="http://schemas.microsoft.com/office/drawing/2014/main" id="{6243A315-CAE6-FCEC-D815-D48D975AA644}"/>
                    </a:ext>
                  </a:extLst>
                </p14:cNvPr>
                <p14:cNvContentPartPr/>
                <p14:nvPr/>
              </p14:nvContentPartPr>
              <p14:xfrm>
                <a:off x="4997630" y="4426597"/>
                <a:ext cx="123120" cy="212040"/>
              </p14:xfrm>
            </p:contentPart>
          </mc:Choice>
          <mc:Fallback>
            <p:pic>
              <p:nvPicPr>
                <p:cNvPr id="61" name="Ink 60">
                  <a:extLst>
                    <a:ext uri="{FF2B5EF4-FFF2-40B4-BE49-F238E27FC236}">
                      <a16:creationId xmlns:a16="http://schemas.microsoft.com/office/drawing/2014/main" id="{6243A315-CAE6-FCEC-D815-D48D975AA644}"/>
                    </a:ext>
                  </a:extLst>
                </p:cNvPr>
                <p:cNvPicPr/>
                <p:nvPr/>
              </p:nvPicPr>
              <p:blipFill>
                <a:blip r:embed="rId106"/>
                <a:stretch>
                  <a:fillRect/>
                </a:stretch>
              </p:blipFill>
              <p:spPr>
                <a:xfrm>
                  <a:off x="4979990" y="4408957"/>
                  <a:ext cx="158760" cy="247680"/>
                </a:xfrm>
                <a:prstGeom prst="rect">
                  <a:avLst/>
                </a:prstGeom>
              </p:spPr>
            </p:pic>
          </mc:Fallback>
        </mc:AlternateContent>
        <mc:AlternateContent xmlns:mc="http://schemas.openxmlformats.org/markup-compatibility/2006">
          <mc:Choice xmlns:p14="http://schemas.microsoft.com/office/powerpoint/2010/main" Requires="p14">
            <p:contentPart p14:bwMode="auto" r:id="rId107">
              <p14:nvContentPartPr>
                <p14:cNvPr id="62" name="Ink 61">
                  <a:extLst>
                    <a:ext uri="{FF2B5EF4-FFF2-40B4-BE49-F238E27FC236}">
                      <a16:creationId xmlns:a16="http://schemas.microsoft.com/office/drawing/2014/main" id="{A14C32C6-FBB9-35FC-EEBA-3B87F53B390E}"/>
                    </a:ext>
                  </a:extLst>
                </p14:cNvPr>
                <p14:cNvContentPartPr/>
                <p14:nvPr/>
              </p14:nvContentPartPr>
              <p14:xfrm>
                <a:off x="5197070" y="4460437"/>
                <a:ext cx="246240" cy="116640"/>
              </p14:xfrm>
            </p:contentPart>
          </mc:Choice>
          <mc:Fallback>
            <p:pic>
              <p:nvPicPr>
                <p:cNvPr id="62" name="Ink 61">
                  <a:extLst>
                    <a:ext uri="{FF2B5EF4-FFF2-40B4-BE49-F238E27FC236}">
                      <a16:creationId xmlns:a16="http://schemas.microsoft.com/office/drawing/2014/main" id="{A14C32C6-FBB9-35FC-EEBA-3B87F53B390E}"/>
                    </a:ext>
                  </a:extLst>
                </p:cNvPr>
                <p:cNvPicPr/>
                <p:nvPr/>
              </p:nvPicPr>
              <p:blipFill>
                <a:blip r:embed="rId108"/>
                <a:stretch>
                  <a:fillRect/>
                </a:stretch>
              </p:blipFill>
              <p:spPr>
                <a:xfrm>
                  <a:off x="5179070" y="4442797"/>
                  <a:ext cx="281880" cy="152280"/>
                </a:xfrm>
                <a:prstGeom prst="rect">
                  <a:avLst/>
                </a:prstGeom>
              </p:spPr>
            </p:pic>
          </mc:Fallback>
        </mc:AlternateContent>
        <mc:AlternateContent xmlns:mc="http://schemas.openxmlformats.org/markup-compatibility/2006">
          <mc:Choice xmlns:p14="http://schemas.microsoft.com/office/powerpoint/2010/main" Requires="p14">
            <p:contentPart p14:bwMode="auto" r:id="rId109">
              <p14:nvContentPartPr>
                <p14:cNvPr id="63" name="Ink 62">
                  <a:extLst>
                    <a:ext uri="{FF2B5EF4-FFF2-40B4-BE49-F238E27FC236}">
                      <a16:creationId xmlns:a16="http://schemas.microsoft.com/office/drawing/2014/main" id="{C9EF8BDB-6D8A-E66D-3C3E-961E524FBFEA}"/>
                    </a:ext>
                  </a:extLst>
                </p14:cNvPr>
                <p14:cNvContentPartPr/>
                <p14:nvPr/>
              </p14:nvContentPartPr>
              <p14:xfrm>
                <a:off x="5411990" y="4434157"/>
                <a:ext cx="63000" cy="52560"/>
              </p14:xfrm>
            </p:contentPart>
          </mc:Choice>
          <mc:Fallback>
            <p:pic>
              <p:nvPicPr>
                <p:cNvPr id="63" name="Ink 62">
                  <a:extLst>
                    <a:ext uri="{FF2B5EF4-FFF2-40B4-BE49-F238E27FC236}">
                      <a16:creationId xmlns:a16="http://schemas.microsoft.com/office/drawing/2014/main" id="{C9EF8BDB-6D8A-E66D-3C3E-961E524FBFEA}"/>
                    </a:ext>
                  </a:extLst>
                </p:cNvPr>
                <p:cNvPicPr/>
                <p:nvPr/>
              </p:nvPicPr>
              <p:blipFill>
                <a:blip r:embed="rId110"/>
                <a:stretch>
                  <a:fillRect/>
                </a:stretch>
              </p:blipFill>
              <p:spPr>
                <a:xfrm>
                  <a:off x="5393990" y="4416517"/>
                  <a:ext cx="98640" cy="88200"/>
                </a:xfrm>
                <a:prstGeom prst="rect">
                  <a:avLst/>
                </a:prstGeom>
              </p:spPr>
            </p:pic>
          </mc:Fallback>
        </mc:AlternateContent>
        <mc:AlternateContent xmlns:mc="http://schemas.openxmlformats.org/markup-compatibility/2006">
          <mc:Choice xmlns:p14="http://schemas.microsoft.com/office/powerpoint/2010/main" Requires="p14">
            <p:contentPart p14:bwMode="auto" r:id="rId111">
              <p14:nvContentPartPr>
                <p14:cNvPr id="64" name="Ink 63">
                  <a:extLst>
                    <a:ext uri="{FF2B5EF4-FFF2-40B4-BE49-F238E27FC236}">
                      <a16:creationId xmlns:a16="http://schemas.microsoft.com/office/drawing/2014/main" id="{3258A70C-4800-9947-163B-C30C4B221CA1}"/>
                    </a:ext>
                  </a:extLst>
                </p14:cNvPr>
                <p14:cNvContentPartPr/>
                <p14:nvPr/>
              </p14:nvContentPartPr>
              <p14:xfrm>
                <a:off x="5535110" y="4300237"/>
                <a:ext cx="57240" cy="180000"/>
              </p14:xfrm>
            </p:contentPart>
          </mc:Choice>
          <mc:Fallback>
            <p:pic>
              <p:nvPicPr>
                <p:cNvPr id="64" name="Ink 63">
                  <a:extLst>
                    <a:ext uri="{FF2B5EF4-FFF2-40B4-BE49-F238E27FC236}">
                      <a16:creationId xmlns:a16="http://schemas.microsoft.com/office/drawing/2014/main" id="{3258A70C-4800-9947-163B-C30C4B221CA1}"/>
                    </a:ext>
                  </a:extLst>
                </p:cNvPr>
                <p:cNvPicPr/>
                <p:nvPr/>
              </p:nvPicPr>
              <p:blipFill>
                <a:blip r:embed="rId112"/>
                <a:stretch>
                  <a:fillRect/>
                </a:stretch>
              </p:blipFill>
              <p:spPr>
                <a:xfrm>
                  <a:off x="5517470" y="4282597"/>
                  <a:ext cx="92880" cy="215640"/>
                </a:xfrm>
                <a:prstGeom prst="rect">
                  <a:avLst/>
                </a:prstGeom>
              </p:spPr>
            </p:pic>
          </mc:Fallback>
        </mc:AlternateContent>
        <mc:AlternateContent xmlns:mc="http://schemas.openxmlformats.org/markup-compatibility/2006">
          <mc:Choice xmlns:p14="http://schemas.microsoft.com/office/powerpoint/2010/main" Requires="p14">
            <p:contentPart p14:bwMode="auto" r:id="rId113">
              <p14:nvContentPartPr>
                <p14:cNvPr id="65" name="Ink 64">
                  <a:extLst>
                    <a:ext uri="{FF2B5EF4-FFF2-40B4-BE49-F238E27FC236}">
                      <a16:creationId xmlns:a16="http://schemas.microsoft.com/office/drawing/2014/main" id="{CBB9962A-9A00-3F9F-CB0B-3B41279A98C3}"/>
                    </a:ext>
                  </a:extLst>
                </p14:cNvPr>
                <p14:cNvContentPartPr/>
                <p14:nvPr/>
              </p14:nvContentPartPr>
              <p14:xfrm>
                <a:off x="5669030" y="4358557"/>
                <a:ext cx="107280" cy="87480"/>
              </p14:xfrm>
            </p:contentPart>
          </mc:Choice>
          <mc:Fallback>
            <p:pic>
              <p:nvPicPr>
                <p:cNvPr id="65" name="Ink 64">
                  <a:extLst>
                    <a:ext uri="{FF2B5EF4-FFF2-40B4-BE49-F238E27FC236}">
                      <a16:creationId xmlns:a16="http://schemas.microsoft.com/office/drawing/2014/main" id="{CBB9962A-9A00-3F9F-CB0B-3B41279A98C3}"/>
                    </a:ext>
                  </a:extLst>
                </p:cNvPr>
                <p:cNvPicPr/>
                <p:nvPr/>
              </p:nvPicPr>
              <p:blipFill>
                <a:blip r:embed="rId114"/>
                <a:stretch>
                  <a:fillRect/>
                </a:stretch>
              </p:blipFill>
              <p:spPr>
                <a:xfrm>
                  <a:off x="5651030" y="4340557"/>
                  <a:ext cx="142920" cy="123120"/>
                </a:xfrm>
                <a:prstGeom prst="rect">
                  <a:avLst/>
                </a:prstGeom>
              </p:spPr>
            </p:pic>
          </mc:Fallback>
        </mc:AlternateContent>
        <mc:AlternateContent xmlns:mc="http://schemas.openxmlformats.org/markup-compatibility/2006">
          <mc:Choice xmlns:p14="http://schemas.microsoft.com/office/powerpoint/2010/main" Requires="p14">
            <p:contentPart p14:bwMode="auto" r:id="rId115">
              <p14:nvContentPartPr>
                <p14:cNvPr id="66" name="Ink 65">
                  <a:extLst>
                    <a:ext uri="{FF2B5EF4-FFF2-40B4-BE49-F238E27FC236}">
                      <a16:creationId xmlns:a16="http://schemas.microsoft.com/office/drawing/2014/main" id="{C758A68B-F5F1-EBCD-4B7C-42062B845330}"/>
                    </a:ext>
                  </a:extLst>
                </p14:cNvPr>
                <p14:cNvContentPartPr/>
                <p14:nvPr/>
              </p14:nvContentPartPr>
              <p14:xfrm>
                <a:off x="5831750" y="4279717"/>
                <a:ext cx="27000" cy="81720"/>
              </p14:xfrm>
            </p:contentPart>
          </mc:Choice>
          <mc:Fallback>
            <p:pic>
              <p:nvPicPr>
                <p:cNvPr id="66" name="Ink 65">
                  <a:extLst>
                    <a:ext uri="{FF2B5EF4-FFF2-40B4-BE49-F238E27FC236}">
                      <a16:creationId xmlns:a16="http://schemas.microsoft.com/office/drawing/2014/main" id="{C758A68B-F5F1-EBCD-4B7C-42062B845330}"/>
                    </a:ext>
                  </a:extLst>
                </p:cNvPr>
                <p:cNvPicPr/>
                <p:nvPr/>
              </p:nvPicPr>
              <p:blipFill>
                <a:blip r:embed="rId116"/>
                <a:stretch>
                  <a:fillRect/>
                </a:stretch>
              </p:blipFill>
              <p:spPr>
                <a:xfrm>
                  <a:off x="5814110" y="4261717"/>
                  <a:ext cx="62640" cy="117360"/>
                </a:xfrm>
                <a:prstGeom prst="rect">
                  <a:avLst/>
                </a:prstGeom>
              </p:spPr>
            </p:pic>
          </mc:Fallback>
        </mc:AlternateContent>
        <mc:AlternateContent xmlns:mc="http://schemas.openxmlformats.org/markup-compatibility/2006">
          <mc:Choice xmlns:p14="http://schemas.microsoft.com/office/powerpoint/2010/main" Requires="p14">
            <p:contentPart p14:bwMode="auto" r:id="rId117">
              <p14:nvContentPartPr>
                <p14:cNvPr id="67" name="Ink 66">
                  <a:extLst>
                    <a:ext uri="{FF2B5EF4-FFF2-40B4-BE49-F238E27FC236}">
                      <a16:creationId xmlns:a16="http://schemas.microsoft.com/office/drawing/2014/main" id="{0DA85194-8284-1017-3DD2-4402B71073ED}"/>
                    </a:ext>
                  </a:extLst>
                </p14:cNvPr>
                <p14:cNvContentPartPr/>
                <p14:nvPr/>
              </p14:nvContentPartPr>
              <p14:xfrm>
                <a:off x="5819510" y="4177837"/>
                <a:ext cx="14040" cy="21960"/>
              </p14:xfrm>
            </p:contentPart>
          </mc:Choice>
          <mc:Fallback>
            <p:pic>
              <p:nvPicPr>
                <p:cNvPr id="67" name="Ink 66">
                  <a:extLst>
                    <a:ext uri="{FF2B5EF4-FFF2-40B4-BE49-F238E27FC236}">
                      <a16:creationId xmlns:a16="http://schemas.microsoft.com/office/drawing/2014/main" id="{0DA85194-8284-1017-3DD2-4402B71073ED}"/>
                    </a:ext>
                  </a:extLst>
                </p:cNvPr>
                <p:cNvPicPr/>
                <p:nvPr/>
              </p:nvPicPr>
              <p:blipFill>
                <a:blip r:embed="rId118"/>
                <a:stretch>
                  <a:fillRect/>
                </a:stretch>
              </p:blipFill>
              <p:spPr>
                <a:xfrm>
                  <a:off x="5801870" y="4159837"/>
                  <a:ext cx="49680" cy="57600"/>
                </a:xfrm>
                <a:prstGeom prst="rect">
                  <a:avLst/>
                </a:prstGeom>
              </p:spPr>
            </p:pic>
          </mc:Fallback>
        </mc:AlternateContent>
        <mc:AlternateContent xmlns:mc="http://schemas.openxmlformats.org/markup-compatibility/2006">
          <mc:Choice xmlns:p14="http://schemas.microsoft.com/office/powerpoint/2010/main" Requires="p14">
            <p:contentPart p14:bwMode="auto" r:id="rId119">
              <p14:nvContentPartPr>
                <p14:cNvPr id="68" name="Ink 67">
                  <a:extLst>
                    <a:ext uri="{FF2B5EF4-FFF2-40B4-BE49-F238E27FC236}">
                      <a16:creationId xmlns:a16="http://schemas.microsoft.com/office/drawing/2014/main" id="{9E39D5F2-7994-6806-7FDA-AE270C4E4C2C}"/>
                    </a:ext>
                  </a:extLst>
                </p14:cNvPr>
                <p14:cNvContentPartPr/>
                <p14:nvPr/>
              </p14:nvContentPartPr>
              <p14:xfrm>
                <a:off x="5939390" y="4159477"/>
                <a:ext cx="66240" cy="123840"/>
              </p14:xfrm>
            </p:contentPart>
          </mc:Choice>
          <mc:Fallback>
            <p:pic>
              <p:nvPicPr>
                <p:cNvPr id="68" name="Ink 67">
                  <a:extLst>
                    <a:ext uri="{FF2B5EF4-FFF2-40B4-BE49-F238E27FC236}">
                      <a16:creationId xmlns:a16="http://schemas.microsoft.com/office/drawing/2014/main" id="{9E39D5F2-7994-6806-7FDA-AE270C4E4C2C}"/>
                    </a:ext>
                  </a:extLst>
                </p:cNvPr>
                <p:cNvPicPr/>
                <p:nvPr/>
              </p:nvPicPr>
              <p:blipFill>
                <a:blip r:embed="rId120"/>
                <a:stretch>
                  <a:fillRect/>
                </a:stretch>
              </p:blipFill>
              <p:spPr>
                <a:xfrm>
                  <a:off x="5921750" y="4141837"/>
                  <a:ext cx="101880" cy="159480"/>
                </a:xfrm>
                <a:prstGeom prst="rect">
                  <a:avLst/>
                </a:prstGeom>
              </p:spPr>
            </p:pic>
          </mc:Fallback>
        </mc:AlternateContent>
        <mc:AlternateContent xmlns:mc="http://schemas.openxmlformats.org/markup-compatibility/2006">
          <mc:Choice xmlns:p14="http://schemas.microsoft.com/office/powerpoint/2010/main" Requires="p14">
            <p:contentPart p14:bwMode="auto" r:id="rId121">
              <p14:nvContentPartPr>
                <p14:cNvPr id="69" name="Ink 68">
                  <a:extLst>
                    <a:ext uri="{FF2B5EF4-FFF2-40B4-BE49-F238E27FC236}">
                      <a16:creationId xmlns:a16="http://schemas.microsoft.com/office/drawing/2014/main" id="{2DD7E1B8-0E46-CC78-39A7-5CFEC2085C3C}"/>
                    </a:ext>
                  </a:extLst>
                </p14:cNvPr>
                <p14:cNvContentPartPr/>
                <p14:nvPr/>
              </p14:nvContentPartPr>
              <p14:xfrm>
                <a:off x="5969630" y="4257037"/>
                <a:ext cx="13320" cy="13680"/>
              </p14:xfrm>
            </p:contentPart>
          </mc:Choice>
          <mc:Fallback>
            <p:pic>
              <p:nvPicPr>
                <p:cNvPr id="69" name="Ink 68">
                  <a:extLst>
                    <a:ext uri="{FF2B5EF4-FFF2-40B4-BE49-F238E27FC236}">
                      <a16:creationId xmlns:a16="http://schemas.microsoft.com/office/drawing/2014/main" id="{2DD7E1B8-0E46-CC78-39A7-5CFEC2085C3C}"/>
                    </a:ext>
                  </a:extLst>
                </p:cNvPr>
                <p:cNvPicPr/>
                <p:nvPr/>
              </p:nvPicPr>
              <p:blipFill>
                <a:blip r:embed="rId122"/>
                <a:stretch>
                  <a:fillRect/>
                </a:stretch>
              </p:blipFill>
              <p:spPr>
                <a:xfrm>
                  <a:off x="5951630" y="4239037"/>
                  <a:ext cx="48960" cy="49320"/>
                </a:xfrm>
                <a:prstGeom prst="rect">
                  <a:avLst/>
                </a:prstGeom>
              </p:spPr>
            </p:pic>
          </mc:Fallback>
        </mc:AlternateContent>
        <mc:AlternateContent xmlns:mc="http://schemas.openxmlformats.org/markup-compatibility/2006">
          <mc:Choice xmlns:p14="http://schemas.microsoft.com/office/powerpoint/2010/main" Requires="p14">
            <p:contentPart p14:bwMode="auto" r:id="rId123">
              <p14:nvContentPartPr>
                <p14:cNvPr id="71" name="Ink 70">
                  <a:extLst>
                    <a:ext uri="{FF2B5EF4-FFF2-40B4-BE49-F238E27FC236}">
                      <a16:creationId xmlns:a16="http://schemas.microsoft.com/office/drawing/2014/main" id="{A3A434F5-7D71-CDFB-2A90-5AD56FB3A2A0}"/>
                    </a:ext>
                  </a:extLst>
                </p14:cNvPr>
                <p14:cNvContentPartPr/>
                <p14:nvPr/>
              </p14:nvContentPartPr>
              <p14:xfrm>
                <a:off x="6067550" y="4117717"/>
                <a:ext cx="164520" cy="153720"/>
              </p14:xfrm>
            </p:contentPart>
          </mc:Choice>
          <mc:Fallback>
            <p:pic>
              <p:nvPicPr>
                <p:cNvPr id="71" name="Ink 70">
                  <a:extLst>
                    <a:ext uri="{FF2B5EF4-FFF2-40B4-BE49-F238E27FC236}">
                      <a16:creationId xmlns:a16="http://schemas.microsoft.com/office/drawing/2014/main" id="{A3A434F5-7D71-CDFB-2A90-5AD56FB3A2A0}"/>
                    </a:ext>
                  </a:extLst>
                </p:cNvPr>
                <p:cNvPicPr/>
                <p:nvPr/>
              </p:nvPicPr>
              <p:blipFill>
                <a:blip r:embed="rId124"/>
                <a:stretch>
                  <a:fillRect/>
                </a:stretch>
              </p:blipFill>
              <p:spPr>
                <a:xfrm>
                  <a:off x="6049910" y="4100077"/>
                  <a:ext cx="200160" cy="189360"/>
                </a:xfrm>
                <a:prstGeom prst="rect">
                  <a:avLst/>
                </a:prstGeom>
              </p:spPr>
            </p:pic>
          </mc:Fallback>
        </mc:AlternateContent>
      </p:grpSp>
      <p:grpSp>
        <p:nvGrpSpPr>
          <p:cNvPr id="103" name="Group 102">
            <a:extLst>
              <a:ext uri="{FF2B5EF4-FFF2-40B4-BE49-F238E27FC236}">
                <a16:creationId xmlns:a16="http://schemas.microsoft.com/office/drawing/2014/main" id="{CF476DF1-E5A8-9F75-61A9-8FED4E775DE6}"/>
              </a:ext>
            </a:extLst>
          </p:cNvPr>
          <p:cNvGrpSpPr/>
          <p:nvPr/>
        </p:nvGrpSpPr>
        <p:grpSpPr>
          <a:xfrm>
            <a:off x="9629030" y="1002997"/>
            <a:ext cx="2449080" cy="2139120"/>
            <a:chOff x="9629030" y="1002997"/>
            <a:chExt cx="2449080" cy="2139120"/>
          </a:xfrm>
        </p:grpSpPr>
        <mc:AlternateContent xmlns:mc="http://schemas.openxmlformats.org/markup-compatibility/2006">
          <mc:Choice xmlns:p14="http://schemas.microsoft.com/office/powerpoint/2010/main" Requires="p14">
            <p:contentPart p14:bwMode="auto" r:id="rId125">
              <p14:nvContentPartPr>
                <p14:cNvPr id="73" name="Ink 72">
                  <a:extLst>
                    <a:ext uri="{FF2B5EF4-FFF2-40B4-BE49-F238E27FC236}">
                      <a16:creationId xmlns:a16="http://schemas.microsoft.com/office/drawing/2014/main" id="{97BA815E-C417-6080-92CC-43BB46D3A39B}"/>
                    </a:ext>
                  </a:extLst>
                </p14:cNvPr>
                <p14:cNvContentPartPr/>
                <p14:nvPr/>
              </p14:nvContentPartPr>
              <p14:xfrm>
                <a:off x="9705710" y="2218357"/>
                <a:ext cx="261000" cy="30600"/>
              </p14:xfrm>
            </p:contentPart>
          </mc:Choice>
          <mc:Fallback>
            <p:pic>
              <p:nvPicPr>
                <p:cNvPr id="73" name="Ink 72">
                  <a:extLst>
                    <a:ext uri="{FF2B5EF4-FFF2-40B4-BE49-F238E27FC236}">
                      <a16:creationId xmlns:a16="http://schemas.microsoft.com/office/drawing/2014/main" id="{97BA815E-C417-6080-92CC-43BB46D3A39B}"/>
                    </a:ext>
                  </a:extLst>
                </p:cNvPr>
                <p:cNvPicPr/>
                <p:nvPr/>
              </p:nvPicPr>
              <p:blipFill>
                <a:blip r:embed="rId126"/>
                <a:stretch>
                  <a:fillRect/>
                </a:stretch>
              </p:blipFill>
              <p:spPr>
                <a:xfrm>
                  <a:off x="9688070" y="2200717"/>
                  <a:ext cx="296640" cy="66240"/>
                </a:xfrm>
                <a:prstGeom prst="rect">
                  <a:avLst/>
                </a:prstGeom>
              </p:spPr>
            </p:pic>
          </mc:Fallback>
        </mc:AlternateContent>
        <mc:AlternateContent xmlns:mc="http://schemas.openxmlformats.org/markup-compatibility/2006">
          <mc:Choice xmlns:p14="http://schemas.microsoft.com/office/powerpoint/2010/main" Requires="p14">
            <p:contentPart p14:bwMode="auto" r:id="rId127">
              <p14:nvContentPartPr>
                <p14:cNvPr id="74" name="Ink 73">
                  <a:extLst>
                    <a:ext uri="{FF2B5EF4-FFF2-40B4-BE49-F238E27FC236}">
                      <a16:creationId xmlns:a16="http://schemas.microsoft.com/office/drawing/2014/main" id="{3DEF64EC-EB55-5844-A386-860F96BCA24F}"/>
                    </a:ext>
                  </a:extLst>
                </p14:cNvPr>
                <p14:cNvContentPartPr/>
                <p14:nvPr/>
              </p14:nvContentPartPr>
              <p14:xfrm>
                <a:off x="9629030" y="2279917"/>
                <a:ext cx="277200" cy="135720"/>
              </p14:xfrm>
            </p:contentPart>
          </mc:Choice>
          <mc:Fallback>
            <p:pic>
              <p:nvPicPr>
                <p:cNvPr id="74" name="Ink 73">
                  <a:extLst>
                    <a:ext uri="{FF2B5EF4-FFF2-40B4-BE49-F238E27FC236}">
                      <a16:creationId xmlns:a16="http://schemas.microsoft.com/office/drawing/2014/main" id="{3DEF64EC-EB55-5844-A386-860F96BCA24F}"/>
                    </a:ext>
                  </a:extLst>
                </p:cNvPr>
                <p:cNvPicPr/>
                <p:nvPr/>
              </p:nvPicPr>
              <p:blipFill>
                <a:blip r:embed="rId128"/>
                <a:stretch>
                  <a:fillRect/>
                </a:stretch>
              </p:blipFill>
              <p:spPr>
                <a:xfrm>
                  <a:off x="9611030" y="2262277"/>
                  <a:ext cx="312840" cy="171360"/>
                </a:xfrm>
                <a:prstGeom prst="rect">
                  <a:avLst/>
                </a:prstGeom>
              </p:spPr>
            </p:pic>
          </mc:Fallback>
        </mc:AlternateContent>
        <mc:AlternateContent xmlns:mc="http://schemas.openxmlformats.org/markup-compatibility/2006">
          <mc:Choice xmlns:p14="http://schemas.microsoft.com/office/powerpoint/2010/main" Requires="p14">
            <p:contentPart p14:bwMode="auto" r:id="rId129">
              <p14:nvContentPartPr>
                <p14:cNvPr id="75" name="Ink 74">
                  <a:extLst>
                    <a:ext uri="{FF2B5EF4-FFF2-40B4-BE49-F238E27FC236}">
                      <a16:creationId xmlns:a16="http://schemas.microsoft.com/office/drawing/2014/main" id="{FF62B8B2-A235-FAD6-1651-9880FABB06E5}"/>
                    </a:ext>
                  </a:extLst>
                </p14:cNvPr>
                <p14:cNvContentPartPr/>
                <p14:nvPr/>
              </p14:nvContentPartPr>
              <p14:xfrm>
                <a:off x="9976430" y="2242837"/>
                <a:ext cx="79200" cy="170280"/>
              </p14:xfrm>
            </p:contentPart>
          </mc:Choice>
          <mc:Fallback>
            <p:pic>
              <p:nvPicPr>
                <p:cNvPr id="75" name="Ink 74">
                  <a:extLst>
                    <a:ext uri="{FF2B5EF4-FFF2-40B4-BE49-F238E27FC236}">
                      <a16:creationId xmlns:a16="http://schemas.microsoft.com/office/drawing/2014/main" id="{FF62B8B2-A235-FAD6-1651-9880FABB06E5}"/>
                    </a:ext>
                  </a:extLst>
                </p:cNvPr>
                <p:cNvPicPr/>
                <p:nvPr/>
              </p:nvPicPr>
              <p:blipFill>
                <a:blip r:embed="rId130"/>
                <a:stretch>
                  <a:fillRect/>
                </a:stretch>
              </p:blipFill>
              <p:spPr>
                <a:xfrm>
                  <a:off x="9958430" y="2225197"/>
                  <a:ext cx="114840" cy="205920"/>
                </a:xfrm>
                <a:prstGeom prst="rect">
                  <a:avLst/>
                </a:prstGeom>
              </p:spPr>
            </p:pic>
          </mc:Fallback>
        </mc:AlternateContent>
        <mc:AlternateContent xmlns:mc="http://schemas.openxmlformats.org/markup-compatibility/2006">
          <mc:Choice xmlns:p14="http://schemas.microsoft.com/office/powerpoint/2010/main" Requires="p14">
            <p:contentPart p14:bwMode="auto" r:id="rId131">
              <p14:nvContentPartPr>
                <p14:cNvPr id="76" name="Ink 75">
                  <a:extLst>
                    <a:ext uri="{FF2B5EF4-FFF2-40B4-BE49-F238E27FC236}">
                      <a16:creationId xmlns:a16="http://schemas.microsoft.com/office/drawing/2014/main" id="{8996CA6E-6710-1E9A-136F-A9198751CE2A}"/>
                    </a:ext>
                  </a:extLst>
                </p14:cNvPr>
                <p14:cNvContentPartPr/>
                <p14:nvPr/>
              </p14:nvContentPartPr>
              <p14:xfrm>
                <a:off x="9946910" y="2467477"/>
                <a:ext cx="29880" cy="458640"/>
              </p14:xfrm>
            </p:contentPart>
          </mc:Choice>
          <mc:Fallback>
            <p:pic>
              <p:nvPicPr>
                <p:cNvPr id="76" name="Ink 75">
                  <a:extLst>
                    <a:ext uri="{FF2B5EF4-FFF2-40B4-BE49-F238E27FC236}">
                      <a16:creationId xmlns:a16="http://schemas.microsoft.com/office/drawing/2014/main" id="{8996CA6E-6710-1E9A-136F-A9198751CE2A}"/>
                    </a:ext>
                  </a:extLst>
                </p:cNvPr>
                <p:cNvPicPr/>
                <p:nvPr/>
              </p:nvPicPr>
              <p:blipFill>
                <a:blip r:embed="rId132"/>
                <a:stretch>
                  <a:fillRect/>
                </a:stretch>
              </p:blipFill>
              <p:spPr>
                <a:xfrm>
                  <a:off x="9928910" y="2449837"/>
                  <a:ext cx="65520" cy="494280"/>
                </a:xfrm>
                <a:prstGeom prst="rect">
                  <a:avLst/>
                </a:prstGeom>
              </p:spPr>
            </p:pic>
          </mc:Fallback>
        </mc:AlternateContent>
        <mc:AlternateContent xmlns:mc="http://schemas.openxmlformats.org/markup-compatibility/2006">
          <mc:Choice xmlns:p14="http://schemas.microsoft.com/office/powerpoint/2010/main" Requires="p14">
            <p:contentPart p14:bwMode="auto" r:id="rId133">
              <p14:nvContentPartPr>
                <p14:cNvPr id="77" name="Ink 76">
                  <a:extLst>
                    <a:ext uri="{FF2B5EF4-FFF2-40B4-BE49-F238E27FC236}">
                      <a16:creationId xmlns:a16="http://schemas.microsoft.com/office/drawing/2014/main" id="{4E23A6DB-C206-50EA-983F-85A3ADC53E57}"/>
                    </a:ext>
                  </a:extLst>
                </p14:cNvPr>
                <p14:cNvContentPartPr/>
                <p14:nvPr/>
              </p14:nvContentPartPr>
              <p14:xfrm>
                <a:off x="9836750" y="1835317"/>
                <a:ext cx="101160" cy="368280"/>
              </p14:xfrm>
            </p:contentPart>
          </mc:Choice>
          <mc:Fallback>
            <p:pic>
              <p:nvPicPr>
                <p:cNvPr id="77" name="Ink 76">
                  <a:extLst>
                    <a:ext uri="{FF2B5EF4-FFF2-40B4-BE49-F238E27FC236}">
                      <a16:creationId xmlns:a16="http://schemas.microsoft.com/office/drawing/2014/main" id="{4E23A6DB-C206-50EA-983F-85A3ADC53E57}"/>
                    </a:ext>
                  </a:extLst>
                </p:cNvPr>
                <p:cNvPicPr/>
                <p:nvPr/>
              </p:nvPicPr>
              <p:blipFill>
                <a:blip r:embed="rId134"/>
                <a:stretch>
                  <a:fillRect/>
                </a:stretch>
              </p:blipFill>
              <p:spPr>
                <a:xfrm>
                  <a:off x="9818750" y="1817317"/>
                  <a:ext cx="136800" cy="403920"/>
                </a:xfrm>
                <a:prstGeom prst="rect">
                  <a:avLst/>
                </a:prstGeom>
              </p:spPr>
            </p:pic>
          </mc:Fallback>
        </mc:AlternateContent>
        <mc:AlternateContent xmlns:mc="http://schemas.openxmlformats.org/markup-compatibility/2006">
          <mc:Choice xmlns:p14="http://schemas.microsoft.com/office/powerpoint/2010/main" Requires="p14">
            <p:contentPart p14:bwMode="auto" r:id="rId135">
              <p14:nvContentPartPr>
                <p14:cNvPr id="78" name="Ink 77">
                  <a:extLst>
                    <a:ext uri="{FF2B5EF4-FFF2-40B4-BE49-F238E27FC236}">
                      <a16:creationId xmlns:a16="http://schemas.microsoft.com/office/drawing/2014/main" id="{007AFE8C-247F-6F10-8983-9FD40C45DB46}"/>
                    </a:ext>
                  </a:extLst>
                </p14:cNvPr>
                <p14:cNvContentPartPr/>
                <p14:nvPr/>
              </p14:nvContentPartPr>
              <p14:xfrm>
                <a:off x="9860150" y="1771237"/>
                <a:ext cx="828720" cy="63000"/>
              </p14:xfrm>
            </p:contentPart>
          </mc:Choice>
          <mc:Fallback>
            <p:pic>
              <p:nvPicPr>
                <p:cNvPr id="78" name="Ink 77">
                  <a:extLst>
                    <a:ext uri="{FF2B5EF4-FFF2-40B4-BE49-F238E27FC236}">
                      <a16:creationId xmlns:a16="http://schemas.microsoft.com/office/drawing/2014/main" id="{007AFE8C-247F-6F10-8983-9FD40C45DB46}"/>
                    </a:ext>
                  </a:extLst>
                </p:cNvPr>
                <p:cNvPicPr/>
                <p:nvPr/>
              </p:nvPicPr>
              <p:blipFill>
                <a:blip r:embed="rId136"/>
                <a:stretch>
                  <a:fillRect/>
                </a:stretch>
              </p:blipFill>
              <p:spPr>
                <a:xfrm>
                  <a:off x="9842510" y="1753597"/>
                  <a:ext cx="864360" cy="98640"/>
                </a:xfrm>
                <a:prstGeom prst="rect">
                  <a:avLst/>
                </a:prstGeom>
              </p:spPr>
            </p:pic>
          </mc:Fallback>
        </mc:AlternateContent>
        <mc:AlternateContent xmlns:mc="http://schemas.openxmlformats.org/markup-compatibility/2006">
          <mc:Choice xmlns:p14="http://schemas.microsoft.com/office/powerpoint/2010/main" Requires="p14">
            <p:contentPart p14:bwMode="auto" r:id="rId137">
              <p14:nvContentPartPr>
                <p14:cNvPr id="79" name="Ink 78">
                  <a:extLst>
                    <a:ext uri="{FF2B5EF4-FFF2-40B4-BE49-F238E27FC236}">
                      <a16:creationId xmlns:a16="http://schemas.microsoft.com/office/drawing/2014/main" id="{E4932D73-CCFB-469D-3F44-F9AC02E0241D}"/>
                    </a:ext>
                  </a:extLst>
                </p14:cNvPr>
                <p14:cNvContentPartPr/>
                <p14:nvPr/>
              </p14:nvContentPartPr>
              <p14:xfrm>
                <a:off x="10637750" y="1532557"/>
                <a:ext cx="94680" cy="696600"/>
              </p14:xfrm>
            </p:contentPart>
          </mc:Choice>
          <mc:Fallback>
            <p:pic>
              <p:nvPicPr>
                <p:cNvPr id="79" name="Ink 78">
                  <a:extLst>
                    <a:ext uri="{FF2B5EF4-FFF2-40B4-BE49-F238E27FC236}">
                      <a16:creationId xmlns:a16="http://schemas.microsoft.com/office/drawing/2014/main" id="{E4932D73-CCFB-469D-3F44-F9AC02E0241D}"/>
                    </a:ext>
                  </a:extLst>
                </p:cNvPr>
                <p:cNvPicPr/>
                <p:nvPr/>
              </p:nvPicPr>
              <p:blipFill>
                <a:blip r:embed="rId138"/>
                <a:stretch>
                  <a:fillRect/>
                </a:stretch>
              </p:blipFill>
              <p:spPr>
                <a:xfrm>
                  <a:off x="10619750" y="1514917"/>
                  <a:ext cx="130320" cy="732240"/>
                </a:xfrm>
                <a:prstGeom prst="rect">
                  <a:avLst/>
                </a:prstGeom>
              </p:spPr>
            </p:pic>
          </mc:Fallback>
        </mc:AlternateContent>
        <mc:AlternateContent xmlns:mc="http://schemas.openxmlformats.org/markup-compatibility/2006">
          <mc:Choice xmlns:p14="http://schemas.microsoft.com/office/powerpoint/2010/main" Requires="p14">
            <p:contentPart p14:bwMode="auto" r:id="rId139">
              <p14:nvContentPartPr>
                <p14:cNvPr id="80" name="Ink 79">
                  <a:extLst>
                    <a:ext uri="{FF2B5EF4-FFF2-40B4-BE49-F238E27FC236}">
                      <a16:creationId xmlns:a16="http://schemas.microsoft.com/office/drawing/2014/main" id="{739C890E-DF61-4FCF-CAC7-B48B1985DF0C}"/>
                    </a:ext>
                  </a:extLst>
                </p14:cNvPr>
                <p14:cNvContentPartPr/>
                <p14:nvPr/>
              </p14:nvContentPartPr>
              <p14:xfrm>
                <a:off x="10649990" y="1419517"/>
                <a:ext cx="664560" cy="1034640"/>
              </p14:xfrm>
            </p:contentPart>
          </mc:Choice>
          <mc:Fallback>
            <p:pic>
              <p:nvPicPr>
                <p:cNvPr id="80" name="Ink 79">
                  <a:extLst>
                    <a:ext uri="{FF2B5EF4-FFF2-40B4-BE49-F238E27FC236}">
                      <a16:creationId xmlns:a16="http://schemas.microsoft.com/office/drawing/2014/main" id="{739C890E-DF61-4FCF-CAC7-B48B1985DF0C}"/>
                    </a:ext>
                  </a:extLst>
                </p:cNvPr>
                <p:cNvPicPr/>
                <p:nvPr/>
              </p:nvPicPr>
              <p:blipFill>
                <a:blip r:embed="rId140"/>
                <a:stretch>
                  <a:fillRect/>
                </a:stretch>
              </p:blipFill>
              <p:spPr>
                <a:xfrm>
                  <a:off x="10631990" y="1401877"/>
                  <a:ext cx="700200" cy="1070280"/>
                </a:xfrm>
                <a:prstGeom prst="rect">
                  <a:avLst/>
                </a:prstGeom>
              </p:spPr>
            </p:pic>
          </mc:Fallback>
        </mc:AlternateContent>
        <mc:AlternateContent xmlns:mc="http://schemas.openxmlformats.org/markup-compatibility/2006">
          <mc:Choice xmlns:p14="http://schemas.microsoft.com/office/powerpoint/2010/main" Requires="p14">
            <p:contentPart p14:bwMode="auto" r:id="rId141">
              <p14:nvContentPartPr>
                <p14:cNvPr id="81" name="Ink 80">
                  <a:extLst>
                    <a:ext uri="{FF2B5EF4-FFF2-40B4-BE49-F238E27FC236}">
                      <a16:creationId xmlns:a16="http://schemas.microsoft.com/office/drawing/2014/main" id="{19AE326C-3016-6CFE-A590-DA5A3BF0A083}"/>
                    </a:ext>
                  </a:extLst>
                </p14:cNvPr>
                <p14:cNvContentPartPr/>
                <p14:nvPr/>
              </p14:nvContentPartPr>
              <p14:xfrm>
                <a:off x="10766990" y="1819477"/>
                <a:ext cx="114480" cy="21600"/>
              </p14:xfrm>
            </p:contentPart>
          </mc:Choice>
          <mc:Fallback>
            <p:pic>
              <p:nvPicPr>
                <p:cNvPr id="81" name="Ink 80">
                  <a:extLst>
                    <a:ext uri="{FF2B5EF4-FFF2-40B4-BE49-F238E27FC236}">
                      <a16:creationId xmlns:a16="http://schemas.microsoft.com/office/drawing/2014/main" id="{19AE326C-3016-6CFE-A590-DA5A3BF0A083}"/>
                    </a:ext>
                  </a:extLst>
                </p:cNvPr>
                <p:cNvPicPr/>
                <p:nvPr/>
              </p:nvPicPr>
              <p:blipFill>
                <a:blip r:embed="rId142"/>
                <a:stretch>
                  <a:fillRect/>
                </a:stretch>
              </p:blipFill>
              <p:spPr>
                <a:xfrm>
                  <a:off x="10748990" y="1801837"/>
                  <a:ext cx="150120" cy="57240"/>
                </a:xfrm>
                <a:prstGeom prst="rect">
                  <a:avLst/>
                </a:prstGeom>
              </p:spPr>
            </p:pic>
          </mc:Fallback>
        </mc:AlternateContent>
        <mc:AlternateContent xmlns:mc="http://schemas.openxmlformats.org/markup-compatibility/2006">
          <mc:Choice xmlns:p14="http://schemas.microsoft.com/office/powerpoint/2010/main" Requires="p14">
            <p:contentPart p14:bwMode="auto" r:id="rId143">
              <p14:nvContentPartPr>
                <p14:cNvPr id="82" name="Ink 81">
                  <a:extLst>
                    <a:ext uri="{FF2B5EF4-FFF2-40B4-BE49-F238E27FC236}">
                      <a16:creationId xmlns:a16="http://schemas.microsoft.com/office/drawing/2014/main" id="{CCCCDF10-C8A0-5119-F4E7-2F8812FEAE4F}"/>
                    </a:ext>
                  </a:extLst>
                </p14:cNvPr>
                <p14:cNvContentPartPr/>
                <p14:nvPr/>
              </p14:nvContentPartPr>
              <p14:xfrm>
                <a:off x="10822790" y="2065717"/>
                <a:ext cx="82440" cy="12960"/>
              </p14:xfrm>
            </p:contentPart>
          </mc:Choice>
          <mc:Fallback>
            <p:pic>
              <p:nvPicPr>
                <p:cNvPr id="82" name="Ink 81">
                  <a:extLst>
                    <a:ext uri="{FF2B5EF4-FFF2-40B4-BE49-F238E27FC236}">
                      <a16:creationId xmlns:a16="http://schemas.microsoft.com/office/drawing/2014/main" id="{CCCCDF10-C8A0-5119-F4E7-2F8812FEAE4F}"/>
                    </a:ext>
                  </a:extLst>
                </p:cNvPr>
                <p:cNvPicPr/>
                <p:nvPr/>
              </p:nvPicPr>
              <p:blipFill>
                <a:blip r:embed="rId144"/>
                <a:stretch>
                  <a:fillRect/>
                </a:stretch>
              </p:blipFill>
              <p:spPr>
                <a:xfrm>
                  <a:off x="10805150" y="2048077"/>
                  <a:ext cx="118080" cy="48600"/>
                </a:xfrm>
                <a:prstGeom prst="rect">
                  <a:avLst/>
                </a:prstGeom>
              </p:spPr>
            </p:pic>
          </mc:Fallback>
        </mc:AlternateContent>
        <mc:AlternateContent xmlns:mc="http://schemas.openxmlformats.org/markup-compatibility/2006">
          <mc:Choice xmlns:p14="http://schemas.microsoft.com/office/powerpoint/2010/main" Requires="p14">
            <p:contentPart p14:bwMode="auto" r:id="rId145">
              <p14:nvContentPartPr>
                <p14:cNvPr id="83" name="Ink 82">
                  <a:extLst>
                    <a:ext uri="{FF2B5EF4-FFF2-40B4-BE49-F238E27FC236}">
                      <a16:creationId xmlns:a16="http://schemas.microsoft.com/office/drawing/2014/main" id="{126DD2B8-2141-4AA3-5E30-7DA33AA7B9F7}"/>
                    </a:ext>
                  </a:extLst>
                </p14:cNvPr>
                <p14:cNvContentPartPr/>
                <p14:nvPr/>
              </p14:nvContentPartPr>
              <p14:xfrm>
                <a:off x="10849790" y="2036917"/>
                <a:ext cx="21960" cy="118080"/>
              </p14:xfrm>
            </p:contentPart>
          </mc:Choice>
          <mc:Fallback>
            <p:pic>
              <p:nvPicPr>
                <p:cNvPr id="83" name="Ink 82">
                  <a:extLst>
                    <a:ext uri="{FF2B5EF4-FFF2-40B4-BE49-F238E27FC236}">
                      <a16:creationId xmlns:a16="http://schemas.microsoft.com/office/drawing/2014/main" id="{126DD2B8-2141-4AA3-5E30-7DA33AA7B9F7}"/>
                    </a:ext>
                  </a:extLst>
                </p:cNvPr>
                <p:cNvPicPr/>
                <p:nvPr/>
              </p:nvPicPr>
              <p:blipFill>
                <a:blip r:embed="rId146"/>
                <a:stretch>
                  <a:fillRect/>
                </a:stretch>
              </p:blipFill>
              <p:spPr>
                <a:xfrm>
                  <a:off x="10832150" y="2018917"/>
                  <a:ext cx="57600" cy="153720"/>
                </a:xfrm>
                <a:prstGeom prst="rect">
                  <a:avLst/>
                </a:prstGeom>
              </p:spPr>
            </p:pic>
          </mc:Fallback>
        </mc:AlternateContent>
        <mc:AlternateContent xmlns:mc="http://schemas.openxmlformats.org/markup-compatibility/2006">
          <mc:Choice xmlns:p14="http://schemas.microsoft.com/office/powerpoint/2010/main" Requires="p14">
            <p:contentPart p14:bwMode="auto" r:id="rId147">
              <p14:nvContentPartPr>
                <p14:cNvPr id="84" name="Ink 83">
                  <a:extLst>
                    <a:ext uri="{FF2B5EF4-FFF2-40B4-BE49-F238E27FC236}">
                      <a16:creationId xmlns:a16="http://schemas.microsoft.com/office/drawing/2014/main" id="{247043FD-87AC-D0B6-883D-9B3599ECD685}"/>
                    </a:ext>
                  </a:extLst>
                </p14:cNvPr>
                <p14:cNvContentPartPr/>
                <p14:nvPr/>
              </p14:nvContentPartPr>
              <p14:xfrm>
                <a:off x="10505270" y="2145997"/>
                <a:ext cx="225000" cy="580320"/>
              </p14:xfrm>
            </p:contentPart>
          </mc:Choice>
          <mc:Fallback>
            <p:pic>
              <p:nvPicPr>
                <p:cNvPr id="84" name="Ink 83">
                  <a:extLst>
                    <a:ext uri="{FF2B5EF4-FFF2-40B4-BE49-F238E27FC236}">
                      <a16:creationId xmlns:a16="http://schemas.microsoft.com/office/drawing/2014/main" id="{247043FD-87AC-D0B6-883D-9B3599ECD685}"/>
                    </a:ext>
                  </a:extLst>
                </p:cNvPr>
                <p:cNvPicPr/>
                <p:nvPr/>
              </p:nvPicPr>
              <p:blipFill>
                <a:blip r:embed="rId148"/>
                <a:stretch>
                  <a:fillRect/>
                </a:stretch>
              </p:blipFill>
              <p:spPr>
                <a:xfrm>
                  <a:off x="10487630" y="2128357"/>
                  <a:ext cx="260640" cy="615960"/>
                </a:xfrm>
                <a:prstGeom prst="rect">
                  <a:avLst/>
                </a:prstGeom>
              </p:spPr>
            </p:pic>
          </mc:Fallback>
        </mc:AlternateContent>
        <mc:AlternateContent xmlns:mc="http://schemas.openxmlformats.org/markup-compatibility/2006">
          <mc:Choice xmlns:p14="http://schemas.microsoft.com/office/powerpoint/2010/main" Requires="p14">
            <p:contentPart p14:bwMode="auto" r:id="rId149">
              <p14:nvContentPartPr>
                <p14:cNvPr id="85" name="Ink 84">
                  <a:extLst>
                    <a:ext uri="{FF2B5EF4-FFF2-40B4-BE49-F238E27FC236}">
                      <a16:creationId xmlns:a16="http://schemas.microsoft.com/office/drawing/2014/main" id="{D9709C45-0C33-5CAA-10C5-73D3DAAE676E}"/>
                    </a:ext>
                  </a:extLst>
                </p14:cNvPr>
                <p14:cNvContentPartPr/>
                <p14:nvPr/>
              </p14:nvContentPartPr>
              <p14:xfrm>
                <a:off x="10543790" y="2677717"/>
                <a:ext cx="100440" cy="37800"/>
              </p14:xfrm>
            </p:contentPart>
          </mc:Choice>
          <mc:Fallback>
            <p:pic>
              <p:nvPicPr>
                <p:cNvPr id="85" name="Ink 84">
                  <a:extLst>
                    <a:ext uri="{FF2B5EF4-FFF2-40B4-BE49-F238E27FC236}">
                      <a16:creationId xmlns:a16="http://schemas.microsoft.com/office/drawing/2014/main" id="{D9709C45-0C33-5CAA-10C5-73D3DAAE676E}"/>
                    </a:ext>
                  </a:extLst>
                </p:cNvPr>
                <p:cNvPicPr/>
                <p:nvPr/>
              </p:nvPicPr>
              <p:blipFill>
                <a:blip r:embed="rId150"/>
                <a:stretch>
                  <a:fillRect/>
                </a:stretch>
              </p:blipFill>
              <p:spPr>
                <a:xfrm>
                  <a:off x="10525790" y="2660077"/>
                  <a:ext cx="136080" cy="73440"/>
                </a:xfrm>
                <a:prstGeom prst="rect">
                  <a:avLst/>
                </a:prstGeom>
              </p:spPr>
            </p:pic>
          </mc:Fallback>
        </mc:AlternateContent>
        <mc:AlternateContent xmlns:mc="http://schemas.openxmlformats.org/markup-compatibility/2006">
          <mc:Choice xmlns:p14="http://schemas.microsoft.com/office/powerpoint/2010/main" Requires="p14">
            <p:contentPart p14:bwMode="auto" r:id="rId151">
              <p14:nvContentPartPr>
                <p14:cNvPr id="86" name="Ink 85">
                  <a:extLst>
                    <a:ext uri="{FF2B5EF4-FFF2-40B4-BE49-F238E27FC236}">
                      <a16:creationId xmlns:a16="http://schemas.microsoft.com/office/drawing/2014/main" id="{4F8EB99B-0080-A348-51A3-57A86248BA40}"/>
                    </a:ext>
                  </a:extLst>
                </p14:cNvPr>
                <p14:cNvContentPartPr/>
                <p14:nvPr/>
              </p14:nvContentPartPr>
              <p14:xfrm>
                <a:off x="10537670" y="2742157"/>
                <a:ext cx="97920" cy="44280"/>
              </p14:xfrm>
            </p:contentPart>
          </mc:Choice>
          <mc:Fallback>
            <p:pic>
              <p:nvPicPr>
                <p:cNvPr id="86" name="Ink 85">
                  <a:extLst>
                    <a:ext uri="{FF2B5EF4-FFF2-40B4-BE49-F238E27FC236}">
                      <a16:creationId xmlns:a16="http://schemas.microsoft.com/office/drawing/2014/main" id="{4F8EB99B-0080-A348-51A3-57A86248BA40}"/>
                    </a:ext>
                  </a:extLst>
                </p:cNvPr>
                <p:cNvPicPr/>
                <p:nvPr/>
              </p:nvPicPr>
              <p:blipFill>
                <a:blip r:embed="rId152"/>
                <a:stretch>
                  <a:fillRect/>
                </a:stretch>
              </p:blipFill>
              <p:spPr>
                <a:xfrm>
                  <a:off x="10520030" y="2724517"/>
                  <a:ext cx="133560" cy="79920"/>
                </a:xfrm>
                <a:prstGeom prst="rect">
                  <a:avLst/>
                </a:prstGeom>
              </p:spPr>
            </p:pic>
          </mc:Fallback>
        </mc:AlternateContent>
        <mc:AlternateContent xmlns:mc="http://schemas.openxmlformats.org/markup-compatibility/2006">
          <mc:Choice xmlns:p14="http://schemas.microsoft.com/office/powerpoint/2010/main" Requires="p14">
            <p:contentPart p14:bwMode="auto" r:id="rId153">
              <p14:nvContentPartPr>
                <p14:cNvPr id="87" name="Ink 86">
                  <a:extLst>
                    <a:ext uri="{FF2B5EF4-FFF2-40B4-BE49-F238E27FC236}">
                      <a16:creationId xmlns:a16="http://schemas.microsoft.com/office/drawing/2014/main" id="{E5D91A33-874B-8AD6-D423-C760BA2104F7}"/>
                    </a:ext>
                  </a:extLst>
                </p14:cNvPr>
                <p14:cNvContentPartPr/>
                <p14:nvPr/>
              </p14:nvContentPartPr>
              <p14:xfrm>
                <a:off x="10595270" y="2687797"/>
                <a:ext cx="98280" cy="154800"/>
              </p14:xfrm>
            </p:contentPart>
          </mc:Choice>
          <mc:Fallback>
            <p:pic>
              <p:nvPicPr>
                <p:cNvPr id="87" name="Ink 86">
                  <a:extLst>
                    <a:ext uri="{FF2B5EF4-FFF2-40B4-BE49-F238E27FC236}">
                      <a16:creationId xmlns:a16="http://schemas.microsoft.com/office/drawing/2014/main" id="{E5D91A33-874B-8AD6-D423-C760BA2104F7}"/>
                    </a:ext>
                  </a:extLst>
                </p:cNvPr>
                <p:cNvPicPr/>
                <p:nvPr/>
              </p:nvPicPr>
              <p:blipFill>
                <a:blip r:embed="rId154"/>
                <a:stretch>
                  <a:fillRect/>
                </a:stretch>
              </p:blipFill>
              <p:spPr>
                <a:xfrm>
                  <a:off x="10577270" y="2669797"/>
                  <a:ext cx="133920" cy="190440"/>
                </a:xfrm>
                <a:prstGeom prst="rect">
                  <a:avLst/>
                </a:prstGeom>
              </p:spPr>
            </p:pic>
          </mc:Fallback>
        </mc:AlternateContent>
        <mc:AlternateContent xmlns:mc="http://schemas.openxmlformats.org/markup-compatibility/2006">
          <mc:Choice xmlns:p14="http://schemas.microsoft.com/office/powerpoint/2010/main" Requires="p14">
            <p:contentPart p14:bwMode="auto" r:id="rId155">
              <p14:nvContentPartPr>
                <p14:cNvPr id="88" name="Ink 87">
                  <a:extLst>
                    <a:ext uri="{FF2B5EF4-FFF2-40B4-BE49-F238E27FC236}">
                      <a16:creationId xmlns:a16="http://schemas.microsoft.com/office/drawing/2014/main" id="{8A8423C1-E226-267E-5D69-87BA1D931226}"/>
                    </a:ext>
                  </a:extLst>
                </p14:cNvPr>
                <p14:cNvContentPartPr/>
                <p14:nvPr/>
              </p14:nvContentPartPr>
              <p14:xfrm>
                <a:off x="9915230" y="2985157"/>
                <a:ext cx="134280" cy="20880"/>
              </p14:xfrm>
            </p:contentPart>
          </mc:Choice>
          <mc:Fallback>
            <p:pic>
              <p:nvPicPr>
                <p:cNvPr id="88" name="Ink 87">
                  <a:extLst>
                    <a:ext uri="{FF2B5EF4-FFF2-40B4-BE49-F238E27FC236}">
                      <a16:creationId xmlns:a16="http://schemas.microsoft.com/office/drawing/2014/main" id="{8A8423C1-E226-267E-5D69-87BA1D931226}"/>
                    </a:ext>
                  </a:extLst>
                </p:cNvPr>
                <p:cNvPicPr/>
                <p:nvPr/>
              </p:nvPicPr>
              <p:blipFill>
                <a:blip r:embed="rId156"/>
                <a:stretch>
                  <a:fillRect/>
                </a:stretch>
              </p:blipFill>
              <p:spPr>
                <a:xfrm>
                  <a:off x="9897590" y="2967157"/>
                  <a:ext cx="169920" cy="56520"/>
                </a:xfrm>
                <a:prstGeom prst="rect">
                  <a:avLst/>
                </a:prstGeom>
              </p:spPr>
            </p:pic>
          </mc:Fallback>
        </mc:AlternateContent>
        <mc:AlternateContent xmlns:mc="http://schemas.openxmlformats.org/markup-compatibility/2006">
          <mc:Choice xmlns:p14="http://schemas.microsoft.com/office/powerpoint/2010/main" Requires="p14">
            <p:contentPart p14:bwMode="auto" r:id="rId157">
              <p14:nvContentPartPr>
                <p14:cNvPr id="89" name="Ink 88">
                  <a:extLst>
                    <a:ext uri="{FF2B5EF4-FFF2-40B4-BE49-F238E27FC236}">
                      <a16:creationId xmlns:a16="http://schemas.microsoft.com/office/drawing/2014/main" id="{53263AAA-1704-4002-56F4-9C360217F389}"/>
                    </a:ext>
                  </a:extLst>
                </p14:cNvPr>
                <p14:cNvContentPartPr/>
                <p14:nvPr/>
              </p14:nvContentPartPr>
              <p14:xfrm>
                <a:off x="9937550" y="3020437"/>
                <a:ext cx="76680" cy="61200"/>
              </p14:xfrm>
            </p:contentPart>
          </mc:Choice>
          <mc:Fallback>
            <p:pic>
              <p:nvPicPr>
                <p:cNvPr id="89" name="Ink 88">
                  <a:extLst>
                    <a:ext uri="{FF2B5EF4-FFF2-40B4-BE49-F238E27FC236}">
                      <a16:creationId xmlns:a16="http://schemas.microsoft.com/office/drawing/2014/main" id="{53263AAA-1704-4002-56F4-9C360217F389}"/>
                    </a:ext>
                  </a:extLst>
                </p:cNvPr>
                <p:cNvPicPr/>
                <p:nvPr/>
              </p:nvPicPr>
              <p:blipFill>
                <a:blip r:embed="rId158"/>
                <a:stretch>
                  <a:fillRect/>
                </a:stretch>
              </p:blipFill>
              <p:spPr>
                <a:xfrm>
                  <a:off x="9919550" y="3002437"/>
                  <a:ext cx="112320" cy="96840"/>
                </a:xfrm>
                <a:prstGeom prst="rect">
                  <a:avLst/>
                </a:prstGeom>
              </p:spPr>
            </p:pic>
          </mc:Fallback>
        </mc:AlternateContent>
        <mc:AlternateContent xmlns:mc="http://schemas.openxmlformats.org/markup-compatibility/2006">
          <mc:Choice xmlns:p14="http://schemas.microsoft.com/office/powerpoint/2010/main" Requires="p14">
            <p:contentPart p14:bwMode="auto" r:id="rId159">
              <p14:nvContentPartPr>
                <p14:cNvPr id="90" name="Ink 89">
                  <a:extLst>
                    <a:ext uri="{FF2B5EF4-FFF2-40B4-BE49-F238E27FC236}">
                      <a16:creationId xmlns:a16="http://schemas.microsoft.com/office/drawing/2014/main" id="{2CC55425-6F8E-0F73-1F5D-0A0FD9EF0DE3}"/>
                    </a:ext>
                  </a:extLst>
                </p14:cNvPr>
                <p14:cNvContentPartPr/>
                <p14:nvPr/>
              </p14:nvContentPartPr>
              <p14:xfrm>
                <a:off x="10001270" y="3019717"/>
                <a:ext cx="86760" cy="122400"/>
              </p14:xfrm>
            </p:contentPart>
          </mc:Choice>
          <mc:Fallback>
            <p:pic>
              <p:nvPicPr>
                <p:cNvPr id="90" name="Ink 89">
                  <a:extLst>
                    <a:ext uri="{FF2B5EF4-FFF2-40B4-BE49-F238E27FC236}">
                      <a16:creationId xmlns:a16="http://schemas.microsoft.com/office/drawing/2014/main" id="{2CC55425-6F8E-0F73-1F5D-0A0FD9EF0DE3}"/>
                    </a:ext>
                  </a:extLst>
                </p:cNvPr>
                <p:cNvPicPr/>
                <p:nvPr/>
              </p:nvPicPr>
              <p:blipFill>
                <a:blip r:embed="rId160"/>
                <a:stretch>
                  <a:fillRect/>
                </a:stretch>
              </p:blipFill>
              <p:spPr>
                <a:xfrm>
                  <a:off x="9983630" y="3002077"/>
                  <a:ext cx="122400" cy="158040"/>
                </a:xfrm>
                <a:prstGeom prst="rect">
                  <a:avLst/>
                </a:prstGeom>
              </p:spPr>
            </p:pic>
          </mc:Fallback>
        </mc:AlternateContent>
        <mc:AlternateContent xmlns:mc="http://schemas.openxmlformats.org/markup-compatibility/2006">
          <mc:Choice xmlns:p14="http://schemas.microsoft.com/office/powerpoint/2010/main" Requires="p14">
            <p:contentPart p14:bwMode="auto" r:id="rId161">
              <p14:nvContentPartPr>
                <p14:cNvPr id="91" name="Ink 90">
                  <a:extLst>
                    <a:ext uri="{FF2B5EF4-FFF2-40B4-BE49-F238E27FC236}">
                      <a16:creationId xmlns:a16="http://schemas.microsoft.com/office/drawing/2014/main" id="{90548A3C-F88F-A741-4E48-E40D444312A2}"/>
                    </a:ext>
                  </a:extLst>
                </p14:cNvPr>
                <p14:cNvContentPartPr/>
                <p14:nvPr/>
              </p14:nvContentPartPr>
              <p14:xfrm>
                <a:off x="10308710" y="1227277"/>
                <a:ext cx="29520" cy="606600"/>
              </p14:xfrm>
            </p:contentPart>
          </mc:Choice>
          <mc:Fallback>
            <p:pic>
              <p:nvPicPr>
                <p:cNvPr id="91" name="Ink 90">
                  <a:extLst>
                    <a:ext uri="{FF2B5EF4-FFF2-40B4-BE49-F238E27FC236}">
                      <a16:creationId xmlns:a16="http://schemas.microsoft.com/office/drawing/2014/main" id="{90548A3C-F88F-A741-4E48-E40D444312A2}"/>
                    </a:ext>
                  </a:extLst>
                </p:cNvPr>
                <p:cNvPicPr/>
                <p:nvPr/>
              </p:nvPicPr>
              <p:blipFill>
                <a:blip r:embed="rId162"/>
                <a:stretch>
                  <a:fillRect/>
                </a:stretch>
              </p:blipFill>
              <p:spPr>
                <a:xfrm>
                  <a:off x="10291070" y="1209277"/>
                  <a:ext cx="65160" cy="642240"/>
                </a:xfrm>
                <a:prstGeom prst="rect">
                  <a:avLst/>
                </a:prstGeom>
              </p:spPr>
            </p:pic>
          </mc:Fallback>
        </mc:AlternateContent>
        <mc:AlternateContent xmlns:mc="http://schemas.openxmlformats.org/markup-compatibility/2006">
          <mc:Choice xmlns:p14="http://schemas.microsoft.com/office/powerpoint/2010/main" Requires="p14">
            <p:contentPart p14:bwMode="auto" r:id="rId163">
              <p14:nvContentPartPr>
                <p14:cNvPr id="92" name="Ink 91">
                  <a:extLst>
                    <a:ext uri="{FF2B5EF4-FFF2-40B4-BE49-F238E27FC236}">
                      <a16:creationId xmlns:a16="http://schemas.microsoft.com/office/drawing/2014/main" id="{F5657080-789D-1229-AE14-974BD1F58EF3}"/>
                    </a:ext>
                  </a:extLst>
                </p14:cNvPr>
                <p14:cNvContentPartPr/>
                <p14:nvPr/>
              </p14:nvContentPartPr>
              <p14:xfrm>
                <a:off x="10252910" y="1166077"/>
                <a:ext cx="295560" cy="76320"/>
              </p14:xfrm>
            </p:contentPart>
          </mc:Choice>
          <mc:Fallback>
            <p:pic>
              <p:nvPicPr>
                <p:cNvPr id="92" name="Ink 91">
                  <a:extLst>
                    <a:ext uri="{FF2B5EF4-FFF2-40B4-BE49-F238E27FC236}">
                      <a16:creationId xmlns:a16="http://schemas.microsoft.com/office/drawing/2014/main" id="{F5657080-789D-1229-AE14-974BD1F58EF3}"/>
                    </a:ext>
                  </a:extLst>
                </p:cNvPr>
                <p:cNvPicPr/>
                <p:nvPr/>
              </p:nvPicPr>
              <p:blipFill>
                <a:blip r:embed="rId164"/>
                <a:stretch>
                  <a:fillRect/>
                </a:stretch>
              </p:blipFill>
              <p:spPr>
                <a:xfrm>
                  <a:off x="10234910" y="1148077"/>
                  <a:ext cx="331200" cy="111960"/>
                </a:xfrm>
                <a:prstGeom prst="rect">
                  <a:avLst/>
                </a:prstGeom>
              </p:spPr>
            </p:pic>
          </mc:Fallback>
        </mc:AlternateContent>
        <mc:AlternateContent xmlns:mc="http://schemas.openxmlformats.org/markup-compatibility/2006">
          <mc:Choice xmlns:p14="http://schemas.microsoft.com/office/powerpoint/2010/main" Requires="p14">
            <p:contentPart p14:bwMode="auto" r:id="rId165">
              <p14:nvContentPartPr>
                <p14:cNvPr id="93" name="Ink 92">
                  <a:extLst>
                    <a:ext uri="{FF2B5EF4-FFF2-40B4-BE49-F238E27FC236}">
                      <a16:creationId xmlns:a16="http://schemas.microsoft.com/office/drawing/2014/main" id="{E020CCCC-EC4E-AE14-1CD6-2DC6EB1EBA6A}"/>
                    </a:ext>
                  </a:extLst>
                </p14:cNvPr>
                <p14:cNvContentPartPr/>
                <p14:nvPr/>
              </p14:nvContentPartPr>
              <p14:xfrm>
                <a:off x="10654670" y="1006957"/>
                <a:ext cx="222120" cy="124200"/>
              </p14:xfrm>
            </p:contentPart>
          </mc:Choice>
          <mc:Fallback>
            <p:pic>
              <p:nvPicPr>
                <p:cNvPr id="93" name="Ink 92">
                  <a:extLst>
                    <a:ext uri="{FF2B5EF4-FFF2-40B4-BE49-F238E27FC236}">
                      <a16:creationId xmlns:a16="http://schemas.microsoft.com/office/drawing/2014/main" id="{E020CCCC-EC4E-AE14-1CD6-2DC6EB1EBA6A}"/>
                    </a:ext>
                  </a:extLst>
                </p:cNvPr>
                <p:cNvPicPr/>
                <p:nvPr/>
              </p:nvPicPr>
              <p:blipFill>
                <a:blip r:embed="rId166"/>
                <a:stretch>
                  <a:fillRect/>
                </a:stretch>
              </p:blipFill>
              <p:spPr>
                <a:xfrm>
                  <a:off x="10637030" y="989317"/>
                  <a:ext cx="257760" cy="159840"/>
                </a:xfrm>
                <a:prstGeom prst="rect">
                  <a:avLst/>
                </a:prstGeom>
              </p:spPr>
            </p:pic>
          </mc:Fallback>
        </mc:AlternateContent>
        <mc:AlternateContent xmlns:mc="http://schemas.openxmlformats.org/markup-compatibility/2006">
          <mc:Choice xmlns:p14="http://schemas.microsoft.com/office/powerpoint/2010/main" Requires="p14">
            <p:contentPart p14:bwMode="auto" r:id="rId167">
              <p14:nvContentPartPr>
                <p14:cNvPr id="94" name="Ink 93">
                  <a:extLst>
                    <a:ext uri="{FF2B5EF4-FFF2-40B4-BE49-F238E27FC236}">
                      <a16:creationId xmlns:a16="http://schemas.microsoft.com/office/drawing/2014/main" id="{2183CB96-6F43-1DCE-1E1C-EF6A89A8277C}"/>
                    </a:ext>
                  </a:extLst>
                </p14:cNvPr>
                <p14:cNvContentPartPr/>
                <p14:nvPr/>
              </p14:nvContentPartPr>
              <p14:xfrm>
                <a:off x="10882910" y="1002997"/>
                <a:ext cx="757800" cy="822960"/>
              </p14:xfrm>
            </p:contentPart>
          </mc:Choice>
          <mc:Fallback>
            <p:pic>
              <p:nvPicPr>
                <p:cNvPr id="94" name="Ink 93">
                  <a:extLst>
                    <a:ext uri="{FF2B5EF4-FFF2-40B4-BE49-F238E27FC236}">
                      <a16:creationId xmlns:a16="http://schemas.microsoft.com/office/drawing/2014/main" id="{2183CB96-6F43-1DCE-1E1C-EF6A89A8277C}"/>
                    </a:ext>
                  </a:extLst>
                </p:cNvPr>
                <p:cNvPicPr/>
                <p:nvPr/>
              </p:nvPicPr>
              <p:blipFill>
                <a:blip r:embed="rId168"/>
                <a:stretch>
                  <a:fillRect/>
                </a:stretch>
              </p:blipFill>
              <p:spPr>
                <a:xfrm>
                  <a:off x="10865270" y="984997"/>
                  <a:ext cx="793440" cy="858600"/>
                </a:xfrm>
                <a:prstGeom prst="rect">
                  <a:avLst/>
                </a:prstGeom>
              </p:spPr>
            </p:pic>
          </mc:Fallback>
        </mc:AlternateContent>
        <mc:AlternateContent xmlns:mc="http://schemas.openxmlformats.org/markup-compatibility/2006">
          <mc:Choice xmlns:p14="http://schemas.microsoft.com/office/powerpoint/2010/main" Requires="p14">
            <p:contentPart p14:bwMode="auto" r:id="rId169">
              <p14:nvContentPartPr>
                <p14:cNvPr id="95" name="Ink 94">
                  <a:extLst>
                    <a:ext uri="{FF2B5EF4-FFF2-40B4-BE49-F238E27FC236}">
                      <a16:creationId xmlns:a16="http://schemas.microsoft.com/office/drawing/2014/main" id="{E2B738ED-1692-A497-92B9-1050B5BA05DA}"/>
                    </a:ext>
                  </a:extLst>
                </p14:cNvPr>
                <p14:cNvContentPartPr/>
                <p14:nvPr/>
              </p14:nvContentPartPr>
              <p14:xfrm>
                <a:off x="11342990" y="1829197"/>
                <a:ext cx="678240" cy="44640"/>
              </p14:xfrm>
            </p:contentPart>
          </mc:Choice>
          <mc:Fallback>
            <p:pic>
              <p:nvPicPr>
                <p:cNvPr id="95" name="Ink 94">
                  <a:extLst>
                    <a:ext uri="{FF2B5EF4-FFF2-40B4-BE49-F238E27FC236}">
                      <a16:creationId xmlns:a16="http://schemas.microsoft.com/office/drawing/2014/main" id="{E2B738ED-1692-A497-92B9-1050B5BA05DA}"/>
                    </a:ext>
                  </a:extLst>
                </p:cNvPr>
                <p:cNvPicPr/>
                <p:nvPr/>
              </p:nvPicPr>
              <p:blipFill>
                <a:blip r:embed="rId170"/>
                <a:stretch>
                  <a:fillRect/>
                </a:stretch>
              </p:blipFill>
              <p:spPr>
                <a:xfrm>
                  <a:off x="11324990" y="1811557"/>
                  <a:ext cx="713880" cy="80280"/>
                </a:xfrm>
                <a:prstGeom prst="rect">
                  <a:avLst/>
                </a:prstGeom>
              </p:spPr>
            </p:pic>
          </mc:Fallback>
        </mc:AlternateContent>
        <mc:AlternateContent xmlns:mc="http://schemas.openxmlformats.org/markup-compatibility/2006">
          <mc:Choice xmlns:p14="http://schemas.microsoft.com/office/powerpoint/2010/main" Requires="p14">
            <p:contentPart p14:bwMode="auto" r:id="rId171">
              <p14:nvContentPartPr>
                <p14:cNvPr id="96" name="Ink 95">
                  <a:extLst>
                    <a:ext uri="{FF2B5EF4-FFF2-40B4-BE49-F238E27FC236}">
                      <a16:creationId xmlns:a16="http://schemas.microsoft.com/office/drawing/2014/main" id="{B62E58E6-FCAF-961D-5F0C-D167724C989F}"/>
                    </a:ext>
                  </a:extLst>
                </p14:cNvPr>
                <p14:cNvContentPartPr/>
                <p14:nvPr/>
              </p14:nvContentPartPr>
              <p14:xfrm>
                <a:off x="11966870" y="1775197"/>
                <a:ext cx="63000" cy="67320"/>
              </p14:xfrm>
            </p:contentPart>
          </mc:Choice>
          <mc:Fallback>
            <p:pic>
              <p:nvPicPr>
                <p:cNvPr id="96" name="Ink 95">
                  <a:extLst>
                    <a:ext uri="{FF2B5EF4-FFF2-40B4-BE49-F238E27FC236}">
                      <a16:creationId xmlns:a16="http://schemas.microsoft.com/office/drawing/2014/main" id="{B62E58E6-FCAF-961D-5F0C-D167724C989F}"/>
                    </a:ext>
                  </a:extLst>
                </p:cNvPr>
                <p:cNvPicPr/>
                <p:nvPr/>
              </p:nvPicPr>
              <p:blipFill>
                <a:blip r:embed="rId172"/>
                <a:stretch>
                  <a:fillRect/>
                </a:stretch>
              </p:blipFill>
              <p:spPr>
                <a:xfrm>
                  <a:off x="11948870" y="1757557"/>
                  <a:ext cx="98640" cy="102960"/>
                </a:xfrm>
                <a:prstGeom prst="rect">
                  <a:avLst/>
                </a:prstGeom>
              </p:spPr>
            </p:pic>
          </mc:Fallback>
        </mc:AlternateContent>
        <mc:AlternateContent xmlns:mc="http://schemas.openxmlformats.org/markup-compatibility/2006">
          <mc:Choice xmlns:p14="http://schemas.microsoft.com/office/powerpoint/2010/main" Requires="p14">
            <p:contentPart p14:bwMode="auto" r:id="rId173">
              <p14:nvContentPartPr>
                <p14:cNvPr id="97" name="Ink 96">
                  <a:extLst>
                    <a:ext uri="{FF2B5EF4-FFF2-40B4-BE49-F238E27FC236}">
                      <a16:creationId xmlns:a16="http://schemas.microsoft.com/office/drawing/2014/main" id="{DA390836-7FAB-0E21-B791-21CC8B089AF2}"/>
                    </a:ext>
                  </a:extLst>
                </p14:cNvPr>
                <p14:cNvContentPartPr/>
                <p14:nvPr/>
              </p14:nvContentPartPr>
              <p14:xfrm>
                <a:off x="11508590" y="2131237"/>
                <a:ext cx="203400" cy="163080"/>
              </p14:xfrm>
            </p:contentPart>
          </mc:Choice>
          <mc:Fallback>
            <p:pic>
              <p:nvPicPr>
                <p:cNvPr id="97" name="Ink 96">
                  <a:extLst>
                    <a:ext uri="{FF2B5EF4-FFF2-40B4-BE49-F238E27FC236}">
                      <a16:creationId xmlns:a16="http://schemas.microsoft.com/office/drawing/2014/main" id="{DA390836-7FAB-0E21-B791-21CC8B089AF2}"/>
                    </a:ext>
                  </a:extLst>
                </p:cNvPr>
                <p:cNvPicPr/>
                <p:nvPr/>
              </p:nvPicPr>
              <p:blipFill>
                <a:blip r:embed="rId174"/>
                <a:stretch>
                  <a:fillRect/>
                </a:stretch>
              </p:blipFill>
              <p:spPr>
                <a:xfrm>
                  <a:off x="11490590" y="2113597"/>
                  <a:ext cx="239040" cy="198720"/>
                </a:xfrm>
                <a:prstGeom prst="rect">
                  <a:avLst/>
                </a:prstGeom>
              </p:spPr>
            </p:pic>
          </mc:Fallback>
        </mc:AlternateContent>
        <mc:AlternateContent xmlns:mc="http://schemas.openxmlformats.org/markup-compatibility/2006">
          <mc:Choice xmlns:p14="http://schemas.microsoft.com/office/powerpoint/2010/main" Requires="p14">
            <p:contentPart p14:bwMode="auto" r:id="rId175">
              <p14:nvContentPartPr>
                <p14:cNvPr id="98" name="Ink 97">
                  <a:extLst>
                    <a:ext uri="{FF2B5EF4-FFF2-40B4-BE49-F238E27FC236}">
                      <a16:creationId xmlns:a16="http://schemas.microsoft.com/office/drawing/2014/main" id="{B629B830-3E96-D685-6339-EEC78A6E70D8}"/>
                    </a:ext>
                  </a:extLst>
                </p14:cNvPr>
                <p14:cNvContentPartPr/>
                <p14:nvPr/>
              </p14:nvContentPartPr>
              <p14:xfrm>
                <a:off x="11762750" y="2267677"/>
                <a:ext cx="78480" cy="65160"/>
              </p14:xfrm>
            </p:contentPart>
          </mc:Choice>
          <mc:Fallback>
            <p:pic>
              <p:nvPicPr>
                <p:cNvPr id="98" name="Ink 97">
                  <a:extLst>
                    <a:ext uri="{FF2B5EF4-FFF2-40B4-BE49-F238E27FC236}">
                      <a16:creationId xmlns:a16="http://schemas.microsoft.com/office/drawing/2014/main" id="{B629B830-3E96-D685-6339-EEC78A6E70D8}"/>
                    </a:ext>
                  </a:extLst>
                </p:cNvPr>
                <p:cNvPicPr/>
                <p:nvPr/>
              </p:nvPicPr>
              <p:blipFill>
                <a:blip r:embed="rId176"/>
                <a:stretch>
                  <a:fillRect/>
                </a:stretch>
              </p:blipFill>
              <p:spPr>
                <a:xfrm>
                  <a:off x="11744750" y="2250037"/>
                  <a:ext cx="114120" cy="100800"/>
                </a:xfrm>
                <a:prstGeom prst="rect">
                  <a:avLst/>
                </a:prstGeom>
              </p:spPr>
            </p:pic>
          </mc:Fallback>
        </mc:AlternateContent>
        <mc:AlternateContent xmlns:mc="http://schemas.openxmlformats.org/markup-compatibility/2006">
          <mc:Choice xmlns:p14="http://schemas.microsoft.com/office/powerpoint/2010/main" Requires="p14">
            <p:contentPart p14:bwMode="auto" r:id="rId177">
              <p14:nvContentPartPr>
                <p14:cNvPr id="99" name="Ink 98">
                  <a:extLst>
                    <a:ext uri="{FF2B5EF4-FFF2-40B4-BE49-F238E27FC236}">
                      <a16:creationId xmlns:a16="http://schemas.microsoft.com/office/drawing/2014/main" id="{0677AAEC-9911-69C8-06D4-A842EC308926}"/>
                    </a:ext>
                  </a:extLst>
                </p14:cNvPr>
                <p14:cNvContentPartPr/>
                <p14:nvPr/>
              </p14:nvContentPartPr>
              <p14:xfrm>
                <a:off x="11888750" y="2235637"/>
                <a:ext cx="100800" cy="65520"/>
              </p14:xfrm>
            </p:contentPart>
          </mc:Choice>
          <mc:Fallback>
            <p:pic>
              <p:nvPicPr>
                <p:cNvPr id="99" name="Ink 98">
                  <a:extLst>
                    <a:ext uri="{FF2B5EF4-FFF2-40B4-BE49-F238E27FC236}">
                      <a16:creationId xmlns:a16="http://schemas.microsoft.com/office/drawing/2014/main" id="{0677AAEC-9911-69C8-06D4-A842EC308926}"/>
                    </a:ext>
                  </a:extLst>
                </p:cNvPr>
                <p:cNvPicPr/>
                <p:nvPr/>
              </p:nvPicPr>
              <p:blipFill>
                <a:blip r:embed="rId178"/>
                <a:stretch>
                  <a:fillRect/>
                </a:stretch>
              </p:blipFill>
              <p:spPr>
                <a:xfrm>
                  <a:off x="11871110" y="2217997"/>
                  <a:ext cx="136440" cy="101160"/>
                </a:xfrm>
                <a:prstGeom prst="rect">
                  <a:avLst/>
                </a:prstGeom>
              </p:spPr>
            </p:pic>
          </mc:Fallback>
        </mc:AlternateContent>
        <mc:AlternateContent xmlns:mc="http://schemas.openxmlformats.org/markup-compatibility/2006">
          <mc:Choice xmlns:p14="http://schemas.microsoft.com/office/powerpoint/2010/main" Requires="p14">
            <p:contentPart p14:bwMode="auto" r:id="rId179">
              <p14:nvContentPartPr>
                <p14:cNvPr id="100" name="Ink 99">
                  <a:extLst>
                    <a:ext uri="{FF2B5EF4-FFF2-40B4-BE49-F238E27FC236}">
                      <a16:creationId xmlns:a16="http://schemas.microsoft.com/office/drawing/2014/main" id="{5D27A747-C882-EFA2-2A2D-51D11BC97604}"/>
                    </a:ext>
                  </a:extLst>
                </p14:cNvPr>
                <p14:cNvContentPartPr/>
                <p14:nvPr/>
              </p14:nvContentPartPr>
              <p14:xfrm>
                <a:off x="12046430" y="2111797"/>
                <a:ext cx="31680" cy="175320"/>
              </p14:xfrm>
            </p:contentPart>
          </mc:Choice>
          <mc:Fallback>
            <p:pic>
              <p:nvPicPr>
                <p:cNvPr id="100" name="Ink 99">
                  <a:extLst>
                    <a:ext uri="{FF2B5EF4-FFF2-40B4-BE49-F238E27FC236}">
                      <a16:creationId xmlns:a16="http://schemas.microsoft.com/office/drawing/2014/main" id="{5D27A747-C882-EFA2-2A2D-51D11BC97604}"/>
                    </a:ext>
                  </a:extLst>
                </p:cNvPr>
                <p:cNvPicPr/>
                <p:nvPr/>
              </p:nvPicPr>
              <p:blipFill>
                <a:blip r:embed="rId180"/>
                <a:stretch>
                  <a:fillRect/>
                </a:stretch>
              </p:blipFill>
              <p:spPr>
                <a:xfrm>
                  <a:off x="12028790" y="2094157"/>
                  <a:ext cx="67320" cy="210960"/>
                </a:xfrm>
                <a:prstGeom prst="rect">
                  <a:avLst/>
                </a:prstGeom>
              </p:spPr>
            </p:pic>
          </mc:Fallback>
        </mc:AlternateContent>
        <mc:AlternateContent xmlns:mc="http://schemas.openxmlformats.org/markup-compatibility/2006">
          <mc:Choice xmlns:p14="http://schemas.microsoft.com/office/powerpoint/2010/main" Requires="p14">
            <p:contentPart p14:bwMode="auto" r:id="rId181">
              <p14:nvContentPartPr>
                <p14:cNvPr id="101" name="Ink 100">
                  <a:extLst>
                    <a:ext uri="{FF2B5EF4-FFF2-40B4-BE49-F238E27FC236}">
                      <a16:creationId xmlns:a16="http://schemas.microsoft.com/office/drawing/2014/main" id="{ACAEFE21-F7F2-A78D-D7B4-DDCCB3500C2C}"/>
                    </a:ext>
                  </a:extLst>
                </p14:cNvPr>
                <p14:cNvContentPartPr/>
                <p14:nvPr/>
              </p14:nvContentPartPr>
              <p14:xfrm>
                <a:off x="11995670" y="2204677"/>
                <a:ext cx="41040" cy="41040"/>
              </p14:xfrm>
            </p:contentPart>
          </mc:Choice>
          <mc:Fallback>
            <p:pic>
              <p:nvPicPr>
                <p:cNvPr id="101" name="Ink 100">
                  <a:extLst>
                    <a:ext uri="{FF2B5EF4-FFF2-40B4-BE49-F238E27FC236}">
                      <a16:creationId xmlns:a16="http://schemas.microsoft.com/office/drawing/2014/main" id="{ACAEFE21-F7F2-A78D-D7B4-DDCCB3500C2C}"/>
                    </a:ext>
                  </a:extLst>
                </p:cNvPr>
                <p:cNvPicPr/>
                <p:nvPr/>
              </p:nvPicPr>
              <p:blipFill>
                <a:blip r:embed="rId182"/>
                <a:stretch>
                  <a:fillRect/>
                </a:stretch>
              </p:blipFill>
              <p:spPr>
                <a:xfrm>
                  <a:off x="11977670" y="2186677"/>
                  <a:ext cx="76680" cy="7668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183">
            <p14:nvContentPartPr>
              <p14:cNvPr id="104" name="Ink 103">
                <a:extLst>
                  <a:ext uri="{FF2B5EF4-FFF2-40B4-BE49-F238E27FC236}">
                    <a16:creationId xmlns:a16="http://schemas.microsoft.com/office/drawing/2014/main" id="{305EF041-EAFE-3848-8BCD-6EC57AED48E6}"/>
                  </a:ext>
                </a:extLst>
              </p14:cNvPr>
              <p14:cNvContentPartPr/>
              <p14:nvPr/>
            </p14:nvContentPartPr>
            <p14:xfrm>
              <a:off x="10336790" y="673597"/>
              <a:ext cx="851760" cy="772560"/>
            </p14:xfrm>
          </p:contentPart>
        </mc:Choice>
        <mc:Fallback>
          <p:pic>
            <p:nvPicPr>
              <p:cNvPr id="104" name="Ink 103">
                <a:extLst>
                  <a:ext uri="{FF2B5EF4-FFF2-40B4-BE49-F238E27FC236}">
                    <a16:creationId xmlns:a16="http://schemas.microsoft.com/office/drawing/2014/main" id="{305EF041-EAFE-3848-8BCD-6EC57AED48E6}"/>
                  </a:ext>
                </a:extLst>
              </p:cNvPr>
              <p:cNvPicPr/>
              <p:nvPr/>
            </p:nvPicPr>
            <p:blipFill>
              <a:blip r:embed="rId184"/>
              <a:stretch>
                <a:fillRect/>
              </a:stretch>
            </p:blipFill>
            <p:spPr>
              <a:xfrm>
                <a:off x="10273790" y="610957"/>
                <a:ext cx="977400" cy="898200"/>
              </a:xfrm>
              <a:prstGeom prst="rect">
                <a:avLst/>
              </a:prstGeom>
            </p:spPr>
          </p:pic>
        </mc:Fallback>
      </mc:AlternateContent>
      <p:grpSp>
        <p:nvGrpSpPr>
          <p:cNvPr id="149" name="Group 148">
            <a:extLst>
              <a:ext uri="{FF2B5EF4-FFF2-40B4-BE49-F238E27FC236}">
                <a16:creationId xmlns:a16="http://schemas.microsoft.com/office/drawing/2014/main" id="{26125953-E935-A977-56E9-B18078C51A00}"/>
              </a:ext>
            </a:extLst>
          </p:cNvPr>
          <p:cNvGrpSpPr/>
          <p:nvPr/>
        </p:nvGrpSpPr>
        <p:grpSpPr>
          <a:xfrm>
            <a:off x="4272590" y="199477"/>
            <a:ext cx="1270440" cy="357480"/>
            <a:chOff x="4272590" y="199477"/>
            <a:chExt cx="1270440" cy="357480"/>
          </a:xfrm>
        </p:grpSpPr>
        <mc:AlternateContent xmlns:mc="http://schemas.openxmlformats.org/markup-compatibility/2006">
          <mc:Choice xmlns:p14="http://schemas.microsoft.com/office/powerpoint/2010/main" Requires="p14">
            <p:contentPart p14:bwMode="auto" r:id="rId185">
              <p14:nvContentPartPr>
                <p14:cNvPr id="108" name="Ink 107">
                  <a:extLst>
                    <a:ext uri="{FF2B5EF4-FFF2-40B4-BE49-F238E27FC236}">
                      <a16:creationId xmlns:a16="http://schemas.microsoft.com/office/drawing/2014/main" id="{34B98FF0-99D0-F4A6-7F5B-E55C7D662986}"/>
                    </a:ext>
                  </a:extLst>
                </p14:cNvPr>
                <p14:cNvContentPartPr/>
                <p14:nvPr/>
              </p14:nvContentPartPr>
              <p14:xfrm>
                <a:off x="4376630" y="199477"/>
                <a:ext cx="35280" cy="357480"/>
              </p14:xfrm>
            </p:contentPart>
          </mc:Choice>
          <mc:Fallback>
            <p:pic>
              <p:nvPicPr>
                <p:cNvPr id="108" name="Ink 107">
                  <a:extLst>
                    <a:ext uri="{FF2B5EF4-FFF2-40B4-BE49-F238E27FC236}">
                      <a16:creationId xmlns:a16="http://schemas.microsoft.com/office/drawing/2014/main" id="{34B98FF0-99D0-F4A6-7F5B-E55C7D662986}"/>
                    </a:ext>
                  </a:extLst>
                </p:cNvPr>
                <p:cNvPicPr/>
                <p:nvPr/>
              </p:nvPicPr>
              <p:blipFill>
                <a:blip r:embed="rId186"/>
                <a:stretch>
                  <a:fillRect/>
                </a:stretch>
              </p:blipFill>
              <p:spPr>
                <a:xfrm>
                  <a:off x="4358630" y="181837"/>
                  <a:ext cx="70920" cy="393120"/>
                </a:xfrm>
                <a:prstGeom prst="rect">
                  <a:avLst/>
                </a:prstGeom>
              </p:spPr>
            </p:pic>
          </mc:Fallback>
        </mc:AlternateContent>
        <mc:AlternateContent xmlns:mc="http://schemas.openxmlformats.org/markup-compatibility/2006">
          <mc:Choice xmlns:p14="http://schemas.microsoft.com/office/powerpoint/2010/main" Requires="p14">
            <p:contentPart p14:bwMode="auto" r:id="rId187">
              <p14:nvContentPartPr>
                <p14:cNvPr id="109" name="Ink 108">
                  <a:extLst>
                    <a:ext uri="{FF2B5EF4-FFF2-40B4-BE49-F238E27FC236}">
                      <a16:creationId xmlns:a16="http://schemas.microsoft.com/office/drawing/2014/main" id="{C3BD418F-40C6-120D-891E-0873D47EB9BC}"/>
                    </a:ext>
                  </a:extLst>
                </p14:cNvPr>
                <p14:cNvContentPartPr/>
                <p14:nvPr/>
              </p14:nvContentPartPr>
              <p14:xfrm>
                <a:off x="4272590" y="405037"/>
                <a:ext cx="195120" cy="72720"/>
              </p14:xfrm>
            </p:contentPart>
          </mc:Choice>
          <mc:Fallback>
            <p:pic>
              <p:nvPicPr>
                <p:cNvPr id="109" name="Ink 108">
                  <a:extLst>
                    <a:ext uri="{FF2B5EF4-FFF2-40B4-BE49-F238E27FC236}">
                      <a16:creationId xmlns:a16="http://schemas.microsoft.com/office/drawing/2014/main" id="{C3BD418F-40C6-120D-891E-0873D47EB9BC}"/>
                    </a:ext>
                  </a:extLst>
                </p:cNvPr>
                <p:cNvPicPr/>
                <p:nvPr/>
              </p:nvPicPr>
              <p:blipFill>
                <a:blip r:embed="rId188"/>
                <a:stretch>
                  <a:fillRect/>
                </a:stretch>
              </p:blipFill>
              <p:spPr>
                <a:xfrm>
                  <a:off x="4254590" y="387397"/>
                  <a:ext cx="230760" cy="108360"/>
                </a:xfrm>
                <a:prstGeom prst="rect">
                  <a:avLst/>
                </a:prstGeom>
              </p:spPr>
            </p:pic>
          </mc:Fallback>
        </mc:AlternateContent>
        <mc:AlternateContent xmlns:mc="http://schemas.openxmlformats.org/markup-compatibility/2006">
          <mc:Choice xmlns:p14="http://schemas.microsoft.com/office/powerpoint/2010/main" Requires="p14">
            <p:contentPart p14:bwMode="auto" r:id="rId189">
              <p14:nvContentPartPr>
                <p14:cNvPr id="110" name="Ink 109">
                  <a:extLst>
                    <a:ext uri="{FF2B5EF4-FFF2-40B4-BE49-F238E27FC236}">
                      <a16:creationId xmlns:a16="http://schemas.microsoft.com/office/drawing/2014/main" id="{EB7BF3A7-BDA0-1AD9-B1D5-ABE72C9A3CB6}"/>
                    </a:ext>
                  </a:extLst>
                </p14:cNvPr>
                <p14:cNvContentPartPr/>
                <p14:nvPr/>
              </p14:nvContentPartPr>
              <p14:xfrm>
                <a:off x="4546910" y="288757"/>
                <a:ext cx="182880" cy="203040"/>
              </p14:xfrm>
            </p:contentPart>
          </mc:Choice>
          <mc:Fallback>
            <p:pic>
              <p:nvPicPr>
                <p:cNvPr id="110" name="Ink 109">
                  <a:extLst>
                    <a:ext uri="{FF2B5EF4-FFF2-40B4-BE49-F238E27FC236}">
                      <a16:creationId xmlns:a16="http://schemas.microsoft.com/office/drawing/2014/main" id="{EB7BF3A7-BDA0-1AD9-B1D5-ABE72C9A3CB6}"/>
                    </a:ext>
                  </a:extLst>
                </p:cNvPr>
                <p:cNvPicPr/>
                <p:nvPr/>
              </p:nvPicPr>
              <p:blipFill>
                <a:blip r:embed="rId190"/>
                <a:stretch>
                  <a:fillRect/>
                </a:stretch>
              </p:blipFill>
              <p:spPr>
                <a:xfrm>
                  <a:off x="4529270" y="270757"/>
                  <a:ext cx="218520" cy="238680"/>
                </a:xfrm>
                <a:prstGeom prst="rect">
                  <a:avLst/>
                </a:prstGeom>
              </p:spPr>
            </p:pic>
          </mc:Fallback>
        </mc:AlternateContent>
        <mc:AlternateContent xmlns:mc="http://schemas.openxmlformats.org/markup-compatibility/2006">
          <mc:Choice xmlns:p14="http://schemas.microsoft.com/office/powerpoint/2010/main" Requires="p14">
            <p:contentPart p14:bwMode="auto" r:id="rId191">
              <p14:nvContentPartPr>
                <p14:cNvPr id="111" name="Ink 110">
                  <a:extLst>
                    <a:ext uri="{FF2B5EF4-FFF2-40B4-BE49-F238E27FC236}">
                      <a16:creationId xmlns:a16="http://schemas.microsoft.com/office/drawing/2014/main" id="{1E15DD49-CDEF-8F9E-B1F2-8735FF97518A}"/>
                    </a:ext>
                  </a:extLst>
                </p14:cNvPr>
                <p14:cNvContentPartPr/>
                <p14:nvPr/>
              </p14:nvContentPartPr>
              <p14:xfrm>
                <a:off x="4759670" y="337357"/>
                <a:ext cx="80640" cy="141840"/>
              </p14:xfrm>
            </p:contentPart>
          </mc:Choice>
          <mc:Fallback>
            <p:pic>
              <p:nvPicPr>
                <p:cNvPr id="111" name="Ink 110">
                  <a:extLst>
                    <a:ext uri="{FF2B5EF4-FFF2-40B4-BE49-F238E27FC236}">
                      <a16:creationId xmlns:a16="http://schemas.microsoft.com/office/drawing/2014/main" id="{1E15DD49-CDEF-8F9E-B1F2-8735FF97518A}"/>
                    </a:ext>
                  </a:extLst>
                </p:cNvPr>
                <p:cNvPicPr/>
                <p:nvPr/>
              </p:nvPicPr>
              <p:blipFill>
                <a:blip r:embed="rId192"/>
                <a:stretch>
                  <a:fillRect/>
                </a:stretch>
              </p:blipFill>
              <p:spPr>
                <a:xfrm>
                  <a:off x="4741670" y="319357"/>
                  <a:ext cx="116280" cy="177480"/>
                </a:xfrm>
                <a:prstGeom prst="rect">
                  <a:avLst/>
                </a:prstGeom>
              </p:spPr>
            </p:pic>
          </mc:Fallback>
        </mc:AlternateContent>
        <mc:AlternateContent xmlns:mc="http://schemas.openxmlformats.org/markup-compatibility/2006">
          <mc:Choice xmlns:p14="http://schemas.microsoft.com/office/powerpoint/2010/main" Requires="p14">
            <p:contentPart p14:bwMode="auto" r:id="rId193">
              <p14:nvContentPartPr>
                <p14:cNvPr id="112" name="Ink 111">
                  <a:extLst>
                    <a:ext uri="{FF2B5EF4-FFF2-40B4-BE49-F238E27FC236}">
                      <a16:creationId xmlns:a16="http://schemas.microsoft.com/office/drawing/2014/main" id="{8A77C474-ECEE-7F8A-3B16-6B965F78B9BF}"/>
                    </a:ext>
                  </a:extLst>
                </p14:cNvPr>
                <p14:cNvContentPartPr/>
                <p14:nvPr/>
              </p14:nvContentPartPr>
              <p14:xfrm>
                <a:off x="4902230" y="311077"/>
                <a:ext cx="34200" cy="119520"/>
              </p14:xfrm>
            </p:contentPart>
          </mc:Choice>
          <mc:Fallback>
            <p:pic>
              <p:nvPicPr>
                <p:cNvPr id="112" name="Ink 111">
                  <a:extLst>
                    <a:ext uri="{FF2B5EF4-FFF2-40B4-BE49-F238E27FC236}">
                      <a16:creationId xmlns:a16="http://schemas.microsoft.com/office/drawing/2014/main" id="{8A77C474-ECEE-7F8A-3B16-6B965F78B9BF}"/>
                    </a:ext>
                  </a:extLst>
                </p:cNvPr>
                <p:cNvPicPr/>
                <p:nvPr/>
              </p:nvPicPr>
              <p:blipFill>
                <a:blip r:embed="rId194"/>
                <a:stretch>
                  <a:fillRect/>
                </a:stretch>
              </p:blipFill>
              <p:spPr>
                <a:xfrm>
                  <a:off x="4884230" y="293437"/>
                  <a:ext cx="69840" cy="155160"/>
                </a:xfrm>
                <a:prstGeom prst="rect">
                  <a:avLst/>
                </a:prstGeom>
              </p:spPr>
            </p:pic>
          </mc:Fallback>
        </mc:AlternateContent>
        <mc:AlternateContent xmlns:mc="http://schemas.openxmlformats.org/markup-compatibility/2006">
          <mc:Choice xmlns:p14="http://schemas.microsoft.com/office/powerpoint/2010/main" Requires="p14">
            <p:contentPart p14:bwMode="auto" r:id="rId195">
              <p14:nvContentPartPr>
                <p14:cNvPr id="113" name="Ink 112">
                  <a:extLst>
                    <a:ext uri="{FF2B5EF4-FFF2-40B4-BE49-F238E27FC236}">
                      <a16:creationId xmlns:a16="http://schemas.microsoft.com/office/drawing/2014/main" id="{8705FA3F-F7FE-E6B4-C188-B5FF7741A533}"/>
                    </a:ext>
                  </a:extLst>
                </p14:cNvPr>
                <p14:cNvContentPartPr/>
                <p14:nvPr/>
              </p14:nvContentPartPr>
              <p14:xfrm>
                <a:off x="5036510" y="302797"/>
                <a:ext cx="228960" cy="124920"/>
              </p14:xfrm>
            </p:contentPart>
          </mc:Choice>
          <mc:Fallback>
            <p:pic>
              <p:nvPicPr>
                <p:cNvPr id="113" name="Ink 112">
                  <a:extLst>
                    <a:ext uri="{FF2B5EF4-FFF2-40B4-BE49-F238E27FC236}">
                      <a16:creationId xmlns:a16="http://schemas.microsoft.com/office/drawing/2014/main" id="{8705FA3F-F7FE-E6B4-C188-B5FF7741A533}"/>
                    </a:ext>
                  </a:extLst>
                </p:cNvPr>
                <p:cNvPicPr/>
                <p:nvPr/>
              </p:nvPicPr>
              <p:blipFill>
                <a:blip r:embed="rId196"/>
                <a:stretch>
                  <a:fillRect/>
                </a:stretch>
              </p:blipFill>
              <p:spPr>
                <a:xfrm>
                  <a:off x="5018510" y="284797"/>
                  <a:ext cx="264600" cy="160560"/>
                </a:xfrm>
                <a:prstGeom prst="rect">
                  <a:avLst/>
                </a:prstGeom>
              </p:spPr>
            </p:pic>
          </mc:Fallback>
        </mc:AlternateContent>
        <mc:AlternateContent xmlns:mc="http://schemas.openxmlformats.org/markup-compatibility/2006">
          <mc:Choice xmlns:p14="http://schemas.microsoft.com/office/powerpoint/2010/main" Requires="p14">
            <p:contentPart p14:bwMode="auto" r:id="rId197">
              <p14:nvContentPartPr>
                <p14:cNvPr id="114" name="Ink 113">
                  <a:extLst>
                    <a:ext uri="{FF2B5EF4-FFF2-40B4-BE49-F238E27FC236}">
                      <a16:creationId xmlns:a16="http://schemas.microsoft.com/office/drawing/2014/main" id="{E5423868-1948-AB25-45A9-02D479329E43}"/>
                    </a:ext>
                  </a:extLst>
                </p14:cNvPr>
                <p14:cNvContentPartPr/>
                <p14:nvPr/>
              </p14:nvContentPartPr>
              <p14:xfrm>
                <a:off x="5298950" y="326197"/>
                <a:ext cx="156600" cy="117720"/>
              </p14:xfrm>
            </p:contentPart>
          </mc:Choice>
          <mc:Fallback>
            <p:pic>
              <p:nvPicPr>
                <p:cNvPr id="114" name="Ink 113">
                  <a:extLst>
                    <a:ext uri="{FF2B5EF4-FFF2-40B4-BE49-F238E27FC236}">
                      <a16:creationId xmlns:a16="http://schemas.microsoft.com/office/drawing/2014/main" id="{E5423868-1948-AB25-45A9-02D479329E43}"/>
                    </a:ext>
                  </a:extLst>
                </p:cNvPr>
                <p:cNvPicPr/>
                <p:nvPr/>
              </p:nvPicPr>
              <p:blipFill>
                <a:blip r:embed="rId198"/>
                <a:stretch>
                  <a:fillRect/>
                </a:stretch>
              </p:blipFill>
              <p:spPr>
                <a:xfrm>
                  <a:off x="5281310" y="308557"/>
                  <a:ext cx="192240" cy="153360"/>
                </a:xfrm>
                <a:prstGeom prst="rect">
                  <a:avLst/>
                </a:prstGeom>
              </p:spPr>
            </p:pic>
          </mc:Fallback>
        </mc:AlternateContent>
        <mc:AlternateContent xmlns:mc="http://schemas.openxmlformats.org/markup-compatibility/2006">
          <mc:Choice xmlns:p14="http://schemas.microsoft.com/office/powerpoint/2010/main" Requires="p14">
            <p:contentPart p14:bwMode="auto" r:id="rId199">
              <p14:nvContentPartPr>
                <p14:cNvPr id="115" name="Ink 114">
                  <a:extLst>
                    <a:ext uri="{FF2B5EF4-FFF2-40B4-BE49-F238E27FC236}">
                      <a16:creationId xmlns:a16="http://schemas.microsoft.com/office/drawing/2014/main" id="{553EE391-D8D6-3D45-2587-B25DD997D402}"/>
                    </a:ext>
                  </a:extLst>
                </p14:cNvPr>
                <p14:cNvContentPartPr/>
                <p14:nvPr/>
              </p14:nvContentPartPr>
              <p14:xfrm>
                <a:off x="5462390" y="217117"/>
                <a:ext cx="80640" cy="263520"/>
              </p14:xfrm>
            </p:contentPart>
          </mc:Choice>
          <mc:Fallback>
            <p:pic>
              <p:nvPicPr>
                <p:cNvPr id="115" name="Ink 114">
                  <a:extLst>
                    <a:ext uri="{FF2B5EF4-FFF2-40B4-BE49-F238E27FC236}">
                      <a16:creationId xmlns:a16="http://schemas.microsoft.com/office/drawing/2014/main" id="{553EE391-D8D6-3D45-2587-B25DD997D402}"/>
                    </a:ext>
                  </a:extLst>
                </p:cNvPr>
                <p:cNvPicPr/>
                <p:nvPr/>
              </p:nvPicPr>
              <p:blipFill>
                <a:blip r:embed="rId200"/>
                <a:stretch>
                  <a:fillRect/>
                </a:stretch>
              </p:blipFill>
              <p:spPr>
                <a:xfrm>
                  <a:off x="5444390" y="199117"/>
                  <a:ext cx="116280" cy="299160"/>
                </a:xfrm>
                <a:prstGeom prst="rect">
                  <a:avLst/>
                </a:prstGeom>
              </p:spPr>
            </p:pic>
          </mc:Fallback>
        </mc:AlternateContent>
      </p:grpSp>
      <p:grpSp>
        <p:nvGrpSpPr>
          <p:cNvPr id="148" name="Group 147">
            <a:extLst>
              <a:ext uri="{FF2B5EF4-FFF2-40B4-BE49-F238E27FC236}">
                <a16:creationId xmlns:a16="http://schemas.microsoft.com/office/drawing/2014/main" id="{9B78B0CD-0425-0606-6E9C-1637E81FFFD6}"/>
              </a:ext>
            </a:extLst>
          </p:cNvPr>
          <p:cNvGrpSpPr/>
          <p:nvPr/>
        </p:nvGrpSpPr>
        <p:grpSpPr>
          <a:xfrm>
            <a:off x="5813030" y="65197"/>
            <a:ext cx="5063040" cy="922680"/>
            <a:chOff x="5813030" y="65197"/>
            <a:chExt cx="5063040" cy="922680"/>
          </a:xfrm>
        </p:grpSpPr>
        <mc:AlternateContent xmlns:mc="http://schemas.openxmlformats.org/markup-compatibility/2006">
          <mc:Choice xmlns:p14="http://schemas.microsoft.com/office/powerpoint/2010/main" Requires="p14">
            <p:contentPart p14:bwMode="auto" r:id="rId201">
              <p14:nvContentPartPr>
                <p14:cNvPr id="105" name="Ink 104">
                  <a:extLst>
                    <a:ext uri="{FF2B5EF4-FFF2-40B4-BE49-F238E27FC236}">
                      <a16:creationId xmlns:a16="http://schemas.microsoft.com/office/drawing/2014/main" id="{0F663765-87A2-0871-2A95-99E614EF2D78}"/>
                    </a:ext>
                  </a:extLst>
                </p14:cNvPr>
                <p14:cNvContentPartPr/>
                <p14:nvPr/>
              </p14:nvContentPartPr>
              <p14:xfrm>
                <a:off x="8423030" y="269317"/>
                <a:ext cx="2173680" cy="718560"/>
              </p14:xfrm>
            </p:contentPart>
          </mc:Choice>
          <mc:Fallback>
            <p:pic>
              <p:nvPicPr>
                <p:cNvPr id="105" name="Ink 104">
                  <a:extLst>
                    <a:ext uri="{FF2B5EF4-FFF2-40B4-BE49-F238E27FC236}">
                      <a16:creationId xmlns:a16="http://schemas.microsoft.com/office/drawing/2014/main" id="{0F663765-87A2-0871-2A95-99E614EF2D78}"/>
                    </a:ext>
                  </a:extLst>
                </p:cNvPr>
                <p:cNvPicPr/>
                <p:nvPr/>
              </p:nvPicPr>
              <p:blipFill>
                <a:blip r:embed="rId202"/>
                <a:stretch>
                  <a:fillRect/>
                </a:stretch>
              </p:blipFill>
              <p:spPr>
                <a:xfrm>
                  <a:off x="8405030" y="251677"/>
                  <a:ext cx="2209320" cy="754200"/>
                </a:xfrm>
                <a:prstGeom prst="rect">
                  <a:avLst/>
                </a:prstGeom>
              </p:spPr>
            </p:pic>
          </mc:Fallback>
        </mc:AlternateContent>
        <mc:AlternateContent xmlns:mc="http://schemas.openxmlformats.org/markup-compatibility/2006">
          <mc:Choice xmlns:p14="http://schemas.microsoft.com/office/powerpoint/2010/main" Requires="p14">
            <p:contentPart p14:bwMode="auto" r:id="rId203">
              <p14:nvContentPartPr>
                <p14:cNvPr id="106" name="Ink 105">
                  <a:extLst>
                    <a:ext uri="{FF2B5EF4-FFF2-40B4-BE49-F238E27FC236}">
                      <a16:creationId xmlns:a16="http://schemas.microsoft.com/office/drawing/2014/main" id="{7456EDEA-9EA7-81C8-4F52-FE1EB0DA1CB6}"/>
                    </a:ext>
                  </a:extLst>
                </p14:cNvPr>
                <p14:cNvContentPartPr/>
                <p14:nvPr/>
              </p14:nvContentPartPr>
              <p14:xfrm>
                <a:off x="8435270" y="237277"/>
                <a:ext cx="209160" cy="231120"/>
              </p14:xfrm>
            </p:contentPart>
          </mc:Choice>
          <mc:Fallback>
            <p:pic>
              <p:nvPicPr>
                <p:cNvPr id="106" name="Ink 105">
                  <a:extLst>
                    <a:ext uri="{FF2B5EF4-FFF2-40B4-BE49-F238E27FC236}">
                      <a16:creationId xmlns:a16="http://schemas.microsoft.com/office/drawing/2014/main" id="{7456EDEA-9EA7-81C8-4F52-FE1EB0DA1CB6}"/>
                    </a:ext>
                  </a:extLst>
                </p:cNvPr>
                <p:cNvPicPr/>
                <p:nvPr/>
              </p:nvPicPr>
              <p:blipFill>
                <a:blip r:embed="rId204"/>
                <a:stretch>
                  <a:fillRect/>
                </a:stretch>
              </p:blipFill>
              <p:spPr>
                <a:xfrm>
                  <a:off x="8417630" y="219637"/>
                  <a:ext cx="244800" cy="266760"/>
                </a:xfrm>
                <a:prstGeom prst="rect">
                  <a:avLst/>
                </a:prstGeom>
              </p:spPr>
            </p:pic>
          </mc:Fallback>
        </mc:AlternateContent>
        <mc:AlternateContent xmlns:mc="http://schemas.openxmlformats.org/markup-compatibility/2006">
          <mc:Choice xmlns:p14="http://schemas.microsoft.com/office/powerpoint/2010/main" Requires="p14">
            <p:contentPart p14:bwMode="auto" r:id="rId205">
              <p14:nvContentPartPr>
                <p14:cNvPr id="116" name="Ink 115">
                  <a:extLst>
                    <a:ext uri="{FF2B5EF4-FFF2-40B4-BE49-F238E27FC236}">
                      <a16:creationId xmlns:a16="http://schemas.microsoft.com/office/drawing/2014/main" id="{CAFA726B-3392-EB14-E6C1-3118122CD478}"/>
                    </a:ext>
                  </a:extLst>
                </p14:cNvPr>
                <p14:cNvContentPartPr/>
                <p14:nvPr/>
              </p14:nvContentPartPr>
              <p14:xfrm>
                <a:off x="5813030" y="372277"/>
                <a:ext cx="191520" cy="153720"/>
              </p14:xfrm>
            </p:contentPart>
          </mc:Choice>
          <mc:Fallback>
            <p:pic>
              <p:nvPicPr>
                <p:cNvPr id="116" name="Ink 115">
                  <a:extLst>
                    <a:ext uri="{FF2B5EF4-FFF2-40B4-BE49-F238E27FC236}">
                      <a16:creationId xmlns:a16="http://schemas.microsoft.com/office/drawing/2014/main" id="{CAFA726B-3392-EB14-E6C1-3118122CD478}"/>
                    </a:ext>
                  </a:extLst>
                </p:cNvPr>
                <p:cNvPicPr/>
                <p:nvPr/>
              </p:nvPicPr>
              <p:blipFill>
                <a:blip r:embed="rId206"/>
                <a:stretch>
                  <a:fillRect/>
                </a:stretch>
              </p:blipFill>
              <p:spPr>
                <a:xfrm>
                  <a:off x="5795030" y="354277"/>
                  <a:ext cx="227160" cy="189360"/>
                </a:xfrm>
                <a:prstGeom prst="rect">
                  <a:avLst/>
                </a:prstGeom>
              </p:spPr>
            </p:pic>
          </mc:Fallback>
        </mc:AlternateContent>
        <mc:AlternateContent xmlns:mc="http://schemas.openxmlformats.org/markup-compatibility/2006">
          <mc:Choice xmlns:p14="http://schemas.microsoft.com/office/powerpoint/2010/main" Requires="p14">
            <p:contentPart p14:bwMode="auto" r:id="rId207">
              <p14:nvContentPartPr>
                <p14:cNvPr id="117" name="Ink 116">
                  <a:extLst>
                    <a:ext uri="{FF2B5EF4-FFF2-40B4-BE49-F238E27FC236}">
                      <a16:creationId xmlns:a16="http://schemas.microsoft.com/office/drawing/2014/main" id="{B16703A5-A7D3-8311-D70E-CA0906FE064F}"/>
                    </a:ext>
                  </a:extLst>
                </p14:cNvPr>
                <p14:cNvContentPartPr/>
                <p14:nvPr/>
              </p14:nvContentPartPr>
              <p14:xfrm>
                <a:off x="6085190" y="373717"/>
                <a:ext cx="89280" cy="122760"/>
              </p14:xfrm>
            </p:contentPart>
          </mc:Choice>
          <mc:Fallback>
            <p:pic>
              <p:nvPicPr>
                <p:cNvPr id="117" name="Ink 116">
                  <a:extLst>
                    <a:ext uri="{FF2B5EF4-FFF2-40B4-BE49-F238E27FC236}">
                      <a16:creationId xmlns:a16="http://schemas.microsoft.com/office/drawing/2014/main" id="{B16703A5-A7D3-8311-D70E-CA0906FE064F}"/>
                    </a:ext>
                  </a:extLst>
                </p:cNvPr>
                <p:cNvPicPr/>
                <p:nvPr/>
              </p:nvPicPr>
              <p:blipFill>
                <a:blip r:embed="rId208"/>
                <a:stretch>
                  <a:fillRect/>
                </a:stretch>
              </p:blipFill>
              <p:spPr>
                <a:xfrm>
                  <a:off x="6067190" y="355717"/>
                  <a:ext cx="124920" cy="158400"/>
                </a:xfrm>
                <a:prstGeom prst="rect">
                  <a:avLst/>
                </a:prstGeom>
              </p:spPr>
            </p:pic>
          </mc:Fallback>
        </mc:AlternateContent>
        <mc:AlternateContent xmlns:mc="http://schemas.openxmlformats.org/markup-compatibility/2006">
          <mc:Choice xmlns:p14="http://schemas.microsoft.com/office/powerpoint/2010/main" Requires="p14">
            <p:contentPart p14:bwMode="auto" r:id="rId209">
              <p14:nvContentPartPr>
                <p14:cNvPr id="118" name="Ink 117">
                  <a:extLst>
                    <a:ext uri="{FF2B5EF4-FFF2-40B4-BE49-F238E27FC236}">
                      <a16:creationId xmlns:a16="http://schemas.microsoft.com/office/drawing/2014/main" id="{0815D644-ACBC-6CF0-504C-7A85B609FEA5}"/>
                    </a:ext>
                  </a:extLst>
                </p14:cNvPr>
                <p14:cNvContentPartPr/>
                <p14:nvPr/>
              </p14:nvContentPartPr>
              <p14:xfrm>
                <a:off x="6238550" y="370117"/>
                <a:ext cx="32400" cy="88200"/>
              </p14:xfrm>
            </p:contentPart>
          </mc:Choice>
          <mc:Fallback>
            <p:pic>
              <p:nvPicPr>
                <p:cNvPr id="118" name="Ink 117">
                  <a:extLst>
                    <a:ext uri="{FF2B5EF4-FFF2-40B4-BE49-F238E27FC236}">
                      <a16:creationId xmlns:a16="http://schemas.microsoft.com/office/drawing/2014/main" id="{0815D644-ACBC-6CF0-504C-7A85B609FEA5}"/>
                    </a:ext>
                  </a:extLst>
                </p:cNvPr>
                <p:cNvPicPr/>
                <p:nvPr/>
              </p:nvPicPr>
              <p:blipFill>
                <a:blip r:embed="rId210"/>
                <a:stretch>
                  <a:fillRect/>
                </a:stretch>
              </p:blipFill>
              <p:spPr>
                <a:xfrm>
                  <a:off x="6220910" y="352477"/>
                  <a:ext cx="68040" cy="123840"/>
                </a:xfrm>
                <a:prstGeom prst="rect">
                  <a:avLst/>
                </a:prstGeom>
              </p:spPr>
            </p:pic>
          </mc:Fallback>
        </mc:AlternateContent>
        <mc:AlternateContent xmlns:mc="http://schemas.openxmlformats.org/markup-compatibility/2006">
          <mc:Choice xmlns:p14="http://schemas.microsoft.com/office/powerpoint/2010/main" Requires="p14">
            <p:contentPart p14:bwMode="auto" r:id="rId211">
              <p14:nvContentPartPr>
                <p14:cNvPr id="119" name="Ink 118">
                  <a:extLst>
                    <a:ext uri="{FF2B5EF4-FFF2-40B4-BE49-F238E27FC236}">
                      <a16:creationId xmlns:a16="http://schemas.microsoft.com/office/drawing/2014/main" id="{36ECF7D9-7F55-0C4C-72E7-8B924C3F3693}"/>
                    </a:ext>
                  </a:extLst>
                </p14:cNvPr>
                <p14:cNvContentPartPr/>
                <p14:nvPr/>
              </p14:nvContentPartPr>
              <p14:xfrm>
                <a:off x="6243230" y="258517"/>
                <a:ext cx="11160" cy="35280"/>
              </p14:xfrm>
            </p:contentPart>
          </mc:Choice>
          <mc:Fallback>
            <p:pic>
              <p:nvPicPr>
                <p:cNvPr id="119" name="Ink 118">
                  <a:extLst>
                    <a:ext uri="{FF2B5EF4-FFF2-40B4-BE49-F238E27FC236}">
                      <a16:creationId xmlns:a16="http://schemas.microsoft.com/office/drawing/2014/main" id="{36ECF7D9-7F55-0C4C-72E7-8B924C3F3693}"/>
                    </a:ext>
                  </a:extLst>
                </p:cNvPr>
                <p:cNvPicPr/>
                <p:nvPr/>
              </p:nvPicPr>
              <p:blipFill>
                <a:blip r:embed="rId212"/>
                <a:stretch>
                  <a:fillRect/>
                </a:stretch>
              </p:blipFill>
              <p:spPr>
                <a:xfrm>
                  <a:off x="6225230" y="240877"/>
                  <a:ext cx="46800" cy="70920"/>
                </a:xfrm>
                <a:prstGeom prst="rect">
                  <a:avLst/>
                </a:prstGeom>
              </p:spPr>
            </p:pic>
          </mc:Fallback>
        </mc:AlternateContent>
        <mc:AlternateContent xmlns:mc="http://schemas.openxmlformats.org/markup-compatibility/2006">
          <mc:Choice xmlns:p14="http://schemas.microsoft.com/office/powerpoint/2010/main" Requires="p14">
            <p:contentPart p14:bwMode="auto" r:id="rId213">
              <p14:nvContentPartPr>
                <p14:cNvPr id="120" name="Ink 119">
                  <a:extLst>
                    <a:ext uri="{FF2B5EF4-FFF2-40B4-BE49-F238E27FC236}">
                      <a16:creationId xmlns:a16="http://schemas.microsoft.com/office/drawing/2014/main" id="{D40421EC-737E-02B9-7A4C-EBCDA7FE93B3}"/>
                    </a:ext>
                  </a:extLst>
                </p14:cNvPr>
                <p14:cNvContentPartPr/>
                <p14:nvPr/>
              </p14:nvContentPartPr>
              <p14:xfrm>
                <a:off x="6365990" y="293437"/>
                <a:ext cx="85320" cy="201240"/>
              </p14:xfrm>
            </p:contentPart>
          </mc:Choice>
          <mc:Fallback>
            <p:pic>
              <p:nvPicPr>
                <p:cNvPr id="120" name="Ink 119">
                  <a:extLst>
                    <a:ext uri="{FF2B5EF4-FFF2-40B4-BE49-F238E27FC236}">
                      <a16:creationId xmlns:a16="http://schemas.microsoft.com/office/drawing/2014/main" id="{D40421EC-737E-02B9-7A4C-EBCDA7FE93B3}"/>
                    </a:ext>
                  </a:extLst>
                </p:cNvPr>
                <p:cNvPicPr/>
                <p:nvPr/>
              </p:nvPicPr>
              <p:blipFill>
                <a:blip r:embed="rId214"/>
                <a:stretch>
                  <a:fillRect/>
                </a:stretch>
              </p:blipFill>
              <p:spPr>
                <a:xfrm>
                  <a:off x="6348350" y="275437"/>
                  <a:ext cx="120960" cy="236880"/>
                </a:xfrm>
                <a:prstGeom prst="rect">
                  <a:avLst/>
                </a:prstGeom>
              </p:spPr>
            </p:pic>
          </mc:Fallback>
        </mc:AlternateContent>
        <mc:AlternateContent xmlns:mc="http://schemas.openxmlformats.org/markup-compatibility/2006">
          <mc:Choice xmlns:p14="http://schemas.microsoft.com/office/powerpoint/2010/main" Requires="p14">
            <p:contentPart p14:bwMode="auto" r:id="rId215">
              <p14:nvContentPartPr>
                <p14:cNvPr id="121" name="Ink 120">
                  <a:extLst>
                    <a:ext uri="{FF2B5EF4-FFF2-40B4-BE49-F238E27FC236}">
                      <a16:creationId xmlns:a16="http://schemas.microsoft.com/office/drawing/2014/main" id="{2CEAA680-F1FD-0F0E-8EC7-0072C4D970F5}"/>
                    </a:ext>
                  </a:extLst>
                </p14:cNvPr>
                <p14:cNvContentPartPr/>
                <p14:nvPr/>
              </p14:nvContentPartPr>
              <p14:xfrm>
                <a:off x="6457430" y="349597"/>
                <a:ext cx="134640" cy="100080"/>
              </p14:xfrm>
            </p:contentPart>
          </mc:Choice>
          <mc:Fallback>
            <p:pic>
              <p:nvPicPr>
                <p:cNvPr id="121" name="Ink 120">
                  <a:extLst>
                    <a:ext uri="{FF2B5EF4-FFF2-40B4-BE49-F238E27FC236}">
                      <a16:creationId xmlns:a16="http://schemas.microsoft.com/office/drawing/2014/main" id="{2CEAA680-F1FD-0F0E-8EC7-0072C4D970F5}"/>
                    </a:ext>
                  </a:extLst>
                </p:cNvPr>
                <p:cNvPicPr/>
                <p:nvPr/>
              </p:nvPicPr>
              <p:blipFill>
                <a:blip r:embed="rId216"/>
                <a:stretch>
                  <a:fillRect/>
                </a:stretch>
              </p:blipFill>
              <p:spPr>
                <a:xfrm>
                  <a:off x="6439790" y="331957"/>
                  <a:ext cx="170280" cy="135720"/>
                </a:xfrm>
                <a:prstGeom prst="rect">
                  <a:avLst/>
                </a:prstGeom>
              </p:spPr>
            </p:pic>
          </mc:Fallback>
        </mc:AlternateContent>
        <mc:AlternateContent xmlns:mc="http://schemas.openxmlformats.org/markup-compatibility/2006">
          <mc:Choice xmlns:p14="http://schemas.microsoft.com/office/powerpoint/2010/main" Requires="p14">
            <p:contentPart p14:bwMode="auto" r:id="rId217">
              <p14:nvContentPartPr>
                <p14:cNvPr id="122" name="Ink 121">
                  <a:extLst>
                    <a:ext uri="{FF2B5EF4-FFF2-40B4-BE49-F238E27FC236}">
                      <a16:creationId xmlns:a16="http://schemas.microsoft.com/office/drawing/2014/main" id="{2E459F86-8E36-4C48-4C47-07E1FA9F041C}"/>
                    </a:ext>
                  </a:extLst>
                </p14:cNvPr>
                <p14:cNvContentPartPr/>
                <p14:nvPr/>
              </p14:nvContentPartPr>
              <p14:xfrm>
                <a:off x="6525830" y="310717"/>
                <a:ext cx="72720" cy="165600"/>
              </p14:xfrm>
            </p:contentPart>
          </mc:Choice>
          <mc:Fallback>
            <p:pic>
              <p:nvPicPr>
                <p:cNvPr id="122" name="Ink 121">
                  <a:extLst>
                    <a:ext uri="{FF2B5EF4-FFF2-40B4-BE49-F238E27FC236}">
                      <a16:creationId xmlns:a16="http://schemas.microsoft.com/office/drawing/2014/main" id="{2E459F86-8E36-4C48-4C47-07E1FA9F041C}"/>
                    </a:ext>
                  </a:extLst>
                </p:cNvPr>
                <p:cNvPicPr/>
                <p:nvPr/>
              </p:nvPicPr>
              <p:blipFill>
                <a:blip r:embed="rId218"/>
                <a:stretch>
                  <a:fillRect/>
                </a:stretch>
              </p:blipFill>
              <p:spPr>
                <a:xfrm>
                  <a:off x="6507830" y="292717"/>
                  <a:ext cx="108360" cy="201240"/>
                </a:xfrm>
                <a:prstGeom prst="rect">
                  <a:avLst/>
                </a:prstGeom>
              </p:spPr>
            </p:pic>
          </mc:Fallback>
        </mc:AlternateContent>
        <mc:AlternateContent xmlns:mc="http://schemas.openxmlformats.org/markup-compatibility/2006">
          <mc:Choice xmlns:p14="http://schemas.microsoft.com/office/powerpoint/2010/main" Requires="p14">
            <p:contentPart p14:bwMode="auto" r:id="rId219">
              <p14:nvContentPartPr>
                <p14:cNvPr id="123" name="Ink 122">
                  <a:extLst>
                    <a:ext uri="{FF2B5EF4-FFF2-40B4-BE49-F238E27FC236}">
                      <a16:creationId xmlns:a16="http://schemas.microsoft.com/office/drawing/2014/main" id="{93973EFD-3306-8B63-EE05-FAA1112DB06A}"/>
                    </a:ext>
                  </a:extLst>
                </p14:cNvPr>
                <p14:cNvContentPartPr/>
                <p14:nvPr/>
              </p14:nvContentPartPr>
              <p14:xfrm>
                <a:off x="6785750" y="352117"/>
                <a:ext cx="190800" cy="18000"/>
              </p14:xfrm>
            </p:contentPart>
          </mc:Choice>
          <mc:Fallback>
            <p:pic>
              <p:nvPicPr>
                <p:cNvPr id="123" name="Ink 122">
                  <a:extLst>
                    <a:ext uri="{FF2B5EF4-FFF2-40B4-BE49-F238E27FC236}">
                      <a16:creationId xmlns:a16="http://schemas.microsoft.com/office/drawing/2014/main" id="{93973EFD-3306-8B63-EE05-FAA1112DB06A}"/>
                    </a:ext>
                  </a:extLst>
                </p:cNvPr>
                <p:cNvPicPr/>
                <p:nvPr/>
              </p:nvPicPr>
              <p:blipFill>
                <a:blip r:embed="rId220"/>
                <a:stretch>
                  <a:fillRect/>
                </a:stretch>
              </p:blipFill>
              <p:spPr>
                <a:xfrm>
                  <a:off x="6767750" y="334117"/>
                  <a:ext cx="226440" cy="53640"/>
                </a:xfrm>
                <a:prstGeom prst="rect">
                  <a:avLst/>
                </a:prstGeom>
              </p:spPr>
            </p:pic>
          </mc:Fallback>
        </mc:AlternateContent>
        <mc:AlternateContent xmlns:mc="http://schemas.openxmlformats.org/markup-compatibility/2006">
          <mc:Choice xmlns:p14="http://schemas.microsoft.com/office/powerpoint/2010/main" Requires="p14">
            <p:contentPart p14:bwMode="auto" r:id="rId221">
              <p14:nvContentPartPr>
                <p14:cNvPr id="124" name="Ink 123">
                  <a:extLst>
                    <a:ext uri="{FF2B5EF4-FFF2-40B4-BE49-F238E27FC236}">
                      <a16:creationId xmlns:a16="http://schemas.microsoft.com/office/drawing/2014/main" id="{615A33AD-A129-5DB3-1C13-4C65D166F0A2}"/>
                    </a:ext>
                  </a:extLst>
                </p14:cNvPr>
                <p14:cNvContentPartPr/>
                <p14:nvPr/>
              </p14:nvContentPartPr>
              <p14:xfrm>
                <a:off x="6862070" y="300997"/>
                <a:ext cx="27360" cy="189720"/>
              </p14:xfrm>
            </p:contentPart>
          </mc:Choice>
          <mc:Fallback>
            <p:pic>
              <p:nvPicPr>
                <p:cNvPr id="124" name="Ink 123">
                  <a:extLst>
                    <a:ext uri="{FF2B5EF4-FFF2-40B4-BE49-F238E27FC236}">
                      <a16:creationId xmlns:a16="http://schemas.microsoft.com/office/drawing/2014/main" id="{615A33AD-A129-5DB3-1C13-4C65D166F0A2}"/>
                    </a:ext>
                  </a:extLst>
                </p:cNvPr>
                <p:cNvPicPr/>
                <p:nvPr/>
              </p:nvPicPr>
              <p:blipFill>
                <a:blip r:embed="rId222"/>
                <a:stretch>
                  <a:fillRect/>
                </a:stretch>
              </p:blipFill>
              <p:spPr>
                <a:xfrm>
                  <a:off x="6844070" y="282997"/>
                  <a:ext cx="63000" cy="225360"/>
                </a:xfrm>
                <a:prstGeom prst="rect">
                  <a:avLst/>
                </a:prstGeom>
              </p:spPr>
            </p:pic>
          </mc:Fallback>
        </mc:AlternateContent>
        <mc:AlternateContent xmlns:mc="http://schemas.openxmlformats.org/markup-compatibility/2006">
          <mc:Choice xmlns:p14="http://schemas.microsoft.com/office/powerpoint/2010/main" Requires="p14">
            <p:contentPart p14:bwMode="auto" r:id="rId223">
              <p14:nvContentPartPr>
                <p14:cNvPr id="125" name="Ink 124">
                  <a:extLst>
                    <a:ext uri="{FF2B5EF4-FFF2-40B4-BE49-F238E27FC236}">
                      <a16:creationId xmlns:a16="http://schemas.microsoft.com/office/drawing/2014/main" id="{0555E57D-9F16-86A9-B5F7-E7E6AFDEBB1B}"/>
                    </a:ext>
                  </a:extLst>
                </p14:cNvPr>
                <p14:cNvContentPartPr/>
                <p14:nvPr/>
              </p14:nvContentPartPr>
              <p14:xfrm>
                <a:off x="7190390" y="237997"/>
                <a:ext cx="115200" cy="211320"/>
              </p14:xfrm>
            </p:contentPart>
          </mc:Choice>
          <mc:Fallback>
            <p:pic>
              <p:nvPicPr>
                <p:cNvPr id="125" name="Ink 124">
                  <a:extLst>
                    <a:ext uri="{FF2B5EF4-FFF2-40B4-BE49-F238E27FC236}">
                      <a16:creationId xmlns:a16="http://schemas.microsoft.com/office/drawing/2014/main" id="{0555E57D-9F16-86A9-B5F7-E7E6AFDEBB1B}"/>
                    </a:ext>
                  </a:extLst>
                </p:cNvPr>
                <p:cNvPicPr/>
                <p:nvPr/>
              </p:nvPicPr>
              <p:blipFill>
                <a:blip r:embed="rId224"/>
                <a:stretch>
                  <a:fillRect/>
                </a:stretch>
              </p:blipFill>
              <p:spPr>
                <a:xfrm>
                  <a:off x="7172390" y="219997"/>
                  <a:ext cx="150840" cy="246960"/>
                </a:xfrm>
                <a:prstGeom prst="rect">
                  <a:avLst/>
                </a:prstGeom>
              </p:spPr>
            </p:pic>
          </mc:Fallback>
        </mc:AlternateContent>
        <mc:AlternateContent xmlns:mc="http://schemas.openxmlformats.org/markup-compatibility/2006">
          <mc:Choice xmlns:p14="http://schemas.microsoft.com/office/powerpoint/2010/main" Requires="p14">
            <p:contentPart p14:bwMode="auto" r:id="rId225">
              <p14:nvContentPartPr>
                <p14:cNvPr id="126" name="Ink 125">
                  <a:extLst>
                    <a:ext uri="{FF2B5EF4-FFF2-40B4-BE49-F238E27FC236}">
                      <a16:creationId xmlns:a16="http://schemas.microsoft.com/office/drawing/2014/main" id="{27ED2C01-F605-7FB8-A224-7C144D3F5BFE}"/>
                    </a:ext>
                  </a:extLst>
                </p14:cNvPr>
                <p14:cNvContentPartPr/>
                <p14:nvPr/>
              </p14:nvContentPartPr>
              <p14:xfrm>
                <a:off x="7341230" y="208477"/>
                <a:ext cx="151200" cy="218520"/>
              </p14:xfrm>
            </p:contentPart>
          </mc:Choice>
          <mc:Fallback>
            <p:pic>
              <p:nvPicPr>
                <p:cNvPr id="126" name="Ink 125">
                  <a:extLst>
                    <a:ext uri="{FF2B5EF4-FFF2-40B4-BE49-F238E27FC236}">
                      <a16:creationId xmlns:a16="http://schemas.microsoft.com/office/drawing/2014/main" id="{27ED2C01-F605-7FB8-A224-7C144D3F5BFE}"/>
                    </a:ext>
                  </a:extLst>
                </p:cNvPr>
                <p:cNvPicPr/>
                <p:nvPr/>
              </p:nvPicPr>
              <p:blipFill>
                <a:blip r:embed="rId226"/>
                <a:stretch>
                  <a:fillRect/>
                </a:stretch>
              </p:blipFill>
              <p:spPr>
                <a:xfrm>
                  <a:off x="7323590" y="190477"/>
                  <a:ext cx="186840" cy="254160"/>
                </a:xfrm>
                <a:prstGeom prst="rect">
                  <a:avLst/>
                </a:prstGeom>
              </p:spPr>
            </p:pic>
          </mc:Fallback>
        </mc:AlternateContent>
        <mc:AlternateContent xmlns:mc="http://schemas.openxmlformats.org/markup-compatibility/2006">
          <mc:Choice xmlns:p14="http://schemas.microsoft.com/office/powerpoint/2010/main" Requires="p14">
            <p:contentPart p14:bwMode="auto" r:id="rId227">
              <p14:nvContentPartPr>
                <p14:cNvPr id="127" name="Ink 126">
                  <a:extLst>
                    <a:ext uri="{FF2B5EF4-FFF2-40B4-BE49-F238E27FC236}">
                      <a16:creationId xmlns:a16="http://schemas.microsoft.com/office/drawing/2014/main" id="{64087624-3818-6760-8A8E-6B4D25AEE8D6}"/>
                    </a:ext>
                  </a:extLst>
                </p14:cNvPr>
                <p14:cNvContentPartPr/>
                <p14:nvPr/>
              </p14:nvContentPartPr>
              <p14:xfrm>
                <a:off x="7566950" y="268597"/>
                <a:ext cx="82080" cy="102240"/>
              </p14:xfrm>
            </p:contentPart>
          </mc:Choice>
          <mc:Fallback>
            <p:pic>
              <p:nvPicPr>
                <p:cNvPr id="127" name="Ink 126">
                  <a:extLst>
                    <a:ext uri="{FF2B5EF4-FFF2-40B4-BE49-F238E27FC236}">
                      <a16:creationId xmlns:a16="http://schemas.microsoft.com/office/drawing/2014/main" id="{64087624-3818-6760-8A8E-6B4D25AEE8D6}"/>
                    </a:ext>
                  </a:extLst>
                </p:cNvPr>
                <p:cNvPicPr/>
                <p:nvPr/>
              </p:nvPicPr>
              <p:blipFill>
                <a:blip r:embed="rId228"/>
                <a:stretch>
                  <a:fillRect/>
                </a:stretch>
              </p:blipFill>
              <p:spPr>
                <a:xfrm>
                  <a:off x="7549310" y="250597"/>
                  <a:ext cx="117720" cy="137880"/>
                </a:xfrm>
                <a:prstGeom prst="rect">
                  <a:avLst/>
                </a:prstGeom>
              </p:spPr>
            </p:pic>
          </mc:Fallback>
        </mc:AlternateContent>
        <mc:AlternateContent xmlns:mc="http://schemas.openxmlformats.org/markup-compatibility/2006">
          <mc:Choice xmlns:p14="http://schemas.microsoft.com/office/powerpoint/2010/main" Requires="p14">
            <p:contentPart p14:bwMode="auto" r:id="rId229">
              <p14:nvContentPartPr>
                <p14:cNvPr id="128" name="Ink 127">
                  <a:extLst>
                    <a:ext uri="{FF2B5EF4-FFF2-40B4-BE49-F238E27FC236}">
                      <a16:creationId xmlns:a16="http://schemas.microsoft.com/office/drawing/2014/main" id="{17217B86-9703-419C-979F-E72DE625F7EB}"/>
                    </a:ext>
                  </a:extLst>
                </p14:cNvPr>
                <p14:cNvContentPartPr/>
                <p14:nvPr/>
              </p14:nvContentPartPr>
              <p14:xfrm>
                <a:off x="7704110" y="169237"/>
                <a:ext cx="41040" cy="184320"/>
              </p14:xfrm>
            </p:contentPart>
          </mc:Choice>
          <mc:Fallback>
            <p:pic>
              <p:nvPicPr>
                <p:cNvPr id="128" name="Ink 127">
                  <a:extLst>
                    <a:ext uri="{FF2B5EF4-FFF2-40B4-BE49-F238E27FC236}">
                      <a16:creationId xmlns:a16="http://schemas.microsoft.com/office/drawing/2014/main" id="{17217B86-9703-419C-979F-E72DE625F7EB}"/>
                    </a:ext>
                  </a:extLst>
                </p:cNvPr>
                <p:cNvPicPr/>
                <p:nvPr/>
              </p:nvPicPr>
              <p:blipFill>
                <a:blip r:embed="rId230"/>
                <a:stretch>
                  <a:fillRect/>
                </a:stretch>
              </p:blipFill>
              <p:spPr>
                <a:xfrm>
                  <a:off x="7686110" y="151237"/>
                  <a:ext cx="76680" cy="219960"/>
                </a:xfrm>
                <a:prstGeom prst="rect">
                  <a:avLst/>
                </a:prstGeom>
              </p:spPr>
            </p:pic>
          </mc:Fallback>
        </mc:AlternateContent>
        <mc:AlternateContent xmlns:mc="http://schemas.openxmlformats.org/markup-compatibility/2006">
          <mc:Choice xmlns:p14="http://schemas.microsoft.com/office/powerpoint/2010/main" Requires="p14">
            <p:contentPart p14:bwMode="auto" r:id="rId231">
              <p14:nvContentPartPr>
                <p14:cNvPr id="129" name="Ink 128">
                  <a:extLst>
                    <a:ext uri="{FF2B5EF4-FFF2-40B4-BE49-F238E27FC236}">
                      <a16:creationId xmlns:a16="http://schemas.microsoft.com/office/drawing/2014/main" id="{22332B8B-6388-B1F8-11B0-0A7220B43C2A}"/>
                    </a:ext>
                  </a:extLst>
                </p14:cNvPr>
                <p14:cNvContentPartPr/>
                <p14:nvPr/>
              </p14:nvContentPartPr>
              <p14:xfrm>
                <a:off x="7696550" y="277237"/>
                <a:ext cx="97200" cy="45720"/>
              </p14:xfrm>
            </p:contentPart>
          </mc:Choice>
          <mc:Fallback>
            <p:pic>
              <p:nvPicPr>
                <p:cNvPr id="129" name="Ink 128">
                  <a:extLst>
                    <a:ext uri="{FF2B5EF4-FFF2-40B4-BE49-F238E27FC236}">
                      <a16:creationId xmlns:a16="http://schemas.microsoft.com/office/drawing/2014/main" id="{22332B8B-6388-B1F8-11B0-0A7220B43C2A}"/>
                    </a:ext>
                  </a:extLst>
                </p:cNvPr>
                <p:cNvPicPr/>
                <p:nvPr/>
              </p:nvPicPr>
              <p:blipFill>
                <a:blip r:embed="rId232"/>
                <a:stretch>
                  <a:fillRect/>
                </a:stretch>
              </p:blipFill>
              <p:spPr>
                <a:xfrm>
                  <a:off x="7678550" y="259597"/>
                  <a:ext cx="132840" cy="81360"/>
                </a:xfrm>
                <a:prstGeom prst="rect">
                  <a:avLst/>
                </a:prstGeom>
              </p:spPr>
            </p:pic>
          </mc:Fallback>
        </mc:AlternateContent>
        <mc:AlternateContent xmlns:mc="http://schemas.openxmlformats.org/markup-compatibility/2006">
          <mc:Choice xmlns:p14="http://schemas.microsoft.com/office/powerpoint/2010/main" Requires="p14">
            <p:contentPart p14:bwMode="auto" r:id="rId233">
              <p14:nvContentPartPr>
                <p14:cNvPr id="130" name="Ink 129">
                  <a:extLst>
                    <a:ext uri="{FF2B5EF4-FFF2-40B4-BE49-F238E27FC236}">
                      <a16:creationId xmlns:a16="http://schemas.microsoft.com/office/drawing/2014/main" id="{5C99AB2B-8696-7FB6-C19C-0788C3F57961}"/>
                    </a:ext>
                  </a:extLst>
                </p14:cNvPr>
                <p14:cNvContentPartPr/>
                <p14:nvPr/>
              </p14:nvContentPartPr>
              <p14:xfrm>
                <a:off x="7998950" y="222877"/>
                <a:ext cx="126720" cy="137880"/>
              </p14:xfrm>
            </p:contentPart>
          </mc:Choice>
          <mc:Fallback>
            <p:pic>
              <p:nvPicPr>
                <p:cNvPr id="130" name="Ink 129">
                  <a:extLst>
                    <a:ext uri="{FF2B5EF4-FFF2-40B4-BE49-F238E27FC236}">
                      <a16:creationId xmlns:a16="http://schemas.microsoft.com/office/drawing/2014/main" id="{5C99AB2B-8696-7FB6-C19C-0788C3F57961}"/>
                    </a:ext>
                  </a:extLst>
                </p:cNvPr>
                <p:cNvPicPr/>
                <p:nvPr/>
              </p:nvPicPr>
              <p:blipFill>
                <a:blip r:embed="rId234"/>
                <a:stretch>
                  <a:fillRect/>
                </a:stretch>
              </p:blipFill>
              <p:spPr>
                <a:xfrm>
                  <a:off x="7980950" y="205237"/>
                  <a:ext cx="162360" cy="173520"/>
                </a:xfrm>
                <a:prstGeom prst="rect">
                  <a:avLst/>
                </a:prstGeom>
              </p:spPr>
            </p:pic>
          </mc:Fallback>
        </mc:AlternateContent>
        <mc:AlternateContent xmlns:mc="http://schemas.openxmlformats.org/markup-compatibility/2006">
          <mc:Choice xmlns:p14="http://schemas.microsoft.com/office/powerpoint/2010/main" Requires="p14">
            <p:contentPart p14:bwMode="auto" r:id="rId235">
              <p14:nvContentPartPr>
                <p14:cNvPr id="131" name="Ink 130">
                  <a:extLst>
                    <a:ext uri="{FF2B5EF4-FFF2-40B4-BE49-F238E27FC236}">
                      <a16:creationId xmlns:a16="http://schemas.microsoft.com/office/drawing/2014/main" id="{87C1E48A-6CF6-6042-8F42-79C29FB3986F}"/>
                    </a:ext>
                  </a:extLst>
                </p14:cNvPr>
                <p14:cNvContentPartPr/>
                <p14:nvPr/>
              </p14:nvContentPartPr>
              <p14:xfrm>
                <a:off x="8192630" y="192277"/>
                <a:ext cx="74160" cy="120600"/>
              </p14:xfrm>
            </p:contentPart>
          </mc:Choice>
          <mc:Fallback>
            <p:pic>
              <p:nvPicPr>
                <p:cNvPr id="131" name="Ink 130">
                  <a:extLst>
                    <a:ext uri="{FF2B5EF4-FFF2-40B4-BE49-F238E27FC236}">
                      <a16:creationId xmlns:a16="http://schemas.microsoft.com/office/drawing/2014/main" id="{87C1E48A-6CF6-6042-8F42-79C29FB3986F}"/>
                    </a:ext>
                  </a:extLst>
                </p:cNvPr>
                <p:cNvPicPr/>
                <p:nvPr/>
              </p:nvPicPr>
              <p:blipFill>
                <a:blip r:embed="rId236"/>
                <a:stretch>
                  <a:fillRect/>
                </a:stretch>
              </p:blipFill>
              <p:spPr>
                <a:xfrm>
                  <a:off x="8174630" y="174637"/>
                  <a:ext cx="109800" cy="156240"/>
                </a:xfrm>
                <a:prstGeom prst="rect">
                  <a:avLst/>
                </a:prstGeom>
              </p:spPr>
            </p:pic>
          </mc:Fallback>
        </mc:AlternateContent>
        <mc:AlternateContent xmlns:mc="http://schemas.openxmlformats.org/markup-compatibility/2006">
          <mc:Choice xmlns:p14="http://schemas.microsoft.com/office/powerpoint/2010/main" Requires="p14">
            <p:contentPart p14:bwMode="auto" r:id="rId237">
              <p14:nvContentPartPr>
                <p14:cNvPr id="132" name="Ink 131">
                  <a:extLst>
                    <a:ext uri="{FF2B5EF4-FFF2-40B4-BE49-F238E27FC236}">
                      <a16:creationId xmlns:a16="http://schemas.microsoft.com/office/drawing/2014/main" id="{203E76C7-8098-A2D4-DD08-001A947B3854}"/>
                    </a:ext>
                  </a:extLst>
                </p14:cNvPr>
                <p14:cNvContentPartPr/>
                <p14:nvPr/>
              </p14:nvContentPartPr>
              <p14:xfrm>
                <a:off x="8366870" y="142597"/>
                <a:ext cx="20880" cy="154080"/>
              </p14:xfrm>
            </p:contentPart>
          </mc:Choice>
          <mc:Fallback>
            <p:pic>
              <p:nvPicPr>
                <p:cNvPr id="132" name="Ink 131">
                  <a:extLst>
                    <a:ext uri="{FF2B5EF4-FFF2-40B4-BE49-F238E27FC236}">
                      <a16:creationId xmlns:a16="http://schemas.microsoft.com/office/drawing/2014/main" id="{203E76C7-8098-A2D4-DD08-001A947B3854}"/>
                    </a:ext>
                  </a:extLst>
                </p:cNvPr>
                <p:cNvPicPr/>
                <p:nvPr/>
              </p:nvPicPr>
              <p:blipFill>
                <a:blip r:embed="rId238"/>
                <a:stretch>
                  <a:fillRect/>
                </a:stretch>
              </p:blipFill>
              <p:spPr>
                <a:xfrm>
                  <a:off x="8348870" y="124597"/>
                  <a:ext cx="56520" cy="189720"/>
                </a:xfrm>
                <a:prstGeom prst="rect">
                  <a:avLst/>
                </a:prstGeom>
              </p:spPr>
            </p:pic>
          </mc:Fallback>
        </mc:AlternateContent>
        <mc:AlternateContent xmlns:mc="http://schemas.openxmlformats.org/markup-compatibility/2006">
          <mc:Choice xmlns:p14="http://schemas.microsoft.com/office/powerpoint/2010/main" Requires="p14">
            <p:contentPart p14:bwMode="auto" r:id="rId239">
              <p14:nvContentPartPr>
                <p14:cNvPr id="133" name="Ink 132">
                  <a:extLst>
                    <a:ext uri="{FF2B5EF4-FFF2-40B4-BE49-F238E27FC236}">
                      <a16:creationId xmlns:a16="http://schemas.microsoft.com/office/drawing/2014/main" id="{07960C99-F4FB-F00B-DAF4-3F5C506517EF}"/>
                    </a:ext>
                  </a:extLst>
                </p14:cNvPr>
                <p14:cNvContentPartPr/>
                <p14:nvPr/>
              </p14:nvContentPartPr>
              <p14:xfrm>
                <a:off x="8344910" y="65197"/>
                <a:ext cx="10800" cy="58320"/>
              </p14:xfrm>
            </p:contentPart>
          </mc:Choice>
          <mc:Fallback>
            <p:pic>
              <p:nvPicPr>
                <p:cNvPr id="133" name="Ink 132">
                  <a:extLst>
                    <a:ext uri="{FF2B5EF4-FFF2-40B4-BE49-F238E27FC236}">
                      <a16:creationId xmlns:a16="http://schemas.microsoft.com/office/drawing/2014/main" id="{07960C99-F4FB-F00B-DAF4-3F5C506517EF}"/>
                    </a:ext>
                  </a:extLst>
                </p:cNvPr>
                <p:cNvPicPr/>
                <p:nvPr/>
              </p:nvPicPr>
              <p:blipFill>
                <a:blip r:embed="rId240"/>
                <a:stretch>
                  <a:fillRect/>
                </a:stretch>
              </p:blipFill>
              <p:spPr>
                <a:xfrm>
                  <a:off x="8327270" y="47557"/>
                  <a:ext cx="46440" cy="93960"/>
                </a:xfrm>
                <a:prstGeom prst="rect">
                  <a:avLst/>
                </a:prstGeom>
              </p:spPr>
            </p:pic>
          </mc:Fallback>
        </mc:AlternateContent>
        <mc:AlternateContent xmlns:mc="http://schemas.openxmlformats.org/markup-compatibility/2006">
          <mc:Choice xmlns:p14="http://schemas.microsoft.com/office/powerpoint/2010/main" Requires="p14">
            <p:contentPart p14:bwMode="auto" r:id="rId241">
              <p14:nvContentPartPr>
                <p14:cNvPr id="134" name="Ink 133">
                  <a:extLst>
                    <a:ext uri="{FF2B5EF4-FFF2-40B4-BE49-F238E27FC236}">
                      <a16:creationId xmlns:a16="http://schemas.microsoft.com/office/drawing/2014/main" id="{C7C241FF-76AB-E853-A848-616EE270099D}"/>
                    </a:ext>
                  </a:extLst>
                </p14:cNvPr>
                <p14:cNvContentPartPr/>
                <p14:nvPr/>
              </p14:nvContentPartPr>
              <p14:xfrm>
                <a:off x="8473430" y="121357"/>
                <a:ext cx="61200" cy="157680"/>
              </p14:xfrm>
            </p:contentPart>
          </mc:Choice>
          <mc:Fallback>
            <p:pic>
              <p:nvPicPr>
                <p:cNvPr id="134" name="Ink 133">
                  <a:extLst>
                    <a:ext uri="{FF2B5EF4-FFF2-40B4-BE49-F238E27FC236}">
                      <a16:creationId xmlns:a16="http://schemas.microsoft.com/office/drawing/2014/main" id="{C7C241FF-76AB-E853-A848-616EE270099D}"/>
                    </a:ext>
                  </a:extLst>
                </p:cNvPr>
                <p:cNvPicPr/>
                <p:nvPr/>
              </p:nvPicPr>
              <p:blipFill>
                <a:blip r:embed="rId242"/>
                <a:stretch>
                  <a:fillRect/>
                </a:stretch>
              </p:blipFill>
              <p:spPr>
                <a:xfrm>
                  <a:off x="8455790" y="103717"/>
                  <a:ext cx="96840" cy="193320"/>
                </a:xfrm>
                <a:prstGeom prst="rect">
                  <a:avLst/>
                </a:prstGeom>
              </p:spPr>
            </p:pic>
          </mc:Fallback>
        </mc:AlternateContent>
        <mc:AlternateContent xmlns:mc="http://schemas.openxmlformats.org/markup-compatibility/2006">
          <mc:Choice xmlns:p14="http://schemas.microsoft.com/office/powerpoint/2010/main" Requires="p14">
            <p:contentPart p14:bwMode="auto" r:id="rId243">
              <p14:nvContentPartPr>
                <p14:cNvPr id="135" name="Ink 134">
                  <a:extLst>
                    <a:ext uri="{FF2B5EF4-FFF2-40B4-BE49-F238E27FC236}">
                      <a16:creationId xmlns:a16="http://schemas.microsoft.com/office/drawing/2014/main" id="{D7764878-968C-A884-BFFD-4441611CE106}"/>
                    </a:ext>
                  </a:extLst>
                </p14:cNvPr>
                <p14:cNvContentPartPr/>
                <p14:nvPr/>
              </p14:nvContentPartPr>
              <p14:xfrm>
                <a:off x="8579270" y="138997"/>
                <a:ext cx="64440" cy="133920"/>
              </p14:xfrm>
            </p:contentPart>
          </mc:Choice>
          <mc:Fallback>
            <p:pic>
              <p:nvPicPr>
                <p:cNvPr id="135" name="Ink 134">
                  <a:extLst>
                    <a:ext uri="{FF2B5EF4-FFF2-40B4-BE49-F238E27FC236}">
                      <a16:creationId xmlns:a16="http://schemas.microsoft.com/office/drawing/2014/main" id="{D7764878-968C-A884-BFFD-4441611CE106}"/>
                    </a:ext>
                  </a:extLst>
                </p:cNvPr>
                <p:cNvPicPr/>
                <p:nvPr/>
              </p:nvPicPr>
              <p:blipFill>
                <a:blip r:embed="rId244"/>
                <a:stretch>
                  <a:fillRect/>
                </a:stretch>
              </p:blipFill>
              <p:spPr>
                <a:xfrm>
                  <a:off x="8561270" y="120997"/>
                  <a:ext cx="100080" cy="169560"/>
                </a:xfrm>
                <a:prstGeom prst="rect">
                  <a:avLst/>
                </a:prstGeom>
              </p:spPr>
            </p:pic>
          </mc:Fallback>
        </mc:AlternateContent>
        <mc:AlternateContent xmlns:mc="http://schemas.openxmlformats.org/markup-compatibility/2006">
          <mc:Choice xmlns:p14="http://schemas.microsoft.com/office/powerpoint/2010/main" Requires="p14">
            <p:contentPart p14:bwMode="auto" r:id="rId245">
              <p14:nvContentPartPr>
                <p14:cNvPr id="136" name="Ink 135">
                  <a:extLst>
                    <a:ext uri="{FF2B5EF4-FFF2-40B4-BE49-F238E27FC236}">
                      <a16:creationId xmlns:a16="http://schemas.microsoft.com/office/drawing/2014/main" id="{D84BB72B-4507-F5D3-6799-972D0331731B}"/>
                    </a:ext>
                  </a:extLst>
                </p14:cNvPr>
                <p14:cNvContentPartPr/>
                <p14:nvPr/>
              </p14:nvContentPartPr>
              <p14:xfrm>
                <a:off x="8842430" y="203077"/>
                <a:ext cx="200520" cy="29880"/>
              </p14:xfrm>
            </p:contentPart>
          </mc:Choice>
          <mc:Fallback>
            <p:pic>
              <p:nvPicPr>
                <p:cNvPr id="136" name="Ink 135">
                  <a:extLst>
                    <a:ext uri="{FF2B5EF4-FFF2-40B4-BE49-F238E27FC236}">
                      <a16:creationId xmlns:a16="http://schemas.microsoft.com/office/drawing/2014/main" id="{D84BB72B-4507-F5D3-6799-972D0331731B}"/>
                    </a:ext>
                  </a:extLst>
                </p:cNvPr>
                <p:cNvPicPr/>
                <p:nvPr/>
              </p:nvPicPr>
              <p:blipFill>
                <a:blip r:embed="rId246"/>
                <a:stretch>
                  <a:fillRect/>
                </a:stretch>
              </p:blipFill>
              <p:spPr>
                <a:xfrm>
                  <a:off x="8824430" y="185437"/>
                  <a:ext cx="236160" cy="65520"/>
                </a:xfrm>
                <a:prstGeom prst="rect">
                  <a:avLst/>
                </a:prstGeom>
              </p:spPr>
            </p:pic>
          </mc:Fallback>
        </mc:AlternateContent>
        <mc:AlternateContent xmlns:mc="http://schemas.openxmlformats.org/markup-compatibility/2006">
          <mc:Choice xmlns:p14="http://schemas.microsoft.com/office/powerpoint/2010/main" Requires="p14">
            <p:contentPart p14:bwMode="auto" r:id="rId247">
              <p14:nvContentPartPr>
                <p14:cNvPr id="137" name="Ink 136">
                  <a:extLst>
                    <a:ext uri="{FF2B5EF4-FFF2-40B4-BE49-F238E27FC236}">
                      <a16:creationId xmlns:a16="http://schemas.microsoft.com/office/drawing/2014/main" id="{00600401-0D07-AC58-86BB-A93D3B82D7EA}"/>
                    </a:ext>
                  </a:extLst>
                </p14:cNvPr>
                <p14:cNvContentPartPr/>
                <p14:nvPr/>
              </p14:nvContentPartPr>
              <p14:xfrm>
                <a:off x="8928110" y="136117"/>
                <a:ext cx="25560" cy="158400"/>
              </p14:xfrm>
            </p:contentPart>
          </mc:Choice>
          <mc:Fallback>
            <p:pic>
              <p:nvPicPr>
                <p:cNvPr id="137" name="Ink 136">
                  <a:extLst>
                    <a:ext uri="{FF2B5EF4-FFF2-40B4-BE49-F238E27FC236}">
                      <a16:creationId xmlns:a16="http://schemas.microsoft.com/office/drawing/2014/main" id="{00600401-0D07-AC58-86BB-A93D3B82D7EA}"/>
                    </a:ext>
                  </a:extLst>
                </p:cNvPr>
                <p:cNvPicPr/>
                <p:nvPr/>
              </p:nvPicPr>
              <p:blipFill>
                <a:blip r:embed="rId248"/>
                <a:stretch>
                  <a:fillRect/>
                </a:stretch>
              </p:blipFill>
              <p:spPr>
                <a:xfrm>
                  <a:off x="8910470" y="118477"/>
                  <a:ext cx="61200" cy="194040"/>
                </a:xfrm>
                <a:prstGeom prst="rect">
                  <a:avLst/>
                </a:prstGeom>
              </p:spPr>
            </p:pic>
          </mc:Fallback>
        </mc:AlternateContent>
        <mc:AlternateContent xmlns:mc="http://schemas.openxmlformats.org/markup-compatibility/2006">
          <mc:Choice xmlns:p14="http://schemas.microsoft.com/office/powerpoint/2010/main" Requires="p14">
            <p:contentPart p14:bwMode="auto" r:id="rId249">
              <p14:nvContentPartPr>
                <p14:cNvPr id="138" name="Ink 137">
                  <a:extLst>
                    <a:ext uri="{FF2B5EF4-FFF2-40B4-BE49-F238E27FC236}">
                      <a16:creationId xmlns:a16="http://schemas.microsoft.com/office/drawing/2014/main" id="{D339934D-39D3-B41F-03B5-F54023978E87}"/>
                    </a:ext>
                  </a:extLst>
                </p14:cNvPr>
                <p14:cNvContentPartPr/>
                <p14:nvPr/>
              </p14:nvContentPartPr>
              <p14:xfrm>
                <a:off x="9222230" y="201997"/>
                <a:ext cx="98280" cy="114480"/>
              </p14:xfrm>
            </p:contentPart>
          </mc:Choice>
          <mc:Fallback>
            <p:pic>
              <p:nvPicPr>
                <p:cNvPr id="138" name="Ink 137">
                  <a:extLst>
                    <a:ext uri="{FF2B5EF4-FFF2-40B4-BE49-F238E27FC236}">
                      <a16:creationId xmlns:a16="http://schemas.microsoft.com/office/drawing/2014/main" id="{D339934D-39D3-B41F-03B5-F54023978E87}"/>
                    </a:ext>
                  </a:extLst>
                </p:cNvPr>
                <p:cNvPicPr/>
                <p:nvPr/>
              </p:nvPicPr>
              <p:blipFill>
                <a:blip r:embed="rId250"/>
                <a:stretch>
                  <a:fillRect/>
                </a:stretch>
              </p:blipFill>
              <p:spPr>
                <a:xfrm>
                  <a:off x="9204230" y="183997"/>
                  <a:ext cx="133920" cy="150120"/>
                </a:xfrm>
                <a:prstGeom prst="rect">
                  <a:avLst/>
                </a:prstGeom>
              </p:spPr>
            </p:pic>
          </mc:Fallback>
        </mc:AlternateContent>
        <mc:AlternateContent xmlns:mc="http://schemas.openxmlformats.org/markup-compatibility/2006">
          <mc:Choice xmlns:p14="http://schemas.microsoft.com/office/powerpoint/2010/main" Requires="p14">
            <p:contentPart p14:bwMode="auto" r:id="rId251">
              <p14:nvContentPartPr>
                <p14:cNvPr id="139" name="Ink 138">
                  <a:extLst>
                    <a:ext uri="{FF2B5EF4-FFF2-40B4-BE49-F238E27FC236}">
                      <a16:creationId xmlns:a16="http://schemas.microsoft.com/office/drawing/2014/main" id="{04D722AD-E12F-5821-9A17-A43A713542A3}"/>
                    </a:ext>
                  </a:extLst>
                </p14:cNvPr>
                <p14:cNvContentPartPr/>
                <p14:nvPr/>
              </p14:nvContentPartPr>
              <p14:xfrm>
                <a:off x="9411590" y="123157"/>
                <a:ext cx="32760" cy="161640"/>
              </p14:xfrm>
            </p:contentPart>
          </mc:Choice>
          <mc:Fallback>
            <p:pic>
              <p:nvPicPr>
                <p:cNvPr id="139" name="Ink 138">
                  <a:extLst>
                    <a:ext uri="{FF2B5EF4-FFF2-40B4-BE49-F238E27FC236}">
                      <a16:creationId xmlns:a16="http://schemas.microsoft.com/office/drawing/2014/main" id="{04D722AD-E12F-5821-9A17-A43A713542A3}"/>
                    </a:ext>
                  </a:extLst>
                </p:cNvPr>
                <p:cNvPicPr/>
                <p:nvPr/>
              </p:nvPicPr>
              <p:blipFill>
                <a:blip r:embed="rId252"/>
                <a:stretch>
                  <a:fillRect/>
                </a:stretch>
              </p:blipFill>
              <p:spPr>
                <a:xfrm>
                  <a:off x="9393590" y="105517"/>
                  <a:ext cx="68400" cy="197280"/>
                </a:xfrm>
                <a:prstGeom prst="rect">
                  <a:avLst/>
                </a:prstGeom>
              </p:spPr>
            </p:pic>
          </mc:Fallback>
        </mc:AlternateContent>
        <mc:AlternateContent xmlns:mc="http://schemas.openxmlformats.org/markup-compatibility/2006">
          <mc:Choice xmlns:p14="http://schemas.microsoft.com/office/powerpoint/2010/main" Requires="p14">
            <p:contentPart p14:bwMode="auto" r:id="rId253">
              <p14:nvContentPartPr>
                <p14:cNvPr id="140" name="Ink 139">
                  <a:extLst>
                    <a:ext uri="{FF2B5EF4-FFF2-40B4-BE49-F238E27FC236}">
                      <a16:creationId xmlns:a16="http://schemas.microsoft.com/office/drawing/2014/main" id="{94497637-BE02-85D6-84CE-EC6408FB5759}"/>
                    </a:ext>
                  </a:extLst>
                </p14:cNvPr>
                <p14:cNvContentPartPr/>
                <p14:nvPr/>
              </p14:nvContentPartPr>
              <p14:xfrm>
                <a:off x="9380990" y="149077"/>
                <a:ext cx="324360" cy="151200"/>
              </p14:xfrm>
            </p:contentPart>
          </mc:Choice>
          <mc:Fallback>
            <p:pic>
              <p:nvPicPr>
                <p:cNvPr id="140" name="Ink 139">
                  <a:extLst>
                    <a:ext uri="{FF2B5EF4-FFF2-40B4-BE49-F238E27FC236}">
                      <a16:creationId xmlns:a16="http://schemas.microsoft.com/office/drawing/2014/main" id="{94497637-BE02-85D6-84CE-EC6408FB5759}"/>
                    </a:ext>
                  </a:extLst>
                </p:cNvPr>
                <p:cNvPicPr/>
                <p:nvPr/>
              </p:nvPicPr>
              <p:blipFill>
                <a:blip r:embed="rId254"/>
                <a:stretch>
                  <a:fillRect/>
                </a:stretch>
              </p:blipFill>
              <p:spPr>
                <a:xfrm>
                  <a:off x="9363350" y="131437"/>
                  <a:ext cx="360000" cy="186840"/>
                </a:xfrm>
                <a:prstGeom prst="rect">
                  <a:avLst/>
                </a:prstGeom>
              </p:spPr>
            </p:pic>
          </mc:Fallback>
        </mc:AlternateContent>
        <mc:AlternateContent xmlns:mc="http://schemas.openxmlformats.org/markup-compatibility/2006">
          <mc:Choice xmlns:p14="http://schemas.microsoft.com/office/powerpoint/2010/main" Requires="p14">
            <p:contentPart p14:bwMode="auto" r:id="rId255">
              <p14:nvContentPartPr>
                <p14:cNvPr id="141" name="Ink 140">
                  <a:extLst>
                    <a:ext uri="{FF2B5EF4-FFF2-40B4-BE49-F238E27FC236}">
                      <a16:creationId xmlns:a16="http://schemas.microsoft.com/office/drawing/2014/main" id="{E70AAA91-C7DF-CDF5-34CB-0DDF40445C6C}"/>
                    </a:ext>
                  </a:extLst>
                </p14:cNvPr>
                <p14:cNvContentPartPr/>
                <p14:nvPr/>
              </p14:nvContentPartPr>
              <p14:xfrm>
                <a:off x="9743510" y="170677"/>
                <a:ext cx="43920" cy="101520"/>
              </p14:xfrm>
            </p:contentPart>
          </mc:Choice>
          <mc:Fallback>
            <p:pic>
              <p:nvPicPr>
                <p:cNvPr id="141" name="Ink 140">
                  <a:extLst>
                    <a:ext uri="{FF2B5EF4-FFF2-40B4-BE49-F238E27FC236}">
                      <a16:creationId xmlns:a16="http://schemas.microsoft.com/office/drawing/2014/main" id="{E70AAA91-C7DF-CDF5-34CB-0DDF40445C6C}"/>
                    </a:ext>
                  </a:extLst>
                </p:cNvPr>
                <p:cNvPicPr/>
                <p:nvPr/>
              </p:nvPicPr>
              <p:blipFill>
                <a:blip r:embed="rId256"/>
                <a:stretch>
                  <a:fillRect/>
                </a:stretch>
              </p:blipFill>
              <p:spPr>
                <a:xfrm>
                  <a:off x="9725510" y="153037"/>
                  <a:ext cx="79560" cy="137160"/>
                </a:xfrm>
                <a:prstGeom prst="rect">
                  <a:avLst/>
                </a:prstGeom>
              </p:spPr>
            </p:pic>
          </mc:Fallback>
        </mc:AlternateContent>
        <mc:AlternateContent xmlns:mc="http://schemas.openxmlformats.org/markup-compatibility/2006">
          <mc:Choice xmlns:p14="http://schemas.microsoft.com/office/powerpoint/2010/main" Requires="p14">
            <p:contentPart p14:bwMode="auto" r:id="rId257">
              <p14:nvContentPartPr>
                <p14:cNvPr id="142" name="Ink 141">
                  <a:extLst>
                    <a:ext uri="{FF2B5EF4-FFF2-40B4-BE49-F238E27FC236}">
                      <a16:creationId xmlns:a16="http://schemas.microsoft.com/office/drawing/2014/main" id="{BD8231C3-7A4F-9B71-9230-4660F95F4939}"/>
                    </a:ext>
                  </a:extLst>
                </p14:cNvPr>
                <p14:cNvContentPartPr/>
                <p14:nvPr/>
              </p14:nvContentPartPr>
              <p14:xfrm>
                <a:off x="9941150" y="154837"/>
                <a:ext cx="69120" cy="121320"/>
              </p14:xfrm>
            </p:contentPart>
          </mc:Choice>
          <mc:Fallback>
            <p:pic>
              <p:nvPicPr>
                <p:cNvPr id="142" name="Ink 141">
                  <a:extLst>
                    <a:ext uri="{FF2B5EF4-FFF2-40B4-BE49-F238E27FC236}">
                      <a16:creationId xmlns:a16="http://schemas.microsoft.com/office/drawing/2014/main" id="{BD8231C3-7A4F-9B71-9230-4660F95F4939}"/>
                    </a:ext>
                  </a:extLst>
                </p:cNvPr>
                <p:cNvPicPr/>
                <p:nvPr/>
              </p:nvPicPr>
              <p:blipFill>
                <a:blip r:embed="rId258"/>
                <a:stretch>
                  <a:fillRect/>
                </a:stretch>
              </p:blipFill>
              <p:spPr>
                <a:xfrm>
                  <a:off x="9923150" y="136837"/>
                  <a:ext cx="104760" cy="156960"/>
                </a:xfrm>
                <a:prstGeom prst="rect">
                  <a:avLst/>
                </a:prstGeom>
              </p:spPr>
            </p:pic>
          </mc:Fallback>
        </mc:AlternateContent>
        <mc:AlternateContent xmlns:mc="http://schemas.openxmlformats.org/markup-compatibility/2006">
          <mc:Choice xmlns:p14="http://schemas.microsoft.com/office/powerpoint/2010/main" Requires="p14">
            <p:contentPart p14:bwMode="auto" r:id="rId259">
              <p14:nvContentPartPr>
                <p14:cNvPr id="143" name="Ink 142">
                  <a:extLst>
                    <a:ext uri="{FF2B5EF4-FFF2-40B4-BE49-F238E27FC236}">
                      <a16:creationId xmlns:a16="http://schemas.microsoft.com/office/drawing/2014/main" id="{53DFA603-D210-5AF4-6269-AB856D05D8AC}"/>
                    </a:ext>
                  </a:extLst>
                </p14:cNvPr>
                <p14:cNvContentPartPr/>
                <p14:nvPr/>
              </p14:nvContentPartPr>
              <p14:xfrm>
                <a:off x="10268030" y="172837"/>
                <a:ext cx="149760" cy="105840"/>
              </p14:xfrm>
            </p:contentPart>
          </mc:Choice>
          <mc:Fallback>
            <p:pic>
              <p:nvPicPr>
                <p:cNvPr id="143" name="Ink 142">
                  <a:extLst>
                    <a:ext uri="{FF2B5EF4-FFF2-40B4-BE49-F238E27FC236}">
                      <a16:creationId xmlns:a16="http://schemas.microsoft.com/office/drawing/2014/main" id="{53DFA603-D210-5AF4-6269-AB856D05D8AC}"/>
                    </a:ext>
                  </a:extLst>
                </p:cNvPr>
                <p:cNvPicPr/>
                <p:nvPr/>
              </p:nvPicPr>
              <p:blipFill>
                <a:blip r:embed="rId260"/>
                <a:stretch>
                  <a:fillRect/>
                </a:stretch>
              </p:blipFill>
              <p:spPr>
                <a:xfrm>
                  <a:off x="10250030" y="155197"/>
                  <a:ext cx="185400" cy="141480"/>
                </a:xfrm>
                <a:prstGeom prst="rect">
                  <a:avLst/>
                </a:prstGeom>
              </p:spPr>
            </p:pic>
          </mc:Fallback>
        </mc:AlternateContent>
        <mc:AlternateContent xmlns:mc="http://schemas.openxmlformats.org/markup-compatibility/2006">
          <mc:Choice xmlns:p14="http://schemas.microsoft.com/office/powerpoint/2010/main" Requires="p14">
            <p:contentPart p14:bwMode="auto" r:id="rId261">
              <p14:nvContentPartPr>
                <p14:cNvPr id="144" name="Ink 143">
                  <a:extLst>
                    <a:ext uri="{FF2B5EF4-FFF2-40B4-BE49-F238E27FC236}">
                      <a16:creationId xmlns:a16="http://schemas.microsoft.com/office/drawing/2014/main" id="{992F8249-D350-2658-0CB9-7DCC5EBB97EE}"/>
                    </a:ext>
                  </a:extLst>
                </p14:cNvPr>
                <p14:cNvContentPartPr/>
                <p14:nvPr/>
              </p14:nvContentPartPr>
              <p14:xfrm>
                <a:off x="10505270" y="191917"/>
                <a:ext cx="57240" cy="61560"/>
              </p14:xfrm>
            </p:contentPart>
          </mc:Choice>
          <mc:Fallback>
            <p:pic>
              <p:nvPicPr>
                <p:cNvPr id="144" name="Ink 143">
                  <a:extLst>
                    <a:ext uri="{FF2B5EF4-FFF2-40B4-BE49-F238E27FC236}">
                      <a16:creationId xmlns:a16="http://schemas.microsoft.com/office/drawing/2014/main" id="{992F8249-D350-2658-0CB9-7DCC5EBB97EE}"/>
                    </a:ext>
                  </a:extLst>
                </p:cNvPr>
                <p:cNvPicPr/>
                <p:nvPr/>
              </p:nvPicPr>
              <p:blipFill>
                <a:blip r:embed="rId262"/>
                <a:stretch>
                  <a:fillRect/>
                </a:stretch>
              </p:blipFill>
              <p:spPr>
                <a:xfrm>
                  <a:off x="10487630" y="173917"/>
                  <a:ext cx="92880" cy="97200"/>
                </a:xfrm>
                <a:prstGeom prst="rect">
                  <a:avLst/>
                </a:prstGeom>
              </p:spPr>
            </p:pic>
          </mc:Fallback>
        </mc:AlternateContent>
        <mc:AlternateContent xmlns:mc="http://schemas.openxmlformats.org/markup-compatibility/2006">
          <mc:Choice xmlns:p14="http://schemas.microsoft.com/office/powerpoint/2010/main" Requires="p14">
            <p:contentPart p14:bwMode="auto" r:id="rId263">
              <p14:nvContentPartPr>
                <p14:cNvPr id="145" name="Ink 144">
                  <a:extLst>
                    <a:ext uri="{FF2B5EF4-FFF2-40B4-BE49-F238E27FC236}">
                      <a16:creationId xmlns:a16="http://schemas.microsoft.com/office/drawing/2014/main" id="{0166CA14-FB10-68A5-58E6-5EA58FFBD11A}"/>
                    </a:ext>
                  </a:extLst>
                </p14:cNvPr>
                <p14:cNvContentPartPr/>
                <p14:nvPr/>
              </p14:nvContentPartPr>
              <p14:xfrm>
                <a:off x="10615430" y="188677"/>
                <a:ext cx="17280" cy="88560"/>
              </p14:xfrm>
            </p:contentPart>
          </mc:Choice>
          <mc:Fallback>
            <p:pic>
              <p:nvPicPr>
                <p:cNvPr id="145" name="Ink 144">
                  <a:extLst>
                    <a:ext uri="{FF2B5EF4-FFF2-40B4-BE49-F238E27FC236}">
                      <a16:creationId xmlns:a16="http://schemas.microsoft.com/office/drawing/2014/main" id="{0166CA14-FB10-68A5-58E6-5EA58FFBD11A}"/>
                    </a:ext>
                  </a:extLst>
                </p:cNvPr>
                <p:cNvPicPr/>
                <p:nvPr/>
              </p:nvPicPr>
              <p:blipFill>
                <a:blip r:embed="rId264"/>
                <a:stretch>
                  <a:fillRect/>
                </a:stretch>
              </p:blipFill>
              <p:spPr>
                <a:xfrm>
                  <a:off x="10597430" y="170677"/>
                  <a:ext cx="52920" cy="124200"/>
                </a:xfrm>
                <a:prstGeom prst="rect">
                  <a:avLst/>
                </a:prstGeom>
              </p:spPr>
            </p:pic>
          </mc:Fallback>
        </mc:AlternateContent>
        <mc:AlternateContent xmlns:mc="http://schemas.openxmlformats.org/markup-compatibility/2006">
          <mc:Choice xmlns:p14="http://schemas.microsoft.com/office/powerpoint/2010/main" Requires="p14">
            <p:contentPart p14:bwMode="auto" r:id="rId265">
              <p14:nvContentPartPr>
                <p14:cNvPr id="146" name="Ink 145">
                  <a:extLst>
                    <a:ext uri="{FF2B5EF4-FFF2-40B4-BE49-F238E27FC236}">
                      <a16:creationId xmlns:a16="http://schemas.microsoft.com/office/drawing/2014/main" id="{DF61D576-1008-91B9-1F4F-592E39B954FF}"/>
                    </a:ext>
                  </a:extLst>
                </p14:cNvPr>
                <p14:cNvContentPartPr/>
                <p14:nvPr/>
              </p14:nvContentPartPr>
              <p14:xfrm>
                <a:off x="10621190" y="99757"/>
                <a:ext cx="8280" cy="27000"/>
              </p14:xfrm>
            </p:contentPart>
          </mc:Choice>
          <mc:Fallback>
            <p:pic>
              <p:nvPicPr>
                <p:cNvPr id="146" name="Ink 145">
                  <a:extLst>
                    <a:ext uri="{FF2B5EF4-FFF2-40B4-BE49-F238E27FC236}">
                      <a16:creationId xmlns:a16="http://schemas.microsoft.com/office/drawing/2014/main" id="{DF61D576-1008-91B9-1F4F-592E39B954FF}"/>
                    </a:ext>
                  </a:extLst>
                </p:cNvPr>
                <p:cNvPicPr/>
                <p:nvPr/>
              </p:nvPicPr>
              <p:blipFill>
                <a:blip r:embed="rId266"/>
                <a:stretch>
                  <a:fillRect/>
                </a:stretch>
              </p:blipFill>
              <p:spPr>
                <a:xfrm>
                  <a:off x="10603550" y="81757"/>
                  <a:ext cx="43920" cy="62640"/>
                </a:xfrm>
                <a:prstGeom prst="rect">
                  <a:avLst/>
                </a:prstGeom>
              </p:spPr>
            </p:pic>
          </mc:Fallback>
        </mc:AlternateContent>
        <mc:AlternateContent xmlns:mc="http://schemas.openxmlformats.org/markup-compatibility/2006">
          <mc:Choice xmlns:p14="http://schemas.microsoft.com/office/powerpoint/2010/main" Requires="p14">
            <p:contentPart p14:bwMode="auto" r:id="rId267">
              <p14:nvContentPartPr>
                <p14:cNvPr id="147" name="Ink 146">
                  <a:extLst>
                    <a:ext uri="{FF2B5EF4-FFF2-40B4-BE49-F238E27FC236}">
                      <a16:creationId xmlns:a16="http://schemas.microsoft.com/office/drawing/2014/main" id="{E166B2AC-F5A1-42D7-3F45-F2549B053846}"/>
                    </a:ext>
                  </a:extLst>
                </p14:cNvPr>
                <p14:cNvContentPartPr/>
                <p14:nvPr/>
              </p14:nvContentPartPr>
              <p14:xfrm>
                <a:off x="10719470" y="142957"/>
                <a:ext cx="156600" cy="174600"/>
              </p14:xfrm>
            </p:contentPart>
          </mc:Choice>
          <mc:Fallback>
            <p:pic>
              <p:nvPicPr>
                <p:cNvPr id="147" name="Ink 146">
                  <a:extLst>
                    <a:ext uri="{FF2B5EF4-FFF2-40B4-BE49-F238E27FC236}">
                      <a16:creationId xmlns:a16="http://schemas.microsoft.com/office/drawing/2014/main" id="{E166B2AC-F5A1-42D7-3F45-F2549B053846}"/>
                    </a:ext>
                  </a:extLst>
                </p:cNvPr>
                <p:cNvPicPr/>
                <p:nvPr/>
              </p:nvPicPr>
              <p:blipFill>
                <a:blip r:embed="rId268"/>
                <a:stretch>
                  <a:fillRect/>
                </a:stretch>
              </p:blipFill>
              <p:spPr>
                <a:xfrm>
                  <a:off x="10701470" y="125317"/>
                  <a:ext cx="192240" cy="210240"/>
                </a:xfrm>
                <a:prstGeom prst="rect">
                  <a:avLst/>
                </a:prstGeom>
              </p:spPr>
            </p:pic>
          </mc:Fallback>
        </mc:AlternateContent>
      </p:grpSp>
      <p:grpSp>
        <p:nvGrpSpPr>
          <p:cNvPr id="153" name="Group 152">
            <a:extLst>
              <a:ext uri="{FF2B5EF4-FFF2-40B4-BE49-F238E27FC236}">
                <a16:creationId xmlns:a16="http://schemas.microsoft.com/office/drawing/2014/main" id="{9176A74A-E925-53B2-E192-36877862A993}"/>
              </a:ext>
            </a:extLst>
          </p:cNvPr>
          <p:cNvGrpSpPr/>
          <p:nvPr/>
        </p:nvGrpSpPr>
        <p:grpSpPr>
          <a:xfrm>
            <a:off x="9367670" y="1130797"/>
            <a:ext cx="993960" cy="1563120"/>
            <a:chOff x="9367670" y="1130797"/>
            <a:chExt cx="993960" cy="1563120"/>
          </a:xfrm>
        </p:grpSpPr>
        <mc:AlternateContent xmlns:mc="http://schemas.openxmlformats.org/markup-compatibility/2006">
          <mc:Choice xmlns:p14="http://schemas.microsoft.com/office/powerpoint/2010/main" Requires="p14">
            <p:contentPart p14:bwMode="auto" r:id="rId269">
              <p14:nvContentPartPr>
                <p14:cNvPr id="150" name="Ink 149">
                  <a:extLst>
                    <a:ext uri="{FF2B5EF4-FFF2-40B4-BE49-F238E27FC236}">
                      <a16:creationId xmlns:a16="http://schemas.microsoft.com/office/drawing/2014/main" id="{DA48DD6E-BFB0-EE6E-F66C-7D0D9C0FF45F}"/>
                    </a:ext>
                  </a:extLst>
                </p14:cNvPr>
                <p14:cNvContentPartPr/>
                <p14:nvPr/>
              </p14:nvContentPartPr>
              <p14:xfrm>
                <a:off x="9367670" y="1781677"/>
                <a:ext cx="920880" cy="912240"/>
              </p14:xfrm>
            </p:contentPart>
          </mc:Choice>
          <mc:Fallback>
            <p:pic>
              <p:nvPicPr>
                <p:cNvPr id="150" name="Ink 149">
                  <a:extLst>
                    <a:ext uri="{FF2B5EF4-FFF2-40B4-BE49-F238E27FC236}">
                      <a16:creationId xmlns:a16="http://schemas.microsoft.com/office/drawing/2014/main" id="{DA48DD6E-BFB0-EE6E-F66C-7D0D9C0FF45F}"/>
                    </a:ext>
                  </a:extLst>
                </p:cNvPr>
                <p:cNvPicPr/>
                <p:nvPr/>
              </p:nvPicPr>
              <p:blipFill>
                <a:blip r:embed="rId270"/>
                <a:stretch>
                  <a:fillRect/>
                </a:stretch>
              </p:blipFill>
              <p:spPr>
                <a:xfrm>
                  <a:off x="9305030" y="1718677"/>
                  <a:ext cx="1046520" cy="1037880"/>
                </a:xfrm>
                <a:prstGeom prst="rect">
                  <a:avLst/>
                </a:prstGeom>
              </p:spPr>
            </p:pic>
          </mc:Fallback>
        </mc:AlternateContent>
        <mc:AlternateContent xmlns:mc="http://schemas.openxmlformats.org/markup-compatibility/2006">
          <mc:Choice xmlns:p14="http://schemas.microsoft.com/office/powerpoint/2010/main" Requires="p14">
            <p:contentPart p14:bwMode="auto" r:id="rId271">
              <p14:nvContentPartPr>
                <p14:cNvPr id="151" name="Ink 150">
                  <a:extLst>
                    <a:ext uri="{FF2B5EF4-FFF2-40B4-BE49-F238E27FC236}">
                      <a16:creationId xmlns:a16="http://schemas.microsoft.com/office/drawing/2014/main" id="{F78847C3-00F4-D7FE-DAFD-12A242014C87}"/>
                    </a:ext>
                  </a:extLst>
                </p14:cNvPr>
                <p14:cNvContentPartPr/>
                <p14:nvPr/>
              </p14:nvContentPartPr>
              <p14:xfrm>
                <a:off x="9852950" y="1130797"/>
                <a:ext cx="508680" cy="634320"/>
              </p14:xfrm>
            </p:contentPart>
          </mc:Choice>
          <mc:Fallback>
            <p:pic>
              <p:nvPicPr>
                <p:cNvPr id="151" name="Ink 150">
                  <a:extLst>
                    <a:ext uri="{FF2B5EF4-FFF2-40B4-BE49-F238E27FC236}">
                      <a16:creationId xmlns:a16="http://schemas.microsoft.com/office/drawing/2014/main" id="{F78847C3-00F4-D7FE-DAFD-12A242014C87}"/>
                    </a:ext>
                  </a:extLst>
                </p:cNvPr>
                <p:cNvPicPr/>
                <p:nvPr/>
              </p:nvPicPr>
              <p:blipFill>
                <a:blip r:embed="rId272"/>
                <a:stretch>
                  <a:fillRect/>
                </a:stretch>
              </p:blipFill>
              <p:spPr>
                <a:xfrm>
                  <a:off x="9789950" y="1068157"/>
                  <a:ext cx="634320" cy="759960"/>
                </a:xfrm>
                <a:prstGeom prst="rect">
                  <a:avLst/>
                </a:prstGeom>
              </p:spPr>
            </p:pic>
          </mc:Fallback>
        </mc:AlternateContent>
        <mc:AlternateContent xmlns:mc="http://schemas.openxmlformats.org/markup-compatibility/2006">
          <mc:Choice xmlns:p14="http://schemas.microsoft.com/office/powerpoint/2010/main" Requires="p14">
            <p:contentPart p14:bwMode="auto" r:id="rId273">
              <p14:nvContentPartPr>
                <p14:cNvPr id="152" name="Ink 151">
                  <a:extLst>
                    <a:ext uri="{FF2B5EF4-FFF2-40B4-BE49-F238E27FC236}">
                      <a16:creationId xmlns:a16="http://schemas.microsoft.com/office/drawing/2014/main" id="{55FD6777-72BD-094E-724E-657E4F75D433}"/>
                    </a:ext>
                  </a:extLst>
                </p14:cNvPr>
                <p14:cNvContentPartPr/>
                <p14:nvPr/>
              </p14:nvContentPartPr>
              <p14:xfrm>
                <a:off x="9854750" y="1823077"/>
                <a:ext cx="360" cy="360"/>
              </p14:xfrm>
            </p:contentPart>
          </mc:Choice>
          <mc:Fallback>
            <p:pic>
              <p:nvPicPr>
                <p:cNvPr id="152" name="Ink 151">
                  <a:extLst>
                    <a:ext uri="{FF2B5EF4-FFF2-40B4-BE49-F238E27FC236}">
                      <a16:creationId xmlns:a16="http://schemas.microsoft.com/office/drawing/2014/main" id="{55FD6777-72BD-094E-724E-657E4F75D433}"/>
                    </a:ext>
                  </a:extLst>
                </p:cNvPr>
                <p:cNvPicPr/>
                <p:nvPr/>
              </p:nvPicPr>
              <p:blipFill>
                <a:blip r:embed="rId274"/>
                <a:stretch>
                  <a:fillRect/>
                </a:stretch>
              </p:blipFill>
              <p:spPr>
                <a:xfrm>
                  <a:off x="9792110" y="1760077"/>
                  <a:ext cx="126000" cy="12600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275">
            <p14:nvContentPartPr>
              <p14:cNvPr id="154" name="Ink 153">
                <a:extLst>
                  <a:ext uri="{FF2B5EF4-FFF2-40B4-BE49-F238E27FC236}">
                    <a16:creationId xmlns:a16="http://schemas.microsoft.com/office/drawing/2014/main" id="{8B43AA99-F920-6877-26D8-D8EA94ADF61A}"/>
                  </a:ext>
                </a:extLst>
              </p14:cNvPr>
              <p14:cNvContentPartPr/>
              <p14:nvPr/>
            </p14:nvContentPartPr>
            <p14:xfrm>
              <a:off x="4262510" y="438157"/>
              <a:ext cx="2132280" cy="30240"/>
            </p14:xfrm>
          </p:contentPart>
        </mc:Choice>
        <mc:Fallback>
          <p:pic>
            <p:nvPicPr>
              <p:cNvPr id="154" name="Ink 153">
                <a:extLst>
                  <a:ext uri="{FF2B5EF4-FFF2-40B4-BE49-F238E27FC236}">
                    <a16:creationId xmlns:a16="http://schemas.microsoft.com/office/drawing/2014/main" id="{8B43AA99-F920-6877-26D8-D8EA94ADF61A}"/>
                  </a:ext>
                </a:extLst>
              </p:cNvPr>
              <p:cNvPicPr/>
              <p:nvPr/>
            </p:nvPicPr>
            <p:blipFill>
              <a:blip r:embed="rId276"/>
              <a:stretch>
                <a:fillRect/>
              </a:stretch>
            </p:blipFill>
            <p:spPr>
              <a:xfrm>
                <a:off x="4208870" y="330517"/>
                <a:ext cx="2239920" cy="245880"/>
              </a:xfrm>
              <a:prstGeom prst="rect">
                <a:avLst/>
              </a:prstGeom>
            </p:spPr>
          </p:pic>
        </mc:Fallback>
      </mc:AlternateContent>
      <mc:AlternateContent xmlns:mc="http://schemas.openxmlformats.org/markup-compatibility/2006">
        <mc:Choice xmlns:p14="http://schemas.microsoft.com/office/powerpoint/2010/main" Requires="p14">
          <p:contentPart p14:bwMode="auto" r:id="rId277">
            <p14:nvContentPartPr>
              <p14:cNvPr id="155" name="Ink 154">
                <a:extLst>
                  <a:ext uri="{FF2B5EF4-FFF2-40B4-BE49-F238E27FC236}">
                    <a16:creationId xmlns:a16="http://schemas.microsoft.com/office/drawing/2014/main" id="{6ED5CE2F-5D34-6089-6670-B1BB21F1D5B0}"/>
                  </a:ext>
                </a:extLst>
              </p14:cNvPr>
              <p14:cNvContentPartPr/>
              <p14:nvPr/>
            </p14:nvContentPartPr>
            <p14:xfrm>
              <a:off x="7295870" y="160957"/>
              <a:ext cx="1389240" cy="216360"/>
            </p14:xfrm>
          </p:contentPart>
        </mc:Choice>
        <mc:Fallback>
          <p:pic>
            <p:nvPicPr>
              <p:cNvPr id="155" name="Ink 154">
                <a:extLst>
                  <a:ext uri="{FF2B5EF4-FFF2-40B4-BE49-F238E27FC236}">
                    <a16:creationId xmlns:a16="http://schemas.microsoft.com/office/drawing/2014/main" id="{6ED5CE2F-5D34-6089-6670-B1BB21F1D5B0}"/>
                  </a:ext>
                </a:extLst>
              </p:cNvPr>
              <p:cNvPicPr/>
              <p:nvPr/>
            </p:nvPicPr>
            <p:blipFill>
              <a:blip r:embed="rId278"/>
              <a:stretch>
                <a:fillRect/>
              </a:stretch>
            </p:blipFill>
            <p:spPr>
              <a:xfrm>
                <a:off x="7241870" y="53317"/>
                <a:ext cx="1496880" cy="432000"/>
              </a:xfrm>
              <a:prstGeom prst="rect">
                <a:avLst/>
              </a:prstGeom>
            </p:spPr>
          </p:pic>
        </mc:Fallback>
      </mc:AlternateContent>
      <mc:AlternateContent xmlns:mc="http://schemas.openxmlformats.org/markup-compatibility/2006">
        <mc:Choice xmlns:p14="http://schemas.microsoft.com/office/powerpoint/2010/main" Requires="p14">
          <p:contentPart p14:bwMode="auto" r:id="rId279">
            <p14:nvContentPartPr>
              <p14:cNvPr id="156" name="Ink 155">
                <a:extLst>
                  <a:ext uri="{FF2B5EF4-FFF2-40B4-BE49-F238E27FC236}">
                    <a16:creationId xmlns:a16="http://schemas.microsoft.com/office/drawing/2014/main" id="{21CCCD96-A93F-6DA0-401C-5CEE8DB75E4C}"/>
                  </a:ext>
                </a:extLst>
              </p14:cNvPr>
              <p14:cNvContentPartPr/>
              <p14:nvPr/>
            </p14:nvContentPartPr>
            <p14:xfrm>
              <a:off x="9118190" y="250957"/>
              <a:ext cx="1995840" cy="82800"/>
            </p14:xfrm>
          </p:contentPart>
        </mc:Choice>
        <mc:Fallback>
          <p:pic>
            <p:nvPicPr>
              <p:cNvPr id="156" name="Ink 155">
                <a:extLst>
                  <a:ext uri="{FF2B5EF4-FFF2-40B4-BE49-F238E27FC236}">
                    <a16:creationId xmlns:a16="http://schemas.microsoft.com/office/drawing/2014/main" id="{21CCCD96-A93F-6DA0-401C-5CEE8DB75E4C}"/>
                  </a:ext>
                </a:extLst>
              </p:cNvPr>
              <p:cNvPicPr/>
              <p:nvPr/>
            </p:nvPicPr>
            <p:blipFill>
              <a:blip r:embed="rId280"/>
              <a:stretch>
                <a:fillRect/>
              </a:stretch>
            </p:blipFill>
            <p:spPr>
              <a:xfrm>
                <a:off x="9064190" y="142957"/>
                <a:ext cx="2103480" cy="298440"/>
              </a:xfrm>
              <a:prstGeom prst="rect">
                <a:avLst/>
              </a:prstGeom>
            </p:spPr>
          </p:pic>
        </mc:Fallback>
      </mc:AlternateContent>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2700" rIns="0" bIns="0" rtlCol="0">
            <a:spAutoFit/>
          </a:bodyPr>
          <a:lstStyle/>
          <a:p>
            <a:pPr marL="24765">
              <a:lnSpc>
                <a:spcPct val="100000"/>
              </a:lnSpc>
              <a:spcBef>
                <a:spcPts val="100"/>
              </a:spcBef>
            </a:pPr>
            <a:r>
              <a:rPr dirty="0"/>
              <a:t>Shot</a:t>
            </a:r>
            <a:r>
              <a:rPr spc="155" dirty="0"/>
              <a:t> </a:t>
            </a:r>
            <a:r>
              <a:rPr spc="-10" dirty="0"/>
              <a:t>Noise</a:t>
            </a:r>
          </a:p>
        </p:txBody>
      </p:sp>
      <p:sp>
        <p:nvSpPr>
          <p:cNvPr id="3" name="object 3"/>
          <p:cNvSpPr txBox="1"/>
          <p:nvPr/>
        </p:nvSpPr>
        <p:spPr>
          <a:xfrm>
            <a:off x="1145463" y="1238310"/>
            <a:ext cx="9915525" cy="4140200"/>
          </a:xfrm>
          <a:prstGeom prst="rect">
            <a:avLst/>
          </a:prstGeom>
        </p:spPr>
        <p:txBody>
          <a:bodyPr vert="horz" wrap="square" lIns="0" tIns="12700" rIns="0" bIns="0" rtlCol="0">
            <a:spAutoFit/>
          </a:bodyPr>
          <a:lstStyle/>
          <a:p>
            <a:pPr marL="91440" indent="-88900">
              <a:lnSpc>
                <a:spcPct val="100000"/>
              </a:lnSpc>
              <a:spcBef>
                <a:spcPts val="100"/>
              </a:spcBef>
              <a:buSzPct val="94444"/>
              <a:buFont typeface="Arial"/>
              <a:buChar char="•"/>
              <a:tabLst>
                <a:tab pos="91440" algn="l"/>
              </a:tabLst>
            </a:pPr>
            <a:r>
              <a:rPr sz="1800" b="1" dirty="0">
                <a:latin typeface="Arial"/>
                <a:cs typeface="Arial"/>
              </a:rPr>
              <a:t>Proportional</a:t>
            </a:r>
            <a:r>
              <a:rPr sz="1800" b="1" spc="-70" dirty="0">
                <a:latin typeface="Arial"/>
                <a:cs typeface="Arial"/>
              </a:rPr>
              <a:t> </a:t>
            </a:r>
            <a:r>
              <a:rPr sz="1800" b="1" dirty="0">
                <a:latin typeface="Arial"/>
                <a:cs typeface="Arial"/>
              </a:rPr>
              <a:t>to</a:t>
            </a:r>
            <a:r>
              <a:rPr sz="1800" b="1" spc="-45" dirty="0">
                <a:latin typeface="Arial"/>
                <a:cs typeface="Arial"/>
              </a:rPr>
              <a:t> </a:t>
            </a:r>
            <a:r>
              <a:rPr sz="1800" b="1" spc="-10" dirty="0">
                <a:latin typeface="Arial"/>
                <a:cs typeface="Arial"/>
              </a:rPr>
              <a:t>Current:</a:t>
            </a:r>
            <a:endParaRPr sz="1800">
              <a:latin typeface="Arial"/>
              <a:cs typeface="Arial"/>
            </a:endParaRPr>
          </a:p>
          <a:p>
            <a:pPr marL="12700" marR="5080">
              <a:lnSpc>
                <a:spcPct val="100000"/>
              </a:lnSpc>
            </a:pPr>
            <a:r>
              <a:rPr sz="1800" dirty="0">
                <a:latin typeface="Arial"/>
                <a:cs typeface="Arial"/>
              </a:rPr>
              <a:t>Shot</a:t>
            </a:r>
            <a:r>
              <a:rPr sz="1800" spc="-35" dirty="0">
                <a:latin typeface="Arial"/>
                <a:cs typeface="Arial"/>
              </a:rPr>
              <a:t> </a:t>
            </a:r>
            <a:r>
              <a:rPr sz="1800" dirty="0">
                <a:latin typeface="Arial"/>
                <a:cs typeface="Arial"/>
              </a:rPr>
              <a:t>noise</a:t>
            </a:r>
            <a:r>
              <a:rPr sz="1800" spc="-25" dirty="0">
                <a:latin typeface="Arial"/>
                <a:cs typeface="Arial"/>
              </a:rPr>
              <a:t> </a:t>
            </a:r>
            <a:r>
              <a:rPr sz="1800" dirty="0">
                <a:latin typeface="Arial"/>
                <a:cs typeface="Arial"/>
              </a:rPr>
              <a:t>increases</a:t>
            </a:r>
            <a:r>
              <a:rPr sz="1800" spc="-20" dirty="0">
                <a:latin typeface="Arial"/>
                <a:cs typeface="Arial"/>
              </a:rPr>
              <a:t> </a:t>
            </a:r>
            <a:r>
              <a:rPr sz="1800" dirty="0">
                <a:latin typeface="Arial"/>
                <a:cs typeface="Arial"/>
              </a:rPr>
              <a:t>linearly</a:t>
            </a:r>
            <a:r>
              <a:rPr sz="1800" spc="-10" dirty="0">
                <a:latin typeface="Arial"/>
                <a:cs typeface="Arial"/>
              </a:rPr>
              <a:t> </a:t>
            </a:r>
            <a:r>
              <a:rPr sz="1800" dirty="0">
                <a:latin typeface="Arial"/>
                <a:cs typeface="Arial"/>
              </a:rPr>
              <a:t>with</a:t>
            </a:r>
            <a:r>
              <a:rPr sz="1800" spc="-10" dirty="0">
                <a:latin typeface="Arial"/>
                <a:cs typeface="Arial"/>
              </a:rPr>
              <a:t> </a:t>
            </a:r>
            <a:r>
              <a:rPr sz="1800" dirty="0">
                <a:latin typeface="Arial"/>
                <a:cs typeface="Arial"/>
              </a:rPr>
              <a:t>the</a:t>
            </a:r>
            <a:r>
              <a:rPr sz="1800" spc="-40" dirty="0">
                <a:latin typeface="Arial"/>
                <a:cs typeface="Arial"/>
              </a:rPr>
              <a:t> </a:t>
            </a:r>
            <a:r>
              <a:rPr sz="1800" dirty="0">
                <a:latin typeface="Arial"/>
                <a:cs typeface="Arial"/>
              </a:rPr>
              <a:t>current</a:t>
            </a:r>
            <a:r>
              <a:rPr sz="1800" spc="-15" dirty="0">
                <a:latin typeface="Arial"/>
                <a:cs typeface="Arial"/>
              </a:rPr>
              <a:t> </a:t>
            </a:r>
            <a:r>
              <a:rPr sz="1800" dirty="0">
                <a:latin typeface="Arial"/>
                <a:cs typeface="Arial"/>
              </a:rPr>
              <a:t>III.</a:t>
            </a:r>
            <a:r>
              <a:rPr sz="1800" spc="-55" dirty="0">
                <a:latin typeface="Arial"/>
                <a:cs typeface="Arial"/>
              </a:rPr>
              <a:t> </a:t>
            </a:r>
            <a:r>
              <a:rPr sz="1800" dirty="0">
                <a:latin typeface="Arial"/>
                <a:cs typeface="Arial"/>
              </a:rPr>
              <a:t>Systems</a:t>
            </a:r>
            <a:r>
              <a:rPr sz="1800" spc="-10" dirty="0">
                <a:latin typeface="Arial"/>
                <a:cs typeface="Arial"/>
              </a:rPr>
              <a:t> </a:t>
            </a:r>
            <a:r>
              <a:rPr sz="1800" dirty="0">
                <a:latin typeface="Arial"/>
                <a:cs typeface="Arial"/>
              </a:rPr>
              <a:t>with</a:t>
            </a:r>
            <a:r>
              <a:rPr sz="1800" spc="-5" dirty="0">
                <a:latin typeface="Arial"/>
                <a:cs typeface="Arial"/>
              </a:rPr>
              <a:t> </a:t>
            </a:r>
            <a:r>
              <a:rPr sz="1800" dirty="0">
                <a:latin typeface="Arial"/>
                <a:cs typeface="Arial"/>
              </a:rPr>
              <a:t>higher</a:t>
            </a:r>
            <a:r>
              <a:rPr sz="1800" spc="-25" dirty="0">
                <a:latin typeface="Arial"/>
                <a:cs typeface="Arial"/>
              </a:rPr>
              <a:t> </a:t>
            </a:r>
            <a:r>
              <a:rPr sz="1800" dirty="0">
                <a:latin typeface="Arial"/>
                <a:cs typeface="Arial"/>
              </a:rPr>
              <a:t>currents</a:t>
            </a:r>
            <a:r>
              <a:rPr sz="1800" spc="-20" dirty="0">
                <a:latin typeface="Arial"/>
                <a:cs typeface="Arial"/>
              </a:rPr>
              <a:t> </a:t>
            </a:r>
            <a:r>
              <a:rPr sz="1800" dirty="0">
                <a:latin typeface="Arial"/>
                <a:cs typeface="Arial"/>
              </a:rPr>
              <a:t>generate</a:t>
            </a:r>
            <a:r>
              <a:rPr sz="1800" spc="-25" dirty="0">
                <a:latin typeface="Arial"/>
                <a:cs typeface="Arial"/>
              </a:rPr>
              <a:t> </a:t>
            </a:r>
            <a:r>
              <a:rPr sz="1800" dirty="0">
                <a:latin typeface="Arial"/>
                <a:cs typeface="Arial"/>
              </a:rPr>
              <a:t>more</a:t>
            </a:r>
            <a:r>
              <a:rPr sz="1800" spc="-40" dirty="0">
                <a:latin typeface="Arial"/>
                <a:cs typeface="Arial"/>
              </a:rPr>
              <a:t> </a:t>
            </a:r>
            <a:r>
              <a:rPr sz="1800" spc="-20" dirty="0">
                <a:latin typeface="Arial"/>
                <a:cs typeface="Arial"/>
              </a:rPr>
              <a:t>shot </a:t>
            </a:r>
            <a:r>
              <a:rPr sz="1800" spc="-10" dirty="0">
                <a:latin typeface="Arial"/>
                <a:cs typeface="Arial"/>
              </a:rPr>
              <a:t>noise.</a:t>
            </a:r>
            <a:endParaRPr sz="1800">
              <a:latin typeface="Arial"/>
              <a:cs typeface="Arial"/>
            </a:endParaRPr>
          </a:p>
          <a:p>
            <a:pPr>
              <a:lnSpc>
                <a:spcPct val="100000"/>
              </a:lnSpc>
              <a:spcBef>
                <a:spcPts val="90"/>
              </a:spcBef>
            </a:pPr>
            <a:endParaRPr sz="1800">
              <a:latin typeface="Arial"/>
              <a:cs typeface="Arial"/>
            </a:endParaRPr>
          </a:p>
          <a:p>
            <a:pPr marL="91440" indent="-88900">
              <a:lnSpc>
                <a:spcPct val="100000"/>
              </a:lnSpc>
              <a:buSzPct val="94444"/>
              <a:buFont typeface="Arial"/>
              <a:buChar char="•"/>
              <a:tabLst>
                <a:tab pos="91440" algn="l"/>
              </a:tabLst>
            </a:pPr>
            <a:r>
              <a:rPr sz="1800" b="1" dirty="0">
                <a:latin typeface="Arial"/>
                <a:cs typeface="Arial"/>
              </a:rPr>
              <a:t>Statistical</a:t>
            </a:r>
            <a:r>
              <a:rPr sz="1800" b="1" spc="-50" dirty="0">
                <a:latin typeface="Arial"/>
                <a:cs typeface="Arial"/>
              </a:rPr>
              <a:t> </a:t>
            </a:r>
            <a:r>
              <a:rPr sz="1800" b="1" spc="-10" dirty="0">
                <a:latin typeface="Arial"/>
                <a:cs typeface="Arial"/>
              </a:rPr>
              <a:t>Nature:</a:t>
            </a:r>
            <a:endParaRPr sz="1800">
              <a:latin typeface="Arial"/>
              <a:cs typeface="Arial"/>
            </a:endParaRPr>
          </a:p>
          <a:p>
            <a:pPr marL="12700" marR="219710">
              <a:lnSpc>
                <a:spcPct val="100000"/>
              </a:lnSpc>
            </a:pPr>
            <a:r>
              <a:rPr sz="1800" dirty="0">
                <a:latin typeface="Arial"/>
                <a:cs typeface="Arial"/>
              </a:rPr>
              <a:t>Shot</a:t>
            </a:r>
            <a:r>
              <a:rPr sz="1800" spc="-30" dirty="0">
                <a:latin typeface="Arial"/>
                <a:cs typeface="Arial"/>
              </a:rPr>
              <a:t> </a:t>
            </a:r>
            <a:r>
              <a:rPr sz="1800" dirty="0">
                <a:latin typeface="Arial"/>
                <a:cs typeface="Arial"/>
              </a:rPr>
              <a:t>noise</a:t>
            </a:r>
            <a:r>
              <a:rPr sz="1800" spc="-20" dirty="0">
                <a:latin typeface="Arial"/>
                <a:cs typeface="Arial"/>
              </a:rPr>
              <a:t> </a:t>
            </a:r>
            <a:r>
              <a:rPr sz="1800" dirty="0">
                <a:latin typeface="Arial"/>
                <a:cs typeface="Arial"/>
              </a:rPr>
              <a:t>is</a:t>
            </a:r>
            <a:r>
              <a:rPr sz="1800" spc="-35" dirty="0">
                <a:latin typeface="Arial"/>
                <a:cs typeface="Arial"/>
              </a:rPr>
              <a:t> </a:t>
            </a:r>
            <a:r>
              <a:rPr sz="1800" dirty="0">
                <a:latin typeface="Arial"/>
                <a:cs typeface="Arial"/>
              </a:rPr>
              <a:t>inherently</a:t>
            </a:r>
            <a:r>
              <a:rPr sz="1800" spc="-5" dirty="0">
                <a:latin typeface="Arial"/>
                <a:cs typeface="Arial"/>
              </a:rPr>
              <a:t> </a:t>
            </a:r>
            <a:r>
              <a:rPr sz="1800" dirty="0">
                <a:latin typeface="Arial"/>
                <a:cs typeface="Arial"/>
              </a:rPr>
              <a:t>random</a:t>
            </a:r>
            <a:r>
              <a:rPr sz="1800" spc="-20" dirty="0">
                <a:latin typeface="Arial"/>
                <a:cs typeface="Arial"/>
              </a:rPr>
              <a:t> </a:t>
            </a:r>
            <a:r>
              <a:rPr sz="1800" dirty="0">
                <a:latin typeface="Arial"/>
                <a:cs typeface="Arial"/>
              </a:rPr>
              <a:t>and</a:t>
            </a:r>
            <a:r>
              <a:rPr sz="1800" spc="-35" dirty="0">
                <a:latin typeface="Arial"/>
                <a:cs typeface="Arial"/>
              </a:rPr>
              <a:t> </a:t>
            </a:r>
            <a:r>
              <a:rPr sz="1800" dirty="0">
                <a:latin typeface="Arial"/>
                <a:cs typeface="Arial"/>
              </a:rPr>
              <a:t>follows</a:t>
            </a:r>
            <a:r>
              <a:rPr sz="1800" spc="15" dirty="0">
                <a:latin typeface="Arial"/>
                <a:cs typeface="Arial"/>
              </a:rPr>
              <a:t> </a:t>
            </a:r>
            <a:r>
              <a:rPr sz="1800" dirty="0">
                <a:latin typeface="Arial"/>
                <a:cs typeface="Arial"/>
              </a:rPr>
              <a:t>a</a:t>
            </a:r>
            <a:r>
              <a:rPr sz="1800" spc="-35" dirty="0">
                <a:latin typeface="Arial"/>
                <a:cs typeface="Arial"/>
              </a:rPr>
              <a:t> </a:t>
            </a:r>
            <a:r>
              <a:rPr sz="1800" dirty="0">
                <a:latin typeface="Arial"/>
                <a:cs typeface="Arial"/>
              </a:rPr>
              <a:t>Poisson</a:t>
            </a:r>
            <a:r>
              <a:rPr sz="1800" spc="-25" dirty="0">
                <a:latin typeface="Arial"/>
                <a:cs typeface="Arial"/>
              </a:rPr>
              <a:t> </a:t>
            </a:r>
            <a:r>
              <a:rPr sz="1800" dirty="0">
                <a:latin typeface="Arial"/>
                <a:cs typeface="Arial"/>
              </a:rPr>
              <a:t>distribution</a:t>
            </a:r>
            <a:r>
              <a:rPr sz="1800" spc="-10" dirty="0">
                <a:latin typeface="Arial"/>
                <a:cs typeface="Arial"/>
              </a:rPr>
              <a:t> </a:t>
            </a:r>
            <a:r>
              <a:rPr sz="1800" dirty="0">
                <a:latin typeface="Arial"/>
                <a:cs typeface="Arial"/>
              </a:rPr>
              <a:t>because</a:t>
            </a:r>
            <a:r>
              <a:rPr sz="1800" spc="-25" dirty="0">
                <a:latin typeface="Arial"/>
                <a:cs typeface="Arial"/>
              </a:rPr>
              <a:t> </a:t>
            </a:r>
            <a:r>
              <a:rPr sz="1800" dirty="0">
                <a:latin typeface="Arial"/>
                <a:cs typeface="Arial"/>
              </a:rPr>
              <a:t>it</a:t>
            </a:r>
            <a:r>
              <a:rPr sz="1800" spc="-25" dirty="0">
                <a:latin typeface="Arial"/>
                <a:cs typeface="Arial"/>
              </a:rPr>
              <a:t> </a:t>
            </a:r>
            <a:r>
              <a:rPr sz="1800" dirty="0">
                <a:latin typeface="Arial"/>
                <a:cs typeface="Arial"/>
              </a:rPr>
              <a:t>is</a:t>
            </a:r>
            <a:r>
              <a:rPr sz="1800" spc="-30" dirty="0">
                <a:latin typeface="Arial"/>
                <a:cs typeface="Arial"/>
              </a:rPr>
              <a:t> </a:t>
            </a:r>
            <a:r>
              <a:rPr sz="1800" dirty="0">
                <a:latin typeface="Arial"/>
                <a:cs typeface="Arial"/>
              </a:rPr>
              <a:t>governed</a:t>
            </a:r>
            <a:r>
              <a:rPr sz="1800" spc="-15" dirty="0">
                <a:latin typeface="Arial"/>
                <a:cs typeface="Arial"/>
              </a:rPr>
              <a:t> </a:t>
            </a:r>
            <a:r>
              <a:rPr sz="1800" dirty="0">
                <a:latin typeface="Arial"/>
                <a:cs typeface="Arial"/>
              </a:rPr>
              <a:t>by</a:t>
            </a:r>
            <a:r>
              <a:rPr sz="1800" spc="-30" dirty="0">
                <a:latin typeface="Arial"/>
                <a:cs typeface="Arial"/>
              </a:rPr>
              <a:t> </a:t>
            </a:r>
            <a:r>
              <a:rPr sz="1800" spc="-25" dirty="0">
                <a:latin typeface="Arial"/>
                <a:cs typeface="Arial"/>
              </a:rPr>
              <a:t>the </a:t>
            </a:r>
            <a:r>
              <a:rPr sz="1800" dirty="0">
                <a:latin typeface="Arial"/>
                <a:cs typeface="Arial"/>
              </a:rPr>
              <a:t>discrete</a:t>
            </a:r>
            <a:r>
              <a:rPr sz="1800" spc="-40" dirty="0">
                <a:latin typeface="Arial"/>
                <a:cs typeface="Arial"/>
              </a:rPr>
              <a:t> </a:t>
            </a:r>
            <a:r>
              <a:rPr sz="1800" dirty="0">
                <a:latin typeface="Arial"/>
                <a:cs typeface="Arial"/>
              </a:rPr>
              <a:t>and</a:t>
            </a:r>
            <a:r>
              <a:rPr sz="1800" spc="-40" dirty="0">
                <a:latin typeface="Arial"/>
                <a:cs typeface="Arial"/>
              </a:rPr>
              <a:t> </a:t>
            </a:r>
            <a:r>
              <a:rPr sz="1800" dirty="0">
                <a:latin typeface="Arial"/>
                <a:cs typeface="Arial"/>
              </a:rPr>
              <a:t>independent arrival</a:t>
            </a:r>
            <a:r>
              <a:rPr sz="1800" spc="-30" dirty="0">
                <a:latin typeface="Arial"/>
                <a:cs typeface="Arial"/>
              </a:rPr>
              <a:t> </a:t>
            </a:r>
            <a:r>
              <a:rPr sz="1800" dirty="0">
                <a:latin typeface="Arial"/>
                <a:cs typeface="Arial"/>
              </a:rPr>
              <a:t>of</a:t>
            </a:r>
            <a:r>
              <a:rPr sz="1800" spc="-30" dirty="0">
                <a:latin typeface="Arial"/>
                <a:cs typeface="Arial"/>
              </a:rPr>
              <a:t> </a:t>
            </a:r>
            <a:r>
              <a:rPr sz="1800" dirty="0">
                <a:latin typeface="Arial"/>
                <a:cs typeface="Arial"/>
              </a:rPr>
              <a:t>charge</a:t>
            </a:r>
            <a:r>
              <a:rPr sz="1800" spc="-25" dirty="0">
                <a:latin typeface="Arial"/>
                <a:cs typeface="Arial"/>
              </a:rPr>
              <a:t> </a:t>
            </a:r>
            <a:r>
              <a:rPr sz="1800" spc="-10" dirty="0">
                <a:latin typeface="Arial"/>
                <a:cs typeface="Arial"/>
              </a:rPr>
              <a:t>carriers.</a:t>
            </a:r>
            <a:endParaRPr sz="1800">
              <a:latin typeface="Arial"/>
              <a:cs typeface="Arial"/>
            </a:endParaRPr>
          </a:p>
          <a:p>
            <a:pPr>
              <a:lnSpc>
                <a:spcPct val="100000"/>
              </a:lnSpc>
              <a:spcBef>
                <a:spcPts val="90"/>
              </a:spcBef>
            </a:pPr>
            <a:endParaRPr sz="1800">
              <a:latin typeface="Arial"/>
              <a:cs typeface="Arial"/>
            </a:endParaRPr>
          </a:p>
          <a:p>
            <a:pPr marL="91440" indent="-88900">
              <a:lnSpc>
                <a:spcPct val="100000"/>
              </a:lnSpc>
              <a:buSzPct val="94444"/>
              <a:buFont typeface="Arial"/>
              <a:buChar char="•"/>
              <a:tabLst>
                <a:tab pos="91440" algn="l"/>
              </a:tabLst>
            </a:pPr>
            <a:r>
              <a:rPr sz="1800" b="1" dirty="0">
                <a:latin typeface="Arial"/>
                <a:cs typeface="Arial"/>
              </a:rPr>
              <a:t>Independence</a:t>
            </a:r>
            <a:r>
              <a:rPr sz="1800" b="1" spc="-75" dirty="0">
                <a:latin typeface="Arial"/>
                <a:cs typeface="Arial"/>
              </a:rPr>
              <a:t> </a:t>
            </a:r>
            <a:r>
              <a:rPr sz="1800" b="1" dirty="0">
                <a:latin typeface="Arial"/>
                <a:cs typeface="Arial"/>
              </a:rPr>
              <a:t>from</a:t>
            </a:r>
            <a:r>
              <a:rPr sz="1800" b="1" spc="-65" dirty="0">
                <a:latin typeface="Arial"/>
                <a:cs typeface="Arial"/>
              </a:rPr>
              <a:t> </a:t>
            </a:r>
            <a:r>
              <a:rPr sz="1800" b="1" spc="-10" dirty="0">
                <a:latin typeface="Arial"/>
                <a:cs typeface="Arial"/>
              </a:rPr>
              <a:t>Temperature:</a:t>
            </a:r>
            <a:endParaRPr sz="1800">
              <a:latin typeface="Arial"/>
              <a:cs typeface="Arial"/>
            </a:endParaRPr>
          </a:p>
          <a:p>
            <a:pPr marL="12700" marR="789940">
              <a:lnSpc>
                <a:spcPct val="100000"/>
              </a:lnSpc>
            </a:pPr>
            <a:r>
              <a:rPr sz="1800" dirty="0">
                <a:latin typeface="Arial"/>
                <a:cs typeface="Arial"/>
              </a:rPr>
              <a:t>Unlike</a:t>
            </a:r>
            <a:r>
              <a:rPr sz="1800" spc="-35" dirty="0">
                <a:latin typeface="Arial"/>
                <a:cs typeface="Arial"/>
              </a:rPr>
              <a:t> </a:t>
            </a:r>
            <a:r>
              <a:rPr sz="1800" dirty="0">
                <a:latin typeface="Arial"/>
                <a:cs typeface="Arial"/>
              </a:rPr>
              <a:t>thermal</a:t>
            </a:r>
            <a:r>
              <a:rPr sz="1800" spc="-20" dirty="0">
                <a:latin typeface="Arial"/>
                <a:cs typeface="Arial"/>
              </a:rPr>
              <a:t> </a:t>
            </a:r>
            <a:r>
              <a:rPr sz="1800" dirty="0">
                <a:latin typeface="Arial"/>
                <a:cs typeface="Arial"/>
              </a:rPr>
              <a:t>noise,</a:t>
            </a:r>
            <a:r>
              <a:rPr sz="1800" spc="-15" dirty="0">
                <a:latin typeface="Arial"/>
                <a:cs typeface="Arial"/>
              </a:rPr>
              <a:t> </a:t>
            </a:r>
            <a:r>
              <a:rPr sz="1800" dirty="0">
                <a:latin typeface="Arial"/>
                <a:cs typeface="Arial"/>
              </a:rPr>
              <a:t>shot</a:t>
            </a:r>
            <a:r>
              <a:rPr sz="1800" spc="-25" dirty="0">
                <a:latin typeface="Arial"/>
                <a:cs typeface="Arial"/>
              </a:rPr>
              <a:t> </a:t>
            </a:r>
            <a:r>
              <a:rPr sz="1800" dirty="0">
                <a:latin typeface="Arial"/>
                <a:cs typeface="Arial"/>
              </a:rPr>
              <a:t>noise</a:t>
            </a:r>
            <a:r>
              <a:rPr sz="1800" spc="-20" dirty="0">
                <a:latin typeface="Arial"/>
                <a:cs typeface="Arial"/>
              </a:rPr>
              <a:t> </a:t>
            </a:r>
            <a:r>
              <a:rPr sz="1800" dirty="0">
                <a:latin typeface="Arial"/>
                <a:cs typeface="Arial"/>
              </a:rPr>
              <a:t>does</a:t>
            </a:r>
            <a:r>
              <a:rPr sz="1800" spc="-35" dirty="0">
                <a:latin typeface="Arial"/>
                <a:cs typeface="Arial"/>
              </a:rPr>
              <a:t> </a:t>
            </a:r>
            <a:r>
              <a:rPr sz="1800" dirty="0">
                <a:latin typeface="Arial"/>
                <a:cs typeface="Arial"/>
              </a:rPr>
              <a:t>not</a:t>
            </a:r>
            <a:r>
              <a:rPr sz="1800" spc="-25" dirty="0">
                <a:latin typeface="Arial"/>
                <a:cs typeface="Arial"/>
              </a:rPr>
              <a:t> </a:t>
            </a:r>
            <a:r>
              <a:rPr sz="1800" dirty="0">
                <a:latin typeface="Arial"/>
                <a:cs typeface="Arial"/>
              </a:rPr>
              <a:t>depend</a:t>
            </a:r>
            <a:r>
              <a:rPr sz="1800" spc="-10" dirty="0">
                <a:latin typeface="Arial"/>
                <a:cs typeface="Arial"/>
              </a:rPr>
              <a:t> </a:t>
            </a:r>
            <a:r>
              <a:rPr sz="1800" dirty="0">
                <a:latin typeface="Arial"/>
                <a:cs typeface="Arial"/>
              </a:rPr>
              <a:t>on</a:t>
            </a:r>
            <a:r>
              <a:rPr sz="1800" spc="-40" dirty="0">
                <a:latin typeface="Arial"/>
                <a:cs typeface="Arial"/>
              </a:rPr>
              <a:t> </a:t>
            </a:r>
            <a:r>
              <a:rPr sz="1800" dirty="0">
                <a:latin typeface="Arial"/>
                <a:cs typeface="Arial"/>
              </a:rPr>
              <a:t>the</a:t>
            </a:r>
            <a:r>
              <a:rPr sz="1800" spc="-35" dirty="0">
                <a:latin typeface="Arial"/>
                <a:cs typeface="Arial"/>
              </a:rPr>
              <a:t> </a:t>
            </a:r>
            <a:r>
              <a:rPr sz="1800" dirty="0">
                <a:latin typeface="Arial"/>
                <a:cs typeface="Arial"/>
              </a:rPr>
              <a:t>ambient</a:t>
            </a:r>
            <a:r>
              <a:rPr sz="1800" spc="-10" dirty="0">
                <a:latin typeface="Arial"/>
                <a:cs typeface="Arial"/>
              </a:rPr>
              <a:t> </a:t>
            </a:r>
            <a:r>
              <a:rPr sz="1800" dirty="0">
                <a:latin typeface="Arial"/>
                <a:cs typeface="Arial"/>
              </a:rPr>
              <a:t>temperature,</a:t>
            </a:r>
            <a:r>
              <a:rPr sz="1800" spc="-15" dirty="0">
                <a:latin typeface="Arial"/>
                <a:cs typeface="Arial"/>
              </a:rPr>
              <a:t> </a:t>
            </a:r>
            <a:r>
              <a:rPr sz="1800" dirty="0">
                <a:latin typeface="Arial"/>
                <a:cs typeface="Arial"/>
              </a:rPr>
              <a:t>making</a:t>
            </a:r>
            <a:r>
              <a:rPr sz="1800" spc="-20" dirty="0">
                <a:latin typeface="Arial"/>
                <a:cs typeface="Arial"/>
              </a:rPr>
              <a:t> </a:t>
            </a:r>
            <a:r>
              <a:rPr sz="1800" dirty="0">
                <a:latin typeface="Arial"/>
                <a:cs typeface="Arial"/>
              </a:rPr>
              <a:t>it</a:t>
            </a:r>
            <a:r>
              <a:rPr sz="1800" spc="-25" dirty="0">
                <a:latin typeface="Arial"/>
                <a:cs typeface="Arial"/>
              </a:rPr>
              <a:t> </a:t>
            </a:r>
            <a:r>
              <a:rPr sz="1800" spc="-50" dirty="0">
                <a:latin typeface="Arial"/>
                <a:cs typeface="Arial"/>
              </a:rPr>
              <a:t>a </a:t>
            </a:r>
            <a:r>
              <a:rPr sz="1800" dirty="0">
                <a:latin typeface="Arial"/>
                <a:cs typeface="Arial"/>
              </a:rPr>
              <a:t>fundamental</a:t>
            </a:r>
            <a:r>
              <a:rPr sz="1800" spc="-30" dirty="0">
                <a:latin typeface="Arial"/>
                <a:cs typeface="Arial"/>
              </a:rPr>
              <a:t> </a:t>
            </a:r>
            <a:r>
              <a:rPr sz="1800" dirty="0">
                <a:latin typeface="Arial"/>
                <a:cs typeface="Arial"/>
              </a:rPr>
              <a:t>noise</a:t>
            </a:r>
            <a:r>
              <a:rPr sz="1800" spc="-35" dirty="0">
                <a:latin typeface="Arial"/>
                <a:cs typeface="Arial"/>
              </a:rPr>
              <a:t> </a:t>
            </a:r>
            <a:r>
              <a:rPr sz="1800" spc="-10" dirty="0">
                <a:latin typeface="Arial"/>
                <a:cs typeface="Arial"/>
              </a:rPr>
              <a:t>source.</a:t>
            </a:r>
            <a:endParaRPr sz="1800">
              <a:latin typeface="Arial"/>
              <a:cs typeface="Arial"/>
            </a:endParaRPr>
          </a:p>
          <a:p>
            <a:pPr>
              <a:lnSpc>
                <a:spcPct val="100000"/>
              </a:lnSpc>
              <a:spcBef>
                <a:spcPts val="90"/>
              </a:spcBef>
            </a:pPr>
            <a:endParaRPr sz="1800">
              <a:latin typeface="Arial"/>
              <a:cs typeface="Arial"/>
            </a:endParaRPr>
          </a:p>
          <a:p>
            <a:pPr marL="91440" indent="-88900">
              <a:lnSpc>
                <a:spcPct val="100000"/>
              </a:lnSpc>
              <a:buSzPct val="94444"/>
              <a:buFont typeface="Arial"/>
              <a:buChar char="•"/>
              <a:tabLst>
                <a:tab pos="91440" algn="l"/>
              </a:tabLst>
            </a:pPr>
            <a:r>
              <a:rPr sz="1800" b="1" dirty="0">
                <a:latin typeface="Arial"/>
                <a:cs typeface="Arial"/>
              </a:rPr>
              <a:t>Quantum</a:t>
            </a:r>
            <a:r>
              <a:rPr sz="1800" b="1" spc="-65" dirty="0">
                <a:latin typeface="Arial"/>
                <a:cs typeface="Arial"/>
              </a:rPr>
              <a:t> </a:t>
            </a:r>
            <a:r>
              <a:rPr sz="1800" b="1" spc="-10" dirty="0">
                <a:latin typeface="Arial"/>
                <a:cs typeface="Arial"/>
              </a:rPr>
              <a:t>Nature:</a:t>
            </a:r>
            <a:endParaRPr sz="1800">
              <a:latin typeface="Arial"/>
              <a:cs typeface="Arial"/>
            </a:endParaRPr>
          </a:p>
          <a:p>
            <a:pPr marL="12700" marR="412115">
              <a:lnSpc>
                <a:spcPct val="100000"/>
              </a:lnSpc>
            </a:pPr>
            <a:r>
              <a:rPr sz="1800" dirty="0">
                <a:latin typeface="Arial"/>
                <a:cs typeface="Arial"/>
              </a:rPr>
              <a:t>Shot</a:t>
            </a:r>
            <a:r>
              <a:rPr sz="1800" spc="-25" dirty="0">
                <a:latin typeface="Arial"/>
                <a:cs typeface="Arial"/>
              </a:rPr>
              <a:t> </a:t>
            </a:r>
            <a:r>
              <a:rPr sz="1800" dirty="0">
                <a:latin typeface="Arial"/>
                <a:cs typeface="Arial"/>
              </a:rPr>
              <a:t>noise</a:t>
            </a:r>
            <a:r>
              <a:rPr sz="1800" spc="-20" dirty="0">
                <a:latin typeface="Arial"/>
                <a:cs typeface="Arial"/>
              </a:rPr>
              <a:t> </a:t>
            </a:r>
            <a:r>
              <a:rPr sz="1800" dirty="0">
                <a:latin typeface="Arial"/>
                <a:cs typeface="Arial"/>
              </a:rPr>
              <a:t>is</a:t>
            </a:r>
            <a:r>
              <a:rPr sz="1800" spc="-30" dirty="0">
                <a:latin typeface="Arial"/>
                <a:cs typeface="Arial"/>
              </a:rPr>
              <a:t> </a:t>
            </a:r>
            <a:r>
              <a:rPr sz="1800" dirty="0">
                <a:latin typeface="Arial"/>
                <a:cs typeface="Arial"/>
              </a:rPr>
              <a:t>a</a:t>
            </a:r>
            <a:r>
              <a:rPr sz="1800" spc="-35" dirty="0">
                <a:latin typeface="Arial"/>
                <a:cs typeface="Arial"/>
              </a:rPr>
              <a:t> </a:t>
            </a:r>
            <a:r>
              <a:rPr sz="1800" dirty="0">
                <a:latin typeface="Arial"/>
                <a:cs typeface="Arial"/>
              </a:rPr>
              <a:t>direct</a:t>
            </a:r>
            <a:r>
              <a:rPr sz="1800" spc="-25" dirty="0">
                <a:latin typeface="Arial"/>
                <a:cs typeface="Arial"/>
              </a:rPr>
              <a:t> </a:t>
            </a:r>
            <a:r>
              <a:rPr sz="1800" dirty="0">
                <a:latin typeface="Arial"/>
                <a:cs typeface="Arial"/>
              </a:rPr>
              <a:t>consequence of</a:t>
            </a:r>
            <a:r>
              <a:rPr sz="1800" spc="-35" dirty="0">
                <a:latin typeface="Arial"/>
                <a:cs typeface="Arial"/>
              </a:rPr>
              <a:t> </a:t>
            </a:r>
            <a:r>
              <a:rPr sz="1800" dirty="0">
                <a:latin typeface="Arial"/>
                <a:cs typeface="Arial"/>
              </a:rPr>
              <a:t>the</a:t>
            </a:r>
            <a:r>
              <a:rPr sz="1800" spc="-35" dirty="0">
                <a:latin typeface="Arial"/>
                <a:cs typeface="Arial"/>
              </a:rPr>
              <a:t> </a:t>
            </a:r>
            <a:r>
              <a:rPr sz="1800" dirty="0">
                <a:latin typeface="Arial"/>
                <a:cs typeface="Arial"/>
              </a:rPr>
              <a:t>quantized</a:t>
            </a:r>
            <a:r>
              <a:rPr sz="1800" spc="-10" dirty="0">
                <a:latin typeface="Arial"/>
                <a:cs typeface="Arial"/>
              </a:rPr>
              <a:t> </a:t>
            </a:r>
            <a:r>
              <a:rPr sz="1800" dirty="0">
                <a:latin typeface="Arial"/>
                <a:cs typeface="Arial"/>
              </a:rPr>
              <a:t>nature</a:t>
            </a:r>
            <a:r>
              <a:rPr sz="1800" spc="-20" dirty="0">
                <a:latin typeface="Arial"/>
                <a:cs typeface="Arial"/>
              </a:rPr>
              <a:t> </a:t>
            </a:r>
            <a:r>
              <a:rPr sz="1800" dirty="0">
                <a:latin typeface="Arial"/>
                <a:cs typeface="Arial"/>
              </a:rPr>
              <a:t>of</a:t>
            </a:r>
            <a:r>
              <a:rPr sz="1800" spc="-35" dirty="0">
                <a:latin typeface="Arial"/>
                <a:cs typeface="Arial"/>
              </a:rPr>
              <a:t> </a:t>
            </a:r>
            <a:r>
              <a:rPr sz="1800" dirty="0">
                <a:latin typeface="Arial"/>
                <a:cs typeface="Arial"/>
              </a:rPr>
              <a:t>charge,</a:t>
            </a:r>
            <a:r>
              <a:rPr sz="1800" spc="-15" dirty="0">
                <a:latin typeface="Arial"/>
                <a:cs typeface="Arial"/>
              </a:rPr>
              <a:t> </a:t>
            </a:r>
            <a:r>
              <a:rPr sz="1800" dirty="0">
                <a:latin typeface="Arial"/>
                <a:cs typeface="Arial"/>
              </a:rPr>
              <a:t>highlighting its</a:t>
            </a:r>
            <a:r>
              <a:rPr sz="1800" spc="-30" dirty="0">
                <a:latin typeface="Arial"/>
                <a:cs typeface="Arial"/>
              </a:rPr>
              <a:t> </a:t>
            </a:r>
            <a:r>
              <a:rPr sz="1800" spc="-10" dirty="0">
                <a:latin typeface="Arial"/>
                <a:cs typeface="Arial"/>
              </a:rPr>
              <a:t>quantum </a:t>
            </a:r>
            <a:r>
              <a:rPr sz="1800" dirty="0">
                <a:latin typeface="Arial"/>
                <a:cs typeface="Arial"/>
              </a:rPr>
              <a:t>mechanical</a:t>
            </a:r>
            <a:r>
              <a:rPr sz="1800" spc="-50" dirty="0">
                <a:latin typeface="Arial"/>
                <a:cs typeface="Arial"/>
              </a:rPr>
              <a:t> </a:t>
            </a:r>
            <a:r>
              <a:rPr sz="1800" spc="-10" dirty="0">
                <a:latin typeface="Arial"/>
                <a:cs typeface="Arial"/>
              </a:rPr>
              <a:t>origin.</a:t>
            </a:r>
            <a:endParaRPr sz="1800">
              <a:latin typeface="Arial"/>
              <a:cs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2700" rIns="0" bIns="0" rtlCol="0">
            <a:spAutoFit/>
          </a:bodyPr>
          <a:lstStyle/>
          <a:p>
            <a:pPr marL="24765">
              <a:lnSpc>
                <a:spcPct val="100000"/>
              </a:lnSpc>
              <a:spcBef>
                <a:spcPts val="100"/>
              </a:spcBef>
            </a:pPr>
            <a:r>
              <a:rPr dirty="0"/>
              <a:t>Flicker</a:t>
            </a:r>
            <a:r>
              <a:rPr spc="250" dirty="0"/>
              <a:t> </a:t>
            </a:r>
            <a:r>
              <a:rPr spc="-20" dirty="0"/>
              <a:t>Noise</a:t>
            </a:r>
          </a:p>
        </p:txBody>
      </p:sp>
      <p:sp>
        <p:nvSpPr>
          <p:cNvPr id="3" name="object 3"/>
          <p:cNvSpPr txBox="1"/>
          <p:nvPr/>
        </p:nvSpPr>
        <p:spPr>
          <a:xfrm>
            <a:off x="109219" y="762000"/>
            <a:ext cx="10439400" cy="4335161"/>
          </a:xfrm>
          <a:prstGeom prst="rect">
            <a:avLst/>
          </a:prstGeom>
        </p:spPr>
        <p:txBody>
          <a:bodyPr vert="horz" wrap="square" lIns="0" tIns="13335" rIns="0" bIns="0" rtlCol="0">
            <a:spAutoFit/>
          </a:bodyPr>
          <a:lstStyle/>
          <a:p>
            <a:pPr marL="50800">
              <a:lnSpc>
                <a:spcPct val="100000"/>
              </a:lnSpc>
              <a:spcBef>
                <a:spcPts val="105"/>
              </a:spcBef>
            </a:pPr>
            <a:r>
              <a:rPr sz="2000" b="1" spc="-10" dirty="0">
                <a:latin typeface="Arial"/>
                <a:cs typeface="Arial"/>
              </a:rPr>
              <a:t>Definition:</a:t>
            </a:r>
            <a:endParaRPr sz="2000" dirty="0">
              <a:latin typeface="Arial"/>
              <a:cs typeface="Arial"/>
            </a:endParaRPr>
          </a:p>
          <a:p>
            <a:pPr marL="50800" marR="58419">
              <a:lnSpc>
                <a:spcPct val="100000"/>
              </a:lnSpc>
            </a:pPr>
            <a:r>
              <a:rPr sz="2000" dirty="0">
                <a:latin typeface="Arial"/>
                <a:cs typeface="Arial"/>
              </a:rPr>
              <a:t>Flicker</a:t>
            </a:r>
            <a:r>
              <a:rPr sz="2000" spc="-40" dirty="0">
                <a:latin typeface="Arial"/>
                <a:cs typeface="Arial"/>
              </a:rPr>
              <a:t> </a:t>
            </a:r>
            <a:r>
              <a:rPr sz="2000" dirty="0">
                <a:latin typeface="Arial"/>
                <a:cs typeface="Arial"/>
              </a:rPr>
              <a:t>noise,</a:t>
            </a:r>
            <a:r>
              <a:rPr sz="2000" spc="-40" dirty="0">
                <a:latin typeface="Arial"/>
                <a:cs typeface="Arial"/>
              </a:rPr>
              <a:t> </a:t>
            </a:r>
            <a:r>
              <a:rPr sz="2000" dirty="0">
                <a:latin typeface="Arial"/>
                <a:cs typeface="Arial"/>
              </a:rPr>
              <a:t>also</a:t>
            </a:r>
            <a:r>
              <a:rPr sz="2000" spc="-30" dirty="0">
                <a:latin typeface="Arial"/>
                <a:cs typeface="Arial"/>
              </a:rPr>
              <a:t> </a:t>
            </a:r>
            <a:r>
              <a:rPr sz="2000" dirty="0">
                <a:latin typeface="Arial"/>
                <a:cs typeface="Arial"/>
              </a:rPr>
              <a:t>known</a:t>
            </a:r>
            <a:r>
              <a:rPr sz="2000" spc="-45" dirty="0">
                <a:latin typeface="Arial"/>
                <a:cs typeface="Arial"/>
              </a:rPr>
              <a:t> </a:t>
            </a:r>
            <a:r>
              <a:rPr sz="2000" dirty="0">
                <a:latin typeface="Arial"/>
                <a:cs typeface="Arial"/>
              </a:rPr>
              <a:t>as</a:t>
            </a:r>
            <a:r>
              <a:rPr sz="2000" spc="-25" dirty="0">
                <a:latin typeface="Arial"/>
                <a:cs typeface="Arial"/>
              </a:rPr>
              <a:t> </a:t>
            </a:r>
            <a:r>
              <a:rPr sz="2000" dirty="0">
                <a:latin typeface="Arial"/>
                <a:cs typeface="Arial"/>
              </a:rPr>
              <a:t>1/</a:t>
            </a:r>
            <a:r>
              <a:rPr lang="en-US" sz="2000" dirty="0">
                <a:latin typeface="Arial"/>
                <a:cs typeface="Arial"/>
              </a:rPr>
              <a:t>f </a:t>
            </a:r>
            <a:r>
              <a:rPr sz="2000" dirty="0">
                <a:latin typeface="Arial"/>
                <a:cs typeface="Arial"/>
              </a:rPr>
              <a:t>noise,</a:t>
            </a:r>
            <a:r>
              <a:rPr sz="2000" spc="-40" dirty="0">
                <a:latin typeface="Arial"/>
                <a:cs typeface="Arial"/>
              </a:rPr>
              <a:t> </a:t>
            </a:r>
            <a:r>
              <a:rPr sz="2000" dirty="0">
                <a:latin typeface="Arial"/>
                <a:cs typeface="Arial"/>
              </a:rPr>
              <a:t>is</a:t>
            </a:r>
            <a:r>
              <a:rPr sz="2000" spc="-25" dirty="0">
                <a:latin typeface="Arial"/>
                <a:cs typeface="Arial"/>
              </a:rPr>
              <a:t> </a:t>
            </a:r>
            <a:r>
              <a:rPr sz="2000" dirty="0">
                <a:latin typeface="Arial"/>
                <a:cs typeface="Arial"/>
              </a:rPr>
              <a:t>a</a:t>
            </a:r>
            <a:r>
              <a:rPr sz="2000" spc="-20" dirty="0">
                <a:latin typeface="Arial"/>
                <a:cs typeface="Arial"/>
              </a:rPr>
              <a:t> </a:t>
            </a:r>
            <a:r>
              <a:rPr sz="2000" dirty="0">
                <a:latin typeface="Arial"/>
                <a:cs typeface="Arial"/>
              </a:rPr>
              <a:t>type</a:t>
            </a:r>
            <a:r>
              <a:rPr sz="2000" spc="-30" dirty="0">
                <a:latin typeface="Arial"/>
                <a:cs typeface="Arial"/>
              </a:rPr>
              <a:t> </a:t>
            </a:r>
            <a:r>
              <a:rPr sz="2000" dirty="0">
                <a:latin typeface="Arial"/>
                <a:cs typeface="Arial"/>
              </a:rPr>
              <a:t>of</a:t>
            </a:r>
            <a:r>
              <a:rPr sz="2000" spc="-25" dirty="0">
                <a:latin typeface="Arial"/>
                <a:cs typeface="Arial"/>
              </a:rPr>
              <a:t> </a:t>
            </a:r>
            <a:r>
              <a:rPr sz="2000" dirty="0">
                <a:latin typeface="Arial"/>
                <a:cs typeface="Arial"/>
              </a:rPr>
              <a:t>electrical</a:t>
            </a:r>
            <a:r>
              <a:rPr sz="2000" spc="-40" dirty="0">
                <a:latin typeface="Arial"/>
                <a:cs typeface="Arial"/>
              </a:rPr>
              <a:t> </a:t>
            </a:r>
            <a:r>
              <a:rPr sz="2000" dirty="0">
                <a:latin typeface="Arial"/>
                <a:cs typeface="Arial"/>
              </a:rPr>
              <a:t>noise</a:t>
            </a:r>
            <a:r>
              <a:rPr sz="2000" spc="-30" dirty="0">
                <a:latin typeface="Arial"/>
                <a:cs typeface="Arial"/>
              </a:rPr>
              <a:t> </a:t>
            </a:r>
            <a:r>
              <a:rPr sz="2000" dirty="0">
                <a:latin typeface="Arial"/>
                <a:cs typeface="Arial"/>
              </a:rPr>
              <a:t>that</a:t>
            </a:r>
            <a:r>
              <a:rPr sz="2000" spc="-40" dirty="0">
                <a:latin typeface="Arial"/>
                <a:cs typeface="Arial"/>
              </a:rPr>
              <a:t> </a:t>
            </a:r>
            <a:r>
              <a:rPr sz="2000" spc="-25" dirty="0">
                <a:latin typeface="Arial"/>
                <a:cs typeface="Arial"/>
              </a:rPr>
              <a:t>is </a:t>
            </a:r>
            <a:r>
              <a:rPr sz="2000" dirty="0">
                <a:latin typeface="Arial"/>
                <a:cs typeface="Arial"/>
              </a:rPr>
              <a:t>dominant</a:t>
            </a:r>
            <a:r>
              <a:rPr sz="2000" spc="-45" dirty="0">
                <a:latin typeface="Arial"/>
                <a:cs typeface="Arial"/>
              </a:rPr>
              <a:t> </a:t>
            </a:r>
            <a:r>
              <a:rPr sz="2000" dirty="0">
                <a:latin typeface="Arial"/>
                <a:cs typeface="Arial"/>
              </a:rPr>
              <a:t>at</a:t>
            </a:r>
            <a:r>
              <a:rPr sz="2000" spc="-20" dirty="0">
                <a:latin typeface="Arial"/>
                <a:cs typeface="Arial"/>
              </a:rPr>
              <a:t> </a:t>
            </a:r>
            <a:r>
              <a:rPr sz="2000" dirty="0">
                <a:latin typeface="Arial"/>
                <a:cs typeface="Arial"/>
              </a:rPr>
              <a:t>low</a:t>
            </a:r>
            <a:r>
              <a:rPr sz="2000" spc="-10" dirty="0">
                <a:latin typeface="Arial"/>
                <a:cs typeface="Arial"/>
              </a:rPr>
              <a:t> </a:t>
            </a:r>
            <a:r>
              <a:rPr sz="2000" dirty="0">
                <a:latin typeface="Arial"/>
                <a:cs typeface="Arial"/>
              </a:rPr>
              <a:t>frequencies.</a:t>
            </a:r>
            <a:r>
              <a:rPr sz="2000" spc="-55" dirty="0">
                <a:latin typeface="Arial"/>
                <a:cs typeface="Arial"/>
              </a:rPr>
              <a:t> </a:t>
            </a:r>
            <a:r>
              <a:rPr sz="2000" dirty="0">
                <a:latin typeface="Arial"/>
                <a:cs typeface="Arial"/>
              </a:rPr>
              <a:t>It</a:t>
            </a:r>
            <a:r>
              <a:rPr sz="2000" spc="-35" dirty="0">
                <a:latin typeface="Arial"/>
                <a:cs typeface="Arial"/>
              </a:rPr>
              <a:t> </a:t>
            </a:r>
            <a:r>
              <a:rPr sz="2000" dirty="0">
                <a:latin typeface="Arial"/>
                <a:cs typeface="Arial"/>
              </a:rPr>
              <a:t>is</a:t>
            </a:r>
            <a:r>
              <a:rPr sz="2000" spc="-10" dirty="0">
                <a:latin typeface="Arial"/>
                <a:cs typeface="Arial"/>
              </a:rPr>
              <a:t> </a:t>
            </a:r>
            <a:r>
              <a:rPr sz="2000" dirty="0">
                <a:latin typeface="Arial"/>
                <a:cs typeface="Arial"/>
              </a:rPr>
              <a:t>caused</a:t>
            </a:r>
            <a:r>
              <a:rPr sz="2000" spc="-45" dirty="0">
                <a:latin typeface="Arial"/>
                <a:cs typeface="Arial"/>
              </a:rPr>
              <a:t> </a:t>
            </a:r>
            <a:r>
              <a:rPr sz="2000" dirty="0">
                <a:latin typeface="Arial"/>
                <a:cs typeface="Arial"/>
              </a:rPr>
              <a:t>by</a:t>
            </a:r>
            <a:r>
              <a:rPr sz="2000" spc="-20" dirty="0">
                <a:latin typeface="Arial"/>
                <a:cs typeface="Arial"/>
              </a:rPr>
              <a:t> </a:t>
            </a:r>
            <a:r>
              <a:rPr sz="2000" dirty="0">
                <a:latin typeface="Arial"/>
                <a:cs typeface="Arial"/>
              </a:rPr>
              <a:t>imperfections</a:t>
            </a:r>
            <a:r>
              <a:rPr sz="2000" spc="-60" dirty="0">
                <a:latin typeface="Arial"/>
                <a:cs typeface="Arial"/>
              </a:rPr>
              <a:t> </a:t>
            </a:r>
            <a:r>
              <a:rPr sz="2000" dirty="0">
                <a:latin typeface="Arial"/>
                <a:cs typeface="Arial"/>
              </a:rPr>
              <a:t>and</a:t>
            </a:r>
            <a:r>
              <a:rPr sz="2000" spc="-25" dirty="0">
                <a:latin typeface="Arial"/>
                <a:cs typeface="Arial"/>
              </a:rPr>
              <a:t> </a:t>
            </a:r>
            <a:r>
              <a:rPr sz="2000" dirty="0">
                <a:latin typeface="Arial"/>
                <a:cs typeface="Arial"/>
              </a:rPr>
              <a:t>defects</a:t>
            </a:r>
            <a:r>
              <a:rPr sz="2000" spc="-35" dirty="0">
                <a:latin typeface="Arial"/>
                <a:cs typeface="Arial"/>
              </a:rPr>
              <a:t> </a:t>
            </a:r>
            <a:r>
              <a:rPr sz="2000" dirty="0">
                <a:latin typeface="Arial"/>
                <a:cs typeface="Arial"/>
              </a:rPr>
              <a:t>in</a:t>
            </a:r>
            <a:r>
              <a:rPr sz="2000" spc="-15" dirty="0">
                <a:latin typeface="Arial"/>
                <a:cs typeface="Arial"/>
              </a:rPr>
              <a:t> </a:t>
            </a:r>
            <a:r>
              <a:rPr sz="2000" spc="-10" dirty="0">
                <a:latin typeface="Arial"/>
                <a:cs typeface="Arial"/>
              </a:rPr>
              <a:t>materials </a:t>
            </a:r>
            <a:r>
              <a:rPr sz="2000" dirty="0">
                <a:latin typeface="Arial"/>
                <a:cs typeface="Arial"/>
              </a:rPr>
              <a:t>or</a:t>
            </a:r>
            <a:r>
              <a:rPr sz="2000" spc="-30" dirty="0">
                <a:latin typeface="Arial"/>
                <a:cs typeface="Arial"/>
              </a:rPr>
              <a:t> </a:t>
            </a:r>
            <a:r>
              <a:rPr sz="2000" dirty="0">
                <a:latin typeface="Arial"/>
                <a:cs typeface="Arial"/>
              </a:rPr>
              <a:t>processes</a:t>
            </a:r>
            <a:r>
              <a:rPr sz="2000" spc="-60" dirty="0">
                <a:latin typeface="Arial"/>
                <a:cs typeface="Arial"/>
              </a:rPr>
              <a:t> </a:t>
            </a:r>
            <a:r>
              <a:rPr sz="2000" dirty="0">
                <a:latin typeface="Arial"/>
                <a:cs typeface="Arial"/>
              </a:rPr>
              <a:t>and</a:t>
            </a:r>
            <a:r>
              <a:rPr sz="2000" spc="-30" dirty="0">
                <a:latin typeface="Arial"/>
                <a:cs typeface="Arial"/>
              </a:rPr>
              <a:t> </a:t>
            </a:r>
            <a:r>
              <a:rPr sz="2000" dirty="0">
                <a:latin typeface="Arial"/>
                <a:cs typeface="Arial"/>
              </a:rPr>
              <a:t>is</a:t>
            </a:r>
            <a:r>
              <a:rPr sz="2000" spc="-10" dirty="0">
                <a:latin typeface="Arial"/>
                <a:cs typeface="Arial"/>
              </a:rPr>
              <a:t> </a:t>
            </a:r>
            <a:r>
              <a:rPr sz="2000" dirty="0">
                <a:latin typeface="Arial"/>
                <a:cs typeface="Arial"/>
              </a:rPr>
              <a:t>observed</a:t>
            </a:r>
            <a:r>
              <a:rPr sz="2000" spc="-55" dirty="0">
                <a:latin typeface="Arial"/>
                <a:cs typeface="Arial"/>
              </a:rPr>
              <a:t> </a:t>
            </a:r>
            <a:r>
              <a:rPr sz="2000" dirty="0">
                <a:latin typeface="Arial"/>
                <a:cs typeface="Arial"/>
              </a:rPr>
              <a:t>in</a:t>
            </a:r>
            <a:r>
              <a:rPr sz="2000" spc="-15" dirty="0">
                <a:latin typeface="Arial"/>
                <a:cs typeface="Arial"/>
              </a:rPr>
              <a:t> </a:t>
            </a:r>
            <a:r>
              <a:rPr sz="2000" dirty="0">
                <a:latin typeface="Arial"/>
                <a:cs typeface="Arial"/>
              </a:rPr>
              <a:t>electronic</a:t>
            </a:r>
            <a:r>
              <a:rPr sz="2000" spc="-45" dirty="0">
                <a:latin typeface="Arial"/>
                <a:cs typeface="Arial"/>
              </a:rPr>
              <a:t> </a:t>
            </a:r>
            <a:r>
              <a:rPr sz="2000" dirty="0">
                <a:latin typeface="Arial"/>
                <a:cs typeface="Arial"/>
              </a:rPr>
              <a:t>devices</a:t>
            </a:r>
            <a:r>
              <a:rPr sz="2000" spc="-25" dirty="0">
                <a:latin typeface="Arial"/>
                <a:cs typeface="Arial"/>
              </a:rPr>
              <a:t> </a:t>
            </a:r>
            <a:r>
              <a:rPr sz="2000" dirty="0">
                <a:latin typeface="Arial"/>
                <a:cs typeface="Arial"/>
              </a:rPr>
              <a:t>like</a:t>
            </a:r>
            <a:r>
              <a:rPr sz="2000" spc="-15" dirty="0">
                <a:latin typeface="Arial"/>
                <a:cs typeface="Arial"/>
              </a:rPr>
              <a:t> </a:t>
            </a:r>
            <a:r>
              <a:rPr sz="2000" dirty="0">
                <a:latin typeface="Arial"/>
                <a:cs typeface="Arial"/>
              </a:rPr>
              <a:t>resistors,</a:t>
            </a:r>
            <a:r>
              <a:rPr sz="2000" spc="-75" dirty="0">
                <a:latin typeface="Arial"/>
                <a:cs typeface="Arial"/>
              </a:rPr>
              <a:t> </a:t>
            </a:r>
            <a:r>
              <a:rPr sz="2000" dirty="0">
                <a:latin typeface="Arial"/>
                <a:cs typeface="Arial"/>
              </a:rPr>
              <a:t>transistors,</a:t>
            </a:r>
            <a:r>
              <a:rPr sz="2000" spc="-55" dirty="0">
                <a:latin typeface="Arial"/>
                <a:cs typeface="Arial"/>
              </a:rPr>
              <a:t> </a:t>
            </a:r>
            <a:r>
              <a:rPr sz="2000" spc="-25" dirty="0">
                <a:latin typeface="Arial"/>
                <a:cs typeface="Arial"/>
              </a:rPr>
              <a:t>and </a:t>
            </a:r>
            <a:r>
              <a:rPr sz="2000" spc="-10" dirty="0">
                <a:latin typeface="Arial"/>
                <a:cs typeface="Arial"/>
              </a:rPr>
              <a:t>semiconductors.</a:t>
            </a:r>
            <a:endParaRPr sz="2000" dirty="0">
              <a:latin typeface="Arial"/>
              <a:cs typeface="Arial"/>
            </a:endParaRPr>
          </a:p>
          <a:p>
            <a:pPr>
              <a:lnSpc>
                <a:spcPct val="100000"/>
              </a:lnSpc>
              <a:spcBef>
                <a:spcPts val="100"/>
              </a:spcBef>
            </a:pPr>
            <a:endParaRPr sz="2000" dirty="0">
              <a:latin typeface="Arial"/>
              <a:cs typeface="Arial"/>
            </a:endParaRPr>
          </a:p>
          <a:p>
            <a:pPr marL="50800">
              <a:lnSpc>
                <a:spcPts val="2400"/>
              </a:lnSpc>
            </a:pPr>
            <a:r>
              <a:rPr sz="2000" b="1" dirty="0">
                <a:latin typeface="Arial"/>
                <a:cs typeface="Arial"/>
              </a:rPr>
              <a:t>Key</a:t>
            </a:r>
            <a:r>
              <a:rPr sz="2000" b="1" spc="-30" dirty="0">
                <a:latin typeface="Arial"/>
                <a:cs typeface="Arial"/>
              </a:rPr>
              <a:t> </a:t>
            </a:r>
            <a:r>
              <a:rPr sz="2000" b="1" spc="-10" dirty="0">
                <a:latin typeface="Arial"/>
                <a:cs typeface="Arial"/>
              </a:rPr>
              <a:t>Characteristics:</a:t>
            </a:r>
            <a:endParaRPr sz="2000" dirty="0">
              <a:latin typeface="Arial"/>
              <a:cs typeface="Arial"/>
            </a:endParaRPr>
          </a:p>
          <a:p>
            <a:pPr marL="138430" indent="-97155">
              <a:lnSpc>
                <a:spcPts val="2400"/>
              </a:lnSpc>
              <a:buSzPct val="95000"/>
              <a:buFont typeface="Arial"/>
              <a:buChar char="•"/>
              <a:tabLst>
                <a:tab pos="138430" algn="l"/>
              </a:tabLst>
            </a:pPr>
            <a:r>
              <a:rPr sz="2000" b="1" dirty="0">
                <a:latin typeface="Arial"/>
                <a:cs typeface="Arial"/>
              </a:rPr>
              <a:t>Frequency</a:t>
            </a:r>
            <a:r>
              <a:rPr sz="2000" b="1" spc="-40" dirty="0">
                <a:latin typeface="Arial"/>
                <a:cs typeface="Arial"/>
              </a:rPr>
              <a:t> </a:t>
            </a:r>
            <a:r>
              <a:rPr sz="2000" b="1" spc="-10" dirty="0">
                <a:latin typeface="Arial"/>
                <a:cs typeface="Arial"/>
              </a:rPr>
              <a:t>Dependence:</a:t>
            </a:r>
            <a:endParaRPr sz="2000" dirty="0">
              <a:latin typeface="Arial"/>
              <a:cs typeface="Arial"/>
            </a:endParaRPr>
          </a:p>
          <a:p>
            <a:pPr marL="50800" marR="43180">
              <a:lnSpc>
                <a:spcPct val="100000"/>
              </a:lnSpc>
            </a:pPr>
            <a:r>
              <a:rPr sz="2000" dirty="0">
                <a:latin typeface="Arial"/>
                <a:cs typeface="Arial"/>
              </a:rPr>
              <a:t>The</a:t>
            </a:r>
            <a:r>
              <a:rPr sz="2000" spc="-25" dirty="0">
                <a:latin typeface="Arial"/>
                <a:cs typeface="Arial"/>
              </a:rPr>
              <a:t> </a:t>
            </a:r>
            <a:r>
              <a:rPr sz="2000" dirty="0">
                <a:latin typeface="Arial"/>
                <a:cs typeface="Arial"/>
              </a:rPr>
              <a:t>power</a:t>
            </a:r>
            <a:r>
              <a:rPr sz="2000" spc="-30" dirty="0">
                <a:latin typeface="Arial"/>
                <a:cs typeface="Arial"/>
              </a:rPr>
              <a:t> </a:t>
            </a:r>
            <a:r>
              <a:rPr sz="2000" dirty="0">
                <a:latin typeface="Arial"/>
                <a:cs typeface="Arial"/>
              </a:rPr>
              <a:t>spectral</a:t>
            </a:r>
            <a:r>
              <a:rPr sz="2000" spc="-35" dirty="0">
                <a:latin typeface="Arial"/>
                <a:cs typeface="Arial"/>
              </a:rPr>
              <a:t> </a:t>
            </a:r>
            <a:r>
              <a:rPr sz="2000" dirty="0">
                <a:latin typeface="Arial"/>
                <a:cs typeface="Arial"/>
              </a:rPr>
              <a:t>density</a:t>
            </a:r>
            <a:r>
              <a:rPr sz="2000" spc="-40" dirty="0">
                <a:latin typeface="Arial"/>
                <a:cs typeface="Arial"/>
              </a:rPr>
              <a:t> </a:t>
            </a:r>
            <a:r>
              <a:rPr sz="2000" dirty="0">
                <a:latin typeface="Arial"/>
                <a:cs typeface="Arial"/>
              </a:rPr>
              <a:t>(PSD)</a:t>
            </a:r>
            <a:r>
              <a:rPr sz="2000" spc="-25" dirty="0">
                <a:latin typeface="Arial"/>
                <a:cs typeface="Arial"/>
              </a:rPr>
              <a:t> </a:t>
            </a:r>
            <a:r>
              <a:rPr sz="2000" dirty="0">
                <a:latin typeface="Arial"/>
                <a:cs typeface="Arial"/>
              </a:rPr>
              <a:t>decreases</a:t>
            </a:r>
            <a:r>
              <a:rPr sz="2000" spc="-55" dirty="0">
                <a:latin typeface="Arial"/>
                <a:cs typeface="Arial"/>
              </a:rPr>
              <a:t> </a:t>
            </a:r>
            <a:r>
              <a:rPr sz="2000" dirty="0">
                <a:latin typeface="Arial"/>
                <a:cs typeface="Arial"/>
              </a:rPr>
              <a:t>as</a:t>
            </a:r>
            <a:r>
              <a:rPr sz="2000" spc="-15" dirty="0">
                <a:latin typeface="Arial"/>
                <a:cs typeface="Arial"/>
              </a:rPr>
              <a:t> </a:t>
            </a:r>
            <a:r>
              <a:rPr sz="2000" dirty="0">
                <a:latin typeface="Arial"/>
                <a:cs typeface="Arial"/>
              </a:rPr>
              <a:t>the</a:t>
            </a:r>
            <a:r>
              <a:rPr sz="2000" spc="-20" dirty="0">
                <a:latin typeface="Arial"/>
                <a:cs typeface="Arial"/>
              </a:rPr>
              <a:t> </a:t>
            </a:r>
            <a:r>
              <a:rPr sz="2000" dirty="0">
                <a:latin typeface="Arial"/>
                <a:cs typeface="Arial"/>
              </a:rPr>
              <a:t>frequency</a:t>
            </a:r>
            <a:r>
              <a:rPr sz="2000" spc="-55" dirty="0">
                <a:latin typeface="Arial"/>
                <a:cs typeface="Arial"/>
              </a:rPr>
              <a:t> </a:t>
            </a:r>
            <a:r>
              <a:rPr sz="2000" dirty="0">
                <a:latin typeface="Arial"/>
                <a:cs typeface="Arial"/>
              </a:rPr>
              <a:t>increases,</a:t>
            </a:r>
            <a:r>
              <a:rPr sz="2000" spc="-65" dirty="0">
                <a:latin typeface="Arial"/>
                <a:cs typeface="Arial"/>
              </a:rPr>
              <a:t> </a:t>
            </a:r>
            <a:r>
              <a:rPr sz="2000" spc="-10" dirty="0">
                <a:latin typeface="Arial"/>
                <a:cs typeface="Arial"/>
              </a:rPr>
              <a:t>following </a:t>
            </a:r>
            <a:r>
              <a:rPr sz="2000" dirty="0">
                <a:latin typeface="Arial"/>
                <a:cs typeface="Arial"/>
              </a:rPr>
              <a:t>a</a:t>
            </a:r>
            <a:r>
              <a:rPr sz="2000" spc="-25" dirty="0">
                <a:latin typeface="Arial"/>
                <a:cs typeface="Arial"/>
              </a:rPr>
              <a:t> </a:t>
            </a:r>
            <a:r>
              <a:rPr sz="2000" dirty="0">
                <a:latin typeface="Arial"/>
                <a:cs typeface="Arial"/>
              </a:rPr>
              <a:t>1/f</a:t>
            </a:r>
            <a:r>
              <a:rPr sz="1950" baseline="25641" dirty="0">
                <a:latin typeface="Arial"/>
                <a:cs typeface="Arial"/>
              </a:rPr>
              <a:t>α</a:t>
            </a:r>
            <a:r>
              <a:rPr sz="1950" spc="525" baseline="25641" dirty="0">
                <a:latin typeface="Arial"/>
                <a:cs typeface="Arial"/>
              </a:rPr>
              <a:t> </a:t>
            </a:r>
            <a:r>
              <a:rPr sz="2000" dirty="0">
                <a:latin typeface="Arial"/>
                <a:cs typeface="Arial"/>
              </a:rPr>
              <a:t>relationship</a:t>
            </a:r>
            <a:r>
              <a:rPr sz="2000" spc="-45" dirty="0">
                <a:latin typeface="Arial"/>
                <a:cs typeface="Arial"/>
              </a:rPr>
              <a:t> </a:t>
            </a:r>
            <a:r>
              <a:rPr sz="2000" dirty="0">
                <a:latin typeface="Arial"/>
                <a:cs typeface="Arial"/>
              </a:rPr>
              <a:t>where</a:t>
            </a:r>
            <a:r>
              <a:rPr sz="2000" spc="-45" dirty="0">
                <a:latin typeface="Arial"/>
                <a:cs typeface="Arial"/>
              </a:rPr>
              <a:t> </a:t>
            </a:r>
            <a:r>
              <a:rPr sz="2000" dirty="0">
                <a:latin typeface="Arial"/>
                <a:cs typeface="Arial"/>
              </a:rPr>
              <a:t>α</a:t>
            </a:r>
            <a:r>
              <a:rPr sz="2000" spc="-20" dirty="0">
                <a:latin typeface="Arial"/>
                <a:cs typeface="Arial"/>
              </a:rPr>
              <a:t> </a:t>
            </a:r>
            <a:r>
              <a:rPr sz="2000" dirty="0">
                <a:latin typeface="Arial"/>
                <a:cs typeface="Arial"/>
              </a:rPr>
              <a:t>is</a:t>
            </a:r>
            <a:r>
              <a:rPr sz="2000" spc="-25" dirty="0">
                <a:latin typeface="Arial"/>
                <a:cs typeface="Arial"/>
              </a:rPr>
              <a:t> </a:t>
            </a:r>
            <a:r>
              <a:rPr sz="2000" dirty="0">
                <a:latin typeface="Arial"/>
                <a:cs typeface="Arial"/>
              </a:rPr>
              <a:t>typically</a:t>
            </a:r>
            <a:r>
              <a:rPr sz="2000" spc="-15" dirty="0">
                <a:latin typeface="Arial"/>
                <a:cs typeface="Arial"/>
              </a:rPr>
              <a:t> </a:t>
            </a:r>
            <a:r>
              <a:rPr sz="2000" dirty="0">
                <a:latin typeface="Arial"/>
                <a:cs typeface="Arial"/>
              </a:rPr>
              <a:t>between</a:t>
            </a:r>
            <a:r>
              <a:rPr sz="2000" spc="-50" dirty="0">
                <a:latin typeface="Arial"/>
                <a:cs typeface="Arial"/>
              </a:rPr>
              <a:t> </a:t>
            </a:r>
            <a:r>
              <a:rPr sz="2000" dirty="0">
                <a:latin typeface="Arial"/>
                <a:cs typeface="Arial"/>
              </a:rPr>
              <a:t>0.8</a:t>
            </a:r>
            <a:r>
              <a:rPr sz="2000" spc="-30" dirty="0">
                <a:latin typeface="Arial"/>
                <a:cs typeface="Arial"/>
              </a:rPr>
              <a:t> </a:t>
            </a:r>
            <a:r>
              <a:rPr sz="2000" dirty="0">
                <a:latin typeface="Arial"/>
                <a:cs typeface="Arial"/>
              </a:rPr>
              <a:t>and</a:t>
            </a:r>
            <a:r>
              <a:rPr sz="2000" spc="-30" dirty="0">
                <a:latin typeface="Arial"/>
                <a:cs typeface="Arial"/>
              </a:rPr>
              <a:t> </a:t>
            </a:r>
            <a:r>
              <a:rPr sz="2000" spc="-20" dirty="0">
                <a:latin typeface="Arial"/>
                <a:cs typeface="Arial"/>
              </a:rPr>
              <a:t>1.2.</a:t>
            </a:r>
            <a:endParaRPr sz="2000" dirty="0">
              <a:latin typeface="Arial"/>
              <a:cs typeface="Arial"/>
            </a:endParaRPr>
          </a:p>
          <a:p>
            <a:pPr marL="138430" indent="-97155">
              <a:lnSpc>
                <a:spcPct val="100000"/>
              </a:lnSpc>
              <a:buSzPct val="95000"/>
              <a:buFont typeface="Arial"/>
              <a:buChar char="•"/>
              <a:tabLst>
                <a:tab pos="138430" algn="l"/>
              </a:tabLst>
            </a:pPr>
            <a:r>
              <a:rPr sz="2000" b="1" dirty="0">
                <a:latin typeface="Arial"/>
                <a:cs typeface="Arial"/>
              </a:rPr>
              <a:t>Low-Frequency</a:t>
            </a:r>
            <a:r>
              <a:rPr sz="2000" b="1" spc="-90" dirty="0">
                <a:latin typeface="Arial"/>
                <a:cs typeface="Arial"/>
              </a:rPr>
              <a:t> </a:t>
            </a:r>
            <a:r>
              <a:rPr sz="2000" b="1" spc="-10" dirty="0">
                <a:latin typeface="Arial"/>
                <a:cs typeface="Arial"/>
              </a:rPr>
              <a:t>Dominance:</a:t>
            </a:r>
            <a:endParaRPr sz="2000" dirty="0">
              <a:latin typeface="Arial"/>
              <a:cs typeface="Arial"/>
            </a:endParaRPr>
          </a:p>
          <a:p>
            <a:pPr marL="50800" marR="448945">
              <a:lnSpc>
                <a:spcPct val="100000"/>
              </a:lnSpc>
            </a:pPr>
            <a:r>
              <a:rPr sz="2000" dirty="0">
                <a:latin typeface="Arial"/>
                <a:cs typeface="Arial"/>
              </a:rPr>
              <a:t>Flicker</a:t>
            </a:r>
            <a:r>
              <a:rPr sz="2000" spc="-45" dirty="0">
                <a:latin typeface="Arial"/>
                <a:cs typeface="Arial"/>
              </a:rPr>
              <a:t> </a:t>
            </a:r>
            <a:r>
              <a:rPr sz="2000" dirty="0">
                <a:latin typeface="Arial"/>
                <a:cs typeface="Arial"/>
              </a:rPr>
              <a:t>noise</a:t>
            </a:r>
            <a:r>
              <a:rPr sz="2000" spc="-35" dirty="0">
                <a:latin typeface="Arial"/>
                <a:cs typeface="Arial"/>
              </a:rPr>
              <a:t> </a:t>
            </a:r>
            <a:r>
              <a:rPr sz="2000" dirty="0">
                <a:latin typeface="Arial"/>
                <a:cs typeface="Arial"/>
              </a:rPr>
              <a:t>is</a:t>
            </a:r>
            <a:r>
              <a:rPr sz="2000" spc="-15" dirty="0">
                <a:latin typeface="Arial"/>
                <a:cs typeface="Arial"/>
              </a:rPr>
              <a:t> </a:t>
            </a:r>
            <a:r>
              <a:rPr sz="2000" dirty="0">
                <a:latin typeface="Arial"/>
                <a:cs typeface="Arial"/>
              </a:rPr>
              <a:t>most</a:t>
            </a:r>
            <a:r>
              <a:rPr sz="2000" spc="-55" dirty="0">
                <a:latin typeface="Arial"/>
                <a:cs typeface="Arial"/>
              </a:rPr>
              <a:t> </a:t>
            </a:r>
            <a:r>
              <a:rPr sz="2000" dirty="0">
                <a:latin typeface="Arial"/>
                <a:cs typeface="Arial"/>
              </a:rPr>
              <a:t>prominent</a:t>
            </a:r>
            <a:r>
              <a:rPr sz="2000" spc="-55" dirty="0">
                <a:latin typeface="Arial"/>
                <a:cs typeface="Arial"/>
              </a:rPr>
              <a:t> </a:t>
            </a:r>
            <a:r>
              <a:rPr sz="2000" dirty="0">
                <a:latin typeface="Arial"/>
                <a:cs typeface="Arial"/>
              </a:rPr>
              <a:t>at</a:t>
            </a:r>
            <a:r>
              <a:rPr sz="2000" spc="-40" dirty="0">
                <a:latin typeface="Arial"/>
                <a:cs typeface="Arial"/>
              </a:rPr>
              <a:t> </a:t>
            </a:r>
            <a:r>
              <a:rPr sz="2000" dirty="0">
                <a:latin typeface="Arial"/>
                <a:cs typeface="Arial"/>
              </a:rPr>
              <a:t>lower</a:t>
            </a:r>
            <a:r>
              <a:rPr sz="2000" spc="-35" dirty="0">
                <a:latin typeface="Arial"/>
                <a:cs typeface="Arial"/>
              </a:rPr>
              <a:t> </a:t>
            </a:r>
            <a:r>
              <a:rPr sz="2000" dirty="0">
                <a:latin typeface="Arial"/>
                <a:cs typeface="Arial"/>
              </a:rPr>
              <a:t>frequencies</a:t>
            </a:r>
            <a:r>
              <a:rPr sz="2000" spc="-65" dirty="0">
                <a:latin typeface="Arial"/>
                <a:cs typeface="Arial"/>
              </a:rPr>
              <a:t> </a:t>
            </a:r>
            <a:r>
              <a:rPr sz="2000" dirty="0">
                <a:latin typeface="Arial"/>
                <a:cs typeface="Arial"/>
              </a:rPr>
              <a:t>and</a:t>
            </a:r>
            <a:r>
              <a:rPr sz="2000" spc="-35" dirty="0">
                <a:latin typeface="Arial"/>
                <a:cs typeface="Arial"/>
              </a:rPr>
              <a:t> </a:t>
            </a:r>
            <a:r>
              <a:rPr sz="2000" dirty="0">
                <a:latin typeface="Arial"/>
                <a:cs typeface="Arial"/>
              </a:rPr>
              <a:t>becomes</a:t>
            </a:r>
            <a:r>
              <a:rPr sz="2000" spc="-50" dirty="0">
                <a:latin typeface="Arial"/>
                <a:cs typeface="Arial"/>
              </a:rPr>
              <a:t> </a:t>
            </a:r>
            <a:r>
              <a:rPr sz="2000" dirty="0">
                <a:latin typeface="Arial"/>
                <a:cs typeface="Arial"/>
              </a:rPr>
              <a:t>negligible</a:t>
            </a:r>
            <a:r>
              <a:rPr sz="2000" spc="-25" dirty="0">
                <a:latin typeface="Arial"/>
                <a:cs typeface="Arial"/>
              </a:rPr>
              <a:t> at </a:t>
            </a:r>
            <a:r>
              <a:rPr sz="2000" dirty="0">
                <a:latin typeface="Arial"/>
                <a:cs typeface="Arial"/>
              </a:rPr>
              <a:t>higher</a:t>
            </a:r>
            <a:r>
              <a:rPr sz="2000" spc="-50" dirty="0">
                <a:latin typeface="Arial"/>
                <a:cs typeface="Arial"/>
              </a:rPr>
              <a:t> </a:t>
            </a:r>
            <a:r>
              <a:rPr sz="2000" spc="-10" dirty="0">
                <a:latin typeface="Arial"/>
                <a:cs typeface="Arial"/>
              </a:rPr>
              <a:t>frequencies.</a:t>
            </a:r>
            <a:endParaRPr sz="2000" dirty="0">
              <a:latin typeface="Arial"/>
              <a:cs typeface="Arial"/>
            </a:endParaRPr>
          </a:p>
          <a:p>
            <a:pPr marL="138430" indent="-97155">
              <a:lnSpc>
                <a:spcPct val="100000"/>
              </a:lnSpc>
              <a:buSzPct val="95000"/>
              <a:buFont typeface="Arial"/>
              <a:buChar char="•"/>
              <a:tabLst>
                <a:tab pos="138430" algn="l"/>
              </a:tabLst>
            </a:pPr>
            <a:r>
              <a:rPr sz="2000" b="1" spc="-10" dirty="0">
                <a:latin typeface="Arial"/>
                <a:cs typeface="Arial"/>
              </a:rPr>
              <a:t>Material-Dependent:</a:t>
            </a:r>
            <a:endParaRPr sz="2000" dirty="0">
              <a:latin typeface="Arial"/>
              <a:cs typeface="Arial"/>
            </a:endParaRPr>
          </a:p>
          <a:p>
            <a:pPr marL="50800">
              <a:lnSpc>
                <a:spcPct val="100000"/>
              </a:lnSpc>
            </a:pPr>
            <a:r>
              <a:rPr sz="2000" dirty="0">
                <a:latin typeface="Arial"/>
                <a:cs typeface="Arial"/>
              </a:rPr>
              <a:t>It</a:t>
            </a:r>
            <a:r>
              <a:rPr sz="2000" spc="-30" dirty="0">
                <a:latin typeface="Arial"/>
                <a:cs typeface="Arial"/>
              </a:rPr>
              <a:t> </a:t>
            </a:r>
            <a:r>
              <a:rPr sz="2000" dirty="0">
                <a:latin typeface="Arial"/>
                <a:cs typeface="Arial"/>
              </a:rPr>
              <a:t>arises</a:t>
            </a:r>
            <a:r>
              <a:rPr sz="2000" spc="-30" dirty="0">
                <a:latin typeface="Arial"/>
                <a:cs typeface="Arial"/>
              </a:rPr>
              <a:t> </a:t>
            </a:r>
            <a:r>
              <a:rPr sz="2000" dirty="0">
                <a:latin typeface="Arial"/>
                <a:cs typeface="Arial"/>
              </a:rPr>
              <a:t>from</a:t>
            </a:r>
            <a:r>
              <a:rPr sz="2000" spc="-35" dirty="0">
                <a:latin typeface="Arial"/>
                <a:cs typeface="Arial"/>
              </a:rPr>
              <a:t> </a:t>
            </a:r>
            <a:r>
              <a:rPr sz="2000" dirty="0">
                <a:latin typeface="Arial"/>
                <a:cs typeface="Arial"/>
              </a:rPr>
              <a:t>defects,</a:t>
            </a:r>
            <a:r>
              <a:rPr sz="2000" spc="-45" dirty="0">
                <a:latin typeface="Arial"/>
                <a:cs typeface="Arial"/>
              </a:rPr>
              <a:t> </a:t>
            </a:r>
            <a:r>
              <a:rPr sz="2000" dirty="0">
                <a:latin typeface="Arial"/>
                <a:cs typeface="Arial"/>
              </a:rPr>
              <a:t>impurities,</a:t>
            </a:r>
            <a:r>
              <a:rPr sz="2000" spc="-30" dirty="0">
                <a:latin typeface="Arial"/>
                <a:cs typeface="Arial"/>
              </a:rPr>
              <a:t> </a:t>
            </a:r>
            <a:r>
              <a:rPr sz="2000" dirty="0">
                <a:latin typeface="Arial"/>
                <a:cs typeface="Arial"/>
              </a:rPr>
              <a:t>and</a:t>
            </a:r>
            <a:r>
              <a:rPr sz="2000" spc="-20" dirty="0">
                <a:latin typeface="Arial"/>
                <a:cs typeface="Arial"/>
              </a:rPr>
              <a:t> </a:t>
            </a:r>
            <a:r>
              <a:rPr sz="2000" dirty="0">
                <a:latin typeface="Arial"/>
                <a:cs typeface="Arial"/>
              </a:rPr>
              <a:t>surface</a:t>
            </a:r>
            <a:r>
              <a:rPr sz="2000" spc="-55" dirty="0">
                <a:latin typeface="Arial"/>
                <a:cs typeface="Arial"/>
              </a:rPr>
              <a:t> </a:t>
            </a:r>
            <a:r>
              <a:rPr sz="2000" dirty="0">
                <a:latin typeface="Arial"/>
                <a:cs typeface="Arial"/>
              </a:rPr>
              <a:t>traps</a:t>
            </a:r>
            <a:r>
              <a:rPr sz="2000" spc="-30" dirty="0">
                <a:latin typeface="Arial"/>
                <a:cs typeface="Arial"/>
              </a:rPr>
              <a:t> </a:t>
            </a:r>
            <a:r>
              <a:rPr sz="2000" dirty="0">
                <a:latin typeface="Arial"/>
                <a:cs typeface="Arial"/>
              </a:rPr>
              <a:t>in</a:t>
            </a:r>
            <a:r>
              <a:rPr sz="2000" spc="-10" dirty="0">
                <a:latin typeface="Arial"/>
                <a:cs typeface="Arial"/>
              </a:rPr>
              <a:t> materials.</a:t>
            </a:r>
            <a:endParaRPr sz="2000" dirty="0">
              <a:latin typeface="Arial"/>
              <a:cs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2700" rIns="0" bIns="0" rtlCol="0">
            <a:spAutoFit/>
          </a:bodyPr>
          <a:lstStyle/>
          <a:p>
            <a:pPr marL="24765">
              <a:lnSpc>
                <a:spcPct val="100000"/>
              </a:lnSpc>
              <a:spcBef>
                <a:spcPts val="100"/>
              </a:spcBef>
            </a:pPr>
            <a:r>
              <a:rPr dirty="0"/>
              <a:t>Time</a:t>
            </a:r>
            <a:r>
              <a:rPr spc="185" dirty="0"/>
              <a:t> </a:t>
            </a:r>
            <a:r>
              <a:rPr dirty="0"/>
              <a:t>and</a:t>
            </a:r>
            <a:r>
              <a:rPr spc="185" dirty="0"/>
              <a:t> </a:t>
            </a:r>
            <a:r>
              <a:rPr dirty="0"/>
              <a:t>Frequency</a:t>
            </a:r>
            <a:r>
              <a:rPr spc="190" dirty="0"/>
              <a:t> </a:t>
            </a:r>
            <a:r>
              <a:rPr dirty="0"/>
              <a:t>Domain</a:t>
            </a:r>
            <a:r>
              <a:rPr spc="215" dirty="0"/>
              <a:t> </a:t>
            </a:r>
            <a:r>
              <a:rPr spc="-10" dirty="0"/>
              <a:t>Visualizations</a:t>
            </a:r>
          </a:p>
        </p:txBody>
      </p:sp>
      <p:pic>
        <p:nvPicPr>
          <p:cNvPr id="3" name="object 3"/>
          <p:cNvPicPr/>
          <p:nvPr/>
        </p:nvPicPr>
        <p:blipFill>
          <a:blip r:embed="rId2" cstate="print"/>
          <a:stretch>
            <a:fillRect/>
          </a:stretch>
        </p:blipFill>
        <p:spPr>
          <a:xfrm>
            <a:off x="153573" y="1532531"/>
            <a:ext cx="11714216" cy="4922871"/>
          </a:xfrm>
          <a:prstGeom prst="rect">
            <a:avLst/>
          </a:prstGeom>
        </p:spPr>
      </p:pic>
      <p:grpSp>
        <p:nvGrpSpPr>
          <p:cNvPr id="11" name="Group 10">
            <a:extLst>
              <a:ext uri="{FF2B5EF4-FFF2-40B4-BE49-F238E27FC236}">
                <a16:creationId xmlns:a16="http://schemas.microsoft.com/office/drawing/2014/main" id="{73307087-3688-5834-1D45-187C4300EFB6}"/>
              </a:ext>
            </a:extLst>
          </p:cNvPr>
          <p:cNvGrpSpPr/>
          <p:nvPr/>
        </p:nvGrpSpPr>
        <p:grpSpPr>
          <a:xfrm>
            <a:off x="2461070" y="825877"/>
            <a:ext cx="1162080" cy="466200"/>
            <a:chOff x="2461070" y="825877"/>
            <a:chExt cx="1162080" cy="466200"/>
          </a:xfrm>
        </p:grpSpPr>
        <mc:AlternateContent xmlns:mc="http://schemas.openxmlformats.org/markup-compatibility/2006">
          <mc:Choice xmlns:p14="http://schemas.microsoft.com/office/powerpoint/2010/main" Requires="p14">
            <p:contentPart p14:bwMode="auto" r:id="rId3">
              <p14:nvContentPartPr>
                <p14:cNvPr id="4" name="Ink 3">
                  <a:extLst>
                    <a:ext uri="{FF2B5EF4-FFF2-40B4-BE49-F238E27FC236}">
                      <a16:creationId xmlns:a16="http://schemas.microsoft.com/office/drawing/2014/main" id="{F804DA3F-B6E9-F675-5269-2F7C6D729587}"/>
                    </a:ext>
                  </a:extLst>
                </p14:cNvPr>
                <p14:cNvContentPartPr/>
                <p14:nvPr/>
              </p14:nvContentPartPr>
              <p14:xfrm>
                <a:off x="2461070" y="982117"/>
                <a:ext cx="129240" cy="36720"/>
              </p14:xfrm>
            </p:contentPart>
          </mc:Choice>
          <mc:Fallback>
            <p:pic>
              <p:nvPicPr>
                <p:cNvPr id="4" name="Ink 3">
                  <a:extLst>
                    <a:ext uri="{FF2B5EF4-FFF2-40B4-BE49-F238E27FC236}">
                      <a16:creationId xmlns:a16="http://schemas.microsoft.com/office/drawing/2014/main" id="{F804DA3F-B6E9-F675-5269-2F7C6D729587}"/>
                    </a:ext>
                  </a:extLst>
                </p:cNvPr>
                <p:cNvPicPr/>
                <p:nvPr/>
              </p:nvPicPr>
              <p:blipFill>
                <a:blip r:embed="rId4"/>
                <a:stretch>
                  <a:fillRect/>
                </a:stretch>
              </p:blipFill>
              <p:spPr>
                <a:xfrm>
                  <a:off x="2398430" y="919477"/>
                  <a:ext cx="254880" cy="162360"/>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5" name="Ink 4">
                  <a:extLst>
                    <a:ext uri="{FF2B5EF4-FFF2-40B4-BE49-F238E27FC236}">
                      <a16:creationId xmlns:a16="http://schemas.microsoft.com/office/drawing/2014/main" id="{5D11665E-5E82-1D5E-1B36-6D5B99EEA62D}"/>
                    </a:ext>
                  </a:extLst>
                </p14:cNvPr>
                <p14:cNvContentPartPr/>
                <p14:nvPr/>
              </p14:nvContentPartPr>
              <p14:xfrm>
                <a:off x="2470790" y="825877"/>
                <a:ext cx="455400" cy="197640"/>
              </p14:xfrm>
            </p:contentPart>
          </mc:Choice>
          <mc:Fallback>
            <p:pic>
              <p:nvPicPr>
                <p:cNvPr id="5" name="Ink 4">
                  <a:extLst>
                    <a:ext uri="{FF2B5EF4-FFF2-40B4-BE49-F238E27FC236}">
                      <a16:creationId xmlns:a16="http://schemas.microsoft.com/office/drawing/2014/main" id="{5D11665E-5E82-1D5E-1B36-6D5B99EEA62D}"/>
                    </a:ext>
                  </a:extLst>
                </p:cNvPr>
                <p:cNvPicPr/>
                <p:nvPr/>
              </p:nvPicPr>
              <p:blipFill>
                <a:blip r:embed="rId6"/>
                <a:stretch>
                  <a:fillRect/>
                </a:stretch>
              </p:blipFill>
              <p:spPr>
                <a:xfrm>
                  <a:off x="2408150" y="763237"/>
                  <a:ext cx="581040" cy="323280"/>
                </a:xfrm>
                <a:prstGeom prst="rect">
                  <a:avLst/>
                </a:prstGeom>
              </p:spPr>
            </p:pic>
          </mc:Fallback>
        </mc:AlternateContent>
        <mc:AlternateContent xmlns:mc="http://schemas.openxmlformats.org/markup-compatibility/2006">
          <mc:Choice xmlns:p14="http://schemas.microsoft.com/office/powerpoint/2010/main" Requires="p14">
            <p:contentPart p14:bwMode="auto" r:id="rId7">
              <p14:nvContentPartPr>
                <p14:cNvPr id="6" name="Ink 5">
                  <a:extLst>
                    <a:ext uri="{FF2B5EF4-FFF2-40B4-BE49-F238E27FC236}">
                      <a16:creationId xmlns:a16="http://schemas.microsoft.com/office/drawing/2014/main" id="{304FDEB4-8CF0-A837-42D8-887B2901D037}"/>
                    </a:ext>
                  </a:extLst>
                </p14:cNvPr>
                <p14:cNvContentPartPr/>
                <p14:nvPr/>
              </p14:nvContentPartPr>
              <p14:xfrm>
                <a:off x="2614070" y="996157"/>
                <a:ext cx="90360" cy="207360"/>
              </p14:xfrm>
            </p:contentPart>
          </mc:Choice>
          <mc:Fallback>
            <p:pic>
              <p:nvPicPr>
                <p:cNvPr id="6" name="Ink 5">
                  <a:extLst>
                    <a:ext uri="{FF2B5EF4-FFF2-40B4-BE49-F238E27FC236}">
                      <a16:creationId xmlns:a16="http://schemas.microsoft.com/office/drawing/2014/main" id="{304FDEB4-8CF0-A837-42D8-887B2901D037}"/>
                    </a:ext>
                  </a:extLst>
                </p:cNvPr>
                <p:cNvPicPr/>
                <p:nvPr/>
              </p:nvPicPr>
              <p:blipFill>
                <a:blip r:embed="rId8"/>
                <a:stretch>
                  <a:fillRect/>
                </a:stretch>
              </p:blipFill>
              <p:spPr>
                <a:xfrm>
                  <a:off x="2551430" y="933157"/>
                  <a:ext cx="216000" cy="333000"/>
                </a:xfrm>
                <a:prstGeom prst="rect">
                  <a:avLst/>
                </a:prstGeom>
              </p:spPr>
            </p:pic>
          </mc:Fallback>
        </mc:AlternateContent>
        <mc:AlternateContent xmlns:mc="http://schemas.openxmlformats.org/markup-compatibility/2006">
          <mc:Choice xmlns:p14="http://schemas.microsoft.com/office/powerpoint/2010/main" Requires="p14">
            <p:contentPart p14:bwMode="auto" r:id="rId9">
              <p14:nvContentPartPr>
                <p14:cNvPr id="7" name="Ink 6">
                  <a:extLst>
                    <a:ext uri="{FF2B5EF4-FFF2-40B4-BE49-F238E27FC236}">
                      <a16:creationId xmlns:a16="http://schemas.microsoft.com/office/drawing/2014/main" id="{9A5F38D2-EB81-D147-6479-18794C704308}"/>
                    </a:ext>
                  </a:extLst>
                </p14:cNvPr>
                <p14:cNvContentPartPr/>
                <p14:nvPr/>
              </p14:nvContentPartPr>
              <p14:xfrm>
                <a:off x="2974070" y="1125037"/>
                <a:ext cx="9360" cy="167040"/>
              </p14:xfrm>
            </p:contentPart>
          </mc:Choice>
          <mc:Fallback>
            <p:pic>
              <p:nvPicPr>
                <p:cNvPr id="7" name="Ink 6">
                  <a:extLst>
                    <a:ext uri="{FF2B5EF4-FFF2-40B4-BE49-F238E27FC236}">
                      <a16:creationId xmlns:a16="http://schemas.microsoft.com/office/drawing/2014/main" id="{9A5F38D2-EB81-D147-6479-18794C704308}"/>
                    </a:ext>
                  </a:extLst>
                </p:cNvPr>
                <p:cNvPicPr/>
                <p:nvPr/>
              </p:nvPicPr>
              <p:blipFill>
                <a:blip r:embed="rId10"/>
                <a:stretch>
                  <a:fillRect/>
                </a:stretch>
              </p:blipFill>
              <p:spPr>
                <a:xfrm>
                  <a:off x="2911430" y="1062037"/>
                  <a:ext cx="135000" cy="292680"/>
                </a:xfrm>
                <a:prstGeom prst="rect">
                  <a:avLst/>
                </a:prstGeom>
              </p:spPr>
            </p:pic>
          </mc:Fallback>
        </mc:AlternateContent>
        <mc:AlternateContent xmlns:mc="http://schemas.openxmlformats.org/markup-compatibility/2006">
          <mc:Choice xmlns:p14="http://schemas.microsoft.com/office/powerpoint/2010/main" Requires="p14">
            <p:contentPart p14:bwMode="auto" r:id="rId11">
              <p14:nvContentPartPr>
                <p14:cNvPr id="8" name="Ink 7">
                  <a:extLst>
                    <a:ext uri="{FF2B5EF4-FFF2-40B4-BE49-F238E27FC236}">
                      <a16:creationId xmlns:a16="http://schemas.microsoft.com/office/drawing/2014/main" id="{0F758CBB-CA76-5DE0-2031-7E1C40D93B89}"/>
                    </a:ext>
                  </a:extLst>
                </p14:cNvPr>
                <p14:cNvContentPartPr/>
                <p14:nvPr/>
              </p14:nvContentPartPr>
              <p14:xfrm>
                <a:off x="2944550" y="1018117"/>
                <a:ext cx="16200" cy="6840"/>
              </p14:xfrm>
            </p:contentPart>
          </mc:Choice>
          <mc:Fallback>
            <p:pic>
              <p:nvPicPr>
                <p:cNvPr id="8" name="Ink 7">
                  <a:extLst>
                    <a:ext uri="{FF2B5EF4-FFF2-40B4-BE49-F238E27FC236}">
                      <a16:creationId xmlns:a16="http://schemas.microsoft.com/office/drawing/2014/main" id="{0F758CBB-CA76-5DE0-2031-7E1C40D93B89}"/>
                    </a:ext>
                  </a:extLst>
                </p:cNvPr>
                <p:cNvPicPr/>
                <p:nvPr/>
              </p:nvPicPr>
              <p:blipFill>
                <a:blip r:embed="rId12"/>
                <a:stretch>
                  <a:fillRect/>
                </a:stretch>
              </p:blipFill>
              <p:spPr>
                <a:xfrm>
                  <a:off x="2881910" y="955477"/>
                  <a:ext cx="141840" cy="132480"/>
                </a:xfrm>
                <a:prstGeom prst="rect">
                  <a:avLst/>
                </a:prstGeom>
              </p:spPr>
            </p:pic>
          </mc:Fallback>
        </mc:AlternateContent>
        <mc:AlternateContent xmlns:mc="http://schemas.openxmlformats.org/markup-compatibility/2006">
          <mc:Choice xmlns:p14="http://schemas.microsoft.com/office/powerpoint/2010/main" Requires="p14">
            <p:contentPart p14:bwMode="auto" r:id="rId13">
              <p14:nvContentPartPr>
                <p14:cNvPr id="9" name="Ink 8">
                  <a:extLst>
                    <a:ext uri="{FF2B5EF4-FFF2-40B4-BE49-F238E27FC236}">
                      <a16:creationId xmlns:a16="http://schemas.microsoft.com/office/drawing/2014/main" id="{555433BA-2423-1ADD-00C2-15F00A322D4A}"/>
                    </a:ext>
                  </a:extLst>
                </p14:cNvPr>
                <p14:cNvContentPartPr/>
                <p14:nvPr/>
              </p14:nvContentPartPr>
              <p14:xfrm>
                <a:off x="3138590" y="1014877"/>
                <a:ext cx="295560" cy="121680"/>
              </p14:xfrm>
            </p:contentPart>
          </mc:Choice>
          <mc:Fallback>
            <p:pic>
              <p:nvPicPr>
                <p:cNvPr id="9" name="Ink 8">
                  <a:extLst>
                    <a:ext uri="{FF2B5EF4-FFF2-40B4-BE49-F238E27FC236}">
                      <a16:creationId xmlns:a16="http://schemas.microsoft.com/office/drawing/2014/main" id="{555433BA-2423-1ADD-00C2-15F00A322D4A}"/>
                    </a:ext>
                  </a:extLst>
                </p:cNvPr>
                <p:cNvPicPr/>
                <p:nvPr/>
              </p:nvPicPr>
              <p:blipFill>
                <a:blip r:embed="rId14"/>
                <a:stretch>
                  <a:fillRect/>
                </a:stretch>
              </p:blipFill>
              <p:spPr>
                <a:xfrm>
                  <a:off x="3075590" y="952237"/>
                  <a:ext cx="421200" cy="247320"/>
                </a:xfrm>
                <a:prstGeom prst="rect">
                  <a:avLst/>
                </a:prstGeom>
              </p:spPr>
            </p:pic>
          </mc:Fallback>
        </mc:AlternateContent>
        <mc:AlternateContent xmlns:mc="http://schemas.openxmlformats.org/markup-compatibility/2006">
          <mc:Choice xmlns:p14="http://schemas.microsoft.com/office/powerpoint/2010/main" Requires="p14">
            <p:contentPart p14:bwMode="auto" r:id="rId15">
              <p14:nvContentPartPr>
                <p14:cNvPr id="10" name="Ink 9">
                  <a:extLst>
                    <a:ext uri="{FF2B5EF4-FFF2-40B4-BE49-F238E27FC236}">
                      <a16:creationId xmlns:a16="http://schemas.microsoft.com/office/drawing/2014/main" id="{95FD50D3-E5A2-B56F-3BFF-5059D332BA91}"/>
                    </a:ext>
                  </a:extLst>
                </p14:cNvPr>
                <p14:cNvContentPartPr/>
                <p14:nvPr/>
              </p14:nvContentPartPr>
              <p14:xfrm>
                <a:off x="3547190" y="994717"/>
                <a:ext cx="75960" cy="171360"/>
              </p14:xfrm>
            </p:contentPart>
          </mc:Choice>
          <mc:Fallback>
            <p:pic>
              <p:nvPicPr>
                <p:cNvPr id="10" name="Ink 9">
                  <a:extLst>
                    <a:ext uri="{FF2B5EF4-FFF2-40B4-BE49-F238E27FC236}">
                      <a16:creationId xmlns:a16="http://schemas.microsoft.com/office/drawing/2014/main" id="{95FD50D3-E5A2-B56F-3BFF-5059D332BA91}"/>
                    </a:ext>
                  </a:extLst>
                </p:cNvPr>
                <p:cNvPicPr/>
                <p:nvPr/>
              </p:nvPicPr>
              <p:blipFill>
                <a:blip r:embed="rId16"/>
                <a:stretch>
                  <a:fillRect/>
                </a:stretch>
              </p:blipFill>
              <p:spPr>
                <a:xfrm>
                  <a:off x="3484550" y="931717"/>
                  <a:ext cx="201600" cy="297000"/>
                </a:xfrm>
                <a:prstGeom prst="rect">
                  <a:avLst/>
                </a:prstGeom>
              </p:spPr>
            </p:pic>
          </mc:Fallback>
        </mc:AlternateContent>
      </p:grpSp>
      <p:grpSp>
        <p:nvGrpSpPr>
          <p:cNvPr id="18" name="Group 17">
            <a:extLst>
              <a:ext uri="{FF2B5EF4-FFF2-40B4-BE49-F238E27FC236}">
                <a16:creationId xmlns:a16="http://schemas.microsoft.com/office/drawing/2014/main" id="{B35D38C4-082C-6F79-FC34-82208D4D5047}"/>
              </a:ext>
            </a:extLst>
          </p:cNvPr>
          <p:cNvGrpSpPr/>
          <p:nvPr/>
        </p:nvGrpSpPr>
        <p:grpSpPr>
          <a:xfrm>
            <a:off x="8357870" y="780877"/>
            <a:ext cx="568440" cy="446400"/>
            <a:chOff x="8357870" y="780877"/>
            <a:chExt cx="568440" cy="446400"/>
          </a:xfrm>
        </p:grpSpPr>
        <mc:AlternateContent xmlns:mc="http://schemas.openxmlformats.org/markup-compatibility/2006">
          <mc:Choice xmlns:p14="http://schemas.microsoft.com/office/powerpoint/2010/main" Requires="p14">
            <p:contentPart p14:bwMode="auto" r:id="rId17">
              <p14:nvContentPartPr>
                <p14:cNvPr id="12" name="Ink 11">
                  <a:extLst>
                    <a:ext uri="{FF2B5EF4-FFF2-40B4-BE49-F238E27FC236}">
                      <a16:creationId xmlns:a16="http://schemas.microsoft.com/office/drawing/2014/main" id="{7B38D890-0251-8D05-C94C-8B65D8182F52}"/>
                    </a:ext>
                  </a:extLst>
                </p14:cNvPr>
                <p14:cNvContentPartPr/>
                <p14:nvPr/>
              </p14:nvContentPartPr>
              <p14:xfrm>
                <a:off x="8390990" y="780877"/>
                <a:ext cx="89280" cy="446400"/>
              </p14:xfrm>
            </p:contentPart>
          </mc:Choice>
          <mc:Fallback>
            <p:pic>
              <p:nvPicPr>
                <p:cNvPr id="12" name="Ink 11">
                  <a:extLst>
                    <a:ext uri="{FF2B5EF4-FFF2-40B4-BE49-F238E27FC236}">
                      <a16:creationId xmlns:a16="http://schemas.microsoft.com/office/drawing/2014/main" id="{7B38D890-0251-8D05-C94C-8B65D8182F52}"/>
                    </a:ext>
                  </a:extLst>
                </p:cNvPr>
                <p:cNvPicPr/>
                <p:nvPr/>
              </p:nvPicPr>
              <p:blipFill>
                <a:blip r:embed="rId18"/>
                <a:stretch>
                  <a:fillRect/>
                </a:stretch>
              </p:blipFill>
              <p:spPr>
                <a:xfrm>
                  <a:off x="8373350" y="763237"/>
                  <a:ext cx="124920" cy="482040"/>
                </a:xfrm>
                <a:prstGeom prst="rect">
                  <a:avLst/>
                </a:prstGeom>
              </p:spPr>
            </p:pic>
          </mc:Fallback>
        </mc:AlternateContent>
        <mc:AlternateContent xmlns:mc="http://schemas.openxmlformats.org/markup-compatibility/2006">
          <mc:Choice xmlns:p14="http://schemas.microsoft.com/office/powerpoint/2010/main" Requires="p14">
            <p:contentPart p14:bwMode="auto" r:id="rId19">
              <p14:nvContentPartPr>
                <p14:cNvPr id="13" name="Ink 12">
                  <a:extLst>
                    <a:ext uri="{FF2B5EF4-FFF2-40B4-BE49-F238E27FC236}">
                      <a16:creationId xmlns:a16="http://schemas.microsoft.com/office/drawing/2014/main" id="{D8B610DF-4603-32B9-EC0F-B8B309C27967}"/>
                    </a:ext>
                  </a:extLst>
                </p14:cNvPr>
                <p14:cNvContentPartPr/>
                <p14:nvPr/>
              </p14:nvContentPartPr>
              <p14:xfrm>
                <a:off x="8357870" y="789877"/>
                <a:ext cx="237960" cy="165240"/>
              </p14:xfrm>
            </p:contentPart>
          </mc:Choice>
          <mc:Fallback>
            <p:pic>
              <p:nvPicPr>
                <p:cNvPr id="13" name="Ink 12">
                  <a:extLst>
                    <a:ext uri="{FF2B5EF4-FFF2-40B4-BE49-F238E27FC236}">
                      <a16:creationId xmlns:a16="http://schemas.microsoft.com/office/drawing/2014/main" id="{D8B610DF-4603-32B9-EC0F-B8B309C27967}"/>
                    </a:ext>
                  </a:extLst>
                </p:cNvPr>
                <p:cNvPicPr/>
                <p:nvPr/>
              </p:nvPicPr>
              <p:blipFill>
                <a:blip r:embed="rId20"/>
                <a:stretch>
                  <a:fillRect/>
                </a:stretch>
              </p:blipFill>
              <p:spPr>
                <a:xfrm>
                  <a:off x="8339870" y="771877"/>
                  <a:ext cx="273600" cy="200880"/>
                </a:xfrm>
                <a:prstGeom prst="rect">
                  <a:avLst/>
                </a:prstGeom>
              </p:spPr>
            </p:pic>
          </mc:Fallback>
        </mc:AlternateContent>
        <mc:AlternateContent xmlns:mc="http://schemas.openxmlformats.org/markup-compatibility/2006">
          <mc:Choice xmlns:p14="http://schemas.microsoft.com/office/powerpoint/2010/main" Requires="p14">
            <p:contentPart p14:bwMode="auto" r:id="rId21">
              <p14:nvContentPartPr>
                <p14:cNvPr id="14" name="Ink 13">
                  <a:extLst>
                    <a:ext uri="{FF2B5EF4-FFF2-40B4-BE49-F238E27FC236}">
                      <a16:creationId xmlns:a16="http://schemas.microsoft.com/office/drawing/2014/main" id="{3BE0E158-5596-2ADD-0DD6-3F6815A3E963}"/>
                    </a:ext>
                  </a:extLst>
                </p14:cNvPr>
                <p14:cNvContentPartPr/>
                <p14:nvPr/>
              </p14:nvContentPartPr>
              <p14:xfrm>
                <a:off x="8457950" y="975997"/>
                <a:ext cx="102960" cy="65880"/>
              </p14:xfrm>
            </p:contentPart>
          </mc:Choice>
          <mc:Fallback>
            <p:pic>
              <p:nvPicPr>
                <p:cNvPr id="14" name="Ink 13">
                  <a:extLst>
                    <a:ext uri="{FF2B5EF4-FFF2-40B4-BE49-F238E27FC236}">
                      <a16:creationId xmlns:a16="http://schemas.microsoft.com/office/drawing/2014/main" id="{3BE0E158-5596-2ADD-0DD6-3F6815A3E963}"/>
                    </a:ext>
                  </a:extLst>
                </p:cNvPr>
                <p:cNvPicPr/>
                <p:nvPr/>
              </p:nvPicPr>
              <p:blipFill>
                <a:blip r:embed="rId22"/>
                <a:stretch>
                  <a:fillRect/>
                </a:stretch>
              </p:blipFill>
              <p:spPr>
                <a:xfrm>
                  <a:off x="8440310" y="957997"/>
                  <a:ext cx="138600" cy="101520"/>
                </a:xfrm>
                <a:prstGeom prst="rect">
                  <a:avLst/>
                </a:prstGeom>
              </p:spPr>
            </p:pic>
          </mc:Fallback>
        </mc:AlternateContent>
        <mc:AlternateContent xmlns:mc="http://schemas.openxmlformats.org/markup-compatibility/2006">
          <mc:Choice xmlns:p14="http://schemas.microsoft.com/office/powerpoint/2010/main" Requires="p14">
            <p:contentPart p14:bwMode="auto" r:id="rId23">
              <p14:nvContentPartPr>
                <p14:cNvPr id="15" name="Ink 14">
                  <a:extLst>
                    <a:ext uri="{FF2B5EF4-FFF2-40B4-BE49-F238E27FC236}">
                      <a16:creationId xmlns:a16="http://schemas.microsoft.com/office/drawing/2014/main" id="{7962C819-03D9-E4D5-1985-0398388BF2B3}"/>
                    </a:ext>
                  </a:extLst>
                </p14:cNvPr>
                <p14:cNvContentPartPr/>
                <p14:nvPr/>
              </p14:nvContentPartPr>
              <p14:xfrm>
                <a:off x="8661710" y="927037"/>
                <a:ext cx="131040" cy="189720"/>
              </p14:xfrm>
            </p:contentPart>
          </mc:Choice>
          <mc:Fallback>
            <p:pic>
              <p:nvPicPr>
                <p:cNvPr id="15" name="Ink 14">
                  <a:extLst>
                    <a:ext uri="{FF2B5EF4-FFF2-40B4-BE49-F238E27FC236}">
                      <a16:creationId xmlns:a16="http://schemas.microsoft.com/office/drawing/2014/main" id="{7962C819-03D9-E4D5-1985-0398388BF2B3}"/>
                    </a:ext>
                  </a:extLst>
                </p:cNvPr>
                <p:cNvPicPr/>
                <p:nvPr/>
              </p:nvPicPr>
              <p:blipFill>
                <a:blip r:embed="rId24"/>
                <a:stretch>
                  <a:fillRect/>
                </a:stretch>
              </p:blipFill>
              <p:spPr>
                <a:xfrm>
                  <a:off x="8644070" y="909037"/>
                  <a:ext cx="166680" cy="225360"/>
                </a:xfrm>
                <a:prstGeom prst="rect">
                  <a:avLst/>
                </a:prstGeom>
              </p:spPr>
            </p:pic>
          </mc:Fallback>
        </mc:AlternateContent>
        <mc:AlternateContent xmlns:mc="http://schemas.openxmlformats.org/markup-compatibility/2006">
          <mc:Choice xmlns:p14="http://schemas.microsoft.com/office/powerpoint/2010/main" Requires="p14">
            <p:contentPart p14:bwMode="auto" r:id="rId25">
              <p14:nvContentPartPr>
                <p14:cNvPr id="16" name="Ink 15">
                  <a:extLst>
                    <a:ext uri="{FF2B5EF4-FFF2-40B4-BE49-F238E27FC236}">
                      <a16:creationId xmlns:a16="http://schemas.microsoft.com/office/drawing/2014/main" id="{69CA6490-8777-99C4-CE72-2F290C26B6BA}"/>
                    </a:ext>
                  </a:extLst>
                </p14:cNvPr>
                <p14:cNvContentPartPr/>
                <p14:nvPr/>
              </p14:nvContentPartPr>
              <p14:xfrm>
                <a:off x="8810390" y="942517"/>
                <a:ext cx="115920" cy="185040"/>
              </p14:xfrm>
            </p:contentPart>
          </mc:Choice>
          <mc:Fallback>
            <p:pic>
              <p:nvPicPr>
                <p:cNvPr id="16" name="Ink 15">
                  <a:extLst>
                    <a:ext uri="{FF2B5EF4-FFF2-40B4-BE49-F238E27FC236}">
                      <a16:creationId xmlns:a16="http://schemas.microsoft.com/office/drawing/2014/main" id="{69CA6490-8777-99C4-CE72-2F290C26B6BA}"/>
                    </a:ext>
                  </a:extLst>
                </p:cNvPr>
                <p:cNvPicPr/>
                <p:nvPr/>
              </p:nvPicPr>
              <p:blipFill>
                <a:blip r:embed="rId26"/>
                <a:stretch>
                  <a:fillRect/>
                </a:stretch>
              </p:blipFill>
              <p:spPr>
                <a:xfrm>
                  <a:off x="8792750" y="924877"/>
                  <a:ext cx="151560" cy="22068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27">
            <p14:nvContentPartPr>
              <p14:cNvPr id="17" name="Ink 16">
                <a:extLst>
                  <a:ext uri="{FF2B5EF4-FFF2-40B4-BE49-F238E27FC236}">
                    <a16:creationId xmlns:a16="http://schemas.microsoft.com/office/drawing/2014/main" id="{356BAD96-A99A-177A-88B0-F4159F91FD2D}"/>
                  </a:ext>
                </a:extLst>
              </p14:cNvPr>
              <p14:cNvContentPartPr/>
              <p14:nvPr/>
            </p14:nvContentPartPr>
            <p14:xfrm>
              <a:off x="9138710" y="959077"/>
              <a:ext cx="263160" cy="267480"/>
            </p14:xfrm>
          </p:contentPart>
        </mc:Choice>
        <mc:Fallback>
          <p:pic>
            <p:nvPicPr>
              <p:cNvPr id="17" name="Ink 16">
                <a:extLst>
                  <a:ext uri="{FF2B5EF4-FFF2-40B4-BE49-F238E27FC236}">
                    <a16:creationId xmlns:a16="http://schemas.microsoft.com/office/drawing/2014/main" id="{356BAD96-A99A-177A-88B0-F4159F91FD2D}"/>
                  </a:ext>
                </a:extLst>
              </p:cNvPr>
              <p:cNvPicPr/>
              <p:nvPr/>
            </p:nvPicPr>
            <p:blipFill>
              <a:blip r:embed="rId28"/>
              <a:stretch>
                <a:fillRect/>
              </a:stretch>
            </p:blipFill>
            <p:spPr>
              <a:xfrm>
                <a:off x="9121070" y="941437"/>
                <a:ext cx="298800" cy="303120"/>
              </a:xfrm>
              <a:prstGeom prst="rect">
                <a:avLst/>
              </a:prstGeom>
            </p:spPr>
          </p:pic>
        </mc:Fallback>
      </mc:AlternateContent>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2700" rIns="0" bIns="0" rtlCol="0">
            <a:spAutoFit/>
          </a:bodyPr>
          <a:lstStyle/>
          <a:p>
            <a:pPr marL="24765">
              <a:lnSpc>
                <a:spcPct val="100000"/>
              </a:lnSpc>
              <a:spcBef>
                <a:spcPts val="100"/>
              </a:spcBef>
            </a:pPr>
            <a:r>
              <a:rPr dirty="0"/>
              <a:t>Time</a:t>
            </a:r>
            <a:r>
              <a:rPr spc="185" dirty="0"/>
              <a:t> </a:t>
            </a:r>
            <a:r>
              <a:rPr dirty="0"/>
              <a:t>and</a:t>
            </a:r>
            <a:r>
              <a:rPr spc="185" dirty="0"/>
              <a:t> </a:t>
            </a:r>
            <a:r>
              <a:rPr dirty="0"/>
              <a:t>Frequency</a:t>
            </a:r>
            <a:r>
              <a:rPr spc="190" dirty="0"/>
              <a:t> </a:t>
            </a:r>
            <a:r>
              <a:rPr dirty="0"/>
              <a:t>Domain</a:t>
            </a:r>
            <a:r>
              <a:rPr spc="215" dirty="0"/>
              <a:t> </a:t>
            </a:r>
            <a:r>
              <a:rPr spc="-10" dirty="0"/>
              <a:t>Visualizations</a:t>
            </a:r>
          </a:p>
        </p:txBody>
      </p:sp>
      <p:pic>
        <p:nvPicPr>
          <p:cNvPr id="3" name="object 3"/>
          <p:cNvPicPr/>
          <p:nvPr/>
        </p:nvPicPr>
        <p:blipFill>
          <a:blip r:embed="rId2" cstate="print"/>
          <a:stretch>
            <a:fillRect/>
          </a:stretch>
        </p:blipFill>
        <p:spPr>
          <a:xfrm>
            <a:off x="312420" y="1235677"/>
            <a:ext cx="11270565" cy="4869075"/>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How</a:t>
            </a:r>
            <a:r>
              <a:rPr spc="-55" dirty="0"/>
              <a:t> </a:t>
            </a:r>
            <a:r>
              <a:rPr dirty="0"/>
              <a:t>do</a:t>
            </a:r>
            <a:r>
              <a:rPr spc="-45" dirty="0"/>
              <a:t> </a:t>
            </a:r>
            <a:r>
              <a:rPr dirty="0"/>
              <a:t>different</a:t>
            </a:r>
            <a:r>
              <a:rPr spc="-35" dirty="0"/>
              <a:t> </a:t>
            </a:r>
            <a:r>
              <a:rPr dirty="0"/>
              <a:t>noise</a:t>
            </a:r>
            <a:r>
              <a:rPr spc="-55" dirty="0"/>
              <a:t> </a:t>
            </a:r>
            <a:r>
              <a:rPr dirty="0"/>
              <a:t>sources</a:t>
            </a:r>
            <a:r>
              <a:rPr spc="-60" dirty="0"/>
              <a:t> </a:t>
            </a:r>
            <a:r>
              <a:rPr spc="-20" dirty="0"/>
              <a:t>add?</a:t>
            </a:r>
          </a:p>
        </p:txBody>
      </p:sp>
      <p:pic>
        <p:nvPicPr>
          <p:cNvPr id="3" name="object 3"/>
          <p:cNvPicPr/>
          <p:nvPr/>
        </p:nvPicPr>
        <p:blipFill>
          <a:blip r:embed="rId2" cstate="print"/>
          <a:stretch>
            <a:fillRect/>
          </a:stretch>
        </p:blipFill>
        <p:spPr>
          <a:xfrm>
            <a:off x="1619630" y="1044320"/>
            <a:ext cx="8385809" cy="5468491"/>
          </a:xfrm>
          <a:prstGeom prst="rect">
            <a:avLst/>
          </a:prstGeom>
        </p:spPr>
      </p:pic>
      <mc:AlternateContent xmlns:mc="http://schemas.openxmlformats.org/markup-compatibility/2006">
        <mc:Choice xmlns:p14="http://schemas.microsoft.com/office/powerpoint/2010/main" Requires="p14">
          <p:contentPart p14:bwMode="auto" r:id="rId3">
            <p14:nvContentPartPr>
              <p14:cNvPr id="4" name="Ink 3">
                <a:extLst>
                  <a:ext uri="{FF2B5EF4-FFF2-40B4-BE49-F238E27FC236}">
                    <a16:creationId xmlns:a16="http://schemas.microsoft.com/office/drawing/2014/main" id="{BE3AB212-DB41-52FC-18CD-649B71F25C42}"/>
                  </a:ext>
                </a:extLst>
              </p14:cNvPr>
              <p14:cNvContentPartPr/>
              <p14:nvPr/>
            </p14:nvContentPartPr>
            <p14:xfrm>
              <a:off x="7704470" y="1856557"/>
              <a:ext cx="293760" cy="402120"/>
            </p14:xfrm>
          </p:contentPart>
        </mc:Choice>
        <mc:Fallback>
          <p:pic>
            <p:nvPicPr>
              <p:cNvPr id="4" name="Ink 3">
                <a:extLst>
                  <a:ext uri="{FF2B5EF4-FFF2-40B4-BE49-F238E27FC236}">
                    <a16:creationId xmlns:a16="http://schemas.microsoft.com/office/drawing/2014/main" id="{BE3AB212-DB41-52FC-18CD-649B71F25C42}"/>
                  </a:ext>
                </a:extLst>
              </p:cNvPr>
              <p:cNvPicPr/>
              <p:nvPr/>
            </p:nvPicPr>
            <p:blipFill>
              <a:blip r:embed="rId4"/>
              <a:stretch>
                <a:fillRect/>
              </a:stretch>
            </p:blipFill>
            <p:spPr>
              <a:xfrm>
                <a:off x="7686470" y="1838917"/>
                <a:ext cx="329400" cy="437760"/>
              </a:xfrm>
              <a:prstGeom prst="rect">
                <a:avLst/>
              </a:prstGeom>
            </p:spPr>
          </p:pic>
        </mc:Fallback>
      </mc:AlternateContent>
      <p:grpSp>
        <p:nvGrpSpPr>
          <p:cNvPr id="80" name="Group 79">
            <a:extLst>
              <a:ext uri="{FF2B5EF4-FFF2-40B4-BE49-F238E27FC236}">
                <a16:creationId xmlns:a16="http://schemas.microsoft.com/office/drawing/2014/main" id="{38DFF282-680D-32CA-1F9A-D06BF37FCDD9}"/>
              </a:ext>
            </a:extLst>
          </p:cNvPr>
          <p:cNvGrpSpPr/>
          <p:nvPr/>
        </p:nvGrpSpPr>
        <p:grpSpPr>
          <a:xfrm>
            <a:off x="8081750" y="1546957"/>
            <a:ext cx="4071960" cy="4037400"/>
            <a:chOff x="8081750" y="1546957"/>
            <a:chExt cx="4071960" cy="4037400"/>
          </a:xfrm>
        </p:grpSpPr>
        <mc:AlternateContent xmlns:mc="http://schemas.openxmlformats.org/markup-compatibility/2006">
          <mc:Choice xmlns:p14="http://schemas.microsoft.com/office/powerpoint/2010/main" Requires="p14">
            <p:contentPart p14:bwMode="auto" r:id="rId5">
              <p14:nvContentPartPr>
                <p14:cNvPr id="13" name="Ink 12">
                  <a:extLst>
                    <a:ext uri="{FF2B5EF4-FFF2-40B4-BE49-F238E27FC236}">
                      <a16:creationId xmlns:a16="http://schemas.microsoft.com/office/drawing/2014/main" id="{D0E11B31-FADD-7676-DFAB-786DC3F11C00}"/>
                    </a:ext>
                  </a:extLst>
                </p14:cNvPr>
                <p14:cNvContentPartPr/>
                <p14:nvPr/>
              </p14:nvContentPartPr>
              <p14:xfrm>
                <a:off x="8081750" y="2272357"/>
                <a:ext cx="157680" cy="142200"/>
              </p14:xfrm>
            </p:contentPart>
          </mc:Choice>
          <mc:Fallback>
            <p:pic>
              <p:nvPicPr>
                <p:cNvPr id="13" name="Ink 12">
                  <a:extLst>
                    <a:ext uri="{FF2B5EF4-FFF2-40B4-BE49-F238E27FC236}">
                      <a16:creationId xmlns:a16="http://schemas.microsoft.com/office/drawing/2014/main" id="{D0E11B31-FADD-7676-DFAB-786DC3F11C00}"/>
                    </a:ext>
                  </a:extLst>
                </p:cNvPr>
                <p:cNvPicPr/>
                <p:nvPr/>
              </p:nvPicPr>
              <p:blipFill>
                <a:blip r:embed="rId6"/>
                <a:stretch>
                  <a:fillRect/>
                </a:stretch>
              </p:blipFill>
              <p:spPr>
                <a:xfrm>
                  <a:off x="8064110" y="2254717"/>
                  <a:ext cx="193320" cy="177840"/>
                </a:xfrm>
                <a:prstGeom prst="rect">
                  <a:avLst/>
                </a:prstGeom>
              </p:spPr>
            </p:pic>
          </mc:Fallback>
        </mc:AlternateContent>
        <mc:AlternateContent xmlns:mc="http://schemas.openxmlformats.org/markup-compatibility/2006">
          <mc:Choice xmlns:p14="http://schemas.microsoft.com/office/powerpoint/2010/main" Requires="p14">
            <p:contentPart p14:bwMode="auto" r:id="rId7">
              <p14:nvContentPartPr>
                <p14:cNvPr id="14" name="Ink 13">
                  <a:extLst>
                    <a:ext uri="{FF2B5EF4-FFF2-40B4-BE49-F238E27FC236}">
                      <a16:creationId xmlns:a16="http://schemas.microsoft.com/office/drawing/2014/main" id="{0A3D6203-5318-D4B6-6E91-02C31A3374AC}"/>
                    </a:ext>
                  </a:extLst>
                </p14:cNvPr>
                <p14:cNvContentPartPr/>
                <p14:nvPr/>
              </p14:nvContentPartPr>
              <p14:xfrm>
                <a:off x="8310350" y="2306197"/>
                <a:ext cx="93240" cy="128520"/>
              </p14:xfrm>
            </p:contentPart>
          </mc:Choice>
          <mc:Fallback>
            <p:pic>
              <p:nvPicPr>
                <p:cNvPr id="14" name="Ink 13">
                  <a:extLst>
                    <a:ext uri="{FF2B5EF4-FFF2-40B4-BE49-F238E27FC236}">
                      <a16:creationId xmlns:a16="http://schemas.microsoft.com/office/drawing/2014/main" id="{0A3D6203-5318-D4B6-6E91-02C31A3374AC}"/>
                    </a:ext>
                  </a:extLst>
                </p:cNvPr>
                <p:cNvPicPr/>
                <p:nvPr/>
              </p:nvPicPr>
              <p:blipFill>
                <a:blip r:embed="rId8"/>
                <a:stretch>
                  <a:fillRect/>
                </a:stretch>
              </p:blipFill>
              <p:spPr>
                <a:xfrm>
                  <a:off x="8292710" y="2288557"/>
                  <a:ext cx="128880" cy="164160"/>
                </a:xfrm>
                <a:prstGeom prst="rect">
                  <a:avLst/>
                </a:prstGeom>
              </p:spPr>
            </p:pic>
          </mc:Fallback>
        </mc:AlternateContent>
        <mc:AlternateContent xmlns:mc="http://schemas.openxmlformats.org/markup-compatibility/2006">
          <mc:Choice xmlns:p14="http://schemas.microsoft.com/office/powerpoint/2010/main" Requires="p14">
            <p:contentPart p14:bwMode="auto" r:id="rId9">
              <p14:nvContentPartPr>
                <p14:cNvPr id="15" name="Ink 14">
                  <a:extLst>
                    <a:ext uri="{FF2B5EF4-FFF2-40B4-BE49-F238E27FC236}">
                      <a16:creationId xmlns:a16="http://schemas.microsoft.com/office/drawing/2014/main" id="{7A127373-60A6-A612-5FFB-D56281B87D08}"/>
                    </a:ext>
                  </a:extLst>
                </p14:cNvPr>
                <p14:cNvContentPartPr/>
                <p14:nvPr/>
              </p14:nvContentPartPr>
              <p14:xfrm>
                <a:off x="8457230" y="2296477"/>
                <a:ext cx="10440" cy="109440"/>
              </p14:xfrm>
            </p:contentPart>
          </mc:Choice>
          <mc:Fallback>
            <p:pic>
              <p:nvPicPr>
                <p:cNvPr id="15" name="Ink 14">
                  <a:extLst>
                    <a:ext uri="{FF2B5EF4-FFF2-40B4-BE49-F238E27FC236}">
                      <a16:creationId xmlns:a16="http://schemas.microsoft.com/office/drawing/2014/main" id="{7A127373-60A6-A612-5FFB-D56281B87D08}"/>
                    </a:ext>
                  </a:extLst>
                </p:cNvPr>
                <p:cNvPicPr/>
                <p:nvPr/>
              </p:nvPicPr>
              <p:blipFill>
                <a:blip r:embed="rId10"/>
                <a:stretch>
                  <a:fillRect/>
                </a:stretch>
              </p:blipFill>
              <p:spPr>
                <a:xfrm>
                  <a:off x="8439230" y="2278837"/>
                  <a:ext cx="46080" cy="145080"/>
                </a:xfrm>
                <a:prstGeom prst="rect">
                  <a:avLst/>
                </a:prstGeom>
              </p:spPr>
            </p:pic>
          </mc:Fallback>
        </mc:AlternateContent>
        <mc:AlternateContent xmlns:mc="http://schemas.openxmlformats.org/markup-compatibility/2006">
          <mc:Choice xmlns:p14="http://schemas.microsoft.com/office/powerpoint/2010/main" Requires="p14">
            <p:contentPart p14:bwMode="auto" r:id="rId11">
              <p14:nvContentPartPr>
                <p14:cNvPr id="16" name="Ink 15">
                  <a:extLst>
                    <a:ext uri="{FF2B5EF4-FFF2-40B4-BE49-F238E27FC236}">
                      <a16:creationId xmlns:a16="http://schemas.microsoft.com/office/drawing/2014/main" id="{983E5650-BA9F-141F-8037-9D8071144D9E}"/>
                    </a:ext>
                  </a:extLst>
                </p14:cNvPr>
                <p14:cNvContentPartPr/>
                <p14:nvPr/>
              </p14:nvContentPartPr>
              <p14:xfrm>
                <a:off x="8446430" y="2188477"/>
                <a:ext cx="49680" cy="64080"/>
              </p14:xfrm>
            </p:contentPart>
          </mc:Choice>
          <mc:Fallback>
            <p:pic>
              <p:nvPicPr>
                <p:cNvPr id="16" name="Ink 15">
                  <a:extLst>
                    <a:ext uri="{FF2B5EF4-FFF2-40B4-BE49-F238E27FC236}">
                      <a16:creationId xmlns:a16="http://schemas.microsoft.com/office/drawing/2014/main" id="{983E5650-BA9F-141F-8037-9D8071144D9E}"/>
                    </a:ext>
                  </a:extLst>
                </p:cNvPr>
                <p:cNvPicPr/>
                <p:nvPr/>
              </p:nvPicPr>
              <p:blipFill>
                <a:blip r:embed="rId12"/>
                <a:stretch>
                  <a:fillRect/>
                </a:stretch>
              </p:blipFill>
              <p:spPr>
                <a:xfrm>
                  <a:off x="8428430" y="2170837"/>
                  <a:ext cx="85320" cy="99720"/>
                </a:xfrm>
                <a:prstGeom prst="rect">
                  <a:avLst/>
                </a:prstGeom>
              </p:spPr>
            </p:pic>
          </mc:Fallback>
        </mc:AlternateContent>
        <mc:AlternateContent xmlns:mc="http://schemas.openxmlformats.org/markup-compatibility/2006">
          <mc:Choice xmlns:p14="http://schemas.microsoft.com/office/powerpoint/2010/main" Requires="p14">
            <p:contentPart p14:bwMode="auto" r:id="rId13">
              <p14:nvContentPartPr>
                <p14:cNvPr id="17" name="Ink 16">
                  <a:extLst>
                    <a:ext uri="{FF2B5EF4-FFF2-40B4-BE49-F238E27FC236}">
                      <a16:creationId xmlns:a16="http://schemas.microsoft.com/office/drawing/2014/main" id="{E573F0C9-34C7-23A3-24DB-C35660098B54}"/>
                    </a:ext>
                  </a:extLst>
                </p14:cNvPr>
                <p14:cNvContentPartPr/>
                <p14:nvPr/>
              </p14:nvContentPartPr>
              <p14:xfrm>
                <a:off x="8584310" y="2226277"/>
                <a:ext cx="67320" cy="173520"/>
              </p14:xfrm>
            </p:contentPart>
          </mc:Choice>
          <mc:Fallback>
            <p:pic>
              <p:nvPicPr>
                <p:cNvPr id="17" name="Ink 16">
                  <a:extLst>
                    <a:ext uri="{FF2B5EF4-FFF2-40B4-BE49-F238E27FC236}">
                      <a16:creationId xmlns:a16="http://schemas.microsoft.com/office/drawing/2014/main" id="{E573F0C9-34C7-23A3-24DB-C35660098B54}"/>
                    </a:ext>
                  </a:extLst>
                </p:cNvPr>
                <p:cNvPicPr/>
                <p:nvPr/>
              </p:nvPicPr>
              <p:blipFill>
                <a:blip r:embed="rId14"/>
                <a:stretch>
                  <a:fillRect/>
                </a:stretch>
              </p:blipFill>
              <p:spPr>
                <a:xfrm>
                  <a:off x="8566310" y="2208637"/>
                  <a:ext cx="102960" cy="209160"/>
                </a:xfrm>
                <a:prstGeom prst="rect">
                  <a:avLst/>
                </a:prstGeom>
              </p:spPr>
            </p:pic>
          </mc:Fallback>
        </mc:AlternateContent>
        <mc:AlternateContent xmlns:mc="http://schemas.openxmlformats.org/markup-compatibility/2006">
          <mc:Choice xmlns:p14="http://schemas.microsoft.com/office/powerpoint/2010/main" Requires="p14">
            <p:contentPart p14:bwMode="auto" r:id="rId15">
              <p14:nvContentPartPr>
                <p14:cNvPr id="18" name="Ink 17">
                  <a:extLst>
                    <a:ext uri="{FF2B5EF4-FFF2-40B4-BE49-F238E27FC236}">
                      <a16:creationId xmlns:a16="http://schemas.microsoft.com/office/drawing/2014/main" id="{0733CADB-6BC8-D728-9DB5-9D8BCE3CD0F9}"/>
                    </a:ext>
                  </a:extLst>
                </p14:cNvPr>
                <p14:cNvContentPartPr/>
                <p14:nvPr/>
              </p14:nvContentPartPr>
              <p14:xfrm>
                <a:off x="8650190" y="2264797"/>
                <a:ext cx="96120" cy="124920"/>
              </p14:xfrm>
            </p:contentPart>
          </mc:Choice>
          <mc:Fallback>
            <p:pic>
              <p:nvPicPr>
                <p:cNvPr id="18" name="Ink 17">
                  <a:extLst>
                    <a:ext uri="{FF2B5EF4-FFF2-40B4-BE49-F238E27FC236}">
                      <a16:creationId xmlns:a16="http://schemas.microsoft.com/office/drawing/2014/main" id="{0733CADB-6BC8-D728-9DB5-9D8BCE3CD0F9}"/>
                    </a:ext>
                  </a:extLst>
                </p:cNvPr>
                <p:cNvPicPr/>
                <p:nvPr/>
              </p:nvPicPr>
              <p:blipFill>
                <a:blip r:embed="rId16"/>
                <a:stretch>
                  <a:fillRect/>
                </a:stretch>
              </p:blipFill>
              <p:spPr>
                <a:xfrm>
                  <a:off x="8632190" y="2246797"/>
                  <a:ext cx="131760" cy="160560"/>
                </a:xfrm>
                <a:prstGeom prst="rect">
                  <a:avLst/>
                </a:prstGeom>
              </p:spPr>
            </p:pic>
          </mc:Fallback>
        </mc:AlternateContent>
        <mc:AlternateContent xmlns:mc="http://schemas.openxmlformats.org/markup-compatibility/2006">
          <mc:Choice xmlns:p14="http://schemas.microsoft.com/office/powerpoint/2010/main" Requires="p14">
            <p:contentPart p14:bwMode="auto" r:id="rId17">
              <p14:nvContentPartPr>
                <p14:cNvPr id="19" name="Ink 18">
                  <a:extLst>
                    <a:ext uri="{FF2B5EF4-FFF2-40B4-BE49-F238E27FC236}">
                      <a16:creationId xmlns:a16="http://schemas.microsoft.com/office/drawing/2014/main" id="{8ACF541A-CF79-694F-84F0-2DD3944E3858}"/>
                    </a:ext>
                  </a:extLst>
                </p14:cNvPr>
                <p14:cNvContentPartPr/>
                <p14:nvPr/>
              </p14:nvContentPartPr>
              <p14:xfrm>
                <a:off x="8789150" y="2343277"/>
                <a:ext cx="60840" cy="161280"/>
              </p14:xfrm>
            </p:contentPart>
          </mc:Choice>
          <mc:Fallback>
            <p:pic>
              <p:nvPicPr>
                <p:cNvPr id="19" name="Ink 18">
                  <a:extLst>
                    <a:ext uri="{FF2B5EF4-FFF2-40B4-BE49-F238E27FC236}">
                      <a16:creationId xmlns:a16="http://schemas.microsoft.com/office/drawing/2014/main" id="{8ACF541A-CF79-694F-84F0-2DD3944E3858}"/>
                    </a:ext>
                  </a:extLst>
                </p:cNvPr>
                <p:cNvPicPr/>
                <p:nvPr/>
              </p:nvPicPr>
              <p:blipFill>
                <a:blip r:embed="rId18"/>
                <a:stretch>
                  <a:fillRect/>
                </a:stretch>
              </p:blipFill>
              <p:spPr>
                <a:xfrm>
                  <a:off x="8771510" y="2325637"/>
                  <a:ext cx="96480" cy="196920"/>
                </a:xfrm>
                <a:prstGeom prst="rect">
                  <a:avLst/>
                </a:prstGeom>
              </p:spPr>
            </p:pic>
          </mc:Fallback>
        </mc:AlternateContent>
        <mc:AlternateContent xmlns:mc="http://schemas.openxmlformats.org/markup-compatibility/2006">
          <mc:Choice xmlns:p14="http://schemas.microsoft.com/office/powerpoint/2010/main" Requires="p14">
            <p:contentPart p14:bwMode="auto" r:id="rId19">
              <p14:nvContentPartPr>
                <p14:cNvPr id="20" name="Ink 19">
                  <a:extLst>
                    <a:ext uri="{FF2B5EF4-FFF2-40B4-BE49-F238E27FC236}">
                      <a16:creationId xmlns:a16="http://schemas.microsoft.com/office/drawing/2014/main" id="{AABF7159-5C65-1D90-5DBF-980B82DB51A3}"/>
                    </a:ext>
                  </a:extLst>
                </p14:cNvPr>
                <p14:cNvContentPartPr/>
                <p14:nvPr/>
              </p14:nvContentPartPr>
              <p14:xfrm>
                <a:off x="8963030" y="2250037"/>
                <a:ext cx="24480" cy="222480"/>
              </p14:xfrm>
            </p:contentPart>
          </mc:Choice>
          <mc:Fallback>
            <p:pic>
              <p:nvPicPr>
                <p:cNvPr id="20" name="Ink 19">
                  <a:extLst>
                    <a:ext uri="{FF2B5EF4-FFF2-40B4-BE49-F238E27FC236}">
                      <a16:creationId xmlns:a16="http://schemas.microsoft.com/office/drawing/2014/main" id="{AABF7159-5C65-1D90-5DBF-980B82DB51A3}"/>
                    </a:ext>
                  </a:extLst>
                </p:cNvPr>
                <p:cNvPicPr/>
                <p:nvPr/>
              </p:nvPicPr>
              <p:blipFill>
                <a:blip r:embed="rId20"/>
                <a:stretch>
                  <a:fillRect/>
                </a:stretch>
              </p:blipFill>
              <p:spPr>
                <a:xfrm>
                  <a:off x="8945030" y="2232397"/>
                  <a:ext cx="60120" cy="258120"/>
                </a:xfrm>
                <a:prstGeom prst="rect">
                  <a:avLst/>
                </a:prstGeom>
              </p:spPr>
            </p:pic>
          </mc:Fallback>
        </mc:AlternateContent>
        <mc:AlternateContent xmlns:mc="http://schemas.openxmlformats.org/markup-compatibility/2006">
          <mc:Choice xmlns:p14="http://schemas.microsoft.com/office/powerpoint/2010/main" Requires="p14">
            <p:contentPart p14:bwMode="auto" r:id="rId21">
              <p14:nvContentPartPr>
                <p14:cNvPr id="21" name="Ink 20">
                  <a:extLst>
                    <a:ext uri="{FF2B5EF4-FFF2-40B4-BE49-F238E27FC236}">
                      <a16:creationId xmlns:a16="http://schemas.microsoft.com/office/drawing/2014/main" id="{62323396-E4B7-A5F5-05CE-8C2EBA0F856B}"/>
                    </a:ext>
                  </a:extLst>
                </p14:cNvPr>
                <p14:cNvContentPartPr/>
                <p14:nvPr/>
              </p14:nvContentPartPr>
              <p14:xfrm>
                <a:off x="8917670" y="2341477"/>
                <a:ext cx="116280" cy="60480"/>
              </p14:xfrm>
            </p:contentPart>
          </mc:Choice>
          <mc:Fallback>
            <p:pic>
              <p:nvPicPr>
                <p:cNvPr id="21" name="Ink 20">
                  <a:extLst>
                    <a:ext uri="{FF2B5EF4-FFF2-40B4-BE49-F238E27FC236}">
                      <a16:creationId xmlns:a16="http://schemas.microsoft.com/office/drawing/2014/main" id="{62323396-E4B7-A5F5-05CE-8C2EBA0F856B}"/>
                    </a:ext>
                  </a:extLst>
                </p:cNvPr>
                <p:cNvPicPr/>
                <p:nvPr/>
              </p:nvPicPr>
              <p:blipFill>
                <a:blip r:embed="rId22"/>
                <a:stretch>
                  <a:fillRect/>
                </a:stretch>
              </p:blipFill>
              <p:spPr>
                <a:xfrm>
                  <a:off x="8899670" y="2323477"/>
                  <a:ext cx="151920" cy="96120"/>
                </a:xfrm>
                <a:prstGeom prst="rect">
                  <a:avLst/>
                </a:prstGeom>
              </p:spPr>
            </p:pic>
          </mc:Fallback>
        </mc:AlternateContent>
        <mc:AlternateContent xmlns:mc="http://schemas.openxmlformats.org/markup-compatibility/2006">
          <mc:Choice xmlns:p14="http://schemas.microsoft.com/office/powerpoint/2010/main" Requires="p14">
            <p:contentPart p14:bwMode="auto" r:id="rId23">
              <p14:nvContentPartPr>
                <p14:cNvPr id="22" name="Ink 21">
                  <a:extLst>
                    <a:ext uri="{FF2B5EF4-FFF2-40B4-BE49-F238E27FC236}">
                      <a16:creationId xmlns:a16="http://schemas.microsoft.com/office/drawing/2014/main" id="{FF29AB36-AC98-6308-C510-D61CE2BDAAED}"/>
                    </a:ext>
                  </a:extLst>
                </p14:cNvPr>
                <p14:cNvContentPartPr/>
                <p14:nvPr/>
              </p14:nvContentPartPr>
              <p14:xfrm>
                <a:off x="9048350" y="2322037"/>
                <a:ext cx="104760" cy="123840"/>
              </p14:xfrm>
            </p:contentPart>
          </mc:Choice>
          <mc:Fallback>
            <p:pic>
              <p:nvPicPr>
                <p:cNvPr id="22" name="Ink 21">
                  <a:extLst>
                    <a:ext uri="{FF2B5EF4-FFF2-40B4-BE49-F238E27FC236}">
                      <a16:creationId xmlns:a16="http://schemas.microsoft.com/office/drawing/2014/main" id="{FF29AB36-AC98-6308-C510-D61CE2BDAAED}"/>
                    </a:ext>
                  </a:extLst>
                </p:cNvPr>
                <p:cNvPicPr/>
                <p:nvPr/>
              </p:nvPicPr>
              <p:blipFill>
                <a:blip r:embed="rId24"/>
                <a:stretch>
                  <a:fillRect/>
                </a:stretch>
              </p:blipFill>
              <p:spPr>
                <a:xfrm>
                  <a:off x="9030710" y="2304037"/>
                  <a:ext cx="140400" cy="159480"/>
                </a:xfrm>
                <a:prstGeom prst="rect">
                  <a:avLst/>
                </a:prstGeom>
              </p:spPr>
            </p:pic>
          </mc:Fallback>
        </mc:AlternateContent>
        <mc:AlternateContent xmlns:mc="http://schemas.openxmlformats.org/markup-compatibility/2006">
          <mc:Choice xmlns:p14="http://schemas.microsoft.com/office/powerpoint/2010/main" Requires="p14">
            <p:contentPart p14:bwMode="auto" r:id="rId25">
              <p14:nvContentPartPr>
                <p14:cNvPr id="23" name="Ink 22">
                  <a:extLst>
                    <a:ext uri="{FF2B5EF4-FFF2-40B4-BE49-F238E27FC236}">
                      <a16:creationId xmlns:a16="http://schemas.microsoft.com/office/drawing/2014/main" id="{D7542B81-92F3-412D-0581-06900EE94924}"/>
                    </a:ext>
                  </a:extLst>
                </p14:cNvPr>
                <p14:cNvContentPartPr/>
                <p14:nvPr/>
              </p14:nvContentPartPr>
              <p14:xfrm>
                <a:off x="9253190" y="2264077"/>
                <a:ext cx="59040" cy="216720"/>
              </p14:xfrm>
            </p:contentPart>
          </mc:Choice>
          <mc:Fallback>
            <p:pic>
              <p:nvPicPr>
                <p:cNvPr id="23" name="Ink 22">
                  <a:extLst>
                    <a:ext uri="{FF2B5EF4-FFF2-40B4-BE49-F238E27FC236}">
                      <a16:creationId xmlns:a16="http://schemas.microsoft.com/office/drawing/2014/main" id="{D7542B81-92F3-412D-0581-06900EE94924}"/>
                    </a:ext>
                  </a:extLst>
                </p:cNvPr>
                <p:cNvPicPr/>
                <p:nvPr/>
              </p:nvPicPr>
              <p:blipFill>
                <a:blip r:embed="rId26"/>
                <a:stretch>
                  <a:fillRect/>
                </a:stretch>
              </p:blipFill>
              <p:spPr>
                <a:xfrm>
                  <a:off x="9235190" y="2246437"/>
                  <a:ext cx="94680" cy="252360"/>
                </a:xfrm>
                <a:prstGeom prst="rect">
                  <a:avLst/>
                </a:prstGeom>
              </p:spPr>
            </p:pic>
          </mc:Fallback>
        </mc:AlternateContent>
        <mc:AlternateContent xmlns:mc="http://schemas.openxmlformats.org/markup-compatibility/2006">
          <mc:Choice xmlns:p14="http://schemas.microsoft.com/office/powerpoint/2010/main" Requires="p14">
            <p:contentPart p14:bwMode="auto" r:id="rId27">
              <p14:nvContentPartPr>
                <p14:cNvPr id="24" name="Ink 23">
                  <a:extLst>
                    <a:ext uri="{FF2B5EF4-FFF2-40B4-BE49-F238E27FC236}">
                      <a16:creationId xmlns:a16="http://schemas.microsoft.com/office/drawing/2014/main" id="{9FEAE0F9-DAC7-A766-A2CE-8D7B2E096ED9}"/>
                    </a:ext>
                  </a:extLst>
                </p14:cNvPr>
                <p14:cNvContentPartPr/>
                <p14:nvPr/>
              </p14:nvContentPartPr>
              <p14:xfrm>
                <a:off x="9220790" y="2385397"/>
                <a:ext cx="52200" cy="29880"/>
              </p14:xfrm>
            </p:contentPart>
          </mc:Choice>
          <mc:Fallback>
            <p:pic>
              <p:nvPicPr>
                <p:cNvPr id="24" name="Ink 23">
                  <a:extLst>
                    <a:ext uri="{FF2B5EF4-FFF2-40B4-BE49-F238E27FC236}">
                      <a16:creationId xmlns:a16="http://schemas.microsoft.com/office/drawing/2014/main" id="{9FEAE0F9-DAC7-A766-A2CE-8D7B2E096ED9}"/>
                    </a:ext>
                  </a:extLst>
                </p:cNvPr>
                <p:cNvPicPr/>
                <p:nvPr/>
              </p:nvPicPr>
              <p:blipFill>
                <a:blip r:embed="rId28"/>
                <a:stretch>
                  <a:fillRect/>
                </a:stretch>
              </p:blipFill>
              <p:spPr>
                <a:xfrm>
                  <a:off x="9203150" y="2367397"/>
                  <a:ext cx="87840" cy="65520"/>
                </a:xfrm>
                <a:prstGeom prst="rect">
                  <a:avLst/>
                </a:prstGeom>
              </p:spPr>
            </p:pic>
          </mc:Fallback>
        </mc:AlternateContent>
        <mc:AlternateContent xmlns:mc="http://schemas.openxmlformats.org/markup-compatibility/2006">
          <mc:Choice xmlns:p14="http://schemas.microsoft.com/office/powerpoint/2010/main" Requires="p14">
            <p:contentPart p14:bwMode="auto" r:id="rId29">
              <p14:nvContentPartPr>
                <p14:cNvPr id="25" name="Ink 24">
                  <a:extLst>
                    <a:ext uri="{FF2B5EF4-FFF2-40B4-BE49-F238E27FC236}">
                      <a16:creationId xmlns:a16="http://schemas.microsoft.com/office/drawing/2014/main" id="{2E439820-0C15-D9DA-EF03-B6BE4CB89909}"/>
                    </a:ext>
                  </a:extLst>
                </p14:cNvPr>
                <p14:cNvContentPartPr/>
                <p14:nvPr/>
              </p14:nvContentPartPr>
              <p14:xfrm>
                <a:off x="9410510" y="2368837"/>
                <a:ext cx="97200" cy="100440"/>
              </p14:xfrm>
            </p:contentPart>
          </mc:Choice>
          <mc:Fallback>
            <p:pic>
              <p:nvPicPr>
                <p:cNvPr id="25" name="Ink 24">
                  <a:extLst>
                    <a:ext uri="{FF2B5EF4-FFF2-40B4-BE49-F238E27FC236}">
                      <a16:creationId xmlns:a16="http://schemas.microsoft.com/office/drawing/2014/main" id="{2E439820-0C15-D9DA-EF03-B6BE4CB89909}"/>
                    </a:ext>
                  </a:extLst>
                </p:cNvPr>
                <p:cNvPicPr/>
                <p:nvPr/>
              </p:nvPicPr>
              <p:blipFill>
                <a:blip r:embed="rId30"/>
                <a:stretch>
                  <a:fillRect/>
                </a:stretch>
              </p:blipFill>
              <p:spPr>
                <a:xfrm>
                  <a:off x="9392870" y="2350837"/>
                  <a:ext cx="132840" cy="136080"/>
                </a:xfrm>
                <a:prstGeom prst="rect">
                  <a:avLst/>
                </a:prstGeom>
              </p:spPr>
            </p:pic>
          </mc:Fallback>
        </mc:AlternateContent>
        <mc:AlternateContent xmlns:mc="http://schemas.openxmlformats.org/markup-compatibility/2006">
          <mc:Choice xmlns:p14="http://schemas.microsoft.com/office/powerpoint/2010/main" Requires="p14">
            <p:contentPart p14:bwMode="auto" r:id="rId31">
              <p14:nvContentPartPr>
                <p14:cNvPr id="26" name="Ink 25">
                  <a:extLst>
                    <a:ext uri="{FF2B5EF4-FFF2-40B4-BE49-F238E27FC236}">
                      <a16:creationId xmlns:a16="http://schemas.microsoft.com/office/drawing/2014/main" id="{1AD6B799-B3C4-AB06-9088-C17173E4BDFA}"/>
                    </a:ext>
                  </a:extLst>
                </p14:cNvPr>
                <p14:cNvContentPartPr/>
                <p14:nvPr/>
              </p14:nvContentPartPr>
              <p14:xfrm>
                <a:off x="9566750" y="2271637"/>
                <a:ext cx="46080" cy="201240"/>
              </p14:xfrm>
            </p:contentPart>
          </mc:Choice>
          <mc:Fallback>
            <p:pic>
              <p:nvPicPr>
                <p:cNvPr id="26" name="Ink 25">
                  <a:extLst>
                    <a:ext uri="{FF2B5EF4-FFF2-40B4-BE49-F238E27FC236}">
                      <a16:creationId xmlns:a16="http://schemas.microsoft.com/office/drawing/2014/main" id="{1AD6B799-B3C4-AB06-9088-C17173E4BDFA}"/>
                    </a:ext>
                  </a:extLst>
                </p:cNvPr>
                <p:cNvPicPr/>
                <p:nvPr/>
              </p:nvPicPr>
              <p:blipFill>
                <a:blip r:embed="rId32"/>
                <a:stretch>
                  <a:fillRect/>
                </a:stretch>
              </p:blipFill>
              <p:spPr>
                <a:xfrm>
                  <a:off x="9549110" y="2253637"/>
                  <a:ext cx="81720" cy="236880"/>
                </a:xfrm>
                <a:prstGeom prst="rect">
                  <a:avLst/>
                </a:prstGeom>
              </p:spPr>
            </p:pic>
          </mc:Fallback>
        </mc:AlternateContent>
        <mc:AlternateContent xmlns:mc="http://schemas.openxmlformats.org/markup-compatibility/2006">
          <mc:Choice xmlns:p14="http://schemas.microsoft.com/office/powerpoint/2010/main" Requires="p14">
            <p:contentPart p14:bwMode="auto" r:id="rId33">
              <p14:nvContentPartPr>
                <p14:cNvPr id="27" name="Ink 26">
                  <a:extLst>
                    <a:ext uri="{FF2B5EF4-FFF2-40B4-BE49-F238E27FC236}">
                      <a16:creationId xmlns:a16="http://schemas.microsoft.com/office/drawing/2014/main" id="{33644D02-F224-87FD-0B2D-C28B97E9509E}"/>
                    </a:ext>
                  </a:extLst>
                </p14:cNvPr>
                <p14:cNvContentPartPr/>
                <p14:nvPr/>
              </p14:nvContentPartPr>
              <p14:xfrm>
                <a:off x="9685550" y="2125477"/>
                <a:ext cx="55800" cy="3600"/>
              </p14:xfrm>
            </p:contentPart>
          </mc:Choice>
          <mc:Fallback>
            <p:pic>
              <p:nvPicPr>
                <p:cNvPr id="27" name="Ink 26">
                  <a:extLst>
                    <a:ext uri="{FF2B5EF4-FFF2-40B4-BE49-F238E27FC236}">
                      <a16:creationId xmlns:a16="http://schemas.microsoft.com/office/drawing/2014/main" id="{33644D02-F224-87FD-0B2D-C28B97E9509E}"/>
                    </a:ext>
                  </a:extLst>
                </p:cNvPr>
                <p:cNvPicPr/>
                <p:nvPr/>
              </p:nvPicPr>
              <p:blipFill>
                <a:blip r:embed="rId34"/>
                <a:stretch>
                  <a:fillRect/>
                </a:stretch>
              </p:blipFill>
              <p:spPr>
                <a:xfrm>
                  <a:off x="9667910" y="2107477"/>
                  <a:ext cx="91440" cy="39240"/>
                </a:xfrm>
                <a:prstGeom prst="rect">
                  <a:avLst/>
                </a:prstGeom>
              </p:spPr>
            </p:pic>
          </mc:Fallback>
        </mc:AlternateContent>
        <mc:AlternateContent xmlns:mc="http://schemas.openxmlformats.org/markup-compatibility/2006">
          <mc:Choice xmlns:p14="http://schemas.microsoft.com/office/powerpoint/2010/main" Requires="p14">
            <p:contentPart p14:bwMode="auto" r:id="rId35">
              <p14:nvContentPartPr>
                <p14:cNvPr id="28" name="Ink 27">
                  <a:extLst>
                    <a:ext uri="{FF2B5EF4-FFF2-40B4-BE49-F238E27FC236}">
                      <a16:creationId xmlns:a16="http://schemas.microsoft.com/office/drawing/2014/main" id="{3065DBF0-D3E1-B8F2-456A-4AFC6404380F}"/>
                    </a:ext>
                  </a:extLst>
                </p14:cNvPr>
                <p14:cNvContentPartPr/>
                <p14:nvPr/>
              </p14:nvContentPartPr>
              <p14:xfrm>
                <a:off x="9739190" y="2201077"/>
                <a:ext cx="33840" cy="3240"/>
              </p14:xfrm>
            </p:contentPart>
          </mc:Choice>
          <mc:Fallback>
            <p:pic>
              <p:nvPicPr>
                <p:cNvPr id="28" name="Ink 27">
                  <a:extLst>
                    <a:ext uri="{FF2B5EF4-FFF2-40B4-BE49-F238E27FC236}">
                      <a16:creationId xmlns:a16="http://schemas.microsoft.com/office/drawing/2014/main" id="{3065DBF0-D3E1-B8F2-456A-4AFC6404380F}"/>
                    </a:ext>
                  </a:extLst>
                </p:cNvPr>
                <p:cNvPicPr/>
                <p:nvPr/>
              </p:nvPicPr>
              <p:blipFill>
                <a:blip r:embed="rId36"/>
                <a:stretch>
                  <a:fillRect/>
                </a:stretch>
              </p:blipFill>
              <p:spPr>
                <a:xfrm>
                  <a:off x="9721190" y="2183437"/>
                  <a:ext cx="69480" cy="38880"/>
                </a:xfrm>
                <a:prstGeom prst="rect">
                  <a:avLst/>
                </a:prstGeom>
              </p:spPr>
            </p:pic>
          </mc:Fallback>
        </mc:AlternateContent>
        <mc:AlternateContent xmlns:mc="http://schemas.openxmlformats.org/markup-compatibility/2006">
          <mc:Choice xmlns:p14="http://schemas.microsoft.com/office/powerpoint/2010/main" Requires="p14">
            <p:contentPart p14:bwMode="auto" r:id="rId37">
              <p14:nvContentPartPr>
                <p14:cNvPr id="29" name="Ink 28">
                  <a:extLst>
                    <a:ext uri="{FF2B5EF4-FFF2-40B4-BE49-F238E27FC236}">
                      <a16:creationId xmlns:a16="http://schemas.microsoft.com/office/drawing/2014/main" id="{22A47100-8DAA-8D9B-6D22-D8355DBE983C}"/>
                    </a:ext>
                  </a:extLst>
                </p14:cNvPr>
                <p14:cNvContentPartPr/>
                <p14:nvPr/>
              </p14:nvContentPartPr>
              <p14:xfrm>
                <a:off x="9915230" y="1693837"/>
                <a:ext cx="214200" cy="825840"/>
              </p14:xfrm>
            </p:contentPart>
          </mc:Choice>
          <mc:Fallback>
            <p:pic>
              <p:nvPicPr>
                <p:cNvPr id="29" name="Ink 28">
                  <a:extLst>
                    <a:ext uri="{FF2B5EF4-FFF2-40B4-BE49-F238E27FC236}">
                      <a16:creationId xmlns:a16="http://schemas.microsoft.com/office/drawing/2014/main" id="{22A47100-8DAA-8D9B-6D22-D8355DBE983C}"/>
                    </a:ext>
                  </a:extLst>
                </p:cNvPr>
                <p:cNvPicPr/>
                <p:nvPr/>
              </p:nvPicPr>
              <p:blipFill>
                <a:blip r:embed="rId38"/>
                <a:stretch>
                  <a:fillRect/>
                </a:stretch>
              </p:blipFill>
              <p:spPr>
                <a:xfrm>
                  <a:off x="9897230" y="1675837"/>
                  <a:ext cx="249840" cy="861480"/>
                </a:xfrm>
                <a:prstGeom prst="rect">
                  <a:avLst/>
                </a:prstGeom>
              </p:spPr>
            </p:pic>
          </mc:Fallback>
        </mc:AlternateContent>
        <mc:AlternateContent xmlns:mc="http://schemas.openxmlformats.org/markup-compatibility/2006">
          <mc:Choice xmlns:p14="http://schemas.microsoft.com/office/powerpoint/2010/main" Requires="p14">
            <p:contentPart p14:bwMode="auto" r:id="rId39">
              <p14:nvContentPartPr>
                <p14:cNvPr id="30" name="Ink 29">
                  <a:extLst>
                    <a:ext uri="{FF2B5EF4-FFF2-40B4-BE49-F238E27FC236}">
                      <a16:creationId xmlns:a16="http://schemas.microsoft.com/office/drawing/2014/main" id="{692A3B6C-7A58-E378-5C81-01FB3AAFDFFA}"/>
                    </a:ext>
                  </a:extLst>
                </p14:cNvPr>
                <p14:cNvContentPartPr/>
                <p14:nvPr/>
              </p14:nvContentPartPr>
              <p14:xfrm>
                <a:off x="9909470" y="1546957"/>
                <a:ext cx="1934280" cy="231120"/>
              </p14:xfrm>
            </p:contentPart>
          </mc:Choice>
          <mc:Fallback>
            <p:pic>
              <p:nvPicPr>
                <p:cNvPr id="30" name="Ink 29">
                  <a:extLst>
                    <a:ext uri="{FF2B5EF4-FFF2-40B4-BE49-F238E27FC236}">
                      <a16:creationId xmlns:a16="http://schemas.microsoft.com/office/drawing/2014/main" id="{692A3B6C-7A58-E378-5C81-01FB3AAFDFFA}"/>
                    </a:ext>
                  </a:extLst>
                </p:cNvPr>
                <p:cNvPicPr/>
                <p:nvPr/>
              </p:nvPicPr>
              <p:blipFill>
                <a:blip r:embed="rId40"/>
                <a:stretch>
                  <a:fillRect/>
                </a:stretch>
              </p:blipFill>
              <p:spPr>
                <a:xfrm>
                  <a:off x="9891470" y="1528957"/>
                  <a:ext cx="1969920" cy="266760"/>
                </a:xfrm>
                <a:prstGeom prst="rect">
                  <a:avLst/>
                </a:prstGeom>
              </p:spPr>
            </p:pic>
          </mc:Fallback>
        </mc:AlternateContent>
        <mc:AlternateContent xmlns:mc="http://schemas.openxmlformats.org/markup-compatibility/2006">
          <mc:Choice xmlns:p14="http://schemas.microsoft.com/office/powerpoint/2010/main" Requires="p14">
            <p:contentPart p14:bwMode="auto" r:id="rId41">
              <p14:nvContentPartPr>
                <p14:cNvPr id="32" name="Ink 31">
                  <a:extLst>
                    <a:ext uri="{FF2B5EF4-FFF2-40B4-BE49-F238E27FC236}">
                      <a16:creationId xmlns:a16="http://schemas.microsoft.com/office/drawing/2014/main" id="{6DE7634C-FEE2-FEDC-CC55-4EC23B569B90}"/>
                    </a:ext>
                  </a:extLst>
                </p14:cNvPr>
                <p14:cNvContentPartPr/>
                <p14:nvPr/>
              </p14:nvContentPartPr>
              <p14:xfrm>
                <a:off x="10155710" y="1908397"/>
                <a:ext cx="232920" cy="285480"/>
              </p14:xfrm>
            </p:contentPart>
          </mc:Choice>
          <mc:Fallback>
            <p:pic>
              <p:nvPicPr>
                <p:cNvPr id="32" name="Ink 31">
                  <a:extLst>
                    <a:ext uri="{FF2B5EF4-FFF2-40B4-BE49-F238E27FC236}">
                      <a16:creationId xmlns:a16="http://schemas.microsoft.com/office/drawing/2014/main" id="{6DE7634C-FEE2-FEDC-CC55-4EC23B569B90}"/>
                    </a:ext>
                  </a:extLst>
                </p:cNvPr>
                <p:cNvPicPr/>
                <p:nvPr/>
              </p:nvPicPr>
              <p:blipFill>
                <a:blip r:embed="rId42"/>
                <a:stretch>
                  <a:fillRect/>
                </a:stretch>
              </p:blipFill>
              <p:spPr>
                <a:xfrm>
                  <a:off x="10138070" y="1890757"/>
                  <a:ext cx="268560" cy="321120"/>
                </a:xfrm>
                <a:prstGeom prst="rect">
                  <a:avLst/>
                </a:prstGeom>
              </p:spPr>
            </p:pic>
          </mc:Fallback>
        </mc:AlternateContent>
        <mc:AlternateContent xmlns:mc="http://schemas.openxmlformats.org/markup-compatibility/2006">
          <mc:Choice xmlns:p14="http://schemas.microsoft.com/office/powerpoint/2010/main" Requires="p14">
            <p:contentPart p14:bwMode="auto" r:id="rId43">
              <p14:nvContentPartPr>
                <p14:cNvPr id="33" name="Ink 32">
                  <a:extLst>
                    <a:ext uri="{FF2B5EF4-FFF2-40B4-BE49-F238E27FC236}">
                      <a16:creationId xmlns:a16="http://schemas.microsoft.com/office/drawing/2014/main" id="{A29F2485-F403-DF3B-B8CB-9096182D3FB7}"/>
                    </a:ext>
                  </a:extLst>
                </p14:cNvPr>
                <p14:cNvContentPartPr/>
                <p14:nvPr/>
              </p14:nvContentPartPr>
              <p14:xfrm>
                <a:off x="10431470" y="2196397"/>
                <a:ext cx="23760" cy="200880"/>
              </p14:xfrm>
            </p:contentPart>
          </mc:Choice>
          <mc:Fallback>
            <p:pic>
              <p:nvPicPr>
                <p:cNvPr id="33" name="Ink 32">
                  <a:extLst>
                    <a:ext uri="{FF2B5EF4-FFF2-40B4-BE49-F238E27FC236}">
                      <a16:creationId xmlns:a16="http://schemas.microsoft.com/office/drawing/2014/main" id="{A29F2485-F403-DF3B-B8CB-9096182D3FB7}"/>
                    </a:ext>
                  </a:extLst>
                </p:cNvPr>
                <p:cNvPicPr/>
                <p:nvPr/>
              </p:nvPicPr>
              <p:blipFill>
                <a:blip r:embed="rId44"/>
                <a:stretch>
                  <a:fillRect/>
                </a:stretch>
              </p:blipFill>
              <p:spPr>
                <a:xfrm>
                  <a:off x="10413830" y="2178397"/>
                  <a:ext cx="59400" cy="236520"/>
                </a:xfrm>
                <a:prstGeom prst="rect">
                  <a:avLst/>
                </a:prstGeom>
              </p:spPr>
            </p:pic>
          </mc:Fallback>
        </mc:AlternateContent>
        <mc:AlternateContent xmlns:mc="http://schemas.openxmlformats.org/markup-compatibility/2006">
          <mc:Choice xmlns:p14="http://schemas.microsoft.com/office/powerpoint/2010/main" Requires="p14">
            <p:contentPart p14:bwMode="auto" r:id="rId45">
              <p14:nvContentPartPr>
                <p14:cNvPr id="34" name="Ink 33">
                  <a:extLst>
                    <a:ext uri="{FF2B5EF4-FFF2-40B4-BE49-F238E27FC236}">
                      <a16:creationId xmlns:a16="http://schemas.microsoft.com/office/drawing/2014/main" id="{7BBDCD46-7CFB-B1AF-AC02-17B40700C16D}"/>
                    </a:ext>
                  </a:extLst>
                </p14:cNvPr>
                <p14:cNvContentPartPr/>
                <p14:nvPr/>
              </p14:nvContentPartPr>
              <p14:xfrm>
                <a:off x="10401590" y="2248237"/>
                <a:ext cx="111240" cy="68040"/>
              </p14:xfrm>
            </p:contentPart>
          </mc:Choice>
          <mc:Fallback>
            <p:pic>
              <p:nvPicPr>
                <p:cNvPr id="34" name="Ink 33">
                  <a:extLst>
                    <a:ext uri="{FF2B5EF4-FFF2-40B4-BE49-F238E27FC236}">
                      <a16:creationId xmlns:a16="http://schemas.microsoft.com/office/drawing/2014/main" id="{7BBDCD46-7CFB-B1AF-AC02-17B40700C16D}"/>
                    </a:ext>
                  </a:extLst>
                </p:cNvPr>
                <p:cNvPicPr/>
                <p:nvPr/>
              </p:nvPicPr>
              <p:blipFill>
                <a:blip r:embed="rId46"/>
                <a:stretch>
                  <a:fillRect/>
                </a:stretch>
              </p:blipFill>
              <p:spPr>
                <a:xfrm>
                  <a:off x="10383950" y="2230237"/>
                  <a:ext cx="146880" cy="103680"/>
                </a:xfrm>
                <a:prstGeom prst="rect">
                  <a:avLst/>
                </a:prstGeom>
              </p:spPr>
            </p:pic>
          </mc:Fallback>
        </mc:AlternateContent>
        <mc:AlternateContent xmlns:mc="http://schemas.openxmlformats.org/markup-compatibility/2006">
          <mc:Choice xmlns:p14="http://schemas.microsoft.com/office/powerpoint/2010/main" Requires="p14">
            <p:contentPart p14:bwMode="auto" r:id="rId47">
              <p14:nvContentPartPr>
                <p14:cNvPr id="35" name="Ink 34">
                  <a:extLst>
                    <a:ext uri="{FF2B5EF4-FFF2-40B4-BE49-F238E27FC236}">
                      <a16:creationId xmlns:a16="http://schemas.microsoft.com/office/drawing/2014/main" id="{54DF2179-2846-E37C-1B8B-B92C66B23C9C}"/>
                    </a:ext>
                  </a:extLst>
                </p14:cNvPr>
                <p14:cNvContentPartPr/>
                <p14:nvPr/>
              </p14:nvContentPartPr>
              <p14:xfrm>
                <a:off x="10441190" y="2239597"/>
                <a:ext cx="33840" cy="13320"/>
              </p14:xfrm>
            </p:contentPart>
          </mc:Choice>
          <mc:Fallback>
            <p:pic>
              <p:nvPicPr>
                <p:cNvPr id="35" name="Ink 34">
                  <a:extLst>
                    <a:ext uri="{FF2B5EF4-FFF2-40B4-BE49-F238E27FC236}">
                      <a16:creationId xmlns:a16="http://schemas.microsoft.com/office/drawing/2014/main" id="{54DF2179-2846-E37C-1B8B-B92C66B23C9C}"/>
                    </a:ext>
                  </a:extLst>
                </p:cNvPr>
                <p:cNvPicPr/>
                <p:nvPr/>
              </p:nvPicPr>
              <p:blipFill>
                <a:blip r:embed="rId48"/>
                <a:stretch>
                  <a:fillRect/>
                </a:stretch>
              </p:blipFill>
              <p:spPr>
                <a:xfrm>
                  <a:off x="10423190" y="2221957"/>
                  <a:ext cx="69480" cy="48960"/>
                </a:xfrm>
                <a:prstGeom prst="rect">
                  <a:avLst/>
                </a:prstGeom>
              </p:spPr>
            </p:pic>
          </mc:Fallback>
        </mc:AlternateContent>
        <mc:AlternateContent xmlns:mc="http://schemas.openxmlformats.org/markup-compatibility/2006">
          <mc:Choice xmlns:p14="http://schemas.microsoft.com/office/powerpoint/2010/main" Requires="p14">
            <p:contentPart p14:bwMode="auto" r:id="rId49">
              <p14:nvContentPartPr>
                <p14:cNvPr id="36" name="Ink 35">
                  <a:extLst>
                    <a:ext uri="{FF2B5EF4-FFF2-40B4-BE49-F238E27FC236}">
                      <a16:creationId xmlns:a16="http://schemas.microsoft.com/office/drawing/2014/main" id="{F27229F7-CBC5-0000-FB2F-69E0250E6202}"/>
                    </a:ext>
                  </a:extLst>
                </p14:cNvPr>
                <p14:cNvContentPartPr/>
                <p14:nvPr/>
              </p14:nvContentPartPr>
              <p14:xfrm>
                <a:off x="10473950" y="2243557"/>
                <a:ext cx="95400" cy="128880"/>
              </p14:xfrm>
            </p:contentPart>
          </mc:Choice>
          <mc:Fallback>
            <p:pic>
              <p:nvPicPr>
                <p:cNvPr id="36" name="Ink 35">
                  <a:extLst>
                    <a:ext uri="{FF2B5EF4-FFF2-40B4-BE49-F238E27FC236}">
                      <a16:creationId xmlns:a16="http://schemas.microsoft.com/office/drawing/2014/main" id="{F27229F7-CBC5-0000-FB2F-69E0250E6202}"/>
                    </a:ext>
                  </a:extLst>
                </p:cNvPr>
                <p:cNvPicPr/>
                <p:nvPr/>
              </p:nvPicPr>
              <p:blipFill>
                <a:blip r:embed="rId50"/>
                <a:stretch>
                  <a:fillRect/>
                </a:stretch>
              </p:blipFill>
              <p:spPr>
                <a:xfrm>
                  <a:off x="10456310" y="2225917"/>
                  <a:ext cx="131040" cy="164520"/>
                </a:xfrm>
                <a:prstGeom prst="rect">
                  <a:avLst/>
                </a:prstGeom>
              </p:spPr>
            </p:pic>
          </mc:Fallback>
        </mc:AlternateContent>
        <mc:AlternateContent xmlns:mc="http://schemas.openxmlformats.org/markup-compatibility/2006">
          <mc:Choice xmlns:p14="http://schemas.microsoft.com/office/powerpoint/2010/main" Requires="p14">
            <p:contentPart p14:bwMode="auto" r:id="rId51">
              <p14:nvContentPartPr>
                <p14:cNvPr id="37" name="Ink 36">
                  <a:extLst>
                    <a:ext uri="{FF2B5EF4-FFF2-40B4-BE49-F238E27FC236}">
                      <a16:creationId xmlns:a16="http://schemas.microsoft.com/office/drawing/2014/main" id="{5721ACF1-03B5-E0EE-6A95-63BCFAF4E7E4}"/>
                    </a:ext>
                  </a:extLst>
                </p14:cNvPr>
                <p14:cNvContentPartPr/>
                <p14:nvPr/>
              </p14:nvContentPartPr>
              <p14:xfrm>
                <a:off x="10638830" y="2355877"/>
                <a:ext cx="14760" cy="119520"/>
              </p14:xfrm>
            </p:contentPart>
          </mc:Choice>
          <mc:Fallback>
            <p:pic>
              <p:nvPicPr>
                <p:cNvPr id="37" name="Ink 36">
                  <a:extLst>
                    <a:ext uri="{FF2B5EF4-FFF2-40B4-BE49-F238E27FC236}">
                      <a16:creationId xmlns:a16="http://schemas.microsoft.com/office/drawing/2014/main" id="{5721ACF1-03B5-E0EE-6A95-63BCFAF4E7E4}"/>
                    </a:ext>
                  </a:extLst>
                </p:cNvPr>
                <p:cNvPicPr/>
                <p:nvPr/>
              </p:nvPicPr>
              <p:blipFill>
                <a:blip r:embed="rId52"/>
                <a:stretch>
                  <a:fillRect/>
                </a:stretch>
              </p:blipFill>
              <p:spPr>
                <a:xfrm>
                  <a:off x="10621190" y="2338237"/>
                  <a:ext cx="50400" cy="155160"/>
                </a:xfrm>
                <a:prstGeom prst="rect">
                  <a:avLst/>
                </a:prstGeom>
              </p:spPr>
            </p:pic>
          </mc:Fallback>
        </mc:AlternateContent>
        <mc:AlternateContent xmlns:mc="http://schemas.openxmlformats.org/markup-compatibility/2006">
          <mc:Choice xmlns:p14="http://schemas.microsoft.com/office/powerpoint/2010/main" Requires="p14">
            <p:contentPart p14:bwMode="auto" r:id="rId53">
              <p14:nvContentPartPr>
                <p14:cNvPr id="38" name="Ink 37">
                  <a:extLst>
                    <a:ext uri="{FF2B5EF4-FFF2-40B4-BE49-F238E27FC236}">
                      <a16:creationId xmlns:a16="http://schemas.microsoft.com/office/drawing/2014/main" id="{E31AFF98-4B71-3160-29FA-36AA363A32B6}"/>
                    </a:ext>
                  </a:extLst>
                </p14:cNvPr>
                <p14:cNvContentPartPr/>
                <p14:nvPr/>
              </p14:nvContentPartPr>
              <p14:xfrm>
                <a:off x="10755830" y="2231677"/>
                <a:ext cx="41760" cy="208080"/>
              </p14:xfrm>
            </p:contentPart>
          </mc:Choice>
          <mc:Fallback>
            <p:pic>
              <p:nvPicPr>
                <p:cNvPr id="38" name="Ink 37">
                  <a:extLst>
                    <a:ext uri="{FF2B5EF4-FFF2-40B4-BE49-F238E27FC236}">
                      <a16:creationId xmlns:a16="http://schemas.microsoft.com/office/drawing/2014/main" id="{E31AFF98-4B71-3160-29FA-36AA363A32B6}"/>
                    </a:ext>
                  </a:extLst>
                </p:cNvPr>
                <p:cNvPicPr/>
                <p:nvPr/>
              </p:nvPicPr>
              <p:blipFill>
                <a:blip r:embed="rId54"/>
                <a:stretch>
                  <a:fillRect/>
                </a:stretch>
              </p:blipFill>
              <p:spPr>
                <a:xfrm>
                  <a:off x="10738190" y="2213677"/>
                  <a:ext cx="77400" cy="243720"/>
                </a:xfrm>
                <a:prstGeom prst="rect">
                  <a:avLst/>
                </a:prstGeom>
              </p:spPr>
            </p:pic>
          </mc:Fallback>
        </mc:AlternateContent>
        <mc:AlternateContent xmlns:mc="http://schemas.openxmlformats.org/markup-compatibility/2006">
          <mc:Choice xmlns:p14="http://schemas.microsoft.com/office/powerpoint/2010/main" Requires="p14">
            <p:contentPart p14:bwMode="auto" r:id="rId55">
              <p14:nvContentPartPr>
                <p14:cNvPr id="39" name="Ink 38">
                  <a:extLst>
                    <a:ext uri="{FF2B5EF4-FFF2-40B4-BE49-F238E27FC236}">
                      <a16:creationId xmlns:a16="http://schemas.microsoft.com/office/drawing/2014/main" id="{99B4F488-3BBA-23DE-7D57-2A1B16CD83B8}"/>
                    </a:ext>
                  </a:extLst>
                </p14:cNvPr>
                <p14:cNvContentPartPr/>
                <p14:nvPr/>
              </p14:nvContentPartPr>
              <p14:xfrm>
                <a:off x="10730630" y="2258317"/>
                <a:ext cx="273960" cy="155880"/>
              </p14:xfrm>
            </p:contentPart>
          </mc:Choice>
          <mc:Fallback>
            <p:pic>
              <p:nvPicPr>
                <p:cNvPr id="39" name="Ink 38">
                  <a:extLst>
                    <a:ext uri="{FF2B5EF4-FFF2-40B4-BE49-F238E27FC236}">
                      <a16:creationId xmlns:a16="http://schemas.microsoft.com/office/drawing/2014/main" id="{99B4F488-3BBA-23DE-7D57-2A1B16CD83B8}"/>
                    </a:ext>
                  </a:extLst>
                </p:cNvPr>
                <p:cNvPicPr/>
                <p:nvPr/>
              </p:nvPicPr>
              <p:blipFill>
                <a:blip r:embed="rId56"/>
                <a:stretch>
                  <a:fillRect/>
                </a:stretch>
              </p:blipFill>
              <p:spPr>
                <a:xfrm>
                  <a:off x="10712990" y="2240317"/>
                  <a:ext cx="309600" cy="191520"/>
                </a:xfrm>
                <a:prstGeom prst="rect">
                  <a:avLst/>
                </a:prstGeom>
              </p:spPr>
            </p:pic>
          </mc:Fallback>
        </mc:AlternateContent>
        <mc:AlternateContent xmlns:mc="http://schemas.openxmlformats.org/markup-compatibility/2006">
          <mc:Choice xmlns:p14="http://schemas.microsoft.com/office/powerpoint/2010/main" Requires="p14">
            <p:contentPart p14:bwMode="auto" r:id="rId57">
              <p14:nvContentPartPr>
                <p14:cNvPr id="41" name="Ink 40">
                  <a:extLst>
                    <a:ext uri="{FF2B5EF4-FFF2-40B4-BE49-F238E27FC236}">
                      <a16:creationId xmlns:a16="http://schemas.microsoft.com/office/drawing/2014/main" id="{C383B7F0-B31C-3B97-82A2-52CA3B4570E4}"/>
                    </a:ext>
                  </a:extLst>
                </p14:cNvPr>
                <p14:cNvContentPartPr/>
                <p14:nvPr/>
              </p14:nvContentPartPr>
              <p14:xfrm>
                <a:off x="10118270" y="1871677"/>
                <a:ext cx="228240" cy="500760"/>
              </p14:xfrm>
            </p:contentPart>
          </mc:Choice>
          <mc:Fallback>
            <p:pic>
              <p:nvPicPr>
                <p:cNvPr id="41" name="Ink 40">
                  <a:extLst>
                    <a:ext uri="{FF2B5EF4-FFF2-40B4-BE49-F238E27FC236}">
                      <a16:creationId xmlns:a16="http://schemas.microsoft.com/office/drawing/2014/main" id="{C383B7F0-B31C-3B97-82A2-52CA3B4570E4}"/>
                    </a:ext>
                  </a:extLst>
                </p:cNvPr>
                <p:cNvPicPr/>
                <p:nvPr/>
              </p:nvPicPr>
              <p:blipFill>
                <a:blip r:embed="rId58"/>
                <a:stretch>
                  <a:fillRect/>
                </a:stretch>
              </p:blipFill>
              <p:spPr>
                <a:xfrm>
                  <a:off x="10100270" y="1854037"/>
                  <a:ext cx="263880" cy="536400"/>
                </a:xfrm>
                <a:prstGeom prst="rect">
                  <a:avLst/>
                </a:prstGeom>
              </p:spPr>
            </p:pic>
          </mc:Fallback>
        </mc:AlternateContent>
        <mc:AlternateContent xmlns:mc="http://schemas.openxmlformats.org/markup-compatibility/2006">
          <mc:Choice xmlns:p14="http://schemas.microsoft.com/office/powerpoint/2010/main" Requires="p14">
            <p:contentPart p14:bwMode="auto" r:id="rId59">
              <p14:nvContentPartPr>
                <p14:cNvPr id="42" name="Ink 41">
                  <a:extLst>
                    <a:ext uri="{FF2B5EF4-FFF2-40B4-BE49-F238E27FC236}">
                      <a16:creationId xmlns:a16="http://schemas.microsoft.com/office/drawing/2014/main" id="{E90FD4EA-BEAD-4B68-0620-420F4CBC6BF4}"/>
                    </a:ext>
                  </a:extLst>
                </p14:cNvPr>
                <p14:cNvContentPartPr/>
                <p14:nvPr/>
              </p14:nvContentPartPr>
              <p14:xfrm>
                <a:off x="10958150" y="1991917"/>
                <a:ext cx="168480" cy="369000"/>
              </p14:xfrm>
            </p:contentPart>
          </mc:Choice>
          <mc:Fallback>
            <p:pic>
              <p:nvPicPr>
                <p:cNvPr id="42" name="Ink 41">
                  <a:extLst>
                    <a:ext uri="{FF2B5EF4-FFF2-40B4-BE49-F238E27FC236}">
                      <a16:creationId xmlns:a16="http://schemas.microsoft.com/office/drawing/2014/main" id="{E90FD4EA-BEAD-4B68-0620-420F4CBC6BF4}"/>
                    </a:ext>
                  </a:extLst>
                </p:cNvPr>
                <p:cNvPicPr/>
                <p:nvPr/>
              </p:nvPicPr>
              <p:blipFill>
                <a:blip r:embed="rId60"/>
                <a:stretch>
                  <a:fillRect/>
                </a:stretch>
              </p:blipFill>
              <p:spPr>
                <a:xfrm>
                  <a:off x="10940510" y="1974277"/>
                  <a:ext cx="204120" cy="404640"/>
                </a:xfrm>
                <a:prstGeom prst="rect">
                  <a:avLst/>
                </a:prstGeom>
              </p:spPr>
            </p:pic>
          </mc:Fallback>
        </mc:AlternateContent>
        <mc:AlternateContent xmlns:mc="http://schemas.openxmlformats.org/markup-compatibility/2006">
          <mc:Choice xmlns:p14="http://schemas.microsoft.com/office/powerpoint/2010/main" Requires="p14">
            <p:contentPart p14:bwMode="auto" r:id="rId61">
              <p14:nvContentPartPr>
                <p14:cNvPr id="43" name="Ink 42">
                  <a:extLst>
                    <a:ext uri="{FF2B5EF4-FFF2-40B4-BE49-F238E27FC236}">
                      <a16:creationId xmlns:a16="http://schemas.microsoft.com/office/drawing/2014/main" id="{65959732-2457-4E27-1F6E-06B89E01E4DE}"/>
                    </a:ext>
                  </a:extLst>
                </p14:cNvPr>
                <p14:cNvContentPartPr/>
                <p14:nvPr/>
              </p14:nvContentPartPr>
              <p14:xfrm>
                <a:off x="11085590" y="1836037"/>
                <a:ext cx="221400" cy="124920"/>
              </p14:xfrm>
            </p:contentPart>
          </mc:Choice>
          <mc:Fallback>
            <p:pic>
              <p:nvPicPr>
                <p:cNvPr id="43" name="Ink 42">
                  <a:extLst>
                    <a:ext uri="{FF2B5EF4-FFF2-40B4-BE49-F238E27FC236}">
                      <a16:creationId xmlns:a16="http://schemas.microsoft.com/office/drawing/2014/main" id="{65959732-2457-4E27-1F6E-06B89E01E4DE}"/>
                    </a:ext>
                  </a:extLst>
                </p:cNvPr>
                <p:cNvPicPr/>
                <p:nvPr/>
              </p:nvPicPr>
              <p:blipFill>
                <a:blip r:embed="rId62"/>
                <a:stretch>
                  <a:fillRect/>
                </a:stretch>
              </p:blipFill>
              <p:spPr>
                <a:xfrm>
                  <a:off x="11067590" y="1818397"/>
                  <a:ext cx="257040" cy="160560"/>
                </a:xfrm>
                <a:prstGeom prst="rect">
                  <a:avLst/>
                </a:prstGeom>
              </p:spPr>
            </p:pic>
          </mc:Fallback>
        </mc:AlternateContent>
        <mc:AlternateContent xmlns:mc="http://schemas.openxmlformats.org/markup-compatibility/2006">
          <mc:Choice xmlns:p14="http://schemas.microsoft.com/office/powerpoint/2010/main" Requires="p14">
            <p:contentPart p14:bwMode="auto" r:id="rId63">
              <p14:nvContentPartPr>
                <p14:cNvPr id="44" name="Ink 43">
                  <a:extLst>
                    <a:ext uri="{FF2B5EF4-FFF2-40B4-BE49-F238E27FC236}">
                      <a16:creationId xmlns:a16="http://schemas.microsoft.com/office/drawing/2014/main" id="{8CCB2069-C98B-8E06-743F-27773E2A33B4}"/>
                    </a:ext>
                  </a:extLst>
                </p14:cNvPr>
                <p14:cNvContentPartPr/>
                <p14:nvPr/>
              </p14:nvContentPartPr>
              <p14:xfrm>
                <a:off x="10540190" y="2696437"/>
                <a:ext cx="245160" cy="52200"/>
              </p14:xfrm>
            </p:contentPart>
          </mc:Choice>
          <mc:Fallback>
            <p:pic>
              <p:nvPicPr>
                <p:cNvPr id="44" name="Ink 43">
                  <a:extLst>
                    <a:ext uri="{FF2B5EF4-FFF2-40B4-BE49-F238E27FC236}">
                      <a16:creationId xmlns:a16="http://schemas.microsoft.com/office/drawing/2014/main" id="{8CCB2069-C98B-8E06-743F-27773E2A33B4}"/>
                    </a:ext>
                  </a:extLst>
                </p:cNvPr>
                <p:cNvPicPr/>
                <p:nvPr/>
              </p:nvPicPr>
              <p:blipFill>
                <a:blip r:embed="rId64"/>
                <a:stretch>
                  <a:fillRect/>
                </a:stretch>
              </p:blipFill>
              <p:spPr>
                <a:xfrm>
                  <a:off x="10522550" y="2678797"/>
                  <a:ext cx="280800" cy="87840"/>
                </a:xfrm>
                <a:prstGeom prst="rect">
                  <a:avLst/>
                </a:prstGeom>
              </p:spPr>
            </p:pic>
          </mc:Fallback>
        </mc:AlternateContent>
        <mc:AlternateContent xmlns:mc="http://schemas.openxmlformats.org/markup-compatibility/2006">
          <mc:Choice xmlns:p14="http://schemas.microsoft.com/office/powerpoint/2010/main" Requires="p14">
            <p:contentPart p14:bwMode="auto" r:id="rId65">
              <p14:nvContentPartPr>
                <p14:cNvPr id="45" name="Ink 44">
                  <a:extLst>
                    <a:ext uri="{FF2B5EF4-FFF2-40B4-BE49-F238E27FC236}">
                      <a16:creationId xmlns:a16="http://schemas.microsoft.com/office/drawing/2014/main" id="{907B8563-3562-8163-681A-B436CDE7E1B1}"/>
                    </a:ext>
                  </a:extLst>
                </p14:cNvPr>
                <p14:cNvContentPartPr/>
                <p14:nvPr/>
              </p14:nvContentPartPr>
              <p14:xfrm>
                <a:off x="10638470" y="2650357"/>
                <a:ext cx="69840" cy="199080"/>
              </p14:xfrm>
            </p:contentPart>
          </mc:Choice>
          <mc:Fallback>
            <p:pic>
              <p:nvPicPr>
                <p:cNvPr id="45" name="Ink 44">
                  <a:extLst>
                    <a:ext uri="{FF2B5EF4-FFF2-40B4-BE49-F238E27FC236}">
                      <a16:creationId xmlns:a16="http://schemas.microsoft.com/office/drawing/2014/main" id="{907B8563-3562-8163-681A-B436CDE7E1B1}"/>
                    </a:ext>
                  </a:extLst>
                </p:cNvPr>
                <p:cNvPicPr/>
                <p:nvPr/>
              </p:nvPicPr>
              <p:blipFill>
                <a:blip r:embed="rId66"/>
                <a:stretch>
                  <a:fillRect/>
                </a:stretch>
              </p:blipFill>
              <p:spPr>
                <a:xfrm>
                  <a:off x="10620470" y="2632357"/>
                  <a:ext cx="105480" cy="234720"/>
                </a:xfrm>
                <a:prstGeom prst="rect">
                  <a:avLst/>
                </a:prstGeom>
              </p:spPr>
            </p:pic>
          </mc:Fallback>
        </mc:AlternateContent>
        <mc:AlternateContent xmlns:mc="http://schemas.openxmlformats.org/markup-compatibility/2006">
          <mc:Choice xmlns:p14="http://schemas.microsoft.com/office/powerpoint/2010/main" Requires="p14">
            <p:contentPart p14:bwMode="auto" r:id="rId67">
              <p14:nvContentPartPr>
                <p14:cNvPr id="46" name="Ink 45">
                  <a:extLst>
                    <a:ext uri="{FF2B5EF4-FFF2-40B4-BE49-F238E27FC236}">
                      <a16:creationId xmlns:a16="http://schemas.microsoft.com/office/drawing/2014/main" id="{7A81E5B8-F769-9528-1F0C-41D55534CC67}"/>
                    </a:ext>
                  </a:extLst>
                </p14:cNvPr>
                <p14:cNvContentPartPr/>
                <p14:nvPr/>
              </p14:nvContentPartPr>
              <p14:xfrm>
                <a:off x="10352630" y="3094597"/>
                <a:ext cx="261360" cy="558720"/>
              </p14:xfrm>
            </p:contentPart>
          </mc:Choice>
          <mc:Fallback>
            <p:pic>
              <p:nvPicPr>
                <p:cNvPr id="46" name="Ink 45">
                  <a:extLst>
                    <a:ext uri="{FF2B5EF4-FFF2-40B4-BE49-F238E27FC236}">
                      <a16:creationId xmlns:a16="http://schemas.microsoft.com/office/drawing/2014/main" id="{7A81E5B8-F769-9528-1F0C-41D55534CC67}"/>
                    </a:ext>
                  </a:extLst>
                </p:cNvPr>
                <p:cNvPicPr/>
                <p:nvPr/>
              </p:nvPicPr>
              <p:blipFill>
                <a:blip r:embed="rId68"/>
                <a:stretch>
                  <a:fillRect/>
                </a:stretch>
              </p:blipFill>
              <p:spPr>
                <a:xfrm>
                  <a:off x="10334990" y="3076597"/>
                  <a:ext cx="297000" cy="594360"/>
                </a:xfrm>
                <a:prstGeom prst="rect">
                  <a:avLst/>
                </a:prstGeom>
              </p:spPr>
            </p:pic>
          </mc:Fallback>
        </mc:AlternateContent>
        <mc:AlternateContent xmlns:mc="http://schemas.openxmlformats.org/markup-compatibility/2006">
          <mc:Choice xmlns:p14="http://schemas.microsoft.com/office/powerpoint/2010/main" Requires="p14">
            <p:contentPart p14:bwMode="auto" r:id="rId69">
              <p14:nvContentPartPr>
                <p14:cNvPr id="47" name="Ink 46">
                  <a:extLst>
                    <a:ext uri="{FF2B5EF4-FFF2-40B4-BE49-F238E27FC236}">
                      <a16:creationId xmlns:a16="http://schemas.microsoft.com/office/drawing/2014/main" id="{165D8550-83C6-FDED-2B0A-E8A2225F5DC3}"/>
                    </a:ext>
                  </a:extLst>
                </p14:cNvPr>
                <p14:cNvContentPartPr/>
                <p14:nvPr/>
              </p14:nvContentPartPr>
              <p14:xfrm>
                <a:off x="10511390" y="3215917"/>
                <a:ext cx="234000" cy="249120"/>
              </p14:xfrm>
            </p:contentPart>
          </mc:Choice>
          <mc:Fallback>
            <p:pic>
              <p:nvPicPr>
                <p:cNvPr id="47" name="Ink 46">
                  <a:extLst>
                    <a:ext uri="{FF2B5EF4-FFF2-40B4-BE49-F238E27FC236}">
                      <a16:creationId xmlns:a16="http://schemas.microsoft.com/office/drawing/2014/main" id="{165D8550-83C6-FDED-2B0A-E8A2225F5DC3}"/>
                    </a:ext>
                  </a:extLst>
                </p:cNvPr>
                <p:cNvPicPr/>
                <p:nvPr/>
              </p:nvPicPr>
              <p:blipFill>
                <a:blip r:embed="rId70"/>
                <a:stretch>
                  <a:fillRect/>
                </a:stretch>
              </p:blipFill>
              <p:spPr>
                <a:xfrm>
                  <a:off x="10493750" y="3198277"/>
                  <a:ext cx="269640" cy="284760"/>
                </a:xfrm>
                <a:prstGeom prst="rect">
                  <a:avLst/>
                </a:prstGeom>
              </p:spPr>
            </p:pic>
          </mc:Fallback>
        </mc:AlternateContent>
        <mc:AlternateContent xmlns:mc="http://schemas.openxmlformats.org/markup-compatibility/2006">
          <mc:Choice xmlns:p14="http://schemas.microsoft.com/office/powerpoint/2010/main" Requires="p14">
            <p:contentPart p14:bwMode="auto" r:id="rId71">
              <p14:nvContentPartPr>
                <p14:cNvPr id="48" name="Ink 47">
                  <a:extLst>
                    <a:ext uri="{FF2B5EF4-FFF2-40B4-BE49-F238E27FC236}">
                      <a16:creationId xmlns:a16="http://schemas.microsoft.com/office/drawing/2014/main" id="{54CA4A40-F53C-234A-EFDA-6AF1B8465879}"/>
                    </a:ext>
                  </a:extLst>
                </p14:cNvPr>
                <p14:cNvContentPartPr/>
                <p14:nvPr/>
              </p14:nvContentPartPr>
              <p14:xfrm>
                <a:off x="10835390" y="3455677"/>
                <a:ext cx="135720" cy="154080"/>
              </p14:xfrm>
            </p:contentPart>
          </mc:Choice>
          <mc:Fallback>
            <p:pic>
              <p:nvPicPr>
                <p:cNvPr id="48" name="Ink 47">
                  <a:extLst>
                    <a:ext uri="{FF2B5EF4-FFF2-40B4-BE49-F238E27FC236}">
                      <a16:creationId xmlns:a16="http://schemas.microsoft.com/office/drawing/2014/main" id="{54CA4A40-F53C-234A-EFDA-6AF1B8465879}"/>
                    </a:ext>
                  </a:extLst>
                </p:cNvPr>
                <p:cNvPicPr/>
                <p:nvPr/>
              </p:nvPicPr>
              <p:blipFill>
                <a:blip r:embed="rId72"/>
                <a:stretch>
                  <a:fillRect/>
                </a:stretch>
              </p:blipFill>
              <p:spPr>
                <a:xfrm>
                  <a:off x="10817750" y="3438037"/>
                  <a:ext cx="171360" cy="189720"/>
                </a:xfrm>
                <a:prstGeom prst="rect">
                  <a:avLst/>
                </a:prstGeom>
              </p:spPr>
            </p:pic>
          </mc:Fallback>
        </mc:AlternateContent>
        <mc:AlternateContent xmlns:mc="http://schemas.openxmlformats.org/markup-compatibility/2006">
          <mc:Choice xmlns:p14="http://schemas.microsoft.com/office/powerpoint/2010/main" Requires="p14">
            <p:contentPart p14:bwMode="auto" r:id="rId73">
              <p14:nvContentPartPr>
                <p14:cNvPr id="49" name="Ink 48">
                  <a:extLst>
                    <a:ext uri="{FF2B5EF4-FFF2-40B4-BE49-F238E27FC236}">
                      <a16:creationId xmlns:a16="http://schemas.microsoft.com/office/drawing/2014/main" id="{4FBBBB68-1B1C-FB3C-E23D-EABD82C5E5B9}"/>
                    </a:ext>
                  </a:extLst>
                </p14:cNvPr>
                <p14:cNvContentPartPr/>
                <p14:nvPr/>
              </p14:nvContentPartPr>
              <p14:xfrm>
                <a:off x="11056070" y="3558997"/>
                <a:ext cx="27000" cy="132840"/>
              </p14:xfrm>
            </p:contentPart>
          </mc:Choice>
          <mc:Fallback>
            <p:pic>
              <p:nvPicPr>
                <p:cNvPr id="49" name="Ink 48">
                  <a:extLst>
                    <a:ext uri="{FF2B5EF4-FFF2-40B4-BE49-F238E27FC236}">
                      <a16:creationId xmlns:a16="http://schemas.microsoft.com/office/drawing/2014/main" id="{4FBBBB68-1B1C-FB3C-E23D-EABD82C5E5B9}"/>
                    </a:ext>
                  </a:extLst>
                </p:cNvPr>
                <p:cNvPicPr/>
                <p:nvPr/>
              </p:nvPicPr>
              <p:blipFill>
                <a:blip r:embed="rId74"/>
                <a:stretch>
                  <a:fillRect/>
                </a:stretch>
              </p:blipFill>
              <p:spPr>
                <a:xfrm>
                  <a:off x="11038430" y="3541357"/>
                  <a:ext cx="62640" cy="168480"/>
                </a:xfrm>
                <a:prstGeom prst="rect">
                  <a:avLst/>
                </a:prstGeom>
              </p:spPr>
            </p:pic>
          </mc:Fallback>
        </mc:AlternateContent>
        <mc:AlternateContent xmlns:mc="http://schemas.openxmlformats.org/markup-compatibility/2006">
          <mc:Choice xmlns:p14="http://schemas.microsoft.com/office/powerpoint/2010/main" Requires="p14">
            <p:contentPart p14:bwMode="auto" r:id="rId75">
              <p14:nvContentPartPr>
                <p14:cNvPr id="50" name="Ink 49">
                  <a:extLst>
                    <a:ext uri="{FF2B5EF4-FFF2-40B4-BE49-F238E27FC236}">
                      <a16:creationId xmlns:a16="http://schemas.microsoft.com/office/drawing/2014/main" id="{0A3BCD4D-1CB0-0264-A39F-926DE58D5EBF}"/>
                    </a:ext>
                  </a:extLst>
                </p14:cNvPr>
                <p14:cNvContentPartPr/>
                <p14:nvPr/>
              </p14:nvContentPartPr>
              <p14:xfrm>
                <a:off x="11245790" y="3420037"/>
                <a:ext cx="93960" cy="203040"/>
              </p14:xfrm>
            </p:contentPart>
          </mc:Choice>
          <mc:Fallback>
            <p:pic>
              <p:nvPicPr>
                <p:cNvPr id="50" name="Ink 49">
                  <a:extLst>
                    <a:ext uri="{FF2B5EF4-FFF2-40B4-BE49-F238E27FC236}">
                      <a16:creationId xmlns:a16="http://schemas.microsoft.com/office/drawing/2014/main" id="{0A3BCD4D-1CB0-0264-A39F-926DE58D5EBF}"/>
                    </a:ext>
                  </a:extLst>
                </p:cNvPr>
                <p:cNvPicPr/>
                <p:nvPr/>
              </p:nvPicPr>
              <p:blipFill>
                <a:blip r:embed="rId76"/>
                <a:stretch>
                  <a:fillRect/>
                </a:stretch>
              </p:blipFill>
              <p:spPr>
                <a:xfrm>
                  <a:off x="11228150" y="3402397"/>
                  <a:ext cx="129600" cy="238680"/>
                </a:xfrm>
                <a:prstGeom prst="rect">
                  <a:avLst/>
                </a:prstGeom>
              </p:spPr>
            </p:pic>
          </mc:Fallback>
        </mc:AlternateContent>
        <mc:AlternateContent xmlns:mc="http://schemas.openxmlformats.org/markup-compatibility/2006">
          <mc:Choice xmlns:p14="http://schemas.microsoft.com/office/powerpoint/2010/main" Requires="p14">
            <p:contentPart p14:bwMode="auto" r:id="rId77">
              <p14:nvContentPartPr>
                <p14:cNvPr id="51" name="Ink 50">
                  <a:extLst>
                    <a:ext uri="{FF2B5EF4-FFF2-40B4-BE49-F238E27FC236}">
                      <a16:creationId xmlns:a16="http://schemas.microsoft.com/office/drawing/2014/main" id="{E4AAC34B-A8BE-3FB7-8ED0-F0105058E7E3}"/>
                    </a:ext>
                  </a:extLst>
                </p14:cNvPr>
                <p14:cNvContentPartPr/>
                <p14:nvPr/>
              </p14:nvContentPartPr>
              <p14:xfrm>
                <a:off x="11391230" y="3489157"/>
                <a:ext cx="134640" cy="146160"/>
              </p14:xfrm>
            </p:contentPart>
          </mc:Choice>
          <mc:Fallback>
            <p:pic>
              <p:nvPicPr>
                <p:cNvPr id="51" name="Ink 50">
                  <a:extLst>
                    <a:ext uri="{FF2B5EF4-FFF2-40B4-BE49-F238E27FC236}">
                      <a16:creationId xmlns:a16="http://schemas.microsoft.com/office/drawing/2014/main" id="{E4AAC34B-A8BE-3FB7-8ED0-F0105058E7E3}"/>
                    </a:ext>
                  </a:extLst>
                </p:cNvPr>
                <p:cNvPicPr/>
                <p:nvPr/>
              </p:nvPicPr>
              <p:blipFill>
                <a:blip r:embed="rId78"/>
                <a:stretch>
                  <a:fillRect/>
                </a:stretch>
              </p:blipFill>
              <p:spPr>
                <a:xfrm>
                  <a:off x="11373230" y="3471517"/>
                  <a:ext cx="170280" cy="181800"/>
                </a:xfrm>
                <a:prstGeom prst="rect">
                  <a:avLst/>
                </a:prstGeom>
              </p:spPr>
            </p:pic>
          </mc:Fallback>
        </mc:AlternateContent>
        <mc:AlternateContent xmlns:mc="http://schemas.openxmlformats.org/markup-compatibility/2006">
          <mc:Choice xmlns:p14="http://schemas.microsoft.com/office/powerpoint/2010/main" Requires="p14">
            <p:contentPart p14:bwMode="auto" r:id="rId79">
              <p14:nvContentPartPr>
                <p14:cNvPr id="52" name="Ink 51">
                  <a:extLst>
                    <a:ext uri="{FF2B5EF4-FFF2-40B4-BE49-F238E27FC236}">
                      <a16:creationId xmlns:a16="http://schemas.microsoft.com/office/drawing/2014/main" id="{B05C61B5-01F5-6706-3FC5-A9F0288B7C3A}"/>
                    </a:ext>
                  </a:extLst>
                </p14:cNvPr>
                <p14:cNvContentPartPr/>
                <p14:nvPr/>
              </p14:nvContentPartPr>
              <p14:xfrm>
                <a:off x="11571230" y="3488797"/>
                <a:ext cx="107640" cy="120960"/>
              </p14:xfrm>
            </p:contentPart>
          </mc:Choice>
          <mc:Fallback>
            <p:pic>
              <p:nvPicPr>
                <p:cNvPr id="52" name="Ink 51">
                  <a:extLst>
                    <a:ext uri="{FF2B5EF4-FFF2-40B4-BE49-F238E27FC236}">
                      <a16:creationId xmlns:a16="http://schemas.microsoft.com/office/drawing/2014/main" id="{B05C61B5-01F5-6706-3FC5-A9F0288B7C3A}"/>
                    </a:ext>
                  </a:extLst>
                </p:cNvPr>
                <p:cNvPicPr/>
                <p:nvPr/>
              </p:nvPicPr>
              <p:blipFill>
                <a:blip r:embed="rId80"/>
                <a:stretch>
                  <a:fillRect/>
                </a:stretch>
              </p:blipFill>
              <p:spPr>
                <a:xfrm>
                  <a:off x="11553230" y="3470797"/>
                  <a:ext cx="143280" cy="156600"/>
                </a:xfrm>
                <a:prstGeom prst="rect">
                  <a:avLst/>
                </a:prstGeom>
              </p:spPr>
            </p:pic>
          </mc:Fallback>
        </mc:AlternateContent>
        <mc:AlternateContent xmlns:mc="http://schemas.openxmlformats.org/markup-compatibility/2006">
          <mc:Choice xmlns:p14="http://schemas.microsoft.com/office/powerpoint/2010/main" Requires="p14">
            <p:contentPart p14:bwMode="auto" r:id="rId81">
              <p14:nvContentPartPr>
                <p14:cNvPr id="53" name="Ink 52">
                  <a:extLst>
                    <a:ext uri="{FF2B5EF4-FFF2-40B4-BE49-F238E27FC236}">
                      <a16:creationId xmlns:a16="http://schemas.microsoft.com/office/drawing/2014/main" id="{4C2C1F11-ED7F-44BB-56AF-3520A81392C2}"/>
                    </a:ext>
                  </a:extLst>
                </p14:cNvPr>
                <p14:cNvContentPartPr/>
                <p14:nvPr/>
              </p14:nvContentPartPr>
              <p14:xfrm>
                <a:off x="11746550" y="3432637"/>
                <a:ext cx="54360" cy="181080"/>
              </p14:xfrm>
            </p:contentPart>
          </mc:Choice>
          <mc:Fallback>
            <p:pic>
              <p:nvPicPr>
                <p:cNvPr id="53" name="Ink 52">
                  <a:extLst>
                    <a:ext uri="{FF2B5EF4-FFF2-40B4-BE49-F238E27FC236}">
                      <a16:creationId xmlns:a16="http://schemas.microsoft.com/office/drawing/2014/main" id="{4C2C1F11-ED7F-44BB-56AF-3520A81392C2}"/>
                    </a:ext>
                  </a:extLst>
                </p:cNvPr>
                <p:cNvPicPr/>
                <p:nvPr/>
              </p:nvPicPr>
              <p:blipFill>
                <a:blip r:embed="rId82"/>
                <a:stretch>
                  <a:fillRect/>
                </a:stretch>
              </p:blipFill>
              <p:spPr>
                <a:xfrm>
                  <a:off x="11728550" y="3414997"/>
                  <a:ext cx="90000" cy="216720"/>
                </a:xfrm>
                <a:prstGeom prst="rect">
                  <a:avLst/>
                </a:prstGeom>
              </p:spPr>
            </p:pic>
          </mc:Fallback>
        </mc:AlternateContent>
        <mc:AlternateContent xmlns:mc="http://schemas.openxmlformats.org/markup-compatibility/2006">
          <mc:Choice xmlns:p14="http://schemas.microsoft.com/office/powerpoint/2010/main" Requires="p14">
            <p:contentPart p14:bwMode="auto" r:id="rId83">
              <p14:nvContentPartPr>
                <p14:cNvPr id="54" name="Ink 53">
                  <a:extLst>
                    <a:ext uri="{FF2B5EF4-FFF2-40B4-BE49-F238E27FC236}">
                      <a16:creationId xmlns:a16="http://schemas.microsoft.com/office/drawing/2014/main" id="{431CD373-1210-9E0E-F857-FCE06BD2D3F7}"/>
                    </a:ext>
                  </a:extLst>
                </p14:cNvPr>
                <p14:cNvContentPartPr/>
                <p14:nvPr/>
              </p14:nvContentPartPr>
              <p14:xfrm>
                <a:off x="11720630" y="3490237"/>
                <a:ext cx="122040" cy="60840"/>
              </p14:xfrm>
            </p:contentPart>
          </mc:Choice>
          <mc:Fallback>
            <p:pic>
              <p:nvPicPr>
                <p:cNvPr id="54" name="Ink 53">
                  <a:extLst>
                    <a:ext uri="{FF2B5EF4-FFF2-40B4-BE49-F238E27FC236}">
                      <a16:creationId xmlns:a16="http://schemas.microsoft.com/office/drawing/2014/main" id="{431CD373-1210-9E0E-F857-FCE06BD2D3F7}"/>
                    </a:ext>
                  </a:extLst>
                </p:cNvPr>
                <p:cNvPicPr/>
                <p:nvPr/>
              </p:nvPicPr>
              <p:blipFill>
                <a:blip r:embed="rId84"/>
                <a:stretch>
                  <a:fillRect/>
                </a:stretch>
              </p:blipFill>
              <p:spPr>
                <a:xfrm>
                  <a:off x="11702990" y="3472237"/>
                  <a:ext cx="157680" cy="96480"/>
                </a:xfrm>
                <a:prstGeom prst="rect">
                  <a:avLst/>
                </a:prstGeom>
              </p:spPr>
            </p:pic>
          </mc:Fallback>
        </mc:AlternateContent>
        <mc:AlternateContent xmlns:mc="http://schemas.openxmlformats.org/markup-compatibility/2006">
          <mc:Choice xmlns:p14="http://schemas.microsoft.com/office/powerpoint/2010/main" Requires="p14">
            <p:contentPart p14:bwMode="auto" r:id="rId85">
              <p14:nvContentPartPr>
                <p14:cNvPr id="55" name="Ink 54">
                  <a:extLst>
                    <a:ext uri="{FF2B5EF4-FFF2-40B4-BE49-F238E27FC236}">
                      <a16:creationId xmlns:a16="http://schemas.microsoft.com/office/drawing/2014/main" id="{89318776-B9FE-0FF8-0845-5597F2B110AA}"/>
                    </a:ext>
                  </a:extLst>
                </p14:cNvPr>
                <p14:cNvContentPartPr/>
                <p14:nvPr/>
              </p14:nvContentPartPr>
              <p14:xfrm>
                <a:off x="11770670" y="3132037"/>
                <a:ext cx="192240" cy="474480"/>
              </p14:xfrm>
            </p:contentPart>
          </mc:Choice>
          <mc:Fallback>
            <p:pic>
              <p:nvPicPr>
                <p:cNvPr id="55" name="Ink 54">
                  <a:extLst>
                    <a:ext uri="{FF2B5EF4-FFF2-40B4-BE49-F238E27FC236}">
                      <a16:creationId xmlns:a16="http://schemas.microsoft.com/office/drawing/2014/main" id="{89318776-B9FE-0FF8-0845-5597F2B110AA}"/>
                    </a:ext>
                  </a:extLst>
                </p:cNvPr>
                <p:cNvPicPr/>
                <p:nvPr/>
              </p:nvPicPr>
              <p:blipFill>
                <a:blip r:embed="rId86"/>
                <a:stretch>
                  <a:fillRect/>
                </a:stretch>
              </p:blipFill>
              <p:spPr>
                <a:xfrm>
                  <a:off x="11753030" y="3114037"/>
                  <a:ext cx="227880" cy="510120"/>
                </a:xfrm>
                <a:prstGeom prst="rect">
                  <a:avLst/>
                </a:prstGeom>
              </p:spPr>
            </p:pic>
          </mc:Fallback>
        </mc:AlternateContent>
        <mc:AlternateContent xmlns:mc="http://schemas.openxmlformats.org/markup-compatibility/2006">
          <mc:Choice xmlns:p14="http://schemas.microsoft.com/office/powerpoint/2010/main" Requires="p14">
            <p:contentPart p14:bwMode="auto" r:id="rId87">
              <p14:nvContentPartPr>
                <p14:cNvPr id="56" name="Ink 55">
                  <a:extLst>
                    <a:ext uri="{FF2B5EF4-FFF2-40B4-BE49-F238E27FC236}">
                      <a16:creationId xmlns:a16="http://schemas.microsoft.com/office/drawing/2014/main" id="{93E06D48-1A06-A497-A56C-BF2A692C1360}"/>
                    </a:ext>
                  </a:extLst>
                </p14:cNvPr>
                <p14:cNvContentPartPr/>
                <p14:nvPr/>
              </p14:nvContentPartPr>
              <p14:xfrm>
                <a:off x="11794790" y="2795797"/>
                <a:ext cx="218880" cy="117360"/>
              </p14:xfrm>
            </p:contentPart>
          </mc:Choice>
          <mc:Fallback>
            <p:pic>
              <p:nvPicPr>
                <p:cNvPr id="56" name="Ink 55">
                  <a:extLst>
                    <a:ext uri="{FF2B5EF4-FFF2-40B4-BE49-F238E27FC236}">
                      <a16:creationId xmlns:a16="http://schemas.microsoft.com/office/drawing/2014/main" id="{93E06D48-1A06-A497-A56C-BF2A692C1360}"/>
                    </a:ext>
                  </a:extLst>
                </p:cNvPr>
                <p:cNvPicPr/>
                <p:nvPr/>
              </p:nvPicPr>
              <p:blipFill>
                <a:blip r:embed="rId88"/>
                <a:stretch>
                  <a:fillRect/>
                </a:stretch>
              </p:blipFill>
              <p:spPr>
                <a:xfrm>
                  <a:off x="11777150" y="2778157"/>
                  <a:ext cx="254520" cy="153000"/>
                </a:xfrm>
                <a:prstGeom prst="rect">
                  <a:avLst/>
                </a:prstGeom>
              </p:spPr>
            </p:pic>
          </mc:Fallback>
        </mc:AlternateContent>
        <mc:AlternateContent xmlns:mc="http://schemas.openxmlformats.org/markup-compatibility/2006">
          <mc:Choice xmlns:p14="http://schemas.microsoft.com/office/powerpoint/2010/main" Requires="p14">
            <p:contentPart p14:bwMode="auto" r:id="rId89">
              <p14:nvContentPartPr>
                <p14:cNvPr id="57" name="Ink 56">
                  <a:extLst>
                    <a:ext uri="{FF2B5EF4-FFF2-40B4-BE49-F238E27FC236}">
                      <a16:creationId xmlns:a16="http://schemas.microsoft.com/office/drawing/2014/main" id="{3CE140AE-36A6-CE16-9DB6-402B232A374E}"/>
                    </a:ext>
                  </a:extLst>
                </p14:cNvPr>
                <p14:cNvContentPartPr/>
                <p14:nvPr/>
              </p14:nvContentPartPr>
              <p14:xfrm>
                <a:off x="10806590" y="4079917"/>
                <a:ext cx="167760" cy="25920"/>
              </p14:xfrm>
            </p:contentPart>
          </mc:Choice>
          <mc:Fallback>
            <p:pic>
              <p:nvPicPr>
                <p:cNvPr id="57" name="Ink 56">
                  <a:extLst>
                    <a:ext uri="{FF2B5EF4-FFF2-40B4-BE49-F238E27FC236}">
                      <a16:creationId xmlns:a16="http://schemas.microsoft.com/office/drawing/2014/main" id="{3CE140AE-36A6-CE16-9DB6-402B232A374E}"/>
                    </a:ext>
                  </a:extLst>
                </p:cNvPr>
                <p:cNvPicPr/>
                <p:nvPr/>
              </p:nvPicPr>
              <p:blipFill>
                <a:blip r:embed="rId90"/>
                <a:stretch>
                  <a:fillRect/>
                </a:stretch>
              </p:blipFill>
              <p:spPr>
                <a:xfrm>
                  <a:off x="10788950" y="4061917"/>
                  <a:ext cx="203400" cy="61560"/>
                </a:xfrm>
                <a:prstGeom prst="rect">
                  <a:avLst/>
                </a:prstGeom>
              </p:spPr>
            </p:pic>
          </mc:Fallback>
        </mc:AlternateContent>
        <mc:AlternateContent xmlns:mc="http://schemas.openxmlformats.org/markup-compatibility/2006">
          <mc:Choice xmlns:p14="http://schemas.microsoft.com/office/powerpoint/2010/main" Requires="p14">
            <p:contentPart p14:bwMode="auto" r:id="rId91">
              <p14:nvContentPartPr>
                <p14:cNvPr id="58" name="Ink 57">
                  <a:extLst>
                    <a:ext uri="{FF2B5EF4-FFF2-40B4-BE49-F238E27FC236}">
                      <a16:creationId xmlns:a16="http://schemas.microsoft.com/office/drawing/2014/main" id="{A03A5A0A-0044-257B-3BF9-BF4B0DFC97C1}"/>
                    </a:ext>
                  </a:extLst>
                </p14:cNvPr>
                <p14:cNvContentPartPr/>
                <p14:nvPr/>
              </p14:nvContentPartPr>
              <p14:xfrm>
                <a:off x="10871750" y="4009357"/>
                <a:ext cx="32400" cy="161640"/>
              </p14:xfrm>
            </p:contentPart>
          </mc:Choice>
          <mc:Fallback>
            <p:pic>
              <p:nvPicPr>
                <p:cNvPr id="58" name="Ink 57">
                  <a:extLst>
                    <a:ext uri="{FF2B5EF4-FFF2-40B4-BE49-F238E27FC236}">
                      <a16:creationId xmlns:a16="http://schemas.microsoft.com/office/drawing/2014/main" id="{A03A5A0A-0044-257B-3BF9-BF4B0DFC97C1}"/>
                    </a:ext>
                  </a:extLst>
                </p:cNvPr>
                <p:cNvPicPr/>
                <p:nvPr/>
              </p:nvPicPr>
              <p:blipFill>
                <a:blip r:embed="rId92"/>
                <a:stretch>
                  <a:fillRect/>
                </a:stretch>
              </p:blipFill>
              <p:spPr>
                <a:xfrm>
                  <a:off x="10853750" y="3991717"/>
                  <a:ext cx="68040" cy="197280"/>
                </a:xfrm>
                <a:prstGeom prst="rect">
                  <a:avLst/>
                </a:prstGeom>
              </p:spPr>
            </p:pic>
          </mc:Fallback>
        </mc:AlternateContent>
        <mc:AlternateContent xmlns:mc="http://schemas.openxmlformats.org/markup-compatibility/2006">
          <mc:Choice xmlns:p14="http://schemas.microsoft.com/office/powerpoint/2010/main" Requires="p14">
            <p:contentPart p14:bwMode="auto" r:id="rId93">
              <p14:nvContentPartPr>
                <p14:cNvPr id="59" name="Ink 58">
                  <a:extLst>
                    <a:ext uri="{FF2B5EF4-FFF2-40B4-BE49-F238E27FC236}">
                      <a16:creationId xmlns:a16="http://schemas.microsoft.com/office/drawing/2014/main" id="{2A45D146-D5C0-0D33-69AA-70E0652E7B58}"/>
                    </a:ext>
                  </a:extLst>
                </p14:cNvPr>
                <p14:cNvContentPartPr/>
                <p14:nvPr/>
              </p14:nvContentPartPr>
              <p14:xfrm>
                <a:off x="10363790" y="4452877"/>
                <a:ext cx="214200" cy="568080"/>
              </p14:xfrm>
            </p:contentPart>
          </mc:Choice>
          <mc:Fallback>
            <p:pic>
              <p:nvPicPr>
                <p:cNvPr id="59" name="Ink 58">
                  <a:extLst>
                    <a:ext uri="{FF2B5EF4-FFF2-40B4-BE49-F238E27FC236}">
                      <a16:creationId xmlns:a16="http://schemas.microsoft.com/office/drawing/2014/main" id="{2A45D146-D5C0-0D33-69AA-70E0652E7B58}"/>
                    </a:ext>
                  </a:extLst>
                </p:cNvPr>
                <p:cNvPicPr/>
                <p:nvPr/>
              </p:nvPicPr>
              <p:blipFill>
                <a:blip r:embed="rId94"/>
                <a:stretch>
                  <a:fillRect/>
                </a:stretch>
              </p:blipFill>
              <p:spPr>
                <a:xfrm>
                  <a:off x="10345790" y="4435237"/>
                  <a:ext cx="249840" cy="603720"/>
                </a:xfrm>
                <a:prstGeom prst="rect">
                  <a:avLst/>
                </a:prstGeom>
              </p:spPr>
            </p:pic>
          </mc:Fallback>
        </mc:AlternateContent>
        <mc:AlternateContent xmlns:mc="http://schemas.openxmlformats.org/markup-compatibility/2006">
          <mc:Choice xmlns:p14="http://schemas.microsoft.com/office/powerpoint/2010/main" Requires="p14">
            <p:contentPart p14:bwMode="auto" r:id="rId95">
              <p14:nvContentPartPr>
                <p14:cNvPr id="60" name="Ink 59">
                  <a:extLst>
                    <a:ext uri="{FF2B5EF4-FFF2-40B4-BE49-F238E27FC236}">
                      <a16:creationId xmlns:a16="http://schemas.microsoft.com/office/drawing/2014/main" id="{73885A1F-E5C7-DE89-28F1-0819A971ED89}"/>
                    </a:ext>
                  </a:extLst>
                </p14:cNvPr>
                <p14:cNvContentPartPr/>
                <p14:nvPr/>
              </p14:nvContentPartPr>
              <p14:xfrm>
                <a:off x="10566110" y="4586077"/>
                <a:ext cx="244800" cy="228240"/>
              </p14:xfrm>
            </p:contentPart>
          </mc:Choice>
          <mc:Fallback>
            <p:pic>
              <p:nvPicPr>
                <p:cNvPr id="60" name="Ink 59">
                  <a:extLst>
                    <a:ext uri="{FF2B5EF4-FFF2-40B4-BE49-F238E27FC236}">
                      <a16:creationId xmlns:a16="http://schemas.microsoft.com/office/drawing/2014/main" id="{73885A1F-E5C7-DE89-28F1-0819A971ED89}"/>
                    </a:ext>
                  </a:extLst>
                </p:cNvPr>
                <p:cNvPicPr/>
                <p:nvPr/>
              </p:nvPicPr>
              <p:blipFill>
                <a:blip r:embed="rId96"/>
                <a:stretch>
                  <a:fillRect/>
                </a:stretch>
              </p:blipFill>
              <p:spPr>
                <a:xfrm>
                  <a:off x="10548110" y="4568077"/>
                  <a:ext cx="280440" cy="263880"/>
                </a:xfrm>
                <a:prstGeom prst="rect">
                  <a:avLst/>
                </a:prstGeom>
              </p:spPr>
            </p:pic>
          </mc:Fallback>
        </mc:AlternateContent>
        <mc:AlternateContent xmlns:mc="http://schemas.openxmlformats.org/markup-compatibility/2006">
          <mc:Choice xmlns:p14="http://schemas.microsoft.com/office/powerpoint/2010/main" Requires="p14">
            <p:contentPart p14:bwMode="auto" r:id="rId97">
              <p14:nvContentPartPr>
                <p14:cNvPr id="61" name="Ink 60">
                  <a:extLst>
                    <a:ext uri="{FF2B5EF4-FFF2-40B4-BE49-F238E27FC236}">
                      <a16:creationId xmlns:a16="http://schemas.microsoft.com/office/drawing/2014/main" id="{7A05A0F5-3476-28E1-26CC-5C300D8872DF}"/>
                    </a:ext>
                  </a:extLst>
                </p14:cNvPr>
                <p14:cNvContentPartPr/>
                <p14:nvPr/>
              </p14:nvContentPartPr>
              <p14:xfrm>
                <a:off x="10827830" y="4796677"/>
                <a:ext cx="132120" cy="113400"/>
              </p14:xfrm>
            </p:contentPart>
          </mc:Choice>
          <mc:Fallback>
            <p:pic>
              <p:nvPicPr>
                <p:cNvPr id="61" name="Ink 60">
                  <a:extLst>
                    <a:ext uri="{FF2B5EF4-FFF2-40B4-BE49-F238E27FC236}">
                      <a16:creationId xmlns:a16="http://schemas.microsoft.com/office/drawing/2014/main" id="{7A05A0F5-3476-28E1-26CC-5C300D8872DF}"/>
                    </a:ext>
                  </a:extLst>
                </p:cNvPr>
                <p:cNvPicPr/>
                <p:nvPr/>
              </p:nvPicPr>
              <p:blipFill>
                <a:blip r:embed="rId98"/>
                <a:stretch>
                  <a:fillRect/>
                </a:stretch>
              </p:blipFill>
              <p:spPr>
                <a:xfrm>
                  <a:off x="10809830" y="4779037"/>
                  <a:ext cx="167760" cy="149040"/>
                </a:xfrm>
                <a:prstGeom prst="rect">
                  <a:avLst/>
                </a:prstGeom>
              </p:spPr>
            </p:pic>
          </mc:Fallback>
        </mc:AlternateContent>
        <mc:AlternateContent xmlns:mc="http://schemas.openxmlformats.org/markup-compatibility/2006">
          <mc:Choice xmlns:p14="http://schemas.microsoft.com/office/powerpoint/2010/main" Requires="p14">
            <p:contentPart p14:bwMode="auto" r:id="rId99">
              <p14:nvContentPartPr>
                <p14:cNvPr id="62" name="Ink 61">
                  <a:extLst>
                    <a:ext uri="{FF2B5EF4-FFF2-40B4-BE49-F238E27FC236}">
                      <a16:creationId xmlns:a16="http://schemas.microsoft.com/office/drawing/2014/main" id="{F52D75ED-18CE-552A-B868-116C362143D2}"/>
                    </a:ext>
                  </a:extLst>
                </p14:cNvPr>
                <p14:cNvContentPartPr/>
                <p14:nvPr/>
              </p14:nvContentPartPr>
              <p14:xfrm>
                <a:off x="11057870" y="4865437"/>
                <a:ext cx="36720" cy="137520"/>
              </p14:xfrm>
            </p:contentPart>
          </mc:Choice>
          <mc:Fallback>
            <p:pic>
              <p:nvPicPr>
                <p:cNvPr id="62" name="Ink 61">
                  <a:extLst>
                    <a:ext uri="{FF2B5EF4-FFF2-40B4-BE49-F238E27FC236}">
                      <a16:creationId xmlns:a16="http://schemas.microsoft.com/office/drawing/2014/main" id="{F52D75ED-18CE-552A-B868-116C362143D2}"/>
                    </a:ext>
                  </a:extLst>
                </p:cNvPr>
                <p:cNvPicPr/>
                <p:nvPr/>
              </p:nvPicPr>
              <p:blipFill>
                <a:blip r:embed="rId100"/>
                <a:stretch>
                  <a:fillRect/>
                </a:stretch>
              </p:blipFill>
              <p:spPr>
                <a:xfrm>
                  <a:off x="11040230" y="4847797"/>
                  <a:ext cx="72360" cy="173160"/>
                </a:xfrm>
                <a:prstGeom prst="rect">
                  <a:avLst/>
                </a:prstGeom>
              </p:spPr>
            </p:pic>
          </mc:Fallback>
        </mc:AlternateContent>
        <mc:AlternateContent xmlns:mc="http://schemas.openxmlformats.org/markup-compatibility/2006">
          <mc:Choice xmlns:p14="http://schemas.microsoft.com/office/powerpoint/2010/main" Requires="p14">
            <p:contentPart p14:bwMode="auto" r:id="rId101">
              <p14:nvContentPartPr>
                <p14:cNvPr id="68" name="Ink 67">
                  <a:extLst>
                    <a:ext uri="{FF2B5EF4-FFF2-40B4-BE49-F238E27FC236}">
                      <a16:creationId xmlns:a16="http://schemas.microsoft.com/office/drawing/2014/main" id="{4243B1F9-8105-4676-A671-460844E1F597}"/>
                    </a:ext>
                  </a:extLst>
                </p14:cNvPr>
                <p14:cNvContentPartPr/>
                <p14:nvPr/>
              </p14:nvContentPartPr>
              <p14:xfrm>
                <a:off x="11292950" y="4756357"/>
                <a:ext cx="37080" cy="255240"/>
              </p14:xfrm>
            </p:contentPart>
          </mc:Choice>
          <mc:Fallback>
            <p:pic>
              <p:nvPicPr>
                <p:cNvPr id="68" name="Ink 67">
                  <a:extLst>
                    <a:ext uri="{FF2B5EF4-FFF2-40B4-BE49-F238E27FC236}">
                      <a16:creationId xmlns:a16="http://schemas.microsoft.com/office/drawing/2014/main" id="{4243B1F9-8105-4676-A671-460844E1F597}"/>
                    </a:ext>
                  </a:extLst>
                </p:cNvPr>
                <p:cNvPicPr/>
                <p:nvPr/>
              </p:nvPicPr>
              <p:blipFill>
                <a:blip r:embed="rId102"/>
                <a:stretch>
                  <a:fillRect/>
                </a:stretch>
              </p:blipFill>
              <p:spPr>
                <a:xfrm>
                  <a:off x="11274950" y="4738717"/>
                  <a:ext cx="72720" cy="290880"/>
                </a:xfrm>
                <a:prstGeom prst="rect">
                  <a:avLst/>
                </a:prstGeom>
              </p:spPr>
            </p:pic>
          </mc:Fallback>
        </mc:AlternateContent>
        <mc:AlternateContent xmlns:mc="http://schemas.openxmlformats.org/markup-compatibility/2006">
          <mc:Choice xmlns:p14="http://schemas.microsoft.com/office/powerpoint/2010/main" Requires="p14">
            <p:contentPart p14:bwMode="auto" r:id="rId103">
              <p14:nvContentPartPr>
                <p14:cNvPr id="69" name="Ink 68">
                  <a:extLst>
                    <a:ext uri="{FF2B5EF4-FFF2-40B4-BE49-F238E27FC236}">
                      <a16:creationId xmlns:a16="http://schemas.microsoft.com/office/drawing/2014/main" id="{F557B183-CBAA-456D-C97C-A768EDAEAD58}"/>
                    </a:ext>
                  </a:extLst>
                </p14:cNvPr>
                <p14:cNvContentPartPr/>
                <p14:nvPr/>
              </p14:nvContentPartPr>
              <p14:xfrm>
                <a:off x="11244710" y="4867957"/>
                <a:ext cx="141480" cy="55080"/>
              </p14:xfrm>
            </p:contentPart>
          </mc:Choice>
          <mc:Fallback>
            <p:pic>
              <p:nvPicPr>
                <p:cNvPr id="69" name="Ink 68">
                  <a:extLst>
                    <a:ext uri="{FF2B5EF4-FFF2-40B4-BE49-F238E27FC236}">
                      <a16:creationId xmlns:a16="http://schemas.microsoft.com/office/drawing/2014/main" id="{F557B183-CBAA-456D-C97C-A768EDAEAD58}"/>
                    </a:ext>
                  </a:extLst>
                </p:cNvPr>
                <p:cNvPicPr/>
                <p:nvPr/>
              </p:nvPicPr>
              <p:blipFill>
                <a:blip r:embed="rId104"/>
                <a:stretch>
                  <a:fillRect/>
                </a:stretch>
              </p:blipFill>
              <p:spPr>
                <a:xfrm>
                  <a:off x="11226710" y="4850317"/>
                  <a:ext cx="177120" cy="90720"/>
                </a:xfrm>
                <a:prstGeom prst="rect">
                  <a:avLst/>
                </a:prstGeom>
              </p:spPr>
            </p:pic>
          </mc:Fallback>
        </mc:AlternateContent>
        <mc:AlternateContent xmlns:mc="http://schemas.openxmlformats.org/markup-compatibility/2006">
          <mc:Choice xmlns:p14="http://schemas.microsoft.com/office/powerpoint/2010/main" Requires="p14">
            <p:contentPart p14:bwMode="auto" r:id="rId105">
              <p14:nvContentPartPr>
                <p14:cNvPr id="70" name="Ink 69">
                  <a:extLst>
                    <a:ext uri="{FF2B5EF4-FFF2-40B4-BE49-F238E27FC236}">
                      <a16:creationId xmlns:a16="http://schemas.microsoft.com/office/drawing/2014/main" id="{004E8F3F-30BE-5D0D-A584-0F031E042788}"/>
                    </a:ext>
                  </a:extLst>
                </p14:cNvPr>
                <p14:cNvContentPartPr/>
                <p14:nvPr/>
              </p14:nvContentPartPr>
              <p14:xfrm>
                <a:off x="11438390" y="4838797"/>
                <a:ext cx="43200" cy="156960"/>
              </p14:xfrm>
            </p:contentPart>
          </mc:Choice>
          <mc:Fallback>
            <p:pic>
              <p:nvPicPr>
                <p:cNvPr id="70" name="Ink 69">
                  <a:extLst>
                    <a:ext uri="{FF2B5EF4-FFF2-40B4-BE49-F238E27FC236}">
                      <a16:creationId xmlns:a16="http://schemas.microsoft.com/office/drawing/2014/main" id="{004E8F3F-30BE-5D0D-A584-0F031E042788}"/>
                    </a:ext>
                  </a:extLst>
                </p:cNvPr>
                <p:cNvPicPr/>
                <p:nvPr/>
              </p:nvPicPr>
              <p:blipFill>
                <a:blip r:embed="rId106"/>
                <a:stretch>
                  <a:fillRect/>
                </a:stretch>
              </p:blipFill>
              <p:spPr>
                <a:xfrm>
                  <a:off x="11420390" y="4821157"/>
                  <a:ext cx="78840" cy="192600"/>
                </a:xfrm>
                <a:prstGeom prst="rect">
                  <a:avLst/>
                </a:prstGeom>
              </p:spPr>
            </p:pic>
          </mc:Fallback>
        </mc:AlternateContent>
        <mc:AlternateContent xmlns:mc="http://schemas.openxmlformats.org/markup-compatibility/2006">
          <mc:Choice xmlns:p14="http://schemas.microsoft.com/office/powerpoint/2010/main" Requires="p14">
            <p:contentPart p14:bwMode="auto" r:id="rId107">
              <p14:nvContentPartPr>
                <p14:cNvPr id="71" name="Ink 70">
                  <a:extLst>
                    <a:ext uri="{FF2B5EF4-FFF2-40B4-BE49-F238E27FC236}">
                      <a16:creationId xmlns:a16="http://schemas.microsoft.com/office/drawing/2014/main" id="{086DFAB3-1A56-66B0-5E00-CB524D63973E}"/>
                    </a:ext>
                  </a:extLst>
                </p14:cNvPr>
                <p14:cNvContentPartPr/>
                <p14:nvPr/>
              </p14:nvContentPartPr>
              <p14:xfrm>
                <a:off x="11548550" y="4896037"/>
                <a:ext cx="36000" cy="73440"/>
              </p14:xfrm>
            </p:contentPart>
          </mc:Choice>
          <mc:Fallback>
            <p:pic>
              <p:nvPicPr>
                <p:cNvPr id="71" name="Ink 70">
                  <a:extLst>
                    <a:ext uri="{FF2B5EF4-FFF2-40B4-BE49-F238E27FC236}">
                      <a16:creationId xmlns:a16="http://schemas.microsoft.com/office/drawing/2014/main" id="{086DFAB3-1A56-66B0-5E00-CB524D63973E}"/>
                    </a:ext>
                  </a:extLst>
                </p:cNvPr>
                <p:cNvPicPr/>
                <p:nvPr/>
              </p:nvPicPr>
              <p:blipFill>
                <a:blip r:embed="rId108"/>
                <a:stretch>
                  <a:fillRect/>
                </a:stretch>
              </p:blipFill>
              <p:spPr>
                <a:xfrm>
                  <a:off x="11530550" y="4878037"/>
                  <a:ext cx="71640" cy="109080"/>
                </a:xfrm>
                <a:prstGeom prst="rect">
                  <a:avLst/>
                </a:prstGeom>
              </p:spPr>
            </p:pic>
          </mc:Fallback>
        </mc:AlternateContent>
        <mc:AlternateContent xmlns:mc="http://schemas.openxmlformats.org/markup-compatibility/2006">
          <mc:Choice xmlns:p14="http://schemas.microsoft.com/office/powerpoint/2010/main" Requires="p14">
            <p:contentPart p14:bwMode="auto" r:id="rId109">
              <p14:nvContentPartPr>
                <p14:cNvPr id="72" name="Ink 71">
                  <a:extLst>
                    <a:ext uri="{FF2B5EF4-FFF2-40B4-BE49-F238E27FC236}">
                      <a16:creationId xmlns:a16="http://schemas.microsoft.com/office/drawing/2014/main" id="{59650889-72EE-9D5C-59EC-3EE5601555C1}"/>
                    </a:ext>
                  </a:extLst>
                </p14:cNvPr>
                <p14:cNvContentPartPr/>
                <p14:nvPr/>
              </p14:nvContentPartPr>
              <p14:xfrm>
                <a:off x="11522270" y="4787317"/>
                <a:ext cx="22320" cy="8280"/>
              </p14:xfrm>
            </p:contentPart>
          </mc:Choice>
          <mc:Fallback>
            <p:pic>
              <p:nvPicPr>
                <p:cNvPr id="72" name="Ink 71">
                  <a:extLst>
                    <a:ext uri="{FF2B5EF4-FFF2-40B4-BE49-F238E27FC236}">
                      <a16:creationId xmlns:a16="http://schemas.microsoft.com/office/drawing/2014/main" id="{59650889-72EE-9D5C-59EC-3EE5601555C1}"/>
                    </a:ext>
                  </a:extLst>
                </p:cNvPr>
                <p:cNvPicPr/>
                <p:nvPr/>
              </p:nvPicPr>
              <p:blipFill>
                <a:blip r:embed="rId110"/>
                <a:stretch>
                  <a:fillRect/>
                </a:stretch>
              </p:blipFill>
              <p:spPr>
                <a:xfrm>
                  <a:off x="11504630" y="4769317"/>
                  <a:ext cx="57960" cy="43920"/>
                </a:xfrm>
                <a:prstGeom prst="rect">
                  <a:avLst/>
                </a:prstGeom>
              </p:spPr>
            </p:pic>
          </mc:Fallback>
        </mc:AlternateContent>
        <mc:AlternateContent xmlns:mc="http://schemas.openxmlformats.org/markup-compatibility/2006">
          <mc:Choice xmlns:p14="http://schemas.microsoft.com/office/powerpoint/2010/main" Requires="p14">
            <p:contentPart p14:bwMode="auto" r:id="rId111">
              <p14:nvContentPartPr>
                <p14:cNvPr id="74" name="Ink 73">
                  <a:extLst>
                    <a:ext uri="{FF2B5EF4-FFF2-40B4-BE49-F238E27FC236}">
                      <a16:creationId xmlns:a16="http://schemas.microsoft.com/office/drawing/2014/main" id="{A3893F5D-37CA-0E9A-9C55-E151D58B2C5F}"/>
                    </a:ext>
                  </a:extLst>
                </p14:cNvPr>
                <p14:cNvContentPartPr/>
                <p14:nvPr/>
              </p14:nvContentPartPr>
              <p14:xfrm>
                <a:off x="11570510" y="4432357"/>
                <a:ext cx="276840" cy="532080"/>
              </p14:xfrm>
            </p:contentPart>
          </mc:Choice>
          <mc:Fallback>
            <p:pic>
              <p:nvPicPr>
                <p:cNvPr id="74" name="Ink 73">
                  <a:extLst>
                    <a:ext uri="{FF2B5EF4-FFF2-40B4-BE49-F238E27FC236}">
                      <a16:creationId xmlns:a16="http://schemas.microsoft.com/office/drawing/2014/main" id="{A3893F5D-37CA-0E9A-9C55-E151D58B2C5F}"/>
                    </a:ext>
                  </a:extLst>
                </p:cNvPr>
                <p:cNvPicPr/>
                <p:nvPr/>
              </p:nvPicPr>
              <p:blipFill>
                <a:blip r:embed="rId112"/>
                <a:stretch>
                  <a:fillRect/>
                </a:stretch>
              </p:blipFill>
              <p:spPr>
                <a:xfrm>
                  <a:off x="11552510" y="4414357"/>
                  <a:ext cx="312480" cy="567720"/>
                </a:xfrm>
                <a:prstGeom prst="rect">
                  <a:avLst/>
                </a:prstGeom>
              </p:spPr>
            </p:pic>
          </mc:Fallback>
        </mc:AlternateContent>
        <mc:AlternateContent xmlns:mc="http://schemas.openxmlformats.org/markup-compatibility/2006">
          <mc:Choice xmlns:p14="http://schemas.microsoft.com/office/powerpoint/2010/main" Requires="p14">
            <p:contentPart p14:bwMode="auto" r:id="rId113">
              <p14:nvContentPartPr>
                <p14:cNvPr id="75" name="Ink 74">
                  <a:extLst>
                    <a:ext uri="{FF2B5EF4-FFF2-40B4-BE49-F238E27FC236}">
                      <a16:creationId xmlns:a16="http://schemas.microsoft.com/office/drawing/2014/main" id="{0D201590-DA4F-D5D7-5EE6-0E3D305A1B2F}"/>
                    </a:ext>
                  </a:extLst>
                </p14:cNvPr>
                <p14:cNvContentPartPr/>
                <p14:nvPr/>
              </p14:nvContentPartPr>
              <p14:xfrm>
                <a:off x="11836910" y="4293037"/>
                <a:ext cx="97560" cy="115920"/>
              </p14:xfrm>
            </p:contentPart>
          </mc:Choice>
          <mc:Fallback>
            <p:pic>
              <p:nvPicPr>
                <p:cNvPr id="75" name="Ink 74">
                  <a:extLst>
                    <a:ext uri="{FF2B5EF4-FFF2-40B4-BE49-F238E27FC236}">
                      <a16:creationId xmlns:a16="http://schemas.microsoft.com/office/drawing/2014/main" id="{0D201590-DA4F-D5D7-5EE6-0E3D305A1B2F}"/>
                    </a:ext>
                  </a:extLst>
                </p:cNvPr>
                <p:cNvPicPr/>
                <p:nvPr/>
              </p:nvPicPr>
              <p:blipFill>
                <a:blip r:embed="rId114"/>
                <a:stretch>
                  <a:fillRect/>
                </a:stretch>
              </p:blipFill>
              <p:spPr>
                <a:xfrm>
                  <a:off x="11818910" y="4275037"/>
                  <a:ext cx="133200" cy="151560"/>
                </a:xfrm>
                <a:prstGeom prst="rect">
                  <a:avLst/>
                </a:prstGeom>
              </p:spPr>
            </p:pic>
          </mc:Fallback>
        </mc:AlternateContent>
        <mc:AlternateContent xmlns:mc="http://schemas.openxmlformats.org/markup-compatibility/2006">
          <mc:Choice xmlns:p14="http://schemas.microsoft.com/office/powerpoint/2010/main" Requires="p14">
            <p:contentPart p14:bwMode="auto" r:id="rId115">
              <p14:nvContentPartPr>
                <p14:cNvPr id="77" name="Ink 76">
                  <a:extLst>
                    <a:ext uri="{FF2B5EF4-FFF2-40B4-BE49-F238E27FC236}">
                      <a16:creationId xmlns:a16="http://schemas.microsoft.com/office/drawing/2014/main" id="{472671FA-A869-E299-7936-C75701F92858}"/>
                    </a:ext>
                  </a:extLst>
                </p14:cNvPr>
                <p14:cNvContentPartPr/>
                <p14:nvPr/>
              </p14:nvContentPartPr>
              <p14:xfrm>
                <a:off x="10124390" y="1787437"/>
                <a:ext cx="167760" cy="3796920"/>
              </p14:xfrm>
            </p:contentPart>
          </mc:Choice>
          <mc:Fallback>
            <p:pic>
              <p:nvPicPr>
                <p:cNvPr id="77" name="Ink 76">
                  <a:extLst>
                    <a:ext uri="{FF2B5EF4-FFF2-40B4-BE49-F238E27FC236}">
                      <a16:creationId xmlns:a16="http://schemas.microsoft.com/office/drawing/2014/main" id="{472671FA-A869-E299-7936-C75701F92858}"/>
                    </a:ext>
                  </a:extLst>
                </p:cNvPr>
                <p:cNvPicPr/>
                <p:nvPr/>
              </p:nvPicPr>
              <p:blipFill>
                <a:blip r:embed="rId116"/>
                <a:stretch>
                  <a:fillRect/>
                </a:stretch>
              </p:blipFill>
              <p:spPr>
                <a:xfrm>
                  <a:off x="10106390" y="1769797"/>
                  <a:ext cx="203400" cy="3832560"/>
                </a:xfrm>
                <a:prstGeom prst="rect">
                  <a:avLst/>
                </a:prstGeom>
              </p:spPr>
            </p:pic>
          </mc:Fallback>
        </mc:AlternateContent>
        <mc:AlternateContent xmlns:mc="http://schemas.openxmlformats.org/markup-compatibility/2006">
          <mc:Choice xmlns:p14="http://schemas.microsoft.com/office/powerpoint/2010/main" Requires="p14">
            <p:contentPart p14:bwMode="auto" r:id="rId117">
              <p14:nvContentPartPr>
                <p14:cNvPr id="78" name="Ink 77">
                  <a:extLst>
                    <a:ext uri="{FF2B5EF4-FFF2-40B4-BE49-F238E27FC236}">
                      <a16:creationId xmlns:a16="http://schemas.microsoft.com/office/drawing/2014/main" id="{17C9B272-9F4E-8D06-C2D0-702798DB8002}"/>
                    </a:ext>
                  </a:extLst>
                </p14:cNvPr>
                <p14:cNvContentPartPr/>
                <p14:nvPr/>
              </p14:nvContentPartPr>
              <p14:xfrm>
                <a:off x="10322750" y="1665397"/>
                <a:ext cx="1741320" cy="248760"/>
              </p14:xfrm>
            </p:contentPart>
          </mc:Choice>
          <mc:Fallback>
            <p:pic>
              <p:nvPicPr>
                <p:cNvPr id="78" name="Ink 77">
                  <a:extLst>
                    <a:ext uri="{FF2B5EF4-FFF2-40B4-BE49-F238E27FC236}">
                      <a16:creationId xmlns:a16="http://schemas.microsoft.com/office/drawing/2014/main" id="{17C9B272-9F4E-8D06-C2D0-702798DB8002}"/>
                    </a:ext>
                  </a:extLst>
                </p:cNvPr>
                <p:cNvPicPr/>
                <p:nvPr/>
              </p:nvPicPr>
              <p:blipFill>
                <a:blip r:embed="rId118"/>
                <a:stretch>
                  <a:fillRect/>
                </a:stretch>
              </p:blipFill>
              <p:spPr>
                <a:xfrm>
                  <a:off x="10304750" y="1647757"/>
                  <a:ext cx="1776960" cy="284400"/>
                </a:xfrm>
                <a:prstGeom prst="rect">
                  <a:avLst/>
                </a:prstGeom>
              </p:spPr>
            </p:pic>
          </mc:Fallback>
        </mc:AlternateContent>
        <mc:AlternateContent xmlns:mc="http://schemas.openxmlformats.org/markup-compatibility/2006">
          <mc:Choice xmlns:p14="http://schemas.microsoft.com/office/powerpoint/2010/main" Requires="p14">
            <p:contentPart p14:bwMode="auto" r:id="rId119">
              <p14:nvContentPartPr>
                <p14:cNvPr id="79" name="Ink 78">
                  <a:extLst>
                    <a:ext uri="{FF2B5EF4-FFF2-40B4-BE49-F238E27FC236}">
                      <a16:creationId xmlns:a16="http://schemas.microsoft.com/office/drawing/2014/main" id="{02FD82C7-7AC1-C3AC-167A-4B3098642D23}"/>
                    </a:ext>
                  </a:extLst>
                </p14:cNvPr>
                <p14:cNvContentPartPr/>
                <p14:nvPr/>
              </p14:nvContentPartPr>
              <p14:xfrm>
                <a:off x="10371710" y="1733797"/>
                <a:ext cx="1782000" cy="3769200"/>
              </p14:xfrm>
            </p:contentPart>
          </mc:Choice>
          <mc:Fallback>
            <p:pic>
              <p:nvPicPr>
                <p:cNvPr id="79" name="Ink 78">
                  <a:extLst>
                    <a:ext uri="{FF2B5EF4-FFF2-40B4-BE49-F238E27FC236}">
                      <a16:creationId xmlns:a16="http://schemas.microsoft.com/office/drawing/2014/main" id="{02FD82C7-7AC1-C3AC-167A-4B3098642D23}"/>
                    </a:ext>
                  </a:extLst>
                </p:cNvPr>
                <p:cNvPicPr/>
                <p:nvPr/>
              </p:nvPicPr>
              <p:blipFill>
                <a:blip r:embed="rId120"/>
                <a:stretch>
                  <a:fillRect/>
                </a:stretch>
              </p:blipFill>
              <p:spPr>
                <a:xfrm>
                  <a:off x="10354070" y="1716157"/>
                  <a:ext cx="1817640" cy="3804840"/>
                </a:xfrm>
                <a:prstGeom prst="rect">
                  <a:avLst/>
                </a:prstGeom>
              </p:spPr>
            </p:pic>
          </mc:Fallback>
        </mc:AlternateContent>
      </p:gr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Power</a:t>
            </a:r>
            <a:r>
              <a:rPr spc="-60" dirty="0"/>
              <a:t> </a:t>
            </a:r>
            <a:r>
              <a:rPr dirty="0"/>
              <a:t>perspective</a:t>
            </a:r>
            <a:r>
              <a:rPr spc="-35" dirty="0"/>
              <a:t> </a:t>
            </a:r>
            <a:r>
              <a:rPr dirty="0"/>
              <a:t>of</a:t>
            </a:r>
            <a:r>
              <a:rPr spc="-45" dirty="0"/>
              <a:t> </a:t>
            </a:r>
            <a:r>
              <a:rPr dirty="0"/>
              <a:t>noise</a:t>
            </a:r>
            <a:r>
              <a:rPr spc="-20" dirty="0"/>
              <a:t> </a:t>
            </a:r>
            <a:r>
              <a:rPr spc="-10" dirty="0"/>
              <a:t>addition</a:t>
            </a:r>
          </a:p>
        </p:txBody>
      </p:sp>
      <p:pic>
        <p:nvPicPr>
          <p:cNvPr id="3" name="object 3"/>
          <p:cNvPicPr/>
          <p:nvPr/>
        </p:nvPicPr>
        <p:blipFill>
          <a:blip r:embed="rId2" cstate="print"/>
          <a:stretch>
            <a:fillRect/>
          </a:stretch>
        </p:blipFill>
        <p:spPr>
          <a:xfrm>
            <a:off x="1772710" y="1130995"/>
            <a:ext cx="8306713" cy="4246954"/>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Examples</a:t>
            </a:r>
            <a:r>
              <a:rPr spc="-80" dirty="0"/>
              <a:t> </a:t>
            </a:r>
            <a:r>
              <a:rPr dirty="0"/>
              <a:t>of</a:t>
            </a:r>
            <a:r>
              <a:rPr spc="-80" dirty="0"/>
              <a:t> </a:t>
            </a:r>
            <a:r>
              <a:rPr dirty="0"/>
              <a:t>calculating</a:t>
            </a:r>
            <a:r>
              <a:rPr spc="-50" dirty="0"/>
              <a:t> </a:t>
            </a:r>
            <a:r>
              <a:rPr spc="-10" dirty="0"/>
              <a:t>Noise</a:t>
            </a:r>
          </a:p>
        </p:txBody>
      </p:sp>
      <p:pic>
        <p:nvPicPr>
          <p:cNvPr id="3" name="object 3"/>
          <p:cNvPicPr/>
          <p:nvPr/>
        </p:nvPicPr>
        <p:blipFill>
          <a:blip r:embed="rId2" cstate="print"/>
          <a:stretch>
            <a:fillRect/>
          </a:stretch>
        </p:blipFill>
        <p:spPr>
          <a:xfrm>
            <a:off x="2045165" y="1104370"/>
            <a:ext cx="7945222" cy="5039788"/>
          </a:xfrm>
          <a:prstGeom prst="rect">
            <a:avLst/>
          </a:prstGeom>
        </p:spPr>
      </p:pic>
      <p:pic>
        <p:nvPicPr>
          <p:cNvPr id="4" name="Picture 3" descr="A white background with black text and black text&#10;&#10;AI-generated content may be incorrect.">
            <a:extLst>
              <a:ext uri="{FF2B5EF4-FFF2-40B4-BE49-F238E27FC236}">
                <a16:creationId xmlns:a16="http://schemas.microsoft.com/office/drawing/2014/main" id="{7B2E21C2-7E6B-32C8-9982-C679465D2A98}"/>
              </a:ext>
            </a:extLst>
          </p:cNvPr>
          <p:cNvPicPr>
            <a:picLocks noChangeAspect="1"/>
          </p:cNvPicPr>
          <p:nvPr/>
        </p:nvPicPr>
        <p:blipFill>
          <a:blip r:embed="rId3">
            <a:extLst>
              <a:ext uri="{28A0092B-C50C-407E-A947-70E740481C1C}">
                <a14:useLocalDpi xmlns:a14="http://schemas.microsoft.com/office/drawing/2010/main" val="0"/>
              </a:ext>
            </a:extLst>
          </a:blip>
          <a:srcRect l="37133" r="35861" b="89091"/>
          <a:stretch>
            <a:fillRect/>
          </a:stretch>
        </p:blipFill>
        <p:spPr>
          <a:xfrm>
            <a:off x="4724400" y="2362200"/>
            <a:ext cx="2743200" cy="685800"/>
          </a:xfrm>
          <a:prstGeom prst="rect">
            <a:avLst/>
          </a:prstGeom>
        </p:spPr>
      </p:pic>
      <p:pic>
        <p:nvPicPr>
          <p:cNvPr id="5" name="Picture 4" descr="A white paper with black text&#10;&#10;AI-generated content may be incorrect.">
            <a:extLst>
              <a:ext uri="{FF2B5EF4-FFF2-40B4-BE49-F238E27FC236}">
                <a16:creationId xmlns:a16="http://schemas.microsoft.com/office/drawing/2014/main" id="{1BD31B50-0092-3635-F1F0-1845044ECE01}"/>
              </a:ext>
            </a:extLst>
          </p:cNvPr>
          <p:cNvPicPr>
            <a:picLocks noChangeAspect="1"/>
          </p:cNvPicPr>
          <p:nvPr/>
        </p:nvPicPr>
        <p:blipFill>
          <a:blip r:embed="rId4">
            <a:extLst>
              <a:ext uri="{28A0092B-C50C-407E-A947-70E740481C1C}">
                <a14:useLocalDpi xmlns:a14="http://schemas.microsoft.com/office/drawing/2010/main" val="0"/>
              </a:ext>
            </a:extLst>
          </a:blip>
          <a:srcRect l="37345" t="-483" r="36626" b="87878"/>
          <a:stretch>
            <a:fillRect/>
          </a:stretch>
        </p:blipFill>
        <p:spPr>
          <a:xfrm>
            <a:off x="4763589" y="3078480"/>
            <a:ext cx="2704011" cy="822960"/>
          </a:xfrm>
          <a:prstGeom prst="rect">
            <a:avLst/>
          </a:prstGeom>
        </p:spPr>
      </p:pic>
      <p:pic>
        <p:nvPicPr>
          <p:cNvPr id="6" name="Picture 5" descr="A white paper with black text&#10;&#10;AI-generated content may be incorrect.">
            <a:extLst>
              <a:ext uri="{FF2B5EF4-FFF2-40B4-BE49-F238E27FC236}">
                <a16:creationId xmlns:a16="http://schemas.microsoft.com/office/drawing/2014/main" id="{B2C4D2E3-3665-3BFA-36B3-78A4D9F35A51}"/>
              </a:ext>
            </a:extLst>
          </p:cNvPr>
          <p:cNvPicPr>
            <a:picLocks noChangeAspect="1"/>
          </p:cNvPicPr>
          <p:nvPr/>
        </p:nvPicPr>
        <p:blipFill>
          <a:blip r:embed="rId4">
            <a:extLst>
              <a:ext uri="{28A0092B-C50C-407E-A947-70E740481C1C}">
                <a14:useLocalDpi xmlns:a14="http://schemas.microsoft.com/office/drawing/2010/main" val="0"/>
              </a:ext>
            </a:extLst>
          </a:blip>
          <a:srcRect l="52015" t="82" r="36626" b="87878"/>
          <a:stretch>
            <a:fillRect/>
          </a:stretch>
        </p:blipFill>
        <p:spPr>
          <a:xfrm>
            <a:off x="6934200" y="4522829"/>
            <a:ext cx="1180011" cy="786079"/>
          </a:xfrm>
          <a:prstGeom prst="rect">
            <a:avLst/>
          </a:prstGeom>
        </p:spPr>
      </p:pic>
      <p:grpSp>
        <p:nvGrpSpPr>
          <p:cNvPr id="44" name="Group 43">
            <a:extLst>
              <a:ext uri="{FF2B5EF4-FFF2-40B4-BE49-F238E27FC236}">
                <a16:creationId xmlns:a16="http://schemas.microsoft.com/office/drawing/2014/main" id="{F5AD6974-AF5C-0E12-8385-7FF91DD8FB6E}"/>
              </a:ext>
            </a:extLst>
          </p:cNvPr>
          <p:cNvGrpSpPr/>
          <p:nvPr/>
        </p:nvGrpSpPr>
        <p:grpSpPr>
          <a:xfrm>
            <a:off x="8421590" y="1538317"/>
            <a:ext cx="3389400" cy="2301840"/>
            <a:chOff x="8421590" y="1538317"/>
            <a:chExt cx="3389400" cy="2301840"/>
          </a:xfrm>
        </p:grpSpPr>
        <mc:AlternateContent xmlns:mc="http://schemas.openxmlformats.org/markup-compatibility/2006">
          <mc:Choice xmlns:p14="http://schemas.microsoft.com/office/powerpoint/2010/main" Requires="p14">
            <p:contentPart p14:bwMode="auto" r:id="rId5">
              <p14:nvContentPartPr>
                <p14:cNvPr id="12" name="Ink 11">
                  <a:extLst>
                    <a:ext uri="{FF2B5EF4-FFF2-40B4-BE49-F238E27FC236}">
                      <a16:creationId xmlns:a16="http://schemas.microsoft.com/office/drawing/2014/main" id="{87641A29-6698-4EE5-F80D-570131623694}"/>
                    </a:ext>
                  </a:extLst>
                </p14:cNvPr>
                <p14:cNvContentPartPr/>
                <p14:nvPr/>
              </p14:nvContentPartPr>
              <p14:xfrm>
                <a:off x="8533550" y="2874277"/>
                <a:ext cx="181440" cy="345240"/>
              </p14:xfrm>
            </p:contentPart>
          </mc:Choice>
          <mc:Fallback>
            <p:pic>
              <p:nvPicPr>
                <p:cNvPr id="12" name="Ink 11">
                  <a:extLst>
                    <a:ext uri="{FF2B5EF4-FFF2-40B4-BE49-F238E27FC236}">
                      <a16:creationId xmlns:a16="http://schemas.microsoft.com/office/drawing/2014/main" id="{87641A29-6698-4EE5-F80D-570131623694}"/>
                    </a:ext>
                  </a:extLst>
                </p:cNvPr>
                <p:cNvPicPr/>
                <p:nvPr/>
              </p:nvPicPr>
              <p:blipFill>
                <a:blip r:embed="rId6"/>
                <a:stretch>
                  <a:fillRect/>
                </a:stretch>
              </p:blipFill>
              <p:spPr>
                <a:xfrm>
                  <a:off x="8515910" y="2856637"/>
                  <a:ext cx="217080" cy="380880"/>
                </a:xfrm>
                <a:prstGeom prst="rect">
                  <a:avLst/>
                </a:prstGeom>
              </p:spPr>
            </p:pic>
          </mc:Fallback>
        </mc:AlternateContent>
        <mc:AlternateContent xmlns:mc="http://schemas.openxmlformats.org/markup-compatibility/2006">
          <mc:Choice xmlns:p14="http://schemas.microsoft.com/office/powerpoint/2010/main" Requires="p14">
            <p:contentPart p14:bwMode="auto" r:id="rId7">
              <p14:nvContentPartPr>
                <p14:cNvPr id="13" name="Ink 12">
                  <a:extLst>
                    <a:ext uri="{FF2B5EF4-FFF2-40B4-BE49-F238E27FC236}">
                      <a16:creationId xmlns:a16="http://schemas.microsoft.com/office/drawing/2014/main" id="{0B728E2D-52D5-E468-2E78-B4E194AB8ADC}"/>
                    </a:ext>
                  </a:extLst>
                </p14:cNvPr>
                <p14:cNvContentPartPr/>
                <p14:nvPr/>
              </p14:nvContentPartPr>
              <p14:xfrm>
                <a:off x="8498990" y="2847637"/>
                <a:ext cx="471960" cy="424080"/>
              </p14:xfrm>
            </p:contentPart>
          </mc:Choice>
          <mc:Fallback>
            <p:pic>
              <p:nvPicPr>
                <p:cNvPr id="13" name="Ink 12">
                  <a:extLst>
                    <a:ext uri="{FF2B5EF4-FFF2-40B4-BE49-F238E27FC236}">
                      <a16:creationId xmlns:a16="http://schemas.microsoft.com/office/drawing/2014/main" id="{0B728E2D-52D5-E468-2E78-B4E194AB8ADC}"/>
                    </a:ext>
                  </a:extLst>
                </p:cNvPr>
                <p:cNvPicPr/>
                <p:nvPr/>
              </p:nvPicPr>
              <p:blipFill>
                <a:blip r:embed="rId8"/>
                <a:stretch>
                  <a:fillRect/>
                </a:stretch>
              </p:blipFill>
              <p:spPr>
                <a:xfrm>
                  <a:off x="8481350" y="2829637"/>
                  <a:ext cx="507600" cy="459720"/>
                </a:xfrm>
                <a:prstGeom prst="rect">
                  <a:avLst/>
                </a:prstGeom>
              </p:spPr>
            </p:pic>
          </mc:Fallback>
        </mc:AlternateContent>
        <mc:AlternateContent xmlns:mc="http://schemas.openxmlformats.org/markup-compatibility/2006">
          <mc:Choice xmlns:p14="http://schemas.microsoft.com/office/powerpoint/2010/main" Requires="p14">
            <p:contentPart p14:bwMode="auto" r:id="rId9">
              <p14:nvContentPartPr>
                <p14:cNvPr id="14" name="Ink 13">
                  <a:extLst>
                    <a:ext uri="{FF2B5EF4-FFF2-40B4-BE49-F238E27FC236}">
                      <a16:creationId xmlns:a16="http://schemas.microsoft.com/office/drawing/2014/main" id="{5F705F9E-C107-1E1B-6FFE-AEAFF7B786D4}"/>
                    </a:ext>
                  </a:extLst>
                </p14:cNvPr>
                <p14:cNvContentPartPr/>
                <p14:nvPr/>
              </p14:nvContentPartPr>
              <p14:xfrm>
                <a:off x="8421590" y="2858077"/>
                <a:ext cx="469800" cy="47160"/>
              </p14:xfrm>
            </p:contentPart>
          </mc:Choice>
          <mc:Fallback>
            <p:pic>
              <p:nvPicPr>
                <p:cNvPr id="14" name="Ink 13">
                  <a:extLst>
                    <a:ext uri="{FF2B5EF4-FFF2-40B4-BE49-F238E27FC236}">
                      <a16:creationId xmlns:a16="http://schemas.microsoft.com/office/drawing/2014/main" id="{5F705F9E-C107-1E1B-6FFE-AEAFF7B786D4}"/>
                    </a:ext>
                  </a:extLst>
                </p:cNvPr>
                <p:cNvPicPr/>
                <p:nvPr/>
              </p:nvPicPr>
              <p:blipFill>
                <a:blip r:embed="rId10"/>
                <a:stretch>
                  <a:fillRect/>
                </a:stretch>
              </p:blipFill>
              <p:spPr>
                <a:xfrm>
                  <a:off x="8403590" y="2840437"/>
                  <a:ext cx="505440" cy="82800"/>
                </a:xfrm>
                <a:prstGeom prst="rect">
                  <a:avLst/>
                </a:prstGeom>
              </p:spPr>
            </p:pic>
          </mc:Fallback>
        </mc:AlternateContent>
        <mc:AlternateContent xmlns:mc="http://schemas.openxmlformats.org/markup-compatibility/2006">
          <mc:Choice xmlns:p14="http://schemas.microsoft.com/office/powerpoint/2010/main" Requires="p14">
            <p:contentPart p14:bwMode="auto" r:id="rId11">
              <p14:nvContentPartPr>
                <p14:cNvPr id="15" name="Ink 14">
                  <a:extLst>
                    <a:ext uri="{FF2B5EF4-FFF2-40B4-BE49-F238E27FC236}">
                      <a16:creationId xmlns:a16="http://schemas.microsoft.com/office/drawing/2014/main" id="{24BA979B-C57B-3A04-FDFD-412B11EB7481}"/>
                    </a:ext>
                  </a:extLst>
                </p14:cNvPr>
                <p14:cNvContentPartPr/>
                <p14:nvPr/>
              </p14:nvContentPartPr>
              <p14:xfrm>
                <a:off x="8714990" y="3204757"/>
                <a:ext cx="62280" cy="432360"/>
              </p14:xfrm>
            </p:contentPart>
          </mc:Choice>
          <mc:Fallback>
            <p:pic>
              <p:nvPicPr>
                <p:cNvPr id="15" name="Ink 14">
                  <a:extLst>
                    <a:ext uri="{FF2B5EF4-FFF2-40B4-BE49-F238E27FC236}">
                      <a16:creationId xmlns:a16="http://schemas.microsoft.com/office/drawing/2014/main" id="{24BA979B-C57B-3A04-FDFD-412B11EB7481}"/>
                    </a:ext>
                  </a:extLst>
                </p:cNvPr>
                <p:cNvPicPr/>
                <p:nvPr/>
              </p:nvPicPr>
              <p:blipFill>
                <a:blip r:embed="rId12"/>
                <a:stretch>
                  <a:fillRect/>
                </a:stretch>
              </p:blipFill>
              <p:spPr>
                <a:xfrm>
                  <a:off x="8696990" y="3186757"/>
                  <a:ext cx="97920" cy="468000"/>
                </a:xfrm>
                <a:prstGeom prst="rect">
                  <a:avLst/>
                </a:prstGeom>
              </p:spPr>
            </p:pic>
          </mc:Fallback>
        </mc:AlternateContent>
        <mc:AlternateContent xmlns:mc="http://schemas.openxmlformats.org/markup-compatibility/2006">
          <mc:Choice xmlns:p14="http://schemas.microsoft.com/office/powerpoint/2010/main" Requires="p14">
            <p:contentPart p14:bwMode="auto" r:id="rId13">
              <p14:nvContentPartPr>
                <p14:cNvPr id="16" name="Ink 15">
                  <a:extLst>
                    <a:ext uri="{FF2B5EF4-FFF2-40B4-BE49-F238E27FC236}">
                      <a16:creationId xmlns:a16="http://schemas.microsoft.com/office/drawing/2014/main" id="{AF5266C7-5774-F874-4394-F484F77ACBB1}"/>
                    </a:ext>
                  </a:extLst>
                </p14:cNvPr>
                <p14:cNvContentPartPr/>
                <p14:nvPr/>
              </p14:nvContentPartPr>
              <p14:xfrm>
                <a:off x="8650190" y="2369557"/>
                <a:ext cx="78840" cy="485640"/>
              </p14:xfrm>
            </p:contentPart>
          </mc:Choice>
          <mc:Fallback>
            <p:pic>
              <p:nvPicPr>
                <p:cNvPr id="16" name="Ink 15">
                  <a:extLst>
                    <a:ext uri="{FF2B5EF4-FFF2-40B4-BE49-F238E27FC236}">
                      <a16:creationId xmlns:a16="http://schemas.microsoft.com/office/drawing/2014/main" id="{AF5266C7-5774-F874-4394-F484F77ACBB1}"/>
                    </a:ext>
                  </a:extLst>
                </p:cNvPr>
                <p:cNvPicPr/>
                <p:nvPr/>
              </p:nvPicPr>
              <p:blipFill>
                <a:blip r:embed="rId14"/>
                <a:stretch>
                  <a:fillRect/>
                </a:stretch>
              </p:blipFill>
              <p:spPr>
                <a:xfrm>
                  <a:off x="8632190" y="2351557"/>
                  <a:ext cx="114480" cy="521280"/>
                </a:xfrm>
                <a:prstGeom prst="rect">
                  <a:avLst/>
                </a:prstGeom>
              </p:spPr>
            </p:pic>
          </mc:Fallback>
        </mc:AlternateContent>
        <mc:AlternateContent xmlns:mc="http://schemas.openxmlformats.org/markup-compatibility/2006">
          <mc:Choice xmlns:p14="http://schemas.microsoft.com/office/powerpoint/2010/main" Requires="p14">
            <p:contentPart p14:bwMode="auto" r:id="rId15">
              <p14:nvContentPartPr>
                <p14:cNvPr id="17" name="Ink 16">
                  <a:extLst>
                    <a:ext uri="{FF2B5EF4-FFF2-40B4-BE49-F238E27FC236}">
                      <a16:creationId xmlns:a16="http://schemas.microsoft.com/office/drawing/2014/main" id="{3109486A-AFDC-9B4C-68CF-DE8A59ED9239}"/>
                    </a:ext>
                  </a:extLst>
                </p14:cNvPr>
                <p14:cNvContentPartPr/>
                <p14:nvPr/>
              </p14:nvContentPartPr>
              <p14:xfrm>
                <a:off x="8611670" y="2375317"/>
                <a:ext cx="899640" cy="28800"/>
              </p14:xfrm>
            </p:contentPart>
          </mc:Choice>
          <mc:Fallback>
            <p:pic>
              <p:nvPicPr>
                <p:cNvPr id="17" name="Ink 16">
                  <a:extLst>
                    <a:ext uri="{FF2B5EF4-FFF2-40B4-BE49-F238E27FC236}">
                      <a16:creationId xmlns:a16="http://schemas.microsoft.com/office/drawing/2014/main" id="{3109486A-AFDC-9B4C-68CF-DE8A59ED9239}"/>
                    </a:ext>
                  </a:extLst>
                </p:cNvPr>
                <p:cNvPicPr/>
                <p:nvPr/>
              </p:nvPicPr>
              <p:blipFill>
                <a:blip r:embed="rId16"/>
                <a:stretch>
                  <a:fillRect/>
                </a:stretch>
              </p:blipFill>
              <p:spPr>
                <a:xfrm>
                  <a:off x="8593670" y="2357677"/>
                  <a:ext cx="935280" cy="64440"/>
                </a:xfrm>
                <a:prstGeom prst="rect">
                  <a:avLst/>
                </a:prstGeom>
              </p:spPr>
            </p:pic>
          </mc:Fallback>
        </mc:AlternateContent>
        <mc:AlternateContent xmlns:mc="http://schemas.openxmlformats.org/markup-compatibility/2006">
          <mc:Choice xmlns:p14="http://schemas.microsoft.com/office/powerpoint/2010/main" Requires="p14">
            <p:contentPart p14:bwMode="auto" r:id="rId17">
              <p14:nvContentPartPr>
                <p14:cNvPr id="18" name="Ink 17">
                  <a:extLst>
                    <a:ext uri="{FF2B5EF4-FFF2-40B4-BE49-F238E27FC236}">
                      <a16:creationId xmlns:a16="http://schemas.microsoft.com/office/drawing/2014/main" id="{F52291D7-36A8-7413-CFC0-0095798C683C}"/>
                    </a:ext>
                  </a:extLst>
                </p14:cNvPr>
                <p14:cNvContentPartPr/>
                <p14:nvPr/>
              </p14:nvContentPartPr>
              <p14:xfrm>
                <a:off x="9497270" y="2056357"/>
                <a:ext cx="135360" cy="896400"/>
              </p14:xfrm>
            </p:contentPart>
          </mc:Choice>
          <mc:Fallback>
            <p:pic>
              <p:nvPicPr>
                <p:cNvPr id="18" name="Ink 17">
                  <a:extLst>
                    <a:ext uri="{FF2B5EF4-FFF2-40B4-BE49-F238E27FC236}">
                      <a16:creationId xmlns:a16="http://schemas.microsoft.com/office/drawing/2014/main" id="{F52291D7-36A8-7413-CFC0-0095798C683C}"/>
                    </a:ext>
                  </a:extLst>
                </p:cNvPr>
                <p:cNvPicPr/>
                <p:nvPr/>
              </p:nvPicPr>
              <p:blipFill>
                <a:blip r:embed="rId18"/>
                <a:stretch>
                  <a:fillRect/>
                </a:stretch>
              </p:blipFill>
              <p:spPr>
                <a:xfrm>
                  <a:off x="9479270" y="2038717"/>
                  <a:ext cx="171000" cy="932040"/>
                </a:xfrm>
                <a:prstGeom prst="rect">
                  <a:avLst/>
                </a:prstGeom>
              </p:spPr>
            </p:pic>
          </mc:Fallback>
        </mc:AlternateContent>
        <mc:AlternateContent xmlns:mc="http://schemas.openxmlformats.org/markup-compatibility/2006">
          <mc:Choice xmlns:p14="http://schemas.microsoft.com/office/powerpoint/2010/main" Requires="p14">
            <p:contentPart p14:bwMode="auto" r:id="rId19">
              <p14:nvContentPartPr>
                <p14:cNvPr id="19" name="Ink 18">
                  <a:extLst>
                    <a:ext uri="{FF2B5EF4-FFF2-40B4-BE49-F238E27FC236}">
                      <a16:creationId xmlns:a16="http://schemas.microsoft.com/office/drawing/2014/main" id="{F2A4CE2B-CB18-03A7-16CD-155278BFB84E}"/>
                    </a:ext>
                  </a:extLst>
                </p14:cNvPr>
                <p14:cNvContentPartPr/>
                <p14:nvPr/>
              </p14:nvContentPartPr>
              <p14:xfrm>
                <a:off x="9507710" y="2117557"/>
                <a:ext cx="890280" cy="950400"/>
              </p14:xfrm>
            </p:contentPart>
          </mc:Choice>
          <mc:Fallback>
            <p:pic>
              <p:nvPicPr>
                <p:cNvPr id="19" name="Ink 18">
                  <a:extLst>
                    <a:ext uri="{FF2B5EF4-FFF2-40B4-BE49-F238E27FC236}">
                      <a16:creationId xmlns:a16="http://schemas.microsoft.com/office/drawing/2014/main" id="{F2A4CE2B-CB18-03A7-16CD-155278BFB84E}"/>
                    </a:ext>
                  </a:extLst>
                </p:cNvPr>
                <p:cNvPicPr/>
                <p:nvPr/>
              </p:nvPicPr>
              <p:blipFill>
                <a:blip r:embed="rId20"/>
                <a:stretch>
                  <a:fillRect/>
                </a:stretch>
              </p:blipFill>
              <p:spPr>
                <a:xfrm>
                  <a:off x="9489710" y="2099917"/>
                  <a:ext cx="925920" cy="986040"/>
                </a:xfrm>
                <a:prstGeom prst="rect">
                  <a:avLst/>
                </a:prstGeom>
              </p:spPr>
            </p:pic>
          </mc:Fallback>
        </mc:AlternateContent>
        <mc:AlternateContent xmlns:mc="http://schemas.openxmlformats.org/markup-compatibility/2006">
          <mc:Choice xmlns:p14="http://schemas.microsoft.com/office/powerpoint/2010/main" Requires="p14">
            <p:contentPart p14:bwMode="auto" r:id="rId21">
              <p14:nvContentPartPr>
                <p14:cNvPr id="20" name="Ink 19">
                  <a:extLst>
                    <a:ext uri="{FF2B5EF4-FFF2-40B4-BE49-F238E27FC236}">
                      <a16:creationId xmlns:a16="http://schemas.microsoft.com/office/drawing/2014/main" id="{105885E9-7595-4C45-844E-66C125E7C464}"/>
                    </a:ext>
                  </a:extLst>
                </p14:cNvPr>
                <p14:cNvContentPartPr/>
                <p14:nvPr/>
              </p14:nvContentPartPr>
              <p14:xfrm>
                <a:off x="9661430" y="2386837"/>
                <a:ext cx="154440" cy="27360"/>
              </p14:xfrm>
            </p:contentPart>
          </mc:Choice>
          <mc:Fallback>
            <p:pic>
              <p:nvPicPr>
                <p:cNvPr id="20" name="Ink 19">
                  <a:extLst>
                    <a:ext uri="{FF2B5EF4-FFF2-40B4-BE49-F238E27FC236}">
                      <a16:creationId xmlns:a16="http://schemas.microsoft.com/office/drawing/2014/main" id="{105885E9-7595-4C45-844E-66C125E7C464}"/>
                    </a:ext>
                  </a:extLst>
                </p:cNvPr>
                <p:cNvPicPr/>
                <p:nvPr/>
              </p:nvPicPr>
              <p:blipFill>
                <a:blip r:embed="rId22"/>
                <a:stretch>
                  <a:fillRect/>
                </a:stretch>
              </p:blipFill>
              <p:spPr>
                <a:xfrm>
                  <a:off x="9643790" y="2369197"/>
                  <a:ext cx="190080" cy="63000"/>
                </a:xfrm>
                <a:prstGeom prst="rect">
                  <a:avLst/>
                </a:prstGeom>
              </p:spPr>
            </p:pic>
          </mc:Fallback>
        </mc:AlternateContent>
        <mc:AlternateContent xmlns:mc="http://schemas.openxmlformats.org/markup-compatibility/2006">
          <mc:Choice xmlns:p14="http://schemas.microsoft.com/office/powerpoint/2010/main" Requires="p14">
            <p:contentPart p14:bwMode="auto" r:id="rId23">
              <p14:nvContentPartPr>
                <p14:cNvPr id="21" name="Ink 20">
                  <a:extLst>
                    <a:ext uri="{FF2B5EF4-FFF2-40B4-BE49-F238E27FC236}">
                      <a16:creationId xmlns:a16="http://schemas.microsoft.com/office/drawing/2014/main" id="{98A23C99-CD68-A16C-7F47-AED48CCD50A7}"/>
                    </a:ext>
                  </a:extLst>
                </p14:cNvPr>
                <p14:cNvContentPartPr/>
                <p14:nvPr/>
              </p14:nvContentPartPr>
              <p14:xfrm>
                <a:off x="9756830" y="2696437"/>
                <a:ext cx="131040" cy="60480"/>
              </p14:xfrm>
            </p:contentPart>
          </mc:Choice>
          <mc:Fallback>
            <p:pic>
              <p:nvPicPr>
                <p:cNvPr id="21" name="Ink 20">
                  <a:extLst>
                    <a:ext uri="{FF2B5EF4-FFF2-40B4-BE49-F238E27FC236}">
                      <a16:creationId xmlns:a16="http://schemas.microsoft.com/office/drawing/2014/main" id="{98A23C99-CD68-A16C-7F47-AED48CCD50A7}"/>
                    </a:ext>
                  </a:extLst>
                </p:cNvPr>
                <p:cNvPicPr/>
                <p:nvPr/>
              </p:nvPicPr>
              <p:blipFill>
                <a:blip r:embed="rId24"/>
                <a:stretch>
                  <a:fillRect/>
                </a:stretch>
              </p:blipFill>
              <p:spPr>
                <a:xfrm>
                  <a:off x="9739190" y="2678797"/>
                  <a:ext cx="166680" cy="96120"/>
                </a:xfrm>
                <a:prstGeom prst="rect">
                  <a:avLst/>
                </a:prstGeom>
              </p:spPr>
            </p:pic>
          </mc:Fallback>
        </mc:AlternateContent>
        <mc:AlternateContent xmlns:mc="http://schemas.openxmlformats.org/markup-compatibility/2006">
          <mc:Choice xmlns:p14="http://schemas.microsoft.com/office/powerpoint/2010/main" Requires="p14">
            <p:contentPart p14:bwMode="auto" r:id="rId25">
              <p14:nvContentPartPr>
                <p14:cNvPr id="22" name="Ink 21">
                  <a:extLst>
                    <a:ext uri="{FF2B5EF4-FFF2-40B4-BE49-F238E27FC236}">
                      <a16:creationId xmlns:a16="http://schemas.microsoft.com/office/drawing/2014/main" id="{CC00C6DD-C5A7-AC91-E712-BB4E201D33BF}"/>
                    </a:ext>
                  </a:extLst>
                </p14:cNvPr>
                <p14:cNvContentPartPr/>
                <p14:nvPr/>
              </p14:nvContentPartPr>
              <p14:xfrm>
                <a:off x="9787430" y="2640997"/>
                <a:ext cx="40680" cy="173880"/>
              </p14:xfrm>
            </p:contentPart>
          </mc:Choice>
          <mc:Fallback>
            <p:pic>
              <p:nvPicPr>
                <p:cNvPr id="22" name="Ink 21">
                  <a:extLst>
                    <a:ext uri="{FF2B5EF4-FFF2-40B4-BE49-F238E27FC236}">
                      <a16:creationId xmlns:a16="http://schemas.microsoft.com/office/drawing/2014/main" id="{CC00C6DD-C5A7-AC91-E712-BB4E201D33BF}"/>
                    </a:ext>
                  </a:extLst>
                </p:cNvPr>
                <p:cNvPicPr/>
                <p:nvPr/>
              </p:nvPicPr>
              <p:blipFill>
                <a:blip r:embed="rId26"/>
                <a:stretch>
                  <a:fillRect/>
                </a:stretch>
              </p:blipFill>
              <p:spPr>
                <a:xfrm>
                  <a:off x="9769430" y="2622997"/>
                  <a:ext cx="76320" cy="209520"/>
                </a:xfrm>
                <a:prstGeom prst="rect">
                  <a:avLst/>
                </a:prstGeom>
              </p:spPr>
            </p:pic>
          </mc:Fallback>
        </mc:AlternateContent>
        <mc:AlternateContent xmlns:mc="http://schemas.openxmlformats.org/markup-compatibility/2006">
          <mc:Choice xmlns:p14="http://schemas.microsoft.com/office/powerpoint/2010/main" Requires="p14">
            <p:contentPart p14:bwMode="auto" r:id="rId27">
              <p14:nvContentPartPr>
                <p14:cNvPr id="23" name="Ink 22">
                  <a:extLst>
                    <a:ext uri="{FF2B5EF4-FFF2-40B4-BE49-F238E27FC236}">
                      <a16:creationId xmlns:a16="http://schemas.microsoft.com/office/drawing/2014/main" id="{EC516A3D-A3E7-076E-4257-22D82DE8C049}"/>
                    </a:ext>
                  </a:extLst>
                </p14:cNvPr>
                <p14:cNvContentPartPr/>
                <p14:nvPr/>
              </p14:nvContentPartPr>
              <p14:xfrm>
                <a:off x="9371270" y="2813437"/>
                <a:ext cx="224640" cy="55800"/>
              </p14:xfrm>
            </p:contentPart>
          </mc:Choice>
          <mc:Fallback>
            <p:pic>
              <p:nvPicPr>
                <p:cNvPr id="23" name="Ink 22">
                  <a:extLst>
                    <a:ext uri="{FF2B5EF4-FFF2-40B4-BE49-F238E27FC236}">
                      <a16:creationId xmlns:a16="http://schemas.microsoft.com/office/drawing/2014/main" id="{EC516A3D-A3E7-076E-4257-22D82DE8C049}"/>
                    </a:ext>
                  </a:extLst>
                </p:cNvPr>
                <p:cNvPicPr/>
                <p:nvPr/>
              </p:nvPicPr>
              <p:blipFill>
                <a:blip r:embed="rId28"/>
                <a:stretch>
                  <a:fillRect/>
                </a:stretch>
              </p:blipFill>
              <p:spPr>
                <a:xfrm>
                  <a:off x="9353270" y="2795437"/>
                  <a:ext cx="260280" cy="91440"/>
                </a:xfrm>
                <a:prstGeom prst="rect">
                  <a:avLst/>
                </a:prstGeom>
              </p:spPr>
            </p:pic>
          </mc:Fallback>
        </mc:AlternateContent>
        <mc:AlternateContent xmlns:mc="http://schemas.openxmlformats.org/markup-compatibility/2006">
          <mc:Choice xmlns:p14="http://schemas.microsoft.com/office/powerpoint/2010/main" Requires="p14">
            <p:contentPart p14:bwMode="auto" r:id="rId29">
              <p14:nvContentPartPr>
                <p14:cNvPr id="24" name="Ink 23">
                  <a:extLst>
                    <a:ext uri="{FF2B5EF4-FFF2-40B4-BE49-F238E27FC236}">
                      <a16:creationId xmlns:a16="http://schemas.microsoft.com/office/drawing/2014/main" id="{EECC9BCD-3F44-465D-795C-6E8CDC54153E}"/>
                    </a:ext>
                  </a:extLst>
                </p14:cNvPr>
                <p14:cNvContentPartPr/>
                <p14:nvPr/>
              </p14:nvContentPartPr>
              <p14:xfrm>
                <a:off x="9367670" y="2885077"/>
                <a:ext cx="140040" cy="438120"/>
              </p14:xfrm>
            </p:contentPart>
          </mc:Choice>
          <mc:Fallback>
            <p:pic>
              <p:nvPicPr>
                <p:cNvPr id="24" name="Ink 23">
                  <a:extLst>
                    <a:ext uri="{FF2B5EF4-FFF2-40B4-BE49-F238E27FC236}">
                      <a16:creationId xmlns:a16="http://schemas.microsoft.com/office/drawing/2014/main" id="{EECC9BCD-3F44-465D-795C-6E8CDC54153E}"/>
                    </a:ext>
                  </a:extLst>
                </p:cNvPr>
                <p:cNvPicPr/>
                <p:nvPr/>
              </p:nvPicPr>
              <p:blipFill>
                <a:blip r:embed="rId30"/>
                <a:stretch>
                  <a:fillRect/>
                </a:stretch>
              </p:blipFill>
              <p:spPr>
                <a:xfrm>
                  <a:off x="9350030" y="2867077"/>
                  <a:ext cx="175680" cy="473760"/>
                </a:xfrm>
                <a:prstGeom prst="rect">
                  <a:avLst/>
                </a:prstGeom>
              </p:spPr>
            </p:pic>
          </mc:Fallback>
        </mc:AlternateContent>
        <mc:AlternateContent xmlns:mc="http://schemas.openxmlformats.org/markup-compatibility/2006">
          <mc:Choice xmlns:p14="http://schemas.microsoft.com/office/powerpoint/2010/main" Requires="p14">
            <p:contentPart p14:bwMode="auto" r:id="rId31">
              <p14:nvContentPartPr>
                <p14:cNvPr id="25" name="Ink 24">
                  <a:extLst>
                    <a:ext uri="{FF2B5EF4-FFF2-40B4-BE49-F238E27FC236}">
                      <a16:creationId xmlns:a16="http://schemas.microsoft.com/office/drawing/2014/main" id="{77DDB19E-D2A4-D9CA-D645-76700B9639E1}"/>
                    </a:ext>
                  </a:extLst>
                </p14:cNvPr>
                <p14:cNvContentPartPr/>
                <p14:nvPr/>
              </p14:nvContentPartPr>
              <p14:xfrm>
                <a:off x="9404750" y="3264157"/>
                <a:ext cx="141480" cy="37440"/>
              </p14:xfrm>
            </p:contentPart>
          </mc:Choice>
          <mc:Fallback>
            <p:pic>
              <p:nvPicPr>
                <p:cNvPr id="25" name="Ink 24">
                  <a:extLst>
                    <a:ext uri="{FF2B5EF4-FFF2-40B4-BE49-F238E27FC236}">
                      <a16:creationId xmlns:a16="http://schemas.microsoft.com/office/drawing/2014/main" id="{77DDB19E-D2A4-D9CA-D645-76700B9639E1}"/>
                    </a:ext>
                  </a:extLst>
                </p:cNvPr>
                <p:cNvPicPr/>
                <p:nvPr/>
              </p:nvPicPr>
              <p:blipFill>
                <a:blip r:embed="rId32"/>
                <a:stretch>
                  <a:fillRect/>
                </a:stretch>
              </p:blipFill>
              <p:spPr>
                <a:xfrm>
                  <a:off x="9387110" y="3246157"/>
                  <a:ext cx="177120" cy="73080"/>
                </a:xfrm>
                <a:prstGeom prst="rect">
                  <a:avLst/>
                </a:prstGeom>
              </p:spPr>
            </p:pic>
          </mc:Fallback>
        </mc:AlternateContent>
        <mc:AlternateContent xmlns:mc="http://schemas.openxmlformats.org/markup-compatibility/2006">
          <mc:Choice xmlns:p14="http://schemas.microsoft.com/office/powerpoint/2010/main" Requires="p14">
            <p:contentPart p14:bwMode="auto" r:id="rId33">
              <p14:nvContentPartPr>
                <p14:cNvPr id="26" name="Ink 25">
                  <a:extLst>
                    <a:ext uri="{FF2B5EF4-FFF2-40B4-BE49-F238E27FC236}">
                      <a16:creationId xmlns:a16="http://schemas.microsoft.com/office/drawing/2014/main" id="{7EC812CD-D78D-C9C0-E90E-2081479818EE}"/>
                    </a:ext>
                  </a:extLst>
                </p14:cNvPr>
                <p14:cNvContentPartPr/>
                <p14:nvPr/>
              </p14:nvContentPartPr>
              <p14:xfrm>
                <a:off x="9409790" y="3299077"/>
                <a:ext cx="137160" cy="113400"/>
              </p14:xfrm>
            </p:contentPart>
          </mc:Choice>
          <mc:Fallback>
            <p:pic>
              <p:nvPicPr>
                <p:cNvPr id="26" name="Ink 25">
                  <a:extLst>
                    <a:ext uri="{FF2B5EF4-FFF2-40B4-BE49-F238E27FC236}">
                      <a16:creationId xmlns:a16="http://schemas.microsoft.com/office/drawing/2014/main" id="{7EC812CD-D78D-C9C0-E90E-2081479818EE}"/>
                    </a:ext>
                  </a:extLst>
                </p:cNvPr>
                <p:cNvPicPr/>
                <p:nvPr/>
              </p:nvPicPr>
              <p:blipFill>
                <a:blip r:embed="rId34"/>
                <a:stretch>
                  <a:fillRect/>
                </a:stretch>
              </p:blipFill>
              <p:spPr>
                <a:xfrm>
                  <a:off x="9392150" y="3281437"/>
                  <a:ext cx="172800" cy="149040"/>
                </a:xfrm>
                <a:prstGeom prst="rect">
                  <a:avLst/>
                </a:prstGeom>
              </p:spPr>
            </p:pic>
          </mc:Fallback>
        </mc:AlternateContent>
        <mc:AlternateContent xmlns:mc="http://schemas.openxmlformats.org/markup-compatibility/2006">
          <mc:Choice xmlns:p14="http://schemas.microsoft.com/office/powerpoint/2010/main" Requires="p14">
            <p:contentPart p14:bwMode="auto" r:id="rId35">
              <p14:nvContentPartPr>
                <p14:cNvPr id="27" name="Ink 26">
                  <a:extLst>
                    <a:ext uri="{FF2B5EF4-FFF2-40B4-BE49-F238E27FC236}">
                      <a16:creationId xmlns:a16="http://schemas.microsoft.com/office/drawing/2014/main" id="{C0A2B5F4-ABE6-51C5-2236-97ED8A1B096D}"/>
                    </a:ext>
                  </a:extLst>
                </p14:cNvPr>
                <p14:cNvContentPartPr/>
                <p14:nvPr/>
              </p14:nvContentPartPr>
              <p14:xfrm>
                <a:off x="9483590" y="3267037"/>
                <a:ext cx="102960" cy="157320"/>
              </p14:xfrm>
            </p:contentPart>
          </mc:Choice>
          <mc:Fallback>
            <p:pic>
              <p:nvPicPr>
                <p:cNvPr id="27" name="Ink 26">
                  <a:extLst>
                    <a:ext uri="{FF2B5EF4-FFF2-40B4-BE49-F238E27FC236}">
                      <a16:creationId xmlns:a16="http://schemas.microsoft.com/office/drawing/2014/main" id="{C0A2B5F4-ABE6-51C5-2236-97ED8A1B096D}"/>
                    </a:ext>
                  </a:extLst>
                </p:cNvPr>
                <p:cNvPicPr/>
                <p:nvPr/>
              </p:nvPicPr>
              <p:blipFill>
                <a:blip r:embed="rId36"/>
                <a:stretch>
                  <a:fillRect/>
                </a:stretch>
              </p:blipFill>
              <p:spPr>
                <a:xfrm>
                  <a:off x="9465590" y="3249397"/>
                  <a:ext cx="138600" cy="192960"/>
                </a:xfrm>
                <a:prstGeom prst="rect">
                  <a:avLst/>
                </a:prstGeom>
              </p:spPr>
            </p:pic>
          </mc:Fallback>
        </mc:AlternateContent>
        <mc:AlternateContent xmlns:mc="http://schemas.openxmlformats.org/markup-compatibility/2006">
          <mc:Choice xmlns:p14="http://schemas.microsoft.com/office/powerpoint/2010/main" Requires="p14">
            <p:contentPart p14:bwMode="auto" r:id="rId37">
              <p14:nvContentPartPr>
                <p14:cNvPr id="28" name="Ink 27">
                  <a:extLst>
                    <a:ext uri="{FF2B5EF4-FFF2-40B4-BE49-F238E27FC236}">
                      <a16:creationId xmlns:a16="http://schemas.microsoft.com/office/drawing/2014/main" id="{5EF79BB6-C7B8-77F2-25D8-AC2DDD55B990}"/>
                    </a:ext>
                  </a:extLst>
                </p14:cNvPr>
                <p14:cNvContentPartPr/>
                <p14:nvPr/>
              </p14:nvContentPartPr>
              <p14:xfrm>
                <a:off x="8705270" y="3700117"/>
                <a:ext cx="127080" cy="22320"/>
              </p14:xfrm>
            </p:contentPart>
          </mc:Choice>
          <mc:Fallback>
            <p:pic>
              <p:nvPicPr>
                <p:cNvPr id="28" name="Ink 27">
                  <a:extLst>
                    <a:ext uri="{FF2B5EF4-FFF2-40B4-BE49-F238E27FC236}">
                      <a16:creationId xmlns:a16="http://schemas.microsoft.com/office/drawing/2014/main" id="{5EF79BB6-C7B8-77F2-25D8-AC2DDD55B990}"/>
                    </a:ext>
                  </a:extLst>
                </p:cNvPr>
                <p:cNvPicPr/>
                <p:nvPr/>
              </p:nvPicPr>
              <p:blipFill>
                <a:blip r:embed="rId38"/>
                <a:stretch>
                  <a:fillRect/>
                </a:stretch>
              </p:blipFill>
              <p:spPr>
                <a:xfrm>
                  <a:off x="8687270" y="3682117"/>
                  <a:ext cx="162720" cy="57960"/>
                </a:xfrm>
                <a:prstGeom prst="rect">
                  <a:avLst/>
                </a:prstGeom>
              </p:spPr>
            </p:pic>
          </mc:Fallback>
        </mc:AlternateContent>
        <mc:AlternateContent xmlns:mc="http://schemas.openxmlformats.org/markup-compatibility/2006">
          <mc:Choice xmlns:p14="http://schemas.microsoft.com/office/powerpoint/2010/main" Requires="p14">
            <p:contentPart p14:bwMode="auto" r:id="rId39">
              <p14:nvContentPartPr>
                <p14:cNvPr id="29" name="Ink 28">
                  <a:extLst>
                    <a:ext uri="{FF2B5EF4-FFF2-40B4-BE49-F238E27FC236}">
                      <a16:creationId xmlns:a16="http://schemas.microsoft.com/office/drawing/2014/main" id="{F12126A5-72B4-27CE-27F0-7092726C030B}"/>
                    </a:ext>
                  </a:extLst>
                </p14:cNvPr>
                <p14:cNvContentPartPr/>
                <p14:nvPr/>
              </p14:nvContentPartPr>
              <p14:xfrm>
                <a:off x="8711750" y="3708037"/>
                <a:ext cx="181440" cy="62280"/>
              </p14:xfrm>
            </p:contentPart>
          </mc:Choice>
          <mc:Fallback>
            <p:pic>
              <p:nvPicPr>
                <p:cNvPr id="29" name="Ink 28">
                  <a:extLst>
                    <a:ext uri="{FF2B5EF4-FFF2-40B4-BE49-F238E27FC236}">
                      <a16:creationId xmlns:a16="http://schemas.microsoft.com/office/drawing/2014/main" id="{F12126A5-72B4-27CE-27F0-7092726C030B}"/>
                    </a:ext>
                  </a:extLst>
                </p:cNvPr>
                <p:cNvPicPr/>
                <p:nvPr/>
              </p:nvPicPr>
              <p:blipFill>
                <a:blip r:embed="rId40"/>
                <a:stretch>
                  <a:fillRect/>
                </a:stretch>
              </p:blipFill>
              <p:spPr>
                <a:xfrm>
                  <a:off x="8694110" y="3690037"/>
                  <a:ext cx="217080" cy="97920"/>
                </a:xfrm>
                <a:prstGeom prst="rect">
                  <a:avLst/>
                </a:prstGeom>
              </p:spPr>
            </p:pic>
          </mc:Fallback>
        </mc:AlternateContent>
        <mc:AlternateContent xmlns:mc="http://schemas.openxmlformats.org/markup-compatibility/2006">
          <mc:Choice xmlns:p14="http://schemas.microsoft.com/office/powerpoint/2010/main" Requires="p14">
            <p:contentPart p14:bwMode="auto" r:id="rId41">
              <p14:nvContentPartPr>
                <p14:cNvPr id="30" name="Ink 29">
                  <a:extLst>
                    <a:ext uri="{FF2B5EF4-FFF2-40B4-BE49-F238E27FC236}">
                      <a16:creationId xmlns:a16="http://schemas.microsoft.com/office/drawing/2014/main" id="{043D635C-2F3E-9CDC-1A29-C5421E19550A}"/>
                    </a:ext>
                  </a:extLst>
                </p14:cNvPr>
                <p14:cNvContentPartPr/>
                <p14:nvPr/>
              </p14:nvContentPartPr>
              <p14:xfrm>
                <a:off x="8813990" y="3695077"/>
                <a:ext cx="93240" cy="145080"/>
              </p14:xfrm>
            </p:contentPart>
          </mc:Choice>
          <mc:Fallback>
            <p:pic>
              <p:nvPicPr>
                <p:cNvPr id="30" name="Ink 29">
                  <a:extLst>
                    <a:ext uri="{FF2B5EF4-FFF2-40B4-BE49-F238E27FC236}">
                      <a16:creationId xmlns:a16="http://schemas.microsoft.com/office/drawing/2014/main" id="{043D635C-2F3E-9CDC-1A29-C5421E19550A}"/>
                    </a:ext>
                  </a:extLst>
                </p:cNvPr>
                <p:cNvPicPr/>
                <p:nvPr/>
              </p:nvPicPr>
              <p:blipFill>
                <a:blip r:embed="rId42"/>
                <a:stretch>
                  <a:fillRect/>
                </a:stretch>
              </p:blipFill>
              <p:spPr>
                <a:xfrm>
                  <a:off x="8795990" y="3677437"/>
                  <a:ext cx="128880" cy="180720"/>
                </a:xfrm>
                <a:prstGeom prst="rect">
                  <a:avLst/>
                </a:prstGeom>
              </p:spPr>
            </p:pic>
          </mc:Fallback>
        </mc:AlternateContent>
        <mc:AlternateContent xmlns:mc="http://schemas.openxmlformats.org/markup-compatibility/2006">
          <mc:Choice xmlns:p14="http://schemas.microsoft.com/office/powerpoint/2010/main" Requires="p14">
            <p:contentPart p14:bwMode="auto" r:id="rId43">
              <p14:nvContentPartPr>
                <p14:cNvPr id="33" name="Ink 32">
                  <a:extLst>
                    <a:ext uri="{FF2B5EF4-FFF2-40B4-BE49-F238E27FC236}">
                      <a16:creationId xmlns:a16="http://schemas.microsoft.com/office/drawing/2014/main" id="{5FA29B99-7F10-CC76-70A7-1446532A1665}"/>
                    </a:ext>
                  </a:extLst>
                </p14:cNvPr>
                <p14:cNvContentPartPr/>
                <p14:nvPr/>
              </p14:nvContentPartPr>
              <p14:xfrm>
                <a:off x="9169670" y="1776277"/>
                <a:ext cx="45360" cy="618840"/>
              </p14:xfrm>
            </p:contentPart>
          </mc:Choice>
          <mc:Fallback>
            <p:pic>
              <p:nvPicPr>
                <p:cNvPr id="33" name="Ink 32">
                  <a:extLst>
                    <a:ext uri="{FF2B5EF4-FFF2-40B4-BE49-F238E27FC236}">
                      <a16:creationId xmlns:a16="http://schemas.microsoft.com/office/drawing/2014/main" id="{5FA29B99-7F10-CC76-70A7-1446532A1665}"/>
                    </a:ext>
                  </a:extLst>
                </p:cNvPr>
                <p:cNvPicPr/>
                <p:nvPr/>
              </p:nvPicPr>
              <p:blipFill>
                <a:blip r:embed="rId44"/>
                <a:stretch>
                  <a:fillRect/>
                </a:stretch>
              </p:blipFill>
              <p:spPr>
                <a:xfrm>
                  <a:off x="9152030" y="1758277"/>
                  <a:ext cx="81000" cy="654480"/>
                </a:xfrm>
                <a:prstGeom prst="rect">
                  <a:avLst/>
                </a:prstGeom>
              </p:spPr>
            </p:pic>
          </mc:Fallback>
        </mc:AlternateContent>
        <mc:AlternateContent xmlns:mc="http://schemas.openxmlformats.org/markup-compatibility/2006">
          <mc:Choice xmlns:p14="http://schemas.microsoft.com/office/powerpoint/2010/main" Requires="p14">
            <p:contentPart p14:bwMode="auto" r:id="rId45">
              <p14:nvContentPartPr>
                <p14:cNvPr id="34" name="Ink 33">
                  <a:extLst>
                    <a:ext uri="{FF2B5EF4-FFF2-40B4-BE49-F238E27FC236}">
                      <a16:creationId xmlns:a16="http://schemas.microsoft.com/office/drawing/2014/main" id="{EDF33458-1082-8E54-643A-BA5724A008B0}"/>
                    </a:ext>
                  </a:extLst>
                </p14:cNvPr>
                <p14:cNvContentPartPr/>
                <p14:nvPr/>
              </p14:nvContentPartPr>
              <p14:xfrm>
                <a:off x="9193790" y="1725517"/>
                <a:ext cx="684360" cy="94320"/>
              </p14:xfrm>
            </p:contentPart>
          </mc:Choice>
          <mc:Fallback>
            <p:pic>
              <p:nvPicPr>
                <p:cNvPr id="34" name="Ink 33">
                  <a:extLst>
                    <a:ext uri="{FF2B5EF4-FFF2-40B4-BE49-F238E27FC236}">
                      <a16:creationId xmlns:a16="http://schemas.microsoft.com/office/drawing/2014/main" id="{EDF33458-1082-8E54-643A-BA5724A008B0}"/>
                    </a:ext>
                  </a:extLst>
                </p:cNvPr>
                <p:cNvPicPr/>
                <p:nvPr/>
              </p:nvPicPr>
              <p:blipFill>
                <a:blip r:embed="rId46"/>
                <a:stretch>
                  <a:fillRect/>
                </a:stretch>
              </p:blipFill>
              <p:spPr>
                <a:xfrm>
                  <a:off x="9176150" y="1707877"/>
                  <a:ext cx="720000" cy="129960"/>
                </a:xfrm>
                <a:prstGeom prst="rect">
                  <a:avLst/>
                </a:prstGeom>
              </p:spPr>
            </p:pic>
          </mc:Fallback>
        </mc:AlternateContent>
        <mc:AlternateContent xmlns:mc="http://schemas.openxmlformats.org/markup-compatibility/2006">
          <mc:Choice xmlns:p14="http://schemas.microsoft.com/office/powerpoint/2010/main" Requires="p14">
            <p:contentPart p14:bwMode="auto" r:id="rId47">
              <p14:nvContentPartPr>
                <p14:cNvPr id="35" name="Ink 34">
                  <a:extLst>
                    <a:ext uri="{FF2B5EF4-FFF2-40B4-BE49-F238E27FC236}">
                      <a16:creationId xmlns:a16="http://schemas.microsoft.com/office/drawing/2014/main" id="{4C427E13-9DD8-3571-76E8-91C015B51FFE}"/>
                    </a:ext>
                  </a:extLst>
                </p14:cNvPr>
                <p14:cNvContentPartPr/>
                <p14:nvPr/>
              </p14:nvContentPartPr>
              <p14:xfrm>
                <a:off x="9876350" y="1538317"/>
                <a:ext cx="403560" cy="189000"/>
              </p14:xfrm>
            </p:contentPart>
          </mc:Choice>
          <mc:Fallback>
            <p:pic>
              <p:nvPicPr>
                <p:cNvPr id="35" name="Ink 34">
                  <a:extLst>
                    <a:ext uri="{FF2B5EF4-FFF2-40B4-BE49-F238E27FC236}">
                      <a16:creationId xmlns:a16="http://schemas.microsoft.com/office/drawing/2014/main" id="{4C427E13-9DD8-3571-76E8-91C015B51FFE}"/>
                    </a:ext>
                  </a:extLst>
                </p:cNvPr>
                <p:cNvPicPr/>
                <p:nvPr/>
              </p:nvPicPr>
              <p:blipFill>
                <a:blip r:embed="rId48"/>
                <a:stretch>
                  <a:fillRect/>
                </a:stretch>
              </p:blipFill>
              <p:spPr>
                <a:xfrm>
                  <a:off x="9858710" y="1520317"/>
                  <a:ext cx="439200" cy="224640"/>
                </a:xfrm>
                <a:prstGeom prst="rect">
                  <a:avLst/>
                </a:prstGeom>
              </p:spPr>
            </p:pic>
          </mc:Fallback>
        </mc:AlternateContent>
        <mc:AlternateContent xmlns:mc="http://schemas.openxmlformats.org/markup-compatibility/2006">
          <mc:Choice xmlns:p14="http://schemas.microsoft.com/office/powerpoint/2010/main" Requires="p14">
            <p:contentPart p14:bwMode="auto" r:id="rId49">
              <p14:nvContentPartPr>
                <p14:cNvPr id="36" name="Ink 35">
                  <a:extLst>
                    <a:ext uri="{FF2B5EF4-FFF2-40B4-BE49-F238E27FC236}">
                      <a16:creationId xmlns:a16="http://schemas.microsoft.com/office/drawing/2014/main" id="{233305C0-66D8-CDFA-8A38-EFBBCB04F78B}"/>
                    </a:ext>
                  </a:extLst>
                </p14:cNvPr>
                <p14:cNvContentPartPr/>
                <p14:nvPr/>
              </p14:nvContentPartPr>
              <p14:xfrm>
                <a:off x="10306550" y="1568197"/>
                <a:ext cx="610200" cy="912960"/>
              </p14:xfrm>
            </p:contentPart>
          </mc:Choice>
          <mc:Fallback>
            <p:pic>
              <p:nvPicPr>
                <p:cNvPr id="36" name="Ink 35">
                  <a:extLst>
                    <a:ext uri="{FF2B5EF4-FFF2-40B4-BE49-F238E27FC236}">
                      <a16:creationId xmlns:a16="http://schemas.microsoft.com/office/drawing/2014/main" id="{233305C0-66D8-CDFA-8A38-EFBBCB04F78B}"/>
                    </a:ext>
                  </a:extLst>
                </p:cNvPr>
                <p:cNvPicPr/>
                <p:nvPr/>
              </p:nvPicPr>
              <p:blipFill>
                <a:blip r:embed="rId50"/>
                <a:stretch>
                  <a:fillRect/>
                </a:stretch>
              </p:blipFill>
              <p:spPr>
                <a:xfrm>
                  <a:off x="10288910" y="1550197"/>
                  <a:ext cx="645840" cy="948600"/>
                </a:xfrm>
                <a:prstGeom prst="rect">
                  <a:avLst/>
                </a:prstGeom>
              </p:spPr>
            </p:pic>
          </mc:Fallback>
        </mc:AlternateContent>
        <mc:AlternateContent xmlns:mc="http://schemas.openxmlformats.org/markup-compatibility/2006">
          <mc:Choice xmlns:p14="http://schemas.microsoft.com/office/powerpoint/2010/main" Requires="p14">
            <p:contentPart p14:bwMode="auto" r:id="rId51">
              <p14:nvContentPartPr>
                <p14:cNvPr id="37" name="Ink 36">
                  <a:extLst>
                    <a:ext uri="{FF2B5EF4-FFF2-40B4-BE49-F238E27FC236}">
                      <a16:creationId xmlns:a16="http://schemas.microsoft.com/office/drawing/2014/main" id="{C417FF84-A013-9876-6481-435DB6F499F0}"/>
                    </a:ext>
                  </a:extLst>
                </p14:cNvPr>
                <p14:cNvContentPartPr/>
                <p14:nvPr/>
              </p14:nvContentPartPr>
              <p14:xfrm>
                <a:off x="10424270" y="2507077"/>
                <a:ext cx="1068840" cy="69480"/>
              </p14:xfrm>
            </p:contentPart>
          </mc:Choice>
          <mc:Fallback>
            <p:pic>
              <p:nvPicPr>
                <p:cNvPr id="37" name="Ink 36">
                  <a:extLst>
                    <a:ext uri="{FF2B5EF4-FFF2-40B4-BE49-F238E27FC236}">
                      <a16:creationId xmlns:a16="http://schemas.microsoft.com/office/drawing/2014/main" id="{C417FF84-A013-9876-6481-435DB6F499F0}"/>
                    </a:ext>
                  </a:extLst>
                </p:cNvPr>
                <p:cNvPicPr/>
                <p:nvPr/>
              </p:nvPicPr>
              <p:blipFill>
                <a:blip r:embed="rId52"/>
                <a:stretch>
                  <a:fillRect/>
                </a:stretch>
              </p:blipFill>
              <p:spPr>
                <a:xfrm>
                  <a:off x="10406630" y="2489077"/>
                  <a:ext cx="1104480" cy="105120"/>
                </a:xfrm>
                <a:prstGeom prst="rect">
                  <a:avLst/>
                </a:prstGeom>
              </p:spPr>
            </p:pic>
          </mc:Fallback>
        </mc:AlternateContent>
        <mc:AlternateContent xmlns:mc="http://schemas.openxmlformats.org/markup-compatibility/2006">
          <mc:Choice xmlns:p14="http://schemas.microsoft.com/office/powerpoint/2010/main" Requires="p14">
            <p:contentPart p14:bwMode="auto" r:id="rId53">
              <p14:nvContentPartPr>
                <p14:cNvPr id="38" name="Ink 37">
                  <a:extLst>
                    <a:ext uri="{FF2B5EF4-FFF2-40B4-BE49-F238E27FC236}">
                      <a16:creationId xmlns:a16="http://schemas.microsoft.com/office/drawing/2014/main" id="{A260C80E-59C1-8E7B-98CB-915240748802}"/>
                    </a:ext>
                  </a:extLst>
                </p14:cNvPr>
                <p14:cNvContentPartPr/>
                <p14:nvPr/>
              </p14:nvContentPartPr>
              <p14:xfrm>
                <a:off x="11411750" y="2475397"/>
                <a:ext cx="56520" cy="75600"/>
              </p14:xfrm>
            </p:contentPart>
          </mc:Choice>
          <mc:Fallback>
            <p:pic>
              <p:nvPicPr>
                <p:cNvPr id="38" name="Ink 37">
                  <a:extLst>
                    <a:ext uri="{FF2B5EF4-FFF2-40B4-BE49-F238E27FC236}">
                      <a16:creationId xmlns:a16="http://schemas.microsoft.com/office/drawing/2014/main" id="{A260C80E-59C1-8E7B-98CB-915240748802}"/>
                    </a:ext>
                  </a:extLst>
                </p:cNvPr>
                <p:cNvPicPr/>
                <p:nvPr/>
              </p:nvPicPr>
              <p:blipFill>
                <a:blip r:embed="rId54"/>
                <a:stretch>
                  <a:fillRect/>
                </a:stretch>
              </p:blipFill>
              <p:spPr>
                <a:xfrm>
                  <a:off x="11393750" y="2457397"/>
                  <a:ext cx="92160" cy="111240"/>
                </a:xfrm>
                <a:prstGeom prst="rect">
                  <a:avLst/>
                </a:prstGeom>
              </p:spPr>
            </p:pic>
          </mc:Fallback>
        </mc:AlternateContent>
        <mc:AlternateContent xmlns:mc="http://schemas.openxmlformats.org/markup-compatibility/2006">
          <mc:Choice xmlns:p14="http://schemas.microsoft.com/office/powerpoint/2010/main" Requires="p14">
            <p:contentPart p14:bwMode="auto" r:id="rId55">
              <p14:nvContentPartPr>
                <p14:cNvPr id="39" name="Ink 38">
                  <a:extLst>
                    <a:ext uri="{FF2B5EF4-FFF2-40B4-BE49-F238E27FC236}">
                      <a16:creationId xmlns:a16="http://schemas.microsoft.com/office/drawing/2014/main" id="{FF4BA5FD-92BD-4504-8511-1C593A34D422}"/>
                    </a:ext>
                  </a:extLst>
                </p14:cNvPr>
                <p14:cNvContentPartPr/>
                <p14:nvPr/>
              </p14:nvContentPartPr>
              <p14:xfrm>
                <a:off x="11015750" y="2019277"/>
                <a:ext cx="203760" cy="223200"/>
              </p14:xfrm>
            </p:contentPart>
          </mc:Choice>
          <mc:Fallback>
            <p:pic>
              <p:nvPicPr>
                <p:cNvPr id="39" name="Ink 38">
                  <a:extLst>
                    <a:ext uri="{FF2B5EF4-FFF2-40B4-BE49-F238E27FC236}">
                      <a16:creationId xmlns:a16="http://schemas.microsoft.com/office/drawing/2014/main" id="{FF4BA5FD-92BD-4504-8511-1C593A34D422}"/>
                    </a:ext>
                  </a:extLst>
                </p:cNvPr>
                <p:cNvPicPr/>
                <p:nvPr/>
              </p:nvPicPr>
              <p:blipFill>
                <a:blip r:embed="rId56"/>
                <a:stretch>
                  <a:fillRect/>
                </a:stretch>
              </p:blipFill>
              <p:spPr>
                <a:xfrm>
                  <a:off x="10998110" y="2001277"/>
                  <a:ext cx="239400" cy="258840"/>
                </a:xfrm>
                <a:prstGeom prst="rect">
                  <a:avLst/>
                </a:prstGeom>
              </p:spPr>
            </p:pic>
          </mc:Fallback>
        </mc:AlternateContent>
        <mc:AlternateContent xmlns:mc="http://schemas.openxmlformats.org/markup-compatibility/2006">
          <mc:Choice xmlns:p14="http://schemas.microsoft.com/office/powerpoint/2010/main" Requires="p14">
            <p:contentPart p14:bwMode="auto" r:id="rId57">
              <p14:nvContentPartPr>
                <p14:cNvPr id="40" name="Ink 39">
                  <a:extLst>
                    <a:ext uri="{FF2B5EF4-FFF2-40B4-BE49-F238E27FC236}">
                      <a16:creationId xmlns:a16="http://schemas.microsoft.com/office/drawing/2014/main" id="{1089D59D-9F9B-B624-B89C-E97A09EAF330}"/>
                    </a:ext>
                  </a:extLst>
                </p14:cNvPr>
                <p14:cNvContentPartPr/>
                <p14:nvPr/>
              </p14:nvContentPartPr>
              <p14:xfrm>
                <a:off x="11321030" y="2156797"/>
                <a:ext cx="59040" cy="128520"/>
              </p14:xfrm>
            </p:contentPart>
          </mc:Choice>
          <mc:Fallback>
            <p:pic>
              <p:nvPicPr>
                <p:cNvPr id="40" name="Ink 39">
                  <a:extLst>
                    <a:ext uri="{FF2B5EF4-FFF2-40B4-BE49-F238E27FC236}">
                      <a16:creationId xmlns:a16="http://schemas.microsoft.com/office/drawing/2014/main" id="{1089D59D-9F9B-B624-B89C-E97A09EAF330}"/>
                    </a:ext>
                  </a:extLst>
                </p:cNvPr>
                <p:cNvPicPr/>
                <p:nvPr/>
              </p:nvPicPr>
              <p:blipFill>
                <a:blip r:embed="rId58"/>
                <a:stretch>
                  <a:fillRect/>
                </a:stretch>
              </p:blipFill>
              <p:spPr>
                <a:xfrm>
                  <a:off x="11303030" y="2139157"/>
                  <a:ext cx="94680" cy="164160"/>
                </a:xfrm>
                <a:prstGeom prst="rect">
                  <a:avLst/>
                </a:prstGeom>
              </p:spPr>
            </p:pic>
          </mc:Fallback>
        </mc:AlternateContent>
        <mc:AlternateContent xmlns:mc="http://schemas.openxmlformats.org/markup-compatibility/2006">
          <mc:Choice xmlns:p14="http://schemas.microsoft.com/office/powerpoint/2010/main" Requires="p14">
            <p:contentPart p14:bwMode="auto" r:id="rId59">
              <p14:nvContentPartPr>
                <p14:cNvPr id="41" name="Ink 40">
                  <a:extLst>
                    <a:ext uri="{FF2B5EF4-FFF2-40B4-BE49-F238E27FC236}">
                      <a16:creationId xmlns:a16="http://schemas.microsoft.com/office/drawing/2014/main" id="{7F44FF76-DD8B-C0BE-05C8-2B01C8FC4E9D}"/>
                    </a:ext>
                  </a:extLst>
                </p14:cNvPr>
                <p14:cNvContentPartPr/>
                <p14:nvPr/>
              </p14:nvContentPartPr>
              <p14:xfrm>
                <a:off x="11452070" y="2131957"/>
                <a:ext cx="153360" cy="118080"/>
              </p14:xfrm>
            </p:contentPart>
          </mc:Choice>
          <mc:Fallback>
            <p:pic>
              <p:nvPicPr>
                <p:cNvPr id="41" name="Ink 40">
                  <a:extLst>
                    <a:ext uri="{FF2B5EF4-FFF2-40B4-BE49-F238E27FC236}">
                      <a16:creationId xmlns:a16="http://schemas.microsoft.com/office/drawing/2014/main" id="{7F44FF76-DD8B-C0BE-05C8-2B01C8FC4E9D}"/>
                    </a:ext>
                  </a:extLst>
                </p:cNvPr>
                <p:cNvPicPr/>
                <p:nvPr/>
              </p:nvPicPr>
              <p:blipFill>
                <a:blip r:embed="rId60"/>
                <a:stretch>
                  <a:fillRect/>
                </a:stretch>
              </p:blipFill>
              <p:spPr>
                <a:xfrm>
                  <a:off x="11434430" y="2114317"/>
                  <a:ext cx="189000" cy="153720"/>
                </a:xfrm>
                <a:prstGeom prst="rect">
                  <a:avLst/>
                </a:prstGeom>
              </p:spPr>
            </p:pic>
          </mc:Fallback>
        </mc:AlternateContent>
        <mc:AlternateContent xmlns:mc="http://schemas.openxmlformats.org/markup-compatibility/2006">
          <mc:Choice xmlns:p14="http://schemas.microsoft.com/office/powerpoint/2010/main" Requires="p14">
            <p:contentPart p14:bwMode="auto" r:id="rId61">
              <p14:nvContentPartPr>
                <p14:cNvPr id="42" name="Ink 41">
                  <a:extLst>
                    <a:ext uri="{FF2B5EF4-FFF2-40B4-BE49-F238E27FC236}">
                      <a16:creationId xmlns:a16="http://schemas.microsoft.com/office/drawing/2014/main" id="{D8E6676E-51CA-29F2-5D7A-14F5D56E5944}"/>
                    </a:ext>
                  </a:extLst>
                </p14:cNvPr>
                <p14:cNvContentPartPr/>
                <p14:nvPr/>
              </p14:nvContentPartPr>
              <p14:xfrm>
                <a:off x="11670590" y="1990117"/>
                <a:ext cx="46800" cy="150480"/>
              </p14:xfrm>
            </p:contentPart>
          </mc:Choice>
          <mc:Fallback>
            <p:pic>
              <p:nvPicPr>
                <p:cNvPr id="42" name="Ink 41">
                  <a:extLst>
                    <a:ext uri="{FF2B5EF4-FFF2-40B4-BE49-F238E27FC236}">
                      <a16:creationId xmlns:a16="http://schemas.microsoft.com/office/drawing/2014/main" id="{D8E6676E-51CA-29F2-5D7A-14F5D56E5944}"/>
                    </a:ext>
                  </a:extLst>
                </p:cNvPr>
                <p:cNvPicPr/>
                <p:nvPr/>
              </p:nvPicPr>
              <p:blipFill>
                <a:blip r:embed="rId62"/>
                <a:stretch>
                  <a:fillRect/>
                </a:stretch>
              </p:blipFill>
              <p:spPr>
                <a:xfrm>
                  <a:off x="11652950" y="1972117"/>
                  <a:ext cx="82440" cy="186120"/>
                </a:xfrm>
                <a:prstGeom prst="rect">
                  <a:avLst/>
                </a:prstGeom>
              </p:spPr>
            </p:pic>
          </mc:Fallback>
        </mc:AlternateContent>
        <mc:AlternateContent xmlns:mc="http://schemas.openxmlformats.org/markup-compatibility/2006">
          <mc:Choice xmlns:p14="http://schemas.microsoft.com/office/powerpoint/2010/main" Requires="p14">
            <p:contentPart p14:bwMode="auto" r:id="rId63">
              <p14:nvContentPartPr>
                <p14:cNvPr id="43" name="Ink 42">
                  <a:extLst>
                    <a:ext uri="{FF2B5EF4-FFF2-40B4-BE49-F238E27FC236}">
                      <a16:creationId xmlns:a16="http://schemas.microsoft.com/office/drawing/2014/main" id="{5402B03B-E0C4-DC59-C9CD-E36038B50505}"/>
                    </a:ext>
                  </a:extLst>
                </p14:cNvPr>
                <p14:cNvContentPartPr/>
                <p14:nvPr/>
              </p14:nvContentPartPr>
              <p14:xfrm>
                <a:off x="11670950" y="2078677"/>
                <a:ext cx="140040" cy="51840"/>
              </p14:xfrm>
            </p:contentPart>
          </mc:Choice>
          <mc:Fallback>
            <p:pic>
              <p:nvPicPr>
                <p:cNvPr id="43" name="Ink 42">
                  <a:extLst>
                    <a:ext uri="{FF2B5EF4-FFF2-40B4-BE49-F238E27FC236}">
                      <a16:creationId xmlns:a16="http://schemas.microsoft.com/office/drawing/2014/main" id="{5402B03B-E0C4-DC59-C9CD-E36038B50505}"/>
                    </a:ext>
                  </a:extLst>
                </p:cNvPr>
                <p:cNvPicPr/>
                <p:nvPr/>
              </p:nvPicPr>
              <p:blipFill>
                <a:blip r:embed="rId64"/>
                <a:stretch>
                  <a:fillRect/>
                </a:stretch>
              </p:blipFill>
              <p:spPr>
                <a:xfrm>
                  <a:off x="11653310" y="2061037"/>
                  <a:ext cx="175680" cy="87480"/>
                </a:xfrm>
                <a:prstGeom prst="rect">
                  <a:avLst/>
                </a:prstGeom>
              </p:spPr>
            </p:pic>
          </mc:Fallback>
        </mc:AlternateContent>
      </p:grpSp>
      <p:grpSp>
        <p:nvGrpSpPr>
          <p:cNvPr id="49" name="Group 48">
            <a:extLst>
              <a:ext uri="{FF2B5EF4-FFF2-40B4-BE49-F238E27FC236}">
                <a16:creationId xmlns:a16="http://schemas.microsoft.com/office/drawing/2014/main" id="{695D2150-151B-8ABE-470B-AC5F8E8789A9}"/>
              </a:ext>
            </a:extLst>
          </p:cNvPr>
          <p:cNvGrpSpPr/>
          <p:nvPr/>
        </p:nvGrpSpPr>
        <p:grpSpPr>
          <a:xfrm>
            <a:off x="9887870" y="1097317"/>
            <a:ext cx="401040" cy="263880"/>
            <a:chOff x="9887870" y="1097317"/>
            <a:chExt cx="401040" cy="263880"/>
          </a:xfrm>
        </p:grpSpPr>
        <mc:AlternateContent xmlns:mc="http://schemas.openxmlformats.org/markup-compatibility/2006">
          <mc:Choice xmlns:p14="http://schemas.microsoft.com/office/powerpoint/2010/main" Requires="p14">
            <p:contentPart p14:bwMode="auto" r:id="rId65">
              <p14:nvContentPartPr>
                <p14:cNvPr id="45" name="Ink 44">
                  <a:extLst>
                    <a:ext uri="{FF2B5EF4-FFF2-40B4-BE49-F238E27FC236}">
                      <a16:creationId xmlns:a16="http://schemas.microsoft.com/office/drawing/2014/main" id="{EFC1CD24-6891-2E62-D8A9-BD8F968A71A1}"/>
                    </a:ext>
                  </a:extLst>
                </p14:cNvPr>
                <p14:cNvContentPartPr/>
                <p14:nvPr/>
              </p14:nvContentPartPr>
              <p14:xfrm>
                <a:off x="9909470" y="1105237"/>
                <a:ext cx="62640" cy="255960"/>
              </p14:xfrm>
            </p:contentPart>
          </mc:Choice>
          <mc:Fallback>
            <p:pic>
              <p:nvPicPr>
                <p:cNvPr id="45" name="Ink 44">
                  <a:extLst>
                    <a:ext uri="{FF2B5EF4-FFF2-40B4-BE49-F238E27FC236}">
                      <a16:creationId xmlns:a16="http://schemas.microsoft.com/office/drawing/2014/main" id="{EFC1CD24-6891-2E62-D8A9-BD8F968A71A1}"/>
                    </a:ext>
                  </a:extLst>
                </p:cNvPr>
                <p:cNvPicPr/>
                <p:nvPr/>
              </p:nvPicPr>
              <p:blipFill>
                <a:blip r:embed="rId66"/>
                <a:stretch>
                  <a:fillRect/>
                </a:stretch>
              </p:blipFill>
              <p:spPr>
                <a:xfrm>
                  <a:off x="9891830" y="1087237"/>
                  <a:ext cx="98280" cy="291600"/>
                </a:xfrm>
                <a:prstGeom prst="rect">
                  <a:avLst/>
                </a:prstGeom>
              </p:spPr>
            </p:pic>
          </mc:Fallback>
        </mc:AlternateContent>
        <mc:AlternateContent xmlns:mc="http://schemas.openxmlformats.org/markup-compatibility/2006">
          <mc:Choice xmlns:p14="http://schemas.microsoft.com/office/powerpoint/2010/main" Requires="p14">
            <p:contentPart p14:bwMode="auto" r:id="rId67">
              <p14:nvContentPartPr>
                <p14:cNvPr id="46" name="Ink 45">
                  <a:extLst>
                    <a:ext uri="{FF2B5EF4-FFF2-40B4-BE49-F238E27FC236}">
                      <a16:creationId xmlns:a16="http://schemas.microsoft.com/office/drawing/2014/main" id="{021E8878-2D74-E2E9-BEBF-445BFA047AA1}"/>
                    </a:ext>
                  </a:extLst>
                </p14:cNvPr>
                <p14:cNvContentPartPr/>
                <p14:nvPr/>
              </p14:nvContentPartPr>
              <p14:xfrm>
                <a:off x="9887870" y="1097317"/>
                <a:ext cx="199440" cy="138600"/>
              </p14:xfrm>
            </p:contentPart>
          </mc:Choice>
          <mc:Fallback>
            <p:pic>
              <p:nvPicPr>
                <p:cNvPr id="46" name="Ink 45">
                  <a:extLst>
                    <a:ext uri="{FF2B5EF4-FFF2-40B4-BE49-F238E27FC236}">
                      <a16:creationId xmlns:a16="http://schemas.microsoft.com/office/drawing/2014/main" id="{021E8878-2D74-E2E9-BEBF-445BFA047AA1}"/>
                    </a:ext>
                  </a:extLst>
                </p:cNvPr>
                <p:cNvPicPr/>
                <p:nvPr/>
              </p:nvPicPr>
              <p:blipFill>
                <a:blip r:embed="rId68"/>
                <a:stretch>
                  <a:fillRect/>
                </a:stretch>
              </p:blipFill>
              <p:spPr>
                <a:xfrm>
                  <a:off x="9870230" y="1079317"/>
                  <a:ext cx="235080" cy="174240"/>
                </a:xfrm>
                <a:prstGeom prst="rect">
                  <a:avLst/>
                </a:prstGeom>
              </p:spPr>
            </p:pic>
          </mc:Fallback>
        </mc:AlternateContent>
        <mc:AlternateContent xmlns:mc="http://schemas.openxmlformats.org/markup-compatibility/2006">
          <mc:Choice xmlns:p14="http://schemas.microsoft.com/office/powerpoint/2010/main" Requires="p14">
            <p:contentPart p14:bwMode="auto" r:id="rId69">
              <p14:nvContentPartPr>
                <p14:cNvPr id="47" name="Ink 46">
                  <a:extLst>
                    <a:ext uri="{FF2B5EF4-FFF2-40B4-BE49-F238E27FC236}">
                      <a16:creationId xmlns:a16="http://schemas.microsoft.com/office/drawing/2014/main" id="{BEBD547D-2DCB-5DC5-A432-FC94CCD38D14}"/>
                    </a:ext>
                  </a:extLst>
                </p14:cNvPr>
                <p14:cNvContentPartPr/>
                <p14:nvPr/>
              </p14:nvContentPartPr>
              <p14:xfrm>
                <a:off x="10183430" y="1123237"/>
                <a:ext cx="91440" cy="226080"/>
              </p14:xfrm>
            </p:contentPart>
          </mc:Choice>
          <mc:Fallback>
            <p:pic>
              <p:nvPicPr>
                <p:cNvPr id="47" name="Ink 46">
                  <a:extLst>
                    <a:ext uri="{FF2B5EF4-FFF2-40B4-BE49-F238E27FC236}">
                      <a16:creationId xmlns:a16="http://schemas.microsoft.com/office/drawing/2014/main" id="{BEBD547D-2DCB-5DC5-A432-FC94CCD38D14}"/>
                    </a:ext>
                  </a:extLst>
                </p:cNvPr>
                <p:cNvPicPr/>
                <p:nvPr/>
              </p:nvPicPr>
              <p:blipFill>
                <a:blip r:embed="rId70"/>
                <a:stretch>
                  <a:fillRect/>
                </a:stretch>
              </p:blipFill>
              <p:spPr>
                <a:xfrm>
                  <a:off x="10165430" y="1105237"/>
                  <a:ext cx="127080" cy="261720"/>
                </a:xfrm>
                <a:prstGeom prst="rect">
                  <a:avLst/>
                </a:prstGeom>
              </p:spPr>
            </p:pic>
          </mc:Fallback>
        </mc:AlternateContent>
        <mc:AlternateContent xmlns:mc="http://schemas.openxmlformats.org/markup-compatibility/2006">
          <mc:Choice xmlns:p14="http://schemas.microsoft.com/office/powerpoint/2010/main" Requires="p14">
            <p:contentPart p14:bwMode="auto" r:id="rId71">
              <p14:nvContentPartPr>
                <p14:cNvPr id="48" name="Ink 47">
                  <a:extLst>
                    <a:ext uri="{FF2B5EF4-FFF2-40B4-BE49-F238E27FC236}">
                      <a16:creationId xmlns:a16="http://schemas.microsoft.com/office/drawing/2014/main" id="{2B58D6E8-0CEF-3ADE-FD01-1FC6ED182FF5}"/>
                    </a:ext>
                  </a:extLst>
                </p14:cNvPr>
                <p14:cNvContentPartPr/>
                <p14:nvPr/>
              </p14:nvContentPartPr>
              <p14:xfrm>
                <a:off x="10172990" y="1230517"/>
                <a:ext cx="115920" cy="55080"/>
              </p14:xfrm>
            </p:contentPart>
          </mc:Choice>
          <mc:Fallback>
            <p:pic>
              <p:nvPicPr>
                <p:cNvPr id="48" name="Ink 47">
                  <a:extLst>
                    <a:ext uri="{FF2B5EF4-FFF2-40B4-BE49-F238E27FC236}">
                      <a16:creationId xmlns:a16="http://schemas.microsoft.com/office/drawing/2014/main" id="{2B58D6E8-0CEF-3ADE-FD01-1FC6ED182FF5}"/>
                    </a:ext>
                  </a:extLst>
                </p:cNvPr>
                <p:cNvPicPr/>
                <p:nvPr/>
              </p:nvPicPr>
              <p:blipFill>
                <a:blip r:embed="rId72"/>
                <a:stretch>
                  <a:fillRect/>
                </a:stretch>
              </p:blipFill>
              <p:spPr>
                <a:xfrm>
                  <a:off x="10154990" y="1212877"/>
                  <a:ext cx="151560" cy="90720"/>
                </a:xfrm>
                <a:prstGeom prst="rect">
                  <a:avLst/>
                </a:prstGeom>
              </p:spPr>
            </p:pic>
          </mc:Fallback>
        </mc:AlternateContent>
      </p:grpSp>
      <p:grpSp>
        <p:nvGrpSpPr>
          <p:cNvPr id="59" name="Group 58">
            <a:extLst>
              <a:ext uri="{FF2B5EF4-FFF2-40B4-BE49-F238E27FC236}">
                <a16:creationId xmlns:a16="http://schemas.microsoft.com/office/drawing/2014/main" id="{C2E275F2-C706-3298-3D9C-04CC9F49B78B}"/>
              </a:ext>
            </a:extLst>
          </p:cNvPr>
          <p:cNvGrpSpPr/>
          <p:nvPr/>
        </p:nvGrpSpPr>
        <p:grpSpPr>
          <a:xfrm>
            <a:off x="9343910" y="3318517"/>
            <a:ext cx="754560" cy="812880"/>
            <a:chOff x="9343910" y="3318517"/>
            <a:chExt cx="754560" cy="812880"/>
          </a:xfrm>
        </p:grpSpPr>
        <mc:AlternateContent xmlns:mc="http://schemas.openxmlformats.org/markup-compatibility/2006">
          <mc:Choice xmlns:p14="http://schemas.microsoft.com/office/powerpoint/2010/main" Requires="p14">
            <p:contentPart p14:bwMode="auto" r:id="rId73">
              <p14:nvContentPartPr>
                <p14:cNvPr id="50" name="Ink 49">
                  <a:extLst>
                    <a:ext uri="{FF2B5EF4-FFF2-40B4-BE49-F238E27FC236}">
                      <a16:creationId xmlns:a16="http://schemas.microsoft.com/office/drawing/2014/main" id="{BFC74F2A-AD9C-240F-D8E1-FA8238DF90C3}"/>
                    </a:ext>
                  </a:extLst>
                </p14:cNvPr>
                <p14:cNvContentPartPr/>
                <p14:nvPr/>
              </p14:nvContentPartPr>
              <p14:xfrm>
                <a:off x="9427790" y="3318517"/>
                <a:ext cx="219600" cy="382320"/>
              </p14:xfrm>
            </p:contentPart>
          </mc:Choice>
          <mc:Fallback>
            <p:pic>
              <p:nvPicPr>
                <p:cNvPr id="50" name="Ink 49">
                  <a:extLst>
                    <a:ext uri="{FF2B5EF4-FFF2-40B4-BE49-F238E27FC236}">
                      <a16:creationId xmlns:a16="http://schemas.microsoft.com/office/drawing/2014/main" id="{BFC74F2A-AD9C-240F-D8E1-FA8238DF90C3}"/>
                    </a:ext>
                  </a:extLst>
                </p:cNvPr>
                <p:cNvPicPr/>
                <p:nvPr/>
              </p:nvPicPr>
              <p:blipFill>
                <a:blip r:embed="rId74"/>
                <a:stretch>
                  <a:fillRect/>
                </a:stretch>
              </p:blipFill>
              <p:spPr>
                <a:xfrm>
                  <a:off x="9409790" y="3300517"/>
                  <a:ext cx="255240" cy="417960"/>
                </a:xfrm>
                <a:prstGeom prst="rect">
                  <a:avLst/>
                </a:prstGeom>
              </p:spPr>
            </p:pic>
          </mc:Fallback>
        </mc:AlternateContent>
        <mc:AlternateContent xmlns:mc="http://schemas.openxmlformats.org/markup-compatibility/2006">
          <mc:Choice xmlns:p14="http://schemas.microsoft.com/office/powerpoint/2010/main" Requires="p14">
            <p:contentPart p14:bwMode="auto" r:id="rId75">
              <p14:nvContentPartPr>
                <p14:cNvPr id="51" name="Ink 50">
                  <a:extLst>
                    <a:ext uri="{FF2B5EF4-FFF2-40B4-BE49-F238E27FC236}">
                      <a16:creationId xmlns:a16="http://schemas.microsoft.com/office/drawing/2014/main" id="{54FE2320-CC00-4AC5-C1F1-13A9D0D9C7FB}"/>
                    </a:ext>
                  </a:extLst>
                </p14:cNvPr>
                <p14:cNvContentPartPr/>
                <p14:nvPr/>
              </p14:nvContentPartPr>
              <p14:xfrm>
                <a:off x="9609590" y="3669157"/>
                <a:ext cx="171000" cy="25200"/>
              </p14:xfrm>
            </p:contentPart>
          </mc:Choice>
          <mc:Fallback>
            <p:pic>
              <p:nvPicPr>
                <p:cNvPr id="51" name="Ink 50">
                  <a:extLst>
                    <a:ext uri="{FF2B5EF4-FFF2-40B4-BE49-F238E27FC236}">
                      <a16:creationId xmlns:a16="http://schemas.microsoft.com/office/drawing/2014/main" id="{54FE2320-CC00-4AC5-C1F1-13A9D0D9C7FB}"/>
                    </a:ext>
                  </a:extLst>
                </p:cNvPr>
                <p:cNvPicPr/>
                <p:nvPr/>
              </p:nvPicPr>
              <p:blipFill>
                <a:blip r:embed="rId76"/>
                <a:stretch>
                  <a:fillRect/>
                </a:stretch>
              </p:blipFill>
              <p:spPr>
                <a:xfrm>
                  <a:off x="9591950" y="3651517"/>
                  <a:ext cx="206640" cy="60840"/>
                </a:xfrm>
                <a:prstGeom prst="rect">
                  <a:avLst/>
                </a:prstGeom>
              </p:spPr>
            </p:pic>
          </mc:Fallback>
        </mc:AlternateContent>
        <mc:AlternateContent xmlns:mc="http://schemas.openxmlformats.org/markup-compatibility/2006">
          <mc:Choice xmlns:p14="http://schemas.microsoft.com/office/powerpoint/2010/main" Requires="p14">
            <p:contentPart p14:bwMode="auto" r:id="rId77">
              <p14:nvContentPartPr>
                <p14:cNvPr id="52" name="Ink 51">
                  <a:extLst>
                    <a:ext uri="{FF2B5EF4-FFF2-40B4-BE49-F238E27FC236}">
                      <a16:creationId xmlns:a16="http://schemas.microsoft.com/office/drawing/2014/main" id="{3866BDAF-E231-49BF-7E98-73BF80EEEDF7}"/>
                    </a:ext>
                  </a:extLst>
                </p14:cNvPr>
                <p14:cNvContentPartPr/>
                <p14:nvPr/>
              </p14:nvContentPartPr>
              <p14:xfrm>
                <a:off x="9684470" y="3685717"/>
                <a:ext cx="69120" cy="293760"/>
              </p14:xfrm>
            </p:contentPart>
          </mc:Choice>
          <mc:Fallback>
            <p:pic>
              <p:nvPicPr>
                <p:cNvPr id="52" name="Ink 51">
                  <a:extLst>
                    <a:ext uri="{FF2B5EF4-FFF2-40B4-BE49-F238E27FC236}">
                      <a16:creationId xmlns:a16="http://schemas.microsoft.com/office/drawing/2014/main" id="{3866BDAF-E231-49BF-7E98-73BF80EEEDF7}"/>
                    </a:ext>
                  </a:extLst>
                </p:cNvPr>
                <p:cNvPicPr/>
                <p:nvPr/>
              </p:nvPicPr>
              <p:blipFill>
                <a:blip r:embed="rId78"/>
                <a:stretch>
                  <a:fillRect/>
                </a:stretch>
              </p:blipFill>
              <p:spPr>
                <a:xfrm>
                  <a:off x="9666830" y="3668077"/>
                  <a:ext cx="104760" cy="329400"/>
                </a:xfrm>
                <a:prstGeom prst="rect">
                  <a:avLst/>
                </a:prstGeom>
              </p:spPr>
            </p:pic>
          </mc:Fallback>
        </mc:AlternateContent>
        <mc:AlternateContent xmlns:mc="http://schemas.openxmlformats.org/markup-compatibility/2006">
          <mc:Choice xmlns:p14="http://schemas.microsoft.com/office/powerpoint/2010/main" Requires="p14">
            <p:contentPart p14:bwMode="auto" r:id="rId79">
              <p14:nvContentPartPr>
                <p14:cNvPr id="53" name="Ink 52">
                  <a:extLst>
                    <a:ext uri="{FF2B5EF4-FFF2-40B4-BE49-F238E27FC236}">
                      <a16:creationId xmlns:a16="http://schemas.microsoft.com/office/drawing/2014/main" id="{69BC536A-60FF-B4A6-C151-55C7E977BE30}"/>
                    </a:ext>
                  </a:extLst>
                </p14:cNvPr>
                <p14:cNvContentPartPr/>
                <p14:nvPr/>
              </p14:nvContentPartPr>
              <p14:xfrm>
                <a:off x="9625790" y="3940597"/>
                <a:ext cx="199440" cy="38520"/>
              </p14:xfrm>
            </p:contentPart>
          </mc:Choice>
          <mc:Fallback>
            <p:pic>
              <p:nvPicPr>
                <p:cNvPr id="53" name="Ink 52">
                  <a:extLst>
                    <a:ext uri="{FF2B5EF4-FFF2-40B4-BE49-F238E27FC236}">
                      <a16:creationId xmlns:a16="http://schemas.microsoft.com/office/drawing/2014/main" id="{69BC536A-60FF-B4A6-C151-55C7E977BE30}"/>
                    </a:ext>
                  </a:extLst>
                </p:cNvPr>
                <p:cNvPicPr/>
                <p:nvPr/>
              </p:nvPicPr>
              <p:blipFill>
                <a:blip r:embed="rId80"/>
                <a:stretch>
                  <a:fillRect/>
                </a:stretch>
              </p:blipFill>
              <p:spPr>
                <a:xfrm>
                  <a:off x="9607790" y="3922957"/>
                  <a:ext cx="235080" cy="74160"/>
                </a:xfrm>
                <a:prstGeom prst="rect">
                  <a:avLst/>
                </a:prstGeom>
              </p:spPr>
            </p:pic>
          </mc:Fallback>
        </mc:AlternateContent>
        <mc:AlternateContent xmlns:mc="http://schemas.openxmlformats.org/markup-compatibility/2006">
          <mc:Choice xmlns:p14="http://schemas.microsoft.com/office/powerpoint/2010/main" Requires="p14">
            <p:contentPart p14:bwMode="auto" r:id="rId81">
              <p14:nvContentPartPr>
                <p14:cNvPr id="54" name="Ink 53">
                  <a:extLst>
                    <a:ext uri="{FF2B5EF4-FFF2-40B4-BE49-F238E27FC236}">
                      <a16:creationId xmlns:a16="http://schemas.microsoft.com/office/drawing/2014/main" id="{69877939-6558-5AB4-A9D1-B90F756ED32D}"/>
                    </a:ext>
                  </a:extLst>
                </p14:cNvPr>
                <p14:cNvContentPartPr/>
                <p14:nvPr/>
              </p14:nvContentPartPr>
              <p14:xfrm>
                <a:off x="9642710" y="3984877"/>
                <a:ext cx="138240" cy="113040"/>
              </p14:xfrm>
            </p:contentPart>
          </mc:Choice>
          <mc:Fallback>
            <p:pic>
              <p:nvPicPr>
                <p:cNvPr id="54" name="Ink 53">
                  <a:extLst>
                    <a:ext uri="{FF2B5EF4-FFF2-40B4-BE49-F238E27FC236}">
                      <a16:creationId xmlns:a16="http://schemas.microsoft.com/office/drawing/2014/main" id="{69877939-6558-5AB4-A9D1-B90F756ED32D}"/>
                    </a:ext>
                  </a:extLst>
                </p:cNvPr>
                <p:cNvPicPr/>
                <p:nvPr/>
              </p:nvPicPr>
              <p:blipFill>
                <a:blip r:embed="rId82"/>
                <a:stretch>
                  <a:fillRect/>
                </a:stretch>
              </p:blipFill>
              <p:spPr>
                <a:xfrm>
                  <a:off x="9624710" y="3967237"/>
                  <a:ext cx="173880" cy="148680"/>
                </a:xfrm>
                <a:prstGeom prst="rect">
                  <a:avLst/>
                </a:prstGeom>
              </p:spPr>
            </p:pic>
          </mc:Fallback>
        </mc:AlternateContent>
        <mc:AlternateContent xmlns:mc="http://schemas.openxmlformats.org/markup-compatibility/2006">
          <mc:Choice xmlns:p14="http://schemas.microsoft.com/office/powerpoint/2010/main" Requires="p14">
            <p:contentPart p14:bwMode="auto" r:id="rId83">
              <p14:nvContentPartPr>
                <p14:cNvPr id="55" name="Ink 54">
                  <a:extLst>
                    <a:ext uri="{FF2B5EF4-FFF2-40B4-BE49-F238E27FC236}">
                      <a16:creationId xmlns:a16="http://schemas.microsoft.com/office/drawing/2014/main" id="{DC8A6C7A-4E4C-DD16-E678-115185BFF26F}"/>
                    </a:ext>
                  </a:extLst>
                </p14:cNvPr>
                <p14:cNvContentPartPr/>
                <p14:nvPr/>
              </p14:nvContentPartPr>
              <p14:xfrm>
                <a:off x="9757910" y="3944557"/>
                <a:ext cx="116280" cy="186840"/>
              </p14:xfrm>
            </p:contentPart>
          </mc:Choice>
          <mc:Fallback>
            <p:pic>
              <p:nvPicPr>
                <p:cNvPr id="55" name="Ink 54">
                  <a:extLst>
                    <a:ext uri="{FF2B5EF4-FFF2-40B4-BE49-F238E27FC236}">
                      <a16:creationId xmlns:a16="http://schemas.microsoft.com/office/drawing/2014/main" id="{DC8A6C7A-4E4C-DD16-E678-115185BFF26F}"/>
                    </a:ext>
                  </a:extLst>
                </p:cNvPr>
                <p:cNvPicPr/>
                <p:nvPr/>
              </p:nvPicPr>
              <p:blipFill>
                <a:blip r:embed="rId84"/>
                <a:stretch>
                  <a:fillRect/>
                </a:stretch>
              </p:blipFill>
              <p:spPr>
                <a:xfrm>
                  <a:off x="9739910" y="3926917"/>
                  <a:ext cx="151920" cy="222480"/>
                </a:xfrm>
                <a:prstGeom prst="rect">
                  <a:avLst/>
                </a:prstGeom>
              </p:spPr>
            </p:pic>
          </mc:Fallback>
        </mc:AlternateContent>
        <mc:AlternateContent xmlns:mc="http://schemas.openxmlformats.org/markup-compatibility/2006">
          <mc:Choice xmlns:p14="http://schemas.microsoft.com/office/powerpoint/2010/main" Requires="p14">
            <p:contentPart p14:bwMode="auto" r:id="rId85">
              <p14:nvContentPartPr>
                <p14:cNvPr id="57" name="Ink 56">
                  <a:extLst>
                    <a:ext uri="{FF2B5EF4-FFF2-40B4-BE49-F238E27FC236}">
                      <a16:creationId xmlns:a16="http://schemas.microsoft.com/office/drawing/2014/main" id="{F18BCC03-8A82-B49C-3E9E-BAB2F6EBB32E}"/>
                    </a:ext>
                  </a:extLst>
                </p14:cNvPr>
                <p14:cNvContentPartPr/>
                <p14:nvPr/>
              </p14:nvContentPartPr>
              <p14:xfrm>
                <a:off x="9493670" y="3395557"/>
                <a:ext cx="354600" cy="579240"/>
              </p14:xfrm>
            </p:contentPart>
          </mc:Choice>
          <mc:Fallback>
            <p:pic>
              <p:nvPicPr>
                <p:cNvPr id="57" name="Ink 56">
                  <a:extLst>
                    <a:ext uri="{FF2B5EF4-FFF2-40B4-BE49-F238E27FC236}">
                      <a16:creationId xmlns:a16="http://schemas.microsoft.com/office/drawing/2014/main" id="{F18BCC03-8A82-B49C-3E9E-BAB2F6EBB32E}"/>
                    </a:ext>
                  </a:extLst>
                </p:cNvPr>
                <p:cNvPicPr/>
                <p:nvPr/>
              </p:nvPicPr>
              <p:blipFill>
                <a:blip r:embed="rId86"/>
                <a:stretch>
                  <a:fillRect/>
                </a:stretch>
              </p:blipFill>
              <p:spPr>
                <a:xfrm>
                  <a:off x="9476030" y="3377557"/>
                  <a:ext cx="390240" cy="614880"/>
                </a:xfrm>
                <a:prstGeom prst="rect">
                  <a:avLst/>
                </a:prstGeom>
              </p:spPr>
            </p:pic>
          </mc:Fallback>
        </mc:AlternateContent>
        <mc:AlternateContent xmlns:mc="http://schemas.openxmlformats.org/markup-compatibility/2006">
          <mc:Choice xmlns:p14="http://schemas.microsoft.com/office/powerpoint/2010/main" Requires="p14">
            <p:contentPart p14:bwMode="auto" r:id="rId87">
              <p14:nvContentPartPr>
                <p14:cNvPr id="58" name="Ink 57">
                  <a:extLst>
                    <a:ext uri="{FF2B5EF4-FFF2-40B4-BE49-F238E27FC236}">
                      <a16:creationId xmlns:a16="http://schemas.microsoft.com/office/drawing/2014/main" id="{666446EC-EEF0-5268-A9C1-F2FFA6FCF8EA}"/>
                    </a:ext>
                  </a:extLst>
                </p14:cNvPr>
                <p14:cNvContentPartPr/>
                <p14:nvPr/>
              </p14:nvContentPartPr>
              <p14:xfrm>
                <a:off x="9343910" y="3510397"/>
                <a:ext cx="754560" cy="330120"/>
              </p14:xfrm>
            </p:contentPart>
          </mc:Choice>
          <mc:Fallback>
            <p:pic>
              <p:nvPicPr>
                <p:cNvPr id="58" name="Ink 57">
                  <a:extLst>
                    <a:ext uri="{FF2B5EF4-FFF2-40B4-BE49-F238E27FC236}">
                      <a16:creationId xmlns:a16="http://schemas.microsoft.com/office/drawing/2014/main" id="{666446EC-EEF0-5268-A9C1-F2FFA6FCF8EA}"/>
                    </a:ext>
                  </a:extLst>
                </p:cNvPr>
                <p:cNvPicPr/>
                <p:nvPr/>
              </p:nvPicPr>
              <p:blipFill>
                <a:blip r:embed="rId88"/>
                <a:stretch>
                  <a:fillRect/>
                </a:stretch>
              </p:blipFill>
              <p:spPr>
                <a:xfrm>
                  <a:off x="9326270" y="3492397"/>
                  <a:ext cx="790200" cy="36576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89">
            <p14:nvContentPartPr>
              <p14:cNvPr id="60" name="Ink 59">
                <a:extLst>
                  <a:ext uri="{FF2B5EF4-FFF2-40B4-BE49-F238E27FC236}">
                    <a16:creationId xmlns:a16="http://schemas.microsoft.com/office/drawing/2014/main" id="{025635F7-B4AB-568F-0394-5474624003E1}"/>
                  </a:ext>
                </a:extLst>
              </p14:cNvPr>
              <p14:cNvContentPartPr/>
              <p14:nvPr/>
            </p14:nvContentPartPr>
            <p14:xfrm>
              <a:off x="9752150" y="752797"/>
              <a:ext cx="807480" cy="1094040"/>
            </p14:xfrm>
          </p:contentPart>
        </mc:Choice>
        <mc:Fallback>
          <p:pic>
            <p:nvPicPr>
              <p:cNvPr id="60" name="Ink 59">
                <a:extLst>
                  <a:ext uri="{FF2B5EF4-FFF2-40B4-BE49-F238E27FC236}">
                    <a16:creationId xmlns:a16="http://schemas.microsoft.com/office/drawing/2014/main" id="{025635F7-B4AB-568F-0394-5474624003E1}"/>
                  </a:ext>
                </a:extLst>
              </p:cNvPr>
              <p:cNvPicPr/>
              <p:nvPr/>
            </p:nvPicPr>
            <p:blipFill>
              <a:blip r:embed="rId90"/>
              <a:stretch>
                <a:fillRect/>
              </a:stretch>
            </p:blipFill>
            <p:spPr>
              <a:xfrm>
                <a:off x="9734150" y="734797"/>
                <a:ext cx="843120" cy="1129680"/>
              </a:xfrm>
              <a:prstGeom prst="rect">
                <a:avLst/>
              </a:prstGeom>
            </p:spPr>
          </p:pic>
        </mc:Fallback>
      </mc:AlternateContent>
      <mc:AlternateContent xmlns:mc="http://schemas.openxmlformats.org/markup-compatibility/2006">
        <mc:Choice xmlns:p14="http://schemas.microsoft.com/office/powerpoint/2010/main" Requires="p14">
          <p:contentPart p14:bwMode="auto" r:id="rId91">
            <p14:nvContentPartPr>
              <p14:cNvPr id="61" name="Ink 60">
                <a:extLst>
                  <a:ext uri="{FF2B5EF4-FFF2-40B4-BE49-F238E27FC236}">
                    <a16:creationId xmlns:a16="http://schemas.microsoft.com/office/drawing/2014/main" id="{273F2E19-8F5E-289F-2D5B-B15BBE24BBA1}"/>
                  </a:ext>
                </a:extLst>
              </p14:cNvPr>
              <p14:cNvContentPartPr/>
              <p14:nvPr/>
            </p14:nvContentPartPr>
            <p14:xfrm>
              <a:off x="6851990" y="1351837"/>
              <a:ext cx="3275640" cy="1209960"/>
            </p14:xfrm>
          </p:contentPart>
        </mc:Choice>
        <mc:Fallback>
          <p:pic>
            <p:nvPicPr>
              <p:cNvPr id="61" name="Ink 60">
                <a:extLst>
                  <a:ext uri="{FF2B5EF4-FFF2-40B4-BE49-F238E27FC236}">
                    <a16:creationId xmlns:a16="http://schemas.microsoft.com/office/drawing/2014/main" id="{273F2E19-8F5E-289F-2D5B-B15BBE24BBA1}"/>
                  </a:ext>
                </a:extLst>
              </p:cNvPr>
              <p:cNvPicPr/>
              <p:nvPr/>
            </p:nvPicPr>
            <p:blipFill>
              <a:blip r:embed="rId92"/>
              <a:stretch>
                <a:fillRect/>
              </a:stretch>
            </p:blipFill>
            <p:spPr>
              <a:xfrm>
                <a:off x="6833990" y="1334197"/>
                <a:ext cx="3311280" cy="1245600"/>
              </a:xfrm>
              <a:prstGeom prst="rect">
                <a:avLst/>
              </a:prstGeom>
            </p:spPr>
          </p:pic>
        </mc:Fallback>
      </mc:AlternateContent>
      <mc:AlternateContent xmlns:mc="http://schemas.openxmlformats.org/markup-compatibility/2006">
        <mc:Choice xmlns:p14="http://schemas.microsoft.com/office/powerpoint/2010/main" Requires="p14">
          <p:contentPart p14:bwMode="auto" r:id="rId93">
            <p14:nvContentPartPr>
              <p14:cNvPr id="62" name="Ink 61">
                <a:extLst>
                  <a:ext uri="{FF2B5EF4-FFF2-40B4-BE49-F238E27FC236}">
                    <a16:creationId xmlns:a16="http://schemas.microsoft.com/office/drawing/2014/main" id="{AF4654AB-AEBF-2D7A-4168-E91A10ED942D}"/>
                  </a:ext>
                </a:extLst>
              </p14:cNvPr>
              <p14:cNvContentPartPr/>
              <p14:nvPr/>
            </p14:nvContentPartPr>
            <p14:xfrm>
              <a:off x="5009510" y="2941957"/>
              <a:ext cx="893520" cy="69480"/>
            </p14:xfrm>
          </p:contentPart>
        </mc:Choice>
        <mc:Fallback>
          <p:pic>
            <p:nvPicPr>
              <p:cNvPr id="62" name="Ink 61">
                <a:extLst>
                  <a:ext uri="{FF2B5EF4-FFF2-40B4-BE49-F238E27FC236}">
                    <a16:creationId xmlns:a16="http://schemas.microsoft.com/office/drawing/2014/main" id="{AF4654AB-AEBF-2D7A-4168-E91A10ED942D}"/>
                  </a:ext>
                </a:extLst>
              </p:cNvPr>
              <p:cNvPicPr/>
              <p:nvPr/>
            </p:nvPicPr>
            <p:blipFill>
              <a:blip r:embed="rId94"/>
              <a:stretch>
                <a:fillRect/>
              </a:stretch>
            </p:blipFill>
            <p:spPr>
              <a:xfrm>
                <a:off x="4991510" y="2924317"/>
                <a:ext cx="929160" cy="105120"/>
              </a:xfrm>
              <a:prstGeom prst="rect">
                <a:avLst/>
              </a:prstGeom>
            </p:spPr>
          </p:pic>
        </mc:Fallback>
      </mc:AlternateContent>
      <p:grpSp>
        <p:nvGrpSpPr>
          <p:cNvPr id="70" name="Group 69">
            <a:extLst>
              <a:ext uri="{FF2B5EF4-FFF2-40B4-BE49-F238E27FC236}">
                <a16:creationId xmlns:a16="http://schemas.microsoft.com/office/drawing/2014/main" id="{7A5C21F1-F139-5019-9404-C088F7285B75}"/>
              </a:ext>
            </a:extLst>
          </p:cNvPr>
          <p:cNvGrpSpPr/>
          <p:nvPr/>
        </p:nvGrpSpPr>
        <p:grpSpPr>
          <a:xfrm>
            <a:off x="5102390" y="1983637"/>
            <a:ext cx="1196640" cy="468360"/>
            <a:chOff x="5102390" y="1983637"/>
            <a:chExt cx="1196640" cy="468360"/>
          </a:xfrm>
        </p:grpSpPr>
        <mc:AlternateContent xmlns:mc="http://schemas.openxmlformats.org/markup-compatibility/2006">
          <mc:Choice xmlns:p14="http://schemas.microsoft.com/office/powerpoint/2010/main" Requires="p14">
            <p:contentPart p14:bwMode="auto" r:id="rId95">
              <p14:nvContentPartPr>
                <p14:cNvPr id="63" name="Ink 62">
                  <a:extLst>
                    <a:ext uri="{FF2B5EF4-FFF2-40B4-BE49-F238E27FC236}">
                      <a16:creationId xmlns:a16="http://schemas.microsoft.com/office/drawing/2014/main" id="{E92D16BD-18D3-4879-2958-2DBED312C1A1}"/>
                    </a:ext>
                  </a:extLst>
                </p14:cNvPr>
                <p14:cNvContentPartPr/>
                <p14:nvPr/>
              </p14:nvContentPartPr>
              <p14:xfrm>
                <a:off x="5143070" y="2178757"/>
                <a:ext cx="68760" cy="273240"/>
              </p14:xfrm>
            </p:contentPart>
          </mc:Choice>
          <mc:Fallback>
            <p:pic>
              <p:nvPicPr>
                <p:cNvPr id="63" name="Ink 62">
                  <a:extLst>
                    <a:ext uri="{FF2B5EF4-FFF2-40B4-BE49-F238E27FC236}">
                      <a16:creationId xmlns:a16="http://schemas.microsoft.com/office/drawing/2014/main" id="{E92D16BD-18D3-4879-2958-2DBED312C1A1}"/>
                    </a:ext>
                  </a:extLst>
                </p:cNvPr>
                <p:cNvPicPr/>
                <p:nvPr/>
              </p:nvPicPr>
              <p:blipFill>
                <a:blip r:embed="rId96"/>
                <a:stretch>
                  <a:fillRect/>
                </a:stretch>
              </p:blipFill>
              <p:spPr>
                <a:xfrm>
                  <a:off x="5125430" y="2160757"/>
                  <a:ext cx="104400" cy="308880"/>
                </a:xfrm>
                <a:prstGeom prst="rect">
                  <a:avLst/>
                </a:prstGeom>
              </p:spPr>
            </p:pic>
          </mc:Fallback>
        </mc:AlternateContent>
        <mc:AlternateContent xmlns:mc="http://schemas.openxmlformats.org/markup-compatibility/2006">
          <mc:Choice xmlns:p14="http://schemas.microsoft.com/office/powerpoint/2010/main" Requires="p14">
            <p:contentPart p14:bwMode="auto" r:id="rId97">
              <p14:nvContentPartPr>
                <p14:cNvPr id="64" name="Ink 63">
                  <a:extLst>
                    <a:ext uri="{FF2B5EF4-FFF2-40B4-BE49-F238E27FC236}">
                      <a16:creationId xmlns:a16="http://schemas.microsoft.com/office/drawing/2014/main" id="{5BB83966-C357-F3F7-C51B-54B84DA3F402}"/>
                    </a:ext>
                  </a:extLst>
                </p14:cNvPr>
                <p14:cNvContentPartPr/>
                <p14:nvPr/>
              </p14:nvContentPartPr>
              <p14:xfrm>
                <a:off x="5102390" y="2252917"/>
                <a:ext cx="145440" cy="98640"/>
              </p14:xfrm>
            </p:contentPart>
          </mc:Choice>
          <mc:Fallback>
            <p:pic>
              <p:nvPicPr>
                <p:cNvPr id="64" name="Ink 63">
                  <a:extLst>
                    <a:ext uri="{FF2B5EF4-FFF2-40B4-BE49-F238E27FC236}">
                      <a16:creationId xmlns:a16="http://schemas.microsoft.com/office/drawing/2014/main" id="{5BB83966-C357-F3F7-C51B-54B84DA3F402}"/>
                    </a:ext>
                  </a:extLst>
                </p:cNvPr>
                <p:cNvPicPr/>
                <p:nvPr/>
              </p:nvPicPr>
              <p:blipFill>
                <a:blip r:embed="rId98"/>
                <a:stretch>
                  <a:fillRect/>
                </a:stretch>
              </p:blipFill>
              <p:spPr>
                <a:xfrm>
                  <a:off x="5084390" y="2234917"/>
                  <a:ext cx="181080" cy="134280"/>
                </a:xfrm>
                <a:prstGeom prst="rect">
                  <a:avLst/>
                </a:prstGeom>
              </p:spPr>
            </p:pic>
          </mc:Fallback>
        </mc:AlternateContent>
        <mc:AlternateContent xmlns:mc="http://schemas.openxmlformats.org/markup-compatibility/2006">
          <mc:Choice xmlns:p14="http://schemas.microsoft.com/office/powerpoint/2010/main" Requires="p14">
            <p:contentPart p14:bwMode="auto" r:id="rId99">
              <p14:nvContentPartPr>
                <p14:cNvPr id="65" name="Ink 64">
                  <a:extLst>
                    <a:ext uri="{FF2B5EF4-FFF2-40B4-BE49-F238E27FC236}">
                      <a16:creationId xmlns:a16="http://schemas.microsoft.com/office/drawing/2014/main" id="{85F8D101-DC9F-67B7-5A45-990A5E98504D}"/>
                    </a:ext>
                  </a:extLst>
                </p14:cNvPr>
                <p14:cNvContentPartPr/>
                <p14:nvPr/>
              </p14:nvContentPartPr>
              <p14:xfrm>
                <a:off x="5255030" y="2201437"/>
                <a:ext cx="169560" cy="180360"/>
              </p14:xfrm>
            </p:contentPart>
          </mc:Choice>
          <mc:Fallback>
            <p:pic>
              <p:nvPicPr>
                <p:cNvPr id="65" name="Ink 64">
                  <a:extLst>
                    <a:ext uri="{FF2B5EF4-FFF2-40B4-BE49-F238E27FC236}">
                      <a16:creationId xmlns:a16="http://schemas.microsoft.com/office/drawing/2014/main" id="{85F8D101-DC9F-67B7-5A45-990A5E98504D}"/>
                    </a:ext>
                  </a:extLst>
                </p:cNvPr>
                <p:cNvPicPr/>
                <p:nvPr/>
              </p:nvPicPr>
              <p:blipFill>
                <a:blip r:embed="rId100"/>
                <a:stretch>
                  <a:fillRect/>
                </a:stretch>
              </p:blipFill>
              <p:spPr>
                <a:xfrm>
                  <a:off x="5237030" y="2183797"/>
                  <a:ext cx="205200" cy="216000"/>
                </a:xfrm>
                <a:prstGeom prst="rect">
                  <a:avLst/>
                </a:prstGeom>
              </p:spPr>
            </p:pic>
          </mc:Fallback>
        </mc:AlternateContent>
        <mc:AlternateContent xmlns:mc="http://schemas.openxmlformats.org/markup-compatibility/2006">
          <mc:Choice xmlns:p14="http://schemas.microsoft.com/office/powerpoint/2010/main" Requires="p14">
            <p:contentPart p14:bwMode="auto" r:id="rId101">
              <p14:nvContentPartPr>
                <p14:cNvPr id="66" name="Ink 65">
                  <a:extLst>
                    <a:ext uri="{FF2B5EF4-FFF2-40B4-BE49-F238E27FC236}">
                      <a16:creationId xmlns:a16="http://schemas.microsoft.com/office/drawing/2014/main" id="{ED1271E9-2C1B-62D8-7F6A-F8A702B6A9B7}"/>
                    </a:ext>
                  </a:extLst>
                </p14:cNvPr>
                <p14:cNvContentPartPr/>
                <p14:nvPr/>
              </p14:nvContentPartPr>
              <p14:xfrm>
                <a:off x="5471390" y="2211877"/>
                <a:ext cx="77760" cy="169920"/>
              </p14:xfrm>
            </p:contentPart>
          </mc:Choice>
          <mc:Fallback>
            <p:pic>
              <p:nvPicPr>
                <p:cNvPr id="66" name="Ink 65">
                  <a:extLst>
                    <a:ext uri="{FF2B5EF4-FFF2-40B4-BE49-F238E27FC236}">
                      <a16:creationId xmlns:a16="http://schemas.microsoft.com/office/drawing/2014/main" id="{ED1271E9-2C1B-62D8-7F6A-F8A702B6A9B7}"/>
                    </a:ext>
                  </a:extLst>
                </p:cNvPr>
                <p:cNvPicPr/>
                <p:nvPr/>
              </p:nvPicPr>
              <p:blipFill>
                <a:blip r:embed="rId102"/>
                <a:stretch>
                  <a:fillRect/>
                </a:stretch>
              </p:blipFill>
              <p:spPr>
                <a:xfrm>
                  <a:off x="5453750" y="2194237"/>
                  <a:ext cx="113400" cy="205560"/>
                </a:xfrm>
                <a:prstGeom prst="rect">
                  <a:avLst/>
                </a:prstGeom>
              </p:spPr>
            </p:pic>
          </mc:Fallback>
        </mc:AlternateContent>
        <mc:AlternateContent xmlns:mc="http://schemas.openxmlformats.org/markup-compatibility/2006">
          <mc:Choice xmlns:p14="http://schemas.microsoft.com/office/powerpoint/2010/main" Requires="p14">
            <p:contentPart p14:bwMode="auto" r:id="rId103">
              <p14:nvContentPartPr>
                <p14:cNvPr id="67" name="Ink 66">
                  <a:extLst>
                    <a:ext uri="{FF2B5EF4-FFF2-40B4-BE49-F238E27FC236}">
                      <a16:creationId xmlns:a16="http://schemas.microsoft.com/office/drawing/2014/main" id="{4D4B7DB1-1A42-40ED-49CB-48AF7DE2DDCF}"/>
                    </a:ext>
                  </a:extLst>
                </p14:cNvPr>
                <p14:cNvContentPartPr/>
                <p14:nvPr/>
              </p14:nvContentPartPr>
              <p14:xfrm>
                <a:off x="5583350" y="2176237"/>
                <a:ext cx="80280" cy="123840"/>
              </p14:xfrm>
            </p:contentPart>
          </mc:Choice>
          <mc:Fallback>
            <p:pic>
              <p:nvPicPr>
                <p:cNvPr id="67" name="Ink 66">
                  <a:extLst>
                    <a:ext uri="{FF2B5EF4-FFF2-40B4-BE49-F238E27FC236}">
                      <a16:creationId xmlns:a16="http://schemas.microsoft.com/office/drawing/2014/main" id="{4D4B7DB1-1A42-40ED-49CB-48AF7DE2DDCF}"/>
                    </a:ext>
                  </a:extLst>
                </p:cNvPr>
                <p:cNvPicPr/>
                <p:nvPr/>
              </p:nvPicPr>
              <p:blipFill>
                <a:blip r:embed="rId104"/>
                <a:stretch>
                  <a:fillRect/>
                </a:stretch>
              </p:blipFill>
              <p:spPr>
                <a:xfrm>
                  <a:off x="5565710" y="2158237"/>
                  <a:ext cx="115920" cy="159480"/>
                </a:xfrm>
                <a:prstGeom prst="rect">
                  <a:avLst/>
                </a:prstGeom>
              </p:spPr>
            </p:pic>
          </mc:Fallback>
        </mc:AlternateContent>
        <mc:AlternateContent xmlns:mc="http://schemas.openxmlformats.org/markup-compatibility/2006">
          <mc:Choice xmlns:p14="http://schemas.microsoft.com/office/powerpoint/2010/main" Requires="p14">
            <p:contentPart p14:bwMode="auto" r:id="rId105">
              <p14:nvContentPartPr>
                <p14:cNvPr id="68" name="Ink 67">
                  <a:extLst>
                    <a:ext uri="{FF2B5EF4-FFF2-40B4-BE49-F238E27FC236}">
                      <a16:creationId xmlns:a16="http://schemas.microsoft.com/office/drawing/2014/main" id="{564AD61A-6235-469C-BE0F-BE2A6A4D0499}"/>
                    </a:ext>
                  </a:extLst>
                </p14:cNvPr>
                <p14:cNvContentPartPr/>
                <p14:nvPr/>
              </p14:nvContentPartPr>
              <p14:xfrm>
                <a:off x="5773430" y="2129797"/>
                <a:ext cx="216720" cy="109080"/>
              </p14:xfrm>
            </p:contentPart>
          </mc:Choice>
          <mc:Fallback>
            <p:pic>
              <p:nvPicPr>
                <p:cNvPr id="68" name="Ink 67">
                  <a:extLst>
                    <a:ext uri="{FF2B5EF4-FFF2-40B4-BE49-F238E27FC236}">
                      <a16:creationId xmlns:a16="http://schemas.microsoft.com/office/drawing/2014/main" id="{564AD61A-6235-469C-BE0F-BE2A6A4D0499}"/>
                    </a:ext>
                  </a:extLst>
                </p:cNvPr>
                <p:cNvPicPr/>
                <p:nvPr/>
              </p:nvPicPr>
              <p:blipFill>
                <a:blip r:embed="rId106"/>
                <a:stretch>
                  <a:fillRect/>
                </a:stretch>
              </p:blipFill>
              <p:spPr>
                <a:xfrm>
                  <a:off x="5755430" y="2112157"/>
                  <a:ext cx="252360" cy="144720"/>
                </a:xfrm>
                <a:prstGeom prst="rect">
                  <a:avLst/>
                </a:prstGeom>
              </p:spPr>
            </p:pic>
          </mc:Fallback>
        </mc:AlternateContent>
        <mc:AlternateContent xmlns:mc="http://schemas.openxmlformats.org/markup-compatibility/2006">
          <mc:Choice xmlns:p14="http://schemas.microsoft.com/office/powerpoint/2010/main" Requires="p14">
            <p:contentPart p14:bwMode="auto" r:id="rId107">
              <p14:nvContentPartPr>
                <p14:cNvPr id="69" name="Ink 68">
                  <a:extLst>
                    <a:ext uri="{FF2B5EF4-FFF2-40B4-BE49-F238E27FC236}">
                      <a16:creationId xmlns:a16="http://schemas.microsoft.com/office/drawing/2014/main" id="{5B13A5D6-336D-D82C-79C7-3138AA574FC6}"/>
                    </a:ext>
                  </a:extLst>
                </p14:cNvPr>
                <p14:cNvContentPartPr/>
                <p14:nvPr/>
              </p14:nvContentPartPr>
              <p14:xfrm>
                <a:off x="6063950" y="1983637"/>
                <a:ext cx="235080" cy="251280"/>
              </p14:xfrm>
            </p:contentPart>
          </mc:Choice>
          <mc:Fallback>
            <p:pic>
              <p:nvPicPr>
                <p:cNvPr id="69" name="Ink 68">
                  <a:extLst>
                    <a:ext uri="{FF2B5EF4-FFF2-40B4-BE49-F238E27FC236}">
                      <a16:creationId xmlns:a16="http://schemas.microsoft.com/office/drawing/2014/main" id="{5B13A5D6-336D-D82C-79C7-3138AA574FC6}"/>
                    </a:ext>
                  </a:extLst>
                </p:cNvPr>
                <p:cNvPicPr/>
                <p:nvPr/>
              </p:nvPicPr>
              <p:blipFill>
                <a:blip r:embed="rId108"/>
                <a:stretch>
                  <a:fillRect/>
                </a:stretch>
              </p:blipFill>
              <p:spPr>
                <a:xfrm>
                  <a:off x="6045950" y="1965997"/>
                  <a:ext cx="270720" cy="286920"/>
                </a:xfrm>
                <a:prstGeom prst="rect">
                  <a:avLst/>
                </a:prstGeom>
              </p:spPr>
            </p:pic>
          </mc:Fallback>
        </mc:AlternateContent>
      </p:grpSp>
      <p:grpSp>
        <p:nvGrpSpPr>
          <p:cNvPr id="82" name="Group 81">
            <a:extLst>
              <a:ext uri="{FF2B5EF4-FFF2-40B4-BE49-F238E27FC236}">
                <a16:creationId xmlns:a16="http://schemas.microsoft.com/office/drawing/2014/main" id="{E708EB74-1221-798C-5C9D-6F8004EFDBED}"/>
              </a:ext>
            </a:extLst>
          </p:cNvPr>
          <p:cNvGrpSpPr/>
          <p:nvPr/>
        </p:nvGrpSpPr>
        <p:grpSpPr>
          <a:xfrm>
            <a:off x="7659470" y="2427517"/>
            <a:ext cx="765000" cy="819000"/>
            <a:chOff x="7659470" y="2427517"/>
            <a:chExt cx="765000" cy="819000"/>
          </a:xfrm>
        </p:grpSpPr>
        <mc:AlternateContent xmlns:mc="http://schemas.openxmlformats.org/markup-compatibility/2006">
          <mc:Choice xmlns:p14="http://schemas.microsoft.com/office/powerpoint/2010/main" Requires="p14">
            <p:contentPart p14:bwMode="auto" r:id="rId109">
              <p14:nvContentPartPr>
                <p14:cNvPr id="71" name="Ink 70">
                  <a:extLst>
                    <a:ext uri="{FF2B5EF4-FFF2-40B4-BE49-F238E27FC236}">
                      <a16:creationId xmlns:a16="http://schemas.microsoft.com/office/drawing/2014/main" id="{74207D22-F39C-6198-8E71-F50DC2EF2965}"/>
                    </a:ext>
                  </a:extLst>
                </p14:cNvPr>
                <p14:cNvContentPartPr/>
                <p14:nvPr/>
              </p14:nvContentPartPr>
              <p14:xfrm>
                <a:off x="8120270" y="2763037"/>
                <a:ext cx="73080" cy="483480"/>
              </p14:xfrm>
            </p:contentPart>
          </mc:Choice>
          <mc:Fallback>
            <p:pic>
              <p:nvPicPr>
                <p:cNvPr id="71" name="Ink 70">
                  <a:extLst>
                    <a:ext uri="{FF2B5EF4-FFF2-40B4-BE49-F238E27FC236}">
                      <a16:creationId xmlns:a16="http://schemas.microsoft.com/office/drawing/2014/main" id="{74207D22-F39C-6198-8E71-F50DC2EF2965}"/>
                    </a:ext>
                  </a:extLst>
                </p:cNvPr>
                <p:cNvPicPr/>
                <p:nvPr/>
              </p:nvPicPr>
              <p:blipFill>
                <a:blip r:embed="rId110"/>
                <a:stretch>
                  <a:fillRect/>
                </a:stretch>
              </p:blipFill>
              <p:spPr>
                <a:xfrm>
                  <a:off x="8102270" y="2745397"/>
                  <a:ext cx="108720" cy="519120"/>
                </a:xfrm>
                <a:prstGeom prst="rect">
                  <a:avLst/>
                </a:prstGeom>
              </p:spPr>
            </p:pic>
          </mc:Fallback>
        </mc:AlternateContent>
        <mc:AlternateContent xmlns:mc="http://schemas.openxmlformats.org/markup-compatibility/2006">
          <mc:Choice xmlns:p14="http://schemas.microsoft.com/office/powerpoint/2010/main" Requires="p14">
            <p:contentPart p14:bwMode="auto" r:id="rId111">
              <p14:nvContentPartPr>
                <p14:cNvPr id="72" name="Ink 71">
                  <a:extLst>
                    <a:ext uri="{FF2B5EF4-FFF2-40B4-BE49-F238E27FC236}">
                      <a16:creationId xmlns:a16="http://schemas.microsoft.com/office/drawing/2014/main" id="{224AF8BD-C15F-8610-1240-9AC074B567BF}"/>
                    </a:ext>
                  </a:extLst>
                </p14:cNvPr>
                <p14:cNvContentPartPr/>
                <p14:nvPr/>
              </p14:nvContentPartPr>
              <p14:xfrm>
                <a:off x="8045750" y="2729197"/>
                <a:ext cx="177840" cy="158400"/>
              </p14:xfrm>
            </p:contentPart>
          </mc:Choice>
          <mc:Fallback>
            <p:pic>
              <p:nvPicPr>
                <p:cNvPr id="72" name="Ink 71">
                  <a:extLst>
                    <a:ext uri="{FF2B5EF4-FFF2-40B4-BE49-F238E27FC236}">
                      <a16:creationId xmlns:a16="http://schemas.microsoft.com/office/drawing/2014/main" id="{224AF8BD-C15F-8610-1240-9AC074B567BF}"/>
                    </a:ext>
                  </a:extLst>
                </p:cNvPr>
                <p:cNvPicPr/>
                <p:nvPr/>
              </p:nvPicPr>
              <p:blipFill>
                <a:blip r:embed="rId112"/>
                <a:stretch>
                  <a:fillRect/>
                </a:stretch>
              </p:blipFill>
              <p:spPr>
                <a:xfrm>
                  <a:off x="8027750" y="2711197"/>
                  <a:ext cx="213480" cy="194040"/>
                </a:xfrm>
                <a:prstGeom prst="rect">
                  <a:avLst/>
                </a:prstGeom>
              </p:spPr>
            </p:pic>
          </mc:Fallback>
        </mc:AlternateContent>
        <mc:AlternateContent xmlns:mc="http://schemas.openxmlformats.org/markup-compatibility/2006">
          <mc:Choice xmlns:p14="http://schemas.microsoft.com/office/powerpoint/2010/main" Requires="p14">
            <p:contentPart p14:bwMode="auto" r:id="rId113">
              <p14:nvContentPartPr>
                <p14:cNvPr id="74" name="Ink 73">
                  <a:extLst>
                    <a:ext uri="{FF2B5EF4-FFF2-40B4-BE49-F238E27FC236}">
                      <a16:creationId xmlns:a16="http://schemas.microsoft.com/office/drawing/2014/main" id="{09C89814-259E-08E2-69C9-CAB95B614A9E}"/>
                    </a:ext>
                  </a:extLst>
                </p14:cNvPr>
                <p14:cNvContentPartPr/>
                <p14:nvPr/>
              </p14:nvContentPartPr>
              <p14:xfrm>
                <a:off x="7691510" y="2544517"/>
                <a:ext cx="97560" cy="245880"/>
              </p14:xfrm>
            </p:contentPart>
          </mc:Choice>
          <mc:Fallback>
            <p:pic>
              <p:nvPicPr>
                <p:cNvPr id="74" name="Ink 73">
                  <a:extLst>
                    <a:ext uri="{FF2B5EF4-FFF2-40B4-BE49-F238E27FC236}">
                      <a16:creationId xmlns:a16="http://schemas.microsoft.com/office/drawing/2014/main" id="{09C89814-259E-08E2-69C9-CAB95B614A9E}"/>
                    </a:ext>
                  </a:extLst>
                </p:cNvPr>
                <p:cNvPicPr/>
                <p:nvPr/>
              </p:nvPicPr>
              <p:blipFill>
                <a:blip r:embed="rId114"/>
                <a:stretch>
                  <a:fillRect/>
                </a:stretch>
              </p:blipFill>
              <p:spPr>
                <a:xfrm>
                  <a:off x="7673510" y="2526517"/>
                  <a:ext cx="133200" cy="281520"/>
                </a:xfrm>
                <a:prstGeom prst="rect">
                  <a:avLst/>
                </a:prstGeom>
              </p:spPr>
            </p:pic>
          </mc:Fallback>
        </mc:AlternateContent>
        <mc:AlternateContent xmlns:mc="http://schemas.openxmlformats.org/markup-compatibility/2006">
          <mc:Choice xmlns:p14="http://schemas.microsoft.com/office/powerpoint/2010/main" Requires="p14">
            <p:contentPart p14:bwMode="auto" r:id="rId115">
              <p14:nvContentPartPr>
                <p14:cNvPr id="75" name="Ink 74">
                  <a:extLst>
                    <a:ext uri="{FF2B5EF4-FFF2-40B4-BE49-F238E27FC236}">
                      <a16:creationId xmlns:a16="http://schemas.microsoft.com/office/drawing/2014/main" id="{8E807ED0-CF4D-828E-C242-B10F4E12108A}"/>
                    </a:ext>
                  </a:extLst>
                </p14:cNvPr>
                <p14:cNvContentPartPr/>
                <p14:nvPr/>
              </p14:nvContentPartPr>
              <p14:xfrm>
                <a:off x="7659470" y="2444077"/>
                <a:ext cx="23760" cy="25560"/>
              </p14:xfrm>
            </p:contentPart>
          </mc:Choice>
          <mc:Fallback>
            <p:pic>
              <p:nvPicPr>
                <p:cNvPr id="75" name="Ink 74">
                  <a:extLst>
                    <a:ext uri="{FF2B5EF4-FFF2-40B4-BE49-F238E27FC236}">
                      <a16:creationId xmlns:a16="http://schemas.microsoft.com/office/drawing/2014/main" id="{8E807ED0-CF4D-828E-C242-B10F4E12108A}"/>
                    </a:ext>
                  </a:extLst>
                </p:cNvPr>
                <p:cNvPicPr/>
                <p:nvPr/>
              </p:nvPicPr>
              <p:blipFill>
                <a:blip r:embed="rId116"/>
                <a:stretch>
                  <a:fillRect/>
                </a:stretch>
              </p:blipFill>
              <p:spPr>
                <a:xfrm>
                  <a:off x="7641830" y="2426077"/>
                  <a:ext cx="59400" cy="61200"/>
                </a:xfrm>
                <a:prstGeom prst="rect">
                  <a:avLst/>
                </a:prstGeom>
              </p:spPr>
            </p:pic>
          </mc:Fallback>
        </mc:AlternateContent>
        <mc:AlternateContent xmlns:mc="http://schemas.openxmlformats.org/markup-compatibility/2006">
          <mc:Choice xmlns:p14="http://schemas.microsoft.com/office/powerpoint/2010/main" Requires="p14">
            <p:contentPart p14:bwMode="auto" r:id="rId117">
              <p14:nvContentPartPr>
                <p14:cNvPr id="76" name="Ink 75">
                  <a:extLst>
                    <a:ext uri="{FF2B5EF4-FFF2-40B4-BE49-F238E27FC236}">
                      <a16:creationId xmlns:a16="http://schemas.microsoft.com/office/drawing/2014/main" id="{D1021304-D4EE-81C5-F998-6DE51A9FB81D}"/>
                    </a:ext>
                  </a:extLst>
                </p14:cNvPr>
                <p14:cNvContentPartPr/>
                <p14:nvPr/>
              </p14:nvContentPartPr>
              <p14:xfrm>
                <a:off x="7842710" y="2648557"/>
                <a:ext cx="132840" cy="102240"/>
              </p14:xfrm>
            </p:contentPart>
          </mc:Choice>
          <mc:Fallback>
            <p:pic>
              <p:nvPicPr>
                <p:cNvPr id="76" name="Ink 75">
                  <a:extLst>
                    <a:ext uri="{FF2B5EF4-FFF2-40B4-BE49-F238E27FC236}">
                      <a16:creationId xmlns:a16="http://schemas.microsoft.com/office/drawing/2014/main" id="{D1021304-D4EE-81C5-F998-6DE51A9FB81D}"/>
                    </a:ext>
                  </a:extLst>
                </p:cNvPr>
                <p:cNvPicPr/>
                <p:nvPr/>
              </p:nvPicPr>
              <p:blipFill>
                <a:blip r:embed="rId118"/>
                <a:stretch>
                  <a:fillRect/>
                </a:stretch>
              </p:blipFill>
              <p:spPr>
                <a:xfrm>
                  <a:off x="7824710" y="2630917"/>
                  <a:ext cx="168480" cy="137880"/>
                </a:xfrm>
                <a:prstGeom prst="rect">
                  <a:avLst/>
                </a:prstGeom>
              </p:spPr>
            </p:pic>
          </mc:Fallback>
        </mc:AlternateContent>
        <mc:AlternateContent xmlns:mc="http://schemas.openxmlformats.org/markup-compatibility/2006">
          <mc:Choice xmlns:p14="http://schemas.microsoft.com/office/powerpoint/2010/main" Requires="p14">
            <p:contentPart p14:bwMode="auto" r:id="rId119">
              <p14:nvContentPartPr>
                <p14:cNvPr id="77" name="Ink 76">
                  <a:extLst>
                    <a:ext uri="{FF2B5EF4-FFF2-40B4-BE49-F238E27FC236}">
                      <a16:creationId xmlns:a16="http://schemas.microsoft.com/office/drawing/2014/main" id="{422F313E-74C9-F48B-0CA1-87C695CA1E57}"/>
                    </a:ext>
                  </a:extLst>
                </p14:cNvPr>
                <p14:cNvContentPartPr/>
                <p14:nvPr/>
              </p14:nvContentPartPr>
              <p14:xfrm>
                <a:off x="8009750" y="2567557"/>
                <a:ext cx="77040" cy="113040"/>
              </p14:xfrm>
            </p:contentPart>
          </mc:Choice>
          <mc:Fallback>
            <p:pic>
              <p:nvPicPr>
                <p:cNvPr id="77" name="Ink 76">
                  <a:extLst>
                    <a:ext uri="{FF2B5EF4-FFF2-40B4-BE49-F238E27FC236}">
                      <a16:creationId xmlns:a16="http://schemas.microsoft.com/office/drawing/2014/main" id="{422F313E-74C9-F48B-0CA1-87C695CA1E57}"/>
                    </a:ext>
                  </a:extLst>
                </p:cNvPr>
                <p:cNvPicPr/>
                <p:nvPr/>
              </p:nvPicPr>
              <p:blipFill>
                <a:blip r:embed="rId120"/>
                <a:stretch>
                  <a:fillRect/>
                </a:stretch>
              </p:blipFill>
              <p:spPr>
                <a:xfrm>
                  <a:off x="7991750" y="2549557"/>
                  <a:ext cx="112680" cy="148680"/>
                </a:xfrm>
                <a:prstGeom prst="rect">
                  <a:avLst/>
                </a:prstGeom>
              </p:spPr>
            </p:pic>
          </mc:Fallback>
        </mc:AlternateContent>
        <mc:AlternateContent xmlns:mc="http://schemas.openxmlformats.org/markup-compatibility/2006">
          <mc:Choice xmlns:p14="http://schemas.microsoft.com/office/powerpoint/2010/main" Requires="p14">
            <p:contentPart p14:bwMode="auto" r:id="rId121">
              <p14:nvContentPartPr>
                <p14:cNvPr id="78" name="Ink 77">
                  <a:extLst>
                    <a:ext uri="{FF2B5EF4-FFF2-40B4-BE49-F238E27FC236}">
                      <a16:creationId xmlns:a16="http://schemas.microsoft.com/office/drawing/2014/main" id="{E5C7BAF7-F1F9-2B1F-662F-AD4B507E35B2}"/>
                    </a:ext>
                  </a:extLst>
                </p14:cNvPr>
                <p14:cNvContentPartPr/>
                <p14:nvPr/>
              </p14:nvContentPartPr>
              <p14:xfrm>
                <a:off x="8129990" y="2556397"/>
                <a:ext cx="41760" cy="75960"/>
              </p14:xfrm>
            </p:contentPart>
          </mc:Choice>
          <mc:Fallback>
            <p:pic>
              <p:nvPicPr>
                <p:cNvPr id="78" name="Ink 77">
                  <a:extLst>
                    <a:ext uri="{FF2B5EF4-FFF2-40B4-BE49-F238E27FC236}">
                      <a16:creationId xmlns:a16="http://schemas.microsoft.com/office/drawing/2014/main" id="{E5C7BAF7-F1F9-2B1F-662F-AD4B507E35B2}"/>
                    </a:ext>
                  </a:extLst>
                </p:cNvPr>
                <p:cNvPicPr/>
                <p:nvPr/>
              </p:nvPicPr>
              <p:blipFill>
                <a:blip r:embed="rId122"/>
                <a:stretch>
                  <a:fillRect/>
                </a:stretch>
              </p:blipFill>
              <p:spPr>
                <a:xfrm>
                  <a:off x="8112350" y="2538757"/>
                  <a:ext cx="77400" cy="111600"/>
                </a:xfrm>
                <a:prstGeom prst="rect">
                  <a:avLst/>
                </a:prstGeom>
              </p:spPr>
            </p:pic>
          </mc:Fallback>
        </mc:AlternateContent>
        <mc:AlternateContent xmlns:mc="http://schemas.openxmlformats.org/markup-compatibility/2006">
          <mc:Choice xmlns:p14="http://schemas.microsoft.com/office/powerpoint/2010/main" Requires="p14">
            <p:contentPart p14:bwMode="auto" r:id="rId123">
              <p14:nvContentPartPr>
                <p14:cNvPr id="79" name="Ink 78">
                  <a:extLst>
                    <a:ext uri="{FF2B5EF4-FFF2-40B4-BE49-F238E27FC236}">
                      <a16:creationId xmlns:a16="http://schemas.microsoft.com/office/drawing/2014/main" id="{32A47A0F-66B7-C575-7CB9-9D9DCC4E5F52}"/>
                    </a:ext>
                  </a:extLst>
                </p14:cNvPr>
                <p14:cNvContentPartPr/>
                <p14:nvPr/>
              </p14:nvContentPartPr>
              <p14:xfrm>
                <a:off x="8136470" y="2427517"/>
                <a:ext cx="33840" cy="42120"/>
              </p14:xfrm>
            </p:contentPart>
          </mc:Choice>
          <mc:Fallback>
            <p:pic>
              <p:nvPicPr>
                <p:cNvPr id="79" name="Ink 78">
                  <a:extLst>
                    <a:ext uri="{FF2B5EF4-FFF2-40B4-BE49-F238E27FC236}">
                      <a16:creationId xmlns:a16="http://schemas.microsoft.com/office/drawing/2014/main" id="{32A47A0F-66B7-C575-7CB9-9D9DCC4E5F52}"/>
                    </a:ext>
                  </a:extLst>
                </p:cNvPr>
                <p:cNvPicPr/>
                <p:nvPr/>
              </p:nvPicPr>
              <p:blipFill>
                <a:blip r:embed="rId124"/>
                <a:stretch>
                  <a:fillRect/>
                </a:stretch>
              </p:blipFill>
              <p:spPr>
                <a:xfrm>
                  <a:off x="8118830" y="2409877"/>
                  <a:ext cx="69480" cy="77760"/>
                </a:xfrm>
                <a:prstGeom prst="rect">
                  <a:avLst/>
                </a:prstGeom>
              </p:spPr>
            </p:pic>
          </mc:Fallback>
        </mc:AlternateContent>
        <mc:AlternateContent xmlns:mc="http://schemas.openxmlformats.org/markup-compatibility/2006">
          <mc:Choice xmlns:p14="http://schemas.microsoft.com/office/powerpoint/2010/main" Requires="p14">
            <p:contentPart p14:bwMode="auto" r:id="rId125">
              <p14:nvContentPartPr>
                <p14:cNvPr id="80" name="Ink 79">
                  <a:extLst>
                    <a:ext uri="{FF2B5EF4-FFF2-40B4-BE49-F238E27FC236}">
                      <a16:creationId xmlns:a16="http://schemas.microsoft.com/office/drawing/2014/main" id="{64E24B92-3FEE-C2E5-538F-8F0344CD5A2A}"/>
                    </a:ext>
                  </a:extLst>
                </p14:cNvPr>
                <p14:cNvContentPartPr/>
                <p14:nvPr/>
              </p14:nvContentPartPr>
              <p14:xfrm>
                <a:off x="8244830" y="2428957"/>
                <a:ext cx="66960" cy="171000"/>
              </p14:xfrm>
            </p:contentPart>
          </mc:Choice>
          <mc:Fallback>
            <p:pic>
              <p:nvPicPr>
                <p:cNvPr id="80" name="Ink 79">
                  <a:extLst>
                    <a:ext uri="{FF2B5EF4-FFF2-40B4-BE49-F238E27FC236}">
                      <a16:creationId xmlns:a16="http://schemas.microsoft.com/office/drawing/2014/main" id="{64E24B92-3FEE-C2E5-538F-8F0344CD5A2A}"/>
                    </a:ext>
                  </a:extLst>
                </p:cNvPr>
                <p:cNvPicPr/>
                <p:nvPr/>
              </p:nvPicPr>
              <p:blipFill>
                <a:blip r:embed="rId126"/>
                <a:stretch>
                  <a:fillRect/>
                </a:stretch>
              </p:blipFill>
              <p:spPr>
                <a:xfrm>
                  <a:off x="8226830" y="2411317"/>
                  <a:ext cx="102600" cy="206640"/>
                </a:xfrm>
                <a:prstGeom prst="rect">
                  <a:avLst/>
                </a:prstGeom>
              </p:spPr>
            </p:pic>
          </mc:Fallback>
        </mc:AlternateContent>
        <mc:AlternateContent xmlns:mc="http://schemas.openxmlformats.org/markup-compatibility/2006">
          <mc:Choice xmlns:p14="http://schemas.microsoft.com/office/powerpoint/2010/main" Requires="p14">
            <p:contentPart p14:bwMode="auto" r:id="rId127">
              <p14:nvContentPartPr>
                <p14:cNvPr id="81" name="Ink 80">
                  <a:extLst>
                    <a:ext uri="{FF2B5EF4-FFF2-40B4-BE49-F238E27FC236}">
                      <a16:creationId xmlns:a16="http://schemas.microsoft.com/office/drawing/2014/main" id="{741D54C6-AB3E-EFA6-4983-B6487E824DBA}"/>
                    </a:ext>
                  </a:extLst>
                </p14:cNvPr>
                <p14:cNvContentPartPr/>
                <p14:nvPr/>
              </p14:nvContentPartPr>
              <p14:xfrm>
                <a:off x="8299190" y="2449477"/>
                <a:ext cx="125280" cy="115560"/>
              </p14:xfrm>
            </p:contentPart>
          </mc:Choice>
          <mc:Fallback>
            <p:pic>
              <p:nvPicPr>
                <p:cNvPr id="81" name="Ink 80">
                  <a:extLst>
                    <a:ext uri="{FF2B5EF4-FFF2-40B4-BE49-F238E27FC236}">
                      <a16:creationId xmlns:a16="http://schemas.microsoft.com/office/drawing/2014/main" id="{741D54C6-AB3E-EFA6-4983-B6487E824DBA}"/>
                    </a:ext>
                  </a:extLst>
                </p:cNvPr>
                <p:cNvPicPr/>
                <p:nvPr/>
              </p:nvPicPr>
              <p:blipFill>
                <a:blip r:embed="rId128"/>
                <a:stretch>
                  <a:fillRect/>
                </a:stretch>
              </p:blipFill>
              <p:spPr>
                <a:xfrm>
                  <a:off x="8281550" y="2431477"/>
                  <a:ext cx="160920" cy="15120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129">
            <p14:nvContentPartPr>
              <p14:cNvPr id="83" name="Ink 82">
                <a:extLst>
                  <a:ext uri="{FF2B5EF4-FFF2-40B4-BE49-F238E27FC236}">
                    <a16:creationId xmlns:a16="http://schemas.microsoft.com/office/drawing/2014/main" id="{8BC053AD-C0C3-7206-2432-743446AC8AB4}"/>
                  </a:ext>
                </a:extLst>
              </p14:cNvPr>
              <p14:cNvContentPartPr/>
              <p14:nvPr/>
            </p14:nvContentPartPr>
            <p14:xfrm>
              <a:off x="8892470" y="1208917"/>
              <a:ext cx="491760" cy="1047960"/>
            </p14:xfrm>
          </p:contentPart>
        </mc:Choice>
        <mc:Fallback>
          <p:pic>
            <p:nvPicPr>
              <p:cNvPr id="83" name="Ink 82">
                <a:extLst>
                  <a:ext uri="{FF2B5EF4-FFF2-40B4-BE49-F238E27FC236}">
                    <a16:creationId xmlns:a16="http://schemas.microsoft.com/office/drawing/2014/main" id="{8BC053AD-C0C3-7206-2432-743446AC8AB4}"/>
                  </a:ext>
                </a:extLst>
              </p:cNvPr>
              <p:cNvPicPr/>
              <p:nvPr/>
            </p:nvPicPr>
            <p:blipFill>
              <a:blip r:embed="rId130"/>
              <a:stretch>
                <a:fillRect/>
              </a:stretch>
            </p:blipFill>
            <p:spPr>
              <a:xfrm>
                <a:off x="8874830" y="1191277"/>
                <a:ext cx="527400" cy="1083600"/>
              </a:xfrm>
              <a:prstGeom prst="rect">
                <a:avLst/>
              </a:prstGeom>
            </p:spPr>
          </p:pic>
        </mc:Fallback>
      </mc:AlternateContent>
      <p:grpSp>
        <p:nvGrpSpPr>
          <p:cNvPr id="95" name="Group 94">
            <a:extLst>
              <a:ext uri="{FF2B5EF4-FFF2-40B4-BE49-F238E27FC236}">
                <a16:creationId xmlns:a16="http://schemas.microsoft.com/office/drawing/2014/main" id="{E93C466F-70C7-EF98-C75A-3547F3F66156}"/>
              </a:ext>
            </a:extLst>
          </p:cNvPr>
          <p:cNvGrpSpPr/>
          <p:nvPr/>
        </p:nvGrpSpPr>
        <p:grpSpPr>
          <a:xfrm>
            <a:off x="8611670" y="561637"/>
            <a:ext cx="819360" cy="486360"/>
            <a:chOff x="8611670" y="561637"/>
            <a:chExt cx="819360" cy="486360"/>
          </a:xfrm>
        </p:grpSpPr>
        <mc:AlternateContent xmlns:mc="http://schemas.openxmlformats.org/markup-compatibility/2006">
          <mc:Choice xmlns:p14="http://schemas.microsoft.com/office/powerpoint/2010/main" Requires="p14">
            <p:contentPart p14:bwMode="auto" r:id="rId131">
              <p14:nvContentPartPr>
                <p14:cNvPr id="86" name="Ink 85">
                  <a:extLst>
                    <a:ext uri="{FF2B5EF4-FFF2-40B4-BE49-F238E27FC236}">
                      <a16:creationId xmlns:a16="http://schemas.microsoft.com/office/drawing/2014/main" id="{DE89E87F-9BEF-3D3A-1758-63F2DB34F211}"/>
                    </a:ext>
                  </a:extLst>
                </p14:cNvPr>
                <p14:cNvContentPartPr/>
                <p14:nvPr/>
              </p14:nvContentPartPr>
              <p14:xfrm>
                <a:off x="8762150" y="858997"/>
                <a:ext cx="167040" cy="121320"/>
              </p14:xfrm>
            </p:contentPart>
          </mc:Choice>
          <mc:Fallback>
            <p:pic>
              <p:nvPicPr>
                <p:cNvPr id="86" name="Ink 85">
                  <a:extLst>
                    <a:ext uri="{FF2B5EF4-FFF2-40B4-BE49-F238E27FC236}">
                      <a16:creationId xmlns:a16="http://schemas.microsoft.com/office/drawing/2014/main" id="{DE89E87F-9BEF-3D3A-1758-63F2DB34F211}"/>
                    </a:ext>
                  </a:extLst>
                </p:cNvPr>
                <p:cNvPicPr/>
                <p:nvPr/>
              </p:nvPicPr>
              <p:blipFill>
                <a:blip r:embed="rId132"/>
                <a:stretch>
                  <a:fillRect/>
                </a:stretch>
              </p:blipFill>
              <p:spPr>
                <a:xfrm>
                  <a:off x="8744510" y="840997"/>
                  <a:ext cx="202680" cy="156960"/>
                </a:xfrm>
                <a:prstGeom prst="rect">
                  <a:avLst/>
                </a:prstGeom>
              </p:spPr>
            </p:pic>
          </mc:Fallback>
        </mc:AlternateContent>
        <mc:AlternateContent xmlns:mc="http://schemas.openxmlformats.org/markup-compatibility/2006">
          <mc:Choice xmlns:p14="http://schemas.microsoft.com/office/powerpoint/2010/main" Requires="p14">
            <p:contentPart p14:bwMode="auto" r:id="rId133">
              <p14:nvContentPartPr>
                <p14:cNvPr id="87" name="Ink 86">
                  <a:extLst>
                    <a:ext uri="{FF2B5EF4-FFF2-40B4-BE49-F238E27FC236}">
                      <a16:creationId xmlns:a16="http://schemas.microsoft.com/office/drawing/2014/main" id="{C3326831-87A6-39F7-CC20-A4129F7D0EA6}"/>
                    </a:ext>
                  </a:extLst>
                </p14:cNvPr>
                <p14:cNvContentPartPr/>
                <p14:nvPr/>
              </p14:nvContentPartPr>
              <p14:xfrm>
                <a:off x="8983190" y="859357"/>
                <a:ext cx="81360" cy="95400"/>
              </p14:xfrm>
            </p:contentPart>
          </mc:Choice>
          <mc:Fallback>
            <p:pic>
              <p:nvPicPr>
                <p:cNvPr id="87" name="Ink 86">
                  <a:extLst>
                    <a:ext uri="{FF2B5EF4-FFF2-40B4-BE49-F238E27FC236}">
                      <a16:creationId xmlns:a16="http://schemas.microsoft.com/office/drawing/2014/main" id="{C3326831-87A6-39F7-CC20-A4129F7D0EA6}"/>
                    </a:ext>
                  </a:extLst>
                </p:cNvPr>
                <p:cNvPicPr/>
                <p:nvPr/>
              </p:nvPicPr>
              <p:blipFill>
                <a:blip r:embed="rId134"/>
                <a:stretch>
                  <a:fillRect/>
                </a:stretch>
              </p:blipFill>
              <p:spPr>
                <a:xfrm>
                  <a:off x="8965190" y="841357"/>
                  <a:ext cx="117000" cy="131040"/>
                </a:xfrm>
                <a:prstGeom prst="rect">
                  <a:avLst/>
                </a:prstGeom>
              </p:spPr>
            </p:pic>
          </mc:Fallback>
        </mc:AlternateContent>
        <mc:AlternateContent xmlns:mc="http://schemas.openxmlformats.org/markup-compatibility/2006">
          <mc:Choice xmlns:p14="http://schemas.microsoft.com/office/powerpoint/2010/main" Requires="p14">
            <p:contentPart p14:bwMode="auto" r:id="rId135">
              <p14:nvContentPartPr>
                <p14:cNvPr id="89" name="Ink 88">
                  <a:extLst>
                    <a:ext uri="{FF2B5EF4-FFF2-40B4-BE49-F238E27FC236}">
                      <a16:creationId xmlns:a16="http://schemas.microsoft.com/office/drawing/2014/main" id="{04271906-EE21-2B00-72AC-10E79B6ADA2D}"/>
                    </a:ext>
                  </a:extLst>
                </p14:cNvPr>
                <p14:cNvContentPartPr/>
                <p14:nvPr/>
              </p14:nvContentPartPr>
              <p14:xfrm>
                <a:off x="9147710" y="847477"/>
                <a:ext cx="34560" cy="83160"/>
              </p14:xfrm>
            </p:contentPart>
          </mc:Choice>
          <mc:Fallback>
            <p:pic>
              <p:nvPicPr>
                <p:cNvPr id="89" name="Ink 88">
                  <a:extLst>
                    <a:ext uri="{FF2B5EF4-FFF2-40B4-BE49-F238E27FC236}">
                      <a16:creationId xmlns:a16="http://schemas.microsoft.com/office/drawing/2014/main" id="{04271906-EE21-2B00-72AC-10E79B6ADA2D}"/>
                    </a:ext>
                  </a:extLst>
                </p:cNvPr>
                <p:cNvPicPr/>
                <p:nvPr/>
              </p:nvPicPr>
              <p:blipFill>
                <a:blip r:embed="rId136"/>
                <a:stretch>
                  <a:fillRect/>
                </a:stretch>
              </p:blipFill>
              <p:spPr>
                <a:xfrm>
                  <a:off x="9129710" y="829477"/>
                  <a:ext cx="70200" cy="118800"/>
                </a:xfrm>
                <a:prstGeom prst="rect">
                  <a:avLst/>
                </a:prstGeom>
              </p:spPr>
            </p:pic>
          </mc:Fallback>
        </mc:AlternateContent>
        <mc:AlternateContent xmlns:mc="http://schemas.openxmlformats.org/markup-compatibility/2006">
          <mc:Choice xmlns:p14="http://schemas.microsoft.com/office/powerpoint/2010/main" Requires="p14">
            <p:contentPart p14:bwMode="auto" r:id="rId137">
              <p14:nvContentPartPr>
                <p14:cNvPr id="90" name="Ink 89">
                  <a:extLst>
                    <a:ext uri="{FF2B5EF4-FFF2-40B4-BE49-F238E27FC236}">
                      <a16:creationId xmlns:a16="http://schemas.microsoft.com/office/drawing/2014/main" id="{A90DA826-4B9C-9862-D987-BF330DF0CAB9}"/>
                    </a:ext>
                  </a:extLst>
                </p14:cNvPr>
                <p14:cNvContentPartPr/>
                <p14:nvPr/>
              </p14:nvContentPartPr>
              <p14:xfrm>
                <a:off x="9136550" y="766117"/>
                <a:ext cx="23040" cy="9360"/>
              </p14:xfrm>
            </p:contentPart>
          </mc:Choice>
          <mc:Fallback>
            <p:pic>
              <p:nvPicPr>
                <p:cNvPr id="90" name="Ink 89">
                  <a:extLst>
                    <a:ext uri="{FF2B5EF4-FFF2-40B4-BE49-F238E27FC236}">
                      <a16:creationId xmlns:a16="http://schemas.microsoft.com/office/drawing/2014/main" id="{A90DA826-4B9C-9862-D987-BF330DF0CAB9}"/>
                    </a:ext>
                  </a:extLst>
                </p:cNvPr>
                <p:cNvPicPr/>
                <p:nvPr/>
              </p:nvPicPr>
              <p:blipFill>
                <a:blip r:embed="rId138"/>
                <a:stretch>
                  <a:fillRect/>
                </a:stretch>
              </p:blipFill>
              <p:spPr>
                <a:xfrm>
                  <a:off x="9118550" y="748477"/>
                  <a:ext cx="58680" cy="45000"/>
                </a:xfrm>
                <a:prstGeom prst="rect">
                  <a:avLst/>
                </a:prstGeom>
              </p:spPr>
            </p:pic>
          </mc:Fallback>
        </mc:AlternateContent>
        <mc:AlternateContent xmlns:mc="http://schemas.openxmlformats.org/markup-compatibility/2006">
          <mc:Choice xmlns:p14="http://schemas.microsoft.com/office/powerpoint/2010/main" Requires="p14">
            <p:contentPart p14:bwMode="auto" r:id="rId139">
              <p14:nvContentPartPr>
                <p14:cNvPr id="91" name="Ink 90">
                  <a:extLst>
                    <a:ext uri="{FF2B5EF4-FFF2-40B4-BE49-F238E27FC236}">
                      <a16:creationId xmlns:a16="http://schemas.microsoft.com/office/drawing/2014/main" id="{928841C2-CC80-415A-394A-98792EF278C5}"/>
                    </a:ext>
                  </a:extLst>
                </p14:cNvPr>
                <p14:cNvContentPartPr/>
                <p14:nvPr/>
              </p14:nvContentPartPr>
              <p14:xfrm>
                <a:off x="9279830" y="756757"/>
                <a:ext cx="151200" cy="169200"/>
              </p14:xfrm>
            </p:contentPart>
          </mc:Choice>
          <mc:Fallback>
            <p:pic>
              <p:nvPicPr>
                <p:cNvPr id="91" name="Ink 90">
                  <a:extLst>
                    <a:ext uri="{FF2B5EF4-FFF2-40B4-BE49-F238E27FC236}">
                      <a16:creationId xmlns:a16="http://schemas.microsoft.com/office/drawing/2014/main" id="{928841C2-CC80-415A-394A-98792EF278C5}"/>
                    </a:ext>
                  </a:extLst>
                </p:cNvPr>
                <p:cNvPicPr/>
                <p:nvPr/>
              </p:nvPicPr>
              <p:blipFill>
                <a:blip r:embed="rId140"/>
                <a:stretch>
                  <a:fillRect/>
                </a:stretch>
              </p:blipFill>
              <p:spPr>
                <a:xfrm>
                  <a:off x="9262190" y="738757"/>
                  <a:ext cx="186840" cy="204840"/>
                </a:xfrm>
                <a:prstGeom prst="rect">
                  <a:avLst/>
                </a:prstGeom>
              </p:spPr>
            </p:pic>
          </mc:Fallback>
        </mc:AlternateContent>
        <mc:AlternateContent xmlns:mc="http://schemas.openxmlformats.org/markup-compatibility/2006">
          <mc:Choice xmlns:p14="http://schemas.microsoft.com/office/powerpoint/2010/main" Requires="p14">
            <p:contentPart p14:bwMode="auto" r:id="rId141">
              <p14:nvContentPartPr>
                <p14:cNvPr id="93" name="Ink 92">
                  <a:extLst>
                    <a:ext uri="{FF2B5EF4-FFF2-40B4-BE49-F238E27FC236}">
                      <a16:creationId xmlns:a16="http://schemas.microsoft.com/office/drawing/2014/main" id="{62D90C1F-828C-3598-1C26-EA6CCDE4AA9B}"/>
                    </a:ext>
                  </a:extLst>
                </p14:cNvPr>
                <p14:cNvContentPartPr/>
                <p14:nvPr/>
              </p14:nvContentPartPr>
              <p14:xfrm>
                <a:off x="8616350" y="689797"/>
                <a:ext cx="174960" cy="358200"/>
              </p14:xfrm>
            </p:contentPart>
          </mc:Choice>
          <mc:Fallback>
            <p:pic>
              <p:nvPicPr>
                <p:cNvPr id="93" name="Ink 92">
                  <a:extLst>
                    <a:ext uri="{FF2B5EF4-FFF2-40B4-BE49-F238E27FC236}">
                      <a16:creationId xmlns:a16="http://schemas.microsoft.com/office/drawing/2014/main" id="{62D90C1F-828C-3598-1C26-EA6CCDE4AA9B}"/>
                    </a:ext>
                  </a:extLst>
                </p:cNvPr>
                <p:cNvPicPr/>
                <p:nvPr/>
              </p:nvPicPr>
              <p:blipFill>
                <a:blip r:embed="rId142"/>
                <a:stretch>
                  <a:fillRect/>
                </a:stretch>
              </p:blipFill>
              <p:spPr>
                <a:xfrm>
                  <a:off x="8598350" y="671797"/>
                  <a:ext cx="210600" cy="393840"/>
                </a:xfrm>
                <a:prstGeom prst="rect">
                  <a:avLst/>
                </a:prstGeom>
              </p:spPr>
            </p:pic>
          </mc:Fallback>
        </mc:AlternateContent>
        <mc:AlternateContent xmlns:mc="http://schemas.openxmlformats.org/markup-compatibility/2006">
          <mc:Choice xmlns:p14="http://schemas.microsoft.com/office/powerpoint/2010/main" Requires="p14">
            <p:contentPart p14:bwMode="auto" r:id="rId143">
              <p14:nvContentPartPr>
                <p14:cNvPr id="94" name="Ink 93">
                  <a:extLst>
                    <a:ext uri="{FF2B5EF4-FFF2-40B4-BE49-F238E27FC236}">
                      <a16:creationId xmlns:a16="http://schemas.microsoft.com/office/drawing/2014/main" id="{60B15726-3641-05F5-2635-556B9E68C8BF}"/>
                    </a:ext>
                  </a:extLst>
                </p14:cNvPr>
                <p14:cNvContentPartPr/>
                <p14:nvPr/>
              </p14:nvContentPartPr>
              <p14:xfrm>
                <a:off x="8611670" y="561637"/>
                <a:ext cx="24480" cy="2880"/>
              </p14:xfrm>
            </p:contentPart>
          </mc:Choice>
          <mc:Fallback>
            <p:pic>
              <p:nvPicPr>
                <p:cNvPr id="94" name="Ink 93">
                  <a:extLst>
                    <a:ext uri="{FF2B5EF4-FFF2-40B4-BE49-F238E27FC236}">
                      <a16:creationId xmlns:a16="http://schemas.microsoft.com/office/drawing/2014/main" id="{60B15726-3641-05F5-2635-556B9E68C8BF}"/>
                    </a:ext>
                  </a:extLst>
                </p:cNvPr>
                <p:cNvPicPr/>
                <p:nvPr/>
              </p:nvPicPr>
              <p:blipFill>
                <a:blip r:embed="rId144"/>
                <a:stretch>
                  <a:fillRect/>
                </a:stretch>
              </p:blipFill>
              <p:spPr>
                <a:xfrm>
                  <a:off x="8594030" y="543637"/>
                  <a:ext cx="60120" cy="3852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145">
            <p14:nvContentPartPr>
              <p14:cNvPr id="96" name="Ink 95">
                <a:extLst>
                  <a:ext uri="{FF2B5EF4-FFF2-40B4-BE49-F238E27FC236}">
                    <a16:creationId xmlns:a16="http://schemas.microsoft.com/office/drawing/2014/main" id="{C6213CEE-0C65-FA26-A22C-3AC27DC2E784}"/>
                  </a:ext>
                </a:extLst>
              </p14:cNvPr>
              <p14:cNvContentPartPr/>
              <p14:nvPr/>
            </p14:nvContentPartPr>
            <p14:xfrm>
              <a:off x="4387070" y="5165677"/>
              <a:ext cx="1306080" cy="83520"/>
            </p14:xfrm>
          </p:contentPart>
        </mc:Choice>
        <mc:Fallback>
          <p:pic>
            <p:nvPicPr>
              <p:cNvPr id="96" name="Ink 95">
                <a:extLst>
                  <a:ext uri="{FF2B5EF4-FFF2-40B4-BE49-F238E27FC236}">
                    <a16:creationId xmlns:a16="http://schemas.microsoft.com/office/drawing/2014/main" id="{C6213CEE-0C65-FA26-A22C-3AC27DC2E784}"/>
                  </a:ext>
                </a:extLst>
              </p:cNvPr>
              <p:cNvPicPr/>
              <p:nvPr/>
            </p:nvPicPr>
            <p:blipFill>
              <a:blip r:embed="rId146"/>
              <a:stretch>
                <a:fillRect/>
              </a:stretch>
            </p:blipFill>
            <p:spPr>
              <a:xfrm>
                <a:off x="4369070" y="5147677"/>
                <a:ext cx="1341720" cy="119160"/>
              </a:xfrm>
              <a:prstGeom prst="rect">
                <a:avLst/>
              </a:prstGeom>
            </p:spPr>
          </p:pic>
        </mc:Fallback>
      </mc:AlternateContent>
      <p:grpSp>
        <p:nvGrpSpPr>
          <p:cNvPr id="134" name="Group 133">
            <a:extLst>
              <a:ext uri="{FF2B5EF4-FFF2-40B4-BE49-F238E27FC236}">
                <a16:creationId xmlns:a16="http://schemas.microsoft.com/office/drawing/2014/main" id="{24AE1396-6758-4F74-C840-40C96AF5F10F}"/>
              </a:ext>
            </a:extLst>
          </p:cNvPr>
          <p:cNvGrpSpPr/>
          <p:nvPr/>
        </p:nvGrpSpPr>
        <p:grpSpPr>
          <a:xfrm>
            <a:off x="789230" y="5745637"/>
            <a:ext cx="123480" cy="91440"/>
            <a:chOff x="789230" y="5745637"/>
            <a:chExt cx="123480" cy="91440"/>
          </a:xfrm>
        </p:grpSpPr>
        <mc:AlternateContent xmlns:mc="http://schemas.openxmlformats.org/markup-compatibility/2006">
          <mc:Choice xmlns:p14="http://schemas.microsoft.com/office/powerpoint/2010/main" Requires="p14">
            <p:contentPart p14:bwMode="auto" r:id="rId147">
              <p14:nvContentPartPr>
                <p14:cNvPr id="110" name="Ink 109">
                  <a:extLst>
                    <a:ext uri="{FF2B5EF4-FFF2-40B4-BE49-F238E27FC236}">
                      <a16:creationId xmlns:a16="http://schemas.microsoft.com/office/drawing/2014/main" id="{C767472B-FFDE-1367-EC38-65919C44B71B}"/>
                    </a:ext>
                  </a:extLst>
                </p14:cNvPr>
                <p14:cNvContentPartPr/>
                <p14:nvPr/>
              </p14:nvContentPartPr>
              <p14:xfrm>
                <a:off x="789230" y="5745637"/>
                <a:ext cx="9360" cy="17280"/>
              </p14:xfrm>
            </p:contentPart>
          </mc:Choice>
          <mc:Fallback>
            <p:pic>
              <p:nvPicPr>
                <p:cNvPr id="110" name="Ink 109">
                  <a:extLst>
                    <a:ext uri="{FF2B5EF4-FFF2-40B4-BE49-F238E27FC236}">
                      <a16:creationId xmlns:a16="http://schemas.microsoft.com/office/drawing/2014/main" id="{C767472B-FFDE-1367-EC38-65919C44B71B}"/>
                    </a:ext>
                  </a:extLst>
                </p:cNvPr>
                <p:cNvPicPr/>
                <p:nvPr/>
              </p:nvPicPr>
              <p:blipFill>
                <a:blip r:embed="rId148"/>
                <a:stretch>
                  <a:fillRect/>
                </a:stretch>
              </p:blipFill>
              <p:spPr>
                <a:xfrm>
                  <a:off x="771590" y="5727637"/>
                  <a:ext cx="45000" cy="52920"/>
                </a:xfrm>
                <a:prstGeom prst="rect">
                  <a:avLst/>
                </a:prstGeom>
              </p:spPr>
            </p:pic>
          </mc:Fallback>
        </mc:AlternateContent>
        <mc:AlternateContent xmlns:mc="http://schemas.openxmlformats.org/markup-compatibility/2006">
          <mc:Choice xmlns:p14="http://schemas.microsoft.com/office/powerpoint/2010/main" Requires="p14">
            <p:contentPart p14:bwMode="auto" r:id="rId149">
              <p14:nvContentPartPr>
                <p14:cNvPr id="111" name="Ink 110">
                  <a:extLst>
                    <a:ext uri="{FF2B5EF4-FFF2-40B4-BE49-F238E27FC236}">
                      <a16:creationId xmlns:a16="http://schemas.microsoft.com/office/drawing/2014/main" id="{49C366E6-C8A4-0BAB-58D1-4FC8B763D7B1}"/>
                    </a:ext>
                  </a:extLst>
                </p14:cNvPr>
                <p14:cNvContentPartPr/>
                <p14:nvPr/>
              </p14:nvContentPartPr>
              <p14:xfrm>
                <a:off x="875990" y="5772997"/>
                <a:ext cx="36720" cy="64080"/>
              </p14:xfrm>
            </p:contentPart>
          </mc:Choice>
          <mc:Fallback>
            <p:pic>
              <p:nvPicPr>
                <p:cNvPr id="111" name="Ink 110">
                  <a:extLst>
                    <a:ext uri="{FF2B5EF4-FFF2-40B4-BE49-F238E27FC236}">
                      <a16:creationId xmlns:a16="http://schemas.microsoft.com/office/drawing/2014/main" id="{49C366E6-C8A4-0BAB-58D1-4FC8B763D7B1}"/>
                    </a:ext>
                  </a:extLst>
                </p:cNvPr>
                <p:cNvPicPr/>
                <p:nvPr/>
              </p:nvPicPr>
              <p:blipFill>
                <a:blip r:embed="rId150"/>
                <a:stretch>
                  <a:fillRect/>
                </a:stretch>
              </p:blipFill>
              <p:spPr>
                <a:xfrm>
                  <a:off x="858350" y="5755357"/>
                  <a:ext cx="72360" cy="99720"/>
                </a:xfrm>
                <a:prstGeom prst="rect">
                  <a:avLst/>
                </a:prstGeom>
              </p:spPr>
            </p:pic>
          </mc:Fallback>
        </mc:AlternateContent>
      </p:grpSp>
      <p:grpSp>
        <p:nvGrpSpPr>
          <p:cNvPr id="133" name="Group 132">
            <a:extLst>
              <a:ext uri="{FF2B5EF4-FFF2-40B4-BE49-F238E27FC236}">
                <a16:creationId xmlns:a16="http://schemas.microsoft.com/office/drawing/2014/main" id="{B33187C5-2C85-3F17-FE9D-D3FF7650F218}"/>
              </a:ext>
            </a:extLst>
          </p:cNvPr>
          <p:cNvGrpSpPr/>
          <p:nvPr/>
        </p:nvGrpSpPr>
        <p:grpSpPr>
          <a:xfrm>
            <a:off x="240590" y="4044997"/>
            <a:ext cx="2622960" cy="1580400"/>
            <a:chOff x="240590" y="4044997"/>
            <a:chExt cx="2622960" cy="1580400"/>
          </a:xfrm>
        </p:grpSpPr>
        <mc:AlternateContent xmlns:mc="http://schemas.openxmlformats.org/markup-compatibility/2006">
          <mc:Choice xmlns:p14="http://schemas.microsoft.com/office/powerpoint/2010/main" Requires="p14">
            <p:contentPart p14:bwMode="auto" r:id="rId151">
              <p14:nvContentPartPr>
                <p14:cNvPr id="97" name="Ink 96">
                  <a:extLst>
                    <a:ext uri="{FF2B5EF4-FFF2-40B4-BE49-F238E27FC236}">
                      <a16:creationId xmlns:a16="http://schemas.microsoft.com/office/drawing/2014/main" id="{D31E5609-7A1F-10B8-C8C0-1BE6878A02FB}"/>
                    </a:ext>
                  </a:extLst>
                </p14:cNvPr>
                <p14:cNvContentPartPr/>
                <p14:nvPr/>
              </p14:nvContentPartPr>
              <p14:xfrm>
                <a:off x="240590" y="4836997"/>
                <a:ext cx="231840" cy="300600"/>
              </p14:xfrm>
            </p:contentPart>
          </mc:Choice>
          <mc:Fallback>
            <p:pic>
              <p:nvPicPr>
                <p:cNvPr id="97" name="Ink 96">
                  <a:extLst>
                    <a:ext uri="{FF2B5EF4-FFF2-40B4-BE49-F238E27FC236}">
                      <a16:creationId xmlns:a16="http://schemas.microsoft.com/office/drawing/2014/main" id="{D31E5609-7A1F-10B8-C8C0-1BE6878A02FB}"/>
                    </a:ext>
                  </a:extLst>
                </p:cNvPr>
                <p:cNvPicPr/>
                <p:nvPr/>
              </p:nvPicPr>
              <p:blipFill>
                <a:blip r:embed="rId152"/>
                <a:stretch>
                  <a:fillRect/>
                </a:stretch>
              </p:blipFill>
              <p:spPr>
                <a:xfrm>
                  <a:off x="222590" y="4818997"/>
                  <a:ext cx="267480" cy="336240"/>
                </a:xfrm>
                <a:prstGeom prst="rect">
                  <a:avLst/>
                </a:prstGeom>
              </p:spPr>
            </p:pic>
          </mc:Fallback>
        </mc:AlternateContent>
        <mc:AlternateContent xmlns:mc="http://schemas.openxmlformats.org/markup-compatibility/2006">
          <mc:Choice xmlns:p14="http://schemas.microsoft.com/office/powerpoint/2010/main" Requires="p14">
            <p:contentPart p14:bwMode="auto" r:id="rId153">
              <p14:nvContentPartPr>
                <p14:cNvPr id="98" name="Ink 97">
                  <a:extLst>
                    <a:ext uri="{FF2B5EF4-FFF2-40B4-BE49-F238E27FC236}">
                      <a16:creationId xmlns:a16="http://schemas.microsoft.com/office/drawing/2014/main" id="{CFE5D465-6AE0-BBF4-7D2B-F064AB7F958C}"/>
                    </a:ext>
                  </a:extLst>
                </p14:cNvPr>
                <p14:cNvContentPartPr/>
                <p14:nvPr/>
              </p14:nvContentPartPr>
              <p14:xfrm>
                <a:off x="606710" y="4935637"/>
                <a:ext cx="158760" cy="135360"/>
              </p14:xfrm>
            </p:contentPart>
          </mc:Choice>
          <mc:Fallback>
            <p:pic>
              <p:nvPicPr>
                <p:cNvPr id="98" name="Ink 97">
                  <a:extLst>
                    <a:ext uri="{FF2B5EF4-FFF2-40B4-BE49-F238E27FC236}">
                      <a16:creationId xmlns:a16="http://schemas.microsoft.com/office/drawing/2014/main" id="{CFE5D465-6AE0-BBF4-7D2B-F064AB7F958C}"/>
                    </a:ext>
                  </a:extLst>
                </p:cNvPr>
                <p:cNvPicPr/>
                <p:nvPr/>
              </p:nvPicPr>
              <p:blipFill>
                <a:blip r:embed="rId154"/>
                <a:stretch>
                  <a:fillRect/>
                </a:stretch>
              </p:blipFill>
              <p:spPr>
                <a:xfrm>
                  <a:off x="588710" y="4917637"/>
                  <a:ext cx="194400" cy="171000"/>
                </a:xfrm>
                <a:prstGeom prst="rect">
                  <a:avLst/>
                </a:prstGeom>
              </p:spPr>
            </p:pic>
          </mc:Fallback>
        </mc:AlternateContent>
        <mc:AlternateContent xmlns:mc="http://schemas.openxmlformats.org/markup-compatibility/2006">
          <mc:Choice xmlns:p14="http://schemas.microsoft.com/office/powerpoint/2010/main" Requires="p14">
            <p:contentPart p14:bwMode="auto" r:id="rId155">
              <p14:nvContentPartPr>
                <p14:cNvPr id="99" name="Ink 98">
                  <a:extLst>
                    <a:ext uri="{FF2B5EF4-FFF2-40B4-BE49-F238E27FC236}">
                      <a16:creationId xmlns:a16="http://schemas.microsoft.com/office/drawing/2014/main" id="{BDB1DDA9-701B-874C-D079-E3D71BD6AFA9}"/>
                    </a:ext>
                  </a:extLst>
                </p14:cNvPr>
                <p14:cNvContentPartPr/>
                <p14:nvPr/>
              </p14:nvContentPartPr>
              <p14:xfrm>
                <a:off x="786350" y="4815397"/>
                <a:ext cx="82800" cy="117360"/>
              </p14:xfrm>
            </p:contentPart>
          </mc:Choice>
          <mc:Fallback>
            <p:pic>
              <p:nvPicPr>
                <p:cNvPr id="99" name="Ink 98">
                  <a:extLst>
                    <a:ext uri="{FF2B5EF4-FFF2-40B4-BE49-F238E27FC236}">
                      <a16:creationId xmlns:a16="http://schemas.microsoft.com/office/drawing/2014/main" id="{BDB1DDA9-701B-874C-D079-E3D71BD6AFA9}"/>
                    </a:ext>
                  </a:extLst>
                </p:cNvPr>
                <p:cNvPicPr/>
                <p:nvPr/>
              </p:nvPicPr>
              <p:blipFill>
                <a:blip r:embed="rId156"/>
                <a:stretch>
                  <a:fillRect/>
                </a:stretch>
              </p:blipFill>
              <p:spPr>
                <a:xfrm>
                  <a:off x="768350" y="4797757"/>
                  <a:ext cx="118440" cy="153000"/>
                </a:xfrm>
                <a:prstGeom prst="rect">
                  <a:avLst/>
                </a:prstGeom>
              </p:spPr>
            </p:pic>
          </mc:Fallback>
        </mc:AlternateContent>
        <mc:AlternateContent xmlns:mc="http://schemas.openxmlformats.org/markup-compatibility/2006">
          <mc:Choice xmlns:p14="http://schemas.microsoft.com/office/powerpoint/2010/main" Requires="p14">
            <p:contentPart p14:bwMode="auto" r:id="rId157">
              <p14:nvContentPartPr>
                <p14:cNvPr id="100" name="Ink 99">
                  <a:extLst>
                    <a:ext uri="{FF2B5EF4-FFF2-40B4-BE49-F238E27FC236}">
                      <a16:creationId xmlns:a16="http://schemas.microsoft.com/office/drawing/2014/main" id="{A9F20F99-59A3-8EA5-3830-41935A47FBD0}"/>
                    </a:ext>
                  </a:extLst>
                </p14:cNvPr>
                <p14:cNvContentPartPr/>
                <p14:nvPr/>
              </p14:nvContentPartPr>
              <p14:xfrm>
                <a:off x="908390" y="4775437"/>
                <a:ext cx="58680" cy="60480"/>
              </p14:xfrm>
            </p:contentPart>
          </mc:Choice>
          <mc:Fallback>
            <p:pic>
              <p:nvPicPr>
                <p:cNvPr id="100" name="Ink 99">
                  <a:extLst>
                    <a:ext uri="{FF2B5EF4-FFF2-40B4-BE49-F238E27FC236}">
                      <a16:creationId xmlns:a16="http://schemas.microsoft.com/office/drawing/2014/main" id="{A9F20F99-59A3-8EA5-3830-41935A47FBD0}"/>
                    </a:ext>
                  </a:extLst>
                </p:cNvPr>
                <p:cNvPicPr/>
                <p:nvPr/>
              </p:nvPicPr>
              <p:blipFill>
                <a:blip r:embed="rId158"/>
                <a:stretch>
                  <a:fillRect/>
                </a:stretch>
              </p:blipFill>
              <p:spPr>
                <a:xfrm>
                  <a:off x="890390" y="4757797"/>
                  <a:ext cx="94320" cy="96120"/>
                </a:xfrm>
                <a:prstGeom prst="rect">
                  <a:avLst/>
                </a:prstGeom>
              </p:spPr>
            </p:pic>
          </mc:Fallback>
        </mc:AlternateContent>
        <mc:AlternateContent xmlns:mc="http://schemas.openxmlformats.org/markup-compatibility/2006">
          <mc:Choice xmlns:p14="http://schemas.microsoft.com/office/powerpoint/2010/main" Requires="p14">
            <p:contentPart p14:bwMode="auto" r:id="rId159">
              <p14:nvContentPartPr>
                <p14:cNvPr id="101" name="Ink 100">
                  <a:extLst>
                    <a:ext uri="{FF2B5EF4-FFF2-40B4-BE49-F238E27FC236}">
                      <a16:creationId xmlns:a16="http://schemas.microsoft.com/office/drawing/2014/main" id="{A02E3578-70A8-D821-C472-F261D6824818}"/>
                    </a:ext>
                  </a:extLst>
                </p14:cNvPr>
                <p14:cNvContentPartPr/>
                <p14:nvPr/>
              </p14:nvContentPartPr>
              <p14:xfrm>
                <a:off x="859070" y="4641517"/>
                <a:ext cx="17280" cy="29160"/>
              </p14:xfrm>
            </p:contentPart>
          </mc:Choice>
          <mc:Fallback>
            <p:pic>
              <p:nvPicPr>
                <p:cNvPr id="101" name="Ink 100">
                  <a:extLst>
                    <a:ext uri="{FF2B5EF4-FFF2-40B4-BE49-F238E27FC236}">
                      <a16:creationId xmlns:a16="http://schemas.microsoft.com/office/drawing/2014/main" id="{A02E3578-70A8-D821-C472-F261D6824818}"/>
                    </a:ext>
                  </a:extLst>
                </p:cNvPr>
                <p:cNvPicPr/>
                <p:nvPr/>
              </p:nvPicPr>
              <p:blipFill>
                <a:blip r:embed="rId160"/>
                <a:stretch>
                  <a:fillRect/>
                </a:stretch>
              </p:blipFill>
              <p:spPr>
                <a:xfrm>
                  <a:off x="841430" y="4623877"/>
                  <a:ext cx="52920" cy="64800"/>
                </a:xfrm>
                <a:prstGeom prst="rect">
                  <a:avLst/>
                </a:prstGeom>
              </p:spPr>
            </p:pic>
          </mc:Fallback>
        </mc:AlternateContent>
        <mc:AlternateContent xmlns:mc="http://schemas.openxmlformats.org/markup-compatibility/2006">
          <mc:Choice xmlns:p14="http://schemas.microsoft.com/office/powerpoint/2010/main" Requires="p14">
            <p:contentPart p14:bwMode="auto" r:id="rId161">
              <p14:nvContentPartPr>
                <p14:cNvPr id="102" name="Ink 101">
                  <a:extLst>
                    <a:ext uri="{FF2B5EF4-FFF2-40B4-BE49-F238E27FC236}">
                      <a16:creationId xmlns:a16="http://schemas.microsoft.com/office/drawing/2014/main" id="{6A848C35-C60B-4931-817E-0582485B3DB4}"/>
                    </a:ext>
                  </a:extLst>
                </p14:cNvPr>
                <p14:cNvContentPartPr/>
                <p14:nvPr/>
              </p14:nvContentPartPr>
              <p14:xfrm>
                <a:off x="953750" y="4651957"/>
                <a:ext cx="82800" cy="135000"/>
              </p14:xfrm>
            </p:contentPart>
          </mc:Choice>
          <mc:Fallback>
            <p:pic>
              <p:nvPicPr>
                <p:cNvPr id="102" name="Ink 101">
                  <a:extLst>
                    <a:ext uri="{FF2B5EF4-FFF2-40B4-BE49-F238E27FC236}">
                      <a16:creationId xmlns:a16="http://schemas.microsoft.com/office/drawing/2014/main" id="{6A848C35-C60B-4931-817E-0582485B3DB4}"/>
                    </a:ext>
                  </a:extLst>
                </p:cNvPr>
                <p:cNvPicPr/>
                <p:nvPr/>
              </p:nvPicPr>
              <p:blipFill>
                <a:blip r:embed="rId162"/>
                <a:stretch>
                  <a:fillRect/>
                </a:stretch>
              </p:blipFill>
              <p:spPr>
                <a:xfrm>
                  <a:off x="935750" y="4634317"/>
                  <a:ext cx="118440" cy="170640"/>
                </a:xfrm>
                <a:prstGeom prst="rect">
                  <a:avLst/>
                </a:prstGeom>
              </p:spPr>
            </p:pic>
          </mc:Fallback>
        </mc:AlternateContent>
        <mc:AlternateContent xmlns:mc="http://schemas.openxmlformats.org/markup-compatibility/2006">
          <mc:Choice xmlns:p14="http://schemas.microsoft.com/office/powerpoint/2010/main" Requires="p14">
            <p:contentPart p14:bwMode="auto" r:id="rId163">
              <p14:nvContentPartPr>
                <p14:cNvPr id="103" name="Ink 102">
                  <a:extLst>
                    <a:ext uri="{FF2B5EF4-FFF2-40B4-BE49-F238E27FC236}">
                      <a16:creationId xmlns:a16="http://schemas.microsoft.com/office/drawing/2014/main" id="{F901A522-64B5-CFCB-31B1-7B0124B59CB4}"/>
                    </a:ext>
                  </a:extLst>
                </p14:cNvPr>
                <p14:cNvContentPartPr/>
                <p14:nvPr/>
              </p14:nvContentPartPr>
              <p14:xfrm>
                <a:off x="1032590" y="4601557"/>
                <a:ext cx="70200" cy="129960"/>
              </p14:xfrm>
            </p:contentPart>
          </mc:Choice>
          <mc:Fallback>
            <p:pic>
              <p:nvPicPr>
                <p:cNvPr id="103" name="Ink 102">
                  <a:extLst>
                    <a:ext uri="{FF2B5EF4-FFF2-40B4-BE49-F238E27FC236}">
                      <a16:creationId xmlns:a16="http://schemas.microsoft.com/office/drawing/2014/main" id="{F901A522-64B5-CFCB-31B1-7B0124B59CB4}"/>
                    </a:ext>
                  </a:extLst>
                </p:cNvPr>
                <p:cNvPicPr/>
                <p:nvPr/>
              </p:nvPicPr>
              <p:blipFill>
                <a:blip r:embed="rId164"/>
                <a:stretch>
                  <a:fillRect/>
                </a:stretch>
              </p:blipFill>
              <p:spPr>
                <a:xfrm>
                  <a:off x="1014950" y="4583557"/>
                  <a:ext cx="105840" cy="165600"/>
                </a:xfrm>
                <a:prstGeom prst="rect">
                  <a:avLst/>
                </a:prstGeom>
              </p:spPr>
            </p:pic>
          </mc:Fallback>
        </mc:AlternateContent>
        <mc:AlternateContent xmlns:mc="http://schemas.openxmlformats.org/markup-compatibility/2006">
          <mc:Choice xmlns:p14="http://schemas.microsoft.com/office/powerpoint/2010/main" Requires="p14">
            <p:contentPart p14:bwMode="auto" r:id="rId165">
              <p14:nvContentPartPr>
                <p14:cNvPr id="104" name="Ink 103">
                  <a:extLst>
                    <a:ext uri="{FF2B5EF4-FFF2-40B4-BE49-F238E27FC236}">
                      <a16:creationId xmlns:a16="http://schemas.microsoft.com/office/drawing/2014/main" id="{CE98487D-2511-1315-9E9E-802CD0B7F1FC}"/>
                    </a:ext>
                  </a:extLst>
                </p14:cNvPr>
                <p14:cNvContentPartPr/>
                <p14:nvPr/>
              </p14:nvContentPartPr>
              <p14:xfrm>
                <a:off x="1211150" y="4592557"/>
                <a:ext cx="10800" cy="126720"/>
              </p14:xfrm>
            </p:contentPart>
          </mc:Choice>
          <mc:Fallback>
            <p:pic>
              <p:nvPicPr>
                <p:cNvPr id="104" name="Ink 103">
                  <a:extLst>
                    <a:ext uri="{FF2B5EF4-FFF2-40B4-BE49-F238E27FC236}">
                      <a16:creationId xmlns:a16="http://schemas.microsoft.com/office/drawing/2014/main" id="{CE98487D-2511-1315-9E9E-802CD0B7F1FC}"/>
                    </a:ext>
                  </a:extLst>
                </p:cNvPr>
                <p:cNvPicPr/>
                <p:nvPr/>
              </p:nvPicPr>
              <p:blipFill>
                <a:blip r:embed="rId166"/>
                <a:stretch>
                  <a:fillRect/>
                </a:stretch>
              </p:blipFill>
              <p:spPr>
                <a:xfrm>
                  <a:off x="1193150" y="4574557"/>
                  <a:ext cx="46440" cy="162360"/>
                </a:xfrm>
                <a:prstGeom prst="rect">
                  <a:avLst/>
                </a:prstGeom>
              </p:spPr>
            </p:pic>
          </mc:Fallback>
        </mc:AlternateContent>
        <mc:AlternateContent xmlns:mc="http://schemas.openxmlformats.org/markup-compatibility/2006">
          <mc:Choice xmlns:p14="http://schemas.microsoft.com/office/powerpoint/2010/main" Requires="p14">
            <p:contentPart p14:bwMode="auto" r:id="rId167">
              <p14:nvContentPartPr>
                <p14:cNvPr id="105" name="Ink 104">
                  <a:extLst>
                    <a:ext uri="{FF2B5EF4-FFF2-40B4-BE49-F238E27FC236}">
                      <a16:creationId xmlns:a16="http://schemas.microsoft.com/office/drawing/2014/main" id="{B9C7DCD4-59C5-C1E1-FAD6-4E5E69F91CEF}"/>
                    </a:ext>
                  </a:extLst>
                </p14:cNvPr>
                <p14:cNvContentPartPr/>
                <p14:nvPr/>
              </p14:nvContentPartPr>
              <p14:xfrm>
                <a:off x="1288910" y="4399237"/>
                <a:ext cx="110880" cy="156960"/>
              </p14:xfrm>
            </p:contentPart>
          </mc:Choice>
          <mc:Fallback>
            <p:pic>
              <p:nvPicPr>
                <p:cNvPr id="105" name="Ink 104">
                  <a:extLst>
                    <a:ext uri="{FF2B5EF4-FFF2-40B4-BE49-F238E27FC236}">
                      <a16:creationId xmlns:a16="http://schemas.microsoft.com/office/drawing/2014/main" id="{B9C7DCD4-59C5-C1E1-FAD6-4E5E69F91CEF}"/>
                    </a:ext>
                  </a:extLst>
                </p:cNvPr>
                <p:cNvPicPr/>
                <p:nvPr/>
              </p:nvPicPr>
              <p:blipFill>
                <a:blip r:embed="rId168"/>
                <a:stretch>
                  <a:fillRect/>
                </a:stretch>
              </p:blipFill>
              <p:spPr>
                <a:xfrm>
                  <a:off x="1271270" y="4381597"/>
                  <a:ext cx="146520" cy="192600"/>
                </a:xfrm>
                <a:prstGeom prst="rect">
                  <a:avLst/>
                </a:prstGeom>
              </p:spPr>
            </p:pic>
          </mc:Fallback>
        </mc:AlternateContent>
        <mc:AlternateContent xmlns:mc="http://schemas.openxmlformats.org/markup-compatibility/2006">
          <mc:Choice xmlns:p14="http://schemas.microsoft.com/office/powerpoint/2010/main" Requires="p14">
            <p:contentPart p14:bwMode="auto" r:id="rId169">
              <p14:nvContentPartPr>
                <p14:cNvPr id="106" name="Ink 105">
                  <a:extLst>
                    <a:ext uri="{FF2B5EF4-FFF2-40B4-BE49-F238E27FC236}">
                      <a16:creationId xmlns:a16="http://schemas.microsoft.com/office/drawing/2014/main" id="{94336023-2F7E-8473-4583-E3C92FB694F7}"/>
                    </a:ext>
                  </a:extLst>
                </p14:cNvPr>
                <p14:cNvContentPartPr/>
                <p14:nvPr/>
              </p14:nvContentPartPr>
              <p14:xfrm>
                <a:off x="1376390" y="4333717"/>
                <a:ext cx="153360" cy="116640"/>
              </p14:xfrm>
            </p:contentPart>
          </mc:Choice>
          <mc:Fallback>
            <p:pic>
              <p:nvPicPr>
                <p:cNvPr id="106" name="Ink 105">
                  <a:extLst>
                    <a:ext uri="{FF2B5EF4-FFF2-40B4-BE49-F238E27FC236}">
                      <a16:creationId xmlns:a16="http://schemas.microsoft.com/office/drawing/2014/main" id="{94336023-2F7E-8473-4583-E3C92FB694F7}"/>
                    </a:ext>
                  </a:extLst>
                </p:cNvPr>
                <p:cNvPicPr/>
                <p:nvPr/>
              </p:nvPicPr>
              <p:blipFill>
                <a:blip r:embed="rId170"/>
                <a:stretch>
                  <a:fillRect/>
                </a:stretch>
              </p:blipFill>
              <p:spPr>
                <a:xfrm>
                  <a:off x="1358390" y="4316077"/>
                  <a:ext cx="189000" cy="152280"/>
                </a:xfrm>
                <a:prstGeom prst="rect">
                  <a:avLst/>
                </a:prstGeom>
              </p:spPr>
            </p:pic>
          </mc:Fallback>
        </mc:AlternateContent>
        <mc:AlternateContent xmlns:mc="http://schemas.openxmlformats.org/markup-compatibility/2006">
          <mc:Choice xmlns:p14="http://schemas.microsoft.com/office/powerpoint/2010/main" Requires="p14">
            <p:contentPart p14:bwMode="auto" r:id="rId171">
              <p14:nvContentPartPr>
                <p14:cNvPr id="107" name="Ink 106">
                  <a:extLst>
                    <a:ext uri="{FF2B5EF4-FFF2-40B4-BE49-F238E27FC236}">
                      <a16:creationId xmlns:a16="http://schemas.microsoft.com/office/drawing/2014/main" id="{F440062E-8262-C579-AA3C-A433CA57399E}"/>
                    </a:ext>
                  </a:extLst>
                </p14:cNvPr>
                <p14:cNvContentPartPr/>
                <p14:nvPr/>
              </p14:nvContentPartPr>
              <p14:xfrm>
                <a:off x="1573310" y="4258477"/>
                <a:ext cx="85680" cy="104760"/>
              </p14:xfrm>
            </p:contentPart>
          </mc:Choice>
          <mc:Fallback>
            <p:pic>
              <p:nvPicPr>
                <p:cNvPr id="107" name="Ink 106">
                  <a:extLst>
                    <a:ext uri="{FF2B5EF4-FFF2-40B4-BE49-F238E27FC236}">
                      <a16:creationId xmlns:a16="http://schemas.microsoft.com/office/drawing/2014/main" id="{F440062E-8262-C579-AA3C-A433CA57399E}"/>
                    </a:ext>
                  </a:extLst>
                </p:cNvPr>
                <p:cNvPicPr/>
                <p:nvPr/>
              </p:nvPicPr>
              <p:blipFill>
                <a:blip r:embed="rId172"/>
                <a:stretch>
                  <a:fillRect/>
                </a:stretch>
              </p:blipFill>
              <p:spPr>
                <a:xfrm>
                  <a:off x="1555310" y="4240477"/>
                  <a:ext cx="121320" cy="140400"/>
                </a:xfrm>
                <a:prstGeom prst="rect">
                  <a:avLst/>
                </a:prstGeom>
              </p:spPr>
            </p:pic>
          </mc:Fallback>
        </mc:AlternateContent>
        <mc:AlternateContent xmlns:mc="http://schemas.openxmlformats.org/markup-compatibility/2006">
          <mc:Choice xmlns:p14="http://schemas.microsoft.com/office/powerpoint/2010/main" Requires="p14">
            <p:contentPart p14:bwMode="auto" r:id="rId173">
              <p14:nvContentPartPr>
                <p14:cNvPr id="108" name="Ink 107">
                  <a:extLst>
                    <a:ext uri="{FF2B5EF4-FFF2-40B4-BE49-F238E27FC236}">
                      <a16:creationId xmlns:a16="http://schemas.microsoft.com/office/drawing/2014/main" id="{9E0C1858-9481-EDB1-203A-9C689EAC9213}"/>
                    </a:ext>
                  </a:extLst>
                </p14:cNvPr>
                <p14:cNvContentPartPr/>
                <p14:nvPr/>
              </p14:nvContentPartPr>
              <p14:xfrm>
                <a:off x="1665830" y="4073077"/>
                <a:ext cx="137880" cy="103680"/>
              </p14:xfrm>
            </p:contentPart>
          </mc:Choice>
          <mc:Fallback>
            <p:pic>
              <p:nvPicPr>
                <p:cNvPr id="108" name="Ink 107">
                  <a:extLst>
                    <a:ext uri="{FF2B5EF4-FFF2-40B4-BE49-F238E27FC236}">
                      <a16:creationId xmlns:a16="http://schemas.microsoft.com/office/drawing/2014/main" id="{9E0C1858-9481-EDB1-203A-9C689EAC9213}"/>
                    </a:ext>
                  </a:extLst>
                </p:cNvPr>
                <p:cNvPicPr/>
                <p:nvPr/>
              </p:nvPicPr>
              <p:blipFill>
                <a:blip r:embed="rId174"/>
                <a:stretch>
                  <a:fillRect/>
                </a:stretch>
              </p:blipFill>
              <p:spPr>
                <a:xfrm>
                  <a:off x="1648190" y="4055077"/>
                  <a:ext cx="173520" cy="139320"/>
                </a:xfrm>
                <a:prstGeom prst="rect">
                  <a:avLst/>
                </a:prstGeom>
              </p:spPr>
            </p:pic>
          </mc:Fallback>
        </mc:AlternateContent>
        <mc:AlternateContent xmlns:mc="http://schemas.openxmlformats.org/markup-compatibility/2006">
          <mc:Choice xmlns:p14="http://schemas.microsoft.com/office/powerpoint/2010/main" Requires="p14">
            <p:contentPart p14:bwMode="auto" r:id="rId175">
              <p14:nvContentPartPr>
                <p14:cNvPr id="109" name="Ink 108">
                  <a:extLst>
                    <a:ext uri="{FF2B5EF4-FFF2-40B4-BE49-F238E27FC236}">
                      <a16:creationId xmlns:a16="http://schemas.microsoft.com/office/drawing/2014/main" id="{10744123-13CA-7272-1AA8-E8F4269615D0}"/>
                    </a:ext>
                  </a:extLst>
                </p14:cNvPr>
                <p14:cNvContentPartPr/>
                <p14:nvPr/>
              </p14:nvContentPartPr>
              <p14:xfrm>
                <a:off x="1724870" y="4066597"/>
                <a:ext cx="77400" cy="98280"/>
              </p14:xfrm>
            </p:contentPart>
          </mc:Choice>
          <mc:Fallback>
            <p:pic>
              <p:nvPicPr>
                <p:cNvPr id="109" name="Ink 108">
                  <a:extLst>
                    <a:ext uri="{FF2B5EF4-FFF2-40B4-BE49-F238E27FC236}">
                      <a16:creationId xmlns:a16="http://schemas.microsoft.com/office/drawing/2014/main" id="{10744123-13CA-7272-1AA8-E8F4269615D0}"/>
                    </a:ext>
                  </a:extLst>
                </p:cNvPr>
                <p:cNvPicPr/>
                <p:nvPr/>
              </p:nvPicPr>
              <p:blipFill>
                <a:blip r:embed="rId176"/>
                <a:stretch>
                  <a:fillRect/>
                </a:stretch>
              </p:blipFill>
              <p:spPr>
                <a:xfrm>
                  <a:off x="1706870" y="4048957"/>
                  <a:ext cx="113040" cy="133920"/>
                </a:xfrm>
                <a:prstGeom prst="rect">
                  <a:avLst/>
                </a:prstGeom>
              </p:spPr>
            </p:pic>
          </mc:Fallback>
        </mc:AlternateContent>
        <mc:AlternateContent xmlns:mc="http://schemas.openxmlformats.org/markup-compatibility/2006">
          <mc:Choice xmlns:p14="http://schemas.microsoft.com/office/powerpoint/2010/main" Requires="p14">
            <p:contentPart p14:bwMode="auto" r:id="rId177">
              <p14:nvContentPartPr>
                <p14:cNvPr id="112" name="Ink 111">
                  <a:extLst>
                    <a:ext uri="{FF2B5EF4-FFF2-40B4-BE49-F238E27FC236}">
                      <a16:creationId xmlns:a16="http://schemas.microsoft.com/office/drawing/2014/main" id="{7B46D899-A260-1ED4-76E4-6ED8DBB739D8}"/>
                    </a:ext>
                  </a:extLst>
                </p14:cNvPr>
                <p14:cNvContentPartPr/>
                <p14:nvPr/>
              </p14:nvContentPartPr>
              <p14:xfrm>
                <a:off x="975710" y="5483917"/>
                <a:ext cx="155520" cy="141480"/>
              </p14:xfrm>
            </p:contentPart>
          </mc:Choice>
          <mc:Fallback>
            <p:pic>
              <p:nvPicPr>
                <p:cNvPr id="112" name="Ink 111">
                  <a:extLst>
                    <a:ext uri="{FF2B5EF4-FFF2-40B4-BE49-F238E27FC236}">
                      <a16:creationId xmlns:a16="http://schemas.microsoft.com/office/drawing/2014/main" id="{7B46D899-A260-1ED4-76E4-6ED8DBB739D8}"/>
                    </a:ext>
                  </a:extLst>
                </p:cNvPr>
                <p:cNvPicPr/>
                <p:nvPr/>
              </p:nvPicPr>
              <p:blipFill>
                <a:blip r:embed="rId178"/>
                <a:stretch>
                  <a:fillRect/>
                </a:stretch>
              </p:blipFill>
              <p:spPr>
                <a:xfrm>
                  <a:off x="957710" y="5465917"/>
                  <a:ext cx="191160" cy="177120"/>
                </a:xfrm>
                <a:prstGeom prst="rect">
                  <a:avLst/>
                </a:prstGeom>
              </p:spPr>
            </p:pic>
          </mc:Fallback>
        </mc:AlternateContent>
        <mc:AlternateContent xmlns:mc="http://schemas.openxmlformats.org/markup-compatibility/2006">
          <mc:Choice xmlns:p14="http://schemas.microsoft.com/office/powerpoint/2010/main" Requires="p14">
            <p:contentPart p14:bwMode="auto" r:id="rId179">
              <p14:nvContentPartPr>
                <p14:cNvPr id="113" name="Ink 112">
                  <a:extLst>
                    <a:ext uri="{FF2B5EF4-FFF2-40B4-BE49-F238E27FC236}">
                      <a16:creationId xmlns:a16="http://schemas.microsoft.com/office/drawing/2014/main" id="{2494D3E9-B8AF-4793-B806-E8B03EC26E13}"/>
                    </a:ext>
                  </a:extLst>
                </p14:cNvPr>
                <p14:cNvContentPartPr/>
                <p14:nvPr/>
              </p14:nvContentPartPr>
              <p14:xfrm>
                <a:off x="875990" y="5316517"/>
                <a:ext cx="17640" cy="27360"/>
              </p14:xfrm>
            </p:contentPart>
          </mc:Choice>
          <mc:Fallback>
            <p:pic>
              <p:nvPicPr>
                <p:cNvPr id="113" name="Ink 112">
                  <a:extLst>
                    <a:ext uri="{FF2B5EF4-FFF2-40B4-BE49-F238E27FC236}">
                      <a16:creationId xmlns:a16="http://schemas.microsoft.com/office/drawing/2014/main" id="{2494D3E9-B8AF-4793-B806-E8B03EC26E13}"/>
                    </a:ext>
                  </a:extLst>
                </p:cNvPr>
                <p:cNvPicPr/>
                <p:nvPr/>
              </p:nvPicPr>
              <p:blipFill>
                <a:blip r:embed="rId180"/>
                <a:stretch>
                  <a:fillRect/>
                </a:stretch>
              </p:blipFill>
              <p:spPr>
                <a:xfrm>
                  <a:off x="858350" y="5298877"/>
                  <a:ext cx="53280" cy="63000"/>
                </a:xfrm>
                <a:prstGeom prst="rect">
                  <a:avLst/>
                </a:prstGeom>
              </p:spPr>
            </p:pic>
          </mc:Fallback>
        </mc:AlternateContent>
        <mc:AlternateContent xmlns:mc="http://schemas.openxmlformats.org/markup-compatibility/2006">
          <mc:Choice xmlns:p14="http://schemas.microsoft.com/office/powerpoint/2010/main" Requires="p14">
            <p:contentPart p14:bwMode="auto" r:id="rId181">
              <p14:nvContentPartPr>
                <p14:cNvPr id="114" name="Ink 113">
                  <a:extLst>
                    <a:ext uri="{FF2B5EF4-FFF2-40B4-BE49-F238E27FC236}">
                      <a16:creationId xmlns:a16="http://schemas.microsoft.com/office/drawing/2014/main" id="{7FF98A52-D70D-F76C-97B0-1A242601BACC}"/>
                    </a:ext>
                  </a:extLst>
                </p14:cNvPr>
                <p14:cNvContentPartPr/>
                <p14:nvPr/>
              </p14:nvContentPartPr>
              <p14:xfrm>
                <a:off x="1136630" y="5428837"/>
                <a:ext cx="191160" cy="132480"/>
              </p14:xfrm>
            </p:contentPart>
          </mc:Choice>
          <mc:Fallback>
            <p:pic>
              <p:nvPicPr>
                <p:cNvPr id="114" name="Ink 113">
                  <a:extLst>
                    <a:ext uri="{FF2B5EF4-FFF2-40B4-BE49-F238E27FC236}">
                      <a16:creationId xmlns:a16="http://schemas.microsoft.com/office/drawing/2014/main" id="{7FF98A52-D70D-F76C-97B0-1A242601BACC}"/>
                    </a:ext>
                  </a:extLst>
                </p:cNvPr>
                <p:cNvPicPr/>
                <p:nvPr/>
              </p:nvPicPr>
              <p:blipFill>
                <a:blip r:embed="rId182"/>
                <a:stretch>
                  <a:fillRect/>
                </a:stretch>
              </p:blipFill>
              <p:spPr>
                <a:xfrm>
                  <a:off x="1118630" y="5411197"/>
                  <a:ext cx="226800" cy="168120"/>
                </a:xfrm>
                <a:prstGeom prst="rect">
                  <a:avLst/>
                </a:prstGeom>
              </p:spPr>
            </p:pic>
          </mc:Fallback>
        </mc:AlternateContent>
        <mc:AlternateContent xmlns:mc="http://schemas.openxmlformats.org/markup-compatibility/2006">
          <mc:Choice xmlns:p14="http://schemas.microsoft.com/office/powerpoint/2010/main" Requires="p14">
            <p:contentPart p14:bwMode="auto" r:id="rId183">
              <p14:nvContentPartPr>
                <p14:cNvPr id="115" name="Ink 114">
                  <a:extLst>
                    <a:ext uri="{FF2B5EF4-FFF2-40B4-BE49-F238E27FC236}">
                      <a16:creationId xmlns:a16="http://schemas.microsoft.com/office/drawing/2014/main" id="{ADD95CF1-25FE-9918-7C29-ADD28B8A7C9E}"/>
                    </a:ext>
                  </a:extLst>
                </p14:cNvPr>
                <p14:cNvContentPartPr/>
                <p14:nvPr/>
              </p14:nvContentPartPr>
              <p14:xfrm>
                <a:off x="1314470" y="5352157"/>
                <a:ext cx="92520" cy="108000"/>
              </p14:xfrm>
            </p:contentPart>
          </mc:Choice>
          <mc:Fallback>
            <p:pic>
              <p:nvPicPr>
                <p:cNvPr id="115" name="Ink 114">
                  <a:extLst>
                    <a:ext uri="{FF2B5EF4-FFF2-40B4-BE49-F238E27FC236}">
                      <a16:creationId xmlns:a16="http://schemas.microsoft.com/office/drawing/2014/main" id="{ADD95CF1-25FE-9918-7C29-ADD28B8A7C9E}"/>
                    </a:ext>
                  </a:extLst>
                </p:cNvPr>
                <p:cNvPicPr/>
                <p:nvPr/>
              </p:nvPicPr>
              <p:blipFill>
                <a:blip r:embed="rId184"/>
                <a:stretch>
                  <a:fillRect/>
                </a:stretch>
              </p:blipFill>
              <p:spPr>
                <a:xfrm>
                  <a:off x="1296470" y="5334157"/>
                  <a:ext cx="128160" cy="143640"/>
                </a:xfrm>
                <a:prstGeom prst="rect">
                  <a:avLst/>
                </a:prstGeom>
              </p:spPr>
            </p:pic>
          </mc:Fallback>
        </mc:AlternateContent>
        <mc:AlternateContent xmlns:mc="http://schemas.openxmlformats.org/markup-compatibility/2006">
          <mc:Choice xmlns:p14="http://schemas.microsoft.com/office/powerpoint/2010/main" Requires="p14">
            <p:contentPart p14:bwMode="auto" r:id="rId185">
              <p14:nvContentPartPr>
                <p14:cNvPr id="116" name="Ink 115">
                  <a:extLst>
                    <a:ext uri="{FF2B5EF4-FFF2-40B4-BE49-F238E27FC236}">
                      <a16:creationId xmlns:a16="http://schemas.microsoft.com/office/drawing/2014/main" id="{71AA9DCC-8F94-5FFA-5C04-8A7EB021398E}"/>
                    </a:ext>
                  </a:extLst>
                </p14:cNvPr>
                <p14:cNvContentPartPr/>
                <p14:nvPr/>
              </p14:nvContentPartPr>
              <p14:xfrm>
                <a:off x="1469630" y="5262517"/>
                <a:ext cx="38160" cy="62280"/>
              </p14:xfrm>
            </p:contentPart>
          </mc:Choice>
          <mc:Fallback>
            <p:pic>
              <p:nvPicPr>
                <p:cNvPr id="116" name="Ink 115">
                  <a:extLst>
                    <a:ext uri="{FF2B5EF4-FFF2-40B4-BE49-F238E27FC236}">
                      <a16:creationId xmlns:a16="http://schemas.microsoft.com/office/drawing/2014/main" id="{71AA9DCC-8F94-5FFA-5C04-8A7EB021398E}"/>
                    </a:ext>
                  </a:extLst>
                </p:cNvPr>
                <p:cNvPicPr/>
                <p:nvPr/>
              </p:nvPicPr>
              <p:blipFill>
                <a:blip r:embed="rId186"/>
                <a:stretch>
                  <a:fillRect/>
                </a:stretch>
              </p:blipFill>
              <p:spPr>
                <a:xfrm>
                  <a:off x="1451630" y="5244517"/>
                  <a:ext cx="73800" cy="97920"/>
                </a:xfrm>
                <a:prstGeom prst="rect">
                  <a:avLst/>
                </a:prstGeom>
              </p:spPr>
            </p:pic>
          </mc:Fallback>
        </mc:AlternateContent>
        <mc:AlternateContent xmlns:mc="http://schemas.openxmlformats.org/markup-compatibility/2006">
          <mc:Choice xmlns:p14="http://schemas.microsoft.com/office/powerpoint/2010/main" Requires="p14">
            <p:contentPart p14:bwMode="auto" r:id="rId187">
              <p14:nvContentPartPr>
                <p14:cNvPr id="117" name="Ink 116">
                  <a:extLst>
                    <a:ext uri="{FF2B5EF4-FFF2-40B4-BE49-F238E27FC236}">
                      <a16:creationId xmlns:a16="http://schemas.microsoft.com/office/drawing/2014/main" id="{C7CFE3B3-FE85-87A9-88E0-BD12A88B70B1}"/>
                    </a:ext>
                  </a:extLst>
                </p14:cNvPr>
                <p14:cNvContentPartPr/>
                <p14:nvPr/>
              </p14:nvContentPartPr>
              <p14:xfrm>
                <a:off x="1411310" y="5160997"/>
                <a:ext cx="16200" cy="25560"/>
              </p14:xfrm>
            </p:contentPart>
          </mc:Choice>
          <mc:Fallback>
            <p:pic>
              <p:nvPicPr>
                <p:cNvPr id="117" name="Ink 116">
                  <a:extLst>
                    <a:ext uri="{FF2B5EF4-FFF2-40B4-BE49-F238E27FC236}">
                      <a16:creationId xmlns:a16="http://schemas.microsoft.com/office/drawing/2014/main" id="{C7CFE3B3-FE85-87A9-88E0-BD12A88B70B1}"/>
                    </a:ext>
                  </a:extLst>
                </p:cNvPr>
                <p:cNvPicPr/>
                <p:nvPr/>
              </p:nvPicPr>
              <p:blipFill>
                <a:blip r:embed="rId188"/>
                <a:stretch>
                  <a:fillRect/>
                </a:stretch>
              </p:blipFill>
              <p:spPr>
                <a:xfrm>
                  <a:off x="1393670" y="5143357"/>
                  <a:ext cx="51840" cy="61200"/>
                </a:xfrm>
                <a:prstGeom prst="rect">
                  <a:avLst/>
                </a:prstGeom>
              </p:spPr>
            </p:pic>
          </mc:Fallback>
        </mc:AlternateContent>
        <mc:AlternateContent xmlns:mc="http://schemas.openxmlformats.org/markup-compatibility/2006">
          <mc:Choice xmlns:p14="http://schemas.microsoft.com/office/powerpoint/2010/main" Requires="p14">
            <p:contentPart p14:bwMode="auto" r:id="rId189">
              <p14:nvContentPartPr>
                <p14:cNvPr id="118" name="Ink 117">
                  <a:extLst>
                    <a:ext uri="{FF2B5EF4-FFF2-40B4-BE49-F238E27FC236}">
                      <a16:creationId xmlns:a16="http://schemas.microsoft.com/office/drawing/2014/main" id="{6F4AC3C2-0344-3E86-F8B3-9E6B31EF584D}"/>
                    </a:ext>
                  </a:extLst>
                </p14:cNvPr>
                <p14:cNvContentPartPr/>
                <p14:nvPr/>
              </p14:nvContentPartPr>
              <p14:xfrm>
                <a:off x="1547750" y="5140477"/>
                <a:ext cx="82080" cy="139680"/>
              </p14:xfrm>
            </p:contentPart>
          </mc:Choice>
          <mc:Fallback>
            <p:pic>
              <p:nvPicPr>
                <p:cNvPr id="118" name="Ink 117">
                  <a:extLst>
                    <a:ext uri="{FF2B5EF4-FFF2-40B4-BE49-F238E27FC236}">
                      <a16:creationId xmlns:a16="http://schemas.microsoft.com/office/drawing/2014/main" id="{6F4AC3C2-0344-3E86-F8B3-9E6B31EF584D}"/>
                    </a:ext>
                  </a:extLst>
                </p:cNvPr>
                <p:cNvPicPr/>
                <p:nvPr/>
              </p:nvPicPr>
              <p:blipFill>
                <a:blip r:embed="rId190"/>
                <a:stretch>
                  <a:fillRect/>
                </a:stretch>
              </p:blipFill>
              <p:spPr>
                <a:xfrm>
                  <a:off x="1529750" y="5122477"/>
                  <a:ext cx="117720" cy="175320"/>
                </a:xfrm>
                <a:prstGeom prst="rect">
                  <a:avLst/>
                </a:prstGeom>
              </p:spPr>
            </p:pic>
          </mc:Fallback>
        </mc:AlternateContent>
        <mc:AlternateContent xmlns:mc="http://schemas.openxmlformats.org/markup-compatibility/2006">
          <mc:Choice xmlns:p14="http://schemas.microsoft.com/office/powerpoint/2010/main" Requires="p14">
            <p:contentPart p14:bwMode="auto" r:id="rId191">
              <p14:nvContentPartPr>
                <p14:cNvPr id="119" name="Ink 118">
                  <a:extLst>
                    <a:ext uri="{FF2B5EF4-FFF2-40B4-BE49-F238E27FC236}">
                      <a16:creationId xmlns:a16="http://schemas.microsoft.com/office/drawing/2014/main" id="{8A609731-FF6E-B9C5-6009-D0A2C303D5C6}"/>
                    </a:ext>
                  </a:extLst>
                </p14:cNvPr>
                <p14:cNvContentPartPr/>
                <p14:nvPr/>
              </p14:nvContentPartPr>
              <p14:xfrm>
                <a:off x="1635590" y="5086477"/>
                <a:ext cx="97200" cy="86760"/>
              </p14:xfrm>
            </p:contentPart>
          </mc:Choice>
          <mc:Fallback>
            <p:pic>
              <p:nvPicPr>
                <p:cNvPr id="119" name="Ink 118">
                  <a:extLst>
                    <a:ext uri="{FF2B5EF4-FFF2-40B4-BE49-F238E27FC236}">
                      <a16:creationId xmlns:a16="http://schemas.microsoft.com/office/drawing/2014/main" id="{8A609731-FF6E-B9C5-6009-D0A2C303D5C6}"/>
                    </a:ext>
                  </a:extLst>
                </p:cNvPr>
                <p:cNvPicPr/>
                <p:nvPr/>
              </p:nvPicPr>
              <p:blipFill>
                <a:blip r:embed="rId192"/>
                <a:stretch>
                  <a:fillRect/>
                </a:stretch>
              </p:blipFill>
              <p:spPr>
                <a:xfrm>
                  <a:off x="1617590" y="5068837"/>
                  <a:ext cx="132840" cy="122400"/>
                </a:xfrm>
                <a:prstGeom prst="rect">
                  <a:avLst/>
                </a:prstGeom>
              </p:spPr>
            </p:pic>
          </mc:Fallback>
        </mc:AlternateContent>
        <mc:AlternateContent xmlns:mc="http://schemas.openxmlformats.org/markup-compatibility/2006">
          <mc:Choice xmlns:p14="http://schemas.microsoft.com/office/powerpoint/2010/main" Requires="p14">
            <p:contentPart p14:bwMode="auto" r:id="rId193">
              <p14:nvContentPartPr>
                <p14:cNvPr id="120" name="Ink 119">
                  <a:extLst>
                    <a:ext uri="{FF2B5EF4-FFF2-40B4-BE49-F238E27FC236}">
                      <a16:creationId xmlns:a16="http://schemas.microsoft.com/office/drawing/2014/main" id="{FFBFCCCA-3D00-B17C-B8A0-E149472FB6C3}"/>
                    </a:ext>
                  </a:extLst>
                </p14:cNvPr>
                <p14:cNvContentPartPr/>
                <p14:nvPr/>
              </p14:nvContentPartPr>
              <p14:xfrm>
                <a:off x="1784270" y="5060917"/>
                <a:ext cx="10080" cy="59760"/>
              </p14:xfrm>
            </p:contentPart>
          </mc:Choice>
          <mc:Fallback>
            <p:pic>
              <p:nvPicPr>
                <p:cNvPr id="120" name="Ink 119">
                  <a:extLst>
                    <a:ext uri="{FF2B5EF4-FFF2-40B4-BE49-F238E27FC236}">
                      <a16:creationId xmlns:a16="http://schemas.microsoft.com/office/drawing/2014/main" id="{FFBFCCCA-3D00-B17C-B8A0-E149472FB6C3}"/>
                    </a:ext>
                  </a:extLst>
                </p:cNvPr>
                <p:cNvPicPr/>
                <p:nvPr/>
              </p:nvPicPr>
              <p:blipFill>
                <a:blip r:embed="rId194"/>
                <a:stretch>
                  <a:fillRect/>
                </a:stretch>
              </p:blipFill>
              <p:spPr>
                <a:xfrm>
                  <a:off x="1766630" y="5042917"/>
                  <a:ext cx="45720" cy="95400"/>
                </a:xfrm>
                <a:prstGeom prst="rect">
                  <a:avLst/>
                </a:prstGeom>
              </p:spPr>
            </p:pic>
          </mc:Fallback>
        </mc:AlternateContent>
        <mc:AlternateContent xmlns:mc="http://schemas.openxmlformats.org/markup-compatibility/2006">
          <mc:Choice xmlns:p14="http://schemas.microsoft.com/office/powerpoint/2010/main" Requires="p14">
            <p:contentPart p14:bwMode="auto" r:id="rId195">
              <p14:nvContentPartPr>
                <p14:cNvPr id="121" name="Ink 120">
                  <a:extLst>
                    <a:ext uri="{FF2B5EF4-FFF2-40B4-BE49-F238E27FC236}">
                      <a16:creationId xmlns:a16="http://schemas.microsoft.com/office/drawing/2014/main" id="{B6B40064-82B7-FB67-BE19-4054CF4FF6BD}"/>
                    </a:ext>
                  </a:extLst>
                </p14:cNvPr>
                <p14:cNvContentPartPr/>
                <p14:nvPr/>
              </p14:nvContentPartPr>
              <p14:xfrm>
                <a:off x="1808030" y="4889557"/>
                <a:ext cx="97560" cy="167760"/>
              </p14:xfrm>
            </p:contentPart>
          </mc:Choice>
          <mc:Fallback>
            <p:pic>
              <p:nvPicPr>
                <p:cNvPr id="121" name="Ink 120">
                  <a:extLst>
                    <a:ext uri="{FF2B5EF4-FFF2-40B4-BE49-F238E27FC236}">
                      <a16:creationId xmlns:a16="http://schemas.microsoft.com/office/drawing/2014/main" id="{B6B40064-82B7-FB67-BE19-4054CF4FF6BD}"/>
                    </a:ext>
                  </a:extLst>
                </p:cNvPr>
                <p:cNvPicPr/>
                <p:nvPr/>
              </p:nvPicPr>
              <p:blipFill>
                <a:blip r:embed="rId196"/>
                <a:stretch>
                  <a:fillRect/>
                </a:stretch>
              </p:blipFill>
              <p:spPr>
                <a:xfrm>
                  <a:off x="1790030" y="4871917"/>
                  <a:ext cx="133200" cy="203400"/>
                </a:xfrm>
                <a:prstGeom prst="rect">
                  <a:avLst/>
                </a:prstGeom>
              </p:spPr>
            </p:pic>
          </mc:Fallback>
        </mc:AlternateContent>
        <mc:AlternateContent xmlns:mc="http://schemas.openxmlformats.org/markup-compatibility/2006">
          <mc:Choice xmlns:p14="http://schemas.microsoft.com/office/powerpoint/2010/main" Requires="p14">
            <p:contentPart p14:bwMode="auto" r:id="rId197">
              <p14:nvContentPartPr>
                <p14:cNvPr id="122" name="Ink 121">
                  <a:extLst>
                    <a:ext uri="{FF2B5EF4-FFF2-40B4-BE49-F238E27FC236}">
                      <a16:creationId xmlns:a16="http://schemas.microsoft.com/office/drawing/2014/main" id="{1039901F-32DF-0B8E-8637-6CDAD2D26FE9}"/>
                    </a:ext>
                  </a:extLst>
                </p14:cNvPr>
                <p14:cNvContentPartPr/>
                <p14:nvPr/>
              </p14:nvContentPartPr>
              <p14:xfrm>
                <a:off x="1890110" y="4868677"/>
                <a:ext cx="106560" cy="91440"/>
              </p14:xfrm>
            </p:contentPart>
          </mc:Choice>
          <mc:Fallback>
            <p:pic>
              <p:nvPicPr>
                <p:cNvPr id="122" name="Ink 121">
                  <a:extLst>
                    <a:ext uri="{FF2B5EF4-FFF2-40B4-BE49-F238E27FC236}">
                      <a16:creationId xmlns:a16="http://schemas.microsoft.com/office/drawing/2014/main" id="{1039901F-32DF-0B8E-8637-6CDAD2D26FE9}"/>
                    </a:ext>
                  </a:extLst>
                </p:cNvPr>
                <p:cNvPicPr/>
                <p:nvPr/>
              </p:nvPicPr>
              <p:blipFill>
                <a:blip r:embed="rId198"/>
                <a:stretch>
                  <a:fillRect/>
                </a:stretch>
              </p:blipFill>
              <p:spPr>
                <a:xfrm>
                  <a:off x="1872110" y="4851037"/>
                  <a:ext cx="142200" cy="127080"/>
                </a:xfrm>
                <a:prstGeom prst="rect">
                  <a:avLst/>
                </a:prstGeom>
              </p:spPr>
            </p:pic>
          </mc:Fallback>
        </mc:AlternateContent>
        <mc:AlternateContent xmlns:mc="http://schemas.openxmlformats.org/markup-compatibility/2006">
          <mc:Choice xmlns:p14="http://schemas.microsoft.com/office/powerpoint/2010/main" Requires="p14">
            <p:contentPart p14:bwMode="auto" r:id="rId199">
              <p14:nvContentPartPr>
                <p14:cNvPr id="123" name="Ink 122">
                  <a:extLst>
                    <a:ext uri="{FF2B5EF4-FFF2-40B4-BE49-F238E27FC236}">
                      <a16:creationId xmlns:a16="http://schemas.microsoft.com/office/drawing/2014/main" id="{DD59FA79-DB50-D068-DD28-50DA70A6330B}"/>
                    </a:ext>
                  </a:extLst>
                </p14:cNvPr>
                <p14:cNvContentPartPr/>
                <p14:nvPr/>
              </p14:nvContentPartPr>
              <p14:xfrm>
                <a:off x="2040950" y="4773997"/>
                <a:ext cx="50760" cy="61920"/>
              </p14:xfrm>
            </p:contentPart>
          </mc:Choice>
          <mc:Fallback>
            <p:pic>
              <p:nvPicPr>
                <p:cNvPr id="123" name="Ink 122">
                  <a:extLst>
                    <a:ext uri="{FF2B5EF4-FFF2-40B4-BE49-F238E27FC236}">
                      <a16:creationId xmlns:a16="http://schemas.microsoft.com/office/drawing/2014/main" id="{DD59FA79-DB50-D068-DD28-50DA70A6330B}"/>
                    </a:ext>
                  </a:extLst>
                </p:cNvPr>
                <p:cNvPicPr/>
                <p:nvPr/>
              </p:nvPicPr>
              <p:blipFill>
                <a:blip r:embed="rId200"/>
                <a:stretch>
                  <a:fillRect/>
                </a:stretch>
              </p:blipFill>
              <p:spPr>
                <a:xfrm>
                  <a:off x="2023310" y="4755997"/>
                  <a:ext cx="86400" cy="97560"/>
                </a:xfrm>
                <a:prstGeom prst="rect">
                  <a:avLst/>
                </a:prstGeom>
              </p:spPr>
            </p:pic>
          </mc:Fallback>
        </mc:AlternateContent>
        <mc:AlternateContent xmlns:mc="http://schemas.openxmlformats.org/markup-compatibility/2006">
          <mc:Choice xmlns:p14="http://schemas.microsoft.com/office/powerpoint/2010/main" Requires="p14">
            <p:contentPart p14:bwMode="auto" r:id="rId201">
              <p14:nvContentPartPr>
                <p14:cNvPr id="124" name="Ink 123">
                  <a:extLst>
                    <a:ext uri="{FF2B5EF4-FFF2-40B4-BE49-F238E27FC236}">
                      <a16:creationId xmlns:a16="http://schemas.microsoft.com/office/drawing/2014/main" id="{E90873B0-6A06-2094-9E0B-5DC3F998EB57}"/>
                    </a:ext>
                  </a:extLst>
                </p14:cNvPr>
                <p14:cNvContentPartPr/>
                <p14:nvPr/>
              </p14:nvContentPartPr>
              <p14:xfrm>
                <a:off x="2125550" y="4722877"/>
                <a:ext cx="2160" cy="1440"/>
              </p14:xfrm>
            </p:contentPart>
          </mc:Choice>
          <mc:Fallback>
            <p:pic>
              <p:nvPicPr>
                <p:cNvPr id="124" name="Ink 123">
                  <a:extLst>
                    <a:ext uri="{FF2B5EF4-FFF2-40B4-BE49-F238E27FC236}">
                      <a16:creationId xmlns:a16="http://schemas.microsoft.com/office/drawing/2014/main" id="{E90873B0-6A06-2094-9E0B-5DC3F998EB57}"/>
                    </a:ext>
                  </a:extLst>
                </p:cNvPr>
                <p:cNvPicPr/>
                <p:nvPr/>
              </p:nvPicPr>
              <p:blipFill>
                <a:blip r:embed="rId202"/>
                <a:stretch>
                  <a:fillRect/>
                </a:stretch>
              </p:blipFill>
              <p:spPr>
                <a:xfrm>
                  <a:off x="2107910" y="4704877"/>
                  <a:ext cx="37800" cy="37080"/>
                </a:xfrm>
                <a:prstGeom prst="rect">
                  <a:avLst/>
                </a:prstGeom>
              </p:spPr>
            </p:pic>
          </mc:Fallback>
        </mc:AlternateContent>
        <mc:AlternateContent xmlns:mc="http://schemas.openxmlformats.org/markup-compatibility/2006">
          <mc:Choice xmlns:p14="http://schemas.microsoft.com/office/powerpoint/2010/main" Requires="p14">
            <p:contentPart p14:bwMode="auto" r:id="rId203">
              <p14:nvContentPartPr>
                <p14:cNvPr id="125" name="Ink 124">
                  <a:extLst>
                    <a:ext uri="{FF2B5EF4-FFF2-40B4-BE49-F238E27FC236}">
                      <a16:creationId xmlns:a16="http://schemas.microsoft.com/office/drawing/2014/main" id="{7779214B-CE49-8C6C-0023-D845E522BE0C}"/>
                    </a:ext>
                  </a:extLst>
                </p14:cNvPr>
                <p14:cNvContentPartPr/>
                <p14:nvPr/>
              </p14:nvContentPartPr>
              <p14:xfrm>
                <a:off x="2067950" y="4613077"/>
                <a:ext cx="145440" cy="137880"/>
              </p14:xfrm>
            </p:contentPart>
          </mc:Choice>
          <mc:Fallback>
            <p:pic>
              <p:nvPicPr>
                <p:cNvPr id="125" name="Ink 124">
                  <a:extLst>
                    <a:ext uri="{FF2B5EF4-FFF2-40B4-BE49-F238E27FC236}">
                      <a16:creationId xmlns:a16="http://schemas.microsoft.com/office/drawing/2014/main" id="{7779214B-CE49-8C6C-0023-D845E522BE0C}"/>
                    </a:ext>
                  </a:extLst>
                </p:cNvPr>
                <p:cNvPicPr/>
                <p:nvPr/>
              </p:nvPicPr>
              <p:blipFill>
                <a:blip r:embed="rId204"/>
                <a:stretch>
                  <a:fillRect/>
                </a:stretch>
              </p:blipFill>
              <p:spPr>
                <a:xfrm>
                  <a:off x="2049950" y="4595077"/>
                  <a:ext cx="181080" cy="173520"/>
                </a:xfrm>
                <a:prstGeom prst="rect">
                  <a:avLst/>
                </a:prstGeom>
              </p:spPr>
            </p:pic>
          </mc:Fallback>
        </mc:AlternateContent>
        <mc:AlternateContent xmlns:mc="http://schemas.openxmlformats.org/markup-compatibility/2006">
          <mc:Choice xmlns:p14="http://schemas.microsoft.com/office/powerpoint/2010/main" Requires="p14">
            <p:contentPart p14:bwMode="auto" r:id="rId205">
              <p14:nvContentPartPr>
                <p14:cNvPr id="126" name="Ink 125">
                  <a:extLst>
                    <a:ext uri="{FF2B5EF4-FFF2-40B4-BE49-F238E27FC236}">
                      <a16:creationId xmlns:a16="http://schemas.microsoft.com/office/drawing/2014/main" id="{3EF1C3E6-2AEE-1599-170A-16B5C2AE6554}"/>
                    </a:ext>
                  </a:extLst>
                </p14:cNvPr>
                <p14:cNvContentPartPr/>
                <p14:nvPr/>
              </p14:nvContentPartPr>
              <p14:xfrm>
                <a:off x="2135630" y="4639717"/>
                <a:ext cx="39600" cy="92880"/>
              </p14:xfrm>
            </p:contentPart>
          </mc:Choice>
          <mc:Fallback>
            <p:pic>
              <p:nvPicPr>
                <p:cNvPr id="126" name="Ink 125">
                  <a:extLst>
                    <a:ext uri="{FF2B5EF4-FFF2-40B4-BE49-F238E27FC236}">
                      <a16:creationId xmlns:a16="http://schemas.microsoft.com/office/drawing/2014/main" id="{3EF1C3E6-2AEE-1599-170A-16B5C2AE6554}"/>
                    </a:ext>
                  </a:extLst>
                </p:cNvPr>
                <p:cNvPicPr/>
                <p:nvPr/>
              </p:nvPicPr>
              <p:blipFill>
                <a:blip r:embed="rId206"/>
                <a:stretch>
                  <a:fillRect/>
                </a:stretch>
              </p:blipFill>
              <p:spPr>
                <a:xfrm>
                  <a:off x="2117630" y="4621717"/>
                  <a:ext cx="75240" cy="128520"/>
                </a:xfrm>
                <a:prstGeom prst="rect">
                  <a:avLst/>
                </a:prstGeom>
              </p:spPr>
            </p:pic>
          </mc:Fallback>
        </mc:AlternateContent>
        <mc:AlternateContent xmlns:mc="http://schemas.openxmlformats.org/markup-compatibility/2006">
          <mc:Choice xmlns:p14="http://schemas.microsoft.com/office/powerpoint/2010/main" Requires="p14">
            <p:contentPart p14:bwMode="auto" r:id="rId207">
              <p14:nvContentPartPr>
                <p14:cNvPr id="127" name="Ink 126">
                  <a:extLst>
                    <a:ext uri="{FF2B5EF4-FFF2-40B4-BE49-F238E27FC236}">
                      <a16:creationId xmlns:a16="http://schemas.microsoft.com/office/drawing/2014/main" id="{14E5260F-6428-A854-4082-1AE94B2EBFD2}"/>
                    </a:ext>
                  </a:extLst>
                </p14:cNvPr>
                <p14:cNvContentPartPr/>
                <p14:nvPr/>
              </p14:nvContentPartPr>
              <p14:xfrm>
                <a:off x="2134550" y="4435957"/>
                <a:ext cx="229680" cy="69840"/>
              </p14:xfrm>
            </p:contentPart>
          </mc:Choice>
          <mc:Fallback>
            <p:pic>
              <p:nvPicPr>
                <p:cNvPr id="127" name="Ink 126">
                  <a:extLst>
                    <a:ext uri="{FF2B5EF4-FFF2-40B4-BE49-F238E27FC236}">
                      <a16:creationId xmlns:a16="http://schemas.microsoft.com/office/drawing/2014/main" id="{14E5260F-6428-A854-4082-1AE94B2EBFD2}"/>
                    </a:ext>
                  </a:extLst>
                </p:cNvPr>
                <p:cNvPicPr/>
                <p:nvPr/>
              </p:nvPicPr>
              <p:blipFill>
                <a:blip r:embed="rId208"/>
                <a:stretch>
                  <a:fillRect/>
                </a:stretch>
              </p:blipFill>
              <p:spPr>
                <a:xfrm>
                  <a:off x="2116550" y="4418317"/>
                  <a:ext cx="265320" cy="105480"/>
                </a:xfrm>
                <a:prstGeom prst="rect">
                  <a:avLst/>
                </a:prstGeom>
              </p:spPr>
            </p:pic>
          </mc:Fallback>
        </mc:AlternateContent>
        <mc:AlternateContent xmlns:mc="http://schemas.openxmlformats.org/markup-compatibility/2006">
          <mc:Choice xmlns:p14="http://schemas.microsoft.com/office/powerpoint/2010/main" Requires="p14">
            <p:contentPart p14:bwMode="auto" r:id="rId209">
              <p14:nvContentPartPr>
                <p14:cNvPr id="128" name="Ink 127">
                  <a:extLst>
                    <a:ext uri="{FF2B5EF4-FFF2-40B4-BE49-F238E27FC236}">
                      <a16:creationId xmlns:a16="http://schemas.microsoft.com/office/drawing/2014/main" id="{B748AAC8-81DF-55E6-A8C5-E89BB4560FE8}"/>
                    </a:ext>
                  </a:extLst>
                </p14:cNvPr>
                <p14:cNvContentPartPr/>
                <p14:nvPr/>
              </p14:nvContentPartPr>
              <p14:xfrm>
                <a:off x="2230670" y="4341997"/>
                <a:ext cx="33480" cy="236880"/>
              </p14:xfrm>
            </p:contentPart>
          </mc:Choice>
          <mc:Fallback>
            <p:pic>
              <p:nvPicPr>
                <p:cNvPr id="128" name="Ink 127">
                  <a:extLst>
                    <a:ext uri="{FF2B5EF4-FFF2-40B4-BE49-F238E27FC236}">
                      <a16:creationId xmlns:a16="http://schemas.microsoft.com/office/drawing/2014/main" id="{B748AAC8-81DF-55E6-A8C5-E89BB4560FE8}"/>
                    </a:ext>
                  </a:extLst>
                </p:cNvPr>
                <p:cNvPicPr/>
                <p:nvPr/>
              </p:nvPicPr>
              <p:blipFill>
                <a:blip r:embed="rId210"/>
                <a:stretch>
                  <a:fillRect/>
                </a:stretch>
              </p:blipFill>
              <p:spPr>
                <a:xfrm>
                  <a:off x="2213030" y="4324357"/>
                  <a:ext cx="69120" cy="272520"/>
                </a:xfrm>
                <a:prstGeom prst="rect">
                  <a:avLst/>
                </a:prstGeom>
              </p:spPr>
            </p:pic>
          </mc:Fallback>
        </mc:AlternateContent>
        <mc:AlternateContent xmlns:mc="http://schemas.openxmlformats.org/markup-compatibility/2006">
          <mc:Choice xmlns:p14="http://schemas.microsoft.com/office/powerpoint/2010/main" Requires="p14">
            <p:contentPart p14:bwMode="auto" r:id="rId211">
              <p14:nvContentPartPr>
                <p14:cNvPr id="129" name="Ink 128">
                  <a:extLst>
                    <a:ext uri="{FF2B5EF4-FFF2-40B4-BE49-F238E27FC236}">
                      <a16:creationId xmlns:a16="http://schemas.microsoft.com/office/drawing/2014/main" id="{B12DAD4B-5421-6410-2AAF-BF0139AF5C91}"/>
                    </a:ext>
                  </a:extLst>
                </p14:cNvPr>
                <p14:cNvContentPartPr/>
                <p14:nvPr/>
              </p14:nvContentPartPr>
              <p14:xfrm>
                <a:off x="2297990" y="4223557"/>
                <a:ext cx="219600" cy="255960"/>
              </p14:xfrm>
            </p:contentPart>
          </mc:Choice>
          <mc:Fallback>
            <p:pic>
              <p:nvPicPr>
                <p:cNvPr id="129" name="Ink 128">
                  <a:extLst>
                    <a:ext uri="{FF2B5EF4-FFF2-40B4-BE49-F238E27FC236}">
                      <a16:creationId xmlns:a16="http://schemas.microsoft.com/office/drawing/2014/main" id="{B12DAD4B-5421-6410-2AAF-BF0139AF5C91}"/>
                    </a:ext>
                  </a:extLst>
                </p:cNvPr>
                <p:cNvPicPr/>
                <p:nvPr/>
              </p:nvPicPr>
              <p:blipFill>
                <a:blip r:embed="rId212"/>
                <a:stretch>
                  <a:fillRect/>
                </a:stretch>
              </p:blipFill>
              <p:spPr>
                <a:xfrm>
                  <a:off x="2279990" y="4205557"/>
                  <a:ext cx="255240" cy="291600"/>
                </a:xfrm>
                <a:prstGeom prst="rect">
                  <a:avLst/>
                </a:prstGeom>
              </p:spPr>
            </p:pic>
          </mc:Fallback>
        </mc:AlternateContent>
        <mc:AlternateContent xmlns:mc="http://schemas.openxmlformats.org/markup-compatibility/2006">
          <mc:Choice xmlns:p14="http://schemas.microsoft.com/office/powerpoint/2010/main" Requires="p14">
            <p:contentPart p14:bwMode="auto" r:id="rId213">
              <p14:nvContentPartPr>
                <p14:cNvPr id="130" name="Ink 129">
                  <a:extLst>
                    <a:ext uri="{FF2B5EF4-FFF2-40B4-BE49-F238E27FC236}">
                      <a16:creationId xmlns:a16="http://schemas.microsoft.com/office/drawing/2014/main" id="{C25755A0-77AC-B5D7-E6FF-802AC81C433D}"/>
                    </a:ext>
                  </a:extLst>
                </p14:cNvPr>
                <p14:cNvContentPartPr/>
                <p14:nvPr/>
              </p14:nvContentPartPr>
              <p14:xfrm>
                <a:off x="2319590" y="4077757"/>
                <a:ext cx="212400" cy="193320"/>
              </p14:xfrm>
            </p:contentPart>
          </mc:Choice>
          <mc:Fallback>
            <p:pic>
              <p:nvPicPr>
                <p:cNvPr id="130" name="Ink 129">
                  <a:extLst>
                    <a:ext uri="{FF2B5EF4-FFF2-40B4-BE49-F238E27FC236}">
                      <a16:creationId xmlns:a16="http://schemas.microsoft.com/office/drawing/2014/main" id="{C25755A0-77AC-B5D7-E6FF-802AC81C433D}"/>
                    </a:ext>
                  </a:extLst>
                </p:cNvPr>
                <p:cNvPicPr/>
                <p:nvPr/>
              </p:nvPicPr>
              <p:blipFill>
                <a:blip r:embed="rId214"/>
                <a:stretch>
                  <a:fillRect/>
                </a:stretch>
              </p:blipFill>
              <p:spPr>
                <a:xfrm>
                  <a:off x="2301950" y="4059757"/>
                  <a:ext cx="248040" cy="228960"/>
                </a:xfrm>
                <a:prstGeom prst="rect">
                  <a:avLst/>
                </a:prstGeom>
              </p:spPr>
            </p:pic>
          </mc:Fallback>
        </mc:AlternateContent>
        <mc:AlternateContent xmlns:mc="http://schemas.openxmlformats.org/markup-compatibility/2006">
          <mc:Choice xmlns:p14="http://schemas.microsoft.com/office/powerpoint/2010/main" Requires="p14">
            <p:contentPart p14:bwMode="auto" r:id="rId215">
              <p14:nvContentPartPr>
                <p14:cNvPr id="131" name="Ink 130">
                  <a:extLst>
                    <a:ext uri="{FF2B5EF4-FFF2-40B4-BE49-F238E27FC236}">
                      <a16:creationId xmlns:a16="http://schemas.microsoft.com/office/drawing/2014/main" id="{0F57824F-7E3B-333D-F76A-0BFE8F3995D4}"/>
                    </a:ext>
                  </a:extLst>
                </p14:cNvPr>
                <p14:cNvContentPartPr/>
                <p14:nvPr/>
              </p14:nvContentPartPr>
              <p14:xfrm>
                <a:off x="2648270" y="4044997"/>
                <a:ext cx="215280" cy="284760"/>
              </p14:xfrm>
            </p:contentPart>
          </mc:Choice>
          <mc:Fallback>
            <p:pic>
              <p:nvPicPr>
                <p:cNvPr id="131" name="Ink 130">
                  <a:extLst>
                    <a:ext uri="{FF2B5EF4-FFF2-40B4-BE49-F238E27FC236}">
                      <a16:creationId xmlns:a16="http://schemas.microsoft.com/office/drawing/2014/main" id="{0F57824F-7E3B-333D-F76A-0BFE8F3995D4}"/>
                    </a:ext>
                  </a:extLst>
                </p:cNvPr>
                <p:cNvPicPr/>
                <p:nvPr/>
              </p:nvPicPr>
              <p:blipFill>
                <a:blip r:embed="rId216"/>
                <a:stretch>
                  <a:fillRect/>
                </a:stretch>
              </p:blipFill>
              <p:spPr>
                <a:xfrm>
                  <a:off x="2630270" y="4026997"/>
                  <a:ext cx="250920" cy="320400"/>
                </a:xfrm>
                <a:prstGeom prst="rect">
                  <a:avLst/>
                </a:prstGeom>
              </p:spPr>
            </p:pic>
          </mc:Fallback>
        </mc:AlternateContent>
        <mc:AlternateContent xmlns:mc="http://schemas.openxmlformats.org/markup-compatibility/2006">
          <mc:Choice xmlns:p14="http://schemas.microsoft.com/office/powerpoint/2010/main" Requires="p14">
            <p:contentPart p14:bwMode="auto" r:id="rId217">
              <p14:nvContentPartPr>
                <p14:cNvPr id="132" name="Ink 131">
                  <a:extLst>
                    <a:ext uri="{FF2B5EF4-FFF2-40B4-BE49-F238E27FC236}">
                      <a16:creationId xmlns:a16="http://schemas.microsoft.com/office/drawing/2014/main" id="{DE8673F5-B592-10F7-FF83-CF8272B64F8A}"/>
                    </a:ext>
                  </a:extLst>
                </p14:cNvPr>
                <p14:cNvContentPartPr/>
                <p14:nvPr/>
              </p14:nvContentPartPr>
              <p14:xfrm>
                <a:off x="2702270" y="4143997"/>
                <a:ext cx="79920" cy="102240"/>
              </p14:xfrm>
            </p:contentPart>
          </mc:Choice>
          <mc:Fallback>
            <p:pic>
              <p:nvPicPr>
                <p:cNvPr id="132" name="Ink 131">
                  <a:extLst>
                    <a:ext uri="{FF2B5EF4-FFF2-40B4-BE49-F238E27FC236}">
                      <a16:creationId xmlns:a16="http://schemas.microsoft.com/office/drawing/2014/main" id="{DE8673F5-B592-10F7-FF83-CF8272B64F8A}"/>
                    </a:ext>
                  </a:extLst>
                </p:cNvPr>
                <p:cNvPicPr/>
                <p:nvPr/>
              </p:nvPicPr>
              <p:blipFill>
                <a:blip r:embed="rId218"/>
                <a:stretch>
                  <a:fillRect/>
                </a:stretch>
              </p:blipFill>
              <p:spPr>
                <a:xfrm>
                  <a:off x="2684630" y="4125997"/>
                  <a:ext cx="115560" cy="137880"/>
                </a:xfrm>
                <a:prstGeom prst="rect">
                  <a:avLst/>
                </a:prstGeom>
              </p:spPr>
            </p:pic>
          </mc:Fallback>
        </mc:AlternateContent>
      </p:grpSp>
      <p:grpSp>
        <p:nvGrpSpPr>
          <p:cNvPr id="163" name="Group 162">
            <a:extLst>
              <a:ext uri="{FF2B5EF4-FFF2-40B4-BE49-F238E27FC236}">
                <a16:creationId xmlns:a16="http://schemas.microsoft.com/office/drawing/2014/main" id="{566C4025-38AD-61D3-5B3F-DFC15C515C92}"/>
              </a:ext>
            </a:extLst>
          </p:cNvPr>
          <p:cNvGrpSpPr/>
          <p:nvPr/>
        </p:nvGrpSpPr>
        <p:grpSpPr>
          <a:xfrm>
            <a:off x="8785550" y="5600197"/>
            <a:ext cx="743400" cy="258840"/>
            <a:chOff x="8785550" y="5600197"/>
            <a:chExt cx="743400" cy="258840"/>
          </a:xfrm>
        </p:grpSpPr>
        <mc:AlternateContent xmlns:mc="http://schemas.openxmlformats.org/markup-compatibility/2006">
          <mc:Choice xmlns:p14="http://schemas.microsoft.com/office/powerpoint/2010/main" Requires="p14">
            <p:contentPart p14:bwMode="auto" r:id="rId219">
              <p14:nvContentPartPr>
                <p14:cNvPr id="143" name="Ink 142">
                  <a:extLst>
                    <a:ext uri="{FF2B5EF4-FFF2-40B4-BE49-F238E27FC236}">
                      <a16:creationId xmlns:a16="http://schemas.microsoft.com/office/drawing/2014/main" id="{7B151522-80D5-AA6B-18BC-324E804D225E}"/>
                    </a:ext>
                  </a:extLst>
                </p14:cNvPr>
                <p14:cNvContentPartPr/>
                <p14:nvPr/>
              </p14:nvContentPartPr>
              <p14:xfrm>
                <a:off x="8816510" y="5654557"/>
                <a:ext cx="51480" cy="204480"/>
              </p14:xfrm>
            </p:contentPart>
          </mc:Choice>
          <mc:Fallback>
            <p:pic>
              <p:nvPicPr>
                <p:cNvPr id="143" name="Ink 142">
                  <a:extLst>
                    <a:ext uri="{FF2B5EF4-FFF2-40B4-BE49-F238E27FC236}">
                      <a16:creationId xmlns:a16="http://schemas.microsoft.com/office/drawing/2014/main" id="{7B151522-80D5-AA6B-18BC-324E804D225E}"/>
                    </a:ext>
                  </a:extLst>
                </p:cNvPr>
                <p:cNvPicPr/>
                <p:nvPr/>
              </p:nvPicPr>
              <p:blipFill>
                <a:blip r:embed="rId220"/>
                <a:stretch>
                  <a:fillRect/>
                </a:stretch>
              </p:blipFill>
              <p:spPr>
                <a:xfrm>
                  <a:off x="8798510" y="5636557"/>
                  <a:ext cx="87120" cy="240120"/>
                </a:xfrm>
                <a:prstGeom prst="rect">
                  <a:avLst/>
                </a:prstGeom>
              </p:spPr>
            </p:pic>
          </mc:Fallback>
        </mc:AlternateContent>
        <mc:AlternateContent xmlns:mc="http://schemas.openxmlformats.org/markup-compatibility/2006">
          <mc:Choice xmlns:p14="http://schemas.microsoft.com/office/powerpoint/2010/main" Requires="p14">
            <p:contentPart p14:bwMode="auto" r:id="rId221">
              <p14:nvContentPartPr>
                <p14:cNvPr id="144" name="Ink 143">
                  <a:extLst>
                    <a:ext uri="{FF2B5EF4-FFF2-40B4-BE49-F238E27FC236}">
                      <a16:creationId xmlns:a16="http://schemas.microsoft.com/office/drawing/2014/main" id="{00261F4F-117D-5B80-42FC-C188BF9A7D66}"/>
                    </a:ext>
                  </a:extLst>
                </p14:cNvPr>
                <p14:cNvContentPartPr/>
                <p14:nvPr/>
              </p14:nvContentPartPr>
              <p14:xfrm>
                <a:off x="8785550" y="5709997"/>
                <a:ext cx="124560" cy="67320"/>
              </p14:xfrm>
            </p:contentPart>
          </mc:Choice>
          <mc:Fallback>
            <p:pic>
              <p:nvPicPr>
                <p:cNvPr id="144" name="Ink 143">
                  <a:extLst>
                    <a:ext uri="{FF2B5EF4-FFF2-40B4-BE49-F238E27FC236}">
                      <a16:creationId xmlns:a16="http://schemas.microsoft.com/office/drawing/2014/main" id="{00261F4F-117D-5B80-42FC-C188BF9A7D66}"/>
                    </a:ext>
                  </a:extLst>
                </p:cNvPr>
                <p:cNvPicPr/>
                <p:nvPr/>
              </p:nvPicPr>
              <p:blipFill>
                <a:blip r:embed="rId222"/>
                <a:stretch>
                  <a:fillRect/>
                </a:stretch>
              </p:blipFill>
              <p:spPr>
                <a:xfrm>
                  <a:off x="8767550" y="5692357"/>
                  <a:ext cx="160200" cy="102960"/>
                </a:xfrm>
                <a:prstGeom prst="rect">
                  <a:avLst/>
                </a:prstGeom>
              </p:spPr>
            </p:pic>
          </mc:Fallback>
        </mc:AlternateContent>
        <mc:AlternateContent xmlns:mc="http://schemas.openxmlformats.org/markup-compatibility/2006">
          <mc:Choice xmlns:p14="http://schemas.microsoft.com/office/powerpoint/2010/main" Requires="p14">
            <p:contentPart p14:bwMode="auto" r:id="rId223">
              <p14:nvContentPartPr>
                <p14:cNvPr id="145" name="Ink 144">
                  <a:extLst>
                    <a:ext uri="{FF2B5EF4-FFF2-40B4-BE49-F238E27FC236}">
                      <a16:creationId xmlns:a16="http://schemas.microsoft.com/office/drawing/2014/main" id="{196581C0-548C-D5FD-91BB-0E8531C7015E}"/>
                    </a:ext>
                  </a:extLst>
                </p14:cNvPr>
                <p14:cNvContentPartPr/>
                <p14:nvPr/>
              </p14:nvContentPartPr>
              <p14:xfrm>
                <a:off x="8946830" y="5693437"/>
                <a:ext cx="104760" cy="164520"/>
              </p14:xfrm>
            </p:contentPart>
          </mc:Choice>
          <mc:Fallback>
            <p:pic>
              <p:nvPicPr>
                <p:cNvPr id="145" name="Ink 144">
                  <a:extLst>
                    <a:ext uri="{FF2B5EF4-FFF2-40B4-BE49-F238E27FC236}">
                      <a16:creationId xmlns:a16="http://schemas.microsoft.com/office/drawing/2014/main" id="{196581C0-548C-D5FD-91BB-0E8531C7015E}"/>
                    </a:ext>
                  </a:extLst>
                </p:cNvPr>
                <p:cNvPicPr/>
                <p:nvPr/>
              </p:nvPicPr>
              <p:blipFill>
                <a:blip r:embed="rId224"/>
                <a:stretch>
                  <a:fillRect/>
                </a:stretch>
              </p:blipFill>
              <p:spPr>
                <a:xfrm>
                  <a:off x="8928830" y="5675437"/>
                  <a:ext cx="140400" cy="200160"/>
                </a:xfrm>
                <a:prstGeom prst="rect">
                  <a:avLst/>
                </a:prstGeom>
              </p:spPr>
            </p:pic>
          </mc:Fallback>
        </mc:AlternateContent>
        <mc:AlternateContent xmlns:mc="http://schemas.openxmlformats.org/markup-compatibility/2006">
          <mc:Choice xmlns:p14="http://schemas.microsoft.com/office/powerpoint/2010/main" Requires="p14">
            <p:contentPart p14:bwMode="auto" r:id="rId225">
              <p14:nvContentPartPr>
                <p14:cNvPr id="146" name="Ink 145">
                  <a:extLst>
                    <a:ext uri="{FF2B5EF4-FFF2-40B4-BE49-F238E27FC236}">
                      <a16:creationId xmlns:a16="http://schemas.microsoft.com/office/drawing/2014/main" id="{D2E0A31D-BC51-880D-72C9-78F2E42C4FCA}"/>
                    </a:ext>
                  </a:extLst>
                </p14:cNvPr>
                <p14:cNvContentPartPr/>
                <p14:nvPr/>
              </p14:nvContentPartPr>
              <p14:xfrm>
                <a:off x="9128990" y="5619277"/>
                <a:ext cx="31680" cy="183960"/>
              </p14:xfrm>
            </p:contentPart>
          </mc:Choice>
          <mc:Fallback>
            <p:pic>
              <p:nvPicPr>
                <p:cNvPr id="146" name="Ink 145">
                  <a:extLst>
                    <a:ext uri="{FF2B5EF4-FFF2-40B4-BE49-F238E27FC236}">
                      <a16:creationId xmlns:a16="http://schemas.microsoft.com/office/drawing/2014/main" id="{D2E0A31D-BC51-880D-72C9-78F2E42C4FCA}"/>
                    </a:ext>
                  </a:extLst>
                </p:cNvPr>
                <p:cNvPicPr/>
                <p:nvPr/>
              </p:nvPicPr>
              <p:blipFill>
                <a:blip r:embed="rId226"/>
                <a:stretch>
                  <a:fillRect/>
                </a:stretch>
              </p:blipFill>
              <p:spPr>
                <a:xfrm>
                  <a:off x="9111350" y="5601637"/>
                  <a:ext cx="67320" cy="219600"/>
                </a:xfrm>
                <a:prstGeom prst="rect">
                  <a:avLst/>
                </a:prstGeom>
              </p:spPr>
            </p:pic>
          </mc:Fallback>
        </mc:AlternateContent>
        <mc:AlternateContent xmlns:mc="http://schemas.openxmlformats.org/markup-compatibility/2006">
          <mc:Choice xmlns:p14="http://schemas.microsoft.com/office/powerpoint/2010/main" Requires="p14">
            <p:contentPart p14:bwMode="auto" r:id="rId227">
              <p14:nvContentPartPr>
                <p14:cNvPr id="147" name="Ink 146">
                  <a:extLst>
                    <a:ext uri="{FF2B5EF4-FFF2-40B4-BE49-F238E27FC236}">
                      <a16:creationId xmlns:a16="http://schemas.microsoft.com/office/drawing/2014/main" id="{9FFE3385-04FD-2D6E-829D-64C7AB3560C3}"/>
                    </a:ext>
                  </a:extLst>
                </p14:cNvPr>
                <p14:cNvContentPartPr/>
                <p14:nvPr/>
              </p14:nvContentPartPr>
              <p14:xfrm>
                <a:off x="9105950" y="5725477"/>
                <a:ext cx="78480" cy="16920"/>
              </p14:xfrm>
            </p:contentPart>
          </mc:Choice>
          <mc:Fallback>
            <p:pic>
              <p:nvPicPr>
                <p:cNvPr id="147" name="Ink 146">
                  <a:extLst>
                    <a:ext uri="{FF2B5EF4-FFF2-40B4-BE49-F238E27FC236}">
                      <a16:creationId xmlns:a16="http://schemas.microsoft.com/office/drawing/2014/main" id="{9FFE3385-04FD-2D6E-829D-64C7AB3560C3}"/>
                    </a:ext>
                  </a:extLst>
                </p:cNvPr>
                <p:cNvPicPr/>
                <p:nvPr/>
              </p:nvPicPr>
              <p:blipFill>
                <a:blip r:embed="rId228"/>
                <a:stretch>
                  <a:fillRect/>
                </a:stretch>
              </p:blipFill>
              <p:spPr>
                <a:xfrm>
                  <a:off x="9088310" y="5707477"/>
                  <a:ext cx="114120" cy="52560"/>
                </a:xfrm>
                <a:prstGeom prst="rect">
                  <a:avLst/>
                </a:prstGeom>
              </p:spPr>
            </p:pic>
          </mc:Fallback>
        </mc:AlternateContent>
        <mc:AlternateContent xmlns:mc="http://schemas.openxmlformats.org/markup-compatibility/2006">
          <mc:Choice xmlns:p14="http://schemas.microsoft.com/office/powerpoint/2010/main" Requires="p14">
            <p:contentPart p14:bwMode="auto" r:id="rId229">
              <p14:nvContentPartPr>
                <p14:cNvPr id="148" name="Ink 147">
                  <a:extLst>
                    <a:ext uri="{FF2B5EF4-FFF2-40B4-BE49-F238E27FC236}">
                      <a16:creationId xmlns:a16="http://schemas.microsoft.com/office/drawing/2014/main" id="{67907BEE-2702-E2D8-1333-9F03253C8B4A}"/>
                    </a:ext>
                  </a:extLst>
                </p14:cNvPr>
                <p14:cNvContentPartPr/>
                <p14:nvPr/>
              </p14:nvContentPartPr>
              <p14:xfrm>
                <a:off x="9287750" y="5707477"/>
                <a:ext cx="86400" cy="106560"/>
              </p14:xfrm>
            </p:contentPart>
          </mc:Choice>
          <mc:Fallback>
            <p:pic>
              <p:nvPicPr>
                <p:cNvPr id="148" name="Ink 147">
                  <a:extLst>
                    <a:ext uri="{FF2B5EF4-FFF2-40B4-BE49-F238E27FC236}">
                      <a16:creationId xmlns:a16="http://schemas.microsoft.com/office/drawing/2014/main" id="{67907BEE-2702-E2D8-1333-9F03253C8B4A}"/>
                    </a:ext>
                  </a:extLst>
                </p:cNvPr>
                <p:cNvPicPr/>
                <p:nvPr/>
              </p:nvPicPr>
              <p:blipFill>
                <a:blip r:embed="rId230"/>
                <a:stretch>
                  <a:fillRect/>
                </a:stretch>
              </p:blipFill>
              <p:spPr>
                <a:xfrm>
                  <a:off x="9269750" y="5689837"/>
                  <a:ext cx="122040" cy="142200"/>
                </a:xfrm>
                <a:prstGeom prst="rect">
                  <a:avLst/>
                </a:prstGeom>
              </p:spPr>
            </p:pic>
          </mc:Fallback>
        </mc:AlternateContent>
        <mc:AlternateContent xmlns:mc="http://schemas.openxmlformats.org/markup-compatibility/2006">
          <mc:Choice xmlns:p14="http://schemas.microsoft.com/office/powerpoint/2010/main" Requires="p14">
            <p:contentPart p14:bwMode="auto" r:id="rId231">
              <p14:nvContentPartPr>
                <p14:cNvPr id="149" name="Ink 148">
                  <a:extLst>
                    <a:ext uri="{FF2B5EF4-FFF2-40B4-BE49-F238E27FC236}">
                      <a16:creationId xmlns:a16="http://schemas.microsoft.com/office/drawing/2014/main" id="{32B7D5C3-5C40-D38E-3769-A8F1F8347289}"/>
                    </a:ext>
                  </a:extLst>
                </p14:cNvPr>
                <p14:cNvContentPartPr/>
                <p14:nvPr/>
              </p14:nvContentPartPr>
              <p14:xfrm>
                <a:off x="9449030" y="5600197"/>
                <a:ext cx="79920" cy="255960"/>
              </p14:xfrm>
            </p:contentPart>
          </mc:Choice>
          <mc:Fallback>
            <p:pic>
              <p:nvPicPr>
                <p:cNvPr id="149" name="Ink 148">
                  <a:extLst>
                    <a:ext uri="{FF2B5EF4-FFF2-40B4-BE49-F238E27FC236}">
                      <a16:creationId xmlns:a16="http://schemas.microsoft.com/office/drawing/2014/main" id="{32B7D5C3-5C40-D38E-3769-A8F1F8347289}"/>
                    </a:ext>
                  </a:extLst>
                </p:cNvPr>
                <p:cNvPicPr/>
                <p:nvPr/>
              </p:nvPicPr>
              <p:blipFill>
                <a:blip r:embed="rId232"/>
                <a:stretch>
                  <a:fillRect/>
                </a:stretch>
              </p:blipFill>
              <p:spPr>
                <a:xfrm>
                  <a:off x="9431030" y="5582557"/>
                  <a:ext cx="115560" cy="291600"/>
                </a:xfrm>
                <a:prstGeom prst="rect">
                  <a:avLst/>
                </a:prstGeom>
              </p:spPr>
            </p:pic>
          </mc:Fallback>
        </mc:AlternateContent>
      </p:grpSp>
      <p:grpSp>
        <p:nvGrpSpPr>
          <p:cNvPr id="166" name="Group 165">
            <a:extLst>
              <a:ext uri="{FF2B5EF4-FFF2-40B4-BE49-F238E27FC236}">
                <a16:creationId xmlns:a16="http://schemas.microsoft.com/office/drawing/2014/main" id="{29E65780-4F39-443C-97CC-0BE38DCC9E72}"/>
              </a:ext>
            </a:extLst>
          </p:cNvPr>
          <p:cNvGrpSpPr/>
          <p:nvPr/>
        </p:nvGrpSpPr>
        <p:grpSpPr>
          <a:xfrm>
            <a:off x="8312870" y="4365037"/>
            <a:ext cx="3743640" cy="1062360"/>
            <a:chOff x="8312870" y="4365037"/>
            <a:chExt cx="3743640" cy="1062360"/>
          </a:xfrm>
        </p:grpSpPr>
        <mc:AlternateContent xmlns:mc="http://schemas.openxmlformats.org/markup-compatibility/2006">
          <mc:Choice xmlns:p14="http://schemas.microsoft.com/office/powerpoint/2010/main" Requires="p14">
            <p:contentPart p14:bwMode="auto" r:id="rId233">
              <p14:nvContentPartPr>
                <p14:cNvPr id="135" name="Ink 134">
                  <a:extLst>
                    <a:ext uri="{FF2B5EF4-FFF2-40B4-BE49-F238E27FC236}">
                      <a16:creationId xmlns:a16="http://schemas.microsoft.com/office/drawing/2014/main" id="{32EA4C01-94B0-3C91-300F-BC765F2355E0}"/>
                    </a:ext>
                  </a:extLst>
                </p14:cNvPr>
                <p14:cNvContentPartPr/>
                <p14:nvPr/>
              </p14:nvContentPartPr>
              <p14:xfrm>
                <a:off x="8312870" y="4788757"/>
                <a:ext cx="202320" cy="433080"/>
              </p14:xfrm>
            </p:contentPart>
          </mc:Choice>
          <mc:Fallback>
            <p:pic>
              <p:nvPicPr>
                <p:cNvPr id="135" name="Ink 134">
                  <a:extLst>
                    <a:ext uri="{FF2B5EF4-FFF2-40B4-BE49-F238E27FC236}">
                      <a16:creationId xmlns:a16="http://schemas.microsoft.com/office/drawing/2014/main" id="{32EA4C01-94B0-3C91-300F-BC765F2355E0}"/>
                    </a:ext>
                  </a:extLst>
                </p:cNvPr>
                <p:cNvPicPr/>
                <p:nvPr/>
              </p:nvPicPr>
              <p:blipFill>
                <a:blip r:embed="rId234"/>
                <a:stretch>
                  <a:fillRect/>
                </a:stretch>
              </p:blipFill>
              <p:spPr>
                <a:xfrm>
                  <a:off x="8295230" y="4770757"/>
                  <a:ext cx="237960" cy="468720"/>
                </a:xfrm>
                <a:prstGeom prst="rect">
                  <a:avLst/>
                </a:prstGeom>
              </p:spPr>
            </p:pic>
          </mc:Fallback>
        </mc:AlternateContent>
        <mc:AlternateContent xmlns:mc="http://schemas.openxmlformats.org/markup-compatibility/2006">
          <mc:Choice xmlns:p14="http://schemas.microsoft.com/office/powerpoint/2010/main" Requires="p14">
            <p:contentPart p14:bwMode="auto" r:id="rId235">
              <p14:nvContentPartPr>
                <p14:cNvPr id="136" name="Ink 135">
                  <a:extLst>
                    <a:ext uri="{FF2B5EF4-FFF2-40B4-BE49-F238E27FC236}">
                      <a16:creationId xmlns:a16="http://schemas.microsoft.com/office/drawing/2014/main" id="{9B02D124-AD1C-337D-92B9-1F853C7F4B19}"/>
                    </a:ext>
                  </a:extLst>
                </p14:cNvPr>
                <p14:cNvContentPartPr/>
                <p14:nvPr/>
              </p14:nvContentPartPr>
              <p14:xfrm>
                <a:off x="8614190" y="5154517"/>
                <a:ext cx="177480" cy="201600"/>
              </p14:xfrm>
            </p:contentPart>
          </mc:Choice>
          <mc:Fallback>
            <p:pic>
              <p:nvPicPr>
                <p:cNvPr id="136" name="Ink 135">
                  <a:extLst>
                    <a:ext uri="{FF2B5EF4-FFF2-40B4-BE49-F238E27FC236}">
                      <a16:creationId xmlns:a16="http://schemas.microsoft.com/office/drawing/2014/main" id="{9B02D124-AD1C-337D-92B9-1F853C7F4B19}"/>
                    </a:ext>
                  </a:extLst>
                </p:cNvPr>
                <p:cNvPicPr/>
                <p:nvPr/>
              </p:nvPicPr>
              <p:blipFill>
                <a:blip r:embed="rId236"/>
                <a:stretch>
                  <a:fillRect/>
                </a:stretch>
              </p:blipFill>
              <p:spPr>
                <a:xfrm>
                  <a:off x="8596190" y="5136517"/>
                  <a:ext cx="213120" cy="237240"/>
                </a:xfrm>
                <a:prstGeom prst="rect">
                  <a:avLst/>
                </a:prstGeom>
              </p:spPr>
            </p:pic>
          </mc:Fallback>
        </mc:AlternateContent>
        <mc:AlternateContent xmlns:mc="http://schemas.openxmlformats.org/markup-compatibility/2006">
          <mc:Choice xmlns:p14="http://schemas.microsoft.com/office/powerpoint/2010/main" Requires="p14">
            <p:contentPart p14:bwMode="auto" r:id="rId237">
              <p14:nvContentPartPr>
                <p14:cNvPr id="137" name="Ink 136">
                  <a:extLst>
                    <a:ext uri="{FF2B5EF4-FFF2-40B4-BE49-F238E27FC236}">
                      <a16:creationId xmlns:a16="http://schemas.microsoft.com/office/drawing/2014/main" id="{B83A35DA-70EA-276B-41BA-DFC93DE5304A}"/>
                    </a:ext>
                  </a:extLst>
                </p14:cNvPr>
                <p14:cNvContentPartPr/>
                <p14:nvPr/>
              </p14:nvContentPartPr>
              <p14:xfrm>
                <a:off x="8854310" y="5204557"/>
                <a:ext cx="79920" cy="116280"/>
              </p14:xfrm>
            </p:contentPart>
          </mc:Choice>
          <mc:Fallback>
            <p:pic>
              <p:nvPicPr>
                <p:cNvPr id="137" name="Ink 136">
                  <a:extLst>
                    <a:ext uri="{FF2B5EF4-FFF2-40B4-BE49-F238E27FC236}">
                      <a16:creationId xmlns:a16="http://schemas.microsoft.com/office/drawing/2014/main" id="{B83A35DA-70EA-276B-41BA-DFC93DE5304A}"/>
                    </a:ext>
                  </a:extLst>
                </p:cNvPr>
                <p:cNvPicPr/>
                <p:nvPr/>
              </p:nvPicPr>
              <p:blipFill>
                <a:blip r:embed="rId238"/>
                <a:stretch>
                  <a:fillRect/>
                </a:stretch>
              </p:blipFill>
              <p:spPr>
                <a:xfrm>
                  <a:off x="8836670" y="5186557"/>
                  <a:ext cx="115560" cy="151920"/>
                </a:xfrm>
                <a:prstGeom prst="rect">
                  <a:avLst/>
                </a:prstGeom>
              </p:spPr>
            </p:pic>
          </mc:Fallback>
        </mc:AlternateContent>
        <mc:AlternateContent xmlns:mc="http://schemas.openxmlformats.org/markup-compatibility/2006">
          <mc:Choice xmlns:p14="http://schemas.microsoft.com/office/powerpoint/2010/main" Requires="p14">
            <p:contentPart p14:bwMode="auto" r:id="rId239">
              <p14:nvContentPartPr>
                <p14:cNvPr id="138" name="Ink 137">
                  <a:extLst>
                    <a:ext uri="{FF2B5EF4-FFF2-40B4-BE49-F238E27FC236}">
                      <a16:creationId xmlns:a16="http://schemas.microsoft.com/office/drawing/2014/main" id="{7CA5134C-2DAE-EC69-3952-57EB4B61F80E}"/>
                    </a:ext>
                  </a:extLst>
                </p14:cNvPr>
                <p14:cNvContentPartPr/>
                <p14:nvPr/>
              </p14:nvContentPartPr>
              <p14:xfrm>
                <a:off x="8992910" y="5210677"/>
                <a:ext cx="44280" cy="124200"/>
              </p14:xfrm>
            </p:contentPart>
          </mc:Choice>
          <mc:Fallback>
            <p:pic>
              <p:nvPicPr>
                <p:cNvPr id="138" name="Ink 137">
                  <a:extLst>
                    <a:ext uri="{FF2B5EF4-FFF2-40B4-BE49-F238E27FC236}">
                      <a16:creationId xmlns:a16="http://schemas.microsoft.com/office/drawing/2014/main" id="{7CA5134C-2DAE-EC69-3952-57EB4B61F80E}"/>
                    </a:ext>
                  </a:extLst>
                </p:cNvPr>
                <p:cNvPicPr/>
                <p:nvPr/>
              </p:nvPicPr>
              <p:blipFill>
                <a:blip r:embed="rId240"/>
                <a:stretch>
                  <a:fillRect/>
                </a:stretch>
              </p:blipFill>
              <p:spPr>
                <a:xfrm>
                  <a:off x="8975270" y="5193037"/>
                  <a:ext cx="79920" cy="159840"/>
                </a:xfrm>
                <a:prstGeom prst="rect">
                  <a:avLst/>
                </a:prstGeom>
              </p:spPr>
            </p:pic>
          </mc:Fallback>
        </mc:AlternateContent>
        <mc:AlternateContent xmlns:mc="http://schemas.openxmlformats.org/markup-compatibility/2006">
          <mc:Choice xmlns:p14="http://schemas.microsoft.com/office/powerpoint/2010/main" Requires="p14">
            <p:contentPart p14:bwMode="auto" r:id="rId241">
              <p14:nvContentPartPr>
                <p14:cNvPr id="139" name="Ink 138">
                  <a:extLst>
                    <a:ext uri="{FF2B5EF4-FFF2-40B4-BE49-F238E27FC236}">
                      <a16:creationId xmlns:a16="http://schemas.microsoft.com/office/drawing/2014/main" id="{20F4440B-2388-131C-530A-5E8F0AF234A5}"/>
                    </a:ext>
                  </a:extLst>
                </p14:cNvPr>
                <p14:cNvContentPartPr/>
                <p14:nvPr/>
              </p14:nvContentPartPr>
              <p14:xfrm>
                <a:off x="9004070" y="5072437"/>
                <a:ext cx="19080" cy="55080"/>
              </p14:xfrm>
            </p:contentPart>
          </mc:Choice>
          <mc:Fallback>
            <p:pic>
              <p:nvPicPr>
                <p:cNvPr id="139" name="Ink 138">
                  <a:extLst>
                    <a:ext uri="{FF2B5EF4-FFF2-40B4-BE49-F238E27FC236}">
                      <a16:creationId xmlns:a16="http://schemas.microsoft.com/office/drawing/2014/main" id="{20F4440B-2388-131C-530A-5E8F0AF234A5}"/>
                    </a:ext>
                  </a:extLst>
                </p:cNvPr>
                <p:cNvPicPr/>
                <p:nvPr/>
              </p:nvPicPr>
              <p:blipFill>
                <a:blip r:embed="rId242"/>
                <a:stretch>
                  <a:fillRect/>
                </a:stretch>
              </p:blipFill>
              <p:spPr>
                <a:xfrm>
                  <a:off x="8986430" y="5054797"/>
                  <a:ext cx="54720" cy="90720"/>
                </a:xfrm>
                <a:prstGeom prst="rect">
                  <a:avLst/>
                </a:prstGeom>
              </p:spPr>
            </p:pic>
          </mc:Fallback>
        </mc:AlternateContent>
        <mc:AlternateContent xmlns:mc="http://schemas.openxmlformats.org/markup-compatibility/2006">
          <mc:Choice xmlns:p14="http://schemas.microsoft.com/office/powerpoint/2010/main" Requires="p14">
            <p:contentPart p14:bwMode="auto" r:id="rId243">
              <p14:nvContentPartPr>
                <p14:cNvPr id="140" name="Ink 139">
                  <a:extLst>
                    <a:ext uri="{FF2B5EF4-FFF2-40B4-BE49-F238E27FC236}">
                      <a16:creationId xmlns:a16="http://schemas.microsoft.com/office/drawing/2014/main" id="{B7CFFC2E-28BE-7A36-20BF-88613697B94D}"/>
                    </a:ext>
                  </a:extLst>
                </p14:cNvPr>
                <p14:cNvContentPartPr/>
                <p14:nvPr/>
              </p14:nvContentPartPr>
              <p14:xfrm>
                <a:off x="9108830" y="5135437"/>
                <a:ext cx="58320" cy="219960"/>
              </p14:xfrm>
            </p:contentPart>
          </mc:Choice>
          <mc:Fallback>
            <p:pic>
              <p:nvPicPr>
                <p:cNvPr id="140" name="Ink 139">
                  <a:extLst>
                    <a:ext uri="{FF2B5EF4-FFF2-40B4-BE49-F238E27FC236}">
                      <a16:creationId xmlns:a16="http://schemas.microsoft.com/office/drawing/2014/main" id="{B7CFFC2E-28BE-7A36-20BF-88613697B94D}"/>
                    </a:ext>
                  </a:extLst>
                </p:cNvPr>
                <p:cNvPicPr/>
                <p:nvPr/>
              </p:nvPicPr>
              <p:blipFill>
                <a:blip r:embed="rId244"/>
                <a:stretch>
                  <a:fillRect/>
                </a:stretch>
              </p:blipFill>
              <p:spPr>
                <a:xfrm>
                  <a:off x="9090830" y="5117797"/>
                  <a:ext cx="93960" cy="255600"/>
                </a:xfrm>
                <a:prstGeom prst="rect">
                  <a:avLst/>
                </a:prstGeom>
              </p:spPr>
            </p:pic>
          </mc:Fallback>
        </mc:AlternateContent>
        <mc:AlternateContent xmlns:mc="http://schemas.openxmlformats.org/markup-compatibility/2006">
          <mc:Choice xmlns:p14="http://schemas.microsoft.com/office/powerpoint/2010/main" Requires="p14">
            <p:contentPart p14:bwMode="auto" r:id="rId245">
              <p14:nvContentPartPr>
                <p14:cNvPr id="141" name="Ink 140">
                  <a:extLst>
                    <a:ext uri="{FF2B5EF4-FFF2-40B4-BE49-F238E27FC236}">
                      <a16:creationId xmlns:a16="http://schemas.microsoft.com/office/drawing/2014/main" id="{54840035-8ED1-3092-7D96-BC040DDDF29B}"/>
                    </a:ext>
                  </a:extLst>
                </p14:cNvPr>
                <p14:cNvContentPartPr/>
                <p14:nvPr/>
              </p14:nvContentPartPr>
              <p14:xfrm>
                <a:off x="9210350" y="5169277"/>
                <a:ext cx="71640" cy="137520"/>
              </p14:xfrm>
            </p:contentPart>
          </mc:Choice>
          <mc:Fallback>
            <p:pic>
              <p:nvPicPr>
                <p:cNvPr id="141" name="Ink 140">
                  <a:extLst>
                    <a:ext uri="{FF2B5EF4-FFF2-40B4-BE49-F238E27FC236}">
                      <a16:creationId xmlns:a16="http://schemas.microsoft.com/office/drawing/2014/main" id="{54840035-8ED1-3092-7D96-BC040DDDF29B}"/>
                    </a:ext>
                  </a:extLst>
                </p:cNvPr>
                <p:cNvPicPr/>
                <p:nvPr/>
              </p:nvPicPr>
              <p:blipFill>
                <a:blip r:embed="rId246"/>
                <a:stretch>
                  <a:fillRect/>
                </a:stretch>
              </p:blipFill>
              <p:spPr>
                <a:xfrm>
                  <a:off x="9192710" y="5151277"/>
                  <a:ext cx="107280" cy="173160"/>
                </a:xfrm>
                <a:prstGeom prst="rect">
                  <a:avLst/>
                </a:prstGeom>
              </p:spPr>
            </p:pic>
          </mc:Fallback>
        </mc:AlternateContent>
        <mc:AlternateContent xmlns:mc="http://schemas.openxmlformats.org/markup-compatibility/2006">
          <mc:Choice xmlns:p14="http://schemas.microsoft.com/office/powerpoint/2010/main" Requires="p14">
            <p:contentPart p14:bwMode="auto" r:id="rId247">
              <p14:nvContentPartPr>
                <p14:cNvPr id="142" name="Ink 141">
                  <a:extLst>
                    <a:ext uri="{FF2B5EF4-FFF2-40B4-BE49-F238E27FC236}">
                      <a16:creationId xmlns:a16="http://schemas.microsoft.com/office/drawing/2014/main" id="{096F1DCB-A155-E68A-91D1-F17D315BBE86}"/>
                    </a:ext>
                  </a:extLst>
                </p14:cNvPr>
                <p14:cNvContentPartPr/>
                <p14:nvPr/>
              </p14:nvContentPartPr>
              <p14:xfrm>
                <a:off x="9360470" y="5283757"/>
                <a:ext cx="47520" cy="143640"/>
              </p14:xfrm>
            </p:contentPart>
          </mc:Choice>
          <mc:Fallback>
            <p:pic>
              <p:nvPicPr>
                <p:cNvPr id="142" name="Ink 141">
                  <a:extLst>
                    <a:ext uri="{FF2B5EF4-FFF2-40B4-BE49-F238E27FC236}">
                      <a16:creationId xmlns:a16="http://schemas.microsoft.com/office/drawing/2014/main" id="{096F1DCB-A155-E68A-91D1-F17D315BBE86}"/>
                    </a:ext>
                  </a:extLst>
                </p:cNvPr>
                <p:cNvPicPr/>
                <p:nvPr/>
              </p:nvPicPr>
              <p:blipFill>
                <a:blip r:embed="rId248"/>
                <a:stretch>
                  <a:fillRect/>
                </a:stretch>
              </p:blipFill>
              <p:spPr>
                <a:xfrm>
                  <a:off x="9342470" y="5265757"/>
                  <a:ext cx="83160" cy="179280"/>
                </a:xfrm>
                <a:prstGeom prst="rect">
                  <a:avLst/>
                </a:prstGeom>
              </p:spPr>
            </p:pic>
          </mc:Fallback>
        </mc:AlternateContent>
        <mc:AlternateContent xmlns:mc="http://schemas.openxmlformats.org/markup-compatibility/2006">
          <mc:Choice xmlns:p14="http://schemas.microsoft.com/office/powerpoint/2010/main" Requires="p14">
            <p:contentPart p14:bwMode="auto" r:id="rId249">
              <p14:nvContentPartPr>
                <p14:cNvPr id="150" name="Ink 149">
                  <a:extLst>
                    <a:ext uri="{FF2B5EF4-FFF2-40B4-BE49-F238E27FC236}">
                      <a16:creationId xmlns:a16="http://schemas.microsoft.com/office/drawing/2014/main" id="{44E3CAB0-454B-D70B-4724-056CD3B02B7C}"/>
                    </a:ext>
                  </a:extLst>
                </p14:cNvPr>
                <p14:cNvContentPartPr/>
                <p14:nvPr/>
              </p14:nvContentPartPr>
              <p14:xfrm>
                <a:off x="9528230" y="4948597"/>
                <a:ext cx="59400" cy="12600"/>
              </p14:xfrm>
            </p:contentPart>
          </mc:Choice>
          <mc:Fallback>
            <p:pic>
              <p:nvPicPr>
                <p:cNvPr id="150" name="Ink 149">
                  <a:extLst>
                    <a:ext uri="{FF2B5EF4-FFF2-40B4-BE49-F238E27FC236}">
                      <a16:creationId xmlns:a16="http://schemas.microsoft.com/office/drawing/2014/main" id="{44E3CAB0-454B-D70B-4724-056CD3B02B7C}"/>
                    </a:ext>
                  </a:extLst>
                </p:cNvPr>
                <p:cNvPicPr/>
                <p:nvPr/>
              </p:nvPicPr>
              <p:blipFill>
                <a:blip r:embed="rId250"/>
                <a:stretch>
                  <a:fillRect/>
                </a:stretch>
              </p:blipFill>
              <p:spPr>
                <a:xfrm>
                  <a:off x="9510230" y="4930957"/>
                  <a:ext cx="95040" cy="48240"/>
                </a:xfrm>
                <a:prstGeom prst="rect">
                  <a:avLst/>
                </a:prstGeom>
              </p:spPr>
            </p:pic>
          </mc:Fallback>
        </mc:AlternateContent>
        <mc:AlternateContent xmlns:mc="http://schemas.openxmlformats.org/markup-compatibility/2006">
          <mc:Choice xmlns:p14="http://schemas.microsoft.com/office/powerpoint/2010/main" Requires="p14">
            <p:contentPart p14:bwMode="auto" r:id="rId251">
              <p14:nvContentPartPr>
                <p14:cNvPr id="151" name="Ink 150">
                  <a:extLst>
                    <a:ext uri="{FF2B5EF4-FFF2-40B4-BE49-F238E27FC236}">
                      <a16:creationId xmlns:a16="http://schemas.microsoft.com/office/drawing/2014/main" id="{ACD791D7-CA7D-D666-6F75-49AB2B876FAC}"/>
                    </a:ext>
                  </a:extLst>
                </p14:cNvPr>
                <p14:cNvContentPartPr/>
                <p14:nvPr/>
              </p14:nvContentPartPr>
              <p14:xfrm>
                <a:off x="9548390" y="4996837"/>
                <a:ext cx="76680" cy="45000"/>
              </p14:xfrm>
            </p:contentPart>
          </mc:Choice>
          <mc:Fallback>
            <p:pic>
              <p:nvPicPr>
                <p:cNvPr id="151" name="Ink 150">
                  <a:extLst>
                    <a:ext uri="{FF2B5EF4-FFF2-40B4-BE49-F238E27FC236}">
                      <a16:creationId xmlns:a16="http://schemas.microsoft.com/office/drawing/2014/main" id="{ACD791D7-CA7D-D666-6F75-49AB2B876FAC}"/>
                    </a:ext>
                  </a:extLst>
                </p:cNvPr>
                <p:cNvPicPr/>
                <p:nvPr/>
              </p:nvPicPr>
              <p:blipFill>
                <a:blip r:embed="rId252"/>
                <a:stretch>
                  <a:fillRect/>
                </a:stretch>
              </p:blipFill>
              <p:spPr>
                <a:xfrm>
                  <a:off x="9530390" y="4978837"/>
                  <a:ext cx="112320" cy="80640"/>
                </a:xfrm>
                <a:prstGeom prst="rect">
                  <a:avLst/>
                </a:prstGeom>
              </p:spPr>
            </p:pic>
          </mc:Fallback>
        </mc:AlternateContent>
        <mc:AlternateContent xmlns:mc="http://schemas.openxmlformats.org/markup-compatibility/2006">
          <mc:Choice xmlns:p14="http://schemas.microsoft.com/office/powerpoint/2010/main" Requires="p14">
            <p:contentPart p14:bwMode="auto" r:id="rId253">
              <p14:nvContentPartPr>
                <p14:cNvPr id="152" name="Ink 151">
                  <a:extLst>
                    <a:ext uri="{FF2B5EF4-FFF2-40B4-BE49-F238E27FC236}">
                      <a16:creationId xmlns:a16="http://schemas.microsoft.com/office/drawing/2014/main" id="{FD7D810C-E589-0861-4E0E-FF6BD334003B}"/>
                    </a:ext>
                  </a:extLst>
                </p14:cNvPr>
                <p14:cNvContentPartPr/>
                <p14:nvPr/>
              </p14:nvContentPartPr>
              <p14:xfrm>
                <a:off x="9846470" y="4576717"/>
                <a:ext cx="227160" cy="796320"/>
              </p14:xfrm>
            </p:contentPart>
          </mc:Choice>
          <mc:Fallback>
            <p:pic>
              <p:nvPicPr>
                <p:cNvPr id="152" name="Ink 151">
                  <a:extLst>
                    <a:ext uri="{FF2B5EF4-FFF2-40B4-BE49-F238E27FC236}">
                      <a16:creationId xmlns:a16="http://schemas.microsoft.com/office/drawing/2014/main" id="{FD7D810C-E589-0861-4E0E-FF6BD334003B}"/>
                    </a:ext>
                  </a:extLst>
                </p:cNvPr>
                <p:cNvPicPr/>
                <p:nvPr/>
              </p:nvPicPr>
              <p:blipFill>
                <a:blip r:embed="rId254"/>
                <a:stretch>
                  <a:fillRect/>
                </a:stretch>
              </p:blipFill>
              <p:spPr>
                <a:xfrm>
                  <a:off x="9828470" y="4559077"/>
                  <a:ext cx="262800" cy="831960"/>
                </a:xfrm>
                <a:prstGeom prst="rect">
                  <a:avLst/>
                </a:prstGeom>
              </p:spPr>
            </p:pic>
          </mc:Fallback>
        </mc:AlternateContent>
        <mc:AlternateContent xmlns:mc="http://schemas.openxmlformats.org/markup-compatibility/2006">
          <mc:Choice xmlns:p14="http://schemas.microsoft.com/office/powerpoint/2010/main" Requires="p14">
            <p:contentPart p14:bwMode="auto" r:id="rId255">
              <p14:nvContentPartPr>
                <p14:cNvPr id="153" name="Ink 152">
                  <a:extLst>
                    <a:ext uri="{FF2B5EF4-FFF2-40B4-BE49-F238E27FC236}">
                      <a16:creationId xmlns:a16="http://schemas.microsoft.com/office/drawing/2014/main" id="{65C9FCF5-4D6A-0454-61B3-4459C5857A8B}"/>
                    </a:ext>
                  </a:extLst>
                </p14:cNvPr>
                <p14:cNvContentPartPr/>
                <p14:nvPr/>
              </p14:nvContentPartPr>
              <p14:xfrm>
                <a:off x="9839270" y="4365037"/>
                <a:ext cx="2217240" cy="182160"/>
              </p14:xfrm>
            </p:contentPart>
          </mc:Choice>
          <mc:Fallback>
            <p:pic>
              <p:nvPicPr>
                <p:cNvPr id="153" name="Ink 152">
                  <a:extLst>
                    <a:ext uri="{FF2B5EF4-FFF2-40B4-BE49-F238E27FC236}">
                      <a16:creationId xmlns:a16="http://schemas.microsoft.com/office/drawing/2014/main" id="{65C9FCF5-4D6A-0454-61B3-4459C5857A8B}"/>
                    </a:ext>
                  </a:extLst>
                </p:cNvPr>
                <p:cNvPicPr/>
                <p:nvPr/>
              </p:nvPicPr>
              <p:blipFill>
                <a:blip r:embed="rId256"/>
                <a:stretch>
                  <a:fillRect/>
                </a:stretch>
              </p:blipFill>
              <p:spPr>
                <a:xfrm>
                  <a:off x="9821270" y="4347397"/>
                  <a:ext cx="2252880" cy="217800"/>
                </a:xfrm>
                <a:prstGeom prst="rect">
                  <a:avLst/>
                </a:prstGeom>
              </p:spPr>
            </p:pic>
          </mc:Fallback>
        </mc:AlternateContent>
        <mc:AlternateContent xmlns:mc="http://schemas.openxmlformats.org/markup-compatibility/2006">
          <mc:Choice xmlns:p14="http://schemas.microsoft.com/office/powerpoint/2010/main" Requires="p14">
            <p:contentPart p14:bwMode="auto" r:id="rId257">
              <p14:nvContentPartPr>
                <p14:cNvPr id="154" name="Ink 153">
                  <a:extLst>
                    <a:ext uri="{FF2B5EF4-FFF2-40B4-BE49-F238E27FC236}">
                      <a16:creationId xmlns:a16="http://schemas.microsoft.com/office/drawing/2014/main" id="{19B11D16-103A-487C-422B-87E90A1F3FF6}"/>
                    </a:ext>
                  </a:extLst>
                </p14:cNvPr>
                <p14:cNvContentPartPr/>
                <p14:nvPr/>
              </p14:nvContentPartPr>
              <p14:xfrm>
                <a:off x="10149950" y="4738357"/>
                <a:ext cx="237240" cy="298080"/>
              </p14:xfrm>
            </p:contentPart>
          </mc:Choice>
          <mc:Fallback>
            <p:pic>
              <p:nvPicPr>
                <p:cNvPr id="154" name="Ink 153">
                  <a:extLst>
                    <a:ext uri="{FF2B5EF4-FFF2-40B4-BE49-F238E27FC236}">
                      <a16:creationId xmlns:a16="http://schemas.microsoft.com/office/drawing/2014/main" id="{19B11D16-103A-487C-422B-87E90A1F3FF6}"/>
                    </a:ext>
                  </a:extLst>
                </p:cNvPr>
                <p:cNvPicPr/>
                <p:nvPr/>
              </p:nvPicPr>
              <p:blipFill>
                <a:blip r:embed="rId258"/>
                <a:stretch>
                  <a:fillRect/>
                </a:stretch>
              </p:blipFill>
              <p:spPr>
                <a:xfrm>
                  <a:off x="10131950" y="4720717"/>
                  <a:ext cx="272880" cy="333720"/>
                </a:xfrm>
                <a:prstGeom prst="rect">
                  <a:avLst/>
                </a:prstGeom>
              </p:spPr>
            </p:pic>
          </mc:Fallback>
        </mc:AlternateContent>
        <mc:AlternateContent xmlns:mc="http://schemas.openxmlformats.org/markup-compatibility/2006">
          <mc:Choice xmlns:p14="http://schemas.microsoft.com/office/powerpoint/2010/main" Requires="p14">
            <p:contentPart p14:bwMode="auto" r:id="rId259">
              <p14:nvContentPartPr>
                <p14:cNvPr id="155" name="Ink 154">
                  <a:extLst>
                    <a:ext uri="{FF2B5EF4-FFF2-40B4-BE49-F238E27FC236}">
                      <a16:creationId xmlns:a16="http://schemas.microsoft.com/office/drawing/2014/main" id="{1CF05EF1-14D4-D874-A799-DA5BD4AC090A}"/>
                    </a:ext>
                  </a:extLst>
                </p14:cNvPr>
                <p14:cNvContentPartPr/>
                <p14:nvPr/>
              </p14:nvContentPartPr>
              <p14:xfrm>
                <a:off x="10422470" y="5040037"/>
                <a:ext cx="164880" cy="126720"/>
              </p14:xfrm>
            </p:contentPart>
          </mc:Choice>
          <mc:Fallback>
            <p:pic>
              <p:nvPicPr>
                <p:cNvPr id="155" name="Ink 154">
                  <a:extLst>
                    <a:ext uri="{FF2B5EF4-FFF2-40B4-BE49-F238E27FC236}">
                      <a16:creationId xmlns:a16="http://schemas.microsoft.com/office/drawing/2014/main" id="{1CF05EF1-14D4-D874-A799-DA5BD4AC090A}"/>
                    </a:ext>
                  </a:extLst>
                </p:cNvPr>
                <p:cNvPicPr/>
                <p:nvPr/>
              </p:nvPicPr>
              <p:blipFill>
                <a:blip r:embed="rId260"/>
                <a:stretch>
                  <a:fillRect/>
                </a:stretch>
              </p:blipFill>
              <p:spPr>
                <a:xfrm>
                  <a:off x="10404470" y="5022397"/>
                  <a:ext cx="200520" cy="162360"/>
                </a:xfrm>
                <a:prstGeom prst="rect">
                  <a:avLst/>
                </a:prstGeom>
              </p:spPr>
            </p:pic>
          </mc:Fallback>
        </mc:AlternateContent>
        <mc:AlternateContent xmlns:mc="http://schemas.openxmlformats.org/markup-compatibility/2006">
          <mc:Choice xmlns:p14="http://schemas.microsoft.com/office/powerpoint/2010/main" Requires="p14">
            <p:contentPart p14:bwMode="auto" r:id="rId261">
              <p14:nvContentPartPr>
                <p14:cNvPr id="156" name="Ink 155">
                  <a:extLst>
                    <a:ext uri="{FF2B5EF4-FFF2-40B4-BE49-F238E27FC236}">
                      <a16:creationId xmlns:a16="http://schemas.microsoft.com/office/drawing/2014/main" id="{D45E275C-C9F1-5D71-AE68-08115E2EA560}"/>
                    </a:ext>
                  </a:extLst>
                </p14:cNvPr>
                <p14:cNvContentPartPr/>
                <p14:nvPr/>
              </p14:nvContentPartPr>
              <p14:xfrm>
                <a:off x="10691030" y="5121397"/>
                <a:ext cx="27000" cy="145440"/>
              </p14:xfrm>
            </p:contentPart>
          </mc:Choice>
          <mc:Fallback>
            <p:pic>
              <p:nvPicPr>
                <p:cNvPr id="156" name="Ink 155">
                  <a:extLst>
                    <a:ext uri="{FF2B5EF4-FFF2-40B4-BE49-F238E27FC236}">
                      <a16:creationId xmlns:a16="http://schemas.microsoft.com/office/drawing/2014/main" id="{D45E275C-C9F1-5D71-AE68-08115E2EA560}"/>
                    </a:ext>
                  </a:extLst>
                </p:cNvPr>
                <p:cNvPicPr/>
                <p:nvPr/>
              </p:nvPicPr>
              <p:blipFill>
                <a:blip r:embed="rId262"/>
                <a:stretch>
                  <a:fillRect/>
                </a:stretch>
              </p:blipFill>
              <p:spPr>
                <a:xfrm>
                  <a:off x="10673390" y="5103397"/>
                  <a:ext cx="62640" cy="181080"/>
                </a:xfrm>
                <a:prstGeom prst="rect">
                  <a:avLst/>
                </a:prstGeom>
              </p:spPr>
            </p:pic>
          </mc:Fallback>
        </mc:AlternateContent>
        <mc:AlternateContent xmlns:mc="http://schemas.openxmlformats.org/markup-compatibility/2006">
          <mc:Choice xmlns:p14="http://schemas.microsoft.com/office/powerpoint/2010/main" Requires="p14">
            <p:contentPart p14:bwMode="auto" r:id="rId263">
              <p14:nvContentPartPr>
                <p14:cNvPr id="157" name="Ink 156">
                  <a:extLst>
                    <a:ext uri="{FF2B5EF4-FFF2-40B4-BE49-F238E27FC236}">
                      <a16:creationId xmlns:a16="http://schemas.microsoft.com/office/drawing/2014/main" id="{6A67FFDA-4C60-F5B1-C5AA-D92253BC0543}"/>
                    </a:ext>
                  </a:extLst>
                </p14:cNvPr>
                <p14:cNvContentPartPr/>
                <p14:nvPr/>
              </p14:nvContentPartPr>
              <p14:xfrm>
                <a:off x="10801910" y="5014117"/>
                <a:ext cx="38160" cy="188280"/>
              </p14:xfrm>
            </p:contentPart>
          </mc:Choice>
          <mc:Fallback>
            <p:pic>
              <p:nvPicPr>
                <p:cNvPr id="157" name="Ink 156">
                  <a:extLst>
                    <a:ext uri="{FF2B5EF4-FFF2-40B4-BE49-F238E27FC236}">
                      <a16:creationId xmlns:a16="http://schemas.microsoft.com/office/drawing/2014/main" id="{6A67FFDA-4C60-F5B1-C5AA-D92253BC0543}"/>
                    </a:ext>
                  </a:extLst>
                </p:cNvPr>
                <p:cNvPicPr/>
                <p:nvPr/>
              </p:nvPicPr>
              <p:blipFill>
                <a:blip r:embed="rId264"/>
                <a:stretch>
                  <a:fillRect/>
                </a:stretch>
              </p:blipFill>
              <p:spPr>
                <a:xfrm>
                  <a:off x="10783910" y="4996117"/>
                  <a:ext cx="73800" cy="223920"/>
                </a:xfrm>
                <a:prstGeom prst="rect">
                  <a:avLst/>
                </a:prstGeom>
              </p:spPr>
            </p:pic>
          </mc:Fallback>
        </mc:AlternateContent>
        <mc:AlternateContent xmlns:mc="http://schemas.openxmlformats.org/markup-compatibility/2006">
          <mc:Choice xmlns:p14="http://schemas.microsoft.com/office/powerpoint/2010/main" Requires="p14">
            <p:contentPart p14:bwMode="auto" r:id="rId265">
              <p14:nvContentPartPr>
                <p14:cNvPr id="158" name="Ink 157">
                  <a:extLst>
                    <a:ext uri="{FF2B5EF4-FFF2-40B4-BE49-F238E27FC236}">
                      <a16:creationId xmlns:a16="http://schemas.microsoft.com/office/drawing/2014/main" id="{CDA4C70D-92E7-6FD9-4FB8-DCD31F8923C9}"/>
                    </a:ext>
                  </a:extLst>
                </p14:cNvPr>
                <p14:cNvContentPartPr/>
                <p14:nvPr/>
              </p14:nvContentPartPr>
              <p14:xfrm>
                <a:off x="10790390" y="5097277"/>
                <a:ext cx="63000" cy="47160"/>
              </p14:xfrm>
            </p:contentPart>
          </mc:Choice>
          <mc:Fallback>
            <p:pic>
              <p:nvPicPr>
                <p:cNvPr id="158" name="Ink 157">
                  <a:extLst>
                    <a:ext uri="{FF2B5EF4-FFF2-40B4-BE49-F238E27FC236}">
                      <a16:creationId xmlns:a16="http://schemas.microsoft.com/office/drawing/2014/main" id="{CDA4C70D-92E7-6FD9-4FB8-DCD31F8923C9}"/>
                    </a:ext>
                  </a:extLst>
                </p:cNvPr>
                <p:cNvPicPr/>
                <p:nvPr/>
              </p:nvPicPr>
              <p:blipFill>
                <a:blip r:embed="rId266"/>
                <a:stretch>
                  <a:fillRect/>
                </a:stretch>
              </p:blipFill>
              <p:spPr>
                <a:xfrm>
                  <a:off x="10772750" y="5079277"/>
                  <a:ext cx="98640" cy="82800"/>
                </a:xfrm>
                <a:prstGeom prst="rect">
                  <a:avLst/>
                </a:prstGeom>
              </p:spPr>
            </p:pic>
          </mc:Fallback>
        </mc:AlternateContent>
        <mc:AlternateContent xmlns:mc="http://schemas.openxmlformats.org/markup-compatibility/2006">
          <mc:Choice xmlns:p14="http://schemas.microsoft.com/office/powerpoint/2010/main" Requires="p14">
            <p:contentPart p14:bwMode="auto" r:id="rId267">
              <p14:nvContentPartPr>
                <p14:cNvPr id="159" name="Ink 158">
                  <a:extLst>
                    <a:ext uri="{FF2B5EF4-FFF2-40B4-BE49-F238E27FC236}">
                      <a16:creationId xmlns:a16="http://schemas.microsoft.com/office/drawing/2014/main" id="{979DC062-5085-088C-9F4E-00DB78B9824B}"/>
                    </a:ext>
                  </a:extLst>
                </p14:cNvPr>
                <p14:cNvContentPartPr/>
                <p14:nvPr/>
              </p14:nvContentPartPr>
              <p14:xfrm>
                <a:off x="10077950" y="4714957"/>
                <a:ext cx="147240" cy="531000"/>
              </p14:xfrm>
            </p:contentPart>
          </mc:Choice>
          <mc:Fallback>
            <p:pic>
              <p:nvPicPr>
                <p:cNvPr id="159" name="Ink 158">
                  <a:extLst>
                    <a:ext uri="{FF2B5EF4-FFF2-40B4-BE49-F238E27FC236}">
                      <a16:creationId xmlns:a16="http://schemas.microsoft.com/office/drawing/2014/main" id="{979DC062-5085-088C-9F4E-00DB78B9824B}"/>
                    </a:ext>
                  </a:extLst>
                </p:cNvPr>
                <p:cNvPicPr/>
                <p:nvPr/>
              </p:nvPicPr>
              <p:blipFill>
                <a:blip r:embed="rId268"/>
                <a:stretch>
                  <a:fillRect/>
                </a:stretch>
              </p:blipFill>
              <p:spPr>
                <a:xfrm>
                  <a:off x="10059950" y="4697317"/>
                  <a:ext cx="182880" cy="566640"/>
                </a:xfrm>
                <a:prstGeom prst="rect">
                  <a:avLst/>
                </a:prstGeom>
              </p:spPr>
            </p:pic>
          </mc:Fallback>
        </mc:AlternateContent>
        <mc:AlternateContent xmlns:mc="http://schemas.openxmlformats.org/markup-compatibility/2006">
          <mc:Choice xmlns:p14="http://schemas.microsoft.com/office/powerpoint/2010/main" Requires="p14">
            <p:contentPart p14:bwMode="auto" r:id="rId269">
              <p14:nvContentPartPr>
                <p14:cNvPr id="160" name="Ink 159">
                  <a:extLst>
                    <a:ext uri="{FF2B5EF4-FFF2-40B4-BE49-F238E27FC236}">
                      <a16:creationId xmlns:a16="http://schemas.microsoft.com/office/drawing/2014/main" id="{A7E363B5-CCE8-1B9D-B7E8-B044AB2922BD}"/>
                    </a:ext>
                  </a:extLst>
                </p14:cNvPr>
                <p14:cNvContentPartPr/>
                <p14:nvPr/>
              </p14:nvContentPartPr>
              <p14:xfrm>
                <a:off x="10943030" y="4769677"/>
                <a:ext cx="91440" cy="455760"/>
              </p14:xfrm>
            </p:contentPart>
          </mc:Choice>
          <mc:Fallback>
            <p:pic>
              <p:nvPicPr>
                <p:cNvPr id="160" name="Ink 159">
                  <a:extLst>
                    <a:ext uri="{FF2B5EF4-FFF2-40B4-BE49-F238E27FC236}">
                      <a16:creationId xmlns:a16="http://schemas.microsoft.com/office/drawing/2014/main" id="{A7E363B5-CCE8-1B9D-B7E8-B044AB2922BD}"/>
                    </a:ext>
                  </a:extLst>
                </p:cNvPr>
                <p:cNvPicPr/>
                <p:nvPr/>
              </p:nvPicPr>
              <p:blipFill>
                <a:blip r:embed="rId270"/>
                <a:stretch>
                  <a:fillRect/>
                </a:stretch>
              </p:blipFill>
              <p:spPr>
                <a:xfrm>
                  <a:off x="10925030" y="4752037"/>
                  <a:ext cx="127080" cy="491400"/>
                </a:xfrm>
                <a:prstGeom prst="rect">
                  <a:avLst/>
                </a:prstGeom>
              </p:spPr>
            </p:pic>
          </mc:Fallback>
        </mc:AlternateContent>
        <mc:AlternateContent xmlns:mc="http://schemas.openxmlformats.org/markup-compatibility/2006">
          <mc:Choice xmlns:p14="http://schemas.microsoft.com/office/powerpoint/2010/main" Requires="p14">
            <p:contentPart p14:bwMode="auto" r:id="rId271">
              <p14:nvContentPartPr>
                <p14:cNvPr id="161" name="Ink 160">
                  <a:extLst>
                    <a:ext uri="{FF2B5EF4-FFF2-40B4-BE49-F238E27FC236}">
                      <a16:creationId xmlns:a16="http://schemas.microsoft.com/office/drawing/2014/main" id="{82ADFB43-B827-F700-7264-773177BE5CB4}"/>
                    </a:ext>
                  </a:extLst>
                </p14:cNvPr>
                <p14:cNvContentPartPr/>
                <p14:nvPr/>
              </p14:nvContentPartPr>
              <p14:xfrm>
                <a:off x="11098910" y="4571317"/>
                <a:ext cx="195480" cy="154080"/>
              </p14:xfrm>
            </p:contentPart>
          </mc:Choice>
          <mc:Fallback>
            <p:pic>
              <p:nvPicPr>
                <p:cNvPr id="161" name="Ink 160">
                  <a:extLst>
                    <a:ext uri="{FF2B5EF4-FFF2-40B4-BE49-F238E27FC236}">
                      <a16:creationId xmlns:a16="http://schemas.microsoft.com/office/drawing/2014/main" id="{82ADFB43-B827-F700-7264-773177BE5CB4}"/>
                    </a:ext>
                  </a:extLst>
                </p:cNvPr>
                <p:cNvPicPr/>
                <p:nvPr/>
              </p:nvPicPr>
              <p:blipFill>
                <a:blip r:embed="rId272"/>
                <a:stretch>
                  <a:fillRect/>
                </a:stretch>
              </p:blipFill>
              <p:spPr>
                <a:xfrm>
                  <a:off x="11080910" y="4553317"/>
                  <a:ext cx="231120" cy="189720"/>
                </a:xfrm>
                <a:prstGeom prst="rect">
                  <a:avLst/>
                </a:prstGeom>
              </p:spPr>
            </p:pic>
          </mc:Fallback>
        </mc:AlternateContent>
        <mc:AlternateContent xmlns:mc="http://schemas.openxmlformats.org/markup-compatibility/2006">
          <mc:Choice xmlns:p14="http://schemas.microsoft.com/office/powerpoint/2010/main" Requires="p14">
            <p:contentPart p14:bwMode="auto" r:id="rId273">
              <p14:nvContentPartPr>
                <p14:cNvPr id="164" name="Ink 163">
                  <a:extLst>
                    <a:ext uri="{FF2B5EF4-FFF2-40B4-BE49-F238E27FC236}">
                      <a16:creationId xmlns:a16="http://schemas.microsoft.com/office/drawing/2014/main" id="{82A2357E-820A-A73D-56B5-22385EAF4202}"/>
                    </a:ext>
                  </a:extLst>
                </p14:cNvPr>
                <p14:cNvContentPartPr/>
                <p14:nvPr/>
              </p14:nvContentPartPr>
              <p14:xfrm>
                <a:off x="11208710" y="4995397"/>
                <a:ext cx="76320" cy="13320"/>
              </p14:xfrm>
            </p:contentPart>
          </mc:Choice>
          <mc:Fallback>
            <p:pic>
              <p:nvPicPr>
                <p:cNvPr id="164" name="Ink 163">
                  <a:extLst>
                    <a:ext uri="{FF2B5EF4-FFF2-40B4-BE49-F238E27FC236}">
                      <a16:creationId xmlns:a16="http://schemas.microsoft.com/office/drawing/2014/main" id="{82A2357E-820A-A73D-56B5-22385EAF4202}"/>
                    </a:ext>
                  </a:extLst>
                </p:cNvPr>
                <p:cNvPicPr/>
                <p:nvPr/>
              </p:nvPicPr>
              <p:blipFill>
                <a:blip r:embed="rId274"/>
                <a:stretch>
                  <a:fillRect/>
                </a:stretch>
              </p:blipFill>
              <p:spPr>
                <a:xfrm>
                  <a:off x="11190710" y="4977397"/>
                  <a:ext cx="111960" cy="48960"/>
                </a:xfrm>
                <a:prstGeom prst="rect">
                  <a:avLst/>
                </a:prstGeom>
              </p:spPr>
            </p:pic>
          </mc:Fallback>
        </mc:AlternateContent>
        <mc:AlternateContent xmlns:mc="http://schemas.openxmlformats.org/markup-compatibility/2006">
          <mc:Choice xmlns:p14="http://schemas.microsoft.com/office/powerpoint/2010/main" Requires="p14">
            <p:contentPart p14:bwMode="auto" r:id="rId275">
              <p14:nvContentPartPr>
                <p14:cNvPr id="165" name="Ink 164">
                  <a:extLst>
                    <a:ext uri="{FF2B5EF4-FFF2-40B4-BE49-F238E27FC236}">
                      <a16:creationId xmlns:a16="http://schemas.microsoft.com/office/drawing/2014/main" id="{AC565AD6-58DC-D421-CAB4-18FFB52349A0}"/>
                    </a:ext>
                  </a:extLst>
                </p14:cNvPr>
                <p14:cNvContentPartPr/>
                <p14:nvPr/>
              </p14:nvContentPartPr>
              <p14:xfrm>
                <a:off x="11256230" y="4930597"/>
                <a:ext cx="14040" cy="129600"/>
              </p14:xfrm>
            </p:contentPart>
          </mc:Choice>
          <mc:Fallback>
            <p:pic>
              <p:nvPicPr>
                <p:cNvPr id="165" name="Ink 164">
                  <a:extLst>
                    <a:ext uri="{FF2B5EF4-FFF2-40B4-BE49-F238E27FC236}">
                      <a16:creationId xmlns:a16="http://schemas.microsoft.com/office/drawing/2014/main" id="{AC565AD6-58DC-D421-CAB4-18FFB52349A0}"/>
                    </a:ext>
                  </a:extLst>
                </p:cNvPr>
                <p:cNvPicPr/>
                <p:nvPr/>
              </p:nvPicPr>
              <p:blipFill>
                <a:blip r:embed="rId276"/>
                <a:stretch>
                  <a:fillRect/>
                </a:stretch>
              </p:blipFill>
              <p:spPr>
                <a:xfrm>
                  <a:off x="11238590" y="4912597"/>
                  <a:ext cx="49680" cy="165240"/>
                </a:xfrm>
                <a:prstGeom prst="rect">
                  <a:avLst/>
                </a:prstGeom>
              </p:spPr>
            </p:pic>
          </mc:Fallback>
        </mc:AlternateContent>
      </p:grpSp>
      <p:grpSp>
        <p:nvGrpSpPr>
          <p:cNvPr id="179" name="Group 178">
            <a:extLst>
              <a:ext uri="{FF2B5EF4-FFF2-40B4-BE49-F238E27FC236}">
                <a16:creationId xmlns:a16="http://schemas.microsoft.com/office/drawing/2014/main" id="{135CBB03-2ED4-9CC8-E4F5-BF86F19D647D}"/>
              </a:ext>
            </a:extLst>
          </p:cNvPr>
          <p:cNvGrpSpPr/>
          <p:nvPr/>
        </p:nvGrpSpPr>
        <p:grpSpPr>
          <a:xfrm>
            <a:off x="10544150" y="5459797"/>
            <a:ext cx="1602360" cy="623520"/>
            <a:chOff x="10544150" y="5459797"/>
            <a:chExt cx="1602360" cy="623520"/>
          </a:xfrm>
        </p:grpSpPr>
        <mc:AlternateContent xmlns:mc="http://schemas.openxmlformats.org/markup-compatibility/2006">
          <mc:Choice xmlns:p14="http://schemas.microsoft.com/office/powerpoint/2010/main" Requires="p14">
            <p:contentPart p14:bwMode="auto" r:id="rId277">
              <p14:nvContentPartPr>
                <p14:cNvPr id="167" name="Ink 166">
                  <a:extLst>
                    <a:ext uri="{FF2B5EF4-FFF2-40B4-BE49-F238E27FC236}">
                      <a16:creationId xmlns:a16="http://schemas.microsoft.com/office/drawing/2014/main" id="{C9EE4D67-FD1D-C5B4-4058-AA5CBD1CA2D3}"/>
                    </a:ext>
                  </a:extLst>
                </p14:cNvPr>
                <p14:cNvContentPartPr/>
                <p14:nvPr/>
              </p14:nvContentPartPr>
              <p14:xfrm>
                <a:off x="10544150" y="5611717"/>
                <a:ext cx="216720" cy="466560"/>
              </p14:xfrm>
            </p:contentPart>
          </mc:Choice>
          <mc:Fallback>
            <p:pic>
              <p:nvPicPr>
                <p:cNvPr id="167" name="Ink 166">
                  <a:extLst>
                    <a:ext uri="{FF2B5EF4-FFF2-40B4-BE49-F238E27FC236}">
                      <a16:creationId xmlns:a16="http://schemas.microsoft.com/office/drawing/2014/main" id="{C9EE4D67-FD1D-C5B4-4058-AA5CBD1CA2D3}"/>
                    </a:ext>
                  </a:extLst>
                </p:cNvPr>
                <p:cNvPicPr/>
                <p:nvPr/>
              </p:nvPicPr>
              <p:blipFill>
                <a:blip r:embed="rId278"/>
                <a:stretch>
                  <a:fillRect/>
                </a:stretch>
              </p:blipFill>
              <p:spPr>
                <a:xfrm>
                  <a:off x="10526510" y="5593717"/>
                  <a:ext cx="252360" cy="502200"/>
                </a:xfrm>
                <a:prstGeom prst="rect">
                  <a:avLst/>
                </a:prstGeom>
              </p:spPr>
            </p:pic>
          </mc:Fallback>
        </mc:AlternateContent>
        <mc:AlternateContent xmlns:mc="http://schemas.openxmlformats.org/markup-compatibility/2006">
          <mc:Choice xmlns:p14="http://schemas.microsoft.com/office/powerpoint/2010/main" Requires="p14">
            <p:contentPart p14:bwMode="auto" r:id="rId279">
              <p14:nvContentPartPr>
                <p14:cNvPr id="168" name="Ink 167">
                  <a:extLst>
                    <a:ext uri="{FF2B5EF4-FFF2-40B4-BE49-F238E27FC236}">
                      <a16:creationId xmlns:a16="http://schemas.microsoft.com/office/drawing/2014/main" id="{E20CBC1F-431B-8223-2DEF-76B15DC9FA8B}"/>
                    </a:ext>
                  </a:extLst>
                </p14:cNvPr>
                <p14:cNvContentPartPr/>
                <p14:nvPr/>
              </p14:nvContentPartPr>
              <p14:xfrm>
                <a:off x="10751510" y="5752117"/>
                <a:ext cx="198000" cy="195480"/>
              </p14:xfrm>
            </p:contentPart>
          </mc:Choice>
          <mc:Fallback>
            <p:pic>
              <p:nvPicPr>
                <p:cNvPr id="168" name="Ink 167">
                  <a:extLst>
                    <a:ext uri="{FF2B5EF4-FFF2-40B4-BE49-F238E27FC236}">
                      <a16:creationId xmlns:a16="http://schemas.microsoft.com/office/drawing/2014/main" id="{E20CBC1F-431B-8223-2DEF-76B15DC9FA8B}"/>
                    </a:ext>
                  </a:extLst>
                </p:cNvPr>
                <p:cNvPicPr/>
                <p:nvPr/>
              </p:nvPicPr>
              <p:blipFill>
                <a:blip r:embed="rId280"/>
                <a:stretch>
                  <a:fillRect/>
                </a:stretch>
              </p:blipFill>
              <p:spPr>
                <a:xfrm>
                  <a:off x="10733870" y="5734117"/>
                  <a:ext cx="233640" cy="231120"/>
                </a:xfrm>
                <a:prstGeom prst="rect">
                  <a:avLst/>
                </a:prstGeom>
              </p:spPr>
            </p:pic>
          </mc:Fallback>
        </mc:AlternateContent>
        <mc:AlternateContent xmlns:mc="http://schemas.openxmlformats.org/markup-compatibility/2006">
          <mc:Choice xmlns:p14="http://schemas.microsoft.com/office/powerpoint/2010/main" Requires="p14">
            <p:contentPart p14:bwMode="auto" r:id="rId281">
              <p14:nvContentPartPr>
                <p14:cNvPr id="169" name="Ink 168">
                  <a:extLst>
                    <a:ext uri="{FF2B5EF4-FFF2-40B4-BE49-F238E27FC236}">
                      <a16:creationId xmlns:a16="http://schemas.microsoft.com/office/drawing/2014/main" id="{B9EB5B95-DD06-4902-7234-B1595BEA3E60}"/>
                    </a:ext>
                  </a:extLst>
                </p14:cNvPr>
                <p14:cNvContentPartPr/>
                <p14:nvPr/>
              </p14:nvContentPartPr>
              <p14:xfrm>
                <a:off x="11067950" y="5919157"/>
                <a:ext cx="111960" cy="106920"/>
              </p14:xfrm>
            </p:contentPart>
          </mc:Choice>
          <mc:Fallback>
            <p:pic>
              <p:nvPicPr>
                <p:cNvPr id="169" name="Ink 168">
                  <a:extLst>
                    <a:ext uri="{FF2B5EF4-FFF2-40B4-BE49-F238E27FC236}">
                      <a16:creationId xmlns:a16="http://schemas.microsoft.com/office/drawing/2014/main" id="{B9EB5B95-DD06-4902-7234-B1595BEA3E60}"/>
                    </a:ext>
                  </a:extLst>
                </p:cNvPr>
                <p:cNvPicPr/>
                <p:nvPr/>
              </p:nvPicPr>
              <p:blipFill>
                <a:blip r:embed="rId282"/>
                <a:stretch>
                  <a:fillRect/>
                </a:stretch>
              </p:blipFill>
              <p:spPr>
                <a:xfrm>
                  <a:off x="11050310" y="5901517"/>
                  <a:ext cx="147600" cy="142560"/>
                </a:xfrm>
                <a:prstGeom prst="rect">
                  <a:avLst/>
                </a:prstGeom>
              </p:spPr>
            </p:pic>
          </mc:Fallback>
        </mc:AlternateContent>
        <mc:AlternateContent xmlns:mc="http://schemas.openxmlformats.org/markup-compatibility/2006">
          <mc:Choice xmlns:p14="http://schemas.microsoft.com/office/powerpoint/2010/main" Requires="p14">
            <p:contentPart p14:bwMode="auto" r:id="rId283">
              <p14:nvContentPartPr>
                <p14:cNvPr id="170" name="Ink 169">
                  <a:extLst>
                    <a:ext uri="{FF2B5EF4-FFF2-40B4-BE49-F238E27FC236}">
                      <a16:creationId xmlns:a16="http://schemas.microsoft.com/office/drawing/2014/main" id="{FA1F88D7-1BC5-5ADD-A82D-B759FCFC4C68}"/>
                    </a:ext>
                  </a:extLst>
                </p14:cNvPr>
                <p14:cNvContentPartPr/>
                <p14:nvPr/>
              </p14:nvContentPartPr>
              <p14:xfrm>
                <a:off x="11313470" y="5967397"/>
                <a:ext cx="21960" cy="115920"/>
              </p14:xfrm>
            </p:contentPart>
          </mc:Choice>
          <mc:Fallback>
            <p:pic>
              <p:nvPicPr>
                <p:cNvPr id="170" name="Ink 169">
                  <a:extLst>
                    <a:ext uri="{FF2B5EF4-FFF2-40B4-BE49-F238E27FC236}">
                      <a16:creationId xmlns:a16="http://schemas.microsoft.com/office/drawing/2014/main" id="{FA1F88D7-1BC5-5ADD-A82D-B759FCFC4C68}"/>
                    </a:ext>
                  </a:extLst>
                </p:cNvPr>
                <p:cNvPicPr/>
                <p:nvPr/>
              </p:nvPicPr>
              <p:blipFill>
                <a:blip r:embed="rId284"/>
                <a:stretch>
                  <a:fillRect/>
                </a:stretch>
              </p:blipFill>
              <p:spPr>
                <a:xfrm>
                  <a:off x="11295470" y="5949757"/>
                  <a:ext cx="57600" cy="151560"/>
                </a:xfrm>
                <a:prstGeom prst="rect">
                  <a:avLst/>
                </a:prstGeom>
              </p:spPr>
            </p:pic>
          </mc:Fallback>
        </mc:AlternateContent>
        <mc:AlternateContent xmlns:mc="http://schemas.openxmlformats.org/markup-compatibility/2006">
          <mc:Choice xmlns:p14="http://schemas.microsoft.com/office/powerpoint/2010/main" Requires="p14">
            <p:contentPart p14:bwMode="auto" r:id="rId285">
              <p14:nvContentPartPr>
                <p14:cNvPr id="171" name="Ink 170">
                  <a:extLst>
                    <a:ext uri="{FF2B5EF4-FFF2-40B4-BE49-F238E27FC236}">
                      <a16:creationId xmlns:a16="http://schemas.microsoft.com/office/drawing/2014/main" id="{EE074147-E04F-6D9F-A698-26B0546A56E3}"/>
                    </a:ext>
                  </a:extLst>
                </p14:cNvPr>
                <p14:cNvContentPartPr/>
                <p14:nvPr/>
              </p14:nvContentPartPr>
              <p14:xfrm>
                <a:off x="11490230" y="5889277"/>
                <a:ext cx="50040" cy="142920"/>
              </p14:xfrm>
            </p:contentPart>
          </mc:Choice>
          <mc:Fallback>
            <p:pic>
              <p:nvPicPr>
                <p:cNvPr id="171" name="Ink 170">
                  <a:extLst>
                    <a:ext uri="{FF2B5EF4-FFF2-40B4-BE49-F238E27FC236}">
                      <a16:creationId xmlns:a16="http://schemas.microsoft.com/office/drawing/2014/main" id="{EE074147-E04F-6D9F-A698-26B0546A56E3}"/>
                    </a:ext>
                  </a:extLst>
                </p:cNvPr>
                <p:cNvPicPr/>
                <p:nvPr/>
              </p:nvPicPr>
              <p:blipFill>
                <a:blip r:embed="rId286"/>
                <a:stretch>
                  <a:fillRect/>
                </a:stretch>
              </p:blipFill>
              <p:spPr>
                <a:xfrm>
                  <a:off x="11472590" y="5871637"/>
                  <a:ext cx="85680" cy="178560"/>
                </a:xfrm>
                <a:prstGeom prst="rect">
                  <a:avLst/>
                </a:prstGeom>
              </p:spPr>
            </p:pic>
          </mc:Fallback>
        </mc:AlternateContent>
        <mc:AlternateContent xmlns:mc="http://schemas.openxmlformats.org/markup-compatibility/2006">
          <mc:Choice xmlns:p14="http://schemas.microsoft.com/office/powerpoint/2010/main" Requires="p14">
            <p:contentPart p14:bwMode="auto" r:id="rId287">
              <p14:nvContentPartPr>
                <p14:cNvPr id="172" name="Ink 171">
                  <a:extLst>
                    <a:ext uri="{FF2B5EF4-FFF2-40B4-BE49-F238E27FC236}">
                      <a16:creationId xmlns:a16="http://schemas.microsoft.com/office/drawing/2014/main" id="{8580EEB5-AB22-E252-4569-0A402548485F}"/>
                    </a:ext>
                  </a:extLst>
                </p14:cNvPr>
                <p14:cNvContentPartPr/>
                <p14:nvPr/>
              </p14:nvContentPartPr>
              <p14:xfrm>
                <a:off x="11621270" y="5915917"/>
                <a:ext cx="110520" cy="150840"/>
              </p14:xfrm>
            </p:contentPart>
          </mc:Choice>
          <mc:Fallback>
            <p:pic>
              <p:nvPicPr>
                <p:cNvPr id="172" name="Ink 171">
                  <a:extLst>
                    <a:ext uri="{FF2B5EF4-FFF2-40B4-BE49-F238E27FC236}">
                      <a16:creationId xmlns:a16="http://schemas.microsoft.com/office/drawing/2014/main" id="{8580EEB5-AB22-E252-4569-0A402548485F}"/>
                    </a:ext>
                  </a:extLst>
                </p:cNvPr>
                <p:cNvPicPr/>
                <p:nvPr/>
              </p:nvPicPr>
              <p:blipFill>
                <a:blip r:embed="rId288"/>
                <a:stretch>
                  <a:fillRect/>
                </a:stretch>
              </p:blipFill>
              <p:spPr>
                <a:xfrm>
                  <a:off x="11603630" y="5897917"/>
                  <a:ext cx="146160" cy="186480"/>
                </a:xfrm>
                <a:prstGeom prst="rect">
                  <a:avLst/>
                </a:prstGeom>
              </p:spPr>
            </p:pic>
          </mc:Fallback>
        </mc:AlternateContent>
        <mc:AlternateContent xmlns:mc="http://schemas.openxmlformats.org/markup-compatibility/2006">
          <mc:Choice xmlns:p14="http://schemas.microsoft.com/office/powerpoint/2010/main" Requires="p14">
            <p:contentPart p14:bwMode="auto" r:id="rId289">
              <p14:nvContentPartPr>
                <p14:cNvPr id="173" name="Ink 172">
                  <a:extLst>
                    <a:ext uri="{FF2B5EF4-FFF2-40B4-BE49-F238E27FC236}">
                      <a16:creationId xmlns:a16="http://schemas.microsoft.com/office/drawing/2014/main" id="{3377BFC2-66CE-50DC-0128-5E94B37D8B92}"/>
                    </a:ext>
                  </a:extLst>
                </p14:cNvPr>
                <p14:cNvContentPartPr/>
                <p14:nvPr/>
              </p14:nvContentPartPr>
              <p14:xfrm>
                <a:off x="11808470" y="5929597"/>
                <a:ext cx="54360" cy="96840"/>
              </p14:xfrm>
            </p:contentPart>
          </mc:Choice>
          <mc:Fallback>
            <p:pic>
              <p:nvPicPr>
                <p:cNvPr id="173" name="Ink 172">
                  <a:extLst>
                    <a:ext uri="{FF2B5EF4-FFF2-40B4-BE49-F238E27FC236}">
                      <a16:creationId xmlns:a16="http://schemas.microsoft.com/office/drawing/2014/main" id="{3377BFC2-66CE-50DC-0128-5E94B37D8B92}"/>
                    </a:ext>
                  </a:extLst>
                </p:cNvPr>
                <p:cNvPicPr/>
                <p:nvPr/>
              </p:nvPicPr>
              <p:blipFill>
                <a:blip r:embed="rId290"/>
                <a:stretch>
                  <a:fillRect/>
                </a:stretch>
              </p:blipFill>
              <p:spPr>
                <a:xfrm>
                  <a:off x="11790830" y="5911597"/>
                  <a:ext cx="90000" cy="132480"/>
                </a:xfrm>
                <a:prstGeom prst="rect">
                  <a:avLst/>
                </a:prstGeom>
              </p:spPr>
            </p:pic>
          </mc:Fallback>
        </mc:AlternateContent>
        <mc:AlternateContent xmlns:mc="http://schemas.openxmlformats.org/markup-compatibility/2006">
          <mc:Choice xmlns:p14="http://schemas.microsoft.com/office/powerpoint/2010/main" Requires="p14">
            <p:contentPart p14:bwMode="auto" r:id="rId291">
              <p14:nvContentPartPr>
                <p14:cNvPr id="174" name="Ink 173">
                  <a:extLst>
                    <a:ext uri="{FF2B5EF4-FFF2-40B4-BE49-F238E27FC236}">
                      <a16:creationId xmlns:a16="http://schemas.microsoft.com/office/drawing/2014/main" id="{E481945C-8D41-8763-1E9A-FE66230643F7}"/>
                    </a:ext>
                  </a:extLst>
                </p14:cNvPr>
                <p14:cNvContentPartPr/>
                <p14:nvPr/>
              </p14:nvContentPartPr>
              <p14:xfrm>
                <a:off x="11937710" y="5840317"/>
                <a:ext cx="53280" cy="165960"/>
              </p14:xfrm>
            </p:contentPart>
          </mc:Choice>
          <mc:Fallback>
            <p:pic>
              <p:nvPicPr>
                <p:cNvPr id="174" name="Ink 173">
                  <a:extLst>
                    <a:ext uri="{FF2B5EF4-FFF2-40B4-BE49-F238E27FC236}">
                      <a16:creationId xmlns:a16="http://schemas.microsoft.com/office/drawing/2014/main" id="{E481945C-8D41-8763-1E9A-FE66230643F7}"/>
                    </a:ext>
                  </a:extLst>
                </p:cNvPr>
                <p:cNvPicPr/>
                <p:nvPr/>
              </p:nvPicPr>
              <p:blipFill>
                <a:blip r:embed="rId292"/>
                <a:stretch>
                  <a:fillRect/>
                </a:stretch>
              </p:blipFill>
              <p:spPr>
                <a:xfrm>
                  <a:off x="11919710" y="5822317"/>
                  <a:ext cx="88920" cy="201600"/>
                </a:xfrm>
                <a:prstGeom prst="rect">
                  <a:avLst/>
                </a:prstGeom>
              </p:spPr>
            </p:pic>
          </mc:Fallback>
        </mc:AlternateContent>
        <mc:AlternateContent xmlns:mc="http://schemas.openxmlformats.org/markup-compatibility/2006">
          <mc:Choice xmlns:p14="http://schemas.microsoft.com/office/powerpoint/2010/main" Requires="p14">
            <p:contentPart p14:bwMode="auto" r:id="rId293">
              <p14:nvContentPartPr>
                <p14:cNvPr id="175" name="Ink 174">
                  <a:extLst>
                    <a:ext uri="{FF2B5EF4-FFF2-40B4-BE49-F238E27FC236}">
                      <a16:creationId xmlns:a16="http://schemas.microsoft.com/office/drawing/2014/main" id="{836ADDAC-28C0-5911-D4A5-9CEA6E68C1D1}"/>
                    </a:ext>
                  </a:extLst>
                </p14:cNvPr>
                <p14:cNvContentPartPr/>
                <p14:nvPr/>
              </p14:nvContentPartPr>
              <p14:xfrm>
                <a:off x="11890910" y="5918077"/>
                <a:ext cx="54000" cy="27000"/>
              </p14:xfrm>
            </p:contentPart>
          </mc:Choice>
          <mc:Fallback>
            <p:pic>
              <p:nvPicPr>
                <p:cNvPr id="175" name="Ink 174">
                  <a:extLst>
                    <a:ext uri="{FF2B5EF4-FFF2-40B4-BE49-F238E27FC236}">
                      <a16:creationId xmlns:a16="http://schemas.microsoft.com/office/drawing/2014/main" id="{836ADDAC-28C0-5911-D4A5-9CEA6E68C1D1}"/>
                    </a:ext>
                  </a:extLst>
                </p:cNvPr>
                <p:cNvPicPr/>
                <p:nvPr/>
              </p:nvPicPr>
              <p:blipFill>
                <a:blip r:embed="rId294"/>
                <a:stretch>
                  <a:fillRect/>
                </a:stretch>
              </p:blipFill>
              <p:spPr>
                <a:xfrm>
                  <a:off x="11872910" y="5900437"/>
                  <a:ext cx="89640" cy="62640"/>
                </a:xfrm>
                <a:prstGeom prst="rect">
                  <a:avLst/>
                </a:prstGeom>
              </p:spPr>
            </p:pic>
          </mc:Fallback>
        </mc:AlternateContent>
        <mc:AlternateContent xmlns:mc="http://schemas.openxmlformats.org/markup-compatibility/2006">
          <mc:Choice xmlns:p14="http://schemas.microsoft.com/office/powerpoint/2010/main" Requires="p14">
            <p:contentPart p14:bwMode="auto" r:id="rId295">
              <p14:nvContentPartPr>
                <p14:cNvPr id="177" name="Ink 176">
                  <a:extLst>
                    <a:ext uri="{FF2B5EF4-FFF2-40B4-BE49-F238E27FC236}">
                      <a16:creationId xmlns:a16="http://schemas.microsoft.com/office/drawing/2014/main" id="{6DB2206A-8ADB-8721-89CF-B7CFBBA8749C}"/>
                    </a:ext>
                  </a:extLst>
                </p14:cNvPr>
                <p14:cNvContentPartPr/>
                <p14:nvPr/>
              </p14:nvContentPartPr>
              <p14:xfrm>
                <a:off x="12006110" y="5459797"/>
                <a:ext cx="140400" cy="552600"/>
              </p14:xfrm>
            </p:contentPart>
          </mc:Choice>
          <mc:Fallback>
            <p:pic>
              <p:nvPicPr>
                <p:cNvPr id="177" name="Ink 176">
                  <a:extLst>
                    <a:ext uri="{FF2B5EF4-FFF2-40B4-BE49-F238E27FC236}">
                      <a16:creationId xmlns:a16="http://schemas.microsoft.com/office/drawing/2014/main" id="{6DB2206A-8ADB-8721-89CF-B7CFBBA8749C}"/>
                    </a:ext>
                  </a:extLst>
                </p:cNvPr>
                <p:cNvPicPr/>
                <p:nvPr/>
              </p:nvPicPr>
              <p:blipFill>
                <a:blip r:embed="rId296"/>
                <a:stretch>
                  <a:fillRect/>
                </a:stretch>
              </p:blipFill>
              <p:spPr>
                <a:xfrm>
                  <a:off x="11988110" y="5442157"/>
                  <a:ext cx="176040" cy="58824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297">
            <p14:nvContentPartPr>
              <p14:cNvPr id="178" name="Ink 177">
                <a:extLst>
                  <a:ext uri="{FF2B5EF4-FFF2-40B4-BE49-F238E27FC236}">
                    <a16:creationId xmlns:a16="http://schemas.microsoft.com/office/drawing/2014/main" id="{DDCC5484-3943-60D6-677B-085F08B0A4BC}"/>
                  </a:ext>
                </a:extLst>
              </p14:cNvPr>
              <p14:cNvContentPartPr/>
              <p14:nvPr/>
            </p14:nvContentPartPr>
            <p14:xfrm>
              <a:off x="11982710" y="5210677"/>
              <a:ext cx="123120" cy="83880"/>
            </p14:xfrm>
          </p:contentPart>
        </mc:Choice>
        <mc:Fallback>
          <p:pic>
            <p:nvPicPr>
              <p:cNvPr id="178" name="Ink 177">
                <a:extLst>
                  <a:ext uri="{FF2B5EF4-FFF2-40B4-BE49-F238E27FC236}">
                    <a16:creationId xmlns:a16="http://schemas.microsoft.com/office/drawing/2014/main" id="{DDCC5484-3943-60D6-677B-085F08B0A4BC}"/>
                  </a:ext>
                </a:extLst>
              </p:cNvPr>
              <p:cNvPicPr/>
              <p:nvPr/>
            </p:nvPicPr>
            <p:blipFill>
              <a:blip r:embed="rId298"/>
              <a:stretch>
                <a:fillRect/>
              </a:stretch>
            </p:blipFill>
            <p:spPr>
              <a:xfrm>
                <a:off x="11964710" y="5193037"/>
                <a:ext cx="158760" cy="119520"/>
              </a:xfrm>
              <a:prstGeom prst="rect">
                <a:avLst/>
              </a:prstGeom>
            </p:spPr>
          </p:pic>
        </mc:Fallback>
      </mc:AlternateContent>
      <p:grpSp>
        <p:nvGrpSpPr>
          <p:cNvPr id="210" name="Group 209">
            <a:extLst>
              <a:ext uri="{FF2B5EF4-FFF2-40B4-BE49-F238E27FC236}">
                <a16:creationId xmlns:a16="http://schemas.microsoft.com/office/drawing/2014/main" id="{100DAAF3-564A-0E33-1CB7-E78C87B57332}"/>
              </a:ext>
            </a:extLst>
          </p:cNvPr>
          <p:cNvGrpSpPr/>
          <p:nvPr/>
        </p:nvGrpSpPr>
        <p:grpSpPr>
          <a:xfrm>
            <a:off x="2112950" y="3032677"/>
            <a:ext cx="6943680" cy="3348720"/>
            <a:chOff x="2112950" y="3032677"/>
            <a:chExt cx="6943680" cy="3348720"/>
          </a:xfrm>
        </p:grpSpPr>
        <mc:AlternateContent xmlns:mc="http://schemas.openxmlformats.org/markup-compatibility/2006">
          <mc:Choice xmlns:p14="http://schemas.microsoft.com/office/powerpoint/2010/main" Requires="p14">
            <p:contentPart p14:bwMode="auto" r:id="rId299">
              <p14:nvContentPartPr>
                <p14:cNvPr id="180" name="Ink 179">
                  <a:extLst>
                    <a:ext uri="{FF2B5EF4-FFF2-40B4-BE49-F238E27FC236}">
                      <a16:creationId xmlns:a16="http://schemas.microsoft.com/office/drawing/2014/main" id="{30F2771B-F18A-E4A7-F5DA-E23ABAE4D3C7}"/>
                    </a:ext>
                  </a:extLst>
                </p14:cNvPr>
                <p14:cNvContentPartPr/>
                <p14:nvPr/>
              </p14:nvContentPartPr>
              <p14:xfrm>
                <a:off x="2112950" y="3539557"/>
                <a:ext cx="128160" cy="224640"/>
              </p14:xfrm>
            </p:contentPart>
          </mc:Choice>
          <mc:Fallback>
            <p:pic>
              <p:nvPicPr>
                <p:cNvPr id="180" name="Ink 179">
                  <a:extLst>
                    <a:ext uri="{FF2B5EF4-FFF2-40B4-BE49-F238E27FC236}">
                      <a16:creationId xmlns:a16="http://schemas.microsoft.com/office/drawing/2014/main" id="{30F2771B-F18A-E4A7-F5DA-E23ABAE4D3C7}"/>
                    </a:ext>
                  </a:extLst>
                </p:cNvPr>
                <p:cNvPicPr/>
                <p:nvPr/>
              </p:nvPicPr>
              <p:blipFill>
                <a:blip r:embed="rId300"/>
                <a:stretch>
                  <a:fillRect/>
                </a:stretch>
              </p:blipFill>
              <p:spPr>
                <a:xfrm>
                  <a:off x="2094950" y="3521917"/>
                  <a:ext cx="163800" cy="260280"/>
                </a:xfrm>
                <a:prstGeom prst="rect">
                  <a:avLst/>
                </a:prstGeom>
              </p:spPr>
            </p:pic>
          </mc:Fallback>
        </mc:AlternateContent>
        <mc:AlternateContent xmlns:mc="http://schemas.openxmlformats.org/markup-compatibility/2006">
          <mc:Choice xmlns:p14="http://schemas.microsoft.com/office/powerpoint/2010/main" Requires="p14">
            <p:contentPart p14:bwMode="auto" r:id="rId301">
              <p14:nvContentPartPr>
                <p14:cNvPr id="181" name="Ink 180">
                  <a:extLst>
                    <a:ext uri="{FF2B5EF4-FFF2-40B4-BE49-F238E27FC236}">
                      <a16:creationId xmlns:a16="http://schemas.microsoft.com/office/drawing/2014/main" id="{4DA9D1C3-42E9-0E8B-5B0E-6D98F5BA22B3}"/>
                    </a:ext>
                  </a:extLst>
                </p14:cNvPr>
                <p14:cNvContentPartPr/>
                <p14:nvPr/>
              </p14:nvContentPartPr>
              <p14:xfrm>
                <a:off x="2382590" y="3675637"/>
                <a:ext cx="6480" cy="24120"/>
              </p14:xfrm>
            </p:contentPart>
          </mc:Choice>
          <mc:Fallback>
            <p:pic>
              <p:nvPicPr>
                <p:cNvPr id="181" name="Ink 180">
                  <a:extLst>
                    <a:ext uri="{FF2B5EF4-FFF2-40B4-BE49-F238E27FC236}">
                      <a16:creationId xmlns:a16="http://schemas.microsoft.com/office/drawing/2014/main" id="{4DA9D1C3-42E9-0E8B-5B0E-6D98F5BA22B3}"/>
                    </a:ext>
                  </a:extLst>
                </p:cNvPr>
                <p:cNvPicPr/>
                <p:nvPr/>
              </p:nvPicPr>
              <p:blipFill>
                <a:blip r:embed="rId302"/>
                <a:stretch>
                  <a:fillRect/>
                </a:stretch>
              </p:blipFill>
              <p:spPr>
                <a:xfrm>
                  <a:off x="2364590" y="3657637"/>
                  <a:ext cx="42120" cy="59760"/>
                </a:xfrm>
                <a:prstGeom prst="rect">
                  <a:avLst/>
                </a:prstGeom>
              </p:spPr>
            </p:pic>
          </mc:Fallback>
        </mc:AlternateContent>
        <mc:AlternateContent xmlns:mc="http://schemas.openxmlformats.org/markup-compatibility/2006">
          <mc:Choice xmlns:p14="http://schemas.microsoft.com/office/powerpoint/2010/main" Requires="p14">
            <p:contentPart p14:bwMode="auto" r:id="rId303">
              <p14:nvContentPartPr>
                <p14:cNvPr id="183" name="Ink 182">
                  <a:extLst>
                    <a:ext uri="{FF2B5EF4-FFF2-40B4-BE49-F238E27FC236}">
                      <a16:creationId xmlns:a16="http://schemas.microsoft.com/office/drawing/2014/main" id="{23E8B7B2-F9A3-16F1-5D79-CBE1C9638DCB}"/>
                    </a:ext>
                  </a:extLst>
                </p14:cNvPr>
                <p14:cNvContentPartPr/>
                <p14:nvPr/>
              </p14:nvContentPartPr>
              <p14:xfrm>
                <a:off x="2591030" y="3526597"/>
                <a:ext cx="24840" cy="165240"/>
              </p14:xfrm>
            </p:contentPart>
          </mc:Choice>
          <mc:Fallback>
            <p:pic>
              <p:nvPicPr>
                <p:cNvPr id="183" name="Ink 182">
                  <a:extLst>
                    <a:ext uri="{FF2B5EF4-FFF2-40B4-BE49-F238E27FC236}">
                      <a16:creationId xmlns:a16="http://schemas.microsoft.com/office/drawing/2014/main" id="{23E8B7B2-F9A3-16F1-5D79-CBE1C9638DCB}"/>
                    </a:ext>
                  </a:extLst>
                </p:cNvPr>
                <p:cNvPicPr/>
                <p:nvPr/>
              </p:nvPicPr>
              <p:blipFill>
                <a:blip r:embed="rId304"/>
                <a:stretch>
                  <a:fillRect/>
                </a:stretch>
              </p:blipFill>
              <p:spPr>
                <a:xfrm>
                  <a:off x="2573390" y="3508597"/>
                  <a:ext cx="60480" cy="200880"/>
                </a:xfrm>
                <a:prstGeom prst="rect">
                  <a:avLst/>
                </a:prstGeom>
              </p:spPr>
            </p:pic>
          </mc:Fallback>
        </mc:AlternateContent>
        <mc:AlternateContent xmlns:mc="http://schemas.openxmlformats.org/markup-compatibility/2006">
          <mc:Choice xmlns:p14="http://schemas.microsoft.com/office/powerpoint/2010/main" Requires="p14">
            <p:contentPart p14:bwMode="auto" r:id="rId305">
              <p14:nvContentPartPr>
                <p14:cNvPr id="184" name="Ink 183">
                  <a:extLst>
                    <a:ext uri="{FF2B5EF4-FFF2-40B4-BE49-F238E27FC236}">
                      <a16:creationId xmlns:a16="http://schemas.microsoft.com/office/drawing/2014/main" id="{418E0294-ABE4-88C4-7476-52410458AABE}"/>
                    </a:ext>
                  </a:extLst>
                </p14:cNvPr>
                <p14:cNvContentPartPr/>
                <p14:nvPr/>
              </p14:nvContentPartPr>
              <p14:xfrm>
                <a:off x="2565110" y="3505717"/>
                <a:ext cx="75600" cy="70200"/>
              </p14:xfrm>
            </p:contentPart>
          </mc:Choice>
          <mc:Fallback>
            <p:pic>
              <p:nvPicPr>
                <p:cNvPr id="184" name="Ink 183">
                  <a:extLst>
                    <a:ext uri="{FF2B5EF4-FFF2-40B4-BE49-F238E27FC236}">
                      <a16:creationId xmlns:a16="http://schemas.microsoft.com/office/drawing/2014/main" id="{418E0294-ABE4-88C4-7476-52410458AABE}"/>
                    </a:ext>
                  </a:extLst>
                </p:cNvPr>
                <p:cNvPicPr/>
                <p:nvPr/>
              </p:nvPicPr>
              <p:blipFill>
                <a:blip r:embed="rId306"/>
                <a:stretch>
                  <a:fillRect/>
                </a:stretch>
              </p:blipFill>
              <p:spPr>
                <a:xfrm>
                  <a:off x="2547110" y="3488077"/>
                  <a:ext cx="111240" cy="105840"/>
                </a:xfrm>
                <a:prstGeom prst="rect">
                  <a:avLst/>
                </a:prstGeom>
              </p:spPr>
            </p:pic>
          </mc:Fallback>
        </mc:AlternateContent>
        <mc:AlternateContent xmlns:mc="http://schemas.openxmlformats.org/markup-compatibility/2006">
          <mc:Choice xmlns:p14="http://schemas.microsoft.com/office/powerpoint/2010/main" Requires="p14">
            <p:contentPart p14:bwMode="auto" r:id="rId307">
              <p14:nvContentPartPr>
                <p14:cNvPr id="185" name="Ink 184">
                  <a:extLst>
                    <a:ext uri="{FF2B5EF4-FFF2-40B4-BE49-F238E27FC236}">
                      <a16:creationId xmlns:a16="http://schemas.microsoft.com/office/drawing/2014/main" id="{55E7443D-6C1A-9AA0-3C10-F8FCD3C0D1C3}"/>
                    </a:ext>
                  </a:extLst>
                </p14:cNvPr>
                <p14:cNvContentPartPr/>
                <p14:nvPr/>
              </p14:nvContentPartPr>
              <p14:xfrm>
                <a:off x="2658350" y="3605797"/>
                <a:ext cx="57600" cy="24480"/>
              </p14:xfrm>
            </p:contentPart>
          </mc:Choice>
          <mc:Fallback>
            <p:pic>
              <p:nvPicPr>
                <p:cNvPr id="185" name="Ink 184">
                  <a:extLst>
                    <a:ext uri="{FF2B5EF4-FFF2-40B4-BE49-F238E27FC236}">
                      <a16:creationId xmlns:a16="http://schemas.microsoft.com/office/drawing/2014/main" id="{55E7443D-6C1A-9AA0-3C10-F8FCD3C0D1C3}"/>
                    </a:ext>
                  </a:extLst>
                </p:cNvPr>
                <p:cNvPicPr/>
                <p:nvPr/>
              </p:nvPicPr>
              <p:blipFill>
                <a:blip r:embed="rId308"/>
                <a:stretch>
                  <a:fillRect/>
                </a:stretch>
              </p:blipFill>
              <p:spPr>
                <a:xfrm>
                  <a:off x="2640710" y="3587797"/>
                  <a:ext cx="93240" cy="60120"/>
                </a:xfrm>
                <a:prstGeom prst="rect">
                  <a:avLst/>
                </a:prstGeom>
              </p:spPr>
            </p:pic>
          </mc:Fallback>
        </mc:AlternateContent>
        <mc:AlternateContent xmlns:mc="http://schemas.openxmlformats.org/markup-compatibility/2006">
          <mc:Choice xmlns:p14="http://schemas.microsoft.com/office/powerpoint/2010/main" Requires="p14">
            <p:contentPart p14:bwMode="auto" r:id="rId309">
              <p14:nvContentPartPr>
                <p14:cNvPr id="186" name="Ink 185">
                  <a:extLst>
                    <a:ext uri="{FF2B5EF4-FFF2-40B4-BE49-F238E27FC236}">
                      <a16:creationId xmlns:a16="http://schemas.microsoft.com/office/drawing/2014/main" id="{C40EAAB1-8F27-28E6-D922-D928380DCCC9}"/>
                    </a:ext>
                  </a:extLst>
                </p14:cNvPr>
                <p14:cNvContentPartPr/>
                <p14:nvPr/>
              </p14:nvContentPartPr>
              <p14:xfrm>
                <a:off x="2770670" y="3504997"/>
                <a:ext cx="23040" cy="187920"/>
              </p14:xfrm>
            </p:contentPart>
          </mc:Choice>
          <mc:Fallback>
            <p:pic>
              <p:nvPicPr>
                <p:cNvPr id="186" name="Ink 185">
                  <a:extLst>
                    <a:ext uri="{FF2B5EF4-FFF2-40B4-BE49-F238E27FC236}">
                      <a16:creationId xmlns:a16="http://schemas.microsoft.com/office/drawing/2014/main" id="{C40EAAB1-8F27-28E6-D922-D928380DCCC9}"/>
                    </a:ext>
                  </a:extLst>
                </p:cNvPr>
                <p:cNvPicPr/>
                <p:nvPr/>
              </p:nvPicPr>
              <p:blipFill>
                <a:blip r:embed="rId310"/>
                <a:stretch>
                  <a:fillRect/>
                </a:stretch>
              </p:blipFill>
              <p:spPr>
                <a:xfrm>
                  <a:off x="2752670" y="3486997"/>
                  <a:ext cx="58680" cy="223560"/>
                </a:xfrm>
                <a:prstGeom prst="rect">
                  <a:avLst/>
                </a:prstGeom>
              </p:spPr>
            </p:pic>
          </mc:Fallback>
        </mc:AlternateContent>
        <mc:AlternateContent xmlns:mc="http://schemas.openxmlformats.org/markup-compatibility/2006">
          <mc:Choice xmlns:p14="http://schemas.microsoft.com/office/powerpoint/2010/main" Requires="p14">
            <p:contentPart p14:bwMode="auto" r:id="rId311">
              <p14:nvContentPartPr>
                <p14:cNvPr id="187" name="Ink 186">
                  <a:extLst>
                    <a:ext uri="{FF2B5EF4-FFF2-40B4-BE49-F238E27FC236}">
                      <a16:creationId xmlns:a16="http://schemas.microsoft.com/office/drawing/2014/main" id="{8496EA14-8BC6-5498-C8F3-CB535EBA27C6}"/>
                    </a:ext>
                  </a:extLst>
                </p14:cNvPr>
                <p14:cNvContentPartPr/>
                <p14:nvPr/>
              </p14:nvContentPartPr>
              <p14:xfrm>
                <a:off x="2884790" y="3623797"/>
                <a:ext cx="18000" cy="31680"/>
              </p14:xfrm>
            </p:contentPart>
          </mc:Choice>
          <mc:Fallback>
            <p:pic>
              <p:nvPicPr>
                <p:cNvPr id="187" name="Ink 186">
                  <a:extLst>
                    <a:ext uri="{FF2B5EF4-FFF2-40B4-BE49-F238E27FC236}">
                      <a16:creationId xmlns:a16="http://schemas.microsoft.com/office/drawing/2014/main" id="{8496EA14-8BC6-5498-C8F3-CB535EBA27C6}"/>
                    </a:ext>
                  </a:extLst>
                </p:cNvPr>
                <p:cNvPicPr/>
                <p:nvPr/>
              </p:nvPicPr>
              <p:blipFill>
                <a:blip r:embed="rId312"/>
                <a:stretch>
                  <a:fillRect/>
                </a:stretch>
              </p:blipFill>
              <p:spPr>
                <a:xfrm>
                  <a:off x="2866790" y="3606157"/>
                  <a:ext cx="53640" cy="67320"/>
                </a:xfrm>
                <a:prstGeom prst="rect">
                  <a:avLst/>
                </a:prstGeom>
              </p:spPr>
            </p:pic>
          </mc:Fallback>
        </mc:AlternateContent>
        <mc:AlternateContent xmlns:mc="http://schemas.openxmlformats.org/markup-compatibility/2006">
          <mc:Choice xmlns:p14="http://schemas.microsoft.com/office/powerpoint/2010/main" Requires="p14">
            <p:contentPart p14:bwMode="auto" r:id="rId313">
              <p14:nvContentPartPr>
                <p14:cNvPr id="188" name="Ink 187">
                  <a:extLst>
                    <a:ext uri="{FF2B5EF4-FFF2-40B4-BE49-F238E27FC236}">
                      <a16:creationId xmlns:a16="http://schemas.microsoft.com/office/drawing/2014/main" id="{848367C2-143E-8826-DB4F-EDE5E6CBE715}"/>
                    </a:ext>
                  </a:extLst>
                </p14:cNvPr>
                <p14:cNvContentPartPr/>
                <p14:nvPr/>
              </p14:nvContentPartPr>
              <p14:xfrm>
                <a:off x="2882630" y="3525517"/>
                <a:ext cx="3960" cy="38160"/>
              </p14:xfrm>
            </p:contentPart>
          </mc:Choice>
          <mc:Fallback>
            <p:pic>
              <p:nvPicPr>
                <p:cNvPr id="188" name="Ink 187">
                  <a:extLst>
                    <a:ext uri="{FF2B5EF4-FFF2-40B4-BE49-F238E27FC236}">
                      <a16:creationId xmlns:a16="http://schemas.microsoft.com/office/drawing/2014/main" id="{848367C2-143E-8826-DB4F-EDE5E6CBE715}"/>
                    </a:ext>
                  </a:extLst>
                </p:cNvPr>
                <p:cNvPicPr/>
                <p:nvPr/>
              </p:nvPicPr>
              <p:blipFill>
                <a:blip r:embed="rId314"/>
                <a:stretch>
                  <a:fillRect/>
                </a:stretch>
              </p:blipFill>
              <p:spPr>
                <a:xfrm>
                  <a:off x="2864990" y="3507517"/>
                  <a:ext cx="39600" cy="73800"/>
                </a:xfrm>
                <a:prstGeom prst="rect">
                  <a:avLst/>
                </a:prstGeom>
              </p:spPr>
            </p:pic>
          </mc:Fallback>
        </mc:AlternateContent>
        <mc:AlternateContent xmlns:mc="http://schemas.openxmlformats.org/markup-compatibility/2006">
          <mc:Choice xmlns:p14="http://schemas.microsoft.com/office/powerpoint/2010/main" Requires="p14">
            <p:contentPart p14:bwMode="auto" r:id="rId315">
              <p14:nvContentPartPr>
                <p14:cNvPr id="189" name="Ink 188">
                  <a:extLst>
                    <a:ext uri="{FF2B5EF4-FFF2-40B4-BE49-F238E27FC236}">
                      <a16:creationId xmlns:a16="http://schemas.microsoft.com/office/drawing/2014/main" id="{A05275E1-0D41-A440-B7E0-B8A5E37782D1}"/>
                    </a:ext>
                  </a:extLst>
                </p14:cNvPr>
                <p14:cNvContentPartPr/>
                <p14:nvPr/>
              </p14:nvContentPartPr>
              <p14:xfrm>
                <a:off x="2981270" y="3582037"/>
                <a:ext cx="60480" cy="123480"/>
              </p14:xfrm>
            </p:contentPart>
          </mc:Choice>
          <mc:Fallback>
            <p:pic>
              <p:nvPicPr>
                <p:cNvPr id="189" name="Ink 188">
                  <a:extLst>
                    <a:ext uri="{FF2B5EF4-FFF2-40B4-BE49-F238E27FC236}">
                      <a16:creationId xmlns:a16="http://schemas.microsoft.com/office/drawing/2014/main" id="{A05275E1-0D41-A440-B7E0-B8A5E37782D1}"/>
                    </a:ext>
                  </a:extLst>
                </p:cNvPr>
                <p:cNvPicPr/>
                <p:nvPr/>
              </p:nvPicPr>
              <p:blipFill>
                <a:blip r:embed="rId316"/>
                <a:stretch>
                  <a:fillRect/>
                </a:stretch>
              </p:blipFill>
              <p:spPr>
                <a:xfrm>
                  <a:off x="2963630" y="3564037"/>
                  <a:ext cx="96120" cy="159120"/>
                </a:xfrm>
                <a:prstGeom prst="rect">
                  <a:avLst/>
                </a:prstGeom>
              </p:spPr>
            </p:pic>
          </mc:Fallback>
        </mc:AlternateContent>
        <mc:AlternateContent xmlns:mc="http://schemas.openxmlformats.org/markup-compatibility/2006">
          <mc:Choice xmlns:p14="http://schemas.microsoft.com/office/powerpoint/2010/main" Requires="p14">
            <p:contentPart p14:bwMode="auto" r:id="rId317">
              <p14:nvContentPartPr>
                <p14:cNvPr id="190" name="Ink 189">
                  <a:extLst>
                    <a:ext uri="{FF2B5EF4-FFF2-40B4-BE49-F238E27FC236}">
                      <a16:creationId xmlns:a16="http://schemas.microsoft.com/office/drawing/2014/main" id="{93D6A00E-53C5-F6B3-93EC-18B9429B0316}"/>
                    </a:ext>
                  </a:extLst>
                </p14:cNvPr>
                <p14:cNvContentPartPr/>
                <p14:nvPr/>
              </p14:nvContentPartPr>
              <p14:xfrm>
                <a:off x="3110510" y="3502477"/>
                <a:ext cx="39960" cy="130680"/>
              </p14:xfrm>
            </p:contentPart>
          </mc:Choice>
          <mc:Fallback>
            <p:pic>
              <p:nvPicPr>
                <p:cNvPr id="190" name="Ink 189">
                  <a:extLst>
                    <a:ext uri="{FF2B5EF4-FFF2-40B4-BE49-F238E27FC236}">
                      <a16:creationId xmlns:a16="http://schemas.microsoft.com/office/drawing/2014/main" id="{93D6A00E-53C5-F6B3-93EC-18B9429B0316}"/>
                    </a:ext>
                  </a:extLst>
                </p:cNvPr>
                <p:cNvPicPr/>
                <p:nvPr/>
              </p:nvPicPr>
              <p:blipFill>
                <a:blip r:embed="rId318"/>
                <a:stretch>
                  <a:fillRect/>
                </a:stretch>
              </p:blipFill>
              <p:spPr>
                <a:xfrm>
                  <a:off x="3092510" y="3484477"/>
                  <a:ext cx="75600" cy="166320"/>
                </a:xfrm>
                <a:prstGeom prst="rect">
                  <a:avLst/>
                </a:prstGeom>
              </p:spPr>
            </p:pic>
          </mc:Fallback>
        </mc:AlternateContent>
        <mc:AlternateContent xmlns:mc="http://schemas.openxmlformats.org/markup-compatibility/2006">
          <mc:Choice xmlns:p14="http://schemas.microsoft.com/office/powerpoint/2010/main" Requires="p14">
            <p:contentPart p14:bwMode="auto" r:id="rId319">
              <p14:nvContentPartPr>
                <p14:cNvPr id="191" name="Ink 190">
                  <a:extLst>
                    <a:ext uri="{FF2B5EF4-FFF2-40B4-BE49-F238E27FC236}">
                      <a16:creationId xmlns:a16="http://schemas.microsoft.com/office/drawing/2014/main" id="{3237D535-AF38-AB58-42A9-CEF7C3C3A0D7}"/>
                    </a:ext>
                  </a:extLst>
                </p14:cNvPr>
                <p14:cNvContentPartPr/>
                <p14:nvPr/>
              </p14:nvContentPartPr>
              <p14:xfrm>
                <a:off x="3143270" y="3570157"/>
                <a:ext cx="63360" cy="60120"/>
              </p14:xfrm>
            </p:contentPart>
          </mc:Choice>
          <mc:Fallback>
            <p:pic>
              <p:nvPicPr>
                <p:cNvPr id="191" name="Ink 190">
                  <a:extLst>
                    <a:ext uri="{FF2B5EF4-FFF2-40B4-BE49-F238E27FC236}">
                      <a16:creationId xmlns:a16="http://schemas.microsoft.com/office/drawing/2014/main" id="{3237D535-AF38-AB58-42A9-CEF7C3C3A0D7}"/>
                    </a:ext>
                  </a:extLst>
                </p:cNvPr>
                <p:cNvPicPr/>
                <p:nvPr/>
              </p:nvPicPr>
              <p:blipFill>
                <a:blip r:embed="rId320"/>
                <a:stretch>
                  <a:fillRect/>
                </a:stretch>
              </p:blipFill>
              <p:spPr>
                <a:xfrm>
                  <a:off x="3125270" y="3552157"/>
                  <a:ext cx="99000" cy="95760"/>
                </a:xfrm>
                <a:prstGeom prst="rect">
                  <a:avLst/>
                </a:prstGeom>
              </p:spPr>
            </p:pic>
          </mc:Fallback>
        </mc:AlternateContent>
        <mc:AlternateContent xmlns:mc="http://schemas.openxmlformats.org/markup-compatibility/2006">
          <mc:Choice xmlns:p14="http://schemas.microsoft.com/office/powerpoint/2010/main" Requires="p14">
            <p:contentPart p14:bwMode="auto" r:id="rId321">
              <p14:nvContentPartPr>
                <p14:cNvPr id="192" name="Ink 191">
                  <a:extLst>
                    <a:ext uri="{FF2B5EF4-FFF2-40B4-BE49-F238E27FC236}">
                      <a16:creationId xmlns:a16="http://schemas.microsoft.com/office/drawing/2014/main" id="{ECECE08B-7822-614A-FA1A-D4579101A21F}"/>
                    </a:ext>
                  </a:extLst>
                </p14:cNvPr>
                <p14:cNvContentPartPr/>
                <p14:nvPr/>
              </p14:nvContentPartPr>
              <p14:xfrm>
                <a:off x="3265670" y="3568717"/>
                <a:ext cx="69480" cy="55080"/>
              </p14:xfrm>
            </p:contentPart>
          </mc:Choice>
          <mc:Fallback>
            <p:pic>
              <p:nvPicPr>
                <p:cNvPr id="192" name="Ink 191">
                  <a:extLst>
                    <a:ext uri="{FF2B5EF4-FFF2-40B4-BE49-F238E27FC236}">
                      <a16:creationId xmlns:a16="http://schemas.microsoft.com/office/drawing/2014/main" id="{ECECE08B-7822-614A-FA1A-D4579101A21F}"/>
                    </a:ext>
                  </a:extLst>
                </p:cNvPr>
                <p:cNvPicPr/>
                <p:nvPr/>
              </p:nvPicPr>
              <p:blipFill>
                <a:blip r:embed="rId322"/>
                <a:stretch>
                  <a:fillRect/>
                </a:stretch>
              </p:blipFill>
              <p:spPr>
                <a:xfrm>
                  <a:off x="3247670" y="3550717"/>
                  <a:ext cx="105120" cy="90720"/>
                </a:xfrm>
                <a:prstGeom prst="rect">
                  <a:avLst/>
                </a:prstGeom>
              </p:spPr>
            </p:pic>
          </mc:Fallback>
        </mc:AlternateContent>
        <mc:AlternateContent xmlns:mc="http://schemas.openxmlformats.org/markup-compatibility/2006">
          <mc:Choice xmlns:p14="http://schemas.microsoft.com/office/powerpoint/2010/main" Requires="p14">
            <p:contentPart p14:bwMode="auto" r:id="rId323">
              <p14:nvContentPartPr>
                <p14:cNvPr id="193" name="Ink 192">
                  <a:extLst>
                    <a:ext uri="{FF2B5EF4-FFF2-40B4-BE49-F238E27FC236}">
                      <a16:creationId xmlns:a16="http://schemas.microsoft.com/office/drawing/2014/main" id="{72768872-BE18-4915-611F-DF41B8A36E81}"/>
                    </a:ext>
                  </a:extLst>
                </p14:cNvPr>
                <p14:cNvContentPartPr/>
                <p14:nvPr/>
              </p14:nvContentPartPr>
              <p14:xfrm>
                <a:off x="3387350" y="3454597"/>
                <a:ext cx="34200" cy="13320"/>
              </p14:xfrm>
            </p:contentPart>
          </mc:Choice>
          <mc:Fallback>
            <p:pic>
              <p:nvPicPr>
                <p:cNvPr id="193" name="Ink 192">
                  <a:extLst>
                    <a:ext uri="{FF2B5EF4-FFF2-40B4-BE49-F238E27FC236}">
                      <a16:creationId xmlns:a16="http://schemas.microsoft.com/office/drawing/2014/main" id="{72768872-BE18-4915-611F-DF41B8A36E81}"/>
                    </a:ext>
                  </a:extLst>
                </p:cNvPr>
                <p:cNvPicPr/>
                <p:nvPr/>
              </p:nvPicPr>
              <p:blipFill>
                <a:blip r:embed="rId324"/>
                <a:stretch>
                  <a:fillRect/>
                </a:stretch>
              </p:blipFill>
              <p:spPr>
                <a:xfrm>
                  <a:off x="3369710" y="3436957"/>
                  <a:ext cx="69840" cy="48960"/>
                </a:xfrm>
                <a:prstGeom prst="rect">
                  <a:avLst/>
                </a:prstGeom>
              </p:spPr>
            </p:pic>
          </mc:Fallback>
        </mc:AlternateContent>
        <mc:AlternateContent xmlns:mc="http://schemas.openxmlformats.org/markup-compatibility/2006">
          <mc:Choice xmlns:p14="http://schemas.microsoft.com/office/powerpoint/2010/main" Requires="p14">
            <p:contentPart p14:bwMode="auto" r:id="rId325">
              <p14:nvContentPartPr>
                <p14:cNvPr id="194" name="Ink 193">
                  <a:extLst>
                    <a:ext uri="{FF2B5EF4-FFF2-40B4-BE49-F238E27FC236}">
                      <a16:creationId xmlns:a16="http://schemas.microsoft.com/office/drawing/2014/main" id="{4B777E0F-197A-A0CC-DA3F-8EE8D3F8F561}"/>
                    </a:ext>
                  </a:extLst>
                </p14:cNvPr>
                <p14:cNvContentPartPr/>
                <p14:nvPr/>
              </p14:nvContentPartPr>
              <p14:xfrm>
                <a:off x="3373310" y="3501757"/>
                <a:ext cx="61200" cy="114120"/>
              </p14:xfrm>
            </p:contentPart>
          </mc:Choice>
          <mc:Fallback>
            <p:pic>
              <p:nvPicPr>
                <p:cNvPr id="194" name="Ink 193">
                  <a:extLst>
                    <a:ext uri="{FF2B5EF4-FFF2-40B4-BE49-F238E27FC236}">
                      <a16:creationId xmlns:a16="http://schemas.microsoft.com/office/drawing/2014/main" id="{4B777E0F-197A-A0CC-DA3F-8EE8D3F8F561}"/>
                    </a:ext>
                  </a:extLst>
                </p:cNvPr>
                <p:cNvPicPr/>
                <p:nvPr/>
              </p:nvPicPr>
              <p:blipFill>
                <a:blip r:embed="rId326"/>
                <a:stretch>
                  <a:fillRect/>
                </a:stretch>
              </p:blipFill>
              <p:spPr>
                <a:xfrm>
                  <a:off x="3355310" y="3483757"/>
                  <a:ext cx="96840" cy="149760"/>
                </a:xfrm>
                <a:prstGeom prst="rect">
                  <a:avLst/>
                </a:prstGeom>
              </p:spPr>
            </p:pic>
          </mc:Fallback>
        </mc:AlternateContent>
        <mc:AlternateContent xmlns:mc="http://schemas.openxmlformats.org/markup-compatibility/2006">
          <mc:Choice xmlns:p14="http://schemas.microsoft.com/office/powerpoint/2010/main" Requires="p14">
            <p:contentPart p14:bwMode="auto" r:id="rId327">
              <p14:nvContentPartPr>
                <p14:cNvPr id="195" name="Ink 194">
                  <a:extLst>
                    <a:ext uri="{FF2B5EF4-FFF2-40B4-BE49-F238E27FC236}">
                      <a16:creationId xmlns:a16="http://schemas.microsoft.com/office/drawing/2014/main" id="{482D8277-411C-DF8C-6E10-8EFBEF43F2D2}"/>
                    </a:ext>
                  </a:extLst>
                </p14:cNvPr>
                <p14:cNvContentPartPr/>
                <p14:nvPr/>
              </p14:nvContentPartPr>
              <p14:xfrm>
                <a:off x="3755270" y="3528757"/>
                <a:ext cx="91080" cy="77040"/>
              </p14:xfrm>
            </p:contentPart>
          </mc:Choice>
          <mc:Fallback>
            <p:pic>
              <p:nvPicPr>
                <p:cNvPr id="195" name="Ink 194">
                  <a:extLst>
                    <a:ext uri="{FF2B5EF4-FFF2-40B4-BE49-F238E27FC236}">
                      <a16:creationId xmlns:a16="http://schemas.microsoft.com/office/drawing/2014/main" id="{482D8277-411C-DF8C-6E10-8EFBEF43F2D2}"/>
                    </a:ext>
                  </a:extLst>
                </p:cNvPr>
                <p:cNvPicPr/>
                <p:nvPr/>
              </p:nvPicPr>
              <p:blipFill>
                <a:blip r:embed="rId328"/>
                <a:stretch>
                  <a:fillRect/>
                </a:stretch>
              </p:blipFill>
              <p:spPr>
                <a:xfrm>
                  <a:off x="3737630" y="3511117"/>
                  <a:ext cx="126720" cy="112680"/>
                </a:xfrm>
                <a:prstGeom prst="rect">
                  <a:avLst/>
                </a:prstGeom>
              </p:spPr>
            </p:pic>
          </mc:Fallback>
        </mc:AlternateContent>
        <mc:AlternateContent xmlns:mc="http://schemas.openxmlformats.org/markup-compatibility/2006">
          <mc:Choice xmlns:p14="http://schemas.microsoft.com/office/powerpoint/2010/main" Requires="p14">
            <p:contentPart p14:bwMode="auto" r:id="rId329">
              <p14:nvContentPartPr>
                <p14:cNvPr id="196" name="Ink 195">
                  <a:extLst>
                    <a:ext uri="{FF2B5EF4-FFF2-40B4-BE49-F238E27FC236}">
                      <a16:creationId xmlns:a16="http://schemas.microsoft.com/office/drawing/2014/main" id="{8527B999-B040-63C4-E1CF-30C50C4E8E34}"/>
                    </a:ext>
                  </a:extLst>
                </p14:cNvPr>
                <p14:cNvContentPartPr/>
                <p14:nvPr/>
              </p14:nvContentPartPr>
              <p14:xfrm>
                <a:off x="3920510" y="3557197"/>
                <a:ext cx="65880" cy="59400"/>
              </p14:xfrm>
            </p:contentPart>
          </mc:Choice>
          <mc:Fallback>
            <p:pic>
              <p:nvPicPr>
                <p:cNvPr id="196" name="Ink 195">
                  <a:extLst>
                    <a:ext uri="{FF2B5EF4-FFF2-40B4-BE49-F238E27FC236}">
                      <a16:creationId xmlns:a16="http://schemas.microsoft.com/office/drawing/2014/main" id="{8527B999-B040-63C4-E1CF-30C50C4E8E34}"/>
                    </a:ext>
                  </a:extLst>
                </p:cNvPr>
                <p:cNvPicPr/>
                <p:nvPr/>
              </p:nvPicPr>
              <p:blipFill>
                <a:blip r:embed="rId330"/>
                <a:stretch>
                  <a:fillRect/>
                </a:stretch>
              </p:blipFill>
              <p:spPr>
                <a:xfrm>
                  <a:off x="3902870" y="3539557"/>
                  <a:ext cx="101520" cy="95040"/>
                </a:xfrm>
                <a:prstGeom prst="rect">
                  <a:avLst/>
                </a:prstGeom>
              </p:spPr>
            </p:pic>
          </mc:Fallback>
        </mc:AlternateContent>
        <mc:AlternateContent xmlns:mc="http://schemas.openxmlformats.org/markup-compatibility/2006">
          <mc:Choice xmlns:p14="http://schemas.microsoft.com/office/powerpoint/2010/main" Requires="p14">
            <p:contentPart p14:bwMode="auto" r:id="rId331">
              <p14:nvContentPartPr>
                <p14:cNvPr id="197" name="Ink 196">
                  <a:extLst>
                    <a:ext uri="{FF2B5EF4-FFF2-40B4-BE49-F238E27FC236}">
                      <a16:creationId xmlns:a16="http://schemas.microsoft.com/office/drawing/2014/main" id="{94D24576-595F-E97F-940B-06CF33750A4E}"/>
                    </a:ext>
                  </a:extLst>
                </p14:cNvPr>
                <p14:cNvContentPartPr/>
                <p14:nvPr/>
              </p14:nvContentPartPr>
              <p14:xfrm>
                <a:off x="4027430" y="3549997"/>
                <a:ext cx="31320" cy="87120"/>
              </p14:xfrm>
            </p:contentPart>
          </mc:Choice>
          <mc:Fallback>
            <p:pic>
              <p:nvPicPr>
                <p:cNvPr id="197" name="Ink 196">
                  <a:extLst>
                    <a:ext uri="{FF2B5EF4-FFF2-40B4-BE49-F238E27FC236}">
                      <a16:creationId xmlns:a16="http://schemas.microsoft.com/office/drawing/2014/main" id="{94D24576-595F-E97F-940B-06CF33750A4E}"/>
                    </a:ext>
                  </a:extLst>
                </p:cNvPr>
                <p:cNvPicPr/>
                <p:nvPr/>
              </p:nvPicPr>
              <p:blipFill>
                <a:blip r:embed="rId332"/>
                <a:stretch>
                  <a:fillRect/>
                </a:stretch>
              </p:blipFill>
              <p:spPr>
                <a:xfrm>
                  <a:off x="4009430" y="3531997"/>
                  <a:ext cx="66960" cy="122760"/>
                </a:xfrm>
                <a:prstGeom prst="rect">
                  <a:avLst/>
                </a:prstGeom>
              </p:spPr>
            </p:pic>
          </mc:Fallback>
        </mc:AlternateContent>
        <mc:AlternateContent xmlns:mc="http://schemas.openxmlformats.org/markup-compatibility/2006">
          <mc:Choice xmlns:p14="http://schemas.microsoft.com/office/powerpoint/2010/main" Requires="p14">
            <p:contentPart p14:bwMode="auto" r:id="rId333">
              <p14:nvContentPartPr>
                <p14:cNvPr id="198" name="Ink 197">
                  <a:extLst>
                    <a:ext uri="{FF2B5EF4-FFF2-40B4-BE49-F238E27FC236}">
                      <a16:creationId xmlns:a16="http://schemas.microsoft.com/office/drawing/2014/main" id="{7CCAAE42-ABA7-BD1A-E166-58B2EC880686}"/>
                    </a:ext>
                  </a:extLst>
                </p14:cNvPr>
                <p14:cNvContentPartPr/>
                <p14:nvPr/>
              </p14:nvContentPartPr>
              <p14:xfrm>
                <a:off x="4071710" y="3457477"/>
                <a:ext cx="9360" cy="44640"/>
              </p14:xfrm>
            </p:contentPart>
          </mc:Choice>
          <mc:Fallback>
            <p:pic>
              <p:nvPicPr>
                <p:cNvPr id="198" name="Ink 197">
                  <a:extLst>
                    <a:ext uri="{FF2B5EF4-FFF2-40B4-BE49-F238E27FC236}">
                      <a16:creationId xmlns:a16="http://schemas.microsoft.com/office/drawing/2014/main" id="{7CCAAE42-ABA7-BD1A-E166-58B2EC880686}"/>
                    </a:ext>
                  </a:extLst>
                </p:cNvPr>
                <p:cNvPicPr/>
                <p:nvPr/>
              </p:nvPicPr>
              <p:blipFill>
                <a:blip r:embed="rId334"/>
                <a:stretch>
                  <a:fillRect/>
                </a:stretch>
              </p:blipFill>
              <p:spPr>
                <a:xfrm>
                  <a:off x="4053710" y="3439837"/>
                  <a:ext cx="45000" cy="80280"/>
                </a:xfrm>
                <a:prstGeom prst="rect">
                  <a:avLst/>
                </a:prstGeom>
              </p:spPr>
            </p:pic>
          </mc:Fallback>
        </mc:AlternateContent>
        <mc:AlternateContent xmlns:mc="http://schemas.openxmlformats.org/markup-compatibility/2006">
          <mc:Choice xmlns:p14="http://schemas.microsoft.com/office/powerpoint/2010/main" Requires="p14">
            <p:contentPart p14:bwMode="auto" r:id="rId335">
              <p14:nvContentPartPr>
                <p14:cNvPr id="199" name="Ink 198">
                  <a:extLst>
                    <a:ext uri="{FF2B5EF4-FFF2-40B4-BE49-F238E27FC236}">
                      <a16:creationId xmlns:a16="http://schemas.microsoft.com/office/drawing/2014/main" id="{2204C709-ECD2-27FC-51BD-F5A517084193}"/>
                    </a:ext>
                  </a:extLst>
                </p14:cNvPr>
                <p14:cNvContentPartPr/>
                <p14:nvPr/>
              </p14:nvContentPartPr>
              <p14:xfrm>
                <a:off x="4148750" y="3514357"/>
                <a:ext cx="82080" cy="129960"/>
              </p14:xfrm>
            </p:contentPart>
          </mc:Choice>
          <mc:Fallback>
            <p:pic>
              <p:nvPicPr>
                <p:cNvPr id="199" name="Ink 198">
                  <a:extLst>
                    <a:ext uri="{FF2B5EF4-FFF2-40B4-BE49-F238E27FC236}">
                      <a16:creationId xmlns:a16="http://schemas.microsoft.com/office/drawing/2014/main" id="{2204C709-ECD2-27FC-51BD-F5A517084193}"/>
                    </a:ext>
                  </a:extLst>
                </p:cNvPr>
                <p:cNvPicPr/>
                <p:nvPr/>
              </p:nvPicPr>
              <p:blipFill>
                <a:blip r:embed="rId336"/>
                <a:stretch>
                  <a:fillRect/>
                </a:stretch>
              </p:blipFill>
              <p:spPr>
                <a:xfrm>
                  <a:off x="4131110" y="3496357"/>
                  <a:ext cx="117720" cy="165600"/>
                </a:xfrm>
                <a:prstGeom prst="rect">
                  <a:avLst/>
                </a:prstGeom>
              </p:spPr>
            </p:pic>
          </mc:Fallback>
        </mc:AlternateContent>
        <mc:AlternateContent xmlns:mc="http://schemas.openxmlformats.org/markup-compatibility/2006">
          <mc:Choice xmlns:p14="http://schemas.microsoft.com/office/powerpoint/2010/main" Requires="p14">
            <p:contentPart p14:bwMode="auto" r:id="rId337">
              <p14:nvContentPartPr>
                <p14:cNvPr id="200" name="Ink 199">
                  <a:extLst>
                    <a:ext uri="{FF2B5EF4-FFF2-40B4-BE49-F238E27FC236}">
                      <a16:creationId xmlns:a16="http://schemas.microsoft.com/office/drawing/2014/main" id="{4D1FD447-EFB9-2A1D-09CF-41672431D435}"/>
                    </a:ext>
                  </a:extLst>
                </p14:cNvPr>
                <p14:cNvContentPartPr/>
                <p14:nvPr/>
              </p14:nvContentPartPr>
              <p14:xfrm>
                <a:off x="4279430" y="3549997"/>
                <a:ext cx="79560" cy="87480"/>
              </p14:xfrm>
            </p:contentPart>
          </mc:Choice>
          <mc:Fallback>
            <p:pic>
              <p:nvPicPr>
                <p:cNvPr id="200" name="Ink 199">
                  <a:extLst>
                    <a:ext uri="{FF2B5EF4-FFF2-40B4-BE49-F238E27FC236}">
                      <a16:creationId xmlns:a16="http://schemas.microsoft.com/office/drawing/2014/main" id="{4D1FD447-EFB9-2A1D-09CF-41672431D435}"/>
                    </a:ext>
                  </a:extLst>
                </p:cNvPr>
                <p:cNvPicPr/>
                <p:nvPr/>
              </p:nvPicPr>
              <p:blipFill>
                <a:blip r:embed="rId338"/>
                <a:stretch>
                  <a:fillRect/>
                </a:stretch>
              </p:blipFill>
              <p:spPr>
                <a:xfrm>
                  <a:off x="4261430" y="3531997"/>
                  <a:ext cx="115200" cy="123120"/>
                </a:xfrm>
                <a:prstGeom prst="rect">
                  <a:avLst/>
                </a:prstGeom>
              </p:spPr>
            </p:pic>
          </mc:Fallback>
        </mc:AlternateContent>
        <mc:AlternateContent xmlns:mc="http://schemas.openxmlformats.org/markup-compatibility/2006">
          <mc:Choice xmlns:p14="http://schemas.microsoft.com/office/powerpoint/2010/main" Requires="p14">
            <p:contentPart p14:bwMode="auto" r:id="rId339">
              <p14:nvContentPartPr>
                <p14:cNvPr id="203" name="Ink 202">
                  <a:extLst>
                    <a:ext uri="{FF2B5EF4-FFF2-40B4-BE49-F238E27FC236}">
                      <a16:creationId xmlns:a16="http://schemas.microsoft.com/office/drawing/2014/main" id="{0182EF84-8E03-DF9F-6544-83ADF580CB8E}"/>
                    </a:ext>
                  </a:extLst>
                </p14:cNvPr>
                <p14:cNvContentPartPr/>
                <p14:nvPr/>
              </p14:nvContentPartPr>
              <p14:xfrm>
                <a:off x="3983150" y="3786517"/>
                <a:ext cx="37440" cy="188280"/>
              </p14:xfrm>
            </p:contentPart>
          </mc:Choice>
          <mc:Fallback>
            <p:pic>
              <p:nvPicPr>
                <p:cNvPr id="203" name="Ink 202">
                  <a:extLst>
                    <a:ext uri="{FF2B5EF4-FFF2-40B4-BE49-F238E27FC236}">
                      <a16:creationId xmlns:a16="http://schemas.microsoft.com/office/drawing/2014/main" id="{0182EF84-8E03-DF9F-6544-83ADF580CB8E}"/>
                    </a:ext>
                  </a:extLst>
                </p:cNvPr>
                <p:cNvPicPr/>
                <p:nvPr/>
              </p:nvPicPr>
              <p:blipFill>
                <a:blip r:embed="rId340"/>
                <a:stretch>
                  <a:fillRect/>
                </a:stretch>
              </p:blipFill>
              <p:spPr>
                <a:xfrm>
                  <a:off x="3965510" y="3768877"/>
                  <a:ext cx="73080" cy="223920"/>
                </a:xfrm>
                <a:prstGeom prst="rect">
                  <a:avLst/>
                </a:prstGeom>
              </p:spPr>
            </p:pic>
          </mc:Fallback>
        </mc:AlternateContent>
        <mc:AlternateContent xmlns:mc="http://schemas.openxmlformats.org/markup-compatibility/2006">
          <mc:Choice xmlns:p14="http://schemas.microsoft.com/office/powerpoint/2010/main" Requires="p14">
            <p:contentPart p14:bwMode="auto" r:id="rId341">
              <p14:nvContentPartPr>
                <p14:cNvPr id="204" name="Ink 203">
                  <a:extLst>
                    <a:ext uri="{FF2B5EF4-FFF2-40B4-BE49-F238E27FC236}">
                      <a16:creationId xmlns:a16="http://schemas.microsoft.com/office/drawing/2014/main" id="{11C033EB-8965-2660-5BBB-15645A7AA015}"/>
                    </a:ext>
                  </a:extLst>
                </p14:cNvPr>
                <p14:cNvContentPartPr/>
                <p14:nvPr/>
              </p14:nvContentPartPr>
              <p14:xfrm>
                <a:off x="4144070" y="3878677"/>
                <a:ext cx="203400" cy="118800"/>
              </p14:xfrm>
            </p:contentPart>
          </mc:Choice>
          <mc:Fallback>
            <p:pic>
              <p:nvPicPr>
                <p:cNvPr id="204" name="Ink 203">
                  <a:extLst>
                    <a:ext uri="{FF2B5EF4-FFF2-40B4-BE49-F238E27FC236}">
                      <a16:creationId xmlns:a16="http://schemas.microsoft.com/office/drawing/2014/main" id="{11C033EB-8965-2660-5BBB-15645A7AA015}"/>
                    </a:ext>
                  </a:extLst>
                </p:cNvPr>
                <p:cNvPicPr/>
                <p:nvPr/>
              </p:nvPicPr>
              <p:blipFill>
                <a:blip r:embed="rId342"/>
                <a:stretch>
                  <a:fillRect/>
                </a:stretch>
              </p:blipFill>
              <p:spPr>
                <a:xfrm>
                  <a:off x="4126070" y="3860677"/>
                  <a:ext cx="239040" cy="154440"/>
                </a:xfrm>
                <a:prstGeom prst="rect">
                  <a:avLst/>
                </a:prstGeom>
              </p:spPr>
            </p:pic>
          </mc:Fallback>
        </mc:AlternateContent>
        <mc:AlternateContent xmlns:mc="http://schemas.openxmlformats.org/markup-compatibility/2006">
          <mc:Choice xmlns:p14="http://schemas.microsoft.com/office/powerpoint/2010/main" Requires="p14">
            <p:contentPart p14:bwMode="auto" r:id="rId343">
              <p14:nvContentPartPr>
                <p14:cNvPr id="205" name="Ink 204">
                  <a:extLst>
                    <a:ext uri="{FF2B5EF4-FFF2-40B4-BE49-F238E27FC236}">
                      <a16:creationId xmlns:a16="http://schemas.microsoft.com/office/drawing/2014/main" id="{399E8CE7-E27C-56B7-B65E-35DAD021B7DC}"/>
                    </a:ext>
                  </a:extLst>
                </p14:cNvPr>
                <p14:cNvContentPartPr/>
                <p14:nvPr/>
              </p14:nvContentPartPr>
              <p14:xfrm>
                <a:off x="4399310" y="3745477"/>
                <a:ext cx="148320" cy="160200"/>
              </p14:xfrm>
            </p:contentPart>
          </mc:Choice>
          <mc:Fallback>
            <p:pic>
              <p:nvPicPr>
                <p:cNvPr id="205" name="Ink 204">
                  <a:extLst>
                    <a:ext uri="{FF2B5EF4-FFF2-40B4-BE49-F238E27FC236}">
                      <a16:creationId xmlns:a16="http://schemas.microsoft.com/office/drawing/2014/main" id="{399E8CE7-E27C-56B7-B65E-35DAD021B7DC}"/>
                    </a:ext>
                  </a:extLst>
                </p:cNvPr>
                <p:cNvPicPr/>
                <p:nvPr/>
              </p:nvPicPr>
              <p:blipFill>
                <a:blip r:embed="rId344"/>
                <a:stretch>
                  <a:fillRect/>
                </a:stretch>
              </p:blipFill>
              <p:spPr>
                <a:xfrm>
                  <a:off x="4381670" y="3727477"/>
                  <a:ext cx="183960" cy="195840"/>
                </a:xfrm>
                <a:prstGeom prst="rect">
                  <a:avLst/>
                </a:prstGeom>
              </p:spPr>
            </p:pic>
          </mc:Fallback>
        </mc:AlternateContent>
        <mc:AlternateContent xmlns:mc="http://schemas.openxmlformats.org/markup-compatibility/2006">
          <mc:Choice xmlns:p14="http://schemas.microsoft.com/office/powerpoint/2010/main" Requires="p14">
            <p:contentPart p14:bwMode="auto" r:id="rId345">
              <p14:nvContentPartPr>
                <p14:cNvPr id="207" name="Ink 206">
                  <a:extLst>
                    <a:ext uri="{FF2B5EF4-FFF2-40B4-BE49-F238E27FC236}">
                      <a16:creationId xmlns:a16="http://schemas.microsoft.com/office/drawing/2014/main" id="{3040E2F8-2815-3AFB-ACE1-2B57243F6443}"/>
                    </a:ext>
                  </a:extLst>
                </p14:cNvPr>
                <p14:cNvContentPartPr/>
                <p14:nvPr/>
              </p14:nvContentPartPr>
              <p14:xfrm>
                <a:off x="2327510" y="3032677"/>
                <a:ext cx="2098800" cy="1410120"/>
              </p14:xfrm>
            </p:contentPart>
          </mc:Choice>
          <mc:Fallback>
            <p:pic>
              <p:nvPicPr>
                <p:cNvPr id="207" name="Ink 206">
                  <a:extLst>
                    <a:ext uri="{FF2B5EF4-FFF2-40B4-BE49-F238E27FC236}">
                      <a16:creationId xmlns:a16="http://schemas.microsoft.com/office/drawing/2014/main" id="{3040E2F8-2815-3AFB-ACE1-2B57243F6443}"/>
                    </a:ext>
                  </a:extLst>
                </p:cNvPr>
                <p:cNvPicPr/>
                <p:nvPr/>
              </p:nvPicPr>
              <p:blipFill>
                <a:blip r:embed="rId346"/>
                <a:stretch>
                  <a:fillRect/>
                </a:stretch>
              </p:blipFill>
              <p:spPr>
                <a:xfrm>
                  <a:off x="2309510" y="3015037"/>
                  <a:ext cx="2134440" cy="1445760"/>
                </a:xfrm>
                <a:prstGeom prst="rect">
                  <a:avLst/>
                </a:prstGeom>
              </p:spPr>
            </p:pic>
          </mc:Fallback>
        </mc:AlternateContent>
        <mc:AlternateContent xmlns:mc="http://schemas.openxmlformats.org/markup-compatibility/2006">
          <mc:Choice xmlns:p14="http://schemas.microsoft.com/office/powerpoint/2010/main" Requires="p14">
            <p:contentPart p14:bwMode="auto" r:id="rId347">
              <p14:nvContentPartPr>
                <p14:cNvPr id="208" name="Ink 207">
                  <a:extLst>
                    <a:ext uri="{FF2B5EF4-FFF2-40B4-BE49-F238E27FC236}">
                      <a16:creationId xmlns:a16="http://schemas.microsoft.com/office/drawing/2014/main" id="{D2A7DD28-CB97-4C2B-0378-FC5B14CA1494}"/>
                    </a:ext>
                  </a:extLst>
                </p14:cNvPr>
                <p14:cNvContentPartPr/>
                <p14:nvPr/>
              </p14:nvContentPartPr>
              <p14:xfrm>
                <a:off x="3792350" y="4101517"/>
                <a:ext cx="5238360" cy="2194920"/>
              </p14:xfrm>
            </p:contentPart>
          </mc:Choice>
          <mc:Fallback>
            <p:pic>
              <p:nvPicPr>
                <p:cNvPr id="208" name="Ink 207">
                  <a:extLst>
                    <a:ext uri="{FF2B5EF4-FFF2-40B4-BE49-F238E27FC236}">
                      <a16:creationId xmlns:a16="http://schemas.microsoft.com/office/drawing/2014/main" id="{D2A7DD28-CB97-4C2B-0378-FC5B14CA1494}"/>
                    </a:ext>
                  </a:extLst>
                </p:cNvPr>
                <p:cNvPicPr/>
                <p:nvPr/>
              </p:nvPicPr>
              <p:blipFill>
                <a:blip r:embed="rId348"/>
                <a:stretch>
                  <a:fillRect/>
                </a:stretch>
              </p:blipFill>
              <p:spPr>
                <a:xfrm>
                  <a:off x="3774350" y="4083877"/>
                  <a:ext cx="5274000" cy="2230560"/>
                </a:xfrm>
                <a:prstGeom prst="rect">
                  <a:avLst/>
                </a:prstGeom>
              </p:spPr>
            </p:pic>
          </mc:Fallback>
        </mc:AlternateContent>
        <mc:AlternateContent xmlns:mc="http://schemas.openxmlformats.org/markup-compatibility/2006">
          <mc:Choice xmlns:p14="http://schemas.microsoft.com/office/powerpoint/2010/main" Requires="p14">
            <p:contentPart p14:bwMode="auto" r:id="rId349">
              <p14:nvContentPartPr>
                <p14:cNvPr id="209" name="Ink 208">
                  <a:extLst>
                    <a:ext uri="{FF2B5EF4-FFF2-40B4-BE49-F238E27FC236}">
                      <a16:creationId xmlns:a16="http://schemas.microsoft.com/office/drawing/2014/main" id="{EA8E724D-AEF9-81CB-F50D-33F23832CCBE}"/>
                    </a:ext>
                  </a:extLst>
                </p14:cNvPr>
                <p14:cNvContentPartPr/>
                <p14:nvPr/>
              </p14:nvContentPartPr>
              <p14:xfrm>
                <a:off x="8933150" y="6158197"/>
                <a:ext cx="123480" cy="223200"/>
              </p14:xfrm>
            </p:contentPart>
          </mc:Choice>
          <mc:Fallback>
            <p:pic>
              <p:nvPicPr>
                <p:cNvPr id="209" name="Ink 208">
                  <a:extLst>
                    <a:ext uri="{FF2B5EF4-FFF2-40B4-BE49-F238E27FC236}">
                      <a16:creationId xmlns:a16="http://schemas.microsoft.com/office/drawing/2014/main" id="{EA8E724D-AEF9-81CB-F50D-33F23832CCBE}"/>
                    </a:ext>
                  </a:extLst>
                </p:cNvPr>
                <p:cNvPicPr/>
                <p:nvPr/>
              </p:nvPicPr>
              <p:blipFill>
                <a:blip r:embed="rId350"/>
                <a:stretch>
                  <a:fillRect/>
                </a:stretch>
              </p:blipFill>
              <p:spPr>
                <a:xfrm>
                  <a:off x="8915150" y="6140197"/>
                  <a:ext cx="159120" cy="258840"/>
                </a:xfrm>
                <a:prstGeom prst="rect">
                  <a:avLst/>
                </a:prstGeom>
              </p:spPr>
            </p:pic>
          </mc:Fallback>
        </mc:AlternateContent>
      </p:grpSp>
      <p:grpSp>
        <p:nvGrpSpPr>
          <p:cNvPr id="220" name="Group 219">
            <a:extLst>
              <a:ext uri="{FF2B5EF4-FFF2-40B4-BE49-F238E27FC236}">
                <a16:creationId xmlns:a16="http://schemas.microsoft.com/office/drawing/2014/main" id="{4E14818E-BC80-6652-43CF-E340B20C9311}"/>
              </a:ext>
            </a:extLst>
          </p:cNvPr>
          <p:cNvGrpSpPr/>
          <p:nvPr/>
        </p:nvGrpSpPr>
        <p:grpSpPr>
          <a:xfrm>
            <a:off x="10224110" y="6183397"/>
            <a:ext cx="1703880" cy="530640"/>
            <a:chOff x="10224110" y="6183397"/>
            <a:chExt cx="1703880" cy="530640"/>
          </a:xfrm>
        </p:grpSpPr>
        <mc:AlternateContent xmlns:mc="http://schemas.openxmlformats.org/markup-compatibility/2006">
          <mc:Choice xmlns:p14="http://schemas.microsoft.com/office/powerpoint/2010/main" Requires="p14">
            <p:contentPart p14:bwMode="auto" r:id="rId351">
              <p14:nvContentPartPr>
                <p14:cNvPr id="211" name="Ink 210">
                  <a:extLst>
                    <a:ext uri="{FF2B5EF4-FFF2-40B4-BE49-F238E27FC236}">
                      <a16:creationId xmlns:a16="http://schemas.microsoft.com/office/drawing/2014/main" id="{B634280C-02E1-D926-C15A-7DA0FE4B9E03}"/>
                    </a:ext>
                  </a:extLst>
                </p14:cNvPr>
                <p14:cNvContentPartPr/>
                <p14:nvPr/>
              </p14:nvContentPartPr>
              <p14:xfrm>
                <a:off x="10224110" y="6509557"/>
                <a:ext cx="266040" cy="9000"/>
              </p14:xfrm>
            </p:contentPart>
          </mc:Choice>
          <mc:Fallback>
            <p:pic>
              <p:nvPicPr>
                <p:cNvPr id="211" name="Ink 210">
                  <a:extLst>
                    <a:ext uri="{FF2B5EF4-FFF2-40B4-BE49-F238E27FC236}">
                      <a16:creationId xmlns:a16="http://schemas.microsoft.com/office/drawing/2014/main" id="{B634280C-02E1-D926-C15A-7DA0FE4B9E03}"/>
                    </a:ext>
                  </a:extLst>
                </p:cNvPr>
                <p:cNvPicPr/>
                <p:nvPr/>
              </p:nvPicPr>
              <p:blipFill>
                <a:blip r:embed="rId352"/>
                <a:stretch>
                  <a:fillRect/>
                </a:stretch>
              </p:blipFill>
              <p:spPr>
                <a:xfrm>
                  <a:off x="10206470" y="6491917"/>
                  <a:ext cx="301680" cy="44640"/>
                </a:xfrm>
                <a:prstGeom prst="rect">
                  <a:avLst/>
                </a:prstGeom>
              </p:spPr>
            </p:pic>
          </mc:Fallback>
        </mc:AlternateContent>
        <mc:AlternateContent xmlns:mc="http://schemas.openxmlformats.org/markup-compatibility/2006">
          <mc:Choice xmlns:p14="http://schemas.microsoft.com/office/powerpoint/2010/main" Requires="p14">
            <p:contentPart p14:bwMode="auto" r:id="rId353">
              <p14:nvContentPartPr>
                <p14:cNvPr id="212" name="Ink 211">
                  <a:extLst>
                    <a:ext uri="{FF2B5EF4-FFF2-40B4-BE49-F238E27FC236}">
                      <a16:creationId xmlns:a16="http://schemas.microsoft.com/office/drawing/2014/main" id="{5A6E4FF9-D123-9C7E-67D7-DF9B71B5F934}"/>
                    </a:ext>
                  </a:extLst>
                </p14:cNvPr>
                <p14:cNvContentPartPr/>
                <p14:nvPr/>
              </p14:nvContentPartPr>
              <p14:xfrm>
                <a:off x="10386470" y="6409117"/>
                <a:ext cx="68400" cy="290880"/>
              </p14:xfrm>
            </p:contentPart>
          </mc:Choice>
          <mc:Fallback>
            <p:pic>
              <p:nvPicPr>
                <p:cNvPr id="212" name="Ink 211">
                  <a:extLst>
                    <a:ext uri="{FF2B5EF4-FFF2-40B4-BE49-F238E27FC236}">
                      <a16:creationId xmlns:a16="http://schemas.microsoft.com/office/drawing/2014/main" id="{5A6E4FF9-D123-9C7E-67D7-DF9B71B5F934}"/>
                    </a:ext>
                  </a:extLst>
                </p:cNvPr>
                <p:cNvPicPr/>
                <p:nvPr/>
              </p:nvPicPr>
              <p:blipFill>
                <a:blip r:embed="rId354"/>
                <a:stretch>
                  <a:fillRect/>
                </a:stretch>
              </p:blipFill>
              <p:spPr>
                <a:xfrm>
                  <a:off x="10368830" y="6391477"/>
                  <a:ext cx="104040" cy="326520"/>
                </a:xfrm>
                <a:prstGeom prst="rect">
                  <a:avLst/>
                </a:prstGeom>
              </p:spPr>
            </p:pic>
          </mc:Fallback>
        </mc:AlternateContent>
        <mc:AlternateContent xmlns:mc="http://schemas.openxmlformats.org/markup-compatibility/2006">
          <mc:Choice xmlns:p14="http://schemas.microsoft.com/office/powerpoint/2010/main" Requires="p14">
            <p:contentPart p14:bwMode="auto" r:id="rId355">
              <p14:nvContentPartPr>
                <p14:cNvPr id="214" name="Ink 213">
                  <a:extLst>
                    <a:ext uri="{FF2B5EF4-FFF2-40B4-BE49-F238E27FC236}">
                      <a16:creationId xmlns:a16="http://schemas.microsoft.com/office/drawing/2014/main" id="{5B8F5E63-A514-BC93-242D-F2C72EFE4230}"/>
                    </a:ext>
                  </a:extLst>
                </p14:cNvPr>
                <p14:cNvContentPartPr/>
                <p14:nvPr/>
              </p14:nvContentPartPr>
              <p14:xfrm>
                <a:off x="10869590" y="6405157"/>
                <a:ext cx="87480" cy="275760"/>
              </p14:xfrm>
            </p:contentPart>
          </mc:Choice>
          <mc:Fallback>
            <p:pic>
              <p:nvPicPr>
                <p:cNvPr id="214" name="Ink 213">
                  <a:extLst>
                    <a:ext uri="{FF2B5EF4-FFF2-40B4-BE49-F238E27FC236}">
                      <a16:creationId xmlns:a16="http://schemas.microsoft.com/office/drawing/2014/main" id="{5B8F5E63-A514-BC93-242D-F2C72EFE4230}"/>
                    </a:ext>
                  </a:extLst>
                </p:cNvPr>
                <p:cNvPicPr/>
                <p:nvPr/>
              </p:nvPicPr>
              <p:blipFill>
                <a:blip r:embed="rId356"/>
                <a:stretch>
                  <a:fillRect/>
                </a:stretch>
              </p:blipFill>
              <p:spPr>
                <a:xfrm>
                  <a:off x="10851950" y="6387517"/>
                  <a:ext cx="123120" cy="311400"/>
                </a:xfrm>
                <a:prstGeom prst="rect">
                  <a:avLst/>
                </a:prstGeom>
              </p:spPr>
            </p:pic>
          </mc:Fallback>
        </mc:AlternateContent>
        <mc:AlternateContent xmlns:mc="http://schemas.openxmlformats.org/markup-compatibility/2006">
          <mc:Choice xmlns:p14="http://schemas.microsoft.com/office/powerpoint/2010/main" Requires="p14">
            <p:contentPart p14:bwMode="auto" r:id="rId357">
              <p14:nvContentPartPr>
                <p14:cNvPr id="215" name="Ink 214">
                  <a:extLst>
                    <a:ext uri="{FF2B5EF4-FFF2-40B4-BE49-F238E27FC236}">
                      <a16:creationId xmlns:a16="http://schemas.microsoft.com/office/drawing/2014/main" id="{3CD58244-42E2-1037-A0C4-65D60B20181E}"/>
                    </a:ext>
                  </a:extLst>
                </p14:cNvPr>
                <p14:cNvContentPartPr/>
                <p14:nvPr/>
              </p14:nvContentPartPr>
              <p14:xfrm>
                <a:off x="11037350" y="6510997"/>
                <a:ext cx="301320" cy="123120"/>
              </p14:xfrm>
            </p:contentPart>
          </mc:Choice>
          <mc:Fallback>
            <p:pic>
              <p:nvPicPr>
                <p:cNvPr id="215" name="Ink 214">
                  <a:extLst>
                    <a:ext uri="{FF2B5EF4-FFF2-40B4-BE49-F238E27FC236}">
                      <a16:creationId xmlns:a16="http://schemas.microsoft.com/office/drawing/2014/main" id="{3CD58244-42E2-1037-A0C4-65D60B20181E}"/>
                    </a:ext>
                  </a:extLst>
                </p:cNvPr>
                <p:cNvPicPr/>
                <p:nvPr/>
              </p:nvPicPr>
              <p:blipFill>
                <a:blip r:embed="rId358"/>
                <a:stretch>
                  <a:fillRect/>
                </a:stretch>
              </p:blipFill>
              <p:spPr>
                <a:xfrm>
                  <a:off x="11019710" y="6493357"/>
                  <a:ext cx="336960" cy="158760"/>
                </a:xfrm>
                <a:prstGeom prst="rect">
                  <a:avLst/>
                </a:prstGeom>
              </p:spPr>
            </p:pic>
          </mc:Fallback>
        </mc:AlternateContent>
        <mc:AlternateContent xmlns:mc="http://schemas.openxmlformats.org/markup-compatibility/2006">
          <mc:Choice xmlns:p14="http://schemas.microsoft.com/office/powerpoint/2010/main" Requires="p14">
            <p:contentPart p14:bwMode="auto" r:id="rId359">
              <p14:nvContentPartPr>
                <p14:cNvPr id="216" name="Ink 215">
                  <a:extLst>
                    <a:ext uri="{FF2B5EF4-FFF2-40B4-BE49-F238E27FC236}">
                      <a16:creationId xmlns:a16="http://schemas.microsoft.com/office/drawing/2014/main" id="{93020CF3-1641-C3AC-277E-2F220C9E8B9E}"/>
                    </a:ext>
                  </a:extLst>
                </p14:cNvPr>
                <p14:cNvContentPartPr/>
                <p14:nvPr/>
              </p14:nvContentPartPr>
              <p14:xfrm>
                <a:off x="11409950" y="6324517"/>
                <a:ext cx="178200" cy="281160"/>
              </p14:xfrm>
            </p:contentPart>
          </mc:Choice>
          <mc:Fallback>
            <p:pic>
              <p:nvPicPr>
                <p:cNvPr id="216" name="Ink 215">
                  <a:extLst>
                    <a:ext uri="{FF2B5EF4-FFF2-40B4-BE49-F238E27FC236}">
                      <a16:creationId xmlns:a16="http://schemas.microsoft.com/office/drawing/2014/main" id="{93020CF3-1641-C3AC-277E-2F220C9E8B9E}"/>
                    </a:ext>
                  </a:extLst>
                </p:cNvPr>
                <p:cNvPicPr/>
                <p:nvPr/>
              </p:nvPicPr>
              <p:blipFill>
                <a:blip r:embed="rId360"/>
                <a:stretch>
                  <a:fillRect/>
                </a:stretch>
              </p:blipFill>
              <p:spPr>
                <a:xfrm>
                  <a:off x="11391950" y="6306877"/>
                  <a:ext cx="213840" cy="316800"/>
                </a:xfrm>
                <a:prstGeom prst="rect">
                  <a:avLst/>
                </a:prstGeom>
              </p:spPr>
            </p:pic>
          </mc:Fallback>
        </mc:AlternateContent>
        <mc:AlternateContent xmlns:mc="http://schemas.openxmlformats.org/markup-compatibility/2006">
          <mc:Choice xmlns:p14="http://schemas.microsoft.com/office/powerpoint/2010/main" Requires="p14">
            <p:contentPart p14:bwMode="auto" r:id="rId361">
              <p14:nvContentPartPr>
                <p14:cNvPr id="217" name="Ink 216">
                  <a:extLst>
                    <a:ext uri="{FF2B5EF4-FFF2-40B4-BE49-F238E27FC236}">
                      <a16:creationId xmlns:a16="http://schemas.microsoft.com/office/drawing/2014/main" id="{4312C7F9-A55A-9057-5D9F-6D4E3BF66CAA}"/>
                    </a:ext>
                  </a:extLst>
                </p14:cNvPr>
                <p14:cNvContentPartPr/>
                <p14:nvPr/>
              </p14:nvContentPartPr>
              <p14:xfrm>
                <a:off x="10685990" y="6284197"/>
                <a:ext cx="237960" cy="429840"/>
              </p14:xfrm>
            </p:contentPart>
          </mc:Choice>
          <mc:Fallback>
            <p:pic>
              <p:nvPicPr>
                <p:cNvPr id="217" name="Ink 216">
                  <a:extLst>
                    <a:ext uri="{FF2B5EF4-FFF2-40B4-BE49-F238E27FC236}">
                      <a16:creationId xmlns:a16="http://schemas.microsoft.com/office/drawing/2014/main" id="{4312C7F9-A55A-9057-5D9F-6D4E3BF66CAA}"/>
                    </a:ext>
                  </a:extLst>
                </p:cNvPr>
                <p:cNvPicPr/>
                <p:nvPr/>
              </p:nvPicPr>
              <p:blipFill>
                <a:blip r:embed="rId362"/>
                <a:stretch>
                  <a:fillRect/>
                </a:stretch>
              </p:blipFill>
              <p:spPr>
                <a:xfrm>
                  <a:off x="10668350" y="6266557"/>
                  <a:ext cx="273600" cy="465480"/>
                </a:xfrm>
                <a:prstGeom prst="rect">
                  <a:avLst/>
                </a:prstGeom>
              </p:spPr>
            </p:pic>
          </mc:Fallback>
        </mc:AlternateContent>
        <mc:AlternateContent xmlns:mc="http://schemas.openxmlformats.org/markup-compatibility/2006">
          <mc:Choice xmlns:p14="http://schemas.microsoft.com/office/powerpoint/2010/main" Requires="p14">
            <p:contentPart p14:bwMode="auto" r:id="rId363">
              <p14:nvContentPartPr>
                <p14:cNvPr id="218" name="Ink 217">
                  <a:extLst>
                    <a:ext uri="{FF2B5EF4-FFF2-40B4-BE49-F238E27FC236}">
                      <a16:creationId xmlns:a16="http://schemas.microsoft.com/office/drawing/2014/main" id="{37DF6078-5F6F-43C8-9951-C739C93ECEC1}"/>
                    </a:ext>
                  </a:extLst>
                </p14:cNvPr>
                <p14:cNvContentPartPr/>
                <p14:nvPr/>
              </p14:nvContentPartPr>
              <p14:xfrm>
                <a:off x="11652590" y="6287437"/>
                <a:ext cx="59040" cy="367560"/>
              </p14:xfrm>
            </p:contentPart>
          </mc:Choice>
          <mc:Fallback>
            <p:pic>
              <p:nvPicPr>
                <p:cNvPr id="218" name="Ink 217">
                  <a:extLst>
                    <a:ext uri="{FF2B5EF4-FFF2-40B4-BE49-F238E27FC236}">
                      <a16:creationId xmlns:a16="http://schemas.microsoft.com/office/drawing/2014/main" id="{37DF6078-5F6F-43C8-9951-C739C93ECEC1}"/>
                    </a:ext>
                  </a:extLst>
                </p:cNvPr>
                <p:cNvPicPr/>
                <p:nvPr/>
              </p:nvPicPr>
              <p:blipFill>
                <a:blip r:embed="rId364"/>
                <a:stretch>
                  <a:fillRect/>
                </a:stretch>
              </p:blipFill>
              <p:spPr>
                <a:xfrm>
                  <a:off x="11634950" y="6269797"/>
                  <a:ext cx="94680" cy="403200"/>
                </a:xfrm>
                <a:prstGeom prst="rect">
                  <a:avLst/>
                </a:prstGeom>
              </p:spPr>
            </p:pic>
          </mc:Fallback>
        </mc:AlternateContent>
        <mc:AlternateContent xmlns:mc="http://schemas.openxmlformats.org/markup-compatibility/2006">
          <mc:Choice xmlns:p14="http://schemas.microsoft.com/office/powerpoint/2010/main" Requires="p14">
            <p:contentPart p14:bwMode="auto" r:id="rId365">
              <p14:nvContentPartPr>
                <p14:cNvPr id="219" name="Ink 218">
                  <a:extLst>
                    <a:ext uri="{FF2B5EF4-FFF2-40B4-BE49-F238E27FC236}">
                      <a16:creationId xmlns:a16="http://schemas.microsoft.com/office/drawing/2014/main" id="{642F80A3-BB59-E97F-656B-F97086061793}"/>
                    </a:ext>
                  </a:extLst>
                </p14:cNvPr>
                <p14:cNvContentPartPr/>
                <p14:nvPr/>
              </p14:nvContentPartPr>
              <p14:xfrm>
                <a:off x="11824310" y="6183397"/>
                <a:ext cx="103680" cy="89640"/>
              </p14:xfrm>
            </p:contentPart>
          </mc:Choice>
          <mc:Fallback>
            <p:pic>
              <p:nvPicPr>
                <p:cNvPr id="219" name="Ink 218">
                  <a:extLst>
                    <a:ext uri="{FF2B5EF4-FFF2-40B4-BE49-F238E27FC236}">
                      <a16:creationId xmlns:a16="http://schemas.microsoft.com/office/drawing/2014/main" id="{642F80A3-BB59-E97F-656B-F97086061793}"/>
                    </a:ext>
                  </a:extLst>
                </p:cNvPr>
                <p:cNvPicPr/>
                <p:nvPr/>
              </p:nvPicPr>
              <p:blipFill>
                <a:blip r:embed="rId366"/>
                <a:stretch>
                  <a:fillRect/>
                </a:stretch>
              </p:blipFill>
              <p:spPr>
                <a:xfrm>
                  <a:off x="11806670" y="6165757"/>
                  <a:ext cx="139320" cy="125280"/>
                </a:xfrm>
                <a:prstGeom prst="rect">
                  <a:avLst/>
                </a:prstGeom>
              </p:spPr>
            </p:pic>
          </mc:Fallback>
        </mc:AlternateContent>
      </p:gr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Power</a:t>
            </a:r>
            <a:r>
              <a:rPr spc="-70" dirty="0"/>
              <a:t> </a:t>
            </a:r>
            <a:r>
              <a:rPr dirty="0"/>
              <a:t>perspective</a:t>
            </a:r>
            <a:r>
              <a:rPr spc="-45" dirty="0"/>
              <a:t> </a:t>
            </a:r>
            <a:r>
              <a:rPr dirty="0"/>
              <a:t>of</a:t>
            </a:r>
            <a:r>
              <a:rPr spc="-45" dirty="0"/>
              <a:t> </a:t>
            </a:r>
            <a:r>
              <a:rPr dirty="0"/>
              <a:t>noise</a:t>
            </a:r>
            <a:r>
              <a:rPr spc="-30" dirty="0"/>
              <a:t> </a:t>
            </a:r>
            <a:r>
              <a:rPr spc="-10" dirty="0"/>
              <a:t>addition</a:t>
            </a:r>
          </a:p>
        </p:txBody>
      </p:sp>
      <p:pic>
        <p:nvPicPr>
          <p:cNvPr id="3" name="object 3"/>
          <p:cNvPicPr/>
          <p:nvPr/>
        </p:nvPicPr>
        <p:blipFill>
          <a:blip r:embed="rId2" cstate="print"/>
          <a:stretch>
            <a:fillRect/>
          </a:stretch>
        </p:blipFill>
        <p:spPr>
          <a:xfrm>
            <a:off x="2085025" y="1326018"/>
            <a:ext cx="6747267" cy="3635959"/>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78739" y="14986"/>
            <a:ext cx="10328275" cy="505267"/>
          </a:xfrm>
          <a:prstGeom prst="rect">
            <a:avLst/>
          </a:prstGeom>
        </p:spPr>
        <p:txBody>
          <a:bodyPr vert="horz" wrap="square" lIns="0" tIns="12700" rIns="0" bIns="0" rtlCol="0">
            <a:spAutoFit/>
          </a:bodyPr>
          <a:lstStyle/>
          <a:p>
            <a:pPr marL="12700">
              <a:lnSpc>
                <a:spcPct val="100000"/>
              </a:lnSpc>
              <a:spcBef>
                <a:spcPts val="100"/>
              </a:spcBef>
            </a:pPr>
            <a:r>
              <a:rPr dirty="0"/>
              <a:t>How</a:t>
            </a:r>
            <a:r>
              <a:rPr spc="-45" dirty="0"/>
              <a:t> </a:t>
            </a:r>
            <a:r>
              <a:rPr dirty="0"/>
              <a:t>do</a:t>
            </a:r>
            <a:r>
              <a:rPr spc="-25" dirty="0"/>
              <a:t> </a:t>
            </a:r>
            <a:r>
              <a:rPr dirty="0"/>
              <a:t>we</a:t>
            </a:r>
            <a:r>
              <a:rPr spc="-50" dirty="0"/>
              <a:t> </a:t>
            </a:r>
            <a:r>
              <a:rPr dirty="0"/>
              <a:t>calculate</a:t>
            </a:r>
            <a:r>
              <a:rPr spc="-25" dirty="0"/>
              <a:t> </a:t>
            </a:r>
            <a:r>
              <a:rPr lang="en-US" spc="-25" dirty="0">
                <a:latin typeface="Symbol"/>
                <a:cs typeface="Symbol"/>
              </a:rPr>
              <a:t>B</a:t>
            </a:r>
            <a:endParaRPr spc="-25" dirty="0"/>
          </a:p>
        </p:txBody>
      </p:sp>
      <p:pic>
        <p:nvPicPr>
          <p:cNvPr id="3" name="object 3"/>
          <p:cNvPicPr/>
          <p:nvPr/>
        </p:nvPicPr>
        <p:blipFill>
          <a:blip r:embed="rId2" cstate="print"/>
          <a:stretch>
            <a:fillRect/>
          </a:stretch>
        </p:blipFill>
        <p:spPr>
          <a:xfrm>
            <a:off x="1546794" y="1736969"/>
            <a:ext cx="7647679" cy="2450448"/>
          </a:xfrm>
          <a:prstGeom prst="rect">
            <a:avLst/>
          </a:prstGeom>
        </p:spPr>
      </p:pic>
      <p:sp>
        <p:nvSpPr>
          <p:cNvPr id="5" name="TextBox 4">
            <a:extLst>
              <a:ext uri="{FF2B5EF4-FFF2-40B4-BE49-F238E27FC236}">
                <a16:creationId xmlns:a16="http://schemas.microsoft.com/office/drawing/2014/main" id="{0AE27B1C-BA84-6D9E-50E7-F859B8584E1C}"/>
              </a:ext>
            </a:extLst>
          </p:cNvPr>
          <p:cNvSpPr txBox="1"/>
          <p:nvPr/>
        </p:nvSpPr>
        <p:spPr>
          <a:xfrm>
            <a:off x="4191000" y="1676400"/>
            <a:ext cx="609600" cy="369332"/>
          </a:xfrm>
          <a:prstGeom prst="rect">
            <a:avLst/>
          </a:prstGeom>
          <a:solidFill>
            <a:schemeClr val="bg1"/>
          </a:solidFill>
        </p:spPr>
        <p:txBody>
          <a:bodyPr wrap="square" rtlCol="0">
            <a:spAutoFit/>
          </a:bodyPr>
          <a:lstStyle/>
          <a:p>
            <a:pPr algn="ctr"/>
            <a:r>
              <a:rPr lang="en-US" dirty="0"/>
              <a:t>B</a:t>
            </a:r>
          </a:p>
        </p:txBody>
      </p:sp>
      <p:sp>
        <p:nvSpPr>
          <p:cNvPr id="7" name="TextBox 6">
            <a:extLst>
              <a:ext uri="{FF2B5EF4-FFF2-40B4-BE49-F238E27FC236}">
                <a16:creationId xmlns:a16="http://schemas.microsoft.com/office/drawing/2014/main" id="{CEBA34BB-6C96-8597-F58C-96DC7F4E7F1E}"/>
              </a:ext>
            </a:extLst>
          </p:cNvPr>
          <p:cNvSpPr txBox="1"/>
          <p:nvPr/>
        </p:nvSpPr>
        <p:spPr>
          <a:xfrm>
            <a:off x="2667000" y="2133600"/>
            <a:ext cx="279073" cy="381000"/>
          </a:xfrm>
          <a:prstGeom prst="rect">
            <a:avLst/>
          </a:prstGeom>
          <a:solidFill>
            <a:schemeClr val="bg1"/>
          </a:solidFill>
        </p:spPr>
        <p:txBody>
          <a:bodyPr wrap="square" rtlCol="0">
            <a:spAutoFit/>
          </a:bodyPr>
          <a:lstStyle/>
          <a:p>
            <a:pPr algn="ctr"/>
            <a:r>
              <a:rPr lang="en-US" dirty="0"/>
              <a:t>B</a:t>
            </a:r>
          </a:p>
        </p:txBody>
      </p:sp>
      <p:sp>
        <p:nvSpPr>
          <p:cNvPr id="8" name="TextBox 7">
            <a:extLst>
              <a:ext uri="{FF2B5EF4-FFF2-40B4-BE49-F238E27FC236}">
                <a16:creationId xmlns:a16="http://schemas.microsoft.com/office/drawing/2014/main" id="{A71B28AA-2AB7-BD2F-04C4-67518145D742}"/>
              </a:ext>
            </a:extLst>
          </p:cNvPr>
          <p:cNvSpPr txBox="1"/>
          <p:nvPr/>
        </p:nvSpPr>
        <p:spPr>
          <a:xfrm>
            <a:off x="4495800" y="2881448"/>
            <a:ext cx="381000" cy="381000"/>
          </a:xfrm>
          <a:prstGeom prst="rect">
            <a:avLst/>
          </a:prstGeom>
          <a:solidFill>
            <a:schemeClr val="bg1"/>
          </a:solidFill>
        </p:spPr>
        <p:txBody>
          <a:bodyPr wrap="square" rtlCol="0">
            <a:spAutoFit/>
          </a:bodyPr>
          <a:lstStyle/>
          <a:p>
            <a:pPr algn="ctr"/>
            <a:r>
              <a:rPr lang="en-US" dirty="0"/>
              <a:t>B</a:t>
            </a:r>
          </a:p>
        </p:txBody>
      </p:sp>
      <p:grpSp>
        <p:nvGrpSpPr>
          <p:cNvPr id="49" name="Group 48">
            <a:extLst>
              <a:ext uri="{FF2B5EF4-FFF2-40B4-BE49-F238E27FC236}">
                <a16:creationId xmlns:a16="http://schemas.microsoft.com/office/drawing/2014/main" id="{88F2DB7B-3F5F-5B85-DEEA-19EEE0C39A79}"/>
              </a:ext>
            </a:extLst>
          </p:cNvPr>
          <p:cNvGrpSpPr/>
          <p:nvPr/>
        </p:nvGrpSpPr>
        <p:grpSpPr>
          <a:xfrm>
            <a:off x="1270550" y="4625677"/>
            <a:ext cx="1010880" cy="368280"/>
            <a:chOff x="1270550" y="4625677"/>
            <a:chExt cx="1010880" cy="368280"/>
          </a:xfrm>
        </p:grpSpPr>
        <mc:AlternateContent xmlns:mc="http://schemas.openxmlformats.org/markup-compatibility/2006">
          <mc:Choice xmlns:p14="http://schemas.microsoft.com/office/powerpoint/2010/main" Requires="p14">
            <p:contentPart p14:bwMode="auto" r:id="rId3">
              <p14:nvContentPartPr>
                <p14:cNvPr id="4" name="Ink 3">
                  <a:extLst>
                    <a:ext uri="{FF2B5EF4-FFF2-40B4-BE49-F238E27FC236}">
                      <a16:creationId xmlns:a16="http://schemas.microsoft.com/office/drawing/2014/main" id="{A487EF5F-4771-7469-0528-60B9246A8F41}"/>
                    </a:ext>
                  </a:extLst>
                </p14:cNvPr>
                <p14:cNvContentPartPr/>
                <p14:nvPr/>
              </p14:nvContentPartPr>
              <p14:xfrm>
                <a:off x="1270550" y="4625677"/>
                <a:ext cx="245880" cy="368280"/>
              </p14:xfrm>
            </p:contentPart>
          </mc:Choice>
          <mc:Fallback>
            <p:pic>
              <p:nvPicPr>
                <p:cNvPr id="4" name="Ink 3">
                  <a:extLst>
                    <a:ext uri="{FF2B5EF4-FFF2-40B4-BE49-F238E27FC236}">
                      <a16:creationId xmlns:a16="http://schemas.microsoft.com/office/drawing/2014/main" id="{A487EF5F-4771-7469-0528-60B9246A8F41}"/>
                    </a:ext>
                  </a:extLst>
                </p:cNvPr>
                <p:cNvPicPr/>
                <p:nvPr/>
              </p:nvPicPr>
              <p:blipFill>
                <a:blip r:embed="rId4"/>
                <a:stretch>
                  <a:fillRect/>
                </a:stretch>
              </p:blipFill>
              <p:spPr>
                <a:xfrm>
                  <a:off x="1252550" y="4608037"/>
                  <a:ext cx="281520" cy="403920"/>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6" name="Ink 5">
                  <a:extLst>
                    <a:ext uri="{FF2B5EF4-FFF2-40B4-BE49-F238E27FC236}">
                      <a16:creationId xmlns:a16="http://schemas.microsoft.com/office/drawing/2014/main" id="{E1952322-362E-7264-7138-D49CE2B8F31D}"/>
                    </a:ext>
                  </a:extLst>
                </p14:cNvPr>
                <p14:cNvContentPartPr/>
                <p14:nvPr/>
              </p14:nvContentPartPr>
              <p14:xfrm>
                <a:off x="1610750" y="4773997"/>
                <a:ext cx="75960" cy="159840"/>
              </p14:xfrm>
            </p:contentPart>
          </mc:Choice>
          <mc:Fallback>
            <p:pic>
              <p:nvPicPr>
                <p:cNvPr id="6" name="Ink 5">
                  <a:extLst>
                    <a:ext uri="{FF2B5EF4-FFF2-40B4-BE49-F238E27FC236}">
                      <a16:creationId xmlns:a16="http://schemas.microsoft.com/office/drawing/2014/main" id="{E1952322-362E-7264-7138-D49CE2B8F31D}"/>
                    </a:ext>
                  </a:extLst>
                </p:cNvPr>
                <p:cNvPicPr/>
                <p:nvPr/>
              </p:nvPicPr>
              <p:blipFill>
                <a:blip r:embed="rId6"/>
                <a:stretch>
                  <a:fillRect/>
                </a:stretch>
              </p:blipFill>
              <p:spPr>
                <a:xfrm>
                  <a:off x="1592750" y="4756357"/>
                  <a:ext cx="111600" cy="195480"/>
                </a:xfrm>
                <a:prstGeom prst="rect">
                  <a:avLst/>
                </a:prstGeom>
              </p:spPr>
            </p:pic>
          </mc:Fallback>
        </mc:AlternateContent>
        <mc:AlternateContent xmlns:mc="http://schemas.openxmlformats.org/markup-compatibility/2006">
          <mc:Choice xmlns:p14="http://schemas.microsoft.com/office/powerpoint/2010/main" Requires="p14">
            <p:contentPart p14:bwMode="auto" r:id="rId7">
              <p14:nvContentPartPr>
                <p14:cNvPr id="9" name="Ink 8">
                  <a:extLst>
                    <a:ext uri="{FF2B5EF4-FFF2-40B4-BE49-F238E27FC236}">
                      <a16:creationId xmlns:a16="http://schemas.microsoft.com/office/drawing/2014/main" id="{A202FEFF-79F9-2F2B-5B2E-C6B28CD97711}"/>
                    </a:ext>
                  </a:extLst>
                </p14:cNvPr>
                <p14:cNvContentPartPr/>
                <p14:nvPr/>
              </p14:nvContentPartPr>
              <p14:xfrm>
                <a:off x="1783190" y="4721437"/>
                <a:ext cx="14400" cy="148680"/>
              </p14:xfrm>
            </p:contentPart>
          </mc:Choice>
          <mc:Fallback>
            <p:pic>
              <p:nvPicPr>
                <p:cNvPr id="9" name="Ink 8">
                  <a:extLst>
                    <a:ext uri="{FF2B5EF4-FFF2-40B4-BE49-F238E27FC236}">
                      <a16:creationId xmlns:a16="http://schemas.microsoft.com/office/drawing/2014/main" id="{A202FEFF-79F9-2F2B-5B2E-C6B28CD97711}"/>
                    </a:ext>
                  </a:extLst>
                </p:cNvPr>
                <p:cNvPicPr/>
                <p:nvPr/>
              </p:nvPicPr>
              <p:blipFill>
                <a:blip r:embed="rId8"/>
                <a:stretch>
                  <a:fillRect/>
                </a:stretch>
              </p:blipFill>
              <p:spPr>
                <a:xfrm>
                  <a:off x="1765190" y="4703437"/>
                  <a:ext cx="50040" cy="184320"/>
                </a:xfrm>
                <a:prstGeom prst="rect">
                  <a:avLst/>
                </a:prstGeom>
              </p:spPr>
            </p:pic>
          </mc:Fallback>
        </mc:AlternateContent>
        <mc:AlternateContent xmlns:mc="http://schemas.openxmlformats.org/markup-compatibility/2006">
          <mc:Choice xmlns:p14="http://schemas.microsoft.com/office/powerpoint/2010/main" Requires="p14">
            <p:contentPart p14:bwMode="auto" r:id="rId9">
              <p14:nvContentPartPr>
                <p14:cNvPr id="10" name="Ink 9">
                  <a:extLst>
                    <a:ext uri="{FF2B5EF4-FFF2-40B4-BE49-F238E27FC236}">
                      <a16:creationId xmlns:a16="http://schemas.microsoft.com/office/drawing/2014/main" id="{6BA6C50C-7044-DD2B-0157-7636C370EDD8}"/>
                    </a:ext>
                  </a:extLst>
                </p14:cNvPr>
                <p14:cNvContentPartPr/>
                <p14:nvPr/>
              </p14:nvContentPartPr>
              <p14:xfrm>
                <a:off x="1794350" y="4699477"/>
                <a:ext cx="179280" cy="130680"/>
              </p14:xfrm>
            </p:contentPart>
          </mc:Choice>
          <mc:Fallback>
            <p:pic>
              <p:nvPicPr>
                <p:cNvPr id="10" name="Ink 9">
                  <a:extLst>
                    <a:ext uri="{FF2B5EF4-FFF2-40B4-BE49-F238E27FC236}">
                      <a16:creationId xmlns:a16="http://schemas.microsoft.com/office/drawing/2014/main" id="{6BA6C50C-7044-DD2B-0157-7636C370EDD8}"/>
                    </a:ext>
                  </a:extLst>
                </p:cNvPr>
                <p:cNvPicPr/>
                <p:nvPr/>
              </p:nvPicPr>
              <p:blipFill>
                <a:blip r:embed="rId10"/>
                <a:stretch>
                  <a:fillRect/>
                </a:stretch>
              </p:blipFill>
              <p:spPr>
                <a:xfrm>
                  <a:off x="1776710" y="4681837"/>
                  <a:ext cx="214920" cy="166320"/>
                </a:xfrm>
                <a:prstGeom prst="rect">
                  <a:avLst/>
                </a:prstGeom>
              </p:spPr>
            </p:pic>
          </mc:Fallback>
        </mc:AlternateContent>
        <mc:AlternateContent xmlns:mc="http://schemas.openxmlformats.org/markup-compatibility/2006">
          <mc:Choice xmlns:p14="http://schemas.microsoft.com/office/powerpoint/2010/main" Requires="p14">
            <p:contentPart p14:bwMode="auto" r:id="rId11">
              <p14:nvContentPartPr>
                <p14:cNvPr id="11" name="Ink 10">
                  <a:extLst>
                    <a:ext uri="{FF2B5EF4-FFF2-40B4-BE49-F238E27FC236}">
                      <a16:creationId xmlns:a16="http://schemas.microsoft.com/office/drawing/2014/main" id="{7D547EBE-BD92-1F8D-B213-6F786200DAC4}"/>
                    </a:ext>
                  </a:extLst>
                </p14:cNvPr>
                <p14:cNvContentPartPr/>
                <p14:nvPr/>
              </p14:nvContentPartPr>
              <p14:xfrm>
                <a:off x="2042390" y="4708477"/>
                <a:ext cx="45000" cy="143280"/>
              </p14:xfrm>
            </p:contentPart>
          </mc:Choice>
          <mc:Fallback>
            <p:pic>
              <p:nvPicPr>
                <p:cNvPr id="11" name="Ink 10">
                  <a:extLst>
                    <a:ext uri="{FF2B5EF4-FFF2-40B4-BE49-F238E27FC236}">
                      <a16:creationId xmlns:a16="http://schemas.microsoft.com/office/drawing/2014/main" id="{7D547EBE-BD92-1F8D-B213-6F786200DAC4}"/>
                    </a:ext>
                  </a:extLst>
                </p:cNvPr>
                <p:cNvPicPr/>
                <p:nvPr/>
              </p:nvPicPr>
              <p:blipFill>
                <a:blip r:embed="rId12"/>
                <a:stretch>
                  <a:fillRect/>
                </a:stretch>
              </p:blipFill>
              <p:spPr>
                <a:xfrm>
                  <a:off x="2024750" y="4690477"/>
                  <a:ext cx="80640" cy="178920"/>
                </a:xfrm>
                <a:prstGeom prst="rect">
                  <a:avLst/>
                </a:prstGeom>
              </p:spPr>
            </p:pic>
          </mc:Fallback>
        </mc:AlternateContent>
        <mc:AlternateContent xmlns:mc="http://schemas.openxmlformats.org/markup-compatibility/2006">
          <mc:Choice xmlns:p14="http://schemas.microsoft.com/office/powerpoint/2010/main" Requires="p14">
            <p:contentPart p14:bwMode="auto" r:id="rId13">
              <p14:nvContentPartPr>
                <p14:cNvPr id="12" name="Ink 11">
                  <a:extLst>
                    <a:ext uri="{FF2B5EF4-FFF2-40B4-BE49-F238E27FC236}">
                      <a16:creationId xmlns:a16="http://schemas.microsoft.com/office/drawing/2014/main" id="{0DBD543E-4C4C-6A12-0602-EA064B8E3E07}"/>
                    </a:ext>
                  </a:extLst>
                </p14:cNvPr>
                <p14:cNvContentPartPr/>
                <p14:nvPr/>
              </p14:nvContentPartPr>
              <p14:xfrm>
                <a:off x="2058590" y="4655917"/>
                <a:ext cx="222840" cy="111960"/>
              </p14:xfrm>
            </p:contentPart>
          </mc:Choice>
          <mc:Fallback>
            <p:pic>
              <p:nvPicPr>
                <p:cNvPr id="12" name="Ink 11">
                  <a:extLst>
                    <a:ext uri="{FF2B5EF4-FFF2-40B4-BE49-F238E27FC236}">
                      <a16:creationId xmlns:a16="http://schemas.microsoft.com/office/drawing/2014/main" id="{0DBD543E-4C4C-6A12-0602-EA064B8E3E07}"/>
                    </a:ext>
                  </a:extLst>
                </p:cNvPr>
                <p:cNvPicPr/>
                <p:nvPr/>
              </p:nvPicPr>
              <p:blipFill>
                <a:blip r:embed="rId14"/>
                <a:stretch>
                  <a:fillRect/>
                </a:stretch>
              </p:blipFill>
              <p:spPr>
                <a:xfrm>
                  <a:off x="2040950" y="4637917"/>
                  <a:ext cx="258480" cy="147600"/>
                </a:xfrm>
                <a:prstGeom prst="rect">
                  <a:avLst/>
                </a:prstGeom>
              </p:spPr>
            </p:pic>
          </mc:Fallback>
        </mc:AlternateContent>
      </p:grpSp>
      <p:grpSp>
        <p:nvGrpSpPr>
          <p:cNvPr id="48" name="Group 47">
            <a:extLst>
              <a:ext uri="{FF2B5EF4-FFF2-40B4-BE49-F238E27FC236}">
                <a16:creationId xmlns:a16="http://schemas.microsoft.com/office/drawing/2014/main" id="{A4E2B5C2-30EF-95EC-E952-94F56A2F21E4}"/>
              </a:ext>
            </a:extLst>
          </p:cNvPr>
          <p:cNvGrpSpPr/>
          <p:nvPr/>
        </p:nvGrpSpPr>
        <p:grpSpPr>
          <a:xfrm>
            <a:off x="2699030" y="4517677"/>
            <a:ext cx="1448280" cy="349200"/>
            <a:chOff x="2699030" y="4517677"/>
            <a:chExt cx="1448280" cy="349200"/>
          </a:xfrm>
        </p:grpSpPr>
        <mc:AlternateContent xmlns:mc="http://schemas.openxmlformats.org/markup-compatibility/2006">
          <mc:Choice xmlns:p14="http://schemas.microsoft.com/office/powerpoint/2010/main" Requires="p14">
            <p:contentPart p14:bwMode="auto" r:id="rId15">
              <p14:nvContentPartPr>
                <p14:cNvPr id="13" name="Ink 12">
                  <a:extLst>
                    <a:ext uri="{FF2B5EF4-FFF2-40B4-BE49-F238E27FC236}">
                      <a16:creationId xmlns:a16="http://schemas.microsoft.com/office/drawing/2014/main" id="{F75961EA-68C1-AB37-6F04-0A9C879E47C3}"/>
                    </a:ext>
                  </a:extLst>
                </p14:cNvPr>
                <p14:cNvContentPartPr/>
                <p14:nvPr/>
              </p14:nvContentPartPr>
              <p14:xfrm>
                <a:off x="2699030" y="4517677"/>
                <a:ext cx="142920" cy="316080"/>
              </p14:xfrm>
            </p:contentPart>
          </mc:Choice>
          <mc:Fallback>
            <p:pic>
              <p:nvPicPr>
                <p:cNvPr id="13" name="Ink 12">
                  <a:extLst>
                    <a:ext uri="{FF2B5EF4-FFF2-40B4-BE49-F238E27FC236}">
                      <a16:creationId xmlns:a16="http://schemas.microsoft.com/office/drawing/2014/main" id="{F75961EA-68C1-AB37-6F04-0A9C879E47C3}"/>
                    </a:ext>
                  </a:extLst>
                </p:cNvPr>
                <p:cNvPicPr/>
                <p:nvPr/>
              </p:nvPicPr>
              <p:blipFill>
                <a:blip r:embed="rId16"/>
                <a:stretch>
                  <a:fillRect/>
                </a:stretch>
              </p:blipFill>
              <p:spPr>
                <a:xfrm>
                  <a:off x="2681030" y="4499677"/>
                  <a:ext cx="178560" cy="351720"/>
                </a:xfrm>
                <a:prstGeom prst="rect">
                  <a:avLst/>
                </a:prstGeom>
              </p:spPr>
            </p:pic>
          </mc:Fallback>
        </mc:AlternateContent>
        <mc:AlternateContent xmlns:mc="http://schemas.openxmlformats.org/markup-compatibility/2006">
          <mc:Choice xmlns:p14="http://schemas.microsoft.com/office/powerpoint/2010/main" Requires="p14">
            <p:contentPart p14:bwMode="auto" r:id="rId17">
              <p14:nvContentPartPr>
                <p14:cNvPr id="14" name="Ink 13">
                  <a:extLst>
                    <a:ext uri="{FF2B5EF4-FFF2-40B4-BE49-F238E27FC236}">
                      <a16:creationId xmlns:a16="http://schemas.microsoft.com/office/drawing/2014/main" id="{9332675D-D72F-9F8D-6134-1518694E9024}"/>
                    </a:ext>
                  </a:extLst>
                </p14:cNvPr>
                <p14:cNvContentPartPr/>
                <p14:nvPr/>
              </p14:nvContentPartPr>
              <p14:xfrm>
                <a:off x="2922230" y="4595797"/>
                <a:ext cx="127080" cy="136800"/>
              </p14:xfrm>
            </p:contentPart>
          </mc:Choice>
          <mc:Fallback>
            <p:pic>
              <p:nvPicPr>
                <p:cNvPr id="14" name="Ink 13">
                  <a:extLst>
                    <a:ext uri="{FF2B5EF4-FFF2-40B4-BE49-F238E27FC236}">
                      <a16:creationId xmlns:a16="http://schemas.microsoft.com/office/drawing/2014/main" id="{9332675D-D72F-9F8D-6134-1518694E9024}"/>
                    </a:ext>
                  </a:extLst>
                </p:cNvPr>
                <p:cNvPicPr/>
                <p:nvPr/>
              </p:nvPicPr>
              <p:blipFill>
                <a:blip r:embed="rId18"/>
                <a:stretch>
                  <a:fillRect/>
                </a:stretch>
              </p:blipFill>
              <p:spPr>
                <a:xfrm>
                  <a:off x="2904230" y="4577797"/>
                  <a:ext cx="162720" cy="172440"/>
                </a:xfrm>
                <a:prstGeom prst="rect">
                  <a:avLst/>
                </a:prstGeom>
              </p:spPr>
            </p:pic>
          </mc:Fallback>
        </mc:AlternateContent>
        <mc:AlternateContent xmlns:mc="http://schemas.openxmlformats.org/markup-compatibility/2006">
          <mc:Choice xmlns:p14="http://schemas.microsoft.com/office/powerpoint/2010/main" Requires="p14">
            <p:contentPart p14:bwMode="auto" r:id="rId19">
              <p14:nvContentPartPr>
                <p14:cNvPr id="15" name="Ink 14">
                  <a:extLst>
                    <a:ext uri="{FF2B5EF4-FFF2-40B4-BE49-F238E27FC236}">
                      <a16:creationId xmlns:a16="http://schemas.microsoft.com/office/drawing/2014/main" id="{19974073-974A-F71C-2BE2-62BB4DE5133B}"/>
                    </a:ext>
                  </a:extLst>
                </p14:cNvPr>
                <p14:cNvContentPartPr/>
                <p14:nvPr/>
              </p14:nvContentPartPr>
              <p14:xfrm>
                <a:off x="3039230" y="4703797"/>
                <a:ext cx="3960" cy="163080"/>
              </p14:xfrm>
            </p:contentPart>
          </mc:Choice>
          <mc:Fallback>
            <p:pic>
              <p:nvPicPr>
                <p:cNvPr id="15" name="Ink 14">
                  <a:extLst>
                    <a:ext uri="{FF2B5EF4-FFF2-40B4-BE49-F238E27FC236}">
                      <a16:creationId xmlns:a16="http://schemas.microsoft.com/office/drawing/2014/main" id="{19974073-974A-F71C-2BE2-62BB4DE5133B}"/>
                    </a:ext>
                  </a:extLst>
                </p:cNvPr>
                <p:cNvPicPr/>
                <p:nvPr/>
              </p:nvPicPr>
              <p:blipFill>
                <a:blip r:embed="rId20"/>
                <a:stretch>
                  <a:fillRect/>
                </a:stretch>
              </p:blipFill>
              <p:spPr>
                <a:xfrm>
                  <a:off x="3021590" y="4685797"/>
                  <a:ext cx="39600" cy="198720"/>
                </a:xfrm>
                <a:prstGeom prst="rect">
                  <a:avLst/>
                </a:prstGeom>
              </p:spPr>
            </p:pic>
          </mc:Fallback>
        </mc:AlternateContent>
        <mc:AlternateContent xmlns:mc="http://schemas.openxmlformats.org/markup-compatibility/2006">
          <mc:Choice xmlns:p14="http://schemas.microsoft.com/office/powerpoint/2010/main" Requires="p14">
            <p:contentPart p14:bwMode="auto" r:id="rId21">
              <p14:nvContentPartPr>
                <p14:cNvPr id="16" name="Ink 15">
                  <a:extLst>
                    <a:ext uri="{FF2B5EF4-FFF2-40B4-BE49-F238E27FC236}">
                      <a16:creationId xmlns:a16="http://schemas.microsoft.com/office/drawing/2014/main" id="{785E5214-03F6-12AC-114D-9D9357F42716}"/>
                    </a:ext>
                  </a:extLst>
                </p14:cNvPr>
                <p14:cNvContentPartPr/>
                <p14:nvPr/>
              </p14:nvContentPartPr>
              <p14:xfrm>
                <a:off x="3192590" y="4650877"/>
                <a:ext cx="70200" cy="195120"/>
              </p14:xfrm>
            </p:contentPart>
          </mc:Choice>
          <mc:Fallback>
            <p:pic>
              <p:nvPicPr>
                <p:cNvPr id="16" name="Ink 15">
                  <a:extLst>
                    <a:ext uri="{FF2B5EF4-FFF2-40B4-BE49-F238E27FC236}">
                      <a16:creationId xmlns:a16="http://schemas.microsoft.com/office/drawing/2014/main" id="{785E5214-03F6-12AC-114D-9D9357F42716}"/>
                    </a:ext>
                  </a:extLst>
                </p:cNvPr>
                <p:cNvPicPr/>
                <p:nvPr/>
              </p:nvPicPr>
              <p:blipFill>
                <a:blip r:embed="rId22"/>
                <a:stretch>
                  <a:fillRect/>
                </a:stretch>
              </p:blipFill>
              <p:spPr>
                <a:xfrm>
                  <a:off x="3174950" y="4633237"/>
                  <a:ext cx="105840" cy="230760"/>
                </a:xfrm>
                <a:prstGeom prst="rect">
                  <a:avLst/>
                </a:prstGeom>
              </p:spPr>
            </p:pic>
          </mc:Fallback>
        </mc:AlternateContent>
        <mc:AlternateContent xmlns:mc="http://schemas.openxmlformats.org/markup-compatibility/2006">
          <mc:Choice xmlns:p14="http://schemas.microsoft.com/office/powerpoint/2010/main" Requires="p14">
            <p:contentPart p14:bwMode="auto" r:id="rId23">
              <p14:nvContentPartPr>
                <p14:cNvPr id="17" name="Ink 16">
                  <a:extLst>
                    <a:ext uri="{FF2B5EF4-FFF2-40B4-BE49-F238E27FC236}">
                      <a16:creationId xmlns:a16="http://schemas.microsoft.com/office/drawing/2014/main" id="{D7494445-D810-BC33-4024-E8C42B194934}"/>
                    </a:ext>
                  </a:extLst>
                </p14:cNvPr>
                <p14:cNvContentPartPr/>
                <p14:nvPr/>
              </p14:nvContentPartPr>
              <p14:xfrm>
                <a:off x="3356030" y="4642957"/>
                <a:ext cx="149760" cy="46080"/>
              </p14:xfrm>
            </p:contentPart>
          </mc:Choice>
          <mc:Fallback>
            <p:pic>
              <p:nvPicPr>
                <p:cNvPr id="17" name="Ink 16">
                  <a:extLst>
                    <a:ext uri="{FF2B5EF4-FFF2-40B4-BE49-F238E27FC236}">
                      <a16:creationId xmlns:a16="http://schemas.microsoft.com/office/drawing/2014/main" id="{D7494445-D810-BC33-4024-E8C42B194934}"/>
                    </a:ext>
                  </a:extLst>
                </p:cNvPr>
                <p:cNvPicPr/>
                <p:nvPr/>
              </p:nvPicPr>
              <p:blipFill>
                <a:blip r:embed="rId24"/>
                <a:stretch>
                  <a:fillRect/>
                </a:stretch>
              </p:blipFill>
              <p:spPr>
                <a:xfrm>
                  <a:off x="3338030" y="4625317"/>
                  <a:ext cx="185400" cy="81720"/>
                </a:xfrm>
                <a:prstGeom prst="rect">
                  <a:avLst/>
                </a:prstGeom>
              </p:spPr>
            </p:pic>
          </mc:Fallback>
        </mc:AlternateContent>
        <mc:AlternateContent xmlns:mc="http://schemas.openxmlformats.org/markup-compatibility/2006">
          <mc:Choice xmlns:p14="http://schemas.microsoft.com/office/powerpoint/2010/main" Requires="p14">
            <p:contentPart p14:bwMode="auto" r:id="rId25">
              <p14:nvContentPartPr>
                <p14:cNvPr id="18" name="Ink 17">
                  <a:extLst>
                    <a:ext uri="{FF2B5EF4-FFF2-40B4-BE49-F238E27FC236}">
                      <a16:creationId xmlns:a16="http://schemas.microsoft.com/office/drawing/2014/main" id="{3DE6A2BB-A598-B935-A094-2F3D4EEB70ED}"/>
                    </a:ext>
                  </a:extLst>
                </p14:cNvPr>
                <p14:cNvContentPartPr/>
                <p14:nvPr/>
              </p14:nvContentPartPr>
              <p14:xfrm>
                <a:off x="3426950" y="4689397"/>
                <a:ext cx="16920" cy="130320"/>
              </p14:xfrm>
            </p:contentPart>
          </mc:Choice>
          <mc:Fallback>
            <p:pic>
              <p:nvPicPr>
                <p:cNvPr id="18" name="Ink 17">
                  <a:extLst>
                    <a:ext uri="{FF2B5EF4-FFF2-40B4-BE49-F238E27FC236}">
                      <a16:creationId xmlns:a16="http://schemas.microsoft.com/office/drawing/2014/main" id="{3DE6A2BB-A598-B935-A094-2F3D4EEB70ED}"/>
                    </a:ext>
                  </a:extLst>
                </p:cNvPr>
                <p:cNvPicPr/>
                <p:nvPr/>
              </p:nvPicPr>
              <p:blipFill>
                <a:blip r:embed="rId26"/>
                <a:stretch>
                  <a:fillRect/>
                </a:stretch>
              </p:blipFill>
              <p:spPr>
                <a:xfrm>
                  <a:off x="3408950" y="4671397"/>
                  <a:ext cx="52560" cy="165960"/>
                </a:xfrm>
                <a:prstGeom prst="rect">
                  <a:avLst/>
                </a:prstGeom>
              </p:spPr>
            </p:pic>
          </mc:Fallback>
        </mc:AlternateContent>
        <mc:AlternateContent xmlns:mc="http://schemas.openxmlformats.org/markup-compatibility/2006">
          <mc:Choice xmlns:p14="http://schemas.microsoft.com/office/powerpoint/2010/main" Requires="p14">
            <p:contentPart p14:bwMode="auto" r:id="rId27">
              <p14:nvContentPartPr>
                <p14:cNvPr id="19" name="Ink 18">
                  <a:extLst>
                    <a:ext uri="{FF2B5EF4-FFF2-40B4-BE49-F238E27FC236}">
                      <a16:creationId xmlns:a16="http://schemas.microsoft.com/office/drawing/2014/main" id="{179F66AE-A41A-6E16-1362-6F48F26E9809}"/>
                    </a:ext>
                  </a:extLst>
                </p14:cNvPr>
                <p14:cNvContentPartPr/>
                <p14:nvPr/>
              </p14:nvContentPartPr>
              <p14:xfrm>
                <a:off x="3606230" y="4644757"/>
                <a:ext cx="17640" cy="193320"/>
              </p14:xfrm>
            </p:contentPart>
          </mc:Choice>
          <mc:Fallback>
            <p:pic>
              <p:nvPicPr>
                <p:cNvPr id="19" name="Ink 18">
                  <a:extLst>
                    <a:ext uri="{FF2B5EF4-FFF2-40B4-BE49-F238E27FC236}">
                      <a16:creationId xmlns:a16="http://schemas.microsoft.com/office/drawing/2014/main" id="{179F66AE-A41A-6E16-1362-6F48F26E9809}"/>
                    </a:ext>
                  </a:extLst>
                </p:cNvPr>
                <p:cNvPicPr/>
                <p:nvPr/>
              </p:nvPicPr>
              <p:blipFill>
                <a:blip r:embed="rId28"/>
                <a:stretch>
                  <a:fillRect/>
                </a:stretch>
              </p:blipFill>
              <p:spPr>
                <a:xfrm>
                  <a:off x="3588590" y="4626757"/>
                  <a:ext cx="53280" cy="228960"/>
                </a:xfrm>
                <a:prstGeom prst="rect">
                  <a:avLst/>
                </a:prstGeom>
              </p:spPr>
            </p:pic>
          </mc:Fallback>
        </mc:AlternateContent>
        <mc:AlternateContent xmlns:mc="http://schemas.openxmlformats.org/markup-compatibility/2006">
          <mc:Choice xmlns:p14="http://schemas.microsoft.com/office/powerpoint/2010/main" Requires="p14">
            <p:contentPart p14:bwMode="auto" r:id="rId29">
              <p14:nvContentPartPr>
                <p14:cNvPr id="20" name="Ink 19">
                  <a:extLst>
                    <a:ext uri="{FF2B5EF4-FFF2-40B4-BE49-F238E27FC236}">
                      <a16:creationId xmlns:a16="http://schemas.microsoft.com/office/drawing/2014/main" id="{4D8F22C4-F737-B8A5-01ED-57EA4BAD09EB}"/>
                    </a:ext>
                  </a:extLst>
                </p14:cNvPr>
                <p14:cNvContentPartPr/>
                <p14:nvPr/>
              </p14:nvContentPartPr>
              <p14:xfrm>
                <a:off x="3624950" y="4605157"/>
                <a:ext cx="97200" cy="64440"/>
              </p14:xfrm>
            </p:contentPart>
          </mc:Choice>
          <mc:Fallback>
            <p:pic>
              <p:nvPicPr>
                <p:cNvPr id="20" name="Ink 19">
                  <a:extLst>
                    <a:ext uri="{FF2B5EF4-FFF2-40B4-BE49-F238E27FC236}">
                      <a16:creationId xmlns:a16="http://schemas.microsoft.com/office/drawing/2014/main" id="{4D8F22C4-F737-B8A5-01ED-57EA4BAD09EB}"/>
                    </a:ext>
                  </a:extLst>
                </p:cNvPr>
                <p:cNvPicPr/>
                <p:nvPr/>
              </p:nvPicPr>
              <p:blipFill>
                <a:blip r:embed="rId30"/>
                <a:stretch>
                  <a:fillRect/>
                </a:stretch>
              </p:blipFill>
              <p:spPr>
                <a:xfrm>
                  <a:off x="3607310" y="4587517"/>
                  <a:ext cx="132840" cy="100080"/>
                </a:xfrm>
                <a:prstGeom prst="rect">
                  <a:avLst/>
                </a:prstGeom>
              </p:spPr>
            </p:pic>
          </mc:Fallback>
        </mc:AlternateContent>
        <mc:AlternateContent xmlns:mc="http://schemas.openxmlformats.org/markup-compatibility/2006">
          <mc:Choice xmlns:p14="http://schemas.microsoft.com/office/powerpoint/2010/main" Requires="p14">
            <p:contentPart p14:bwMode="auto" r:id="rId31">
              <p14:nvContentPartPr>
                <p14:cNvPr id="21" name="Ink 20">
                  <a:extLst>
                    <a:ext uri="{FF2B5EF4-FFF2-40B4-BE49-F238E27FC236}">
                      <a16:creationId xmlns:a16="http://schemas.microsoft.com/office/drawing/2014/main" id="{4A40FA71-DB65-2370-C582-61ECEB4650A7}"/>
                    </a:ext>
                  </a:extLst>
                </p14:cNvPr>
                <p14:cNvContentPartPr/>
                <p14:nvPr/>
              </p14:nvContentPartPr>
              <p14:xfrm>
                <a:off x="3663830" y="4705237"/>
                <a:ext cx="56880" cy="34200"/>
              </p14:xfrm>
            </p:contentPart>
          </mc:Choice>
          <mc:Fallback>
            <p:pic>
              <p:nvPicPr>
                <p:cNvPr id="21" name="Ink 20">
                  <a:extLst>
                    <a:ext uri="{FF2B5EF4-FFF2-40B4-BE49-F238E27FC236}">
                      <a16:creationId xmlns:a16="http://schemas.microsoft.com/office/drawing/2014/main" id="{4A40FA71-DB65-2370-C582-61ECEB4650A7}"/>
                    </a:ext>
                  </a:extLst>
                </p:cNvPr>
                <p:cNvPicPr/>
                <p:nvPr/>
              </p:nvPicPr>
              <p:blipFill>
                <a:blip r:embed="rId32"/>
                <a:stretch>
                  <a:fillRect/>
                </a:stretch>
              </p:blipFill>
              <p:spPr>
                <a:xfrm>
                  <a:off x="3646190" y="4687237"/>
                  <a:ext cx="92520" cy="69840"/>
                </a:xfrm>
                <a:prstGeom prst="rect">
                  <a:avLst/>
                </a:prstGeom>
              </p:spPr>
            </p:pic>
          </mc:Fallback>
        </mc:AlternateContent>
        <mc:AlternateContent xmlns:mc="http://schemas.openxmlformats.org/markup-compatibility/2006">
          <mc:Choice xmlns:p14="http://schemas.microsoft.com/office/powerpoint/2010/main" Requires="p14">
            <p:contentPart p14:bwMode="auto" r:id="rId33">
              <p14:nvContentPartPr>
                <p14:cNvPr id="22" name="Ink 21">
                  <a:extLst>
                    <a:ext uri="{FF2B5EF4-FFF2-40B4-BE49-F238E27FC236}">
                      <a16:creationId xmlns:a16="http://schemas.microsoft.com/office/drawing/2014/main" id="{3140E730-058A-AB11-42CA-4AEED55B7BCC}"/>
                    </a:ext>
                  </a:extLst>
                </p14:cNvPr>
                <p14:cNvContentPartPr/>
                <p14:nvPr/>
              </p14:nvContentPartPr>
              <p14:xfrm>
                <a:off x="3678950" y="4788397"/>
                <a:ext cx="80280" cy="30240"/>
              </p14:xfrm>
            </p:contentPart>
          </mc:Choice>
          <mc:Fallback>
            <p:pic>
              <p:nvPicPr>
                <p:cNvPr id="22" name="Ink 21">
                  <a:extLst>
                    <a:ext uri="{FF2B5EF4-FFF2-40B4-BE49-F238E27FC236}">
                      <a16:creationId xmlns:a16="http://schemas.microsoft.com/office/drawing/2014/main" id="{3140E730-058A-AB11-42CA-4AEED55B7BCC}"/>
                    </a:ext>
                  </a:extLst>
                </p:cNvPr>
                <p:cNvPicPr/>
                <p:nvPr/>
              </p:nvPicPr>
              <p:blipFill>
                <a:blip r:embed="rId34"/>
                <a:stretch>
                  <a:fillRect/>
                </a:stretch>
              </p:blipFill>
              <p:spPr>
                <a:xfrm>
                  <a:off x="3660950" y="4770397"/>
                  <a:ext cx="115920" cy="65880"/>
                </a:xfrm>
                <a:prstGeom prst="rect">
                  <a:avLst/>
                </a:prstGeom>
              </p:spPr>
            </p:pic>
          </mc:Fallback>
        </mc:AlternateContent>
        <mc:AlternateContent xmlns:mc="http://schemas.openxmlformats.org/markup-compatibility/2006">
          <mc:Choice xmlns:p14="http://schemas.microsoft.com/office/powerpoint/2010/main" Requires="p14">
            <p:contentPart p14:bwMode="auto" r:id="rId35">
              <p14:nvContentPartPr>
                <p14:cNvPr id="23" name="Ink 22">
                  <a:extLst>
                    <a:ext uri="{FF2B5EF4-FFF2-40B4-BE49-F238E27FC236}">
                      <a16:creationId xmlns:a16="http://schemas.microsoft.com/office/drawing/2014/main" id="{DA9F5DE8-137E-91E0-409A-22ABE646B0B8}"/>
                    </a:ext>
                  </a:extLst>
                </p14:cNvPr>
                <p14:cNvContentPartPr/>
                <p14:nvPr/>
              </p14:nvContentPartPr>
              <p14:xfrm>
                <a:off x="3894950" y="4624597"/>
                <a:ext cx="21960" cy="203040"/>
              </p14:xfrm>
            </p:contentPart>
          </mc:Choice>
          <mc:Fallback>
            <p:pic>
              <p:nvPicPr>
                <p:cNvPr id="23" name="Ink 22">
                  <a:extLst>
                    <a:ext uri="{FF2B5EF4-FFF2-40B4-BE49-F238E27FC236}">
                      <a16:creationId xmlns:a16="http://schemas.microsoft.com/office/drawing/2014/main" id="{DA9F5DE8-137E-91E0-409A-22ABE646B0B8}"/>
                    </a:ext>
                  </a:extLst>
                </p:cNvPr>
                <p:cNvPicPr/>
                <p:nvPr/>
              </p:nvPicPr>
              <p:blipFill>
                <a:blip r:embed="rId36"/>
                <a:stretch>
                  <a:fillRect/>
                </a:stretch>
              </p:blipFill>
              <p:spPr>
                <a:xfrm>
                  <a:off x="3876950" y="4606597"/>
                  <a:ext cx="57600" cy="238680"/>
                </a:xfrm>
                <a:prstGeom prst="rect">
                  <a:avLst/>
                </a:prstGeom>
              </p:spPr>
            </p:pic>
          </mc:Fallback>
        </mc:AlternateContent>
        <mc:AlternateContent xmlns:mc="http://schemas.openxmlformats.org/markup-compatibility/2006">
          <mc:Choice xmlns:p14="http://schemas.microsoft.com/office/powerpoint/2010/main" Requires="p14">
            <p:contentPart p14:bwMode="auto" r:id="rId37">
              <p14:nvContentPartPr>
                <p14:cNvPr id="24" name="Ink 23">
                  <a:extLst>
                    <a:ext uri="{FF2B5EF4-FFF2-40B4-BE49-F238E27FC236}">
                      <a16:creationId xmlns:a16="http://schemas.microsoft.com/office/drawing/2014/main" id="{A8DAD75C-87E7-AC85-9099-31D37EBF94EE}"/>
                    </a:ext>
                  </a:extLst>
                </p14:cNvPr>
                <p14:cNvContentPartPr/>
                <p14:nvPr/>
              </p14:nvContentPartPr>
              <p14:xfrm>
                <a:off x="3884150" y="4601917"/>
                <a:ext cx="263160" cy="156600"/>
              </p14:xfrm>
            </p:contentPart>
          </mc:Choice>
          <mc:Fallback>
            <p:pic>
              <p:nvPicPr>
                <p:cNvPr id="24" name="Ink 23">
                  <a:extLst>
                    <a:ext uri="{FF2B5EF4-FFF2-40B4-BE49-F238E27FC236}">
                      <a16:creationId xmlns:a16="http://schemas.microsoft.com/office/drawing/2014/main" id="{A8DAD75C-87E7-AC85-9099-31D37EBF94EE}"/>
                    </a:ext>
                  </a:extLst>
                </p:cNvPr>
                <p:cNvPicPr/>
                <p:nvPr/>
              </p:nvPicPr>
              <p:blipFill>
                <a:blip r:embed="rId38"/>
                <a:stretch>
                  <a:fillRect/>
                </a:stretch>
              </p:blipFill>
              <p:spPr>
                <a:xfrm>
                  <a:off x="3866150" y="4583917"/>
                  <a:ext cx="298800" cy="192240"/>
                </a:xfrm>
                <a:prstGeom prst="rect">
                  <a:avLst/>
                </a:prstGeom>
              </p:spPr>
            </p:pic>
          </mc:Fallback>
        </mc:AlternateContent>
      </p:grpSp>
      <p:grpSp>
        <p:nvGrpSpPr>
          <p:cNvPr id="47" name="Group 46">
            <a:extLst>
              <a:ext uri="{FF2B5EF4-FFF2-40B4-BE49-F238E27FC236}">
                <a16:creationId xmlns:a16="http://schemas.microsoft.com/office/drawing/2014/main" id="{26670034-25AD-3969-537B-D4CC91A792D4}"/>
              </a:ext>
            </a:extLst>
          </p:cNvPr>
          <p:cNvGrpSpPr/>
          <p:nvPr/>
        </p:nvGrpSpPr>
        <p:grpSpPr>
          <a:xfrm>
            <a:off x="4534670" y="4490317"/>
            <a:ext cx="470520" cy="246600"/>
            <a:chOff x="4534670" y="4490317"/>
            <a:chExt cx="470520" cy="246600"/>
          </a:xfrm>
        </p:grpSpPr>
        <mc:AlternateContent xmlns:mc="http://schemas.openxmlformats.org/markup-compatibility/2006">
          <mc:Choice xmlns:p14="http://schemas.microsoft.com/office/powerpoint/2010/main" Requires="p14">
            <p:contentPart p14:bwMode="auto" r:id="rId39">
              <p14:nvContentPartPr>
                <p14:cNvPr id="25" name="Ink 24">
                  <a:extLst>
                    <a:ext uri="{FF2B5EF4-FFF2-40B4-BE49-F238E27FC236}">
                      <a16:creationId xmlns:a16="http://schemas.microsoft.com/office/drawing/2014/main" id="{E423C8C7-4AC1-D925-E5EA-12F3A6C126F6}"/>
                    </a:ext>
                  </a:extLst>
                </p14:cNvPr>
                <p14:cNvContentPartPr/>
                <p14:nvPr/>
              </p14:nvContentPartPr>
              <p14:xfrm>
                <a:off x="4534670" y="4592557"/>
                <a:ext cx="452520" cy="58320"/>
              </p14:xfrm>
            </p:contentPart>
          </mc:Choice>
          <mc:Fallback>
            <p:pic>
              <p:nvPicPr>
                <p:cNvPr id="25" name="Ink 24">
                  <a:extLst>
                    <a:ext uri="{FF2B5EF4-FFF2-40B4-BE49-F238E27FC236}">
                      <a16:creationId xmlns:a16="http://schemas.microsoft.com/office/drawing/2014/main" id="{E423C8C7-4AC1-D925-E5EA-12F3A6C126F6}"/>
                    </a:ext>
                  </a:extLst>
                </p:cNvPr>
                <p:cNvPicPr/>
                <p:nvPr/>
              </p:nvPicPr>
              <p:blipFill>
                <a:blip r:embed="rId40"/>
                <a:stretch>
                  <a:fillRect/>
                </a:stretch>
              </p:blipFill>
              <p:spPr>
                <a:xfrm>
                  <a:off x="4517030" y="4574557"/>
                  <a:ext cx="488160" cy="93960"/>
                </a:xfrm>
                <a:prstGeom prst="rect">
                  <a:avLst/>
                </a:prstGeom>
              </p:spPr>
            </p:pic>
          </mc:Fallback>
        </mc:AlternateContent>
        <mc:AlternateContent xmlns:mc="http://schemas.openxmlformats.org/markup-compatibility/2006">
          <mc:Choice xmlns:p14="http://schemas.microsoft.com/office/powerpoint/2010/main" Requires="p14">
            <p:contentPart p14:bwMode="auto" r:id="rId41">
              <p14:nvContentPartPr>
                <p14:cNvPr id="26" name="Ink 25">
                  <a:extLst>
                    <a:ext uri="{FF2B5EF4-FFF2-40B4-BE49-F238E27FC236}">
                      <a16:creationId xmlns:a16="http://schemas.microsoft.com/office/drawing/2014/main" id="{F3F134B0-B4A1-8E0D-8EBA-812216B6958F}"/>
                    </a:ext>
                  </a:extLst>
                </p14:cNvPr>
                <p14:cNvContentPartPr/>
                <p14:nvPr/>
              </p14:nvContentPartPr>
              <p14:xfrm>
                <a:off x="4843910" y="4490317"/>
                <a:ext cx="161280" cy="246600"/>
              </p14:xfrm>
            </p:contentPart>
          </mc:Choice>
          <mc:Fallback>
            <p:pic>
              <p:nvPicPr>
                <p:cNvPr id="26" name="Ink 25">
                  <a:extLst>
                    <a:ext uri="{FF2B5EF4-FFF2-40B4-BE49-F238E27FC236}">
                      <a16:creationId xmlns:a16="http://schemas.microsoft.com/office/drawing/2014/main" id="{F3F134B0-B4A1-8E0D-8EBA-812216B6958F}"/>
                    </a:ext>
                  </a:extLst>
                </p:cNvPr>
                <p:cNvPicPr/>
                <p:nvPr/>
              </p:nvPicPr>
              <p:blipFill>
                <a:blip r:embed="rId42"/>
                <a:stretch>
                  <a:fillRect/>
                </a:stretch>
              </p:blipFill>
              <p:spPr>
                <a:xfrm>
                  <a:off x="4825910" y="4472317"/>
                  <a:ext cx="196920" cy="282240"/>
                </a:xfrm>
                <a:prstGeom prst="rect">
                  <a:avLst/>
                </a:prstGeom>
              </p:spPr>
            </p:pic>
          </mc:Fallback>
        </mc:AlternateContent>
      </p:grpSp>
      <p:grpSp>
        <p:nvGrpSpPr>
          <p:cNvPr id="46" name="Group 45">
            <a:extLst>
              <a:ext uri="{FF2B5EF4-FFF2-40B4-BE49-F238E27FC236}">
                <a16:creationId xmlns:a16="http://schemas.microsoft.com/office/drawing/2014/main" id="{B526A1B7-AAAA-9895-FDF2-02D534A2DE48}"/>
              </a:ext>
            </a:extLst>
          </p:cNvPr>
          <p:cNvGrpSpPr/>
          <p:nvPr/>
        </p:nvGrpSpPr>
        <p:grpSpPr>
          <a:xfrm>
            <a:off x="5330990" y="4374757"/>
            <a:ext cx="1473120" cy="457920"/>
            <a:chOff x="5330990" y="4374757"/>
            <a:chExt cx="1473120" cy="457920"/>
          </a:xfrm>
        </p:grpSpPr>
        <mc:AlternateContent xmlns:mc="http://schemas.openxmlformats.org/markup-compatibility/2006">
          <mc:Choice xmlns:p14="http://schemas.microsoft.com/office/powerpoint/2010/main" Requires="p14">
            <p:contentPart p14:bwMode="auto" r:id="rId43">
              <p14:nvContentPartPr>
                <p14:cNvPr id="27" name="Ink 26">
                  <a:extLst>
                    <a:ext uri="{FF2B5EF4-FFF2-40B4-BE49-F238E27FC236}">
                      <a16:creationId xmlns:a16="http://schemas.microsoft.com/office/drawing/2014/main" id="{EC02C7FB-3050-307A-0065-7D59FF13D636}"/>
                    </a:ext>
                  </a:extLst>
                </p14:cNvPr>
                <p14:cNvContentPartPr/>
                <p14:nvPr/>
              </p14:nvContentPartPr>
              <p14:xfrm>
                <a:off x="5330990" y="4519837"/>
                <a:ext cx="66600" cy="312840"/>
              </p14:xfrm>
            </p:contentPart>
          </mc:Choice>
          <mc:Fallback>
            <p:pic>
              <p:nvPicPr>
                <p:cNvPr id="27" name="Ink 26">
                  <a:extLst>
                    <a:ext uri="{FF2B5EF4-FFF2-40B4-BE49-F238E27FC236}">
                      <a16:creationId xmlns:a16="http://schemas.microsoft.com/office/drawing/2014/main" id="{EC02C7FB-3050-307A-0065-7D59FF13D636}"/>
                    </a:ext>
                  </a:extLst>
                </p:cNvPr>
                <p:cNvPicPr/>
                <p:nvPr/>
              </p:nvPicPr>
              <p:blipFill>
                <a:blip r:embed="rId44"/>
                <a:stretch>
                  <a:fillRect/>
                </a:stretch>
              </p:blipFill>
              <p:spPr>
                <a:xfrm>
                  <a:off x="5313350" y="4501837"/>
                  <a:ext cx="102240" cy="348480"/>
                </a:xfrm>
                <a:prstGeom prst="rect">
                  <a:avLst/>
                </a:prstGeom>
              </p:spPr>
            </p:pic>
          </mc:Fallback>
        </mc:AlternateContent>
        <mc:AlternateContent xmlns:mc="http://schemas.openxmlformats.org/markup-compatibility/2006">
          <mc:Choice xmlns:p14="http://schemas.microsoft.com/office/powerpoint/2010/main" Requires="p14">
            <p:contentPart p14:bwMode="auto" r:id="rId45">
              <p14:nvContentPartPr>
                <p14:cNvPr id="28" name="Ink 27">
                  <a:extLst>
                    <a:ext uri="{FF2B5EF4-FFF2-40B4-BE49-F238E27FC236}">
                      <a16:creationId xmlns:a16="http://schemas.microsoft.com/office/drawing/2014/main" id="{9919C3CB-E1FD-C1C7-2BFD-D739082E1B64}"/>
                    </a:ext>
                  </a:extLst>
                </p14:cNvPr>
                <p14:cNvContentPartPr/>
                <p14:nvPr/>
              </p14:nvContentPartPr>
              <p14:xfrm>
                <a:off x="5531870" y="4466557"/>
                <a:ext cx="186120" cy="240840"/>
              </p14:xfrm>
            </p:contentPart>
          </mc:Choice>
          <mc:Fallback>
            <p:pic>
              <p:nvPicPr>
                <p:cNvPr id="28" name="Ink 27">
                  <a:extLst>
                    <a:ext uri="{FF2B5EF4-FFF2-40B4-BE49-F238E27FC236}">
                      <a16:creationId xmlns:a16="http://schemas.microsoft.com/office/drawing/2014/main" id="{9919C3CB-E1FD-C1C7-2BFD-D739082E1B64}"/>
                    </a:ext>
                  </a:extLst>
                </p:cNvPr>
                <p:cNvPicPr/>
                <p:nvPr/>
              </p:nvPicPr>
              <p:blipFill>
                <a:blip r:embed="rId46"/>
                <a:stretch>
                  <a:fillRect/>
                </a:stretch>
              </p:blipFill>
              <p:spPr>
                <a:xfrm>
                  <a:off x="5513870" y="4448557"/>
                  <a:ext cx="221760" cy="276480"/>
                </a:xfrm>
                <a:prstGeom prst="rect">
                  <a:avLst/>
                </a:prstGeom>
              </p:spPr>
            </p:pic>
          </mc:Fallback>
        </mc:AlternateContent>
        <mc:AlternateContent xmlns:mc="http://schemas.openxmlformats.org/markup-compatibility/2006">
          <mc:Choice xmlns:p14="http://schemas.microsoft.com/office/powerpoint/2010/main" Requires="p14">
            <p:contentPart p14:bwMode="auto" r:id="rId47">
              <p14:nvContentPartPr>
                <p14:cNvPr id="29" name="Ink 28">
                  <a:extLst>
                    <a:ext uri="{FF2B5EF4-FFF2-40B4-BE49-F238E27FC236}">
                      <a16:creationId xmlns:a16="http://schemas.microsoft.com/office/drawing/2014/main" id="{FE970F79-47DC-8C03-E0FC-3ACFD7C1548B}"/>
                    </a:ext>
                  </a:extLst>
                </p14:cNvPr>
                <p14:cNvContentPartPr/>
                <p14:nvPr/>
              </p14:nvContentPartPr>
              <p14:xfrm>
                <a:off x="5779190" y="4471957"/>
                <a:ext cx="159840" cy="155160"/>
              </p14:xfrm>
            </p:contentPart>
          </mc:Choice>
          <mc:Fallback>
            <p:pic>
              <p:nvPicPr>
                <p:cNvPr id="29" name="Ink 28">
                  <a:extLst>
                    <a:ext uri="{FF2B5EF4-FFF2-40B4-BE49-F238E27FC236}">
                      <a16:creationId xmlns:a16="http://schemas.microsoft.com/office/drawing/2014/main" id="{FE970F79-47DC-8C03-E0FC-3ACFD7C1548B}"/>
                    </a:ext>
                  </a:extLst>
                </p:cNvPr>
                <p:cNvPicPr/>
                <p:nvPr/>
              </p:nvPicPr>
              <p:blipFill>
                <a:blip r:embed="rId48"/>
                <a:stretch>
                  <a:fillRect/>
                </a:stretch>
              </p:blipFill>
              <p:spPr>
                <a:xfrm>
                  <a:off x="5761190" y="4453957"/>
                  <a:ext cx="195480" cy="190800"/>
                </a:xfrm>
                <a:prstGeom prst="rect">
                  <a:avLst/>
                </a:prstGeom>
              </p:spPr>
            </p:pic>
          </mc:Fallback>
        </mc:AlternateContent>
        <mc:AlternateContent xmlns:mc="http://schemas.openxmlformats.org/markup-compatibility/2006">
          <mc:Choice xmlns:p14="http://schemas.microsoft.com/office/powerpoint/2010/main" Requires="p14">
            <p:contentPart p14:bwMode="auto" r:id="rId49">
              <p14:nvContentPartPr>
                <p14:cNvPr id="30" name="Ink 29">
                  <a:extLst>
                    <a:ext uri="{FF2B5EF4-FFF2-40B4-BE49-F238E27FC236}">
                      <a16:creationId xmlns:a16="http://schemas.microsoft.com/office/drawing/2014/main" id="{608C8B72-2238-6A69-3409-284A6E347BDB}"/>
                    </a:ext>
                  </a:extLst>
                </p14:cNvPr>
                <p14:cNvContentPartPr/>
                <p14:nvPr/>
              </p14:nvContentPartPr>
              <p14:xfrm>
                <a:off x="6067550" y="4374757"/>
                <a:ext cx="76680" cy="356760"/>
              </p14:xfrm>
            </p:contentPart>
          </mc:Choice>
          <mc:Fallback>
            <p:pic>
              <p:nvPicPr>
                <p:cNvPr id="30" name="Ink 29">
                  <a:extLst>
                    <a:ext uri="{FF2B5EF4-FFF2-40B4-BE49-F238E27FC236}">
                      <a16:creationId xmlns:a16="http://schemas.microsoft.com/office/drawing/2014/main" id="{608C8B72-2238-6A69-3409-284A6E347BDB}"/>
                    </a:ext>
                  </a:extLst>
                </p:cNvPr>
                <p:cNvPicPr/>
                <p:nvPr/>
              </p:nvPicPr>
              <p:blipFill>
                <a:blip r:embed="rId50"/>
                <a:stretch>
                  <a:fillRect/>
                </a:stretch>
              </p:blipFill>
              <p:spPr>
                <a:xfrm>
                  <a:off x="6049550" y="4357117"/>
                  <a:ext cx="112320" cy="392400"/>
                </a:xfrm>
                <a:prstGeom prst="rect">
                  <a:avLst/>
                </a:prstGeom>
              </p:spPr>
            </p:pic>
          </mc:Fallback>
        </mc:AlternateContent>
        <mc:AlternateContent xmlns:mc="http://schemas.openxmlformats.org/markup-compatibility/2006">
          <mc:Choice xmlns:p14="http://schemas.microsoft.com/office/powerpoint/2010/main" Requires="p14">
            <p:contentPart p14:bwMode="auto" r:id="rId51">
              <p14:nvContentPartPr>
                <p14:cNvPr id="31" name="Ink 30">
                  <a:extLst>
                    <a:ext uri="{FF2B5EF4-FFF2-40B4-BE49-F238E27FC236}">
                      <a16:creationId xmlns:a16="http://schemas.microsoft.com/office/drawing/2014/main" id="{63803593-2AC8-3006-209A-192A9F9D0127}"/>
                    </a:ext>
                  </a:extLst>
                </p14:cNvPr>
                <p14:cNvContentPartPr/>
                <p14:nvPr/>
              </p14:nvContentPartPr>
              <p14:xfrm>
                <a:off x="6194990" y="4414717"/>
                <a:ext cx="43560" cy="207360"/>
              </p14:xfrm>
            </p:contentPart>
          </mc:Choice>
          <mc:Fallback>
            <p:pic>
              <p:nvPicPr>
                <p:cNvPr id="31" name="Ink 30">
                  <a:extLst>
                    <a:ext uri="{FF2B5EF4-FFF2-40B4-BE49-F238E27FC236}">
                      <a16:creationId xmlns:a16="http://schemas.microsoft.com/office/drawing/2014/main" id="{63803593-2AC8-3006-209A-192A9F9D0127}"/>
                    </a:ext>
                  </a:extLst>
                </p:cNvPr>
                <p:cNvPicPr/>
                <p:nvPr/>
              </p:nvPicPr>
              <p:blipFill>
                <a:blip r:embed="rId52"/>
                <a:stretch>
                  <a:fillRect/>
                </a:stretch>
              </p:blipFill>
              <p:spPr>
                <a:xfrm>
                  <a:off x="6176990" y="4396717"/>
                  <a:ext cx="79200" cy="243000"/>
                </a:xfrm>
                <a:prstGeom prst="rect">
                  <a:avLst/>
                </a:prstGeom>
              </p:spPr>
            </p:pic>
          </mc:Fallback>
        </mc:AlternateContent>
        <mc:AlternateContent xmlns:mc="http://schemas.openxmlformats.org/markup-compatibility/2006">
          <mc:Choice xmlns:p14="http://schemas.microsoft.com/office/powerpoint/2010/main" Requires="p14">
            <p:contentPart p14:bwMode="auto" r:id="rId53">
              <p14:nvContentPartPr>
                <p14:cNvPr id="32" name="Ink 31">
                  <a:extLst>
                    <a:ext uri="{FF2B5EF4-FFF2-40B4-BE49-F238E27FC236}">
                      <a16:creationId xmlns:a16="http://schemas.microsoft.com/office/drawing/2014/main" id="{42D54C01-7F2D-CDFF-9F0D-0D770D85CC05}"/>
                    </a:ext>
                  </a:extLst>
                </p14:cNvPr>
                <p14:cNvContentPartPr/>
                <p14:nvPr/>
              </p14:nvContentPartPr>
              <p14:xfrm>
                <a:off x="6207590" y="4593997"/>
                <a:ext cx="80280" cy="10800"/>
              </p14:xfrm>
            </p:contentPart>
          </mc:Choice>
          <mc:Fallback>
            <p:pic>
              <p:nvPicPr>
                <p:cNvPr id="32" name="Ink 31">
                  <a:extLst>
                    <a:ext uri="{FF2B5EF4-FFF2-40B4-BE49-F238E27FC236}">
                      <a16:creationId xmlns:a16="http://schemas.microsoft.com/office/drawing/2014/main" id="{42D54C01-7F2D-CDFF-9F0D-0D770D85CC05}"/>
                    </a:ext>
                  </a:extLst>
                </p:cNvPr>
                <p:cNvPicPr/>
                <p:nvPr/>
              </p:nvPicPr>
              <p:blipFill>
                <a:blip r:embed="rId54"/>
                <a:stretch>
                  <a:fillRect/>
                </a:stretch>
              </p:blipFill>
              <p:spPr>
                <a:xfrm>
                  <a:off x="6189950" y="4575997"/>
                  <a:ext cx="115920" cy="46440"/>
                </a:xfrm>
                <a:prstGeom prst="rect">
                  <a:avLst/>
                </a:prstGeom>
              </p:spPr>
            </p:pic>
          </mc:Fallback>
        </mc:AlternateContent>
        <mc:AlternateContent xmlns:mc="http://schemas.openxmlformats.org/markup-compatibility/2006">
          <mc:Choice xmlns:p14="http://schemas.microsoft.com/office/powerpoint/2010/main" Requires="p14">
            <p:contentPart p14:bwMode="auto" r:id="rId55">
              <p14:nvContentPartPr>
                <p14:cNvPr id="33" name="Ink 32">
                  <a:extLst>
                    <a:ext uri="{FF2B5EF4-FFF2-40B4-BE49-F238E27FC236}">
                      <a16:creationId xmlns:a16="http://schemas.microsoft.com/office/drawing/2014/main" id="{D21021D1-FAFA-6E7C-F25C-10E01D9E3D14}"/>
                    </a:ext>
                  </a:extLst>
                </p14:cNvPr>
                <p14:cNvContentPartPr/>
                <p14:nvPr/>
              </p14:nvContentPartPr>
              <p14:xfrm>
                <a:off x="6391910" y="4406077"/>
                <a:ext cx="34200" cy="262440"/>
              </p14:xfrm>
            </p:contentPart>
          </mc:Choice>
          <mc:Fallback>
            <p:pic>
              <p:nvPicPr>
                <p:cNvPr id="33" name="Ink 32">
                  <a:extLst>
                    <a:ext uri="{FF2B5EF4-FFF2-40B4-BE49-F238E27FC236}">
                      <a16:creationId xmlns:a16="http://schemas.microsoft.com/office/drawing/2014/main" id="{D21021D1-FAFA-6E7C-F25C-10E01D9E3D14}"/>
                    </a:ext>
                  </a:extLst>
                </p:cNvPr>
                <p:cNvPicPr/>
                <p:nvPr/>
              </p:nvPicPr>
              <p:blipFill>
                <a:blip r:embed="rId56"/>
                <a:stretch>
                  <a:fillRect/>
                </a:stretch>
              </p:blipFill>
              <p:spPr>
                <a:xfrm>
                  <a:off x="6374270" y="4388437"/>
                  <a:ext cx="69840" cy="298080"/>
                </a:xfrm>
                <a:prstGeom prst="rect">
                  <a:avLst/>
                </a:prstGeom>
              </p:spPr>
            </p:pic>
          </mc:Fallback>
        </mc:AlternateContent>
        <mc:AlternateContent xmlns:mc="http://schemas.openxmlformats.org/markup-compatibility/2006">
          <mc:Choice xmlns:p14="http://schemas.microsoft.com/office/powerpoint/2010/main" Requires="p14">
            <p:contentPart p14:bwMode="auto" r:id="rId57">
              <p14:nvContentPartPr>
                <p14:cNvPr id="34" name="Ink 33">
                  <a:extLst>
                    <a:ext uri="{FF2B5EF4-FFF2-40B4-BE49-F238E27FC236}">
                      <a16:creationId xmlns:a16="http://schemas.microsoft.com/office/drawing/2014/main" id="{EEFB20B4-009E-6ECF-A710-6B59C40B06CC}"/>
                    </a:ext>
                  </a:extLst>
                </p14:cNvPr>
                <p14:cNvContentPartPr/>
                <p14:nvPr/>
              </p14:nvContentPartPr>
              <p14:xfrm>
                <a:off x="6494870" y="4417597"/>
                <a:ext cx="58320" cy="199800"/>
              </p14:xfrm>
            </p:contentPart>
          </mc:Choice>
          <mc:Fallback>
            <p:pic>
              <p:nvPicPr>
                <p:cNvPr id="34" name="Ink 33">
                  <a:extLst>
                    <a:ext uri="{FF2B5EF4-FFF2-40B4-BE49-F238E27FC236}">
                      <a16:creationId xmlns:a16="http://schemas.microsoft.com/office/drawing/2014/main" id="{EEFB20B4-009E-6ECF-A710-6B59C40B06CC}"/>
                    </a:ext>
                  </a:extLst>
                </p:cNvPr>
                <p:cNvPicPr/>
                <p:nvPr/>
              </p:nvPicPr>
              <p:blipFill>
                <a:blip r:embed="rId58"/>
                <a:stretch>
                  <a:fillRect/>
                </a:stretch>
              </p:blipFill>
              <p:spPr>
                <a:xfrm>
                  <a:off x="6477230" y="4399597"/>
                  <a:ext cx="93960" cy="235440"/>
                </a:xfrm>
                <a:prstGeom prst="rect">
                  <a:avLst/>
                </a:prstGeom>
              </p:spPr>
            </p:pic>
          </mc:Fallback>
        </mc:AlternateContent>
        <mc:AlternateContent xmlns:mc="http://schemas.openxmlformats.org/markup-compatibility/2006">
          <mc:Choice xmlns:p14="http://schemas.microsoft.com/office/powerpoint/2010/main" Requires="p14">
            <p:contentPart p14:bwMode="auto" r:id="rId59">
              <p14:nvContentPartPr>
                <p14:cNvPr id="35" name="Ink 34">
                  <a:extLst>
                    <a:ext uri="{FF2B5EF4-FFF2-40B4-BE49-F238E27FC236}">
                      <a16:creationId xmlns:a16="http://schemas.microsoft.com/office/drawing/2014/main" id="{C2079623-F635-3F12-5816-8DD98195C94E}"/>
                    </a:ext>
                  </a:extLst>
                </p14:cNvPr>
                <p14:cNvContentPartPr/>
                <p14:nvPr/>
              </p14:nvContentPartPr>
              <p14:xfrm>
                <a:off x="6452390" y="4521997"/>
                <a:ext cx="100440" cy="38880"/>
              </p14:xfrm>
            </p:contentPart>
          </mc:Choice>
          <mc:Fallback>
            <p:pic>
              <p:nvPicPr>
                <p:cNvPr id="35" name="Ink 34">
                  <a:extLst>
                    <a:ext uri="{FF2B5EF4-FFF2-40B4-BE49-F238E27FC236}">
                      <a16:creationId xmlns:a16="http://schemas.microsoft.com/office/drawing/2014/main" id="{C2079623-F635-3F12-5816-8DD98195C94E}"/>
                    </a:ext>
                  </a:extLst>
                </p:cNvPr>
                <p:cNvPicPr/>
                <p:nvPr/>
              </p:nvPicPr>
              <p:blipFill>
                <a:blip r:embed="rId60"/>
                <a:stretch>
                  <a:fillRect/>
                </a:stretch>
              </p:blipFill>
              <p:spPr>
                <a:xfrm>
                  <a:off x="6434390" y="4504357"/>
                  <a:ext cx="136080" cy="74520"/>
                </a:xfrm>
                <a:prstGeom prst="rect">
                  <a:avLst/>
                </a:prstGeom>
              </p:spPr>
            </p:pic>
          </mc:Fallback>
        </mc:AlternateContent>
        <mc:AlternateContent xmlns:mc="http://schemas.openxmlformats.org/markup-compatibility/2006">
          <mc:Choice xmlns:p14="http://schemas.microsoft.com/office/powerpoint/2010/main" Requires="p14">
            <p:contentPart p14:bwMode="auto" r:id="rId61">
              <p14:nvContentPartPr>
                <p14:cNvPr id="36" name="Ink 35">
                  <a:extLst>
                    <a:ext uri="{FF2B5EF4-FFF2-40B4-BE49-F238E27FC236}">
                      <a16:creationId xmlns:a16="http://schemas.microsoft.com/office/drawing/2014/main" id="{982DB63F-4BA8-57BC-C843-D4DC9300B7D9}"/>
                    </a:ext>
                  </a:extLst>
                </p14:cNvPr>
                <p14:cNvContentPartPr/>
                <p14:nvPr/>
              </p14:nvContentPartPr>
              <p14:xfrm>
                <a:off x="6702230" y="4505797"/>
                <a:ext cx="76320" cy="144000"/>
              </p14:xfrm>
            </p:contentPart>
          </mc:Choice>
          <mc:Fallback>
            <p:pic>
              <p:nvPicPr>
                <p:cNvPr id="36" name="Ink 35">
                  <a:extLst>
                    <a:ext uri="{FF2B5EF4-FFF2-40B4-BE49-F238E27FC236}">
                      <a16:creationId xmlns:a16="http://schemas.microsoft.com/office/drawing/2014/main" id="{982DB63F-4BA8-57BC-C843-D4DC9300B7D9}"/>
                    </a:ext>
                  </a:extLst>
                </p:cNvPr>
                <p:cNvPicPr/>
                <p:nvPr/>
              </p:nvPicPr>
              <p:blipFill>
                <a:blip r:embed="rId62"/>
                <a:stretch>
                  <a:fillRect/>
                </a:stretch>
              </p:blipFill>
              <p:spPr>
                <a:xfrm>
                  <a:off x="6684590" y="4488157"/>
                  <a:ext cx="111960" cy="179640"/>
                </a:xfrm>
                <a:prstGeom prst="rect">
                  <a:avLst/>
                </a:prstGeom>
              </p:spPr>
            </p:pic>
          </mc:Fallback>
        </mc:AlternateContent>
        <mc:AlternateContent xmlns:mc="http://schemas.openxmlformats.org/markup-compatibility/2006">
          <mc:Choice xmlns:p14="http://schemas.microsoft.com/office/powerpoint/2010/main" Requires="p14">
            <p:contentPart p14:bwMode="auto" r:id="rId63">
              <p14:nvContentPartPr>
                <p14:cNvPr id="37" name="Ink 36">
                  <a:extLst>
                    <a:ext uri="{FF2B5EF4-FFF2-40B4-BE49-F238E27FC236}">
                      <a16:creationId xmlns:a16="http://schemas.microsoft.com/office/drawing/2014/main" id="{6636FAC8-EA2E-5239-A06F-84D1BE99A530}"/>
                    </a:ext>
                  </a:extLst>
                </p14:cNvPr>
                <p14:cNvContentPartPr/>
                <p14:nvPr/>
              </p14:nvContentPartPr>
              <p14:xfrm>
                <a:off x="6624470" y="4583197"/>
                <a:ext cx="179640" cy="34200"/>
              </p14:xfrm>
            </p:contentPart>
          </mc:Choice>
          <mc:Fallback>
            <p:pic>
              <p:nvPicPr>
                <p:cNvPr id="37" name="Ink 36">
                  <a:extLst>
                    <a:ext uri="{FF2B5EF4-FFF2-40B4-BE49-F238E27FC236}">
                      <a16:creationId xmlns:a16="http://schemas.microsoft.com/office/drawing/2014/main" id="{6636FAC8-EA2E-5239-A06F-84D1BE99A530}"/>
                    </a:ext>
                  </a:extLst>
                </p:cNvPr>
                <p:cNvPicPr/>
                <p:nvPr/>
              </p:nvPicPr>
              <p:blipFill>
                <a:blip r:embed="rId64"/>
                <a:stretch>
                  <a:fillRect/>
                </a:stretch>
              </p:blipFill>
              <p:spPr>
                <a:xfrm>
                  <a:off x="6606830" y="4565197"/>
                  <a:ext cx="215280" cy="69840"/>
                </a:xfrm>
                <a:prstGeom prst="rect">
                  <a:avLst/>
                </a:prstGeom>
              </p:spPr>
            </p:pic>
          </mc:Fallback>
        </mc:AlternateContent>
      </p:grpSp>
      <p:grpSp>
        <p:nvGrpSpPr>
          <p:cNvPr id="52" name="Group 51">
            <a:extLst>
              <a:ext uri="{FF2B5EF4-FFF2-40B4-BE49-F238E27FC236}">
                <a16:creationId xmlns:a16="http://schemas.microsoft.com/office/drawing/2014/main" id="{6D4128D4-20C7-2B15-861E-72C694C3977F}"/>
              </a:ext>
            </a:extLst>
          </p:cNvPr>
          <p:cNvGrpSpPr/>
          <p:nvPr/>
        </p:nvGrpSpPr>
        <p:grpSpPr>
          <a:xfrm>
            <a:off x="7062230" y="4129237"/>
            <a:ext cx="1508040" cy="788400"/>
            <a:chOff x="7062230" y="4129237"/>
            <a:chExt cx="1508040" cy="788400"/>
          </a:xfrm>
        </p:grpSpPr>
        <mc:AlternateContent xmlns:mc="http://schemas.openxmlformats.org/markup-compatibility/2006">
          <mc:Choice xmlns:p14="http://schemas.microsoft.com/office/powerpoint/2010/main" Requires="p14">
            <p:contentPart p14:bwMode="auto" r:id="rId65">
              <p14:nvContentPartPr>
                <p14:cNvPr id="38" name="Ink 37">
                  <a:extLst>
                    <a:ext uri="{FF2B5EF4-FFF2-40B4-BE49-F238E27FC236}">
                      <a16:creationId xmlns:a16="http://schemas.microsoft.com/office/drawing/2014/main" id="{2F3F16FC-2C40-654E-FAA3-5A7AABECA2AA}"/>
                    </a:ext>
                  </a:extLst>
                </p14:cNvPr>
                <p14:cNvContentPartPr/>
                <p14:nvPr/>
              </p14:nvContentPartPr>
              <p14:xfrm>
                <a:off x="7308110" y="4374397"/>
                <a:ext cx="51120" cy="266760"/>
              </p14:xfrm>
            </p:contentPart>
          </mc:Choice>
          <mc:Fallback>
            <p:pic>
              <p:nvPicPr>
                <p:cNvPr id="38" name="Ink 37">
                  <a:extLst>
                    <a:ext uri="{FF2B5EF4-FFF2-40B4-BE49-F238E27FC236}">
                      <a16:creationId xmlns:a16="http://schemas.microsoft.com/office/drawing/2014/main" id="{2F3F16FC-2C40-654E-FAA3-5A7AABECA2AA}"/>
                    </a:ext>
                  </a:extLst>
                </p:cNvPr>
                <p:cNvPicPr/>
                <p:nvPr/>
              </p:nvPicPr>
              <p:blipFill>
                <a:blip r:embed="rId66"/>
                <a:stretch>
                  <a:fillRect/>
                </a:stretch>
              </p:blipFill>
              <p:spPr>
                <a:xfrm>
                  <a:off x="7290110" y="4356397"/>
                  <a:ext cx="86760" cy="302400"/>
                </a:xfrm>
                <a:prstGeom prst="rect">
                  <a:avLst/>
                </a:prstGeom>
              </p:spPr>
            </p:pic>
          </mc:Fallback>
        </mc:AlternateContent>
        <mc:AlternateContent xmlns:mc="http://schemas.openxmlformats.org/markup-compatibility/2006">
          <mc:Choice xmlns:p14="http://schemas.microsoft.com/office/powerpoint/2010/main" Requires="p14">
            <p:contentPart p14:bwMode="auto" r:id="rId67">
              <p14:nvContentPartPr>
                <p14:cNvPr id="39" name="Ink 38">
                  <a:extLst>
                    <a:ext uri="{FF2B5EF4-FFF2-40B4-BE49-F238E27FC236}">
                      <a16:creationId xmlns:a16="http://schemas.microsoft.com/office/drawing/2014/main" id="{5C4FD036-0A70-C55A-E8DE-A17931A91622}"/>
                    </a:ext>
                  </a:extLst>
                </p14:cNvPr>
                <p14:cNvContentPartPr/>
                <p14:nvPr/>
              </p14:nvContentPartPr>
              <p14:xfrm>
                <a:off x="7305950" y="4346317"/>
                <a:ext cx="154800" cy="340200"/>
              </p14:xfrm>
            </p:contentPart>
          </mc:Choice>
          <mc:Fallback>
            <p:pic>
              <p:nvPicPr>
                <p:cNvPr id="39" name="Ink 38">
                  <a:extLst>
                    <a:ext uri="{FF2B5EF4-FFF2-40B4-BE49-F238E27FC236}">
                      <a16:creationId xmlns:a16="http://schemas.microsoft.com/office/drawing/2014/main" id="{5C4FD036-0A70-C55A-E8DE-A17931A91622}"/>
                    </a:ext>
                  </a:extLst>
                </p:cNvPr>
                <p:cNvPicPr/>
                <p:nvPr/>
              </p:nvPicPr>
              <p:blipFill>
                <a:blip r:embed="rId68"/>
                <a:stretch>
                  <a:fillRect/>
                </a:stretch>
              </p:blipFill>
              <p:spPr>
                <a:xfrm>
                  <a:off x="7287950" y="4328677"/>
                  <a:ext cx="190440" cy="375840"/>
                </a:xfrm>
                <a:prstGeom prst="rect">
                  <a:avLst/>
                </a:prstGeom>
              </p:spPr>
            </p:pic>
          </mc:Fallback>
        </mc:AlternateContent>
        <mc:AlternateContent xmlns:mc="http://schemas.openxmlformats.org/markup-compatibility/2006">
          <mc:Choice xmlns:p14="http://schemas.microsoft.com/office/powerpoint/2010/main" Requires="p14">
            <p:contentPart p14:bwMode="auto" r:id="rId69">
              <p14:nvContentPartPr>
                <p14:cNvPr id="40" name="Ink 39">
                  <a:extLst>
                    <a:ext uri="{FF2B5EF4-FFF2-40B4-BE49-F238E27FC236}">
                      <a16:creationId xmlns:a16="http://schemas.microsoft.com/office/drawing/2014/main" id="{A6BB6B7F-5EE3-28E4-3646-0D327F46A32E}"/>
                    </a:ext>
                  </a:extLst>
                </p14:cNvPr>
                <p14:cNvContentPartPr/>
                <p14:nvPr/>
              </p14:nvContentPartPr>
              <p14:xfrm>
                <a:off x="7607990" y="4254517"/>
                <a:ext cx="161640" cy="581760"/>
              </p14:xfrm>
            </p:contentPart>
          </mc:Choice>
          <mc:Fallback>
            <p:pic>
              <p:nvPicPr>
                <p:cNvPr id="40" name="Ink 39">
                  <a:extLst>
                    <a:ext uri="{FF2B5EF4-FFF2-40B4-BE49-F238E27FC236}">
                      <a16:creationId xmlns:a16="http://schemas.microsoft.com/office/drawing/2014/main" id="{A6BB6B7F-5EE3-28E4-3646-0D327F46A32E}"/>
                    </a:ext>
                  </a:extLst>
                </p:cNvPr>
                <p:cNvPicPr/>
                <p:nvPr/>
              </p:nvPicPr>
              <p:blipFill>
                <a:blip r:embed="rId70"/>
                <a:stretch>
                  <a:fillRect/>
                </a:stretch>
              </p:blipFill>
              <p:spPr>
                <a:xfrm>
                  <a:off x="7590350" y="4236877"/>
                  <a:ext cx="197280" cy="617400"/>
                </a:xfrm>
                <a:prstGeom prst="rect">
                  <a:avLst/>
                </a:prstGeom>
              </p:spPr>
            </p:pic>
          </mc:Fallback>
        </mc:AlternateContent>
        <mc:AlternateContent xmlns:mc="http://schemas.openxmlformats.org/markup-compatibility/2006">
          <mc:Choice xmlns:p14="http://schemas.microsoft.com/office/powerpoint/2010/main" Requires="p14">
            <p:contentPart p14:bwMode="auto" r:id="rId71">
              <p14:nvContentPartPr>
                <p14:cNvPr id="41" name="Ink 40">
                  <a:extLst>
                    <a:ext uri="{FF2B5EF4-FFF2-40B4-BE49-F238E27FC236}">
                      <a16:creationId xmlns:a16="http://schemas.microsoft.com/office/drawing/2014/main" id="{89C68B06-71A9-8B90-2015-C8B14E8B1DDE}"/>
                    </a:ext>
                  </a:extLst>
                </p14:cNvPr>
                <p14:cNvContentPartPr/>
                <p14:nvPr/>
              </p14:nvContentPartPr>
              <p14:xfrm>
                <a:off x="7891670" y="4420837"/>
                <a:ext cx="83880" cy="259200"/>
              </p14:xfrm>
            </p:contentPart>
          </mc:Choice>
          <mc:Fallback>
            <p:pic>
              <p:nvPicPr>
                <p:cNvPr id="41" name="Ink 40">
                  <a:extLst>
                    <a:ext uri="{FF2B5EF4-FFF2-40B4-BE49-F238E27FC236}">
                      <a16:creationId xmlns:a16="http://schemas.microsoft.com/office/drawing/2014/main" id="{89C68B06-71A9-8B90-2015-C8B14E8B1DDE}"/>
                    </a:ext>
                  </a:extLst>
                </p:cNvPr>
                <p:cNvPicPr/>
                <p:nvPr/>
              </p:nvPicPr>
              <p:blipFill>
                <a:blip r:embed="rId72"/>
                <a:stretch>
                  <a:fillRect/>
                </a:stretch>
              </p:blipFill>
              <p:spPr>
                <a:xfrm>
                  <a:off x="7873670" y="4403197"/>
                  <a:ext cx="119520" cy="294840"/>
                </a:xfrm>
                <a:prstGeom prst="rect">
                  <a:avLst/>
                </a:prstGeom>
              </p:spPr>
            </p:pic>
          </mc:Fallback>
        </mc:AlternateContent>
        <mc:AlternateContent xmlns:mc="http://schemas.openxmlformats.org/markup-compatibility/2006">
          <mc:Choice xmlns:p14="http://schemas.microsoft.com/office/powerpoint/2010/main" Requires="p14">
            <p:contentPart p14:bwMode="auto" r:id="rId73">
              <p14:nvContentPartPr>
                <p14:cNvPr id="42" name="Ink 41">
                  <a:extLst>
                    <a:ext uri="{FF2B5EF4-FFF2-40B4-BE49-F238E27FC236}">
                      <a16:creationId xmlns:a16="http://schemas.microsoft.com/office/drawing/2014/main" id="{5D9BBB40-5601-2F17-38C3-F465BD952DE9}"/>
                    </a:ext>
                  </a:extLst>
                </p14:cNvPr>
                <p14:cNvContentPartPr/>
                <p14:nvPr/>
              </p14:nvContentPartPr>
              <p14:xfrm>
                <a:off x="7938830" y="4450717"/>
                <a:ext cx="143640" cy="183240"/>
              </p14:xfrm>
            </p:contentPart>
          </mc:Choice>
          <mc:Fallback>
            <p:pic>
              <p:nvPicPr>
                <p:cNvPr id="42" name="Ink 41">
                  <a:extLst>
                    <a:ext uri="{FF2B5EF4-FFF2-40B4-BE49-F238E27FC236}">
                      <a16:creationId xmlns:a16="http://schemas.microsoft.com/office/drawing/2014/main" id="{5D9BBB40-5601-2F17-38C3-F465BD952DE9}"/>
                    </a:ext>
                  </a:extLst>
                </p:cNvPr>
                <p:cNvPicPr/>
                <p:nvPr/>
              </p:nvPicPr>
              <p:blipFill>
                <a:blip r:embed="rId74"/>
                <a:stretch>
                  <a:fillRect/>
                </a:stretch>
              </p:blipFill>
              <p:spPr>
                <a:xfrm>
                  <a:off x="7920830" y="4432717"/>
                  <a:ext cx="179280" cy="218880"/>
                </a:xfrm>
                <a:prstGeom prst="rect">
                  <a:avLst/>
                </a:prstGeom>
              </p:spPr>
            </p:pic>
          </mc:Fallback>
        </mc:AlternateContent>
        <mc:AlternateContent xmlns:mc="http://schemas.openxmlformats.org/markup-compatibility/2006">
          <mc:Choice xmlns:p14="http://schemas.microsoft.com/office/powerpoint/2010/main" Requires="p14">
            <p:contentPart p14:bwMode="auto" r:id="rId75">
              <p14:nvContentPartPr>
                <p14:cNvPr id="43" name="Ink 42">
                  <a:extLst>
                    <a:ext uri="{FF2B5EF4-FFF2-40B4-BE49-F238E27FC236}">
                      <a16:creationId xmlns:a16="http://schemas.microsoft.com/office/drawing/2014/main" id="{8E3FAB34-63B4-CEC7-F364-52B6189098D8}"/>
                    </a:ext>
                  </a:extLst>
                </p14:cNvPr>
                <p14:cNvContentPartPr/>
                <p14:nvPr/>
              </p14:nvContentPartPr>
              <p14:xfrm>
                <a:off x="8186510" y="4325077"/>
                <a:ext cx="80280" cy="476640"/>
              </p14:xfrm>
            </p:contentPart>
          </mc:Choice>
          <mc:Fallback>
            <p:pic>
              <p:nvPicPr>
                <p:cNvPr id="43" name="Ink 42">
                  <a:extLst>
                    <a:ext uri="{FF2B5EF4-FFF2-40B4-BE49-F238E27FC236}">
                      <a16:creationId xmlns:a16="http://schemas.microsoft.com/office/drawing/2014/main" id="{8E3FAB34-63B4-CEC7-F364-52B6189098D8}"/>
                    </a:ext>
                  </a:extLst>
                </p:cNvPr>
                <p:cNvPicPr/>
                <p:nvPr/>
              </p:nvPicPr>
              <p:blipFill>
                <a:blip r:embed="rId76"/>
                <a:stretch>
                  <a:fillRect/>
                </a:stretch>
              </p:blipFill>
              <p:spPr>
                <a:xfrm>
                  <a:off x="8168510" y="4307437"/>
                  <a:ext cx="115920" cy="512280"/>
                </a:xfrm>
                <a:prstGeom prst="rect">
                  <a:avLst/>
                </a:prstGeom>
              </p:spPr>
            </p:pic>
          </mc:Fallback>
        </mc:AlternateContent>
        <mc:AlternateContent xmlns:mc="http://schemas.openxmlformats.org/markup-compatibility/2006">
          <mc:Choice xmlns:p14="http://schemas.microsoft.com/office/powerpoint/2010/main" Requires="p14">
            <p:contentPart p14:bwMode="auto" r:id="rId77">
              <p14:nvContentPartPr>
                <p14:cNvPr id="44" name="Ink 43">
                  <a:extLst>
                    <a:ext uri="{FF2B5EF4-FFF2-40B4-BE49-F238E27FC236}">
                      <a16:creationId xmlns:a16="http://schemas.microsoft.com/office/drawing/2014/main" id="{8078E844-C881-22ED-1F39-FABA4FDD2B1C}"/>
                    </a:ext>
                  </a:extLst>
                </p14:cNvPr>
                <p14:cNvContentPartPr/>
                <p14:nvPr/>
              </p14:nvContentPartPr>
              <p14:xfrm>
                <a:off x="8152670" y="4540357"/>
                <a:ext cx="131760" cy="96120"/>
              </p14:xfrm>
            </p:contentPart>
          </mc:Choice>
          <mc:Fallback>
            <p:pic>
              <p:nvPicPr>
                <p:cNvPr id="44" name="Ink 43">
                  <a:extLst>
                    <a:ext uri="{FF2B5EF4-FFF2-40B4-BE49-F238E27FC236}">
                      <a16:creationId xmlns:a16="http://schemas.microsoft.com/office/drawing/2014/main" id="{8078E844-C881-22ED-1F39-FABA4FDD2B1C}"/>
                    </a:ext>
                  </a:extLst>
                </p:cNvPr>
                <p:cNvPicPr/>
                <p:nvPr/>
              </p:nvPicPr>
              <p:blipFill>
                <a:blip r:embed="rId78"/>
                <a:stretch>
                  <a:fillRect/>
                </a:stretch>
              </p:blipFill>
              <p:spPr>
                <a:xfrm>
                  <a:off x="8134670" y="4522357"/>
                  <a:ext cx="167400" cy="131760"/>
                </a:xfrm>
                <a:prstGeom prst="rect">
                  <a:avLst/>
                </a:prstGeom>
              </p:spPr>
            </p:pic>
          </mc:Fallback>
        </mc:AlternateContent>
        <mc:AlternateContent xmlns:mc="http://schemas.openxmlformats.org/markup-compatibility/2006">
          <mc:Choice xmlns:p14="http://schemas.microsoft.com/office/powerpoint/2010/main" Requires="p14">
            <p:contentPart p14:bwMode="auto" r:id="rId79">
              <p14:nvContentPartPr>
                <p14:cNvPr id="50" name="Ink 49">
                  <a:extLst>
                    <a:ext uri="{FF2B5EF4-FFF2-40B4-BE49-F238E27FC236}">
                      <a16:creationId xmlns:a16="http://schemas.microsoft.com/office/drawing/2014/main" id="{1D60EFB4-E37E-E1D0-5256-50366E2DC01C}"/>
                    </a:ext>
                  </a:extLst>
                </p14:cNvPr>
                <p14:cNvContentPartPr/>
                <p14:nvPr/>
              </p14:nvContentPartPr>
              <p14:xfrm>
                <a:off x="7062230" y="4129237"/>
                <a:ext cx="327600" cy="788400"/>
              </p14:xfrm>
            </p:contentPart>
          </mc:Choice>
          <mc:Fallback>
            <p:pic>
              <p:nvPicPr>
                <p:cNvPr id="50" name="Ink 49">
                  <a:extLst>
                    <a:ext uri="{FF2B5EF4-FFF2-40B4-BE49-F238E27FC236}">
                      <a16:creationId xmlns:a16="http://schemas.microsoft.com/office/drawing/2014/main" id="{1D60EFB4-E37E-E1D0-5256-50366E2DC01C}"/>
                    </a:ext>
                  </a:extLst>
                </p:cNvPr>
                <p:cNvPicPr/>
                <p:nvPr/>
              </p:nvPicPr>
              <p:blipFill>
                <a:blip r:embed="rId80"/>
                <a:stretch>
                  <a:fillRect/>
                </a:stretch>
              </p:blipFill>
              <p:spPr>
                <a:xfrm>
                  <a:off x="7044230" y="4111597"/>
                  <a:ext cx="363240" cy="824040"/>
                </a:xfrm>
                <a:prstGeom prst="rect">
                  <a:avLst/>
                </a:prstGeom>
              </p:spPr>
            </p:pic>
          </mc:Fallback>
        </mc:AlternateContent>
        <mc:AlternateContent xmlns:mc="http://schemas.openxmlformats.org/markup-compatibility/2006">
          <mc:Choice xmlns:p14="http://schemas.microsoft.com/office/powerpoint/2010/main" Requires="p14">
            <p:contentPart p14:bwMode="auto" r:id="rId81">
              <p14:nvContentPartPr>
                <p14:cNvPr id="51" name="Ink 50">
                  <a:extLst>
                    <a:ext uri="{FF2B5EF4-FFF2-40B4-BE49-F238E27FC236}">
                      <a16:creationId xmlns:a16="http://schemas.microsoft.com/office/drawing/2014/main" id="{F1E1DF32-8912-4AFF-6D7A-650A77DA8813}"/>
                    </a:ext>
                  </a:extLst>
                </p14:cNvPr>
                <p14:cNvContentPartPr/>
                <p14:nvPr/>
              </p14:nvContentPartPr>
              <p14:xfrm>
                <a:off x="8357870" y="4140397"/>
                <a:ext cx="212400" cy="626040"/>
              </p14:xfrm>
            </p:contentPart>
          </mc:Choice>
          <mc:Fallback>
            <p:pic>
              <p:nvPicPr>
                <p:cNvPr id="51" name="Ink 50">
                  <a:extLst>
                    <a:ext uri="{FF2B5EF4-FFF2-40B4-BE49-F238E27FC236}">
                      <a16:creationId xmlns:a16="http://schemas.microsoft.com/office/drawing/2014/main" id="{F1E1DF32-8912-4AFF-6D7A-650A77DA8813}"/>
                    </a:ext>
                  </a:extLst>
                </p:cNvPr>
                <p:cNvPicPr/>
                <p:nvPr/>
              </p:nvPicPr>
              <p:blipFill>
                <a:blip r:embed="rId82"/>
                <a:stretch>
                  <a:fillRect/>
                </a:stretch>
              </p:blipFill>
              <p:spPr>
                <a:xfrm>
                  <a:off x="8339870" y="4122397"/>
                  <a:ext cx="248040" cy="661680"/>
                </a:xfrm>
                <a:prstGeom prst="rect">
                  <a:avLst/>
                </a:prstGeom>
              </p:spPr>
            </p:pic>
          </mc:Fallback>
        </mc:AlternateContent>
      </p:grpSp>
      <p:grpSp>
        <p:nvGrpSpPr>
          <p:cNvPr id="59" name="Group 58">
            <a:extLst>
              <a:ext uri="{FF2B5EF4-FFF2-40B4-BE49-F238E27FC236}">
                <a16:creationId xmlns:a16="http://schemas.microsoft.com/office/drawing/2014/main" id="{E0FEFBCE-F1EC-9B61-1C02-927693982B46}"/>
              </a:ext>
            </a:extLst>
          </p:cNvPr>
          <p:cNvGrpSpPr/>
          <p:nvPr/>
        </p:nvGrpSpPr>
        <p:grpSpPr>
          <a:xfrm>
            <a:off x="4037510" y="21637"/>
            <a:ext cx="866880" cy="487800"/>
            <a:chOff x="4037510" y="21637"/>
            <a:chExt cx="866880" cy="487800"/>
          </a:xfrm>
        </p:grpSpPr>
        <mc:AlternateContent xmlns:mc="http://schemas.openxmlformats.org/markup-compatibility/2006">
          <mc:Choice xmlns:p14="http://schemas.microsoft.com/office/powerpoint/2010/main" Requires="p14">
            <p:contentPart p14:bwMode="auto" r:id="rId83">
              <p14:nvContentPartPr>
                <p14:cNvPr id="53" name="Ink 52">
                  <a:extLst>
                    <a:ext uri="{FF2B5EF4-FFF2-40B4-BE49-F238E27FC236}">
                      <a16:creationId xmlns:a16="http://schemas.microsoft.com/office/drawing/2014/main" id="{32B84339-A040-7ED4-7B19-B7F06255EF79}"/>
                    </a:ext>
                  </a:extLst>
                </p14:cNvPr>
                <p14:cNvContentPartPr/>
                <p14:nvPr/>
              </p14:nvContentPartPr>
              <p14:xfrm>
                <a:off x="4037510" y="21637"/>
                <a:ext cx="147600" cy="487800"/>
              </p14:xfrm>
            </p:contentPart>
          </mc:Choice>
          <mc:Fallback>
            <p:pic>
              <p:nvPicPr>
                <p:cNvPr id="53" name="Ink 52">
                  <a:extLst>
                    <a:ext uri="{FF2B5EF4-FFF2-40B4-BE49-F238E27FC236}">
                      <a16:creationId xmlns:a16="http://schemas.microsoft.com/office/drawing/2014/main" id="{32B84339-A040-7ED4-7B19-B7F06255EF79}"/>
                    </a:ext>
                  </a:extLst>
                </p:cNvPr>
                <p:cNvPicPr/>
                <p:nvPr/>
              </p:nvPicPr>
              <p:blipFill>
                <a:blip r:embed="rId84"/>
                <a:stretch>
                  <a:fillRect/>
                </a:stretch>
              </p:blipFill>
              <p:spPr>
                <a:xfrm>
                  <a:off x="4019870" y="3637"/>
                  <a:ext cx="183240" cy="523440"/>
                </a:xfrm>
                <a:prstGeom prst="rect">
                  <a:avLst/>
                </a:prstGeom>
              </p:spPr>
            </p:pic>
          </mc:Fallback>
        </mc:AlternateContent>
        <mc:AlternateContent xmlns:mc="http://schemas.openxmlformats.org/markup-compatibility/2006">
          <mc:Choice xmlns:p14="http://schemas.microsoft.com/office/powerpoint/2010/main" Requires="p14">
            <p:contentPart p14:bwMode="auto" r:id="rId85">
              <p14:nvContentPartPr>
                <p14:cNvPr id="54" name="Ink 53">
                  <a:extLst>
                    <a:ext uri="{FF2B5EF4-FFF2-40B4-BE49-F238E27FC236}">
                      <a16:creationId xmlns:a16="http://schemas.microsoft.com/office/drawing/2014/main" id="{BD43D17C-0088-C662-EB3A-8C540616AF56}"/>
                    </a:ext>
                  </a:extLst>
                </p14:cNvPr>
                <p14:cNvContentPartPr/>
                <p14:nvPr/>
              </p14:nvContentPartPr>
              <p14:xfrm>
                <a:off x="4309670" y="127837"/>
                <a:ext cx="42120" cy="282240"/>
              </p14:xfrm>
            </p:contentPart>
          </mc:Choice>
          <mc:Fallback>
            <p:pic>
              <p:nvPicPr>
                <p:cNvPr id="54" name="Ink 53">
                  <a:extLst>
                    <a:ext uri="{FF2B5EF4-FFF2-40B4-BE49-F238E27FC236}">
                      <a16:creationId xmlns:a16="http://schemas.microsoft.com/office/drawing/2014/main" id="{BD43D17C-0088-C662-EB3A-8C540616AF56}"/>
                    </a:ext>
                  </a:extLst>
                </p:cNvPr>
                <p:cNvPicPr/>
                <p:nvPr/>
              </p:nvPicPr>
              <p:blipFill>
                <a:blip r:embed="rId86"/>
                <a:stretch>
                  <a:fillRect/>
                </a:stretch>
              </p:blipFill>
              <p:spPr>
                <a:xfrm>
                  <a:off x="4292030" y="109837"/>
                  <a:ext cx="77760" cy="317880"/>
                </a:xfrm>
                <a:prstGeom prst="rect">
                  <a:avLst/>
                </a:prstGeom>
              </p:spPr>
            </p:pic>
          </mc:Fallback>
        </mc:AlternateContent>
        <mc:AlternateContent xmlns:mc="http://schemas.openxmlformats.org/markup-compatibility/2006">
          <mc:Choice xmlns:p14="http://schemas.microsoft.com/office/powerpoint/2010/main" Requires="p14">
            <p:contentPart p14:bwMode="auto" r:id="rId87">
              <p14:nvContentPartPr>
                <p14:cNvPr id="55" name="Ink 54">
                  <a:extLst>
                    <a:ext uri="{FF2B5EF4-FFF2-40B4-BE49-F238E27FC236}">
                      <a16:creationId xmlns:a16="http://schemas.microsoft.com/office/drawing/2014/main" id="{FBAF9270-212D-F299-2DFF-104EC7B8AFBE}"/>
                    </a:ext>
                  </a:extLst>
                </p14:cNvPr>
                <p14:cNvContentPartPr/>
                <p14:nvPr/>
              </p14:nvContentPartPr>
              <p14:xfrm>
                <a:off x="4295630" y="181837"/>
                <a:ext cx="203760" cy="199440"/>
              </p14:xfrm>
            </p:contentPart>
          </mc:Choice>
          <mc:Fallback>
            <p:pic>
              <p:nvPicPr>
                <p:cNvPr id="55" name="Ink 54">
                  <a:extLst>
                    <a:ext uri="{FF2B5EF4-FFF2-40B4-BE49-F238E27FC236}">
                      <a16:creationId xmlns:a16="http://schemas.microsoft.com/office/drawing/2014/main" id="{FBAF9270-212D-F299-2DFF-104EC7B8AFBE}"/>
                    </a:ext>
                  </a:extLst>
                </p:cNvPr>
                <p:cNvPicPr/>
                <p:nvPr/>
              </p:nvPicPr>
              <p:blipFill>
                <a:blip r:embed="rId88"/>
                <a:stretch>
                  <a:fillRect/>
                </a:stretch>
              </p:blipFill>
              <p:spPr>
                <a:xfrm>
                  <a:off x="4277990" y="164197"/>
                  <a:ext cx="239400" cy="235080"/>
                </a:xfrm>
                <a:prstGeom prst="rect">
                  <a:avLst/>
                </a:prstGeom>
              </p:spPr>
            </p:pic>
          </mc:Fallback>
        </mc:AlternateContent>
        <mc:AlternateContent xmlns:mc="http://schemas.openxmlformats.org/markup-compatibility/2006">
          <mc:Choice xmlns:p14="http://schemas.microsoft.com/office/powerpoint/2010/main" Requires="p14">
            <p:contentPart p14:bwMode="auto" r:id="rId89">
              <p14:nvContentPartPr>
                <p14:cNvPr id="56" name="Ink 55">
                  <a:extLst>
                    <a:ext uri="{FF2B5EF4-FFF2-40B4-BE49-F238E27FC236}">
                      <a16:creationId xmlns:a16="http://schemas.microsoft.com/office/drawing/2014/main" id="{00E740BD-EE13-72DA-C7BE-E3AEE9E85A18}"/>
                    </a:ext>
                  </a:extLst>
                </p14:cNvPr>
                <p14:cNvContentPartPr/>
                <p14:nvPr/>
              </p14:nvContentPartPr>
              <p14:xfrm>
                <a:off x="4624310" y="122797"/>
                <a:ext cx="87120" cy="310320"/>
              </p14:xfrm>
            </p:contentPart>
          </mc:Choice>
          <mc:Fallback>
            <p:pic>
              <p:nvPicPr>
                <p:cNvPr id="56" name="Ink 55">
                  <a:extLst>
                    <a:ext uri="{FF2B5EF4-FFF2-40B4-BE49-F238E27FC236}">
                      <a16:creationId xmlns:a16="http://schemas.microsoft.com/office/drawing/2014/main" id="{00E740BD-EE13-72DA-C7BE-E3AEE9E85A18}"/>
                    </a:ext>
                  </a:extLst>
                </p:cNvPr>
                <p:cNvPicPr/>
                <p:nvPr/>
              </p:nvPicPr>
              <p:blipFill>
                <a:blip r:embed="rId90"/>
                <a:stretch>
                  <a:fillRect/>
                </a:stretch>
              </p:blipFill>
              <p:spPr>
                <a:xfrm>
                  <a:off x="4606670" y="104797"/>
                  <a:ext cx="122760" cy="345960"/>
                </a:xfrm>
                <a:prstGeom prst="rect">
                  <a:avLst/>
                </a:prstGeom>
              </p:spPr>
            </p:pic>
          </mc:Fallback>
        </mc:AlternateContent>
        <mc:AlternateContent xmlns:mc="http://schemas.openxmlformats.org/markup-compatibility/2006">
          <mc:Choice xmlns:p14="http://schemas.microsoft.com/office/powerpoint/2010/main" Requires="p14">
            <p:contentPart p14:bwMode="auto" r:id="rId91">
              <p14:nvContentPartPr>
                <p14:cNvPr id="57" name="Ink 56">
                  <a:extLst>
                    <a:ext uri="{FF2B5EF4-FFF2-40B4-BE49-F238E27FC236}">
                      <a16:creationId xmlns:a16="http://schemas.microsoft.com/office/drawing/2014/main" id="{6E826FC7-2F83-35AF-2DF9-1C3D6039861D}"/>
                    </a:ext>
                  </a:extLst>
                </p14:cNvPr>
                <p14:cNvContentPartPr/>
                <p14:nvPr/>
              </p14:nvContentPartPr>
              <p14:xfrm>
                <a:off x="4591910" y="310717"/>
                <a:ext cx="144720" cy="91440"/>
              </p14:xfrm>
            </p:contentPart>
          </mc:Choice>
          <mc:Fallback>
            <p:pic>
              <p:nvPicPr>
                <p:cNvPr id="57" name="Ink 56">
                  <a:extLst>
                    <a:ext uri="{FF2B5EF4-FFF2-40B4-BE49-F238E27FC236}">
                      <a16:creationId xmlns:a16="http://schemas.microsoft.com/office/drawing/2014/main" id="{6E826FC7-2F83-35AF-2DF9-1C3D6039861D}"/>
                    </a:ext>
                  </a:extLst>
                </p:cNvPr>
                <p:cNvPicPr/>
                <p:nvPr/>
              </p:nvPicPr>
              <p:blipFill>
                <a:blip r:embed="rId92"/>
                <a:stretch>
                  <a:fillRect/>
                </a:stretch>
              </p:blipFill>
              <p:spPr>
                <a:xfrm>
                  <a:off x="4574270" y="293077"/>
                  <a:ext cx="180360" cy="127080"/>
                </a:xfrm>
                <a:prstGeom prst="rect">
                  <a:avLst/>
                </a:prstGeom>
              </p:spPr>
            </p:pic>
          </mc:Fallback>
        </mc:AlternateContent>
        <mc:AlternateContent xmlns:mc="http://schemas.openxmlformats.org/markup-compatibility/2006">
          <mc:Choice xmlns:p14="http://schemas.microsoft.com/office/powerpoint/2010/main" Requires="p14">
            <p:contentPart p14:bwMode="auto" r:id="rId93">
              <p14:nvContentPartPr>
                <p14:cNvPr id="58" name="Ink 57">
                  <a:extLst>
                    <a:ext uri="{FF2B5EF4-FFF2-40B4-BE49-F238E27FC236}">
                      <a16:creationId xmlns:a16="http://schemas.microsoft.com/office/drawing/2014/main" id="{B3FE14EB-586B-6FC1-6E18-864900C25315}"/>
                    </a:ext>
                  </a:extLst>
                </p14:cNvPr>
                <p14:cNvContentPartPr/>
                <p14:nvPr/>
              </p14:nvContentPartPr>
              <p14:xfrm>
                <a:off x="4788830" y="130717"/>
                <a:ext cx="115560" cy="341640"/>
              </p14:xfrm>
            </p:contentPart>
          </mc:Choice>
          <mc:Fallback>
            <p:pic>
              <p:nvPicPr>
                <p:cNvPr id="58" name="Ink 57">
                  <a:extLst>
                    <a:ext uri="{FF2B5EF4-FFF2-40B4-BE49-F238E27FC236}">
                      <a16:creationId xmlns:a16="http://schemas.microsoft.com/office/drawing/2014/main" id="{B3FE14EB-586B-6FC1-6E18-864900C25315}"/>
                    </a:ext>
                  </a:extLst>
                </p:cNvPr>
                <p:cNvPicPr/>
                <p:nvPr/>
              </p:nvPicPr>
              <p:blipFill>
                <a:blip r:embed="rId94"/>
                <a:stretch>
                  <a:fillRect/>
                </a:stretch>
              </p:blipFill>
              <p:spPr>
                <a:xfrm>
                  <a:off x="4771190" y="112717"/>
                  <a:ext cx="151200" cy="37728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95">
            <p14:nvContentPartPr>
              <p14:cNvPr id="60" name="Ink 59">
                <a:extLst>
                  <a:ext uri="{FF2B5EF4-FFF2-40B4-BE49-F238E27FC236}">
                    <a16:creationId xmlns:a16="http://schemas.microsoft.com/office/drawing/2014/main" id="{0DD7218D-5AAC-9472-FF5A-8B4C2616727B}"/>
                  </a:ext>
                </a:extLst>
              </p14:cNvPr>
              <p14:cNvContentPartPr/>
              <p14:nvPr/>
            </p14:nvContentPartPr>
            <p14:xfrm>
              <a:off x="5485430" y="5325517"/>
              <a:ext cx="238320" cy="260280"/>
            </p14:xfrm>
          </p:contentPart>
        </mc:Choice>
        <mc:Fallback>
          <p:pic>
            <p:nvPicPr>
              <p:cNvPr id="60" name="Ink 59">
                <a:extLst>
                  <a:ext uri="{FF2B5EF4-FFF2-40B4-BE49-F238E27FC236}">
                    <a16:creationId xmlns:a16="http://schemas.microsoft.com/office/drawing/2014/main" id="{0DD7218D-5AAC-9472-FF5A-8B4C2616727B}"/>
                  </a:ext>
                </a:extLst>
              </p:cNvPr>
              <p:cNvPicPr/>
              <p:nvPr/>
            </p:nvPicPr>
            <p:blipFill>
              <a:blip r:embed="rId96"/>
              <a:stretch>
                <a:fillRect/>
              </a:stretch>
            </p:blipFill>
            <p:spPr>
              <a:xfrm>
                <a:off x="5467430" y="5307877"/>
                <a:ext cx="273960" cy="295920"/>
              </a:xfrm>
              <a:prstGeom prst="rect">
                <a:avLst/>
              </a:prstGeom>
            </p:spPr>
          </p:pic>
        </mc:Fallback>
      </mc:AlternateContent>
      <p:grpSp>
        <p:nvGrpSpPr>
          <p:cNvPr id="72" name="Group 71">
            <a:extLst>
              <a:ext uri="{FF2B5EF4-FFF2-40B4-BE49-F238E27FC236}">
                <a16:creationId xmlns:a16="http://schemas.microsoft.com/office/drawing/2014/main" id="{DF733DD7-213E-2C80-D99C-350CDAD64B12}"/>
              </a:ext>
            </a:extLst>
          </p:cNvPr>
          <p:cNvGrpSpPr/>
          <p:nvPr/>
        </p:nvGrpSpPr>
        <p:grpSpPr>
          <a:xfrm>
            <a:off x="5925350" y="5218237"/>
            <a:ext cx="1728000" cy="414360"/>
            <a:chOff x="5925350" y="5218237"/>
            <a:chExt cx="1728000" cy="414360"/>
          </a:xfrm>
        </p:grpSpPr>
        <mc:AlternateContent xmlns:mc="http://schemas.openxmlformats.org/markup-compatibility/2006">
          <mc:Choice xmlns:p14="http://schemas.microsoft.com/office/powerpoint/2010/main" Requires="p14">
            <p:contentPart p14:bwMode="auto" r:id="rId97">
              <p14:nvContentPartPr>
                <p14:cNvPr id="61" name="Ink 60">
                  <a:extLst>
                    <a:ext uri="{FF2B5EF4-FFF2-40B4-BE49-F238E27FC236}">
                      <a16:creationId xmlns:a16="http://schemas.microsoft.com/office/drawing/2014/main" id="{5F7AE73D-B74C-F129-A80D-7A241BDAE271}"/>
                    </a:ext>
                  </a:extLst>
                </p14:cNvPr>
                <p14:cNvContentPartPr/>
                <p14:nvPr/>
              </p14:nvContentPartPr>
              <p14:xfrm>
                <a:off x="5925350" y="5278717"/>
                <a:ext cx="114840" cy="353880"/>
              </p14:xfrm>
            </p:contentPart>
          </mc:Choice>
          <mc:Fallback>
            <p:pic>
              <p:nvPicPr>
                <p:cNvPr id="61" name="Ink 60">
                  <a:extLst>
                    <a:ext uri="{FF2B5EF4-FFF2-40B4-BE49-F238E27FC236}">
                      <a16:creationId xmlns:a16="http://schemas.microsoft.com/office/drawing/2014/main" id="{5F7AE73D-B74C-F129-A80D-7A241BDAE271}"/>
                    </a:ext>
                  </a:extLst>
                </p:cNvPr>
                <p:cNvPicPr/>
                <p:nvPr/>
              </p:nvPicPr>
              <p:blipFill>
                <a:blip r:embed="rId98"/>
                <a:stretch>
                  <a:fillRect/>
                </a:stretch>
              </p:blipFill>
              <p:spPr>
                <a:xfrm>
                  <a:off x="5907350" y="5261077"/>
                  <a:ext cx="150480" cy="389520"/>
                </a:xfrm>
                <a:prstGeom prst="rect">
                  <a:avLst/>
                </a:prstGeom>
              </p:spPr>
            </p:pic>
          </mc:Fallback>
        </mc:AlternateContent>
        <mc:AlternateContent xmlns:mc="http://schemas.openxmlformats.org/markup-compatibility/2006">
          <mc:Choice xmlns:p14="http://schemas.microsoft.com/office/powerpoint/2010/main" Requires="p14">
            <p:contentPart p14:bwMode="auto" r:id="rId99">
              <p14:nvContentPartPr>
                <p14:cNvPr id="62" name="Ink 61">
                  <a:extLst>
                    <a:ext uri="{FF2B5EF4-FFF2-40B4-BE49-F238E27FC236}">
                      <a16:creationId xmlns:a16="http://schemas.microsoft.com/office/drawing/2014/main" id="{E5705608-D0A1-AD7D-FB8A-60110AF51B07}"/>
                    </a:ext>
                  </a:extLst>
                </p14:cNvPr>
                <p14:cNvContentPartPr/>
                <p14:nvPr/>
              </p14:nvContentPartPr>
              <p14:xfrm>
                <a:off x="6179150" y="5292037"/>
                <a:ext cx="126720" cy="257040"/>
              </p14:xfrm>
            </p:contentPart>
          </mc:Choice>
          <mc:Fallback>
            <p:pic>
              <p:nvPicPr>
                <p:cNvPr id="62" name="Ink 61">
                  <a:extLst>
                    <a:ext uri="{FF2B5EF4-FFF2-40B4-BE49-F238E27FC236}">
                      <a16:creationId xmlns:a16="http://schemas.microsoft.com/office/drawing/2014/main" id="{E5705608-D0A1-AD7D-FB8A-60110AF51B07}"/>
                    </a:ext>
                  </a:extLst>
                </p:cNvPr>
                <p:cNvPicPr/>
                <p:nvPr/>
              </p:nvPicPr>
              <p:blipFill>
                <a:blip r:embed="rId100"/>
                <a:stretch>
                  <a:fillRect/>
                </a:stretch>
              </p:blipFill>
              <p:spPr>
                <a:xfrm>
                  <a:off x="6161150" y="5274037"/>
                  <a:ext cx="162360" cy="292680"/>
                </a:xfrm>
                <a:prstGeom prst="rect">
                  <a:avLst/>
                </a:prstGeom>
              </p:spPr>
            </p:pic>
          </mc:Fallback>
        </mc:AlternateContent>
        <mc:AlternateContent xmlns:mc="http://schemas.openxmlformats.org/markup-compatibility/2006">
          <mc:Choice xmlns:p14="http://schemas.microsoft.com/office/powerpoint/2010/main" Requires="p14">
            <p:contentPart p14:bwMode="auto" r:id="rId101">
              <p14:nvContentPartPr>
                <p14:cNvPr id="63" name="Ink 62">
                  <a:extLst>
                    <a:ext uri="{FF2B5EF4-FFF2-40B4-BE49-F238E27FC236}">
                      <a16:creationId xmlns:a16="http://schemas.microsoft.com/office/drawing/2014/main" id="{542325FA-2DA9-CA22-6BDE-4BA968454266}"/>
                    </a:ext>
                  </a:extLst>
                </p14:cNvPr>
                <p14:cNvContentPartPr/>
                <p14:nvPr/>
              </p14:nvContentPartPr>
              <p14:xfrm>
                <a:off x="6369590" y="5293477"/>
                <a:ext cx="159120" cy="241920"/>
              </p14:xfrm>
            </p:contentPart>
          </mc:Choice>
          <mc:Fallback>
            <p:pic>
              <p:nvPicPr>
                <p:cNvPr id="63" name="Ink 62">
                  <a:extLst>
                    <a:ext uri="{FF2B5EF4-FFF2-40B4-BE49-F238E27FC236}">
                      <a16:creationId xmlns:a16="http://schemas.microsoft.com/office/drawing/2014/main" id="{542325FA-2DA9-CA22-6BDE-4BA968454266}"/>
                    </a:ext>
                  </a:extLst>
                </p:cNvPr>
                <p:cNvPicPr/>
                <p:nvPr/>
              </p:nvPicPr>
              <p:blipFill>
                <a:blip r:embed="rId102"/>
                <a:stretch>
                  <a:fillRect/>
                </a:stretch>
              </p:blipFill>
              <p:spPr>
                <a:xfrm>
                  <a:off x="6351590" y="5275477"/>
                  <a:ext cx="194760" cy="277560"/>
                </a:xfrm>
                <a:prstGeom prst="rect">
                  <a:avLst/>
                </a:prstGeom>
              </p:spPr>
            </p:pic>
          </mc:Fallback>
        </mc:AlternateContent>
        <mc:AlternateContent xmlns:mc="http://schemas.openxmlformats.org/markup-compatibility/2006">
          <mc:Choice xmlns:p14="http://schemas.microsoft.com/office/powerpoint/2010/main" Requires="p14">
            <p:contentPart p14:bwMode="auto" r:id="rId103">
              <p14:nvContentPartPr>
                <p14:cNvPr id="64" name="Ink 63">
                  <a:extLst>
                    <a:ext uri="{FF2B5EF4-FFF2-40B4-BE49-F238E27FC236}">
                      <a16:creationId xmlns:a16="http://schemas.microsoft.com/office/drawing/2014/main" id="{6171E081-E585-BD16-8D01-F54174C62DD9}"/>
                    </a:ext>
                  </a:extLst>
                </p14:cNvPr>
                <p14:cNvContentPartPr/>
                <p14:nvPr/>
              </p14:nvContentPartPr>
              <p14:xfrm>
                <a:off x="6682790" y="5243077"/>
                <a:ext cx="83160" cy="271440"/>
              </p14:xfrm>
            </p:contentPart>
          </mc:Choice>
          <mc:Fallback>
            <p:pic>
              <p:nvPicPr>
                <p:cNvPr id="64" name="Ink 63">
                  <a:extLst>
                    <a:ext uri="{FF2B5EF4-FFF2-40B4-BE49-F238E27FC236}">
                      <a16:creationId xmlns:a16="http://schemas.microsoft.com/office/drawing/2014/main" id="{6171E081-E585-BD16-8D01-F54174C62DD9}"/>
                    </a:ext>
                  </a:extLst>
                </p:cNvPr>
                <p:cNvPicPr/>
                <p:nvPr/>
              </p:nvPicPr>
              <p:blipFill>
                <a:blip r:embed="rId104"/>
                <a:stretch>
                  <a:fillRect/>
                </a:stretch>
              </p:blipFill>
              <p:spPr>
                <a:xfrm>
                  <a:off x="6665150" y="5225437"/>
                  <a:ext cx="118800" cy="307080"/>
                </a:xfrm>
                <a:prstGeom prst="rect">
                  <a:avLst/>
                </a:prstGeom>
              </p:spPr>
            </p:pic>
          </mc:Fallback>
        </mc:AlternateContent>
        <mc:AlternateContent xmlns:mc="http://schemas.openxmlformats.org/markup-compatibility/2006">
          <mc:Choice xmlns:p14="http://schemas.microsoft.com/office/powerpoint/2010/main" Requires="p14">
            <p:contentPart p14:bwMode="auto" r:id="rId105">
              <p14:nvContentPartPr>
                <p14:cNvPr id="65" name="Ink 64">
                  <a:extLst>
                    <a:ext uri="{FF2B5EF4-FFF2-40B4-BE49-F238E27FC236}">
                      <a16:creationId xmlns:a16="http://schemas.microsoft.com/office/drawing/2014/main" id="{3B12B2CC-2876-AB2D-DC54-06E4BCEBABD8}"/>
                    </a:ext>
                  </a:extLst>
                </p14:cNvPr>
                <p14:cNvContentPartPr/>
                <p14:nvPr/>
              </p14:nvContentPartPr>
              <p14:xfrm>
                <a:off x="6681350" y="5270797"/>
                <a:ext cx="155160" cy="185760"/>
              </p14:xfrm>
            </p:contentPart>
          </mc:Choice>
          <mc:Fallback>
            <p:pic>
              <p:nvPicPr>
                <p:cNvPr id="65" name="Ink 64">
                  <a:extLst>
                    <a:ext uri="{FF2B5EF4-FFF2-40B4-BE49-F238E27FC236}">
                      <a16:creationId xmlns:a16="http://schemas.microsoft.com/office/drawing/2014/main" id="{3B12B2CC-2876-AB2D-DC54-06E4BCEBABD8}"/>
                    </a:ext>
                  </a:extLst>
                </p:cNvPr>
                <p:cNvPicPr/>
                <p:nvPr/>
              </p:nvPicPr>
              <p:blipFill>
                <a:blip r:embed="rId106"/>
                <a:stretch>
                  <a:fillRect/>
                </a:stretch>
              </p:blipFill>
              <p:spPr>
                <a:xfrm>
                  <a:off x="6663710" y="5252797"/>
                  <a:ext cx="190800" cy="221400"/>
                </a:xfrm>
                <a:prstGeom prst="rect">
                  <a:avLst/>
                </a:prstGeom>
              </p:spPr>
            </p:pic>
          </mc:Fallback>
        </mc:AlternateContent>
        <mc:AlternateContent xmlns:mc="http://schemas.openxmlformats.org/markup-compatibility/2006">
          <mc:Choice xmlns:p14="http://schemas.microsoft.com/office/powerpoint/2010/main" Requires="p14">
            <p:contentPart p14:bwMode="auto" r:id="rId107">
              <p14:nvContentPartPr>
                <p14:cNvPr id="66" name="Ink 65">
                  <a:extLst>
                    <a:ext uri="{FF2B5EF4-FFF2-40B4-BE49-F238E27FC236}">
                      <a16:creationId xmlns:a16="http://schemas.microsoft.com/office/drawing/2014/main" id="{4E26A617-DEDC-E803-16BE-8A5E51770E32}"/>
                    </a:ext>
                  </a:extLst>
                </p14:cNvPr>
                <p14:cNvContentPartPr/>
                <p14:nvPr/>
              </p14:nvContentPartPr>
              <p14:xfrm>
                <a:off x="7001030" y="5267917"/>
                <a:ext cx="15840" cy="200160"/>
              </p14:xfrm>
            </p:contentPart>
          </mc:Choice>
          <mc:Fallback>
            <p:pic>
              <p:nvPicPr>
                <p:cNvPr id="66" name="Ink 65">
                  <a:extLst>
                    <a:ext uri="{FF2B5EF4-FFF2-40B4-BE49-F238E27FC236}">
                      <a16:creationId xmlns:a16="http://schemas.microsoft.com/office/drawing/2014/main" id="{4E26A617-DEDC-E803-16BE-8A5E51770E32}"/>
                    </a:ext>
                  </a:extLst>
                </p:cNvPr>
                <p:cNvPicPr/>
                <p:nvPr/>
              </p:nvPicPr>
              <p:blipFill>
                <a:blip r:embed="rId108"/>
                <a:stretch>
                  <a:fillRect/>
                </a:stretch>
              </p:blipFill>
              <p:spPr>
                <a:xfrm>
                  <a:off x="6983030" y="5249917"/>
                  <a:ext cx="51480" cy="235800"/>
                </a:xfrm>
                <a:prstGeom prst="rect">
                  <a:avLst/>
                </a:prstGeom>
              </p:spPr>
            </p:pic>
          </mc:Fallback>
        </mc:AlternateContent>
        <mc:AlternateContent xmlns:mc="http://schemas.openxmlformats.org/markup-compatibility/2006">
          <mc:Choice xmlns:p14="http://schemas.microsoft.com/office/powerpoint/2010/main" Requires="p14">
            <p:contentPart p14:bwMode="auto" r:id="rId109">
              <p14:nvContentPartPr>
                <p14:cNvPr id="67" name="Ink 66">
                  <a:extLst>
                    <a:ext uri="{FF2B5EF4-FFF2-40B4-BE49-F238E27FC236}">
                      <a16:creationId xmlns:a16="http://schemas.microsoft.com/office/drawing/2014/main" id="{A65F4282-2E7C-D821-EDA0-18FD93E6CCE1}"/>
                    </a:ext>
                  </a:extLst>
                </p14:cNvPr>
                <p14:cNvContentPartPr/>
                <p14:nvPr/>
              </p14:nvContentPartPr>
              <p14:xfrm>
                <a:off x="7174190" y="5218237"/>
                <a:ext cx="88920" cy="242280"/>
              </p14:xfrm>
            </p:contentPart>
          </mc:Choice>
          <mc:Fallback>
            <p:pic>
              <p:nvPicPr>
                <p:cNvPr id="67" name="Ink 66">
                  <a:extLst>
                    <a:ext uri="{FF2B5EF4-FFF2-40B4-BE49-F238E27FC236}">
                      <a16:creationId xmlns:a16="http://schemas.microsoft.com/office/drawing/2014/main" id="{A65F4282-2E7C-D821-EDA0-18FD93E6CCE1}"/>
                    </a:ext>
                  </a:extLst>
                </p:cNvPr>
                <p:cNvPicPr/>
                <p:nvPr/>
              </p:nvPicPr>
              <p:blipFill>
                <a:blip r:embed="rId110"/>
                <a:stretch>
                  <a:fillRect/>
                </a:stretch>
              </p:blipFill>
              <p:spPr>
                <a:xfrm>
                  <a:off x="7156550" y="5200237"/>
                  <a:ext cx="124560" cy="277920"/>
                </a:xfrm>
                <a:prstGeom prst="rect">
                  <a:avLst/>
                </a:prstGeom>
              </p:spPr>
            </p:pic>
          </mc:Fallback>
        </mc:AlternateContent>
        <mc:AlternateContent xmlns:mc="http://schemas.openxmlformats.org/markup-compatibility/2006">
          <mc:Choice xmlns:p14="http://schemas.microsoft.com/office/powerpoint/2010/main" Requires="p14">
            <p:contentPart p14:bwMode="auto" r:id="rId111">
              <p14:nvContentPartPr>
                <p14:cNvPr id="68" name="Ink 67">
                  <a:extLst>
                    <a:ext uri="{FF2B5EF4-FFF2-40B4-BE49-F238E27FC236}">
                      <a16:creationId xmlns:a16="http://schemas.microsoft.com/office/drawing/2014/main" id="{EE4453AA-8206-B5F0-D025-084231C24C8E}"/>
                    </a:ext>
                  </a:extLst>
                </p14:cNvPr>
                <p14:cNvContentPartPr/>
                <p14:nvPr/>
              </p14:nvContentPartPr>
              <p14:xfrm>
                <a:off x="7029830" y="5375557"/>
                <a:ext cx="144360" cy="29880"/>
              </p14:xfrm>
            </p:contentPart>
          </mc:Choice>
          <mc:Fallback>
            <p:pic>
              <p:nvPicPr>
                <p:cNvPr id="68" name="Ink 67">
                  <a:extLst>
                    <a:ext uri="{FF2B5EF4-FFF2-40B4-BE49-F238E27FC236}">
                      <a16:creationId xmlns:a16="http://schemas.microsoft.com/office/drawing/2014/main" id="{EE4453AA-8206-B5F0-D025-084231C24C8E}"/>
                    </a:ext>
                  </a:extLst>
                </p:cNvPr>
                <p:cNvPicPr/>
                <p:nvPr/>
              </p:nvPicPr>
              <p:blipFill>
                <a:blip r:embed="rId112"/>
                <a:stretch>
                  <a:fillRect/>
                </a:stretch>
              </p:blipFill>
              <p:spPr>
                <a:xfrm>
                  <a:off x="7011830" y="5357917"/>
                  <a:ext cx="180000" cy="65520"/>
                </a:xfrm>
                <a:prstGeom prst="rect">
                  <a:avLst/>
                </a:prstGeom>
              </p:spPr>
            </p:pic>
          </mc:Fallback>
        </mc:AlternateContent>
        <mc:AlternateContent xmlns:mc="http://schemas.openxmlformats.org/markup-compatibility/2006">
          <mc:Choice xmlns:p14="http://schemas.microsoft.com/office/powerpoint/2010/main" Requires="p14">
            <p:contentPart p14:bwMode="auto" r:id="rId113">
              <p14:nvContentPartPr>
                <p14:cNvPr id="69" name="Ink 68">
                  <a:extLst>
                    <a:ext uri="{FF2B5EF4-FFF2-40B4-BE49-F238E27FC236}">
                      <a16:creationId xmlns:a16="http://schemas.microsoft.com/office/drawing/2014/main" id="{AF1D48B9-B372-3520-EEBD-C3668E9F67AF}"/>
                    </a:ext>
                  </a:extLst>
                </p14:cNvPr>
                <p14:cNvContentPartPr/>
                <p14:nvPr/>
              </p14:nvContentPartPr>
              <p14:xfrm>
                <a:off x="7394510" y="5271877"/>
                <a:ext cx="97560" cy="200160"/>
              </p14:xfrm>
            </p:contentPart>
          </mc:Choice>
          <mc:Fallback>
            <p:pic>
              <p:nvPicPr>
                <p:cNvPr id="69" name="Ink 68">
                  <a:extLst>
                    <a:ext uri="{FF2B5EF4-FFF2-40B4-BE49-F238E27FC236}">
                      <a16:creationId xmlns:a16="http://schemas.microsoft.com/office/drawing/2014/main" id="{AF1D48B9-B372-3520-EEBD-C3668E9F67AF}"/>
                    </a:ext>
                  </a:extLst>
                </p:cNvPr>
                <p:cNvPicPr/>
                <p:nvPr/>
              </p:nvPicPr>
              <p:blipFill>
                <a:blip r:embed="rId114"/>
                <a:stretch>
                  <a:fillRect/>
                </a:stretch>
              </p:blipFill>
              <p:spPr>
                <a:xfrm>
                  <a:off x="7376870" y="5253877"/>
                  <a:ext cx="133200" cy="235800"/>
                </a:xfrm>
                <a:prstGeom prst="rect">
                  <a:avLst/>
                </a:prstGeom>
              </p:spPr>
            </p:pic>
          </mc:Fallback>
        </mc:AlternateContent>
        <mc:AlternateContent xmlns:mc="http://schemas.openxmlformats.org/markup-compatibility/2006">
          <mc:Choice xmlns:p14="http://schemas.microsoft.com/office/powerpoint/2010/main" Requires="p14">
            <p:contentPart p14:bwMode="auto" r:id="rId115">
              <p14:nvContentPartPr>
                <p14:cNvPr id="70" name="Ink 69">
                  <a:extLst>
                    <a:ext uri="{FF2B5EF4-FFF2-40B4-BE49-F238E27FC236}">
                      <a16:creationId xmlns:a16="http://schemas.microsoft.com/office/drawing/2014/main" id="{1BF86A92-596B-9CC3-9B5A-7D116769DF35}"/>
                    </a:ext>
                  </a:extLst>
                </p14:cNvPr>
                <p14:cNvContentPartPr/>
                <p14:nvPr/>
              </p14:nvContentPartPr>
              <p14:xfrm>
                <a:off x="7399550" y="5342797"/>
                <a:ext cx="253800" cy="33840"/>
              </p14:xfrm>
            </p:contentPart>
          </mc:Choice>
          <mc:Fallback>
            <p:pic>
              <p:nvPicPr>
                <p:cNvPr id="70" name="Ink 69">
                  <a:extLst>
                    <a:ext uri="{FF2B5EF4-FFF2-40B4-BE49-F238E27FC236}">
                      <a16:creationId xmlns:a16="http://schemas.microsoft.com/office/drawing/2014/main" id="{1BF86A92-596B-9CC3-9B5A-7D116769DF35}"/>
                    </a:ext>
                  </a:extLst>
                </p:cNvPr>
                <p:cNvPicPr/>
                <p:nvPr/>
              </p:nvPicPr>
              <p:blipFill>
                <a:blip r:embed="rId116"/>
                <a:stretch>
                  <a:fillRect/>
                </a:stretch>
              </p:blipFill>
              <p:spPr>
                <a:xfrm>
                  <a:off x="7381910" y="5324797"/>
                  <a:ext cx="289440" cy="6948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117">
            <p14:nvContentPartPr>
              <p14:cNvPr id="71" name="Ink 70">
                <a:extLst>
                  <a:ext uri="{FF2B5EF4-FFF2-40B4-BE49-F238E27FC236}">
                    <a16:creationId xmlns:a16="http://schemas.microsoft.com/office/drawing/2014/main" id="{96125B47-9E65-A316-D6B8-F753DAB0FAFA}"/>
                  </a:ext>
                </a:extLst>
              </p14:cNvPr>
              <p14:cNvContentPartPr/>
              <p14:nvPr/>
            </p14:nvContentPartPr>
            <p14:xfrm>
              <a:off x="4693430" y="5040037"/>
              <a:ext cx="497160" cy="662400"/>
            </p14:xfrm>
          </p:contentPart>
        </mc:Choice>
        <mc:Fallback>
          <p:pic>
            <p:nvPicPr>
              <p:cNvPr id="71" name="Ink 70">
                <a:extLst>
                  <a:ext uri="{FF2B5EF4-FFF2-40B4-BE49-F238E27FC236}">
                    <a16:creationId xmlns:a16="http://schemas.microsoft.com/office/drawing/2014/main" id="{96125B47-9E65-A316-D6B8-F753DAB0FAFA}"/>
                  </a:ext>
                </a:extLst>
              </p:cNvPr>
              <p:cNvPicPr/>
              <p:nvPr/>
            </p:nvPicPr>
            <p:blipFill>
              <a:blip r:embed="rId118"/>
              <a:stretch>
                <a:fillRect/>
              </a:stretch>
            </p:blipFill>
            <p:spPr>
              <a:xfrm>
                <a:off x="4675790" y="5022397"/>
                <a:ext cx="532800" cy="698040"/>
              </a:xfrm>
              <a:prstGeom prst="rect">
                <a:avLst/>
              </a:prstGeom>
            </p:spPr>
          </p:pic>
        </mc:Fallback>
      </mc:AlternateContent>
      <p:grpSp>
        <p:nvGrpSpPr>
          <p:cNvPr id="85" name="Group 84">
            <a:extLst>
              <a:ext uri="{FF2B5EF4-FFF2-40B4-BE49-F238E27FC236}">
                <a16:creationId xmlns:a16="http://schemas.microsoft.com/office/drawing/2014/main" id="{C8939A86-0E3E-2BB5-C5F7-F249839FBABC}"/>
              </a:ext>
            </a:extLst>
          </p:cNvPr>
          <p:cNvGrpSpPr/>
          <p:nvPr/>
        </p:nvGrpSpPr>
        <p:grpSpPr>
          <a:xfrm>
            <a:off x="5576150" y="6010237"/>
            <a:ext cx="1474560" cy="515160"/>
            <a:chOff x="5576150" y="6010237"/>
            <a:chExt cx="1474560" cy="515160"/>
          </a:xfrm>
        </p:grpSpPr>
        <mc:AlternateContent xmlns:mc="http://schemas.openxmlformats.org/markup-compatibility/2006">
          <mc:Choice xmlns:p14="http://schemas.microsoft.com/office/powerpoint/2010/main" Requires="p14">
            <p:contentPart p14:bwMode="auto" r:id="rId119">
              <p14:nvContentPartPr>
                <p14:cNvPr id="73" name="Ink 72">
                  <a:extLst>
                    <a:ext uri="{FF2B5EF4-FFF2-40B4-BE49-F238E27FC236}">
                      <a16:creationId xmlns:a16="http://schemas.microsoft.com/office/drawing/2014/main" id="{9922F888-E115-45E3-4103-2CB0A85F4B34}"/>
                    </a:ext>
                  </a:extLst>
                </p14:cNvPr>
                <p14:cNvContentPartPr/>
                <p14:nvPr/>
              </p14:nvContentPartPr>
              <p14:xfrm>
                <a:off x="5576150" y="6112837"/>
                <a:ext cx="351720" cy="412560"/>
              </p14:xfrm>
            </p:contentPart>
          </mc:Choice>
          <mc:Fallback>
            <p:pic>
              <p:nvPicPr>
                <p:cNvPr id="73" name="Ink 72">
                  <a:extLst>
                    <a:ext uri="{FF2B5EF4-FFF2-40B4-BE49-F238E27FC236}">
                      <a16:creationId xmlns:a16="http://schemas.microsoft.com/office/drawing/2014/main" id="{9922F888-E115-45E3-4103-2CB0A85F4B34}"/>
                    </a:ext>
                  </a:extLst>
                </p:cNvPr>
                <p:cNvPicPr/>
                <p:nvPr/>
              </p:nvPicPr>
              <p:blipFill>
                <a:blip r:embed="rId120"/>
                <a:stretch>
                  <a:fillRect/>
                </a:stretch>
              </p:blipFill>
              <p:spPr>
                <a:xfrm>
                  <a:off x="5558150" y="6095197"/>
                  <a:ext cx="387360" cy="448200"/>
                </a:xfrm>
                <a:prstGeom prst="rect">
                  <a:avLst/>
                </a:prstGeom>
              </p:spPr>
            </p:pic>
          </mc:Fallback>
        </mc:AlternateContent>
        <mc:AlternateContent xmlns:mc="http://schemas.openxmlformats.org/markup-compatibility/2006">
          <mc:Choice xmlns:p14="http://schemas.microsoft.com/office/powerpoint/2010/main" Requires="p14">
            <p:contentPart p14:bwMode="auto" r:id="rId121">
              <p14:nvContentPartPr>
                <p14:cNvPr id="74" name="Ink 73">
                  <a:extLst>
                    <a:ext uri="{FF2B5EF4-FFF2-40B4-BE49-F238E27FC236}">
                      <a16:creationId xmlns:a16="http://schemas.microsoft.com/office/drawing/2014/main" id="{5275235A-AA7F-FCA9-1D02-4DD1DF407C06}"/>
                    </a:ext>
                  </a:extLst>
                </p14:cNvPr>
                <p14:cNvContentPartPr/>
                <p14:nvPr/>
              </p14:nvContentPartPr>
              <p14:xfrm>
                <a:off x="6031910" y="6155317"/>
                <a:ext cx="54000" cy="228600"/>
              </p14:xfrm>
            </p:contentPart>
          </mc:Choice>
          <mc:Fallback>
            <p:pic>
              <p:nvPicPr>
                <p:cNvPr id="74" name="Ink 73">
                  <a:extLst>
                    <a:ext uri="{FF2B5EF4-FFF2-40B4-BE49-F238E27FC236}">
                      <a16:creationId xmlns:a16="http://schemas.microsoft.com/office/drawing/2014/main" id="{5275235A-AA7F-FCA9-1D02-4DD1DF407C06}"/>
                    </a:ext>
                  </a:extLst>
                </p:cNvPr>
                <p:cNvPicPr/>
                <p:nvPr/>
              </p:nvPicPr>
              <p:blipFill>
                <a:blip r:embed="rId122"/>
                <a:stretch>
                  <a:fillRect/>
                </a:stretch>
              </p:blipFill>
              <p:spPr>
                <a:xfrm>
                  <a:off x="6014270" y="6137317"/>
                  <a:ext cx="89640" cy="264240"/>
                </a:xfrm>
                <a:prstGeom prst="rect">
                  <a:avLst/>
                </a:prstGeom>
              </p:spPr>
            </p:pic>
          </mc:Fallback>
        </mc:AlternateContent>
        <mc:AlternateContent xmlns:mc="http://schemas.openxmlformats.org/markup-compatibility/2006">
          <mc:Choice xmlns:p14="http://schemas.microsoft.com/office/powerpoint/2010/main" Requires="p14">
            <p:contentPart p14:bwMode="auto" r:id="rId123">
              <p14:nvContentPartPr>
                <p14:cNvPr id="75" name="Ink 74">
                  <a:extLst>
                    <a:ext uri="{FF2B5EF4-FFF2-40B4-BE49-F238E27FC236}">
                      <a16:creationId xmlns:a16="http://schemas.microsoft.com/office/drawing/2014/main" id="{7870CB0E-92B6-B3CE-593B-A68CD0C5E682}"/>
                    </a:ext>
                  </a:extLst>
                </p14:cNvPr>
                <p14:cNvContentPartPr/>
                <p14:nvPr/>
              </p14:nvContentPartPr>
              <p14:xfrm>
                <a:off x="6180950" y="6138037"/>
                <a:ext cx="92160" cy="194400"/>
              </p14:xfrm>
            </p:contentPart>
          </mc:Choice>
          <mc:Fallback>
            <p:pic>
              <p:nvPicPr>
                <p:cNvPr id="75" name="Ink 74">
                  <a:extLst>
                    <a:ext uri="{FF2B5EF4-FFF2-40B4-BE49-F238E27FC236}">
                      <a16:creationId xmlns:a16="http://schemas.microsoft.com/office/drawing/2014/main" id="{7870CB0E-92B6-B3CE-593B-A68CD0C5E682}"/>
                    </a:ext>
                  </a:extLst>
                </p:cNvPr>
                <p:cNvPicPr/>
                <p:nvPr/>
              </p:nvPicPr>
              <p:blipFill>
                <a:blip r:embed="rId124"/>
                <a:stretch>
                  <a:fillRect/>
                </a:stretch>
              </p:blipFill>
              <p:spPr>
                <a:xfrm>
                  <a:off x="6163310" y="6120397"/>
                  <a:ext cx="127800" cy="230040"/>
                </a:xfrm>
                <a:prstGeom prst="rect">
                  <a:avLst/>
                </a:prstGeom>
              </p:spPr>
            </p:pic>
          </mc:Fallback>
        </mc:AlternateContent>
        <mc:AlternateContent xmlns:mc="http://schemas.openxmlformats.org/markup-compatibility/2006">
          <mc:Choice xmlns:p14="http://schemas.microsoft.com/office/powerpoint/2010/main" Requires="p14">
            <p:contentPart p14:bwMode="auto" r:id="rId125">
              <p14:nvContentPartPr>
                <p14:cNvPr id="76" name="Ink 75">
                  <a:extLst>
                    <a:ext uri="{FF2B5EF4-FFF2-40B4-BE49-F238E27FC236}">
                      <a16:creationId xmlns:a16="http://schemas.microsoft.com/office/drawing/2014/main" id="{A02B1CE0-E8B4-C07D-0E5F-CD46AFE12123}"/>
                    </a:ext>
                  </a:extLst>
                </p14:cNvPr>
                <p14:cNvContentPartPr/>
                <p14:nvPr/>
              </p14:nvContentPartPr>
              <p14:xfrm>
                <a:off x="6354470" y="6096277"/>
                <a:ext cx="106920" cy="180720"/>
              </p14:xfrm>
            </p:contentPart>
          </mc:Choice>
          <mc:Fallback>
            <p:pic>
              <p:nvPicPr>
                <p:cNvPr id="76" name="Ink 75">
                  <a:extLst>
                    <a:ext uri="{FF2B5EF4-FFF2-40B4-BE49-F238E27FC236}">
                      <a16:creationId xmlns:a16="http://schemas.microsoft.com/office/drawing/2014/main" id="{A02B1CE0-E8B4-C07D-0E5F-CD46AFE12123}"/>
                    </a:ext>
                  </a:extLst>
                </p:cNvPr>
                <p:cNvPicPr/>
                <p:nvPr/>
              </p:nvPicPr>
              <p:blipFill>
                <a:blip r:embed="rId126"/>
                <a:stretch>
                  <a:fillRect/>
                </a:stretch>
              </p:blipFill>
              <p:spPr>
                <a:xfrm>
                  <a:off x="6336830" y="6078637"/>
                  <a:ext cx="142560" cy="216360"/>
                </a:xfrm>
                <a:prstGeom prst="rect">
                  <a:avLst/>
                </a:prstGeom>
              </p:spPr>
            </p:pic>
          </mc:Fallback>
        </mc:AlternateContent>
        <mc:AlternateContent xmlns:mc="http://schemas.openxmlformats.org/markup-compatibility/2006">
          <mc:Choice xmlns:p14="http://schemas.microsoft.com/office/powerpoint/2010/main" Requires="p14">
            <p:contentPart p14:bwMode="auto" r:id="rId127">
              <p14:nvContentPartPr>
                <p14:cNvPr id="77" name="Ink 76">
                  <a:extLst>
                    <a:ext uri="{FF2B5EF4-FFF2-40B4-BE49-F238E27FC236}">
                      <a16:creationId xmlns:a16="http://schemas.microsoft.com/office/drawing/2014/main" id="{50ECA641-03F2-8504-8D4C-1C363C99E484}"/>
                    </a:ext>
                  </a:extLst>
                </p14:cNvPr>
                <p14:cNvContentPartPr/>
                <p14:nvPr/>
              </p14:nvContentPartPr>
              <p14:xfrm>
                <a:off x="6596750" y="6041557"/>
                <a:ext cx="83880" cy="253440"/>
              </p14:xfrm>
            </p:contentPart>
          </mc:Choice>
          <mc:Fallback>
            <p:pic>
              <p:nvPicPr>
                <p:cNvPr id="77" name="Ink 76">
                  <a:extLst>
                    <a:ext uri="{FF2B5EF4-FFF2-40B4-BE49-F238E27FC236}">
                      <a16:creationId xmlns:a16="http://schemas.microsoft.com/office/drawing/2014/main" id="{50ECA641-03F2-8504-8D4C-1C363C99E484}"/>
                    </a:ext>
                  </a:extLst>
                </p:cNvPr>
                <p:cNvPicPr/>
                <p:nvPr/>
              </p:nvPicPr>
              <p:blipFill>
                <a:blip r:embed="rId128"/>
                <a:stretch>
                  <a:fillRect/>
                </a:stretch>
              </p:blipFill>
              <p:spPr>
                <a:xfrm>
                  <a:off x="6579110" y="6023557"/>
                  <a:ext cx="119520" cy="289080"/>
                </a:xfrm>
                <a:prstGeom prst="rect">
                  <a:avLst/>
                </a:prstGeom>
              </p:spPr>
            </p:pic>
          </mc:Fallback>
        </mc:AlternateContent>
        <mc:AlternateContent xmlns:mc="http://schemas.openxmlformats.org/markup-compatibility/2006">
          <mc:Choice xmlns:p14="http://schemas.microsoft.com/office/powerpoint/2010/main" Requires="p14">
            <p:contentPart p14:bwMode="auto" r:id="rId129">
              <p14:nvContentPartPr>
                <p14:cNvPr id="78" name="Ink 77">
                  <a:extLst>
                    <a:ext uri="{FF2B5EF4-FFF2-40B4-BE49-F238E27FC236}">
                      <a16:creationId xmlns:a16="http://schemas.microsoft.com/office/drawing/2014/main" id="{7492358E-0DD1-D171-5EE7-212EAA27D42C}"/>
                    </a:ext>
                  </a:extLst>
                </p14:cNvPr>
                <p14:cNvContentPartPr/>
                <p14:nvPr/>
              </p14:nvContentPartPr>
              <p14:xfrm>
                <a:off x="6639590" y="6058837"/>
                <a:ext cx="153000" cy="173880"/>
              </p14:xfrm>
            </p:contentPart>
          </mc:Choice>
          <mc:Fallback>
            <p:pic>
              <p:nvPicPr>
                <p:cNvPr id="78" name="Ink 77">
                  <a:extLst>
                    <a:ext uri="{FF2B5EF4-FFF2-40B4-BE49-F238E27FC236}">
                      <a16:creationId xmlns:a16="http://schemas.microsoft.com/office/drawing/2014/main" id="{7492358E-0DD1-D171-5EE7-212EAA27D42C}"/>
                    </a:ext>
                  </a:extLst>
                </p:cNvPr>
                <p:cNvPicPr/>
                <p:nvPr/>
              </p:nvPicPr>
              <p:blipFill>
                <a:blip r:embed="rId130"/>
                <a:stretch>
                  <a:fillRect/>
                </a:stretch>
              </p:blipFill>
              <p:spPr>
                <a:xfrm>
                  <a:off x="6621950" y="6040837"/>
                  <a:ext cx="188640" cy="209520"/>
                </a:xfrm>
                <a:prstGeom prst="rect">
                  <a:avLst/>
                </a:prstGeom>
              </p:spPr>
            </p:pic>
          </mc:Fallback>
        </mc:AlternateContent>
        <mc:AlternateContent xmlns:mc="http://schemas.openxmlformats.org/markup-compatibility/2006">
          <mc:Choice xmlns:p14="http://schemas.microsoft.com/office/powerpoint/2010/main" Requires="p14">
            <p:contentPart p14:bwMode="auto" r:id="rId131">
              <p14:nvContentPartPr>
                <p14:cNvPr id="79" name="Ink 78">
                  <a:extLst>
                    <a:ext uri="{FF2B5EF4-FFF2-40B4-BE49-F238E27FC236}">
                      <a16:creationId xmlns:a16="http://schemas.microsoft.com/office/drawing/2014/main" id="{5896C32B-91DB-F593-8A04-6B402246A601}"/>
                    </a:ext>
                  </a:extLst>
                </p14:cNvPr>
                <p14:cNvContentPartPr/>
                <p14:nvPr/>
              </p14:nvContentPartPr>
              <p14:xfrm>
                <a:off x="6897710" y="6026437"/>
                <a:ext cx="12960" cy="220320"/>
              </p14:xfrm>
            </p:contentPart>
          </mc:Choice>
          <mc:Fallback>
            <p:pic>
              <p:nvPicPr>
                <p:cNvPr id="79" name="Ink 78">
                  <a:extLst>
                    <a:ext uri="{FF2B5EF4-FFF2-40B4-BE49-F238E27FC236}">
                      <a16:creationId xmlns:a16="http://schemas.microsoft.com/office/drawing/2014/main" id="{5896C32B-91DB-F593-8A04-6B402246A601}"/>
                    </a:ext>
                  </a:extLst>
                </p:cNvPr>
                <p:cNvPicPr/>
                <p:nvPr/>
              </p:nvPicPr>
              <p:blipFill>
                <a:blip r:embed="rId132"/>
                <a:stretch>
                  <a:fillRect/>
                </a:stretch>
              </p:blipFill>
              <p:spPr>
                <a:xfrm>
                  <a:off x="6879710" y="6008437"/>
                  <a:ext cx="48600" cy="255960"/>
                </a:xfrm>
                <a:prstGeom prst="rect">
                  <a:avLst/>
                </a:prstGeom>
              </p:spPr>
            </p:pic>
          </mc:Fallback>
        </mc:AlternateContent>
        <mc:AlternateContent xmlns:mc="http://schemas.openxmlformats.org/markup-compatibility/2006">
          <mc:Choice xmlns:p14="http://schemas.microsoft.com/office/powerpoint/2010/main" Requires="p14">
            <p:contentPart p14:bwMode="auto" r:id="rId133">
              <p14:nvContentPartPr>
                <p14:cNvPr id="80" name="Ink 79">
                  <a:extLst>
                    <a:ext uri="{FF2B5EF4-FFF2-40B4-BE49-F238E27FC236}">
                      <a16:creationId xmlns:a16="http://schemas.microsoft.com/office/drawing/2014/main" id="{AE63EE09-458E-5D87-749E-E862015187B7}"/>
                    </a:ext>
                  </a:extLst>
                </p14:cNvPr>
                <p14:cNvContentPartPr/>
                <p14:nvPr/>
              </p14:nvContentPartPr>
              <p14:xfrm>
                <a:off x="7002110" y="6010237"/>
                <a:ext cx="48600" cy="207000"/>
              </p14:xfrm>
            </p:contentPart>
          </mc:Choice>
          <mc:Fallback>
            <p:pic>
              <p:nvPicPr>
                <p:cNvPr id="80" name="Ink 79">
                  <a:extLst>
                    <a:ext uri="{FF2B5EF4-FFF2-40B4-BE49-F238E27FC236}">
                      <a16:creationId xmlns:a16="http://schemas.microsoft.com/office/drawing/2014/main" id="{AE63EE09-458E-5D87-749E-E862015187B7}"/>
                    </a:ext>
                  </a:extLst>
                </p:cNvPr>
                <p:cNvPicPr/>
                <p:nvPr/>
              </p:nvPicPr>
              <p:blipFill>
                <a:blip r:embed="rId134"/>
                <a:stretch>
                  <a:fillRect/>
                </a:stretch>
              </p:blipFill>
              <p:spPr>
                <a:xfrm>
                  <a:off x="6984110" y="5992237"/>
                  <a:ext cx="84240" cy="242640"/>
                </a:xfrm>
                <a:prstGeom prst="rect">
                  <a:avLst/>
                </a:prstGeom>
              </p:spPr>
            </p:pic>
          </mc:Fallback>
        </mc:AlternateContent>
        <mc:AlternateContent xmlns:mc="http://schemas.openxmlformats.org/markup-compatibility/2006">
          <mc:Choice xmlns:p14="http://schemas.microsoft.com/office/powerpoint/2010/main" Requires="p14">
            <p:contentPart p14:bwMode="auto" r:id="rId135">
              <p14:nvContentPartPr>
                <p14:cNvPr id="81" name="Ink 80">
                  <a:extLst>
                    <a:ext uri="{FF2B5EF4-FFF2-40B4-BE49-F238E27FC236}">
                      <a16:creationId xmlns:a16="http://schemas.microsoft.com/office/drawing/2014/main" id="{5553ECE1-5000-1289-6537-A60F105697FF}"/>
                    </a:ext>
                  </a:extLst>
                </p14:cNvPr>
                <p14:cNvContentPartPr/>
                <p14:nvPr/>
              </p14:nvContentPartPr>
              <p14:xfrm>
                <a:off x="6917510" y="6113917"/>
                <a:ext cx="97560" cy="31320"/>
              </p14:xfrm>
            </p:contentPart>
          </mc:Choice>
          <mc:Fallback>
            <p:pic>
              <p:nvPicPr>
                <p:cNvPr id="81" name="Ink 80">
                  <a:extLst>
                    <a:ext uri="{FF2B5EF4-FFF2-40B4-BE49-F238E27FC236}">
                      <a16:creationId xmlns:a16="http://schemas.microsoft.com/office/drawing/2014/main" id="{5553ECE1-5000-1289-6537-A60F105697FF}"/>
                    </a:ext>
                  </a:extLst>
                </p:cNvPr>
                <p:cNvPicPr/>
                <p:nvPr/>
              </p:nvPicPr>
              <p:blipFill>
                <a:blip r:embed="rId136"/>
                <a:stretch>
                  <a:fillRect/>
                </a:stretch>
              </p:blipFill>
              <p:spPr>
                <a:xfrm>
                  <a:off x="6899870" y="6096277"/>
                  <a:ext cx="133200" cy="66960"/>
                </a:xfrm>
                <a:prstGeom prst="rect">
                  <a:avLst/>
                </a:prstGeom>
              </p:spPr>
            </p:pic>
          </mc:Fallback>
        </mc:AlternateContent>
      </p:grpSp>
      <p:grpSp>
        <p:nvGrpSpPr>
          <p:cNvPr id="84" name="Group 83">
            <a:extLst>
              <a:ext uri="{FF2B5EF4-FFF2-40B4-BE49-F238E27FC236}">
                <a16:creationId xmlns:a16="http://schemas.microsoft.com/office/drawing/2014/main" id="{6264A3E0-B4B0-B57F-E56D-9ABD14A429BB}"/>
              </a:ext>
            </a:extLst>
          </p:cNvPr>
          <p:cNvGrpSpPr/>
          <p:nvPr/>
        </p:nvGrpSpPr>
        <p:grpSpPr>
          <a:xfrm>
            <a:off x="7251590" y="6064237"/>
            <a:ext cx="86040" cy="195480"/>
            <a:chOff x="7251590" y="6064237"/>
            <a:chExt cx="86040" cy="195480"/>
          </a:xfrm>
        </p:grpSpPr>
        <mc:AlternateContent xmlns:mc="http://schemas.openxmlformats.org/markup-compatibility/2006">
          <mc:Choice xmlns:p14="http://schemas.microsoft.com/office/powerpoint/2010/main" Requires="p14">
            <p:contentPart p14:bwMode="auto" r:id="rId137">
              <p14:nvContentPartPr>
                <p14:cNvPr id="82" name="Ink 81">
                  <a:extLst>
                    <a:ext uri="{FF2B5EF4-FFF2-40B4-BE49-F238E27FC236}">
                      <a16:creationId xmlns:a16="http://schemas.microsoft.com/office/drawing/2014/main" id="{7230538C-1F65-A47F-D146-6ACEDC15E16D}"/>
                    </a:ext>
                  </a:extLst>
                </p14:cNvPr>
                <p14:cNvContentPartPr/>
                <p14:nvPr/>
              </p14:nvContentPartPr>
              <p14:xfrm>
                <a:off x="7251950" y="6064237"/>
                <a:ext cx="48960" cy="195480"/>
              </p14:xfrm>
            </p:contentPart>
          </mc:Choice>
          <mc:Fallback>
            <p:pic>
              <p:nvPicPr>
                <p:cNvPr id="82" name="Ink 81">
                  <a:extLst>
                    <a:ext uri="{FF2B5EF4-FFF2-40B4-BE49-F238E27FC236}">
                      <a16:creationId xmlns:a16="http://schemas.microsoft.com/office/drawing/2014/main" id="{7230538C-1F65-A47F-D146-6ACEDC15E16D}"/>
                    </a:ext>
                  </a:extLst>
                </p:cNvPr>
                <p:cNvPicPr/>
                <p:nvPr/>
              </p:nvPicPr>
              <p:blipFill>
                <a:blip r:embed="rId138"/>
                <a:stretch>
                  <a:fillRect/>
                </a:stretch>
              </p:blipFill>
              <p:spPr>
                <a:xfrm>
                  <a:off x="7234310" y="6046237"/>
                  <a:ext cx="84600" cy="231120"/>
                </a:xfrm>
                <a:prstGeom prst="rect">
                  <a:avLst/>
                </a:prstGeom>
              </p:spPr>
            </p:pic>
          </mc:Fallback>
        </mc:AlternateContent>
        <mc:AlternateContent xmlns:mc="http://schemas.openxmlformats.org/markup-compatibility/2006">
          <mc:Choice xmlns:p14="http://schemas.microsoft.com/office/powerpoint/2010/main" Requires="p14">
            <p:contentPart p14:bwMode="auto" r:id="rId139">
              <p14:nvContentPartPr>
                <p14:cNvPr id="83" name="Ink 82">
                  <a:extLst>
                    <a:ext uri="{FF2B5EF4-FFF2-40B4-BE49-F238E27FC236}">
                      <a16:creationId xmlns:a16="http://schemas.microsoft.com/office/drawing/2014/main" id="{810E1754-844E-702A-C24A-1A8C287C94FB}"/>
                    </a:ext>
                  </a:extLst>
                </p14:cNvPr>
                <p14:cNvContentPartPr/>
                <p14:nvPr/>
              </p14:nvContentPartPr>
              <p14:xfrm>
                <a:off x="7251590" y="6168637"/>
                <a:ext cx="86040" cy="25920"/>
              </p14:xfrm>
            </p:contentPart>
          </mc:Choice>
          <mc:Fallback>
            <p:pic>
              <p:nvPicPr>
                <p:cNvPr id="83" name="Ink 82">
                  <a:extLst>
                    <a:ext uri="{FF2B5EF4-FFF2-40B4-BE49-F238E27FC236}">
                      <a16:creationId xmlns:a16="http://schemas.microsoft.com/office/drawing/2014/main" id="{810E1754-844E-702A-C24A-1A8C287C94FB}"/>
                    </a:ext>
                  </a:extLst>
                </p:cNvPr>
                <p:cNvPicPr/>
                <p:nvPr/>
              </p:nvPicPr>
              <p:blipFill>
                <a:blip r:embed="rId140"/>
                <a:stretch>
                  <a:fillRect/>
                </a:stretch>
              </p:blipFill>
              <p:spPr>
                <a:xfrm>
                  <a:off x="7233590" y="6150637"/>
                  <a:ext cx="121680" cy="61560"/>
                </a:xfrm>
                <a:prstGeom prst="rect">
                  <a:avLst/>
                </a:prstGeom>
              </p:spPr>
            </p:pic>
          </mc:Fallback>
        </mc:AlternateContent>
      </p:grpSp>
      <p:grpSp>
        <p:nvGrpSpPr>
          <p:cNvPr id="99" name="Group 98">
            <a:extLst>
              <a:ext uri="{FF2B5EF4-FFF2-40B4-BE49-F238E27FC236}">
                <a16:creationId xmlns:a16="http://schemas.microsoft.com/office/drawing/2014/main" id="{BC25F8AB-14A9-D7BE-2FCC-6742840C9095}"/>
              </a:ext>
            </a:extLst>
          </p:cNvPr>
          <p:cNvGrpSpPr/>
          <p:nvPr/>
        </p:nvGrpSpPr>
        <p:grpSpPr>
          <a:xfrm>
            <a:off x="8080670" y="5157757"/>
            <a:ext cx="894960" cy="323280"/>
            <a:chOff x="8080670" y="5157757"/>
            <a:chExt cx="894960" cy="323280"/>
          </a:xfrm>
        </p:grpSpPr>
        <mc:AlternateContent xmlns:mc="http://schemas.openxmlformats.org/markup-compatibility/2006">
          <mc:Choice xmlns:p14="http://schemas.microsoft.com/office/powerpoint/2010/main" Requires="p14">
            <p:contentPart p14:bwMode="auto" r:id="rId141">
              <p14:nvContentPartPr>
                <p14:cNvPr id="86" name="Ink 85">
                  <a:extLst>
                    <a:ext uri="{FF2B5EF4-FFF2-40B4-BE49-F238E27FC236}">
                      <a16:creationId xmlns:a16="http://schemas.microsoft.com/office/drawing/2014/main" id="{0CD6C61C-A61C-E079-5D60-C8DBC91ABF74}"/>
                    </a:ext>
                  </a:extLst>
                </p14:cNvPr>
                <p14:cNvContentPartPr/>
                <p14:nvPr/>
              </p14:nvContentPartPr>
              <p14:xfrm>
                <a:off x="8080670" y="5171797"/>
                <a:ext cx="179640" cy="309240"/>
              </p14:xfrm>
            </p:contentPart>
          </mc:Choice>
          <mc:Fallback>
            <p:pic>
              <p:nvPicPr>
                <p:cNvPr id="86" name="Ink 85">
                  <a:extLst>
                    <a:ext uri="{FF2B5EF4-FFF2-40B4-BE49-F238E27FC236}">
                      <a16:creationId xmlns:a16="http://schemas.microsoft.com/office/drawing/2014/main" id="{0CD6C61C-A61C-E079-5D60-C8DBC91ABF74}"/>
                    </a:ext>
                  </a:extLst>
                </p:cNvPr>
                <p:cNvPicPr/>
                <p:nvPr/>
              </p:nvPicPr>
              <p:blipFill>
                <a:blip r:embed="rId142"/>
                <a:stretch>
                  <a:fillRect/>
                </a:stretch>
              </p:blipFill>
              <p:spPr>
                <a:xfrm>
                  <a:off x="8062670" y="5154157"/>
                  <a:ext cx="215280" cy="344880"/>
                </a:xfrm>
                <a:prstGeom prst="rect">
                  <a:avLst/>
                </a:prstGeom>
              </p:spPr>
            </p:pic>
          </mc:Fallback>
        </mc:AlternateContent>
        <mc:AlternateContent xmlns:mc="http://schemas.openxmlformats.org/markup-compatibility/2006">
          <mc:Choice xmlns:p14="http://schemas.microsoft.com/office/powerpoint/2010/main" Requires="p14">
            <p:contentPart p14:bwMode="auto" r:id="rId143">
              <p14:nvContentPartPr>
                <p14:cNvPr id="87" name="Ink 86">
                  <a:extLst>
                    <a:ext uri="{FF2B5EF4-FFF2-40B4-BE49-F238E27FC236}">
                      <a16:creationId xmlns:a16="http://schemas.microsoft.com/office/drawing/2014/main" id="{769BD9BA-AE46-CC2C-D069-8503F035ABFC}"/>
                    </a:ext>
                  </a:extLst>
                </p14:cNvPr>
                <p14:cNvContentPartPr/>
                <p14:nvPr/>
              </p14:nvContentPartPr>
              <p14:xfrm>
                <a:off x="8378030" y="5302117"/>
                <a:ext cx="155880" cy="122040"/>
              </p14:xfrm>
            </p:contentPart>
          </mc:Choice>
          <mc:Fallback>
            <p:pic>
              <p:nvPicPr>
                <p:cNvPr id="87" name="Ink 86">
                  <a:extLst>
                    <a:ext uri="{FF2B5EF4-FFF2-40B4-BE49-F238E27FC236}">
                      <a16:creationId xmlns:a16="http://schemas.microsoft.com/office/drawing/2014/main" id="{769BD9BA-AE46-CC2C-D069-8503F035ABFC}"/>
                    </a:ext>
                  </a:extLst>
                </p:cNvPr>
                <p:cNvPicPr/>
                <p:nvPr/>
              </p:nvPicPr>
              <p:blipFill>
                <a:blip r:embed="rId144"/>
                <a:stretch>
                  <a:fillRect/>
                </a:stretch>
              </p:blipFill>
              <p:spPr>
                <a:xfrm>
                  <a:off x="8360030" y="5284117"/>
                  <a:ext cx="191520" cy="157680"/>
                </a:xfrm>
                <a:prstGeom prst="rect">
                  <a:avLst/>
                </a:prstGeom>
              </p:spPr>
            </p:pic>
          </mc:Fallback>
        </mc:AlternateContent>
        <mc:AlternateContent xmlns:mc="http://schemas.openxmlformats.org/markup-compatibility/2006">
          <mc:Choice xmlns:p14="http://schemas.microsoft.com/office/powerpoint/2010/main" Requires="p14">
            <p:contentPart p14:bwMode="auto" r:id="rId145">
              <p14:nvContentPartPr>
                <p14:cNvPr id="88" name="Ink 87">
                  <a:extLst>
                    <a:ext uri="{FF2B5EF4-FFF2-40B4-BE49-F238E27FC236}">
                      <a16:creationId xmlns:a16="http://schemas.microsoft.com/office/drawing/2014/main" id="{B6917034-D26C-55D7-732C-9EB0C14B6655}"/>
                    </a:ext>
                  </a:extLst>
                </p14:cNvPr>
                <p14:cNvContentPartPr/>
                <p14:nvPr/>
              </p14:nvContentPartPr>
              <p14:xfrm>
                <a:off x="8677910" y="5157757"/>
                <a:ext cx="75960" cy="243720"/>
              </p14:xfrm>
            </p:contentPart>
          </mc:Choice>
          <mc:Fallback>
            <p:pic>
              <p:nvPicPr>
                <p:cNvPr id="88" name="Ink 87">
                  <a:extLst>
                    <a:ext uri="{FF2B5EF4-FFF2-40B4-BE49-F238E27FC236}">
                      <a16:creationId xmlns:a16="http://schemas.microsoft.com/office/drawing/2014/main" id="{B6917034-D26C-55D7-732C-9EB0C14B6655}"/>
                    </a:ext>
                  </a:extLst>
                </p:cNvPr>
                <p:cNvPicPr/>
                <p:nvPr/>
              </p:nvPicPr>
              <p:blipFill>
                <a:blip r:embed="rId146"/>
                <a:stretch>
                  <a:fillRect/>
                </a:stretch>
              </p:blipFill>
              <p:spPr>
                <a:xfrm>
                  <a:off x="8659910" y="5140117"/>
                  <a:ext cx="111600" cy="279360"/>
                </a:xfrm>
                <a:prstGeom prst="rect">
                  <a:avLst/>
                </a:prstGeom>
              </p:spPr>
            </p:pic>
          </mc:Fallback>
        </mc:AlternateContent>
        <mc:AlternateContent xmlns:mc="http://schemas.openxmlformats.org/markup-compatibility/2006">
          <mc:Choice xmlns:p14="http://schemas.microsoft.com/office/powerpoint/2010/main" Requires="p14">
            <p:contentPart p14:bwMode="auto" r:id="rId147">
              <p14:nvContentPartPr>
                <p14:cNvPr id="89" name="Ink 88">
                  <a:extLst>
                    <a:ext uri="{FF2B5EF4-FFF2-40B4-BE49-F238E27FC236}">
                      <a16:creationId xmlns:a16="http://schemas.microsoft.com/office/drawing/2014/main" id="{010EA82C-599E-D0C7-20DE-962932FB70F5}"/>
                    </a:ext>
                  </a:extLst>
                </p14:cNvPr>
                <p14:cNvContentPartPr/>
                <p14:nvPr/>
              </p14:nvContentPartPr>
              <p14:xfrm>
                <a:off x="8647670" y="5316517"/>
                <a:ext cx="80280" cy="18720"/>
              </p14:xfrm>
            </p:contentPart>
          </mc:Choice>
          <mc:Fallback>
            <p:pic>
              <p:nvPicPr>
                <p:cNvPr id="89" name="Ink 88">
                  <a:extLst>
                    <a:ext uri="{FF2B5EF4-FFF2-40B4-BE49-F238E27FC236}">
                      <a16:creationId xmlns:a16="http://schemas.microsoft.com/office/drawing/2014/main" id="{010EA82C-599E-D0C7-20DE-962932FB70F5}"/>
                    </a:ext>
                  </a:extLst>
                </p:cNvPr>
                <p:cNvPicPr/>
                <p:nvPr/>
              </p:nvPicPr>
              <p:blipFill>
                <a:blip r:embed="rId148"/>
                <a:stretch>
                  <a:fillRect/>
                </a:stretch>
              </p:blipFill>
              <p:spPr>
                <a:xfrm>
                  <a:off x="8630030" y="5298877"/>
                  <a:ext cx="115920" cy="54360"/>
                </a:xfrm>
                <a:prstGeom prst="rect">
                  <a:avLst/>
                </a:prstGeom>
              </p:spPr>
            </p:pic>
          </mc:Fallback>
        </mc:AlternateContent>
        <mc:AlternateContent xmlns:mc="http://schemas.openxmlformats.org/markup-compatibility/2006">
          <mc:Choice xmlns:p14="http://schemas.microsoft.com/office/powerpoint/2010/main" Requires="p14">
            <p:contentPart p14:bwMode="auto" r:id="rId149">
              <p14:nvContentPartPr>
                <p14:cNvPr id="90" name="Ink 89">
                  <a:extLst>
                    <a:ext uri="{FF2B5EF4-FFF2-40B4-BE49-F238E27FC236}">
                      <a16:creationId xmlns:a16="http://schemas.microsoft.com/office/drawing/2014/main" id="{43BD078A-4EA4-0F46-A76A-067C70F048E6}"/>
                    </a:ext>
                  </a:extLst>
                </p14:cNvPr>
                <p14:cNvContentPartPr/>
                <p14:nvPr/>
              </p14:nvContentPartPr>
              <p14:xfrm>
                <a:off x="8816510" y="5268277"/>
                <a:ext cx="159120" cy="114840"/>
              </p14:xfrm>
            </p:contentPart>
          </mc:Choice>
          <mc:Fallback>
            <p:pic>
              <p:nvPicPr>
                <p:cNvPr id="90" name="Ink 89">
                  <a:extLst>
                    <a:ext uri="{FF2B5EF4-FFF2-40B4-BE49-F238E27FC236}">
                      <a16:creationId xmlns:a16="http://schemas.microsoft.com/office/drawing/2014/main" id="{43BD078A-4EA4-0F46-A76A-067C70F048E6}"/>
                    </a:ext>
                  </a:extLst>
                </p:cNvPr>
                <p:cNvPicPr/>
                <p:nvPr/>
              </p:nvPicPr>
              <p:blipFill>
                <a:blip r:embed="rId150"/>
                <a:stretch>
                  <a:fillRect/>
                </a:stretch>
              </p:blipFill>
              <p:spPr>
                <a:xfrm>
                  <a:off x="8798870" y="5250277"/>
                  <a:ext cx="194760" cy="150480"/>
                </a:xfrm>
                <a:prstGeom prst="rect">
                  <a:avLst/>
                </a:prstGeom>
              </p:spPr>
            </p:pic>
          </mc:Fallback>
        </mc:AlternateContent>
      </p:grpSp>
      <p:grpSp>
        <p:nvGrpSpPr>
          <p:cNvPr id="98" name="Group 97">
            <a:extLst>
              <a:ext uri="{FF2B5EF4-FFF2-40B4-BE49-F238E27FC236}">
                <a16:creationId xmlns:a16="http://schemas.microsoft.com/office/drawing/2014/main" id="{1417113D-F3FB-A6D1-A891-5860B9D38855}"/>
              </a:ext>
            </a:extLst>
          </p:cNvPr>
          <p:cNvGrpSpPr/>
          <p:nvPr/>
        </p:nvGrpSpPr>
        <p:grpSpPr>
          <a:xfrm>
            <a:off x="7971590" y="5906197"/>
            <a:ext cx="820800" cy="367200"/>
            <a:chOff x="7971590" y="5906197"/>
            <a:chExt cx="820800" cy="367200"/>
          </a:xfrm>
        </p:grpSpPr>
        <mc:AlternateContent xmlns:mc="http://schemas.openxmlformats.org/markup-compatibility/2006">
          <mc:Choice xmlns:p14="http://schemas.microsoft.com/office/powerpoint/2010/main" Requires="p14">
            <p:contentPart p14:bwMode="auto" r:id="rId151">
              <p14:nvContentPartPr>
                <p14:cNvPr id="91" name="Ink 90">
                  <a:extLst>
                    <a:ext uri="{FF2B5EF4-FFF2-40B4-BE49-F238E27FC236}">
                      <a16:creationId xmlns:a16="http://schemas.microsoft.com/office/drawing/2014/main" id="{3371A806-E891-519C-8B8B-AA595C2B6CAE}"/>
                    </a:ext>
                  </a:extLst>
                </p14:cNvPr>
                <p14:cNvContentPartPr/>
                <p14:nvPr/>
              </p14:nvContentPartPr>
              <p14:xfrm>
                <a:off x="7971590" y="5980717"/>
                <a:ext cx="142200" cy="292680"/>
              </p14:xfrm>
            </p:contentPart>
          </mc:Choice>
          <mc:Fallback>
            <p:pic>
              <p:nvPicPr>
                <p:cNvPr id="91" name="Ink 90">
                  <a:extLst>
                    <a:ext uri="{FF2B5EF4-FFF2-40B4-BE49-F238E27FC236}">
                      <a16:creationId xmlns:a16="http://schemas.microsoft.com/office/drawing/2014/main" id="{3371A806-E891-519C-8B8B-AA595C2B6CAE}"/>
                    </a:ext>
                  </a:extLst>
                </p:cNvPr>
                <p:cNvPicPr/>
                <p:nvPr/>
              </p:nvPicPr>
              <p:blipFill>
                <a:blip r:embed="rId152"/>
                <a:stretch>
                  <a:fillRect/>
                </a:stretch>
              </p:blipFill>
              <p:spPr>
                <a:xfrm>
                  <a:off x="7953590" y="5963077"/>
                  <a:ext cx="177840" cy="328320"/>
                </a:xfrm>
                <a:prstGeom prst="rect">
                  <a:avLst/>
                </a:prstGeom>
              </p:spPr>
            </p:pic>
          </mc:Fallback>
        </mc:AlternateContent>
        <mc:AlternateContent xmlns:mc="http://schemas.openxmlformats.org/markup-compatibility/2006">
          <mc:Choice xmlns:p14="http://schemas.microsoft.com/office/powerpoint/2010/main" Requires="p14">
            <p:contentPart p14:bwMode="auto" r:id="rId153">
              <p14:nvContentPartPr>
                <p14:cNvPr id="92" name="Ink 91">
                  <a:extLst>
                    <a:ext uri="{FF2B5EF4-FFF2-40B4-BE49-F238E27FC236}">
                      <a16:creationId xmlns:a16="http://schemas.microsoft.com/office/drawing/2014/main" id="{AF8B1404-7FCF-CE12-3E70-3BA303F78F12}"/>
                    </a:ext>
                  </a:extLst>
                </p14:cNvPr>
                <p14:cNvContentPartPr/>
                <p14:nvPr/>
              </p14:nvContentPartPr>
              <p14:xfrm>
                <a:off x="8201270" y="6089437"/>
                <a:ext cx="158760" cy="135000"/>
              </p14:xfrm>
            </p:contentPart>
          </mc:Choice>
          <mc:Fallback>
            <p:pic>
              <p:nvPicPr>
                <p:cNvPr id="92" name="Ink 91">
                  <a:extLst>
                    <a:ext uri="{FF2B5EF4-FFF2-40B4-BE49-F238E27FC236}">
                      <a16:creationId xmlns:a16="http://schemas.microsoft.com/office/drawing/2014/main" id="{AF8B1404-7FCF-CE12-3E70-3BA303F78F12}"/>
                    </a:ext>
                  </a:extLst>
                </p:cNvPr>
                <p:cNvPicPr/>
                <p:nvPr/>
              </p:nvPicPr>
              <p:blipFill>
                <a:blip r:embed="rId154"/>
                <a:stretch>
                  <a:fillRect/>
                </a:stretch>
              </p:blipFill>
              <p:spPr>
                <a:xfrm>
                  <a:off x="8183630" y="6071797"/>
                  <a:ext cx="194400" cy="170640"/>
                </a:xfrm>
                <a:prstGeom prst="rect">
                  <a:avLst/>
                </a:prstGeom>
              </p:spPr>
            </p:pic>
          </mc:Fallback>
        </mc:AlternateContent>
        <mc:AlternateContent xmlns:mc="http://schemas.openxmlformats.org/markup-compatibility/2006">
          <mc:Choice xmlns:p14="http://schemas.microsoft.com/office/powerpoint/2010/main" Requires="p14">
            <p:contentPart p14:bwMode="auto" r:id="rId155">
              <p14:nvContentPartPr>
                <p14:cNvPr id="93" name="Ink 92">
                  <a:extLst>
                    <a:ext uri="{FF2B5EF4-FFF2-40B4-BE49-F238E27FC236}">
                      <a16:creationId xmlns:a16="http://schemas.microsoft.com/office/drawing/2014/main" id="{9687BC71-3670-AE15-CD98-B68E24BAC9C5}"/>
                    </a:ext>
                  </a:extLst>
                </p14:cNvPr>
                <p14:cNvContentPartPr/>
                <p14:nvPr/>
              </p14:nvContentPartPr>
              <p14:xfrm>
                <a:off x="8507270" y="5906197"/>
                <a:ext cx="48960" cy="280440"/>
              </p14:xfrm>
            </p:contentPart>
          </mc:Choice>
          <mc:Fallback>
            <p:pic>
              <p:nvPicPr>
                <p:cNvPr id="93" name="Ink 92">
                  <a:extLst>
                    <a:ext uri="{FF2B5EF4-FFF2-40B4-BE49-F238E27FC236}">
                      <a16:creationId xmlns:a16="http://schemas.microsoft.com/office/drawing/2014/main" id="{9687BC71-3670-AE15-CD98-B68E24BAC9C5}"/>
                    </a:ext>
                  </a:extLst>
                </p:cNvPr>
                <p:cNvPicPr/>
                <p:nvPr/>
              </p:nvPicPr>
              <p:blipFill>
                <a:blip r:embed="rId156"/>
                <a:stretch>
                  <a:fillRect/>
                </a:stretch>
              </p:blipFill>
              <p:spPr>
                <a:xfrm>
                  <a:off x="8489270" y="5888557"/>
                  <a:ext cx="84600" cy="316080"/>
                </a:xfrm>
                <a:prstGeom prst="rect">
                  <a:avLst/>
                </a:prstGeom>
              </p:spPr>
            </p:pic>
          </mc:Fallback>
        </mc:AlternateContent>
        <mc:AlternateContent xmlns:mc="http://schemas.openxmlformats.org/markup-compatibility/2006">
          <mc:Choice xmlns:p14="http://schemas.microsoft.com/office/powerpoint/2010/main" Requires="p14">
            <p:contentPart p14:bwMode="auto" r:id="rId157">
              <p14:nvContentPartPr>
                <p14:cNvPr id="94" name="Ink 93">
                  <a:extLst>
                    <a:ext uri="{FF2B5EF4-FFF2-40B4-BE49-F238E27FC236}">
                      <a16:creationId xmlns:a16="http://schemas.microsoft.com/office/drawing/2014/main" id="{C3DAAACB-673F-A7A5-AD23-050DCAD4EEF3}"/>
                    </a:ext>
                  </a:extLst>
                </p14:cNvPr>
                <p14:cNvContentPartPr/>
                <p14:nvPr/>
              </p14:nvContentPartPr>
              <p14:xfrm>
                <a:off x="8458670" y="6014197"/>
                <a:ext cx="333720" cy="106560"/>
              </p14:xfrm>
            </p:contentPart>
          </mc:Choice>
          <mc:Fallback>
            <p:pic>
              <p:nvPicPr>
                <p:cNvPr id="94" name="Ink 93">
                  <a:extLst>
                    <a:ext uri="{FF2B5EF4-FFF2-40B4-BE49-F238E27FC236}">
                      <a16:creationId xmlns:a16="http://schemas.microsoft.com/office/drawing/2014/main" id="{C3DAAACB-673F-A7A5-AD23-050DCAD4EEF3}"/>
                    </a:ext>
                  </a:extLst>
                </p:cNvPr>
                <p:cNvPicPr/>
                <p:nvPr/>
              </p:nvPicPr>
              <p:blipFill>
                <a:blip r:embed="rId158"/>
                <a:stretch>
                  <a:fillRect/>
                </a:stretch>
              </p:blipFill>
              <p:spPr>
                <a:xfrm>
                  <a:off x="8441030" y="5996557"/>
                  <a:ext cx="369360" cy="142200"/>
                </a:xfrm>
                <a:prstGeom prst="rect">
                  <a:avLst/>
                </a:prstGeom>
              </p:spPr>
            </p:pic>
          </mc:Fallback>
        </mc:AlternateContent>
      </p:grpSp>
      <p:grpSp>
        <p:nvGrpSpPr>
          <p:cNvPr id="97" name="Group 96">
            <a:extLst>
              <a:ext uri="{FF2B5EF4-FFF2-40B4-BE49-F238E27FC236}">
                <a16:creationId xmlns:a16="http://schemas.microsoft.com/office/drawing/2014/main" id="{9DCE4696-A9C8-7854-9EAA-F14A18DD7B6A}"/>
              </a:ext>
            </a:extLst>
          </p:cNvPr>
          <p:cNvGrpSpPr/>
          <p:nvPr/>
        </p:nvGrpSpPr>
        <p:grpSpPr>
          <a:xfrm>
            <a:off x="4837070" y="5927077"/>
            <a:ext cx="553680" cy="700200"/>
            <a:chOff x="4837070" y="5927077"/>
            <a:chExt cx="553680" cy="700200"/>
          </a:xfrm>
        </p:grpSpPr>
        <mc:AlternateContent xmlns:mc="http://schemas.openxmlformats.org/markup-compatibility/2006">
          <mc:Choice xmlns:p14="http://schemas.microsoft.com/office/powerpoint/2010/main" Requires="p14">
            <p:contentPart p14:bwMode="auto" r:id="rId159">
              <p14:nvContentPartPr>
                <p14:cNvPr id="95" name="Ink 94">
                  <a:extLst>
                    <a:ext uri="{FF2B5EF4-FFF2-40B4-BE49-F238E27FC236}">
                      <a16:creationId xmlns:a16="http://schemas.microsoft.com/office/drawing/2014/main" id="{717CB337-2DF7-CD9E-8DD6-DEE2FD0B4266}"/>
                    </a:ext>
                  </a:extLst>
                </p14:cNvPr>
                <p14:cNvContentPartPr/>
                <p14:nvPr/>
              </p14:nvContentPartPr>
              <p14:xfrm>
                <a:off x="4837070" y="6185557"/>
                <a:ext cx="553680" cy="343800"/>
              </p14:xfrm>
            </p:contentPart>
          </mc:Choice>
          <mc:Fallback>
            <p:pic>
              <p:nvPicPr>
                <p:cNvPr id="95" name="Ink 94">
                  <a:extLst>
                    <a:ext uri="{FF2B5EF4-FFF2-40B4-BE49-F238E27FC236}">
                      <a16:creationId xmlns:a16="http://schemas.microsoft.com/office/drawing/2014/main" id="{717CB337-2DF7-CD9E-8DD6-DEE2FD0B4266}"/>
                    </a:ext>
                  </a:extLst>
                </p:cNvPr>
                <p:cNvPicPr/>
                <p:nvPr/>
              </p:nvPicPr>
              <p:blipFill>
                <a:blip r:embed="rId160"/>
                <a:stretch>
                  <a:fillRect/>
                </a:stretch>
              </p:blipFill>
              <p:spPr>
                <a:xfrm>
                  <a:off x="4819430" y="6167917"/>
                  <a:ext cx="589320" cy="379440"/>
                </a:xfrm>
                <a:prstGeom prst="rect">
                  <a:avLst/>
                </a:prstGeom>
              </p:spPr>
            </p:pic>
          </mc:Fallback>
        </mc:AlternateContent>
        <mc:AlternateContent xmlns:mc="http://schemas.openxmlformats.org/markup-compatibility/2006">
          <mc:Choice xmlns:p14="http://schemas.microsoft.com/office/powerpoint/2010/main" Requires="p14">
            <p:contentPart p14:bwMode="auto" r:id="rId161">
              <p14:nvContentPartPr>
                <p14:cNvPr id="96" name="Ink 95">
                  <a:extLst>
                    <a:ext uri="{FF2B5EF4-FFF2-40B4-BE49-F238E27FC236}">
                      <a16:creationId xmlns:a16="http://schemas.microsoft.com/office/drawing/2014/main" id="{D800F12D-DE4B-393C-FBA4-EA8FDCBAF05A}"/>
                    </a:ext>
                  </a:extLst>
                </p14:cNvPr>
                <p14:cNvContentPartPr/>
                <p14:nvPr/>
              </p14:nvContentPartPr>
              <p14:xfrm>
                <a:off x="4977470" y="5927077"/>
                <a:ext cx="364680" cy="700200"/>
              </p14:xfrm>
            </p:contentPart>
          </mc:Choice>
          <mc:Fallback>
            <p:pic>
              <p:nvPicPr>
                <p:cNvPr id="96" name="Ink 95">
                  <a:extLst>
                    <a:ext uri="{FF2B5EF4-FFF2-40B4-BE49-F238E27FC236}">
                      <a16:creationId xmlns:a16="http://schemas.microsoft.com/office/drawing/2014/main" id="{D800F12D-DE4B-393C-FBA4-EA8FDCBAF05A}"/>
                    </a:ext>
                  </a:extLst>
                </p:cNvPr>
                <p:cNvPicPr/>
                <p:nvPr/>
              </p:nvPicPr>
              <p:blipFill>
                <a:blip r:embed="rId162"/>
                <a:stretch>
                  <a:fillRect/>
                </a:stretch>
              </p:blipFill>
              <p:spPr>
                <a:xfrm>
                  <a:off x="4959470" y="5909437"/>
                  <a:ext cx="400320" cy="735840"/>
                </a:xfrm>
                <a:prstGeom prst="rect">
                  <a:avLst/>
                </a:prstGeom>
              </p:spPr>
            </p:pic>
          </mc:Fallback>
        </mc:AlternateContent>
      </p:gr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78739" y="14986"/>
            <a:ext cx="10328275" cy="505267"/>
          </a:xfrm>
          <a:prstGeom prst="rect">
            <a:avLst/>
          </a:prstGeom>
        </p:spPr>
        <p:txBody>
          <a:bodyPr vert="horz" wrap="square" lIns="0" tIns="12700" rIns="0" bIns="0" rtlCol="0">
            <a:spAutoFit/>
          </a:bodyPr>
          <a:lstStyle/>
          <a:p>
            <a:pPr marL="12700">
              <a:lnSpc>
                <a:spcPct val="100000"/>
              </a:lnSpc>
              <a:spcBef>
                <a:spcPts val="100"/>
              </a:spcBef>
            </a:pPr>
            <a:r>
              <a:rPr dirty="0"/>
              <a:t>How</a:t>
            </a:r>
            <a:r>
              <a:rPr spc="-45" dirty="0"/>
              <a:t> </a:t>
            </a:r>
            <a:r>
              <a:rPr dirty="0"/>
              <a:t>do</a:t>
            </a:r>
            <a:r>
              <a:rPr spc="-25" dirty="0"/>
              <a:t> </a:t>
            </a:r>
            <a:r>
              <a:rPr dirty="0"/>
              <a:t>we</a:t>
            </a:r>
            <a:r>
              <a:rPr spc="-50" dirty="0"/>
              <a:t> </a:t>
            </a:r>
            <a:r>
              <a:rPr dirty="0"/>
              <a:t>calculate</a:t>
            </a:r>
            <a:r>
              <a:rPr spc="-25" dirty="0"/>
              <a:t> </a:t>
            </a:r>
            <a:r>
              <a:rPr spc="-25" dirty="0">
                <a:latin typeface="Symbol"/>
                <a:cs typeface="Symbol"/>
              </a:rPr>
              <a:t></a:t>
            </a:r>
            <a:r>
              <a:rPr spc="-25" dirty="0"/>
              <a:t>f</a:t>
            </a:r>
            <a:r>
              <a:rPr lang="en-US" spc="-25" dirty="0"/>
              <a:t> / B</a:t>
            </a:r>
            <a:endParaRPr spc="-25" dirty="0"/>
          </a:p>
        </p:txBody>
      </p:sp>
      <p:sp>
        <p:nvSpPr>
          <p:cNvPr id="3" name="object 3"/>
          <p:cNvSpPr txBox="1"/>
          <p:nvPr/>
        </p:nvSpPr>
        <p:spPr>
          <a:xfrm>
            <a:off x="307239" y="1169924"/>
            <a:ext cx="11685270" cy="5147310"/>
          </a:xfrm>
          <a:prstGeom prst="rect">
            <a:avLst/>
          </a:prstGeom>
        </p:spPr>
        <p:txBody>
          <a:bodyPr vert="horz" wrap="square" lIns="0" tIns="13335" rIns="0" bIns="0" rtlCol="0">
            <a:spAutoFit/>
          </a:bodyPr>
          <a:lstStyle/>
          <a:p>
            <a:pPr marL="12700">
              <a:lnSpc>
                <a:spcPct val="100000"/>
              </a:lnSpc>
              <a:spcBef>
                <a:spcPts val="105"/>
              </a:spcBef>
            </a:pPr>
            <a:r>
              <a:rPr sz="1400" dirty="0">
                <a:latin typeface="Arial"/>
                <a:cs typeface="Arial"/>
              </a:rPr>
              <a:t>There</a:t>
            </a:r>
            <a:r>
              <a:rPr sz="1400" spc="-45" dirty="0">
                <a:latin typeface="Arial"/>
                <a:cs typeface="Arial"/>
              </a:rPr>
              <a:t> </a:t>
            </a:r>
            <a:r>
              <a:rPr sz="1400" dirty="0">
                <a:latin typeface="Arial"/>
                <a:cs typeface="Arial"/>
              </a:rPr>
              <a:t>are</a:t>
            </a:r>
            <a:r>
              <a:rPr sz="1400" spc="-35" dirty="0">
                <a:latin typeface="Arial"/>
                <a:cs typeface="Arial"/>
              </a:rPr>
              <a:t> </a:t>
            </a:r>
            <a:r>
              <a:rPr sz="1400" dirty="0">
                <a:latin typeface="Arial"/>
                <a:cs typeface="Arial"/>
              </a:rPr>
              <a:t>different</a:t>
            </a:r>
            <a:r>
              <a:rPr sz="1400" spc="-65" dirty="0">
                <a:latin typeface="Arial"/>
                <a:cs typeface="Arial"/>
              </a:rPr>
              <a:t> </a:t>
            </a:r>
            <a:r>
              <a:rPr sz="1400" dirty="0">
                <a:latin typeface="Arial"/>
                <a:cs typeface="Arial"/>
              </a:rPr>
              <a:t>bandwidths</a:t>
            </a:r>
            <a:r>
              <a:rPr sz="1400" spc="-35" dirty="0">
                <a:latin typeface="Arial"/>
                <a:cs typeface="Arial"/>
              </a:rPr>
              <a:t> </a:t>
            </a:r>
            <a:r>
              <a:rPr sz="1400" dirty="0">
                <a:latin typeface="Arial"/>
                <a:cs typeface="Arial"/>
              </a:rPr>
              <a:t>to</a:t>
            </a:r>
            <a:r>
              <a:rPr sz="1400" spc="-25" dirty="0">
                <a:latin typeface="Arial"/>
                <a:cs typeface="Arial"/>
              </a:rPr>
              <a:t> </a:t>
            </a:r>
            <a:r>
              <a:rPr sz="1400" dirty="0">
                <a:latin typeface="Arial"/>
                <a:cs typeface="Arial"/>
              </a:rPr>
              <a:t>consider,</a:t>
            </a:r>
            <a:r>
              <a:rPr sz="1400" spc="-55" dirty="0">
                <a:latin typeface="Arial"/>
                <a:cs typeface="Arial"/>
              </a:rPr>
              <a:t> </a:t>
            </a:r>
            <a:r>
              <a:rPr sz="1400" dirty="0">
                <a:latin typeface="Arial"/>
                <a:cs typeface="Arial"/>
              </a:rPr>
              <a:t>depending</a:t>
            </a:r>
            <a:r>
              <a:rPr sz="1400" spc="-55" dirty="0">
                <a:latin typeface="Arial"/>
                <a:cs typeface="Arial"/>
              </a:rPr>
              <a:t> </a:t>
            </a:r>
            <a:r>
              <a:rPr sz="1400" dirty="0">
                <a:latin typeface="Arial"/>
                <a:cs typeface="Arial"/>
              </a:rPr>
              <a:t>on</a:t>
            </a:r>
            <a:r>
              <a:rPr sz="1400" spc="-35" dirty="0">
                <a:latin typeface="Arial"/>
                <a:cs typeface="Arial"/>
              </a:rPr>
              <a:t> </a:t>
            </a:r>
            <a:r>
              <a:rPr sz="1400" dirty="0">
                <a:latin typeface="Arial"/>
                <a:cs typeface="Arial"/>
              </a:rPr>
              <a:t>the</a:t>
            </a:r>
            <a:r>
              <a:rPr sz="1400" spc="-35" dirty="0">
                <a:latin typeface="Arial"/>
                <a:cs typeface="Arial"/>
              </a:rPr>
              <a:t> </a:t>
            </a:r>
            <a:r>
              <a:rPr sz="1400" dirty="0">
                <a:latin typeface="Arial"/>
                <a:cs typeface="Arial"/>
              </a:rPr>
              <a:t>context</a:t>
            </a:r>
            <a:r>
              <a:rPr sz="1400" spc="-40" dirty="0">
                <a:latin typeface="Arial"/>
                <a:cs typeface="Arial"/>
              </a:rPr>
              <a:t> </a:t>
            </a:r>
            <a:r>
              <a:rPr sz="1400" dirty="0">
                <a:latin typeface="Arial"/>
                <a:cs typeface="Arial"/>
              </a:rPr>
              <a:t>of</a:t>
            </a:r>
            <a:r>
              <a:rPr sz="1400" spc="-30" dirty="0">
                <a:latin typeface="Arial"/>
                <a:cs typeface="Arial"/>
              </a:rPr>
              <a:t> </a:t>
            </a:r>
            <a:r>
              <a:rPr sz="1400" dirty="0">
                <a:latin typeface="Arial"/>
                <a:cs typeface="Arial"/>
              </a:rPr>
              <a:t>the</a:t>
            </a:r>
            <a:r>
              <a:rPr sz="1400" spc="-30" dirty="0">
                <a:latin typeface="Arial"/>
                <a:cs typeface="Arial"/>
              </a:rPr>
              <a:t> </a:t>
            </a:r>
            <a:r>
              <a:rPr sz="1400" spc="-10" dirty="0">
                <a:latin typeface="Arial"/>
                <a:cs typeface="Arial"/>
              </a:rPr>
              <a:t>system:</a:t>
            </a:r>
            <a:endParaRPr sz="1400" dirty="0">
              <a:latin typeface="Arial"/>
              <a:cs typeface="Arial"/>
            </a:endParaRPr>
          </a:p>
          <a:p>
            <a:pPr>
              <a:lnSpc>
                <a:spcPct val="100000"/>
              </a:lnSpc>
              <a:spcBef>
                <a:spcPts val="65"/>
              </a:spcBef>
            </a:pPr>
            <a:endParaRPr sz="1400" dirty="0">
              <a:latin typeface="Arial"/>
              <a:cs typeface="Arial"/>
            </a:endParaRPr>
          </a:p>
          <a:p>
            <a:pPr marL="12700">
              <a:lnSpc>
                <a:spcPct val="100000"/>
              </a:lnSpc>
            </a:pPr>
            <a:r>
              <a:rPr sz="1400" b="1" dirty="0">
                <a:latin typeface="Arial"/>
                <a:cs typeface="Arial"/>
              </a:rPr>
              <a:t>Signal</a:t>
            </a:r>
            <a:r>
              <a:rPr sz="1400" b="1" spc="-60" dirty="0">
                <a:latin typeface="Arial"/>
                <a:cs typeface="Arial"/>
              </a:rPr>
              <a:t> </a:t>
            </a:r>
            <a:r>
              <a:rPr sz="1400" b="1" spc="-10" dirty="0">
                <a:latin typeface="Arial"/>
                <a:cs typeface="Arial"/>
              </a:rPr>
              <a:t>Bandwidth</a:t>
            </a:r>
            <a:endParaRPr sz="1400" dirty="0">
              <a:latin typeface="Arial"/>
              <a:cs typeface="Arial"/>
            </a:endParaRPr>
          </a:p>
          <a:p>
            <a:pPr marL="74930" indent="-69850">
              <a:lnSpc>
                <a:spcPct val="100000"/>
              </a:lnSpc>
              <a:spcBef>
                <a:spcPts val="5"/>
              </a:spcBef>
              <a:buSzPct val="92857"/>
              <a:buChar char="•"/>
              <a:tabLst>
                <a:tab pos="74930" algn="l"/>
              </a:tabLst>
            </a:pPr>
            <a:r>
              <a:rPr sz="1400" dirty="0">
                <a:latin typeface="Arial"/>
                <a:cs typeface="Arial"/>
              </a:rPr>
              <a:t>This</a:t>
            </a:r>
            <a:r>
              <a:rPr sz="1400" spc="-30" dirty="0">
                <a:latin typeface="Arial"/>
                <a:cs typeface="Arial"/>
              </a:rPr>
              <a:t> </a:t>
            </a:r>
            <a:r>
              <a:rPr sz="1400" dirty="0">
                <a:latin typeface="Arial"/>
                <a:cs typeface="Arial"/>
              </a:rPr>
              <a:t>is</a:t>
            </a:r>
            <a:r>
              <a:rPr sz="1400" spc="-10" dirty="0">
                <a:latin typeface="Arial"/>
                <a:cs typeface="Arial"/>
              </a:rPr>
              <a:t> </a:t>
            </a:r>
            <a:r>
              <a:rPr sz="1400" dirty="0">
                <a:latin typeface="Arial"/>
                <a:cs typeface="Arial"/>
              </a:rPr>
              <a:t>the</a:t>
            </a:r>
            <a:r>
              <a:rPr sz="1400" spc="-40" dirty="0">
                <a:latin typeface="Arial"/>
                <a:cs typeface="Arial"/>
              </a:rPr>
              <a:t> </a:t>
            </a:r>
            <a:r>
              <a:rPr sz="1400" dirty="0">
                <a:latin typeface="Arial"/>
                <a:cs typeface="Arial"/>
              </a:rPr>
              <a:t>frequency</a:t>
            </a:r>
            <a:r>
              <a:rPr sz="1400" spc="-65" dirty="0">
                <a:latin typeface="Arial"/>
                <a:cs typeface="Arial"/>
              </a:rPr>
              <a:t> </a:t>
            </a:r>
            <a:r>
              <a:rPr sz="1400" dirty="0">
                <a:latin typeface="Arial"/>
                <a:cs typeface="Arial"/>
              </a:rPr>
              <a:t>range</a:t>
            </a:r>
            <a:r>
              <a:rPr sz="1400" spc="-40" dirty="0">
                <a:latin typeface="Arial"/>
                <a:cs typeface="Arial"/>
              </a:rPr>
              <a:t> </a:t>
            </a:r>
            <a:r>
              <a:rPr sz="1400" dirty="0">
                <a:latin typeface="Arial"/>
                <a:cs typeface="Arial"/>
              </a:rPr>
              <a:t>over</a:t>
            </a:r>
            <a:r>
              <a:rPr sz="1400" spc="-5" dirty="0">
                <a:latin typeface="Arial"/>
                <a:cs typeface="Arial"/>
              </a:rPr>
              <a:t> </a:t>
            </a:r>
            <a:r>
              <a:rPr sz="1400" dirty="0">
                <a:latin typeface="Arial"/>
                <a:cs typeface="Arial"/>
              </a:rPr>
              <a:t>which</a:t>
            </a:r>
            <a:r>
              <a:rPr sz="1400" spc="-25" dirty="0">
                <a:latin typeface="Arial"/>
                <a:cs typeface="Arial"/>
              </a:rPr>
              <a:t> </a:t>
            </a:r>
            <a:r>
              <a:rPr sz="1400" dirty="0">
                <a:latin typeface="Arial"/>
                <a:cs typeface="Arial"/>
              </a:rPr>
              <a:t>the</a:t>
            </a:r>
            <a:r>
              <a:rPr sz="1400" spc="-30" dirty="0">
                <a:latin typeface="Arial"/>
                <a:cs typeface="Arial"/>
              </a:rPr>
              <a:t> </a:t>
            </a:r>
            <a:r>
              <a:rPr sz="1400" dirty="0">
                <a:latin typeface="Arial"/>
                <a:cs typeface="Arial"/>
              </a:rPr>
              <a:t>actual</a:t>
            </a:r>
            <a:r>
              <a:rPr sz="1400" spc="-55" dirty="0">
                <a:latin typeface="Arial"/>
                <a:cs typeface="Arial"/>
              </a:rPr>
              <a:t> </a:t>
            </a:r>
            <a:r>
              <a:rPr sz="1400" dirty="0">
                <a:latin typeface="Arial"/>
                <a:cs typeface="Arial"/>
              </a:rPr>
              <a:t>signal</a:t>
            </a:r>
            <a:r>
              <a:rPr sz="1400" spc="-30" dirty="0">
                <a:latin typeface="Arial"/>
                <a:cs typeface="Arial"/>
              </a:rPr>
              <a:t> </a:t>
            </a:r>
            <a:r>
              <a:rPr sz="1400" dirty="0">
                <a:latin typeface="Arial"/>
                <a:cs typeface="Arial"/>
              </a:rPr>
              <a:t>is</a:t>
            </a:r>
            <a:r>
              <a:rPr sz="1400" spc="-15" dirty="0">
                <a:latin typeface="Arial"/>
                <a:cs typeface="Arial"/>
              </a:rPr>
              <a:t> </a:t>
            </a:r>
            <a:r>
              <a:rPr sz="1400" dirty="0">
                <a:latin typeface="Arial"/>
                <a:cs typeface="Arial"/>
              </a:rPr>
              <a:t>transmitted</a:t>
            </a:r>
            <a:r>
              <a:rPr sz="1400" spc="-55" dirty="0">
                <a:latin typeface="Arial"/>
                <a:cs typeface="Arial"/>
              </a:rPr>
              <a:t> </a:t>
            </a:r>
            <a:r>
              <a:rPr sz="1400" dirty="0">
                <a:latin typeface="Arial"/>
                <a:cs typeface="Arial"/>
              </a:rPr>
              <a:t>or</a:t>
            </a:r>
            <a:r>
              <a:rPr sz="1400" spc="-30" dirty="0">
                <a:latin typeface="Arial"/>
                <a:cs typeface="Arial"/>
              </a:rPr>
              <a:t> </a:t>
            </a:r>
            <a:r>
              <a:rPr sz="1400" spc="-10" dirty="0">
                <a:latin typeface="Arial"/>
                <a:cs typeface="Arial"/>
              </a:rPr>
              <a:t>detected.</a:t>
            </a:r>
            <a:endParaRPr sz="1400" dirty="0">
              <a:latin typeface="Arial"/>
              <a:cs typeface="Arial"/>
            </a:endParaRPr>
          </a:p>
          <a:p>
            <a:pPr marL="74930" indent="-69850">
              <a:lnSpc>
                <a:spcPct val="100000"/>
              </a:lnSpc>
              <a:buSzPct val="92857"/>
              <a:buChar char="•"/>
              <a:tabLst>
                <a:tab pos="74930" algn="l"/>
              </a:tabLst>
            </a:pPr>
            <a:r>
              <a:rPr sz="1400" dirty="0">
                <a:latin typeface="Arial"/>
                <a:cs typeface="Arial"/>
              </a:rPr>
              <a:t>If</a:t>
            </a:r>
            <a:r>
              <a:rPr sz="1400" spc="-25" dirty="0">
                <a:latin typeface="Arial"/>
                <a:cs typeface="Arial"/>
              </a:rPr>
              <a:t> </a:t>
            </a:r>
            <a:r>
              <a:rPr sz="1400" dirty="0">
                <a:latin typeface="Arial"/>
                <a:cs typeface="Arial"/>
              </a:rPr>
              <a:t>you are</a:t>
            </a:r>
            <a:r>
              <a:rPr sz="1400" spc="-25" dirty="0">
                <a:latin typeface="Arial"/>
                <a:cs typeface="Arial"/>
              </a:rPr>
              <a:t> </a:t>
            </a:r>
            <a:r>
              <a:rPr sz="1400" dirty="0">
                <a:latin typeface="Arial"/>
                <a:cs typeface="Arial"/>
              </a:rPr>
              <a:t>analyzing</a:t>
            </a:r>
            <a:r>
              <a:rPr sz="1400" spc="-25" dirty="0">
                <a:latin typeface="Arial"/>
                <a:cs typeface="Arial"/>
              </a:rPr>
              <a:t> </a:t>
            </a:r>
            <a:r>
              <a:rPr sz="1400" dirty="0">
                <a:latin typeface="Arial"/>
                <a:cs typeface="Arial"/>
              </a:rPr>
              <a:t>the</a:t>
            </a:r>
            <a:r>
              <a:rPr sz="1400" spc="-40" dirty="0">
                <a:latin typeface="Arial"/>
                <a:cs typeface="Arial"/>
              </a:rPr>
              <a:t> </a:t>
            </a:r>
            <a:r>
              <a:rPr sz="1400" dirty="0">
                <a:latin typeface="Arial"/>
                <a:cs typeface="Arial"/>
              </a:rPr>
              <a:t>noise</a:t>
            </a:r>
            <a:r>
              <a:rPr sz="1400" spc="-25" dirty="0">
                <a:latin typeface="Arial"/>
                <a:cs typeface="Arial"/>
              </a:rPr>
              <a:t> </a:t>
            </a:r>
            <a:r>
              <a:rPr sz="1400" dirty="0">
                <a:latin typeface="Arial"/>
                <a:cs typeface="Arial"/>
              </a:rPr>
              <a:t>in</a:t>
            </a:r>
            <a:r>
              <a:rPr sz="1400" spc="-15" dirty="0">
                <a:latin typeface="Arial"/>
                <a:cs typeface="Arial"/>
              </a:rPr>
              <a:t> </a:t>
            </a:r>
            <a:r>
              <a:rPr sz="1400" dirty="0">
                <a:latin typeface="Arial"/>
                <a:cs typeface="Arial"/>
              </a:rPr>
              <a:t>a</a:t>
            </a:r>
            <a:r>
              <a:rPr sz="1400" spc="-15" dirty="0">
                <a:latin typeface="Arial"/>
                <a:cs typeface="Arial"/>
              </a:rPr>
              <a:t> </a:t>
            </a:r>
            <a:r>
              <a:rPr sz="1400" spc="-10" dirty="0">
                <a:latin typeface="Arial"/>
                <a:cs typeface="Arial"/>
              </a:rPr>
              <a:t>communication</a:t>
            </a:r>
            <a:r>
              <a:rPr sz="1400" spc="-50" dirty="0">
                <a:latin typeface="Arial"/>
                <a:cs typeface="Arial"/>
              </a:rPr>
              <a:t> </a:t>
            </a:r>
            <a:r>
              <a:rPr sz="1400" dirty="0">
                <a:latin typeface="Arial"/>
                <a:cs typeface="Arial"/>
              </a:rPr>
              <a:t>system,</a:t>
            </a:r>
            <a:r>
              <a:rPr sz="1400" spc="-20" dirty="0">
                <a:latin typeface="Arial"/>
                <a:cs typeface="Arial"/>
              </a:rPr>
              <a:t> </a:t>
            </a:r>
            <a:r>
              <a:rPr sz="1400" dirty="0">
                <a:latin typeface="Arial"/>
                <a:cs typeface="Arial"/>
              </a:rPr>
              <a:t>the</a:t>
            </a:r>
            <a:r>
              <a:rPr sz="1400" spc="-35" dirty="0">
                <a:latin typeface="Arial"/>
                <a:cs typeface="Arial"/>
              </a:rPr>
              <a:t> </a:t>
            </a:r>
            <a:r>
              <a:rPr sz="1400" dirty="0">
                <a:latin typeface="Arial"/>
                <a:cs typeface="Arial"/>
              </a:rPr>
              <a:t>signal</a:t>
            </a:r>
            <a:r>
              <a:rPr sz="1400" spc="-25" dirty="0">
                <a:latin typeface="Arial"/>
                <a:cs typeface="Arial"/>
              </a:rPr>
              <a:t> </a:t>
            </a:r>
            <a:r>
              <a:rPr sz="1400" dirty="0">
                <a:latin typeface="Arial"/>
                <a:cs typeface="Arial"/>
              </a:rPr>
              <a:t>bandwidth</a:t>
            </a:r>
            <a:r>
              <a:rPr sz="1400" spc="-40" dirty="0">
                <a:latin typeface="Arial"/>
                <a:cs typeface="Arial"/>
              </a:rPr>
              <a:t> </a:t>
            </a:r>
            <a:r>
              <a:rPr sz="1400" dirty="0">
                <a:latin typeface="Arial"/>
                <a:cs typeface="Arial"/>
              </a:rPr>
              <a:t>is</a:t>
            </a:r>
            <a:r>
              <a:rPr sz="1400" spc="-5" dirty="0">
                <a:latin typeface="Arial"/>
                <a:cs typeface="Arial"/>
              </a:rPr>
              <a:t> </a:t>
            </a:r>
            <a:r>
              <a:rPr sz="1400" dirty="0">
                <a:latin typeface="Arial"/>
                <a:cs typeface="Arial"/>
              </a:rPr>
              <a:t>often</a:t>
            </a:r>
            <a:r>
              <a:rPr sz="1400" spc="-35" dirty="0">
                <a:latin typeface="Arial"/>
                <a:cs typeface="Arial"/>
              </a:rPr>
              <a:t> </a:t>
            </a:r>
            <a:r>
              <a:rPr sz="1400" dirty="0">
                <a:latin typeface="Arial"/>
                <a:cs typeface="Arial"/>
              </a:rPr>
              <a:t>used</a:t>
            </a:r>
            <a:r>
              <a:rPr sz="1400" spc="-40" dirty="0">
                <a:latin typeface="Arial"/>
                <a:cs typeface="Arial"/>
              </a:rPr>
              <a:t> </a:t>
            </a:r>
            <a:r>
              <a:rPr sz="1400" dirty="0">
                <a:latin typeface="Arial"/>
                <a:cs typeface="Arial"/>
              </a:rPr>
              <a:t>as</a:t>
            </a:r>
            <a:r>
              <a:rPr sz="1400" spc="-20" dirty="0">
                <a:latin typeface="Arial"/>
                <a:cs typeface="Arial"/>
              </a:rPr>
              <a:t> </a:t>
            </a:r>
            <a:r>
              <a:rPr sz="1400" spc="-25" dirty="0">
                <a:latin typeface="Arial"/>
                <a:cs typeface="Arial"/>
              </a:rPr>
              <a:t>Δf</a:t>
            </a:r>
            <a:endParaRPr sz="1400" dirty="0">
              <a:latin typeface="Arial"/>
              <a:cs typeface="Arial"/>
            </a:endParaRPr>
          </a:p>
          <a:p>
            <a:pPr marL="74930" indent="-69850">
              <a:lnSpc>
                <a:spcPct val="100000"/>
              </a:lnSpc>
              <a:buSzPct val="92857"/>
              <a:buFont typeface="Arial"/>
              <a:buChar char="•"/>
              <a:tabLst>
                <a:tab pos="74930" algn="l"/>
              </a:tabLst>
            </a:pPr>
            <a:r>
              <a:rPr sz="1400" b="1" dirty="0">
                <a:latin typeface="Arial"/>
                <a:cs typeface="Arial"/>
              </a:rPr>
              <a:t>Example</a:t>
            </a:r>
            <a:r>
              <a:rPr sz="1400" dirty="0">
                <a:latin typeface="Arial"/>
                <a:cs typeface="Arial"/>
              </a:rPr>
              <a:t>:</a:t>
            </a:r>
            <a:r>
              <a:rPr sz="1400" spc="-50" dirty="0">
                <a:latin typeface="Arial"/>
                <a:cs typeface="Arial"/>
              </a:rPr>
              <a:t> </a:t>
            </a:r>
            <a:r>
              <a:rPr sz="1400" dirty="0">
                <a:latin typeface="Arial"/>
                <a:cs typeface="Arial"/>
              </a:rPr>
              <a:t>For</a:t>
            </a:r>
            <a:r>
              <a:rPr sz="1400" spc="-30" dirty="0">
                <a:latin typeface="Arial"/>
                <a:cs typeface="Arial"/>
              </a:rPr>
              <a:t> </a:t>
            </a:r>
            <a:r>
              <a:rPr sz="1400" dirty="0">
                <a:latin typeface="Arial"/>
                <a:cs typeface="Arial"/>
              </a:rPr>
              <a:t>a</a:t>
            </a:r>
            <a:r>
              <a:rPr sz="1400" spc="-20" dirty="0">
                <a:latin typeface="Arial"/>
                <a:cs typeface="Arial"/>
              </a:rPr>
              <a:t> </a:t>
            </a:r>
            <a:r>
              <a:rPr sz="1400" dirty="0">
                <a:latin typeface="Arial"/>
                <a:cs typeface="Arial"/>
              </a:rPr>
              <a:t>radio</a:t>
            </a:r>
            <a:r>
              <a:rPr sz="1400" spc="-35" dirty="0">
                <a:latin typeface="Arial"/>
                <a:cs typeface="Arial"/>
              </a:rPr>
              <a:t> </a:t>
            </a:r>
            <a:r>
              <a:rPr sz="1400" dirty="0">
                <a:latin typeface="Arial"/>
                <a:cs typeface="Arial"/>
              </a:rPr>
              <a:t>signal</a:t>
            </a:r>
            <a:r>
              <a:rPr sz="1400" spc="-40" dirty="0">
                <a:latin typeface="Arial"/>
                <a:cs typeface="Arial"/>
              </a:rPr>
              <a:t> </a:t>
            </a:r>
            <a:r>
              <a:rPr sz="1400" dirty="0">
                <a:latin typeface="Arial"/>
                <a:cs typeface="Arial"/>
              </a:rPr>
              <a:t>modulated</a:t>
            </a:r>
            <a:r>
              <a:rPr sz="1400" spc="-55" dirty="0">
                <a:latin typeface="Arial"/>
                <a:cs typeface="Arial"/>
              </a:rPr>
              <a:t> </a:t>
            </a:r>
            <a:r>
              <a:rPr sz="1400" dirty="0">
                <a:latin typeface="Arial"/>
                <a:cs typeface="Arial"/>
              </a:rPr>
              <a:t>over</a:t>
            </a:r>
            <a:r>
              <a:rPr sz="1400" spc="-20" dirty="0">
                <a:latin typeface="Arial"/>
                <a:cs typeface="Arial"/>
              </a:rPr>
              <a:t> </a:t>
            </a:r>
            <a:r>
              <a:rPr sz="1400" dirty="0">
                <a:latin typeface="Arial"/>
                <a:cs typeface="Arial"/>
              </a:rPr>
              <a:t>a</a:t>
            </a:r>
            <a:r>
              <a:rPr sz="1400" spc="-20" dirty="0">
                <a:latin typeface="Arial"/>
                <a:cs typeface="Arial"/>
              </a:rPr>
              <a:t> </a:t>
            </a:r>
            <a:r>
              <a:rPr sz="1400" dirty="0">
                <a:latin typeface="Arial"/>
                <a:cs typeface="Arial"/>
              </a:rPr>
              <a:t>frequency</a:t>
            </a:r>
            <a:r>
              <a:rPr sz="1400" spc="-50" dirty="0">
                <a:latin typeface="Arial"/>
                <a:cs typeface="Arial"/>
              </a:rPr>
              <a:t> </a:t>
            </a:r>
            <a:r>
              <a:rPr sz="1400" dirty="0">
                <a:latin typeface="Arial"/>
                <a:cs typeface="Arial"/>
              </a:rPr>
              <a:t>range</a:t>
            </a:r>
            <a:r>
              <a:rPr sz="1400" spc="-40" dirty="0">
                <a:latin typeface="Arial"/>
                <a:cs typeface="Arial"/>
              </a:rPr>
              <a:t> </a:t>
            </a:r>
            <a:r>
              <a:rPr sz="1400" dirty="0">
                <a:latin typeface="Arial"/>
                <a:cs typeface="Arial"/>
              </a:rPr>
              <a:t>of</a:t>
            </a:r>
            <a:r>
              <a:rPr sz="1400" spc="-25" dirty="0">
                <a:latin typeface="Arial"/>
                <a:cs typeface="Arial"/>
              </a:rPr>
              <a:t> </a:t>
            </a:r>
            <a:r>
              <a:rPr sz="1400" dirty="0">
                <a:latin typeface="Arial"/>
                <a:cs typeface="Arial"/>
              </a:rPr>
              <a:t>10</a:t>
            </a:r>
            <a:r>
              <a:rPr sz="1400" spc="-25" dirty="0">
                <a:latin typeface="Arial"/>
                <a:cs typeface="Arial"/>
              </a:rPr>
              <a:t> </a:t>
            </a:r>
            <a:r>
              <a:rPr sz="1400" dirty="0">
                <a:latin typeface="Arial"/>
                <a:cs typeface="Arial"/>
              </a:rPr>
              <a:t>kHz,</a:t>
            </a:r>
            <a:r>
              <a:rPr sz="1400" spc="-35" dirty="0">
                <a:latin typeface="Arial"/>
                <a:cs typeface="Arial"/>
              </a:rPr>
              <a:t> </a:t>
            </a:r>
            <a:r>
              <a:rPr sz="1400" dirty="0">
                <a:latin typeface="Arial"/>
                <a:cs typeface="Arial"/>
              </a:rPr>
              <a:t>the</a:t>
            </a:r>
            <a:r>
              <a:rPr sz="1400" spc="-35" dirty="0">
                <a:latin typeface="Arial"/>
                <a:cs typeface="Arial"/>
              </a:rPr>
              <a:t> </a:t>
            </a:r>
            <a:r>
              <a:rPr sz="1400" dirty="0">
                <a:latin typeface="Arial"/>
                <a:cs typeface="Arial"/>
              </a:rPr>
              <a:t>signal</a:t>
            </a:r>
            <a:r>
              <a:rPr sz="1400" spc="-30" dirty="0">
                <a:latin typeface="Arial"/>
                <a:cs typeface="Arial"/>
              </a:rPr>
              <a:t> </a:t>
            </a:r>
            <a:r>
              <a:rPr sz="1400" dirty="0">
                <a:latin typeface="Arial"/>
                <a:cs typeface="Arial"/>
              </a:rPr>
              <a:t>bandwidth</a:t>
            </a:r>
            <a:r>
              <a:rPr sz="1400" spc="-40" dirty="0">
                <a:latin typeface="Arial"/>
                <a:cs typeface="Arial"/>
              </a:rPr>
              <a:t> </a:t>
            </a:r>
            <a:r>
              <a:rPr sz="1400" dirty="0">
                <a:latin typeface="Arial"/>
                <a:cs typeface="Arial"/>
              </a:rPr>
              <a:t>is</a:t>
            </a:r>
            <a:r>
              <a:rPr sz="1400" spc="-10" dirty="0">
                <a:latin typeface="Arial"/>
                <a:cs typeface="Arial"/>
              </a:rPr>
              <a:t> Δf=10</a:t>
            </a:r>
            <a:r>
              <a:rPr sz="1400" spc="-114" dirty="0">
                <a:latin typeface="Arial"/>
                <a:cs typeface="Arial"/>
              </a:rPr>
              <a:t> </a:t>
            </a:r>
            <a:r>
              <a:rPr sz="1400" spc="-25" dirty="0">
                <a:latin typeface="Arial"/>
                <a:cs typeface="Arial"/>
              </a:rPr>
              <a:t>kHz</a:t>
            </a:r>
            <a:endParaRPr sz="1400" dirty="0">
              <a:latin typeface="Arial"/>
              <a:cs typeface="Arial"/>
            </a:endParaRPr>
          </a:p>
          <a:p>
            <a:pPr>
              <a:lnSpc>
                <a:spcPct val="100000"/>
              </a:lnSpc>
              <a:spcBef>
                <a:spcPts val="65"/>
              </a:spcBef>
              <a:buFont typeface="Arial"/>
              <a:buChar char="•"/>
            </a:pPr>
            <a:endParaRPr sz="1400" dirty="0">
              <a:latin typeface="Arial"/>
              <a:cs typeface="Arial"/>
            </a:endParaRPr>
          </a:p>
          <a:p>
            <a:pPr marL="12700">
              <a:lnSpc>
                <a:spcPct val="100000"/>
              </a:lnSpc>
              <a:spcBef>
                <a:spcPts val="5"/>
              </a:spcBef>
            </a:pPr>
            <a:r>
              <a:rPr sz="1400" b="1" dirty="0">
                <a:latin typeface="Arial"/>
                <a:cs typeface="Arial"/>
              </a:rPr>
              <a:t>Amplifier</a:t>
            </a:r>
            <a:r>
              <a:rPr sz="1400" b="1" spc="-70" dirty="0">
                <a:latin typeface="Arial"/>
                <a:cs typeface="Arial"/>
              </a:rPr>
              <a:t> </a:t>
            </a:r>
            <a:r>
              <a:rPr sz="1400" b="1" spc="-10" dirty="0">
                <a:latin typeface="Arial"/>
                <a:cs typeface="Arial"/>
              </a:rPr>
              <a:t>Bandwidth</a:t>
            </a:r>
            <a:endParaRPr sz="1400" dirty="0">
              <a:latin typeface="Arial"/>
              <a:cs typeface="Arial"/>
            </a:endParaRPr>
          </a:p>
          <a:p>
            <a:pPr marL="12700" marR="236220" indent="-7620">
              <a:lnSpc>
                <a:spcPct val="100000"/>
              </a:lnSpc>
              <a:buSzPct val="92857"/>
              <a:buChar char="•"/>
              <a:tabLst>
                <a:tab pos="74930" algn="l"/>
              </a:tabLst>
            </a:pPr>
            <a:r>
              <a:rPr sz="1400" dirty="0">
                <a:latin typeface="Arial"/>
                <a:cs typeface="Arial"/>
              </a:rPr>
              <a:t>	In</a:t>
            </a:r>
            <a:r>
              <a:rPr sz="1400" spc="-35" dirty="0">
                <a:latin typeface="Arial"/>
                <a:cs typeface="Arial"/>
              </a:rPr>
              <a:t> </a:t>
            </a:r>
            <a:r>
              <a:rPr sz="1400" dirty="0">
                <a:latin typeface="Arial"/>
                <a:cs typeface="Arial"/>
              </a:rPr>
              <a:t>systems</a:t>
            </a:r>
            <a:r>
              <a:rPr sz="1400" spc="-30" dirty="0">
                <a:latin typeface="Arial"/>
                <a:cs typeface="Arial"/>
              </a:rPr>
              <a:t> </a:t>
            </a:r>
            <a:r>
              <a:rPr sz="1400" dirty="0">
                <a:latin typeface="Arial"/>
                <a:cs typeface="Arial"/>
              </a:rPr>
              <a:t>where</a:t>
            </a:r>
            <a:r>
              <a:rPr sz="1400" spc="-35" dirty="0">
                <a:latin typeface="Arial"/>
                <a:cs typeface="Arial"/>
              </a:rPr>
              <a:t> </a:t>
            </a:r>
            <a:r>
              <a:rPr sz="1400" dirty="0">
                <a:latin typeface="Arial"/>
                <a:cs typeface="Arial"/>
              </a:rPr>
              <a:t>an</a:t>
            </a:r>
            <a:r>
              <a:rPr sz="1400" spc="-25" dirty="0">
                <a:latin typeface="Arial"/>
                <a:cs typeface="Arial"/>
              </a:rPr>
              <a:t> </a:t>
            </a:r>
            <a:r>
              <a:rPr sz="1400" b="1" dirty="0">
                <a:latin typeface="Arial"/>
                <a:cs typeface="Arial"/>
              </a:rPr>
              <a:t>amplifier</a:t>
            </a:r>
            <a:r>
              <a:rPr sz="1400" b="1" spc="-45" dirty="0">
                <a:latin typeface="Arial"/>
                <a:cs typeface="Arial"/>
              </a:rPr>
              <a:t> </a:t>
            </a:r>
            <a:r>
              <a:rPr sz="1400" dirty="0">
                <a:latin typeface="Arial"/>
                <a:cs typeface="Arial"/>
              </a:rPr>
              <a:t>(e.g.,</a:t>
            </a:r>
            <a:r>
              <a:rPr sz="1400" spc="-55" dirty="0">
                <a:latin typeface="Arial"/>
                <a:cs typeface="Arial"/>
              </a:rPr>
              <a:t> </a:t>
            </a:r>
            <a:r>
              <a:rPr sz="1400" dirty="0">
                <a:latin typeface="Arial"/>
                <a:cs typeface="Arial"/>
              </a:rPr>
              <a:t>a</a:t>
            </a:r>
            <a:r>
              <a:rPr sz="1400" spc="-35" dirty="0">
                <a:latin typeface="Arial"/>
                <a:cs typeface="Arial"/>
              </a:rPr>
              <a:t> </a:t>
            </a:r>
            <a:r>
              <a:rPr sz="1400" dirty="0">
                <a:latin typeface="Arial"/>
                <a:cs typeface="Arial"/>
              </a:rPr>
              <a:t>TIA,</a:t>
            </a:r>
            <a:r>
              <a:rPr sz="1400" spc="-30" dirty="0">
                <a:latin typeface="Arial"/>
                <a:cs typeface="Arial"/>
              </a:rPr>
              <a:t> </a:t>
            </a:r>
            <a:r>
              <a:rPr sz="1400" dirty="0">
                <a:latin typeface="Arial"/>
                <a:cs typeface="Arial"/>
              </a:rPr>
              <a:t>voltage</a:t>
            </a:r>
            <a:r>
              <a:rPr sz="1400" spc="-25" dirty="0">
                <a:latin typeface="Arial"/>
                <a:cs typeface="Arial"/>
              </a:rPr>
              <a:t> </a:t>
            </a:r>
            <a:r>
              <a:rPr sz="1400" dirty="0">
                <a:latin typeface="Arial"/>
                <a:cs typeface="Arial"/>
              </a:rPr>
              <a:t>amplifier,</a:t>
            </a:r>
            <a:r>
              <a:rPr sz="1400" spc="-50" dirty="0">
                <a:latin typeface="Arial"/>
                <a:cs typeface="Arial"/>
              </a:rPr>
              <a:t> </a:t>
            </a:r>
            <a:r>
              <a:rPr sz="1400" dirty="0">
                <a:latin typeface="Arial"/>
                <a:cs typeface="Arial"/>
              </a:rPr>
              <a:t>or</a:t>
            </a:r>
            <a:r>
              <a:rPr sz="1400" spc="-35" dirty="0">
                <a:latin typeface="Arial"/>
                <a:cs typeface="Arial"/>
              </a:rPr>
              <a:t> </a:t>
            </a:r>
            <a:r>
              <a:rPr sz="1400" dirty="0">
                <a:latin typeface="Arial"/>
                <a:cs typeface="Arial"/>
              </a:rPr>
              <a:t>operational</a:t>
            </a:r>
            <a:r>
              <a:rPr sz="1400" spc="-60" dirty="0">
                <a:latin typeface="Arial"/>
                <a:cs typeface="Arial"/>
              </a:rPr>
              <a:t> </a:t>
            </a:r>
            <a:r>
              <a:rPr sz="1400" dirty="0">
                <a:latin typeface="Arial"/>
                <a:cs typeface="Arial"/>
              </a:rPr>
              <a:t>amplifier)</a:t>
            </a:r>
            <a:r>
              <a:rPr sz="1400" spc="-45" dirty="0">
                <a:latin typeface="Arial"/>
                <a:cs typeface="Arial"/>
              </a:rPr>
              <a:t> </a:t>
            </a:r>
            <a:r>
              <a:rPr sz="1400" dirty="0">
                <a:latin typeface="Arial"/>
                <a:cs typeface="Arial"/>
              </a:rPr>
              <a:t>is</a:t>
            </a:r>
            <a:r>
              <a:rPr sz="1400" spc="-15" dirty="0">
                <a:latin typeface="Arial"/>
                <a:cs typeface="Arial"/>
              </a:rPr>
              <a:t> </a:t>
            </a:r>
            <a:r>
              <a:rPr sz="1400" dirty="0">
                <a:latin typeface="Arial"/>
                <a:cs typeface="Arial"/>
              </a:rPr>
              <a:t>present,</a:t>
            </a:r>
            <a:r>
              <a:rPr sz="1400" spc="-55" dirty="0">
                <a:latin typeface="Arial"/>
                <a:cs typeface="Arial"/>
              </a:rPr>
              <a:t> </a:t>
            </a:r>
            <a:r>
              <a:rPr sz="1400" dirty="0">
                <a:latin typeface="Arial"/>
                <a:cs typeface="Arial"/>
              </a:rPr>
              <a:t>the</a:t>
            </a:r>
            <a:r>
              <a:rPr sz="1400" spc="-45" dirty="0">
                <a:latin typeface="Arial"/>
                <a:cs typeface="Arial"/>
              </a:rPr>
              <a:t> </a:t>
            </a:r>
            <a:r>
              <a:rPr sz="1400" dirty="0">
                <a:latin typeface="Arial"/>
                <a:cs typeface="Arial"/>
              </a:rPr>
              <a:t>bandwidth</a:t>
            </a:r>
            <a:r>
              <a:rPr sz="1400" spc="-35" dirty="0">
                <a:latin typeface="Arial"/>
                <a:cs typeface="Arial"/>
              </a:rPr>
              <a:t> </a:t>
            </a:r>
            <a:r>
              <a:rPr sz="1400" dirty="0">
                <a:latin typeface="Arial"/>
                <a:cs typeface="Arial"/>
              </a:rPr>
              <a:t>of</a:t>
            </a:r>
            <a:r>
              <a:rPr sz="1400" spc="-30" dirty="0">
                <a:latin typeface="Arial"/>
                <a:cs typeface="Arial"/>
              </a:rPr>
              <a:t> </a:t>
            </a:r>
            <a:r>
              <a:rPr sz="1400" dirty="0">
                <a:latin typeface="Arial"/>
                <a:cs typeface="Arial"/>
              </a:rPr>
              <a:t>the</a:t>
            </a:r>
            <a:r>
              <a:rPr sz="1400" spc="-35" dirty="0">
                <a:latin typeface="Arial"/>
                <a:cs typeface="Arial"/>
              </a:rPr>
              <a:t> </a:t>
            </a:r>
            <a:r>
              <a:rPr sz="1400" dirty="0">
                <a:latin typeface="Arial"/>
                <a:cs typeface="Arial"/>
              </a:rPr>
              <a:t>amplifier</a:t>
            </a:r>
            <a:r>
              <a:rPr sz="1400" spc="-40" dirty="0">
                <a:latin typeface="Arial"/>
                <a:cs typeface="Arial"/>
              </a:rPr>
              <a:t> </a:t>
            </a:r>
            <a:r>
              <a:rPr sz="1400" dirty="0">
                <a:latin typeface="Arial"/>
                <a:cs typeface="Arial"/>
              </a:rPr>
              <a:t>limits</a:t>
            </a:r>
            <a:r>
              <a:rPr sz="1400" spc="-30" dirty="0">
                <a:latin typeface="Arial"/>
                <a:cs typeface="Arial"/>
              </a:rPr>
              <a:t> </a:t>
            </a:r>
            <a:r>
              <a:rPr sz="1400" dirty="0">
                <a:latin typeface="Arial"/>
                <a:cs typeface="Arial"/>
              </a:rPr>
              <a:t>the</a:t>
            </a:r>
            <a:r>
              <a:rPr sz="1400" spc="-45" dirty="0">
                <a:latin typeface="Arial"/>
                <a:cs typeface="Arial"/>
              </a:rPr>
              <a:t> </a:t>
            </a:r>
            <a:r>
              <a:rPr sz="1400" dirty="0">
                <a:latin typeface="Arial"/>
                <a:cs typeface="Arial"/>
              </a:rPr>
              <a:t>range</a:t>
            </a:r>
            <a:r>
              <a:rPr sz="1400" spc="-45" dirty="0">
                <a:latin typeface="Arial"/>
                <a:cs typeface="Arial"/>
              </a:rPr>
              <a:t> </a:t>
            </a:r>
            <a:r>
              <a:rPr sz="1400" spc="-25" dirty="0">
                <a:latin typeface="Arial"/>
                <a:cs typeface="Arial"/>
              </a:rPr>
              <a:t>of </a:t>
            </a:r>
            <a:r>
              <a:rPr sz="1400" dirty="0">
                <a:latin typeface="Arial"/>
                <a:cs typeface="Arial"/>
              </a:rPr>
              <a:t>frequencies</a:t>
            </a:r>
            <a:r>
              <a:rPr sz="1400" spc="-65" dirty="0">
                <a:latin typeface="Arial"/>
                <a:cs typeface="Arial"/>
              </a:rPr>
              <a:t> </a:t>
            </a:r>
            <a:r>
              <a:rPr sz="1400" dirty="0">
                <a:latin typeface="Arial"/>
                <a:cs typeface="Arial"/>
              </a:rPr>
              <a:t>over</a:t>
            </a:r>
            <a:r>
              <a:rPr sz="1400" spc="-15" dirty="0">
                <a:latin typeface="Arial"/>
                <a:cs typeface="Arial"/>
              </a:rPr>
              <a:t> </a:t>
            </a:r>
            <a:r>
              <a:rPr sz="1400" dirty="0">
                <a:latin typeface="Arial"/>
                <a:cs typeface="Arial"/>
              </a:rPr>
              <a:t>which</a:t>
            </a:r>
            <a:r>
              <a:rPr sz="1400" spc="-25" dirty="0">
                <a:latin typeface="Arial"/>
                <a:cs typeface="Arial"/>
              </a:rPr>
              <a:t> </a:t>
            </a:r>
            <a:r>
              <a:rPr sz="1400" dirty="0">
                <a:latin typeface="Arial"/>
                <a:cs typeface="Arial"/>
              </a:rPr>
              <a:t>noise</a:t>
            </a:r>
            <a:r>
              <a:rPr sz="1400" spc="-50" dirty="0">
                <a:latin typeface="Arial"/>
                <a:cs typeface="Arial"/>
              </a:rPr>
              <a:t> </a:t>
            </a:r>
            <a:r>
              <a:rPr sz="1400" dirty="0">
                <a:latin typeface="Arial"/>
                <a:cs typeface="Arial"/>
              </a:rPr>
              <a:t>can</a:t>
            </a:r>
            <a:r>
              <a:rPr sz="1400" spc="-35" dirty="0">
                <a:latin typeface="Arial"/>
                <a:cs typeface="Arial"/>
              </a:rPr>
              <a:t> </a:t>
            </a:r>
            <a:r>
              <a:rPr sz="1400" dirty="0">
                <a:latin typeface="Arial"/>
                <a:cs typeface="Arial"/>
              </a:rPr>
              <a:t>be</a:t>
            </a:r>
            <a:r>
              <a:rPr sz="1400" spc="-25" dirty="0">
                <a:latin typeface="Arial"/>
                <a:cs typeface="Arial"/>
              </a:rPr>
              <a:t> </a:t>
            </a:r>
            <a:r>
              <a:rPr sz="1400" spc="-10" dirty="0">
                <a:latin typeface="Arial"/>
                <a:cs typeface="Arial"/>
              </a:rPr>
              <a:t>amplified.</a:t>
            </a:r>
            <a:endParaRPr sz="1400" dirty="0">
              <a:latin typeface="Arial"/>
              <a:cs typeface="Arial"/>
            </a:endParaRPr>
          </a:p>
          <a:p>
            <a:pPr marL="74930" indent="-69850">
              <a:lnSpc>
                <a:spcPct val="100000"/>
              </a:lnSpc>
              <a:buSzPct val="92857"/>
              <a:buChar char="•"/>
              <a:tabLst>
                <a:tab pos="74930" algn="l"/>
              </a:tabLst>
            </a:pPr>
            <a:r>
              <a:rPr sz="1400" dirty="0">
                <a:latin typeface="Arial"/>
                <a:cs typeface="Arial"/>
              </a:rPr>
              <a:t>The</a:t>
            </a:r>
            <a:r>
              <a:rPr sz="1400" spc="-35" dirty="0">
                <a:latin typeface="Arial"/>
                <a:cs typeface="Arial"/>
              </a:rPr>
              <a:t> </a:t>
            </a:r>
            <a:r>
              <a:rPr sz="1400" dirty="0">
                <a:latin typeface="Arial"/>
                <a:cs typeface="Arial"/>
              </a:rPr>
              <a:t>amplifier</a:t>
            </a:r>
            <a:r>
              <a:rPr sz="1400" spc="-40" dirty="0">
                <a:latin typeface="Arial"/>
                <a:cs typeface="Arial"/>
              </a:rPr>
              <a:t> </a:t>
            </a:r>
            <a:r>
              <a:rPr sz="1400" dirty="0">
                <a:latin typeface="Arial"/>
                <a:cs typeface="Arial"/>
              </a:rPr>
              <a:t>bandwidth,</a:t>
            </a:r>
            <a:r>
              <a:rPr sz="1400" spc="-40" dirty="0">
                <a:latin typeface="Arial"/>
                <a:cs typeface="Arial"/>
              </a:rPr>
              <a:t> </a:t>
            </a:r>
            <a:r>
              <a:rPr sz="1400" dirty="0">
                <a:latin typeface="Arial"/>
                <a:cs typeface="Arial"/>
              </a:rPr>
              <a:t>typically</a:t>
            </a:r>
            <a:r>
              <a:rPr sz="1400" spc="-25" dirty="0">
                <a:latin typeface="Arial"/>
                <a:cs typeface="Arial"/>
              </a:rPr>
              <a:t> </a:t>
            </a:r>
            <a:r>
              <a:rPr sz="1400" dirty="0">
                <a:latin typeface="Arial"/>
                <a:cs typeface="Arial"/>
              </a:rPr>
              <a:t>specified</a:t>
            </a:r>
            <a:r>
              <a:rPr sz="1400" spc="-55" dirty="0">
                <a:latin typeface="Arial"/>
                <a:cs typeface="Arial"/>
              </a:rPr>
              <a:t> </a:t>
            </a:r>
            <a:r>
              <a:rPr sz="1400" dirty="0">
                <a:latin typeface="Arial"/>
                <a:cs typeface="Arial"/>
              </a:rPr>
              <a:t>as</a:t>
            </a:r>
            <a:r>
              <a:rPr sz="1400" spc="-30" dirty="0">
                <a:latin typeface="Arial"/>
                <a:cs typeface="Arial"/>
              </a:rPr>
              <a:t> </a:t>
            </a:r>
            <a:r>
              <a:rPr sz="1400" dirty="0">
                <a:latin typeface="Arial"/>
                <a:cs typeface="Arial"/>
              </a:rPr>
              <a:t>the</a:t>
            </a:r>
            <a:r>
              <a:rPr sz="1400" spc="-40" dirty="0">
                <a:latin typeface="Arial"/>
                <a:cs typeface="Arial"/>
              </a:rPr>
              <a:t> </a:t>
            </a:r>
            <a:r>
              <a:rPr sz="1400" b="1" dirty="0">
                <a:latin typeface="Arial"/>
                <a:cs typeface="Arial"/>
              </a:rPr>
              <a:t>-3</a:t>
            </a:r>
            <a:r>
              <a:rPr sz="1400" b="1" spc="-25" dirty="0">
                <a:latin typeface="Arial"/>
                <a:cs typeface="Arial"/>
              </a:rPr>
              <a:t> </a:t>
            </a:r>
            <a:r>
              <a:rPr sz="1400" b="1" dirty="0">
                <a:latin typeface="Arial"/>
                <a:cs typeface="Arial"/>
              </a:rPr>
              <a:t>dB</a:t>
            </a:r>
            <a:r>
              <a:rPr sz="1400" b="1" spc="-25" dirty="0">
                <a:latin typeface="Arial"/>
                <a:cs typeface="Arial"/>
              </a:rPr>
              <a:t> </a:t>
            </a:r>
            <a:r>
              <a:rPr sz="1400" b="1" dirty="0">
                <a:latin typeface="Arial"/>
                <a:cs typeface="Arial"/>
              </a:rPr>
              <a:t>bandwidth</a:t>
            </a:r>
            <a:r>
              <a:rPr sz="1400" dirty="0">
                <a:latin typeface="Arial"/>
                <a:cs typeface="Arial"/>
              </a:rPr>
              <a:t>,</a:t>
            </a:r>
            <a:r>
              <a:rPr sz="1400" spc="-60" dirty="0">
                <a:latin typeface="Arial"/>
                <a:cs typeface="Arial"/>
              </a:rPr>
              <a:t> </a:t>
            </a:r>
            <a:r>
              <a:rPr sz="1400" dirty="0">
                <a:latin typeface="Arial"/>
                <a:cs typeface="Arial"/>
              </a:rPr>
              <a:t>is</a:t>
            </a:r>
            <a:r>
              <a:rPr sz="1400" spc="-15" dirty="0">
                <a:latin typeface="Arial"/>
                <a:cs typeface="Arial"/>
              </a:rPr>
              <a:t> </a:t>
            </a:r>
            <a:r>
              <a:rPr sz="1400" dirty="0">
                <a:latin typeface="Arial"/>
                <a:cs typeface="Arial"/>
              </a:rPr>
              <a:t>often</a:t>
            </a:r>
            <a:r>
              <a:rPr sz="1400" spc="-55" dirty="0">
                <a:latin typeface="Arial"/>
                <a:cs typeface="Arial"/>
              </a:rPr>
              <a:t> </a:t>
            </a:r>
            <a:r>
              <a:rPr sz="1400" dirty="0">
                <a:latin typeface="Arial"/>
                <a:cs typeface="Arial"/>
              </a:rPr>
              <a:t>used</a:t>
            </a:r>
            <a:r>
              <a:rPr sz="1400" spc="-30" dirty="0">
                <a:latin typeface="Arial"/>
                <a:cs typeface="Arial"/>
              </a:rPr>
              <a:t> </a:t>
            </a:r>
            <a:r>
              <a:rPr sz="1400" dirty="0">
                <a:latin typeface="Arial"/>
                <a:cs typeface="Arial"/>
              </a:rPr>
              <a:t>as</a:t>
            </a:r>
            <a:r>
              <a:rPr sz="1400" spc="-30" dirty="0">
                <a:latin typeface="Arial"/>
                <a:cs typeface="Arial"/>
              </a:rPr>
              <a:t> </a:t>
            </a:r>
            <a:r>
              <a:rPr sz="1400" dirty="0">
                <a:latin typeface="Arial"/>
                <a:cs typeface="Arial"/>
              </a:rPr>
              <a:t>Δf</a:t>
            </a:r>
            <a:r>
              <a:rPr sz="1400" spc="-10" dirty="0">
                <a:latin typeface="Arial"/>
                <a:cs typeface="Arial"/>
              </a:rPr>
              <a:t> </a:t>
            </a:r>
            <a:r>
              <a:rPr sz="1400" dirty="0">
                <a:latin typeface="Arial"/>
                <a:cs typeface="Arial"/>
              </a:rPr>
              <a:t>in</a:t>
            </a:r>
            <a:r>
              <a:rPr sz="1400" spc="-25" dirty="0">
                <a:latin typeface="Arial"/>
                <a:cs typeface="Arial"/>
              </a:rPr>
              <a:t> </a:t>
            </a:r>
            <a:r>
              <a:rPr sz="1400" dirty="0">
                <a:latin typeface="Arial"/>
                <a:cs typeface="Arial"/>
              </a:rPr>
              <a:t>noise</a:t>
            </a:r>
            <a:r>
              <a:rPr sz="1400" spc="-40" dirty="0">
                <a:latin typeface="Arial"/>
                <a:cs typeface="Arial"/>
              </a:rPr>
              <a:t> </a:t>
            </a:r>
            <a:r>
              <a:rPr sz="1400" spc="-10" dirty="0">
                <a:latin typeface="Arial"/>
                <a:cs typeface="Arial"/>
              </a:rPr>
              <a:t>calculations.</a:t>
            </a:r>
            <a:endParaRPr sz="1400" dirty="0">
              <a:latin typeface="Arial"/>
              <a:cs typeface="Arial"/>
            </a:endParaRPr>
          </a:p>
          <a:p>
            <a:pPr marL="74930" indent="-69850">
              <a:lnSpc>
                <a:spcPct val="100000"/>
              </a:lnSpc>
              <a:buSzPct val="92857"/>
              <a:buFont typeface="Arial"/>
              <a:buChar char="•"/>
              <a:tabLst>
                <a:tab pos="74930" algn="l"/>
              </a:tabLst>
            </a:pPr>
            <a:r>
              <a:rPr sz="1400" b="1" dirty="0">
                <a:latin typeface="Arial"/>
                <a:cs typeface="Arial"/>
              </a:rPr>
              <a:t>Example</a:t>
            </a:r>
            <a:r>
              <a:rPr sz="1400" dirty="0">
                <a:latin typeface="Arial"/>
                <a:cs typeface="Arial"/>
              </a:rPr>
              <a:t>:</a:t>
            </a:r>
            <a:r>
              <a:rPr sz="1400" spc="-35" dirty="0">
                <a:latin typeface="Arial"/>
                <a:cs typeface="Arial"/>
              </a:rPr>
              <a:t> </a:t>
            </a:r>
            <a:r>
              <a:rPr sz="1400" dirty="0">
                <a:latin typeface="Arial"/>
                <a:cs typeface="Arial"/>
              </a:rPr>
              <a:t>If</a:t>
            </a:r>
            <a:r>
              <a:rPr sz="1400" spc="-20" dirty="0">
                <a:latin typeface="Arial"/>
                <a:cs typeface="Arial"/>
              </a:rPr>
              <a:t> </a:t>
            </a:r>
            <a:r>
              <a:rPr sz="1400" dirty="0">
                <a:latin typeface="Arial"/>
                <a:cs typeface="Arial"/>
              </a:rPr>
              <a:t>a</a:t>
            </a:r>
            <a:r>
              <a:rPr sz="1400" spc="-25" dirty="0">
                <a:latin typeface="Arial"/>
                <a:cs typeface="Arial"/>
              </a:rPr>
              <a:t> </a:t>
            </a:r>
            <a:r>
              <a:rPr sz="1400" spc="-10" dirty="0">
                <a:latin typeface="Arial"/>
                <a:cs typeface="Arial"/>
              </a:rPr>
              <a:t>transimpedance</a:t>
            </a:r>
            <a:r>
              <a:rPr sz="1400" spc="-45" dirty="0">
                <a:latin typeface="Arial"/>
                <a:cs typeface="Arial"/>
              </a:rPr>
              <a:t> </a:t>
            </a:r>
            <a:r>
              <a:rPr sz="1400" dirty="0">
                <a:latin typeface="Arial"/>
                <a:cs typeface="Arial"/>
              </a:rPr>
              <a:t>amplifier</a:t>
            </a:r>
            <a:r>
              <a:rPr sz="1400" spc="-35" dirty="0">
                <a:latin typeface="Arial"/>
                <a:cs typeface="Arial"/>
              </a:rPr>
              <a:t> </a:t>
            </a:r>
            <a:r>
              <a:rPr sz="1400" dirty="0">
                <a:latin typeface="Arial"/>
                <a:cs typeface="Arial"/>
              </a:rPr>
              <a:t>(TIA)</a:t>
            </a:r>
            <a:r>
              <a:rPr sz="1400" spc="-35" dirty="0">
                <a:latin typeface="Arial"/>
                <a:cs typeface="Arial"/>
              </a:rPr>
              <a:t> </a:t>
            </a:r>
            <a:r>
              <a:rPr sz="1400" dirty="0">
                <a:latin typeface="Arial"/>
                <a:cs typeface="Arial"/>
              </a:rPr>
              <a:t>has</a:t>
            </a:r>
            <a:r>
              <a:rPr sz="1400" spc="-20" dirty="0">
                <a:latin typeface="Arial"/>
                <a:cs typeface="Arial"/>
              </a:rPr>
              <a:t> </a:t>
            </a:r>
            <a:r>
              <a:rPr sz="1400" dirty="0">
                <a:latin typeface="Arial"/>
                <a:cs typeface="Arial"/>
              </a:rPr>
              <a:t>a</a:t>
            </a:r>
            <a:r>
              <a:rPr sz="1400" spc="-10" dirty="0">
                <a:latin typeface="Arial"/>
                <a:cs typeface="Arial"/>
              </a:rPr>
              <a:t> </a:t>
            </a:r>
            <a:r>
              <a:rPr sz="1400" dirty="0">
                <a:latin typeface="Arial"/>
                <a:cs typeface="Arial"/>
              </a:rPr>
              <a:t>-3</a:t>
            </a:r>
            <a:r>
              <a:rPr sz="1400" spc="-20" dirty="0">
                <a:latin typeface="Arial"/>
                <a:cs typeface="Arial"/>
              </a:rPr>
              <a:t> </a:t>
            </a:r>
            <a:r>
              <a:rPr sz="1400" dirty="0">
                <a:latin typeface="Arial"/>
                <a:cs typeface="Arial"/>
              </a:rPr>
              <a:t>dB</a:t>
            </a:r>
            <a:r>
              <a:rPr sz="1400" spc="-15" dirty="0">
                <a:latin typeface="Arial"/>
                <a:cs typeface="Arial"/>
              </a:rPr>
              <a:t> </a:t>
            </a:r>
            <a:r>
              <a:rPr sz="1400" dirty="0">
                <a:latin typeface="Arial"/>
                <a:cs typeface="Arial"/>
              </a:rPr>
              <a:t>bandwidth</a:t>
            </a:r>
            <a:r>
              <a:rPr sz="1400" spc="-25" dirty="0">
                <a:latin typeface="Arial"/>
                <a:cs typeface="Arial"/>
              </a:rPr>
              <a:t> </a:t>
            </a:r>
            <a:r>
              <a:rPr sz="1400" dirty="0">
                <a:latin typeface="Arial"/>
                <a:cs typeface="Arial"/>
              </a:rPr>
              <a:t>of</a:t>
            </a:r>
            <a:r>
              <a:rPr sz="1400" spc="-20" dirty="0">
                <a:latin typeface="Arial"/>
                <a:cs typeface="Arial"/>
              </a:rPr>
              <a:t> </a:t>
            </a:r>
            <a:r>
              <a:rPr sz="1400" dirty="0">
                <a:latin typeface="Arial"/>
                <a:cs typeface="Arial"/>
              </a:rPr>
              <a:t>1</a:t>
            </a:r>
            <a:r>
              <a:rPr sz="1400" spc="-15" dirty="0">
                <a:latin typeface="Arial"/>
                <a:cs typeface="Arial"/>
              </a:rPr>
              <a:t> </a:t>
            </a:r>
            <a:r>
              <a:rPr sz="1400" dirty="0">
                <a:latin typeface="Arial"/>
                <a:cs typeface="Arial"/>
              </a:rPr>
              <a:t>MHz,</a:t>
            </a:r>
            <a:r>
              <a:rPr sz="1400" spc="-20" dirty="0">
                <a:latin typeface="Arial"/>
                <a:cs typeface="Arial"/>
              </a:rPr>
              <a:t> </a:t>
            </a:r>
            <a:r>
              <a:rPr sz="1400" dirty="0">
                <a:latin typeface="Arial"/>
                <a:cs typeface="Arial"/>
              </a:rPr>
              <a:t>the</a:t>
            </a:r>
            <a:r>
              <a:rPr sz="1400" spc="-20" dirty="0">
                <a:latin typeface="Arial"/>
                <a:cs typeface="Arial"/>
              </a:rPr>
              <a:t> </a:t>
            </a:r>
            <a:r>
              <a:rPr sz="1400" dirty="0">
                <a:latin typeface="Arial"/>
                <a:cs typeface="Arial"/>
              </a:rPr>
              <a:t>noise</a:t>
            </a:r>
            <a:r>
              <a:rPr sz="1400" spc="-40" dirty="0">
                <a:latin typeface="Arial"/>
                <a:cs typeface="Arial"/>
              </a:rPr>
              <a:t> </a:t>
            </a:r>
            <a:r>
              <a:rPr sz="1400" dirty="0">
                <a:latin typeface="Arial"/>
                <a:cs typeface="Arial"/>
              </a:rPr>
              <a:t>calculation</a:t>
            </a:r>
            <a:r>
              <a:rPr sz="1400" spc="-50" dirty="0">
                <a:latin typeface="Arial"/>
                <a:cs typeface="Arial"/>
              </a:rPr>
              <a:t> </a:t>
            </a:r>
            <a:r>
              <a:rPr sz="1400" dirty="0">
                <a:latin typeface="Arial"/>
                <a:cs typeface="Arial"/>
              </a:rPr>
              <a:t>should</a:t>
            </a:r>
            <a:r>
              <a:rPr sz="1400" spc="-35" dirty="0">
                <a:latin typeface="Arial"/>
                <a:cs typeface="Arial"/>
              </a:rPr>
              <a:t> </a:t>
            </a:r>
            <a:r>
              <a:rPr sz="1400" dirty="0">
                <a:latin typeface="Arial"/>
                <a:cs typeface="Arial"/>
              </a:rPr>
              <a:t>use</a:t>
            </a:r>
            <a:r>
              <a:rPr sz="1400" spc="-35" dirty="0">
                <a:latin typeface="Arial"/>
                <a:cs typeface="Arial"/>
              </a:rPr>
              <a:t> </a:t>
            </a:r>
            <a:r>
              <a:rPr sz="1400" spc="-10" dirty="0">
                <a:latin typeface="Arial"/>
                <a:cs typeface="Arial"/>
              </a:rPr>
              <a:t>Δf=1</a:t>
            </a:r>
            <a:r>
              <a:rPr sz="1400" spc="-114" dirty="0">
                <a:latin typeface="Arial"/>
                <a:cs typeface="Arial"/>
              </a:rPr>
              <a:t> </a:t>
            </a:r>
            <a:r>
              <a:rPr sz="1400" spc="-25" dirty="0">
                <a:latin typeface="Arial"/>
                <a:cs typeface="Arial"/>
              </a:rPr>
              <a:t>MHz</a:t>
            </a:r>
            <a:endParaRPr sz="1400" dirty="0">
              <a:latin typeface="Arial"/>
              <a:cs typeface="Arial"/>
            </a:endParaRPr>
          </a:p>
          <a:p>
            <a:pPr>
              <a:lnSpc>
                <a:spcPct val="100000"/>
              </a:lnSpc>
              <a:spcBef>
                <a:spcPts val="65"/>
              </a:spcBef>
              <a:buFont typeface="Arial"/>
              <a:buChar char="•"/>
            </a:pPr>
            <a:endParaRPr sz="1400" dirty="0">
              <a:latin typeface="Arial"/>
              <a:cs typeface="Arial"/>
            </a:endParaRPr>
          </a:p>
          <a:p>
            <a:pPr marL="12700">
              <a:lnSpc>
                <a:spcPct val="100000"/>
              </a:lnSpc>
              <a:spcBef>
                <a:spcPts val="5"/>
              </a:spcBef>
            </a:pPr>
            <a:r>
              <a:rPr sz="1400" b="1" dirty="0">
                <a:latin typeface="Arial"/>
                <a:cs typeface="Arial"/>
              </a:rPr>
              <a:t>Filter</a:t>
            </a:r>
            <a:r>
              <a:rPr sz="1400" b="1" spc="-40" dirty="0">
                <a:latin typeface="Arial"/>
                <a:cs typeface="Arial"/>
              </a:rPr>
              <a:t> </a:t>
            </a:r>
            <a:r>
              <a:rPr sz="1400" b="1" spc="-10" dirty="0">
                <a:latin typeface="Arial"/>
                <a:cs typeface="Arial"/>
              </a:rPr>
              <a:t>Bandwidth</a:t>
            </a:r>
            <a:endParaRPr sz="1400" dirty="0">
              <a:latin typeface="Arial"/>
              <a:cs typeface="Arial"/>
            </a:endParaRPr>
          </a:p>
          <a:p>
            <a:pPr marL="74930" indent="-69850">
              <a:lnSpc>
                <a:spcPct val="100000"/>
              </a:lnSpc>
              <a:buSzPct val="92857"/>
              <a:buChar char="•"/>
              <a:tabLst>
                <a:tab pos="74930" algn="l"/>
              </a:tabLst>
            </a:pPr>
            <a:r>
              <a:rPr sz="1400" dirty="0">
                <a:latin typeface="Arial"/>
                <a:cs typeface="Arial"/>
              </a:rPr>
              <a:t>If</a:t>
            </a:r>
            <a:r>
              <a:rPr sz="1400" spc="-30" dirty="0">
                <a:latin typeface="Arial"/>
                <a:cs typeface="Arial"/>
              </a:rPr>
              <a:t> </a:t>
            </a:r>
            <a:r>
              <a:rPr sz="1400" dirty="0">
                <a:latin typeface="Arial"/>
                <a:cs typeface="Arial"/>
              </a:rPr>
              <a:t>the</a:t>
            </a:r>
            <a:r>
              <a:rPr sz="1400" spc="-30" dirty="0">
                <a:latin typeface="Arial"/>
                <a:cs typeface="Arial"/>
              </a:rPr>
              <a:t> </a:t>
            </a:r>
            <a:r>
              <a:rPr sz="1400" dirty="0">
                <a:latin typeface="Arial"/>
                <a:cs typeface="Arial"/>
              </a:rPr>
              <a:t>signal</a:t>
            </a:r>
            <a:r>
              <a:rPr sz="1400" spc="-40" dirty="0">
                <a:latin typeface="Arial"/>
                <a:cs typeface="Arial"/>
              </a:rPr>
              <a:t> </a:t>
            </a:r>
            <a:r>
              <a:rPr sz="1400" dirty="0">
                <a:latin typeface="Arial"/>
                <a:cs typeface="Arial"/>
              </a:rPr>
              <a:t>passes</a:t>
            </a:r>
            <a:r>
              <a:rPr sz="1400" spc="-40" dirty="0">
                <a:latin typeface="Arial"/>
                <a:cs typeface="Arial"/>
              </a:rPr>
              <a:t> </a:t>
            </a:r>
            <a:r>
              <a:rPr sz="1400" dirty="0">
                <a:latin typeface="Arial"/>
                <a:cs typeface="Arial"/>
              </a:rPr>
              <a:t>through</a:t>
            </a:r>
            <a:r>
              <a:rPr sz="1400" spc="-55" dirty="0">
                <a:latin typeface="Arial"/>
                <a:cs typeface="Arial"/>
              </a:rPr>
              <a:t> </a:t>
            </a:r>
            <a:r>
              <a:rPr sz="1400" dirty="0">
                <a:latin typeface="Arial"/>
                <a:cs typeface="Arial"/>
              </a:rPr>
              <a:t>an</a:t>
            </a:r>
            <a:r>
              <a:rPr sz="1400" spc="-15" dirty="0">
                <a:latin typeface="Arial"/>
                <a:cs typeface="Arial"/>
              </a:rPr>
              <a:t> </a:t>
            </a:r>
            <a:r>
              <a:rPr sz="1400" b="1" dirty="0">
                <a:latin typeface="Arial"/>
                <a:cs typeface="Arial"/>
              </a:rPr>
              <a:t>electronic</a:t>
            </a:r>
            <a:r>
              <a:rPr sz="1400" b="1" spc="-55" dirty="0">
                <a:latin typeface="Arial"/>
                <a:cs typeface="Arial"/>
              </a:rPr>
              <a:t> </a:t>
            </a:r>
            <a:r>
              <a:rPr sz="1400" b="1" dirty="0">
                <a:latin typeface="Arial"/>
                <a:cs typeface="Arial"/>
              </a:rPr>
              <a:t>filter</a:t>
            </a:r>
            <a:r>
              <a:rPr sz="1400" dirty="0">
                <a:latin typeface="Arial"/>
                <a:cs typeface="Arial"/>
              </a:rPr>
              <a:t>,</a:t>
            </a:r>
            <a:r>
              <a:rPr sz="1400" spc="-50" dirty="0">
                <a:latin typeface="Arial"/>
                <a:cs typeface="Arial"/>
              </a:rPr>
              <a:t> </a:t>
            </a:r>
            <a:r>
              <a:rPr sz="1400" dirty="0">
                <a:latin typeface="Arial"/>
                <a:cs typeface="Arial"/>
              </a:rPr>
              <a:t>the</a:t>
            </a:r>
            <a:r>
              <a:rPr sz="1400" spc="-45" dirty="0">
                <a:latin typeface="Arial"/>
                <a:cs typeface="Arial"/>
              </a:rPr>
              <a:t> </a:t>
            </a:r>
            <a:r>
              <a:rPr sz="1400" dirty="0">
                <a:latin typeface="Arial"/>
                <a:cs typeface="Arial"/>
              </a:rPr>
              <a:t>bandwidth</a:t>
            </a:r>
            <a:r>
              <a:rPr sz="1400" spc="-30" dirty="0">
                <a:latin typeface="Arial"/>
                <a:cs typeface="Arial"/>
              </a:rPr>
              <a:t> </a:t>
            </a:r>
            <a:r>
              <a:rPr sz="1400" dirty="0">
                <a:latin typeface="Arial"/>
                <a:cs typeface="Arial"/>
              </a:rPr>
              <a:t>of</a:t>
            </a:r>
            <a:r>
              <a:rPr sz="1400" spc="-25" dirty="0">
                <a:latin typeface="Arial"/>
                <a:cs typeface="Arial"/>
              </a:rPr>
              <a:t> </a:t>
            </a:r>
            <a:r>
              <a:rPr sz="1400" dirty="0">
                <a:latin typeface="Arial"/>
                <a:cs typeface="Arial"/>
              </a:rPr>
              <a:t>that</a:t>
            </a:r>
            <a:r>
              <a:rPr sz="1400" spc="-35" dirty="0">
                <a:latin typeface="Arial"/>
                <a:cs typeface="Arial"/>
              </a:rPr>
              <a:t> </a:t>
            </a:r>
            <a:r>
              <a:rPr sz="1400" dirty="0">
                <a:latin typeface="Arial"/>
                <a:cs typeface="Arial"/>
              </a:rPr>
              <a:t>filter</a:t>
            </a:r>
            <a:r>
              <a:rPr sz="1400" spc="-40" dirty="0">
                <a:latin typeface="Arial"/>
                <a:cs typeface="Arial"/>
              </a:rPr>
              <a:t> </a:t>
            </a:r>
            <a:r>
              <a:rPr sz="1400" dirty="0">
                <a:latin typeface="Arial"/>
                <a:cs typeface="Arial"/>
              </a:rPr>
              <a:t>determines</a:t>
            </a:r>
            <a:r>
              <a:rPr sz="1400" spc="-55" dirty="0">
                <a:latin typeface="Arial"/>
                <a:cs typeface="Arial"/>
              </a:rPr>
              <a:t> </a:t>
            </a:r>
            <a:r>
              <a:rPr sz="1400" spc="-25" dirty="0">
                <a:latin typeface="Arial"/>
                <a:cs typeface="Arial"/>
              </a:rPr>
              <a:t>Δf</a:t>
            </a:r>
            <a:endParaRPr sz="1400" dirty="0">
              <a:latin typeface="Arial"/>
              <a:cs typeface="Arial"/>
            </a:endParaRPr>
          </a:p>
          <a:p>
            <a:pPr marL="74930" indent="-69850">
              <a:lnSpc>
                <a:spcPct val="100000"/>
              </a:lnSpc>
              <a:buSzPct val="92857"/>
              <a:buChar char="•"/>
              <a:tabLst>
                <a:tab pos="74930" algn="l"/>
              </a:tabLst>
            </a:pPr>
            <a:r>
              <a:rPr sz="1400" dirty="0">
                <a:latin typeface="Arial"/>
                <a:cs typeface="Arial"/>
              </a:rPr>
              <a:t>Filters</a:t>
            </a:r>
            <a:r>
              <a:rPr sz="1400" spc="-35" dirty="0">
                <a:latin typeface="Arial"/>
                <a:cs typeface="Arial"/>
              </a:rPr>
              <a:t> </a:t>
            </a:r>
            <a:r>
              <a:rPr sz="1400" dirty="0">
                <a:latin typeface="Arial"/>
                <a:cs typeface="Arial"/>
              </a:rPr>
              <a:t>are</a:t>
            </a:r>
            <a:r>
              <a:rPr sz="1400" spc="-30" dirty="0">
                <a:latin typeface="Arial"/>
                <a:cs typeface="Arial"/>
              </a:rPr>
              <a:t> </a:t>
            </a:r>
            <a:r>
              <a:rPr sz="1400" dirty="0">
                <a:latin typeface="Arial"/>
                <a:cs typeface="Arial"/>
              </a:rPr>
              <a:t>used</a:t>
            </a:r>
            <a:r>
              <a:rPr sz="1400" spc="-35" dirty="0">
                <a:latin typeface="Arial"/>
                <a:cs typeface="Arial"/>
              </a:rPr>
              <a:t> </a:t>
            </a:r>
            <a:r>
              <a:rPr sz="1400" dirty="0">
                <a:latin typeface="Arial"/>
                <a:cs typeface="Arial"/>
              </a:rPr>
              <a:t>to</a:t>
            </a:r>
            <a:r>
              <a:rPr sz="1400" spc="-30" dirty="0">
                <a:latin typeface="Arial"/>
                <a:cs typeface="Arial"/>
              </a:rPr>
              <a:t> </a:t>
            </a:r>
            <a:r>
              <a:rPr sz="1400" dirty="0">
                <a:latin typeface="Arial"/>
                <a:cs typeface="Arial"/>
              </a:rPr>
              <a:t>limit</a:t>
            </a:r>
            <a:r>
              <a:rPr sz="1400" spc="-10" dirty="0">
                <a:latin typeface="Arial"/>
                <a:cs typeface="Arial"/>
              </a:rPr>
              <a:t> </a:t>
            </a:r>
            <a:r>
              <a:rPr sz="1400" dirty="0">
                <a:latin typeface="Arial"/>
                <a:cs typeface="Arial"/>
              </a:rPr>
              <a:t>noise</a:t>
            </a:r>
            <a:r>
              <a:rPr sz="1400" spc="-25" dirty="0">
                <a:latin typeface="Arial"/>
                <a:cs typeface="Arial"/>
              </a:rPr>
              <a:t> </a:t>
            </a:r>
            <a:r>
              <a:rPr sz="1400" dirty="0">
                <a:latin typeface="Arial"/>
                <a:cs typeface="Arial"/>
              </a:rPr>
              <a:t>contributions</a:t>
            </a:r>
            <a:r>
              <a:rPr sz="1400" spc="-60" dirty="0">
                <a:latin typeface="Arial"/>
                <a:cs typeface="Arial"/>
              </a:rPr>
              <a:t> </a:t>
            </a:r>
            <a:r>
              <a:rPr sz="1400" dirty="0">
                <a:latin typeface="Arial"/>
                <a:cs typeface="Arial"/>
              </a:rPr>
              <a:t>by</a:t>
            </a:r>
            <a:r>
              <a:rPr sz="1400" spc="-25" dirty="0">
                <a:latin typeface="Arial"/>
                <a:cs typeface="Arial"/>
              </a:rPr>
              <a:t> </a:t>
            </a:r>
            <a:r>
              <a:rPr sz="1400" dirty="0">
                <a:latin typeface="Arial"/>
                <a:cs typeface="Arial"/>
              </a:rPr>
              <a:t>restricting</a:t>
            </a:r>
            <a:r>
              <a:rPr sz="1400" spc="-50" dirty="0">
                <a:latin typeface="Arial"/>
                <a:cs typeface="Arial"/>
              </a:rPr>
              <a:t> </a:t>
            </a:r>
            <a:r>
              <a:rPr sz="1400" dirty="0">
                <a:latin typeface="Arial"/>
                <a:cs typeface="Arial"/>
              </a:rPr>
              <a:t>the</a:t>
            </a:r>
            <a:r>
              <a:rPr sz="1400" spc="-30" dirty="0">
                <a:latin typeface="Arial"/>
                <a:cs typeface="Arial"/>
              </a:rPr>
              <a:t> </a:t>
            </a:r>
            <a:r>
              <a:rPr sz="1400" dirty="0">
                <a:latin typeface="Arial"/>
                <a:cs typeface="Arial"/>
              </a:rPr>
              <a:t>frequency</a:t>
            </a:r>
            <a:r>
              <a:rPr sz="1400" spc="-55" dirty="0">
                <a:latin typeface="Arial"/>
                <a:cs typeface="Arial"/>
              </a:rPr>
              <a:t> </a:t>
            </a:r>
            <a:r>
              <a:rPr sz="1400" dirty="0">
                <a:latin typeface="Arial"/>
                <a:cs typeface="Arial"/>
              </a:rPr>
              <a:t>range</a:t>
            </a:r>
            <a:r>
              <a:rPr sz="1400" spc="-45" dirty="0">
                <a:latin typeface="Arial"/>
                <a:cs typeface="Arial"/>
              </a:rPr>
              <a:t> </a:t>
            </a:r>
            <a:r>
              <a:rPr sz="1400" dirty="0">
                <a:latin typeface="Arial"/>
                <a:cs typeface="Arial"/>
              </a:rPr>
              <a:t>that</a:t>
            </a:r>
            <a:r>
              <a:rPr sz="1400" spc="-25" dirty="0">
                <a:latin typeface="Arial"/>
                <a:cs typeface="Arial"/>
              </a:rPr>
              <a:t> </a:t>
            </a:r>
            <a:r>
              <a:rPr sz="1400" dirty="0">
                <a:latin typeface="Arial"/>
                <a:cs typeface="Arial"/>
              </a:rPr>
              <a:t>can</a:t>
            </a:r>
            <a:r>
              <a:rPr sz="1400" spc="-35" dirty="0">
                <a:latin typeface="Arial"/>
                <a:cs typeface="Arial"/>
              </a:rPr>
              <a:t> </a:t>
            </a:r>
            <a:r>
              <a:rPr sz="1400" dirty="0">
                <a:latin typeface="Arial"/>
                <a:cs typeface="Arial"/>
              </a:rPr>
              <a:t>pass</a:t>
            </a:r>
            <a:r>
              <a:rPr sz="1400" spc="-35" dirty="0">
                <a:latin typeface="Arial"/>
                <a:cs typeface="Arial"/>
              </a:rPr>
              <a:t> </a:t>
            </a:r>
            <a:r>
              <a:rPr sz="1400" spc="-10" dirty="0">
                <a:latin typeface="Arial"/>
                <a:cs typeface="Arial"/>
              </a:rPr>
              <a:t>through.</a:t>
            </a:r>
            <a:endParaRPr sz="1400" dirty="0">
              <a:latin typeface="Arial"/>
              <a:cs typeface="Arial"/>
            </a:endParaRPr>
          </a:p>
          <a:p>
            <a:pPr marL="74930" indent="-69850">
              <a:lnSpc>
                <a:spcPct val="100000"/>
              </a:lnSpc>
              <a:buSzPct val="92857"/>
              <a:buFont typeface="Arial"/>
              <a:buChar char="•"/>
              <a:tabLst>
                <a:tab pos="74930" algn="l"/>
              </a:tabLst>
            </a:pPr>
            <a:r>
              <a:rPr sz="1400" b="1" dirty="0">
                <a:latin typeface="Arial"/>
                <a:cs typeface="Arial"/>
              </a:rPr>
              <a:t>Example</a:t>
            </a:r>
            <a:r>
              <a:rPr sz="1400" dirty="0">
                <a:latin typeface="Arial"/>
                <a:cs typeface="Arial"/>
              </a:rPr>
              <a:t>:</a:t>
            </a:r>
            <a:r>
              <a:rPr sz="1400" spc="-40" dirty="0">
                <a:latin typeface="Arial"/>
                <a:cs typeface="Arial"/>
              </a:rPr>
              <a:t> </a:t>
            </a:r>
            <a:r>
              <a:rPr sz="1400" dirty="0">
                <a:latin typeface="Arial"/>
                <a:cs typeface="Arial"/>
              </a:rPr>
              <a:t>A</a:t>
            </a:r>
            <a:r>
              <a:rPr sz="1400" spc="-15" dirty="0">
                <a:latin typeface="Arial"/>
                <a:cs typeface="Arial"/>
              </a:rPr>
              <a:t> </a:t>
            </a:r>
            <a:r>
              <a:rPr sz="1400" spc="-10" dirty="0">
                <a:latin typeface="Arial"/>
                <a:cs typeface="Arial"/>
              </a:rPr>
              <a:t>low-</a:t>
            </a:r>
            <a:r>
              <a:rPr sz="1400" dirty="0">
                <a:latin typeface="Arial"/>
                <a:cs typeface="Arial"/>
              </a:rPr>
              <a:t>pass</a:t>
            </a:r>
            <a:r>
              <a:rPr sz="1400" spc="-20" dirty="0">
                <a:latin typeface="Arial"/>
                <a:cs typeface="Arial"/>
              </a:rPr>
              <a:t> </a:t>
            </a:r>
            <a:r>
              <a:rPr sz="1400" dirty="0">
                <a:latin typeface="Arial"/>
                <a:cs typeface="Arial"/>
              </a:rPr>
              <a:t>filter</a:t>
            </a:r>
            <a:r>
              <a:rPr sz="1400" spc="-40" dirty="0">
                <a:latin typeface="Arial"/>
                <a:cs typeface="Arial"/>
              </a:rPr>
              <a:t> </a:t>
            </a:r>
            <a:r>
              <a:rPr sz="1400" dirty="0">
                <a:latin typeface="Arial"/>
                <a:cs typeface="Arial"/>
              </a:rPr>
              <a:t>with</a:t>
            </a:r>
            <a:r>
              <a:rPr sz="1400" spc="-5" dirty="0">
                <a:latin typeface="Arial"/>
                <a:cs typeface="Arial"/>
              </a:rPr>
              <a:t> </a:t>
            </a:r>
            <a:r>
              <a:rPr sz="1400" dirty="0">
                <a:latin typeface="Arial"/>
                <a:cs typeface="Arial"/>
              </a:rPr>
              <a:t>a</a:t>
            </a:r>
            <a:r>
              <a:rPr sz="1400" spc="-25" dirty="0">
                <a:latin typeface="Arial"/>
                <a:cs typeface="Arial"/>
              </a:rPr>
              <a:t> </a:t>
            </a:r>
            <a:r>
              <a:rPr sz="1400" dirty="0">
                <a:latin typeface="Arial"/>
                <a:cs typeface="Arial"/>
              </a:rPr>
              <a:t>cutoff</a:t>
            </a:r>
            <a:r>
              <a:rPr sz="1400" spc="-50" dirty="0">
                <a:latin typeface="Arial"/>
                <a:cs typeface="Arial"/>
              </a:rPr>
              <a:t> </a:t>
            </a:r>
            <a:r>
              <a:rPr sz="1400" dirty="0">
                <a:latin typeface="Arial"/>
                <a:cs typeface="Arial"/>
              </a:rPr>
              <a:t>frequency</a:t>
            </a:r>
            <a:r>
              <a:rPr sz="1400" spc="-40" dirty="0">
                <a:latin typeface="Arial"/>
                <a:cs typeface="Arial"/>
              </a:rPr>
              <a:t> </a:t>
            </a:r>
            <a:r>
              <a:rPr sz="1400" dirty="0">
                <a:latin typeface="Arial"/>
                <a:cs typeface="Arial"/>
              </a:rPr>
              <a:t>of</a:t>
            </a:r>
            <a:r>
              <a:rPr sz="1400" spc="-25" dirty="0">
                <a:latin typeface="Arial"/>
                <a:cs typeface="Arial"/>
              </a:rPr>
              <a:t> </a:t>
            </a:r>
            <a:r>
              <a:rPr sz="1400" dirty="0">
                <a:latin typeface="Arial"/>
                <a:cs typeface="Arial"/>
              </a:rPr>
              <a:t>100</a:t>
            </a:r>
            <a:r>
              <a:rPr sz="1400" spc="-25" dirty="0">
                <a:latin typeface="Arial"/>
                <a:cs typeface="Arial"/>
              </a:rPr>
              <a:t> </a:t>
            </a:r>
            <a:r>
              <a:rPr sz="1400" dirty="0">
                <a:latin typeface="Arial"/>
                <a:cs typeface="Arial"/>
              </a:rPr>
              <a:t>kHz</a:t>
            </a:r>
            <a:r>
              <a:rPr sz="1400" spc="-25" dirty="0">
                <a:latin typeface="Arial"/>
                <a:cs typeface="Arial"/>
              </a:rPr>
              <a:t> </a:t>
            </a:r>
            <a:r>
              <a:rPr sz="1400" dirty="0">
                <a:latin typeface="Arial"/>
                <a:cs typeface="Arial"/>
              </a:rPr>
              <a:t>has</a:t>
            </a:r>
            <a:r>
              <a:rPr sz="1400" spc="-25" dirty="0">
                <a:latin typeface="Arial"/>
                <a:cs typeface="Arial"/>
              </a:rPr>
              <a:t> </a:t>
            </a:r>
            <a:r>
              <a:rPr sz="1400" dirty="0">
                <a:latin typeface="Arial"/>
                <a:cs typeface="Arial"/>
              </a:rPr>
              <a:t>a</a:t>
            </a:r>
            <a:r>
              <a:rPr sz="1400" spc="-15" dirty="0">
                <a:latin typeface="Arial"/>
                <a:cs typeface="Arial"/>
              </a:rPr>
              <a:t> </a:t>
            </a:r>
            <a:r>
              <a:rPr sz="1400" dirty="0">
                <a:latin typeface="Arial"/>
                <a:cs typeface="Arial"/>
              </a:rPr>
              <a:t>bandwidth</a:t>
            </a:r>
            <a:r>
              <a:rPr sz="1400" spc="-40" dirty="0">
                <a:latin typeface="Arial"/>
                <a:cs typeface="Arial"/>
              </a:rPr>
              <a:t> </a:t>
            </a:r>
            <a:r>
              <a:rPr sz="1400" dirty="0">
                <a:latin typeface="Arial"/>
                <a:cs typeface="Arial"/>
              </a:rPr>
              <a:t>of </a:t>
            </a:r>
            <a:r>
              <a:rPr sz="1400" spc="-10" dirty="0">
                <a:latin typeface="Arial"/>
                <a:cs typeface="Arial"/>
              </a:rPr>
              <a:t>Δf=100</a:t>
            </a:r>
            <a:r>
              <a:rPr sz="1400" spc="-114" dirty="0">
                <a:latin typeface="Arial"/>
                <a:cs typeface="Arial"/>
              </a:rPr>
              <a:t> </a:t>
            </a:r>
            <a:r>
              <a:rPr sz="1400" spc="-25" dirty="0">
                <a:latin typeface="Arial"/>
                <a:cs typeface="Arial"/>
              </a:rPr>
              <a:t>kHz</a:t>
            </a:r>
            <a:endParaRPr sz="1400" dirty="0">
              <a:latin typeface="Arial"/>
              <a:cs typeface="Arial"/>
            </a:endParaRPr>
          </a:p>
          <a:p>
            <a:pPr>
              <a:lnSpc>
                <a:spcPct val="100000"/>
              </a:lnSpc>
              <a:spcBef>
                <a:spcPts val="65"/>
              </a:spcBef>
              <a:buFont typeface="Arial"/>
              <a:buChar char="•"/>
            </a:pPr>
            <a:endParaRPr sz="1400" dirty="0">
              <a:latin typeface="Arial"/>
              <a:cs typeface="Arial"/>
            </a:endParaRPr>
          </a:p>
          <a:p>
            <a:pPr marL="12700">
              <a:lnSpc>
                <a:spcPct val="100000"/>
              </a:lnSpc>
              <a:spcBef>
                <a:spcPts val="5"/>
              </a:spcBef>
            </a:pPr>
            <a:r>
              <a:rPr sz="1400" b="1" spc="-10" dirty="0">
                <a:latin typeface="Arial"/>
                <a:cs typeface="Arial"/>
              </a:rPr>
              <a:t>Measurement</a:t>
            </a:r>
            <a:r>
              <a:rPr sz="1400" b="1" spc="-35" dirty="0">
                <a:latin typeface="Arial"/>
                <a:cs typeface="Arial"/>
              </a:rPr>
              <a:t> </a:t>
            </a:r>
            <a:r>
              <a:rPr sz="1400" b="1" dirty="0">
                <a:latin typeface="Arial"/>
                <a:cs typeface="Arial"/>
              </a:rPr>
              <a:t>Instrument</a:t>
            </a:r>
            <a:r>
              <a:rPr sz="1400" b="1" spc="-25" dirty="0">
                <a:latin typeface="Arial"/>
                <a:cs typeface="Arial"/>
              </a:rPr>
              <a:t> </a:t>
            </a:r>
            <a:r>
              <a:rPr sz="1400" b="1" spc="-10" dirty="0">
                <a:latin typeface="Arial"/>
                <a:cs typeface="Arial"/>
              </a:rPr>
              <a:t>Bandwidth</a:t>
            </a:r>
            <a:endParaRPr sz="1400" dirty="0">
              <a:latin typeface="Arial"/>
              <a:cs typeface="Arial"/>
            </a:endParaRPr>
          </a:p>
          <a:p>
            <a:pPr marL="12700" marR="5080" indent="-8255">
              <a:lnSpc>
                <a:spcPct val="100000"/>
              </a:lnSpc>
              <a:buSzPct val="92857"/>
              <a:buChar char="•"/>
              <a:tabLst>
                <a:tab pos="12700" algn="l"/>
                <a:tab pos="74295" algn="l"/>
              </a:tabLst>
            </a:pPr>
            <a:r>
              <a:rPr sz="1400" dirty="0">
                <a:latin typeface="Arial"/>
                <a:cs typeface="Arial"/>
              </a:rPr>
              <a:t>	When</a:t>
            </a:r>
            <a:r>
              <a:rPr sz="1400" spc="-55" dirty="0">
                <a:latin typeface="Arial"/>
                <a:cs typeface="Arial"/>
              </a:rPr>
              <a:t> </a:t>
            </a:r>
            <a:r>
              <a:rPr sz="1400" dirty="0">
                <a:latin typeface="Arial"/>
                <a:cs typeface="Arial"/>
              </a:rPr>
              <a:t>using</a:t>
            </a:r>
            <a:r>
              <a:rPr sz="1400" spc="-30" dirty="0">
                <a:latin typeface="Arial"/>
                <a:cs typeface="Arial"/>
              </a:rPr>
              <a:t> </a:t>
            </a:r>
            <a:r>
              <a:rPr sz="1400" dirty="0">
                <a:latin typeface="Arial"/>
                <a:cs typeface="Arial"/>
              </a:rPr>
              <a:t>instruments</a:t>
            </a:r>
            <a:r>
              <a:rPr sz="1400" spc="-60" dirty="0">
                <a:latin typeface="Arial"/>
                <a:cs typeface="Arial"/>
              </a:rPr>
              <a:t> </a:t>
            </a:r>
            <a:r>
              <a:rPr sz="1400" dirty="0">
                <a:latin typeface="Arial"/>
                <a:cs typeface="Arial"/>
              </a:rPr>
              <a:t>like</a:t>
            </a:r>
            <a:r>
              <a:rPr sz="1400" spc="-10" dirty="0">
                <a:latin typeface="Arial"/>
                <a:cs typeface="Arial"/>
              </a:rPr>
              <a:t> </a:t>
            </a:r>
            <a:r>
              <a:rPr sz="1400" b="1" spc="-10" dirty="0">
                <a:latin typeface="Arial"/>
                <a:cs typeface="Arial"/>
              </a:rPr>
              <a:t>oscilloscopes</a:t>
            </a:r>
            <a:r>
              <a:rPr sz="1400" b="1" spc="-55" dirty="0">
                <a:latin typeface="Arial"/>
                <a:cs typeface="Arial"/>
              </a:rPr>
              <a:t> </a:t>
            </a:r>
            <a:r>
              <a:rPr sz="1400" dirty="0">
                <a:latin typeface="Arial"/>
                <a:cs typeface="Arial"/>
              </a:rPr>
              <a:t>or</a:t>
            </a:r>
            <a:r>
              <a:rPr sz="1400" spc="-30" dirty="0">
                <a:latin typeface="Arial"/>
                <a:cs typeface="Arial"/>
              </a:rPr>
              <a:t> </a:t>
            </a:r>
            <a:r>
              <a:rPr sz="1400" b="1" dirty="0">
                <a:latin typeface="Arial"/>
                <a:cs typeface="Arial"/>
              </a:rPr>
              <a:t>spectrum</a:t>
            </a:r>
            <a:r>
              <a:rPr sz="1400" b="1" spc="-40" dirty="0">
                <a:latin typeface="Arial"/>
                <a:cs typeface="Arial"/>
              </a:rPr>
              <a:t> </a:t>
            </a:r>
            <a:r>
              <a:rPr sz="1400" b="1" dirty="0">
                <a:latin typeface="Arial"/>
                <a:cs typeface="Arial"/>
              </a:rPr>
              <a:t>analyzers</a:t>
            </a:r>
            <a:r>
              <a:rPr sz="1400" dirty="0">
                <a:latin typeface="Arial"/>
                <a:cs typeface="Arial"/>
              </a:rPr>
              <a:t>,</a:t>
            </a:r>
            <a:r>
              <a:rPr sz="1400" spc="-10" dirty="0">
                <a:latin typeface="Arial"/>
                <a:cs typeface="Arial"/>
              </a:rPr>
              <a:t> </a:t>
            </a:r>
            <a:r>
              <a:rPr sz="1400" dirty="0">
                <a:latin typeface="Arial"/>
                <a:cs typeface="Arial"/>
              </a:rPr>
              <a:t>the</a:t>
            </a:r>
            <a:r>
              <a:rPr sz="1400" spc="-25" dirty="0">
                <a:latin typeface="Arial"/>
                <a:cs typeface="Arial"/>
              </a:rPr>
              <a:t> </a:t>
            </a:r>
            <a:r>
              <a:rPr sz="1400" spc="-10" dirty="0">
                <a:latin typeface="Arial"/>
                <a:cs typeface="Arial"/>
              </a:rPr>
              <a:t>measurement</a:t>
            </a:r>
            <a:r>
              <a:rPr sz="1400" spc="-60" dirty="0">
                <a:latin typeface="Arial"/>
                <a:cs typeface="Arial"/>
              </a:rPr>
              <a:t> </a:t>
            </a:r>
            <a:r>
              <a:rPr sz="1400" dirty="0">
                <a:latin typeface="Arial"/>
                <a:cs typeface="Arial"/>
              </a:rPr>
              <a:t>device</a:t>
            </a:r>
            <a:r>
              <a:rPr sz="1400" spc="-20" dirty="0">
                <a:latin typeface="Arial"/>
                <a:cs typeface="Arial"/>
              </a:rPr>
              <a:t> </a:t>
            </a:r>
            <a:r>
              <a:rPr sz="1400" dirty="0">
                <a:latin typeface="Arial"/>
                <a:cs typeface="Arial"/>
              </a:rPr>
              <a:t>itself</a:t>
            </a:r>
            <a:r>
              <a:rPr sz="1400" spc="-35" dirty="0">
                <a:latin typeface="Arial"/>
                <a:cs typeface="Arial"/>
              </a:rPr>
              <a:t> </a:t>
            </a:r>
            <a:r>
              <a:rPr sz="1400" dirty="0">
                <a:latin typeface="Arial"/>
                <a:cs typeface="Arial"/>
              </a:rPr>
              <a:t>has</a:t>
            </a:r>
            <a:r>
              <a:rPr sz="1400" spc="-25" dirty="0">
                <a:latin typeface="Arial"/>
                <a:cs typeface="Arial"/>
              </a:rPr>
              <a:t> </a:t>
            </a:r>
            <a:r>
              <a:rPr sz="1400" dirty="0">
                <a:latin typeface="Arial"/>
                <a:cs typeface="Arial"/>
              </a:rPr>
              <a:t>a</a:t>
            </a:r>
            <a:r>
              <a:rPr sz="1400" spc="-15" dirty="0">
                <a:latin typeface="Arial"/>
                <a:cs typeface="Arial"/>
              </a:rPr>
              <a:t> </a:t>
            </a:r>
            <a:r>
              <a:rPr sz="1400" dirty="0">
                <a:latin typeface="Arial"/>
                <a:cs typeface="Arial"/>
              </a:rPr>
              <a:t>limited</a:t>
            </a:r>
            <a:r>
              <a:rPr sz="1400" spc="-45" dirty="0">
                <a:latin typeface="Arial"/>
                <a:cs typeface="Arial"/>
              </a:rPr>
              <a:t> </a:t>
            </a:r>
            <a:r>
              <a:rPr sz="1400" dirty="0">
                <a:latin typeface="Arial"/>
                <a:cs typeface="Arial"/>
              </a:rPr>
              <a:t>bandwidth,</a:t>
            </a:r>
            <a:r>
              <a:rPr sz="1400" spc="-35" dirty="0">
                <a:latin typeface="Arial"/>
                <a:cs typeface="Arial"/>
              </a:rPr>
              <a:t> </a:t>
            </a:r>
            <a:r>
              <a:rPr sz="1400" dirty="0">
                <a:latin typeface="Arial"/>
                <a:cs typeface="Arial"/>
              </a:rPr>
              <a:t>which</a:t>
            </a:r>
            <a:r>
              <a:rPr sz="1400" spc="-20" dirty="0">
                <a:latin typeface="Arial"/>
                <a:cs typeface="Arial"/>
              </a:rPr>
              <a:t> </a:t>
            </a:r>
            <a:r>
              <a:rPr sz="1400" dirty="0">
                <a:latin typeface="Arial"/>
                <a:cs typeface="Arial"/>
              </a:rPr>
              <a:t>may</a:t>
            </a:r>
            <a:r>
              <a:rPr sz="1400" spc="-10" dirty="0">
                <a:latin typeface="Arial"/>
                <a:cs typeface="Arial"/>
              </a:rPr>
              <a:t> </a:t>
            </a:r>
            <a:r>
              <a:rPr sz="1400" dirty="0">
                <a:latin typeface="Arial"/>
                <a:cs typeface="Arial"/>
              </a:rPr>
              <a:t>affect</a:t>
            </a:r>
            <a:r>
              <a:rPr sz="1400" spc="-55" dirty="0">
                <a:latin typeface="Arial"/>
                <a:cs typeface="Arial"/>
              </a:rPr>
              <a:t> </a:t>
            </a:r>
            <a:r>
              <a:rPr sz="1400" spc="-10" dirty="0">
                <a:latin typeface="Arial"/>
                <a:cs typeface="Arial"/>
              </a:rPr>
              <a:t>noise readings.</a:t>
            </a:r>
            <a:endParaRPr sz="1400" dirty="0">
              <a:latin typeface="Arial"/>
              <a:cs typeface="Arial"/>
            </a:endParaRPr>
          </a:p>
          <a:p>
            <a:pPr marL="74930" indent="-69850">
              <a:lnSpc>
                <a:spcPct val="100000"/>
              </a:lnSpc>
              <a:buSzPct val="92857"/>
              <a:buChar char="•"/>
              <a:tabLst>
                <a:tab pos="74930" algn="l"/>
              </a:tabLst>
            </a:pPr>
            <a:r>
              <a:rPr sz="1400" dirty="0">
                <a:latin typeface="Arial"/>
                <a:cs typeface="Arial"/>
              </a:rPr>
              <a:t>The</a:t>
            </a:r>
            <a:r>
              <a:rPr sz="1400" spc="-40" dirty="0">
                <a:latin typeface="Arial"/>
                <a:cs typeface="Arial"/>
              </a:rPr>
              <a:t> </a:t>
            </a:r>
            <a:r>
              <a:rPr sz="1400" b="1" dirty="0">
                <a:latin typeface="Arial"/>
                <a:cs typeface="Arial"/>
              </a:rPr>
              <a:t>instrument</a:t>
            </a:r>
            <a:r>
              <a:rPr sz="1400" b="1" spc="-45" dirty="0">
                <a:latin typeface="Arial"/>
                <a:cs typeface="Arial"/>
              </a:rPr>
              <a:t> </a:t>
            </a:r>
            <a:r>
              <a:rPr sz="1400" b="1" dirty="0">
                <a:latin typeface="Arial"/>
                <a:cs typeface="Arial"/>
              </a:rPr>
              <a:t>bandwidth</a:t>
            </a:r>
            <a:r>
              <a:rPr sz="1400" b="1" spc="-70" dirty="0">
                <a:latin typeface="Arial"/>
                <a:cs typeface="Arial"/>
              </a:rPr>
              <a:t> </a:t>
            </a:r>
            <a:r>
              <a:rPr sz="1400" dirty="0">
                <a:latin typeface="Arial"/>
                <a:cs typeface="Arial"/>
              </a:rPr>
              <a:t>may</a:t>
            </a:r>
            <a:r>
              <a:rPr sz="1400" spc="-30" dirty="0">
                <a:latin typeface="Arial"/>
                <a:cs typeface="Arial"/>
              </a:rPr>
              <a:t> </a:t>
            </a:r>
            <a:r>
              <a:rPr sz="1400" dirty="0">
                <a:latin typeface="Arial"/>
                <a:cs typeface="Arial"/>
              </a:rPr>
              <a:t>be</a:t>
            </a:r>
            <a:r>
              <a:rPr sz="1400" spc="-30" dirty="0">
                <a:latin typeface="Arial"/>
                <a:cs typeface="Arial"/>
              </a:rPr>
              <a:t> </a:t>
            </a:r>
            <a:r>
              <a:rPr sz="1400" dirty="0">
                <a:latin typeface="Arial"/>
                <a:cs typeface="Arial"/>
              </a:rPr>
              <a:t>specified</a:t>
            </a:r>
            <a:r>
              <a:rPr sz="1400" spc="-60" dirty="0">
                <a:latin typeface="Arial"/>
                <a:cs typeface="Arial"/>
              </a:rPr>
              <a:t> </a:t>
            </a:r>
            <a:r>
              <a:rPr sz="1400" dirty="0">
                <a:latin typeface="Arial"/>
                <a:cs typeface="Arial"/>
              </a:rPr>
              <a:t>and</a:t>
            </a:r>
            <a:r>
              <a:rPr sz="1400" spc="-40" dirty="0">
                <a:latin typeface="Arial"/>
                <a:cs typeface="Arial"/>
              </a:rPr>
              <a:t> </a:t>
            </a:r>
            <a:r>
              <a:rPr sz="1400" dirty="0">
                <a:latin typeface="Arial"/>
                <a:cs typeface="Arial"/>
              </a:rPr>
              <a:t>needs</a:t>
            </a:r>
            <a:r>
              <a:rPr sz="1400" spc="-40" dirty="0">
                <a:latin typeface="Arial"/>
                <a:cs typeface="Arial"/>
              </a:rPr>
              <a:t> </a:t>
            </a:r>
            <a:r>
              <a:rPr sz="1400" dirty="0">
                <a:latin typeface="Arial"/>
                <a:cs typeface="Arial"/>
              </a:rPr>
              <a:t>to</a:t>
            </a:r>
            <a:r>
              <a:rPr sz="1400" spc="-30" dirty="0">
                <a:latin typeface="Arial"/>
                <a:cs typeface="Arial"/>
              </a:rPr>
              <a:t> </a:t>
            </a:r>
            <a:r>
              <a:rPr sz="1400" dirty="0">
                <a:latin typeface="Arial"/>
                <a:cs typeface="Arial"/>
              </a:rPr>
              <a:t>be</a:t>
            </a:r>
            <a:r>
              <a:rPr sz="1400" spc="-35" dirty="0">
                <a:latin typeface="Arial"/>
                <a:cs typeface="Arial"/>
              </a:rPr>
              <a:t> </a:t>
            </a:r>
            <a:r>
              <a:rPr sz="1400" dirty="0">
                <a:latin typeface="Arial"/>
                <a:cs typeface="Arial"/>
              </a:rPr>
              <a:t>considered</a:t>
            </a:r>
            <a:r>
              <a:rPr sz="1400" spc="-60" dirty="0">
                <a:latin typeface="Arial"/>
                <a:cs typeface="Arial"/>
              </a:rPr>
              <a:t> </a:t>
            </a:r>
            <a:r>
              <a:rPr sz="1400" dirty="0">
                <a:latin typeface="Arial"/>
                <a:cs typeface="Arial"/>
              </a:rPr>
              <a:t>when</a:t>
            </a:r>
            <a:r>
              <a:rPr sz="1400" spc="-30" dirty="0">
                <a:latin typeface="Arial"/>
                <a:cs typeface="Arial"/>
              </a:rPr>
              <a:t> </a:t>
            </a:r>
            <a:r>
              <a:rPr sz="1400" dirty="0">
                <a:latin typeface="Arial"/>
                <a:cs typeface="Arial"/>
              </a:rPr>
              <a:t>interpreting</a:t>
            </a:r>
            <a:r>
              <a:rPr sz="1400" spc="-60" dirty="0">
                <a:latin typeface="Arial"/>
                <a:cs typeface="Arial"/>
              </a:rPr>
              <a:t> </a:t>
            </a:r>
            <a:r>
              <a:rPr sz="1400" dirty="0">
                <a:latin typeface="Arial"/>
                <a:cs typeface="Arial"/>
              </a:rPr>
              <a:t>noise</a:t>
            </a:r>
            <a:r>
              <a:rPr sz="1400" spc="-55" dirty="0">
                <a:latin typeface="Arial"/>
                <a:cs typeface="Arial"/>
              </a:rPr>
              <a:t> </a:t>
            </a:r>
            <a:r>
              <a:rPr sz="1400" spc="-10" dirty="0">
                <a:latin typeface="Arial"/>
                <a:cs typeface="Arial"/>
              </a:rPr>
              <a:t>measurements.</a:t>
            </a:r>
            <a:endParaRPr sz="1400" dirty="0">
              <a:latin typeface="Arial"/>
              <a:cs typeface="Arial"/>
            </a:endParaRPr>
          </a:p>
          <a:p>
            <a:pPr marL="74930" indent="-69850">
              <a:lnSpc>
                <a:spcPct val="100000"/>
              </a:lnSpc>
              <a:buSzPct val="92857"/>
              <a:buFont typeface="Arial"/>
              <a:buChar char="•"/>
              <a:tabLst>
                <a:tab pos="74930" algn="l"/>
              </a:tabLst>
            </a:pPr>
            <a:r>
              <a:rPr sz="1400" b="1" dirty="0">
                <a:latin typeface="Arial"/>
                <a:cs typeface="Arial"/>
              </a:rPr>
              <a:t>Example</a:t>
            </a:r>
            <a:r>
              <a:rPr sz="1400" dirty="0">
                <a:latin typeface="Arial"/>
                <a:cs typeface="Arial"/>
              </a:rPr>
              <a:t>:</a:t>
            </a:r>
            <a:r>
              <a:rPr sz="1400" spc="-45" dirty="0">
                <a:latin typeface="Arial"/>
                <a:cs typeface="Arial"/>
              </a:rPr>
              <a:t> </a:t>
            </a:r>
            <a:r>
              <a:rPr sz="1400" dirty="0">
                <a:latin typeface="Arial"/>
                <a:cs typeface="Arial"/>
              </a:rPr>
              <a:t>If</a:t>
            </a:r>
            <a:r>
              <a:rPr sz="1400" spc="-25" dirty="0">
                <a:latin typeface="Arial"/>
                <a:cs typeface="Arial"/>
              </a:rPr>
              <a:t> </a:t>
            </a:r>
            <a:r>
              <a:rPr sz="1400" dirty="0">
                <a:latin typeface="Arial"/>
                <a:cs typeface="Arial"/>
              </a:rPr>
              <a:t>an</a:t>
            </a:r>
            <a:r>
              <a:rPr sz="1400" spc="-30" dirty="0">
                <a:latin typeface="Arial"/>
                <a:cs typeface="Arial"/>
              </a:rPr>
              <a:t> </a:t>
            </a:r>
            <a:r>
              <a:rPr sz="1400" dirty="0">
                <a:latin typeface="Arial"/>
                <a:cs typeface="Arial"/>
              </a:rPr>
              <a:t>oscilloscope</a:t>
            </a:r>
            <a:r>
              <a:rPr sz="1400" spc="-50" dirty="0">
                <a:latin typeface="Arial"/>
                <a:cs typeface="Arial"/>
              </a:rPr>
              <a:t> </a:t>
            </a:r>
            <a:r>
              <a:rPr sz="1400" dirty="0">
                <a:latin typeface="Arial"/>
                <a:cs typeface="Arial"/>
              </a:rPr>
              <a:t>has</a:t>
            </a:r>
            <a:r>
              <a:rPr sz="1400" spc="-25" dirty="0">
                <a:latin typeface="Arial"/>
                <a:cs typeface="Arial"/>
              </a:rPr>
              <a:t> </a:t>
            </a:r>
            <a:r>
              <a:rPr sz="1400" dirty="0">
                <a:latin typeface="Arial"/>
                <a:cs typeface="Arial"/>
              </a:rPr>
              <a:t>a</a:t>
            </a:r>
            <a:r>
              <a:rPr sz="1400" spc="-30" dirty="0">
                <a:latin typeface="Arial"/>
                <a:cs typeface="Arial"/>
              </a:rPr>
              <a:t> </a:t>
            </a:r>
            <a:r>
              <a:rPr sz="1400" dirty="0">
                <a:latin typeface="Arial"/>
                <a:cs typeface="Arial"/>
              </a:rPr>
              <a:t>bandwidth</a:t>
            </a:r>
            <a:r>
              <a:rPr sz="1400" spc="-30" dirty="0">
                <a:latin typeface="Arial"/>
                <a:cs typeface="Arial"/>
              </a:rPr>
              <a:t> </a:t>
            </a:r>
            <a:r>
              <a:rPr sz="1400" dirty="0">
                <a:latin typeface="Arial"/>
                <a:cs typeface="Arial"/>
              </a:rPr>
              <a:t>of</a:t>
            </a:r>
            <a:r>
              <a:rPr sz="1400" spc="-25" dirty="0">
                <a:latin typeface="Arial"/>
                <a:cs typeface="Arial"/>
              </a:rPr>
              <a:t> </a:t>
            </a:r>
            <a:r>
              <a:rPr sz="1400" dirty="0">
                <a:latin typeface="Arial"/>
                <a:cs typeface="Arial"/>
              </a:rPr>
              <a:t>20</a:t>
            </a:r>
            <a:r>
              <a:rPr sz="1400" spc="-20" dirty="0">
                <a:latin typeface="Arial"/>
                <a:cs typeface="Arial"/>
              </a:rPr>
              <a:t> </a:t>
            </a:r>
            <a:r>
              <a:rPr sz="1400" dirty="0">
                <a:latin typeface="Arial"/>
                <a:cs typeface="Arial"/>
              </a:rPr>
              <a:t>MHz,</a:t>
            </a:r>
            <a:r>
              <a:rPr sz="1400" spc="-25" dirty="0">
                <a:latin typeface="Arial"/>
                <a:cs typeface="Arial"/>
              </a:rPr>
              <a:t> </a:t>
            </a:r>
            <a:r>
              <a:rPr sz="1400" dirty="0">
                <a:latin typeface="Arial"/>
                <a:cs typeface="Arial"/>
              </a:rPr>
              <a:t>then</a:t>
            </a:r>
            <a:r>
              <a:rPr sz="1400" spc="-45" dirty="0">
                <a:latin typeface="Arial"/>
                <a:cs typeface="Arial"/>
              </a:rPr>
              <a:t> </a:t>
            </a:r>
            <a:r>
              <a:rPr sz="1400" dirty="0">
                <a:latin typeface="Arial"/>
                <a:cs typeface="Arial"/>
              </a:rPr>
              <a:t>the</a:t>
            </a:r>
            <a:r>
              <a:rPr sz="1400" spc="-30" dirty="0">
                <a:latin typeface="Arial"/>
                <a:cs typeface="Arial"/>
              </a:rPr>
              <a:t> </a:t>
            </a:r>
            <a:r>
              <a:rPr sz="1400" dirty="0">
                <a:latin typeface="Arial"/>
                <a:cs typeface="Arial"/>
              </a:rPr>
              <a:t>noise</a:t>
            </a:r>
            <a:r>
              <a:rPr sz="1400" spc="-40" dirty="0">
                <a:latin typeface="Arial"/>
                <a:cs typeface="Arial"/>
              </a:rPr>
              <a:t> </a:t>
            </a:r>
            <a:r>
              <a:rPr sz="1400" dirty="0">
                <a:latin typeface="Arial"/>
                <a:cs typeface="Arial"/>
              </a:rPr>
              <a:t>observed</a:t>
            </a:r>
            <a:r>
              <a:rPr sz="1400" spc="-25" dirty="0">
                <a:latin typeface="Arial"/>
                <a:cs typeface="Arial"/>
              </a:rPr>
              <a:t> </a:t>
            </a:r>
            <a:r>
              <a:rPr sz="1400" dirty="0">
                <a:latin typeface="Arial"/>
                <a:cs typeface="Arial"/>
              </a:rPr>
              <a:t>on</a:t>
            </a:r>
            <a:r>
              <a:rPr sz="1400" spc="-30" dirty="0">
                <a:latin typeface="Arial"/>
                <a:cs typeface="Arial"/>
              </a:rPr>
              <a:t> </a:t>
            </a:r>
            <a:r>
              <a:rPr sz="1400" dirty="0">
                <a:latin typeface="Arial"/>
                <a:cs typeface="Arial"/>
              </a:rPr>
              <a:t>the</a:t>
            </a:r>
            <a:r>
              <a:rPr sz="1400" spc="-30" dirty="0">
                <a:latin typeface="Arial"/>
                <a:cs typeface="Arial"/>
              </a:rPr>
              <a:t> </a:t>
            </a:r>
            <a:r>
              <a:rPr sz="1400" dirty="0">
                <a:latin typeface="Arial"/>
                <a:cs typeface="Arial"/>
              </a:rPr>
              <a:t>oscilloscope</a:t>
            </a:r>
            <a:r>
              <a:rPr sz="1400" spc="-55" dirty="0">
                <a:latin typeface="Arial"/>
                <a:cs typeface="Arial"/>
              </a:rPr>
              <a:t> </a:t>
            </a:r>
            <a:r>
              <a:rPr sz="1400" dirty="0">
                <a:latin typeface="Arial"/>
                <a:cs typeface="Arial"/>
              </a:rPr>
              <a:t>is</a:t>
            </a:r>
            <a:r>
              <a:rPr sz="1400" spc="-25" dirty="0">
                <a:latin typeface="Arial"/>
                <a:cs typeface="Arial"/>
              </a:rPr>
              <a:t> </a:t>
            </a:r>
            <a:r>
              <a:rPr sz="1400" dirty="0">
                <a:latin typeface="Arial"/>
                <a:cs typeface="Arial"/>
              </a:rPr>
              <a:t>limited</a:t>
            </a:r>
            <a:r>
              <a:rPr sz="1400" spc="-30" dirty="0">
                <a:latin typeface="Arial"/>
                <a:cs typeface="Arial"/>
              </a:rPr>
              <a:t> </a:t>
            </a:r>
            <a:r>
              <a:rPr sz="1400" dirty="0">
                <a:latin typeface="Arial"/>
                <a:cs typeface="Arial"/>
              </a:rPr>
              <a:t>by</a:t>
            </a:r>
            <a:r>
              <a:rPr sz="1400" spc="-15" dirty="0">
                <a:latin typeface="Arial"/>
                <a:cs typeface="Arial"/>
              </a:rPr>
              <a:t> </a:t>
            </a:r>
            <a:r>
              <a:rPr sz="1400" spc="-10" dirty="0">
                <a:latin typeface="Arial"/>
                <a:cs typeface="Arial"/>
              </a:rPr>
              <a:t>Δf=20</a:t>
            </a:r>
            <a:r>
              <a:rPr sz="1400" spc="-114" dirty="0">
                <a:latin typeface="Arial"/>
                <a:cs typeface="Arial"/>
              </a:rPr>
              <a:t> </a:t>
            </a:r>
            <a:r>
              <a:rPr sz="1400" dirty="0">
                <a:latin typeface="Arial"/>
                <a:cs typeface="Arial"/>
              </a:rPr>
              <a:t>MHz\Delta</a:t>
            </a:r>
            <a:r>
              <a:rPr sz="1400" spc="-65" dirty="0">
                <a:latin typeface="Arial"/>
                <a:cs typeface="Arial"/>
              </a:rPr>
              <a:t> </a:t>
            </a:r>
            <a:r>
              <a:rPr sz="1400" dirty="0">
                <a:latin typeface="Arial"/>
                <a:cs typeface="Arial"/>
              </a:rPr>
              <a:t>f</a:t>
            </a:r>
            <a:r>
              <a:rPr sz="1400" spc="-10" dirty="0">
                <a:latin typeface="Arial"/>
                <a:cs typeface="Arial"/>
              </a:rPr>
              <a:t> </a:t>
            </a:r>
            <a:r>
              <a:rPr sz="1400" dirty="0">
                <a:latin typeface="Arial"/>
                <a:cs typeface="Arial"/>
              </a:rPr>
              <a:t>=</a:t>
            </a:r>
            <a:r>
              <a:rPr sz="1400" spc="-20" dirty="0">
                <a:latin typeface="Arial"/>
                <a:cs typeface="Arial"/>
              </a:rPr>
              <a:t> </a:t>
            </a:r>
            <a:r>
              <a:rPr sz="1400" dirty="0">
                <a:latin typeface="Arial"/>
                <a:cs typeface="Arial"/>
              </a:rPr>
              <a:t>20</a:t>
            </a:r>
            <a:r>
              <a:rPr sz="1400" spc="-25" dirty="0">
                <a:latin typeface="Arial"/>
                <a:cs typeface="Arial"/>
              </a:rPr>
              <a:t> \,</a:t>
            </a:r>
            <a:endParaRPr sz="1400" dirty="0">
              <a:latin typeface="Arial"/>
              <a:cs typeface="Arial"/>
            </a:endParaRPr>
          </a:p>
          <a:p>
            <a:pPr marL="12700">
              <a:lnSpc>
                <a:spcPct val="100000"/>
              </a:lnSpc>
            </a:pPr>
            <a:r>
              <a:rPr sz="1400" spc="-10" dirty="0">
                <a:latin typeface="Arial"/>
                <a:cs typeface="Arial"/>
              </a:rPr>
              <a:t>\text{MHz}Δf=20MHz.</a:t>
            </a:r>
            <a:endParaRPr sz="1400" dirty="0">
              <a:latin typeface="Arial"/>
              <a:cs typeface="Arial"/>
            </a:endParaRPr>
          </a:p>
        </p:txBody>
      </p:sp>
      <mc:AlternateContent xmlns:mc="http://schemas.openxmlformats.org/markup-compatibility/2006">
        <mc:Choice xmlns:p14="http://schemas.microsoft.com/office/powerpoint/2010/main" Requires="p14">
          <p:contentPart p14:bwMode="auto" r:id="rId2">
            <p14:nvContentPartPr>
              <p14:cNvPr id="4" name="Ink 3">
                <a:extLst>
                  <a:ext uri="{FF2B5EF4-FFF2-40B4-BE49-F238E27FC236}">
                    <a16:creationId xmlns:a16="http://schemas.microsoft.com/office/drawing/2014/main" id="{4D0337A1-3A81-FCB6-E60C-DF360137E9D7}"/>
                  </a:ext>
                </a:extLst>
              </p14:cNvPr>
              <p14:cNvContentPartPr/>
              <p14:nvPr/>
            </p14:nvContentPartPr>
            <p14:xfrm>
              <a:off x="275510" y="1671517"/>
              <a:ext cx="1568520" cy="157320"/>
            </p14:xfrm>
          </p:contentPart>
        </mc:Choice>
        <mc:Fallback>
          <p:pic>
            <p:nvPicPr>
              <p:cNvPr id="4" name="Ink 3">
                <a:extLst>
                  <a:ext uri="{FF2B5EF4-FFF2-40B4-BE49-F238E27FC236}">
                    <a16:creationId xmlns:a16="http://schemas.microsoft.com/office/drawing/2014/main" id="{4D0337A1-3A81-FCB6-E60C-DF360137E9D7}"/>
                  </a:ext>
                </a:extLst>
              </p:cNvPr>
              <p:cNvPicPr/>
              <p:nvPr/>
            </p:nvPicPr>
            <p:blipFill>
              <a:blip r:embed="rId3"/>
              <a:stretch>
                <a:fillRect/>
              </a:stretch>
            </p:blipFill>
            <p:spPr>
              <a:xfrm>
                <a:off x="221510" y="1563517"/>
                <a:ext cx="1676160" cy="372960"/>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5" name="Ink 4">
                <a:extLst>
                  <a:ext uri="{FF2B5EF4-FFF2-40B4-BE49-F238E27FC236}">
                    <a16:creationId xmlns:a16="http://schemas.microsoft.com/office/drawing/2014/main" id="{49D3E39D-8C36-2682-BC01-C3855BBE347A}"/>
                  </a:ext>
                </a:extLst>
              </p14:cNvPr>
              <p14:cNvContentPartPr/>
              <p14:nvPr/>
            </p14:nvContentPartPr>
            <p14:xfrm>
              <a:off x="141590" y="4038877"/>
              <a:ext cx="1658160" cy="94320"/>
            </p14:xfrm>
          </p:contentPart>
        </mc:Choice>
        <mc:Fallback>
          <p:pic>
            <p:nvPicPr>
              <p:cNvPr id="5" name="Ink 4">
                <a:extLst>
                  <a:ext uri="{FF2B5EF4-FFF2-40B4-BE49-F238E27FC236}">
                    <a16:creationId xmlns:a16="http://schemas.microsoft.com/office/drawing/2014/main" id="{49D3E39D-8C36-2682-BC01-C3855BBE347A}"/>
                  </a:ext>
                </a:extLst>
              </p:cNvPr>
              <p:cNvPicPr/>
              <p:nvPr/>
            </p:nvPicPr>
            <p:blipFill>
              <a:blip r:embed="rId5"/>
              <a:stretch>
                <a:fillRect/>
              </a:stretch>
            </p:blipFill>
            <p:spPr>
              <a:xfrm>
                <a:off x="87950" y="3930877"/>
                <a:ext cx="1765800" cy="309960"/>
              </a:xfrm>
              <a:prstGeom prst="rect">
                <a:avLst/>
              </a:prstGeom>
            </p:spPr>
          </p:pic>
        </mc:Fallback>
      </mc:AlternateContent>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A8D113-2BB5-C2E1-1921-A82163A4241C}"/>
              </a:ext>
            </a:extLst>
          </p:cNvPr>
          <p:cNvSpPr>
            <a:spLocks noGrp="1"/>
          </p:cNvSpPr>
          <p:nvPr>
            <p:ph type="title"/>
          </p:nvPr>
        </p:nvSpPr>
        <p:spPr>
          <a:xfrm>
            <a:off x="78739" y="14986"/>
            <a:ext cx="10328275" cy="492443"/>
          </a:xfrm>
        </p:spPr>
        <p:txBody>
          <a:bodyPr/>
          <a:lstStyle/>
          <a:p>
            <a:r>
              <a:rPr lang="en-US" dirty="0"/>
              <a:t>Example</a:t>
            </a:r>
          </a:p>
        </p:txBody>
      </p:sp>
      <p:sp>
        <p:nvSpPr>
          <p:cNvPr id="5" name="TextBox 4">
            <a:extLst>
              <a:ext uri="{FF2B5EF4-FFF2-40B4-BE49-F238E27FC236}">
                <a16:creationId xmlns:a16="http://schemas.microsoft.com/office/drawing/2014/main" id="{39661C3D-5C71-2CFF-BCE6-CE6630D57301}"/>
              </a:ext>
            </a:extLst>
          </p:cNvPr>
          <p:cNvSpPr txBox="1"/>
          <p:nvPr/>
        </p:nvSpPr>
        <p:spPr>
          <a:xfrm>
            <a:off x="381000" y="304800"/>
            <a:ext cx="10667999" cy="2092881"/>
          </a:xfrm>
          <a:prstGeom prst="rect">
            <a:avLst/>
          </a:prstGeom>
          <a:noFill/>
        </p:spPr>
        <p:txBody>
          <a:bodyPr wrap="square">
            <a:spAutoFit/>
          </a:bodyPr>
          <a:lstStyle/>
          <a:p>
            <a:pPr algn="l"/>
            <a:endParaRPr lang="en-US" sz="2000" b="0" i="0" u="none" strike="noStrike" baseline="0" dirty="0">
              <a:solidFill>
                <a:srgbClr val="000000"/>
              </a:solidFill>
              <a:latin typeface="Aptos" panose="020B0004020202020204" pitchFamily="34" charset="0"/>
            </a:endParaRPr>
          </a:p>
          <a:p>
            <a:r>
              <a:rPr lang="en-US" sz="2000" b="0" i="0" u="none" strike="noStrike" baseline="0" dirty="0">
                <a:solidFill>
                  <a:srgbClr val="000000"/>
                </a:solidFill>
                <a:latin typeface="Aptos" panose="020B0004020202020204" pitchFamily="34" charset="0"/>
              </a:rPr>
              <a:t> </a:t>
            </a:r>
          </a:p>
          <a:p>
            <a:r>
              <a:rPr lang="en-US" sz="1800" b="0" i="0" u="none" strike="noStrike" baseline="0" dirty="0">
                <a:solidFill>
                  <a:srgbClr val="000000"/>
                </a:solidFill>
                <a:latin typeface="Aptos" panose="020B0004020202020204" pitchFamily="34" charset="0"/>
              </a:rPr>
              <a:t>Imagine I had a photodetector in reverse bias with light shining on it connected to a 10 </a:t>
            </a:r>
            <a:r>
              <a:rPr lang="en-US" sz="1800" b="0" i="0" u="none" strike="noStrike" baseline="0" dirty="0" err="1">
                <a:solidFill>
                  <a:srgbClr val="000000"/>
                </a:solidFill>
                <a:latin typeface="Aptos" panose="020B0004020202020204" pitchFamily="34" charset="0"/>
              </a:rPr>
              <a:t>kOhm</a:t>
            </a:r>
            <a:r>
              <a:rPr lang="en-US" sz="1800" b="0" i="0" u="none" strike="noStrike" baseline="0" dirty="0">
                <a:solidFill>
                  <a:srgbClr val="000000"/>
                </a:solidFill>
                <a:latin typeface="Aptos" panose="020B0004020202020204" pitchFamily="34" charset="0"/>
              </a:rPr>
              <a:t> resistor. We measure the voltage across this resistor. A) What are the sources of noise for the voltage measured across the device? B) If I have 1 mA of photocurrent in my photodetector, what will the actual RMS noise level of the voltage measured across the resistor be? Assume a sampling rate of 200 kHz (leading to a bandwidth of 100 </a:t>
            </a:r>
            <a:r>
              <a:rPr lang="en-US" sz="1800" b="0" i="0" u="none" strike="noStrike" baseline="0" dirty="0" err="1">
                <a:solidFill>
                  <a:srgbClr val="000000"/>
                </a:solidFill>
                <a:latin typeface="Aptos" panose="020B0004020202020204" pitchFamily="34" charset="0"/>
              </a:rPr>
              <a:t>KHz</a:t>
            </a:r>
            <a:r>
              <a:rPr lang="en-US" sz="1800" b="0" i="0" u="none" strike="noStrike" baseline="0" dirty="0">
                <a:solidFill>
                  <a:srgbClr val="000000"/>
                </a:solidFill>
                <a:latin typeface="Aptos" panose="020B0004020202020204" pitchFamily="34" charset="0"/>
              </a:rPr>
              <a:t>). </a:t>
            </a:r>
          </a:p>
        </p:txBody>
      </p:sp>
      <p:pic>
        <p:nvPicPr>
          <p:cNvPr id="7" name="Picture 6" descr="A white background with black text and numbers&#10;&#10;AI-generated content may be incorrect.">
            <a:extLst>
              <a:ext uri="{FF2B5EF4-FFF2-40B4-BE49-F238E27FC236}">
                <a16:creationId xmlns:a16="http://schemas.microsoft.com/office/drawing/2014/main" id="{B943794F-4CCE-0869-9D0B-976FDAF2AF0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67400" y="2514600"/>
            <a:ext cx="4833258" cy="3657600"/>
          </a:xfrm>
          <a:prstGeom prst="rect">
            <a:avLst/>
          </a:prstGeom>
        </p:spPr>
      </p:pic>
      <p:grpSp>
        <p:nvGrpSpPr>
          <p:cNvPr id="11" name="Group 10">
            <a:extLst>
              <a:ext uri="{FF2B5EF4-FFF2-40B4-BE49-F238E27FC236}">
                <a16:creationId xmlns:a16="http://schemas.microsoft.com/office/drawing/2014/main" id="{595BCAD2-73EE-C4A6-7243-85828B3070AC}"/>
              </a:ext>
            </a:extLst>
          </p:cNvPr>
          <p:cNvGrpSpPr/>
          <p:nvPr/>
        </p:nvGrpSpPr>
        <p:grpSpPr>
          <a:xfrm>
            <a:off x="1793270" y="174997"/>
            <a:ext cx="1296360" cy="607320"/>
            <a:chOff x="1793270" y="174997"/>
            <a:chExt cx="1296360" cy="607320"/>
          </a:xfrm>
        </p:grpSpPr>
        <mc:AlternateContent xmlns:mc="http://schemas.openxmlformats.org/markup-compatibility/2006">
          <mc:Choice xmlns:p14="http://schemas.microsoft.com/office/powerpoint/2010/main" Requires="p14">
            <p:contentPart p14:bwMode="auto" r:id="rId3">
              <p14:nvContentPartPr>
                <p14:cNvPr id="3" name="Ink 2">
                  <a:extLst>
                    <a:ext uri="{FF2B5EF4-FFF2-40B4-BE49-F238E27FC236}">
                      <a16:creationId xmlns:a16="http://schemas.microsoft.com/office/drawing/2014/main" id="{380B5AAD-5FBA-2FD3-5025-EFA804193FCB}"/>
                    </a:ext>
                  </a:extLst>
                </p14:cNvPr>
                <p14:cNvContentPartPr/>
                <p14:nvPr/>
              </p14:nvContentPartPr>
              <p14:xfrm>
                <a:off x="1793270" y="174997"/>
                <a:ext cx="317880" cy="607320"/>
              </p14:xfrm>
            </p:contentPart>
          </mc:Choice>
          <mc:Fallback>
            <p:pic>
              <p:nvPicPr>
                <p:cNvPr id="3" name="Ink 2">
                  <a:extLst>
                    <a:ext uri="{FF2B5EF4-FFF2-40B4-BE49-F238E27FC236}">
                      <a16:creationId xmlns:a16="http://schemas.microsoft.com/office/drawing/2014/main" id="{380B5AAD-5FBA-2FD3-5025-EFA804193FCB}"/>
                    </a:ext>
                  </a:extLst>
                </p:cNvPr>
                <p:cNvPicPr/>
                <p:nvPr/>
              </p:nvPicPr>
              <p:blipFill>
                <a:blip r:embed="rId4"/>
                <a:stretch>
                  <a:fillRect/>
                </a:stretch>
              </p:blipFill>
              <p:spPr>
                <a:xfrm>
                  <a:off x="1775630" y="156997"/>
                  <a:ext cx="353520" cy="642960"/>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4" name="Ink 3">
                  <a:extLst>
                    <a:ext uri="{FF2B5EF4-FFF2-40B4-BE49-F238E27FC236}">
                      <a16:creationId xmlns:a16="http://schemas.microsoft.com/office/drawing/2014/main" id="{72C34445-A18F-FA35-20A7-F9D5491EB36A}"/>
                    </a:ext>
                  </a:extLst>
                </p14:cNvPr>
                <p14:cNvContentPartPr/>
                <p14:nvPr/>
              </p14:nvContentPartPr>
              <p14:xfrm>
                <a:off x="2242550" y="281197"/>
                <a:ext cx="36000" cy="372240"/>
              </p14:xfrm>
            </p:contentPart>
          </mc:Choice>
          <mc:Fallback>
            <p:pic>
              <p:nvPicPr>
                <p:cNvPr id="4" name="Ink 3">
                  <a:extLst>
                    <a:ext uri="{FF2B5EF4-FFF2-40B4-BE49-F238E27FC236}">
                      <a16:creationId xmlns:a16="http://schemas.microsoft.com/office/drawing/2014/main" id="{72C34445-A18F-FA35-20A7-F9D5491EB36A}"/>
                    </a:ext>
                  </a:extLst>
                </p:cNvPr>
                <p:cNvPicPr/>
                <p:nvPr/>
              </p:nvPicPr>
              <p:blipFill>
                <a:blip r:embed="rId6"/>
                <a:stretch>
                  <a:fillRect/>
                </a:stretch>
              </p:blipFill>
              <p:spPr>
                <a:xfrm>
                  <a:off x="2224550" y="263557"/>
                  <a:ext cx="71640" cy="407880"/>
                </a:xfrm>
                <a:prstGeom prst="rect">
                  <a:avLst/>
                </a:prstGeom>
              </p:spPr>
            </p:pic>
          </mc:Fallback>
        </mc:AlternateContent>
        <mc:AlternateContent xmlns:mc="http://schemas.openxmlformats.org/markup-compatibility/2006">
          <mc:Choice xmlns:p14="http://schemas.microsoft.com/office/powerpoint/2010/main" Requires="p14">
            <p:contentPart p14:bwMode="auto" r:id="rId7">
              <p14:nvContentPartPr>
                <p14:cNvPr id="6" name="Ink 5">
                  <a:extLst>
                    <a:ext uri="{FF2B5EF4-FFF2-40B4-BE49-F238E27FC236}">
                      <a16:creationId xmlns:a16="http://schemas.microsoft.com/office/drawing/2014/main" id="{61D842D0-6DEA-B019-4439-D5F742405FD5}"/>
                    </a:ext>
                  </a:extLst>
                </p14:cNvPr>
                <p14:cNvContentPartPr/>
                <p14:nvPr/>
              </p14:nvContentPartPr>
              <p14:xfrm>
                <a:off x="2470070" y="291637"/>
                <a:ext cx="59760" cy="301320"/>
              </p14:xfrm>
            </p:contentPart>
          </mc:Choice>
          <mc:Fallback>
            <p:pic>
              <p:nvPicPr>
                <p:cNvPr id="6" name="Ink 5">
                  <a:extLst>
                    <a:ext uri="{FF2B5EF4-FFF2-40B4-BE49-F238E27FC236}">
                      <a16:creationId xmlns:a16="http://schemas.microsoft.com/office/drawing/2014/main" id="{61D842D0-6DEA-B019-4439-D5F742405FD5}"/>
                    </a:ext>
                  </a:extLst>
                </p:cNvPr>
                <p:cNvPicPr/>
                <p:nvPr/>
              </p:nvPicPr>
              <p:blipFill>
                <a:blip r:embed="rId8"/>
                <a:stretch>
                  <a:fillRect/>
                </a:stretch>
              </p:blipFill>
              <p:spPr>
                <a:xfrm>
                  <a:off x="2452070" y="273637"/>
                  <a:ext cx="95400" cy="336960"/>
                </a:xfrm>
                <a:prstGeom prst="rect">
                  <a:avLst/>
                </a:prstGeom>
              </p:spPr>
            </p:pic>
          </mc:Fallback>
        </mc:AlternateContent>
        <mc:AlternateContent xmlns:mc="http://schemas.openxmlformats.org/markup-compatibility/2006">
          <mc:Choice xmlns:p14="http://schemas.microsoft.com/office/powerpoint/2010/main" Requires="p14">
            <p:contentPart p14:bwMode="auto" r:id="rId9">
              <p14:nvContentPartPr>
                <p14:cNvPr id="8" name="Ink 7">
                  <a:extLst>
                    <a:ext uri="{FF2B5EF4-FFF2-40B4-BE49-F238E27FC236}">
                      <a16:creationId xmlns:a16="http://schemas.microsoft.com/office/drawing/2014/main" id="{5B95F367-C4A9-3573-A887-D4D86C4E8214}"/>
                    </a:ext>
                  </a:extLst>
                </p14:cNvPr>
                <p14:cNvContentPartPr/>
                <p14:nvPr/>
              </p14:nvContentPartPr>
              <p14:xfrm>
                <a:off x="2344070" y="412237"/>
                <a:ext cx="108720" cy="42120"/>
              </p14:xfrm>
            </p:contentPart>
          </mc:Choice>
          <mc:Fallback>
            <p:pic>
              <p:nvPicPr>
                <p:cNvPr id="8" name="Ink 7">
                  <a:extLst>
                    <a:ext uri="{FF2B5EF4-FFF2-40B4-BE49-F238E27FC236}">
                      <a16:creationId xmlns:a16="http://schemas.microsoft.com/office/drawing/2014/main" id="{5B95F367-C4A9-3573-A887-D4D86C4E8214}"/>
                    </a:ext>
                  </a:extLst>
                </p:cNvPr>
                <p:cNvPicPr/>
                <p:nvPr/>
              </p:nvPicPr>
              <p:blipFill>
                <a:blip r:embed="rId10"/>
                <a:stretch>
                  <a:fillRect/>
                </a:stretch>
              </p:blipFill>
              <p:spPr>
                <a:xfrm>
                  <a:off x="2326070" y="394237"/>
                  <a:ext cx="144360" cy="77760"/>
                </a:xfrm>
                <a:prstGeom prst="rect">
                  <a:avLst/>
                </a:prstGeom>
              </p:spPr>
            </p:pic>
          </mc:Fallback>
        </mc:AlternateContent>
        <mc:AlternateContent xmlns:mc="http://schemas.openxmlformats.org/markup-compatibility/2006">
          <mc:Choice xmlns:p14="http://schemas.microsoft.com/office/powerpoint/2010/main" Requires="p14">
            <p:contentPart p14:bwMode="auto" r:id="rId11">
              <p14:nvContentPartPr>
                <p14:cNvPr id="9" name="Ink 8">
                  <a:extLst>
                    <a:ext uri="{FF2B5EF4-FFF2-40B4-BE49-F238E27FC236}">
                      <a16:creationId xmlns:a16="http://schemas.microsoft.com/office/drawing/2014/main" id="{BB086EF6-AE85-CA82-0EC6-B37026726564}"/>
                    </a:ext>
                  </a:extLst>
                </p14:cNvPr>
                <p14:cNvContentPartPr/>
                <p14:nvPr/>
              </p14:nvContentPartPr>
              <p14:xfrm>
                <a:off x="2622350" y="302797"/>
                <a:ext cx="285840" cy="216360"/>
              </p14:xfrm>
            </p:contentPart>
          </mc:Choice>
          <mc:Fallback>
            <p:pic>
              <p:nvPicPr>
                <p:cNvPr id="9" name="Ink 8">
                  <a:extLst>
                    <a:ext uri="{FF2B5EF4-FFF2-40B4-BE49-F238E27FC236}">
                      <a16:creationId xmlns:a16="http://schemas.microsoft.com/office/drawing/2014/main" id="{BB086EF6-AE85-CA82-0EC6-B37026726564}"/>
                    </a:ext>
                  </a:extLst>
                </p:cNvPr>
                <p:cNvPicPr/>
                <p:nvPr/>
              </p:nvPicPr>
              <p:blipFill>
                <a:blip r:embed="rId12"/>
                <a:stretch>
                  <a:fillRect/>
                </a:stretch>
              </p:blipFill>
              <p:spPr>
                <a:xfrm>
                  <a:off x="2604710" y="285157"/>
                  <a:ext cx="321480" cy="252000"/>
                </a:xfrm>
                <a:prstGeom prst="rect">
                  <a:avLst/>
                </a:prstGeom>
              </p:spPr>
            </p:pic>
          </mc:Fallback>
        </mc:AlternateContent>
        <mc:AlternateContent xmlns:mc="http://schemas.openxmlformats.org/markup-compatibility/2006">
          <mc:Choice xmlns:p14="http://schemas.microsoft.com/office/powerpoint/2010/main" Requires="p14">
            <p:contentPart p14:bwMode="auto" r:id="rId13">
              <p14:nvContentPartPr>
                <p14:cNvPr id="10" name="Ink 9">
                  <a:extLst>
                    <a:ext uri="{FF2B5EF4-FFF2-40B4-BE49-F238E27FC236}">
                      <a16:creationId xmlns:a16="http://schemas.microsoft.com/office/drawing/2014/main" id="{74C0B1CB-AE14-E906-0EA7-687810701C30}"/>
                    </a:ext>
                  </a:extLst>
                </p14:cNvPr>
                <p14:cNvContentPartPr/>
                <p14:nvPr/>
              </p14:nvContentPartPr>
              <p14:xfrm>
                <a:off x="2964710" y="186517"/>
                <a:ext cx="124920" cy="538920"/>
              </p14:xfrm>
            </p:contentPart>
          </mc:Choice>
          <mc:Fallback>
            <p:pic>
              <p:nvPicPr>
                <p:cNvPr id="10" name="Ink 9">
                  <a:extLst>
                    <a:ext uri="{FF2B5EF4-FFF2-40B4-BE49-F238E27FC236}">
                      <a16:creationId xmlns:a16="http://schemas.microsoft.com/office/drawing/2014/main" id="{74C0B1CB-AE14-E906-0EA7-687810701C30}"/>
                    </a:ext>
                  </a:extLst>
                </p:cNvPr>
                <p:cNvPicPr/>
                <p:nvPr/>
              </p:nvPicPr>
              <p:blipFill>
                <a:blip r:embed="rId14"/>
                <a:stretch>
                  <a:fillRect/>
                </a:stretch>
              </p:blipFill>
              <p:spPr>
                <a:xfrm>
                  <a:off x="2947070" y="168517"/>
                  <a:ext cx="160560" cy="574560"/>
                </a:xfrm>
                <a:prstGeom prst="rect">
                  <a:avLst/>
                </a:prstGeom>
              </p:spPr>
            </p:pic>
          </mc:Fallback>
        </mc:AlternateContent>
      </p:grpSp>
    </p:spTree>
    <p:extLst>
      <p:ext uri="{BB962C8B-B14F-4D97-AF65-F5344CB8AC3E}">
        <p14:creationId xmlns:p14="http://schemas.microsoft.com/office/powerpoint/2010/main" val="351494762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1D4E89-CA01-C4AB-DBCB-1DDDAFAAE0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09D013-FFBD-0846-0E78-C85098A08F82}"/>
              </a:ext>
            </a:extLst>
          </p:cNvPr>
          <p:cNvSpPr>
            <a:spLocks noGrp="1"/>
          </p:cNvSpPr>
          <p:nvPr>
            <p:ph type="title"/>
          </p:nvPr>
        </p:nvSpPr>
        <p:spPr>
          <a:xfrm>
            <a:off x="78739" y="14986"/>
            <a:ext cx="10328275" cy="492443"/>
          </a:xfrm>
        </p:spPr>
        <p:txBody>
          <a:bodyPr/>
          <a:lstStyle/>
          <a:p>
            <a:r>
              <a:rPr lang="en-US" dirty="0"/>
              <a:t>Example</a:t>
            </a:r>
          </a:p>
        </p:txBody>
      </p:sp>
      <p:sp>
        <p:nvSpPr>
          <p:cNvPr id="5" name="TextBox 4">
            <a:extLst>
              <a:ext uri="{FF2B5EF4-FFF2-40B4-BE49-F238E27FC236}">
                <a16:creationId xmlns:a16="http://schemas.microsoft.com/office/drawing/2014/main" id="{59B99BD8-B815-2782-3B26-6AC6927C55AF}"/>
              </a:ext>
            </a:extLst>
          </p:cNvPr>
          <p:cNvSpPr txBox="1"/>
          <p:nvPr/>
        </p:nvSpPr>
        <p:spPr>
          <a:xfrm>
            <a:off x="381000" y="304800"/>
            <a:ext cx="10667999" cy="2092881"/>
          </a:xfrm>
          <a:prstGeom prst="rect">
            <a:avLst/>
          </a:prstGeom>
          <a:noFill/>
        </p:spPr>
        <p:txBody>
          <a:bodyPr wrap="square">
            <a:spAutoFit/>
          </a:bodyPr>
          <a:lstStyle/>
          <a:p>
            <a:pPr algn="l"/>
            <a:endParaRPr lang="en-US" sz="2000" b="0" i="0" u="none" strike="noStrike" baseline="0" dirty="0">
              <a:solidFill>
                <a:srgbClr val="000000"/>
              </a:solidFill>
              <a:latin typeface="Aptos" panose="020B0004020202020204" pitchFamily="34" charset="0"/>
            </a:endParaRPr>
          </a:p>
          <a:p>
            <a:r>
              <a:rPr lang="en-US" sz="2000" b="0" i="0" u="none" strike="noStrike" baseline="0" dirty="0">
                <a:solidFill>
                  <a:srgbClr val="000000"/>
                </a:solidFill>
                <a:latin typeface="Aptos" panose="020B0004020202020204" pitchFamily="34" charset="0"/>
              </a:rPr>
              <a:t> </a:t>
            </a:r>
          </a:p>
          <a:p>
            <a:r>
              <a:rPr lang="en-US" sz="1800" b="0" i="0" u="none" strike="noStrike" baseline="0" dirty="0">
                <a:solidFill>
                  <a:srgbClr val="000000"/>
                </a:solidFill>
                <a:latin typeface="Aptos" panose="020B0004020202020204" pitchFamily="34" charset="0"/>
              </a:rPr>
              <a:t>Imagine I had a photodetector in reverse bias with light shining on it connected to a 10 </a:t>
            </a:r>
            <a:r>
              <a:rPr lang="en-US" sz="1800" b="0" i="0" u="none" strike="noStrike" baseline="0" dirty="0" err="1">
                <a:solidFill>
                  <a:srgbClr val="000000"/>
                </a:solidFill>
                <a:latin typeface="Aptos" panose="020B0004020202020204" pitchFamily="34" charset="0"/>
              </a:rPr>
              <a:t>kOhm</a:t>
            </a:r>
            <a:r>
              <a:rPr lang="en-US" sz="1800" b="0" i="0" u="none" strike="noStrike" baseline="0" dirty="0">
                <a:solidFill>
                  <a:srgbClr val="000000"/>
                </a:solidFill>
                <a:latin typeface="Aptos" panose="020B0004020202020204" pitchFamily="34" charset="0"/>
              </a:rPr>
              <a:t> resistor. We measure the voltage across this resistor. A) What are the sources of noise for the voltage measured across the device? B) If I have 1 mA of photocurrent in my photodetector, what will the actual RMS noise level of the voltage measured across the resistor be? Assume a sampling rate of 200 kHz (leading to a bandwidth of 100 </a:t>
            </a:r>
            <a:r>
              <a:rPr lang="en-US" sz="1800" b="0" i="0" u="none" strike="noStrike" baseline="0" dirty="0" err="1">
                <a:solidFill>
                  <a:srgbClr val="000000"/>
                </a:solidFill>
                <a:latin typeface="Aptos" panose="020B0004020202020204" pitchFamily="34" charset="0"/>
              </a:rPr>
              <a:t>KHz</a:t>
            </a:r>
            <a:r>
              <a:rPr lang="en-US" sz="1800" b="0" i="0" u="none" strike="noStrike" baseline="0" dirty="0">
                <a:solidFill>
                  <a:srgbClr val="000000"/>
                </a:solidFill>
                <a:latin typeface="Aptos" panose="020B0004020202020204" pitchFamily="34" charset="0"/>
              </a:rPr>
              <a:t>). </a:t>
            </a:r>
          </a:p>
        </p:txBody>
      </p:sp>
      <p:pic>
        <p:nvPicPr>
          <p:cNvPr id="4" name="Picture 3" descr="A screenshot of a math problem&#10;&#10;AI-generated content may be incorrect.">
            <a:extLst>
              <a:ext uri="{FF2B5EF4-FFF2-40B4-BE49-F238E27FC236}">
                <a16:creationId xmlns:a16="http://schemas.microsoft.com/office/drawing/2014/main" id="{24AC4F29-68AD-CE89-E4C1-86D16423A77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00200" y="2209800"/>
            <a:ext cx="4495800" cy="4121149"/>
          </a:xfrm>
          <a:prstGeom prst="rect">
            <a:avLst/>
          </a:prstGeom>
        </p:spPr>
      </p:pic>
    </p:spTree>
    <p:extLst>
      <p:ext uri="{BB962C8B-B14F-4D97-AF65-F5344CB8AC3E}">
        <p14:creationId xmlns:p14="http://schemas.microsoft.com/office/powerpoint/2010/main" val="323836933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258F19-E2F5-52DA-183D-32962EE4B5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643053-7041-3957-11A9-49A733D7D338}"/>
              </a:ext>
            </a:extLst>
          </p:cNvPr>
          <p:cNvSpPr>
            <a:spLocks noGrp="1"/>
          </p:cNvSpPr>
          <p:nvPr>
            <p:ph type="title"/>
          </p:nvPr>
        </p:nvSpPr>
        <p:spPr>
          <a:xfrm>
            <a:off x="78739" y="14986"/>
            <a:ext cx="10328275" cy="492443"/>
          </a:xfrm>
        </p:spPr>
        <p:txBody>
          <a:bodyPr/>
          <a:lstStyle/>
          <a:p>
            <a:r>
              <a:rPr lang="en-US" dirty="0"/>
              <a:t>Example</a:t>
            </a:r>
          </a:p>
        </p:txBody>
      </p:sp>
      <p:sp>
        <p:nvSpPr>
          <p:cNvPr id="5" name="TextBox 4">
            <a:extLst>
              <a:ext uri="{FF2B5EF4-FFF2-40B4-BE49-F238E27FC236}">
                <a16:creationId xmlns:a16="http://schemas.microsoft.com/office/drawing/2014/main" id="{DE87BCBF-3852-D2C6-3DEF-597472F77930}"/>
              </a:ext>
            </a:extLst>
          </p:cNvPr>
          <p:cNvSpPr txBox="1"/>
          <p:nvPr/>
        </p:nvSpPr>
        <p:spPr>
          <a:xfrm>
            <a:off x="381000" y="304800"/>
            <a:ext cx="10667999" cy="2092881"/>
          </a:xfrm>
          <a:prstGeom prst="rect">
            <a:avLst/>
          </a:prstGeom>
          <a:noFill/>
        </p:spPr>
        <p:txBody>
          <a:bodyPr wrap="square">
            <a:spAutoFit/>
          </a:bodyPr>
          <a:lstStyle/>
          <a:p>
            <a:pPr algn="l"/>
            <a:endParaRPr lang="en-US" sz="2000" b="0" i="0" u="none" strike="noStrike" baseline="0" dirty="0">
              <a:solidFill>
                <a:srgbClr val="000000"/>
              </a:solidFill>
              <a:latin typeface="Aptos" panose="020B0004020202020204" pitchFamily="34" charset="0"/>
            </a:endParaRPr>
          </a:p>
          <a:p>
            <a:r>
              <a:rPr lang="en-US" sz="2000" b="0" i="0" u="none" strike="noStrike" baseline="0" dirty="0">
                <a:solidFill>
                  <a:srgbClr val="000000"/>
                </a:solidFill>
                <a:latin typeface="Aptos" panose="020B0004020202020204" pitchFamily="34" charset="0"/>
              </a:rPr>
              <a:t> </a:t>
            </a:r>
          </a:p>
          <a:p>
            <a:r>
              <a:rPr lang="en-US" sz="1800" b="0" i="0" u="none" strike="noStrike" baseline="0" dirty="0">
                <a:solidFill>
                  <a:srgbClr val="000000"/>
                </a:solidFill>
                <a:latin typeface="Aptos" panose="020B0004020202020204" pitchFamily="34" charset="0"/>
              </a:rPr>
              <a:t>Imagine I had a photodetector in reverse bias with light shining on it connected to a 10 </a:t>
            </a:r>
            <a:r>
              <a:rPr lang="en-US" sz="1800" b="0" i="0" u="none" strike="noStrike" baseline="0" dirty="0" err="1">
                <a:solidFill>
                  <a:srgbClr val="000000"/>
                </a:solidFill>
                <a:latin typeface="Aptos" panose="020B0004020202020204" pitchFamily="34" charset="0"/>
              </a:rPr>
              <a:t>kOhm</a:t>
            </a:r>
            <a:r>
              <a:rPr lang="en-US" sz="1800" b="0" i="0" u="none" strike="noStrike" baseline="0" dirty="0">
                <a:solidFill>
                  <a:srgbClr val="000000"/>
                </a:solidFill>
                <a:latin typeface="Aptos" panose="020B0004020202020204" pitchFamily="34" charset="0"/>
              </a:rPr>
              <a:t> resistor. We measure the voltage across this resistor. A) What are the sources of noise for the voltage measured across the device? B) If I have 1 mA of photocurrent in my photodetector, what will the actual RMS noise level of the voltage measured across the resistor be? Assume a sampling rate of 200 kHz (leading to a bandwidth of 100 </a:t>
            </a:r>
            <a:r>
              <a:rPr lang="en-US" sz="1800" b="0" i="0" u="none" strike="noStrike" baseline="0" dirty="0" err="1">
                <a:solidFill>
                  <a:srgbClr val="000000"/>
                </a:solidFill>
                <a:latin typeface="Aptos" panose="020B0004020202020204" pitchFamily="34" charset="0"/>
              </a:rPr>
              <a:t>KHz</a:t>
            </a:r>
            <a:r>
              <a:rPr lang="en-US" sz="1800" b="0" i="0" u="none" strike="noStrike" baseline="0" dirty="0">
                <a:solidFill>
                  <a:srgbClr val="000000"/>
                </a:solidFill>
                <a:latin typeface="Aptos" panose="020B0004020202020204" pitchFamily="34" charset="0"/>
              </a:rPr>
              <a:t>). </a:t>
            </a:r>
          </a:p>
        </p:txBody>
      </p:sp>
      <p:pic>
        <p:nvPicPr>
          <p:cNvPr id="6" name="Picture 5" descr="A white paper with black text and numbers&#10;&#10;AI-generated content may be incorrect.">
            <a:extLst>
              <a:ext uri="{FF2B5EF4-FFF2-40B4-BE49-F238E27FC236}">
                <a16:creationId xmlns:a16="http://schemas.microsoft.com/office/drawing/2014/main" id="{13CD4334-1A01-DE24-5B75-783B628D894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05600" y="2374821"/>
            <a:ext cx="4724692" cy="4252223"/>
          </a:xfrm>
          <a:prstGeom prst="rect">
            <a:avLst/>
          </a:prstGeom>
        </p:spPr>
      </p:pic>
    </p:spTree>
    <p:extLst>
      <p:ext uri="{BB962C8B-B14F-4D97-AF65-F5344CB8AC3E}">
        <p14:creationId xmlns:p14="http://schemas.microsoft.com/office/powerpoint/2010/main" val="25280508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BBA7B1-6ABD-0DCB-8D7B-9B3A6CFA6C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331899-A9BF-A760-19DE-E8899F281A9A}"/>
              </a:ext>
            </a:extLst>
          </p:cNvPr>
          <p:cNvSpPr>
            <a:spLocks noGrp="1"/>
          </p:cNvSpPr>
          <p:nvPr>
            <p:ph type="title"/>
          </p:nvPr>
        </p:nvSpPr>
        <p:spPr>
          <a:xfrm>
            <a:off x="78739" y="14986"/>
            <a:ext cx="10328275" cy="492443"/>
          </a:xfrm>
        </p:spPr>
        <p:txBody>
          <a:bodyPr/>
          <a:lstStyle/>
          <a:p>
            <a:r>
              <a:rPr lang="en-US" dirty="0"/>
              <a:t>Example</a:t>
            </a:r>
          </a:p>
        </p:txBody>
      </p:sp>
      <p:sp>
        <p:nvSpPr>
          <p:cNvPr id="5" name="TextBox 4">
            <a:extLst>
              <a:ext uri="{FF2B5EF4-FFF2-40B4-BE49-F238E27FC236}">
                <a16:creationId xmlns:a16="http://schemas.microsoft.com/office/drawing/2014/main" id="{BAD9FDC9-A3B8-758E-F8C7-0C2E493ED830}"/>
              </a:ext>
            </a:extLst>
          </p:cNvPr>
          <p:cNvSpPr txBox="1"/>
          <p:nvPr/>
        </p:nvSpPr>
        <p:spPr>
          <a:xfrm>
            <a:off x="381000" y="304800"/>
            <a:ext cx="10667999" cy="2092881"/>
          </a:xfrm>
          <a:prstGeom prst="rect">
            <a:avLst/>
          </a:prstGeom>
          <a:noFill/>
        </p:spPr>
        <p:txBody>
          <a:bodyPr wrap="square">
            <a:spAutoFit/>
          </a:bodyPr>
          <a:lstStyle/>
          <a:p>
            <a:pPr algn="l"/>
            <a:endParaRPr lang="en-US" sz="2000" b="0" i="0" u="none" strike="noStrike" baseline="0" dirty="0">
              <a:solidFill>
                <a:srgbClr val="000000"/>
              </a:solidFill>
              <a:latin typeface="Aptos" panose="020B0004020202020204" pitchFamily="34" charset="0"/>
            </a:endParaRPr>
          </a:p>
          <a:p>
            <a:r>
              <a:rPr lang="en-US" sz="2000" b="0" i="0" u="none" strike="noStrike" baseline="0" dirty="0">
                <a:solidFill>
                  <a:srgbClr val="000000"/>
                </a:solidFill>
                <a:latin typeface="Aptos" panose="020B0004020202020204" pitchFamily="34" charset="0"/>
              </a:rPr>
              <a:t> </a:t>
            </a:r>
          </a:p>
          <a:p>
            <a:r>
              <a:rPr lang="en-US" sz="1800" b="0" i="0" u="none" strike="noStrike" baseline="0" dirty="0">
                <a:solidFill>
                  <a:srgbClr val="000000"/>
                </a:solidFill>
                <a:latin typeface="Aptos" panose="020B0004020202020204" pitchFamily="34" charset="0"/>
              </a:rPr>
              <a:t>Imagine I had a photodetector in reverse bias with light shining on it connected to a 10 </a:t>
            </a:r>
            <a:r>
              <a:rPr lang="en-US" sz="1800" b="0" i="0" u="none" strike="noStrike" baseline="0" dirty="0" err="1">
                <a:solidFill>
                  <a:srgbClr val="000000"/>
                </a:solidFill>
                <a:latin typeface="Aptos" panose="020B0004020202020204" pitchFamily="34" charset="0"/>
              </a:rPr>
              <a:t>kOhm</a:t>
            </a:r>
            <a:r>
              <a:rPr lang="en-US" sz="1800" b="0" i="0" u="none" strike="noStrike" baseline="0" dirty="0">
                <a:solidFill>
                  <a:srgbClr val="000000"/>
                </a:solidFill>
                <a:latin typeface="Aptos" panose="020B0004020202020204" pitchFamily="34" charset="0"/>
              </a:rPr>
              <a:t> resistor. We measure the voltage across this resistor. A) What are the sources of noise for the voltage measured across the device? B) If I have 1 mA of photocurrent in my photodetector, what will the actual RMS noise level of the voltage measured across the resistor be? Assume a sampling rate of 200 kHz (leading to a bandwidth of 100 </a:t>
            </a:r>
            <a:r>
              <a:rPr lang="en-US" sz="1800" b="0" i="0" u="none" strike="noStrike" baseline="0" dirty="0" err="1">
                <a:solidFill>
                  <a:srgbClr val="000000"/>
                </a:solidFill>
                <a:latin typeface="Aptos" panose="020B0004020202020204" pitchFamily="34" charset="0"/>
              </a:rPr>
              <a:t>KHz</a:t>
            </a:r>
            <a:r>
              <a:rPr lang="en-US" sz="1800" b="0" i="0" u="none" strike="noStrike" baseline="0" dirty="0">
                <a:solidFill>
                  <a:srgbClr val="000000"/>
                </a:solidFill>
                <a:latin typeface="Aptos" panose="020B0004020202020204" pitchFamily="34" charset="0"/>
              </a:rPr>
              <a:t>). </a:t>
            </a:r>
          </a:p>
        </p:txBody>
      </p:sp>
      <p:pic>
        <p:nvPicPr>
          <p:cNvPr id="4" name="Picture 3" descr="A math equations and formulas&#10;&#10;AI-generated content may be incorrect.">
            <a:extLst>
              <a:ext uri="{FF2B5EF4-FFF2-40B4-BE49-F238E27FC236}">
                <a16:creationId xmlns:a16="http://schemas.microsoft.com/office/drawing/2014/main" id="{FC66EA40-5319-FAA9-5251-40296057440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48200" y="2971800"/>
            <a:ext cx="7001036" cy="2286053"/>
          </a:xfrm>
          <a:prstGeom prst="rect">
            <a:avLst/>
          </a:prstGeom>
        </p:spPr>
      </p:pic>
    </p:spTree>
    <p:extLst>
      <p:ext uri="{BB962C8B-B14F-4D97-AF65-F5344CB8AC3E}">
        <p14:creationId xmlns:p14="http://schemas.microsoft.com/office/powerpoint/2010/main" val="196388690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Let’s</a:t>
            </a:r>
            <a:r>
              <a:rPr spc="-40" dirty="0"/>
              <a:t> </a:t>
            </a:r>
            <a:r>
              <a:rPr dirty="0"/>
              <a:t>talk</a:t>
            </a:r>
            <a:r>
              <a:rPr spc="-40" dirty="0"/>
              <a:t> </a:t>
            </a:r>
            <a:r>
              <a:rPr dirty="0"/>
              <a:t>about</a:t>
            </a:r>
            <a:r>
              <a:rPr spc="-20" dirty="0"/>
              <a:t> </a:t>
            </a:r>
            <a:r>
              <a:rPr dirty="0"/>
              <a:t>a</a:t>
            </a:r>
            <a:r>
              <a:rPr spc="-30" dirty="0"/>
              <a:t> </a:t>
            </a:r>
            <a:r>
              <a:rPr dirty="0"/>
              <a:t>real</a:t>
            </a:r>
            <a:r>
              <a:rPr spc="-45" dirty="0"/>
              <a:t> </a:t>
            </a:r>
            <a:r>
              <a:rPr dirty="0"/>
              <a:t>world</a:t>
            </a:r>
            <a:r>
              <a:rPr spc="-40" dirty="0"/>
              <a:t> </a:t>
            </a:r>
            <a:r>
              <a:rPr spc="-10" dirty="0"/>
              <a:t>system</a:t>
            </a:r>
          </a:p>
        </p:txBody>
      </p:sp>
      <p:sp>
        <p:nvSpPr>
          <p:cNvPr id="3" name="object 3"/>
          <p:cNvSpPr txBox="1"/>
          <p:nvPr/>
        </p:nvSpPr>
        <p:spPr>
          <a:xfrm>
            <a:off x="548640" y="3303523"/>
            <a:ext cx="10956290" cy="3317240"/>
          </a:xfrm>
          <a:prstGeom prst="rect">
            <a:avLst/>
          </a:prstGeom>
        </p:spPr>
        <p:txBody>
          <a:bodyPr vert="horz" wrap="square" lIns="0" tIns="12700" rIns="0" bIns="0" rtlCol="0">
            <a:spAutoFit/>
          </a:bodyPr>
          <a:lstStyle/>
          <a:p>
            <a:pPr marL="76200">
              <a:lnSpc>
                <a:spcPct val="100000"/>
              </a:lnSpc>
              <a:spcBef>
                <a:spcPts val="100"/>
              </a:spcBef>
            </a:pPr>
            <a:r>
              <a:rPr sz="1800" dirty="0">
                <a:latin typeface="Arial"/>
                <a:cs typeface="Arial"/>
              </a:rPr>
              <a:t>In</a:t>
            </a:r>
            <a:r>
              <a:rPr sz="1800" spc="-25" dirty="0">
                <a:latin typeface="Arial"/>
                <a:cs typeface="Arial"/>
              </a:rPr>
              <a:t> </a:t>
            </a:r>
            <a:r>
              <a:rPr sz="1800" dirty="0">
                <a:latin typeface="Arial"/>
                <a:cs typeface="Arial"/>
              </a:rPr>
              <a:t>the</a:t>
            </a:r>
            <a:r>
              <a:rPr sz="1800" spc="-25" dirty="0">
                <a:latin typeface="Arial"/>
                <a:cs typeface="Arial"/>
              </a:rPr>
              <a:t> </a:t>
            </a:r>
            <a:r>
              <a:rPr sz="1800" dirty="0">
                <a:latin typeface="Arial"/>
                <a:cs typeface="Arial"/>
              </a:rPr>
              <a:t>computer,</a:t>
            </a:r>
            <a:r>
              <a:rPr sz="1800" spc="-15" dirty="0">
                <a:latin typeface="Arial"/>
                <a:cs typeface="Arial"/>
              </a:rPr>
              <a:t> </a:t>
            </a:r>
            <a:r>
              <a:rPr sz="1800" dirty="0">
                <a:latin typeface="Arial"/>
                <a:cs typeface="Arial"/>
              </a:rPr>
              <a:t>we</a:t>
            </a:r>
            <a:r>
              <a:rPr sz="1800" spc="10" dirty="0">
                <a:latin typeface="Arial"/>
                <a:cs typeface="Arial"/>
              </a:rPr>
              <a:t> </a:t>
            </a:r>
            <a:r>
              <a:rPr sz="1800" dirty="0">
                <a:latin typeface="Arial"/>
                <a:cs typeface="Arial"/>
              </a:rPr>
              <a:t>can</a:t>
            </a:r>
            <a:r>
              <a:rPr sz="1800" spc="-10" dirty="0">
                <a:latin typeface="Arial"/>
                <a:cs typeface="Arial"/>
              </a:rPr>
              <a:t> </a:t>
            </a:r>
            <a:r>
              <a:rPr sz="1800" dirty="0">
                <a:latin typeface="Arial"/>
                <a:cs typeface="Arial"/>
              </a:rPr>
              <a:t>define</a:t>
            </a:r>
            <a:r>
              <a:rPr sz="1800" spc="-10" dirty="0">
                <a:latin typeface="Arial"/>
                <a:cs typeface="Arial"/>
              </a:rPr>
              <a:t> </a:t>
            </a:r>
            <a:r>
              <a:rPr sz="1800" dirty="0">
                <a:latin typeface="Arial"/>
                <a:cs typeface="Arial"/>
              </a:rPr>
              <a:t>a</a:t>
            </a:r>
            <a:r>
              <a:rPr sz="1800" spc="-25" dirty="0">
                <a:latin typeface="Arial"/>
                <a:cs typeface="Arial"/>
              </a:rPr>
              <a:t> </a:t>
            </a:r>
            <a:r>
              <a:rPr sz="1800" dirty="0">
                <a:latin typeface="Arial"/>
                <a:cs typeface="Arial"/>
              </a:rPr>
              <a:t>signal</a:t>
            </a:r>
            <a:r>
              <a:rPr sz="1800" spc="-10" dirty="0">
                <a:latin typeface="Arial"/>
                <a:cs typeface="Arial"/>
              </a:rPr>
              <a:t> </a:t>
            </a:r>
            <a:r>
              <a:rPr sz="1800" dirty="0">
                <a:latin typeface="Arial"/>
                <a:cs typeface="Arial"/>
              </a:rPr>
              <a:t>as</a:t>
            </a:r>
            <a:r>
              <a:rPr sz="1800" spc="-20" dirty="0">
                <a:latin typeface="Arial"/>
                <a:cs typeface="Arial"/>
              </a:rPr>
              <a:t> </a:t>
            </a:r>
            <a:r>
              <a:rPr sz="1800" dirty="0">
                <a:latin typeface="Arial"/>
                <a:cs typeface="Arial"/>
              </a:rPr>
              <a:t>an</a:t>
            </a:r>
            <a:r>
              <a:rPr sz="1800" spc="-20" dirty="0">
                <a:latin typeface="Arial"/>
                <a:cs typeface="Arial"/>
              </a:rPr>
              <a:t> </a:t>
            </a:r>
            <a:r>
              <a:rPr sz="1800" dirty="0">
                <a:latin typeface="Arial"/>
                <a:cs typeface="Arial"/>
              </a:rPr>
              <a:t>array</a:t>
            </a:r>
            <a:r>
              <a:rPr sz="1800" spc="-5" dirty="0">
                <a:latin typeface="Arial"/>
                <a:cs typeface="Arial"/>
              </a:rPr>
              <a:t> </a:t>
            </a:r>
            <a:r>
              <a:rPr sz="1800" dirty="0">
                <a:latin typeface="Arial"/>
                <a:cs typeface="Arial"/>
              </a:rPr>
              <a:t>of</a:t>
            </a:r>
            <a:r>
              <a:rPr sz="1800" spc="-25" dirty="0">
                <a:latin typeface="Arial"/>
                <a:cs typeface="Arial"/>
              </a:rPr>
              <a:t> </a:t>
            </a:r>
            <a:r>
              <a:rPr sz="1800" spc="-10" dirty="0">
                <a:latin typeface="Arial"/>
                <a:cs typeface="Arial"/>
              </a:rPr>
              <a:t>numbers.</a:t>
            </a:r>
            <a:endParaRPr sz="1800">
              <a:latin typeface="Arial"/>
              <a:cs typeface="Arial"/>
            </a:endParaRPr>
          </a:p>
          <a:p>
            <a:pPr>
              <a:lnSpc>
                <a:spcPct val="100000"/>
              </a:lnSpc>
              <a:spcBef>
                <a:spcPts val="90"/>
              </a:spcBef>
            </a:pPr>
            <a:endParaRPr sz="1800">
              <a:latin typeface="Arial"/>
              <a:cs typeface="Arial"/>
            </a:endParaRPr>
          </a:p>
          <a:p>
            <a:pPr marL="76200" marR="43180">
              <a:lnSpc>
                <a:spcPct val="100000"/>
              </a:lnSpc>
            </a:pPr>
            <a:r>
              <a:rPr sz="1800" dirty="0">
                <a:latin typeface="Arial"/>
                <a:cs typeface="Arial"/>
              </a:rPr>
              <a:t>If</a:t>
            </a:r>
            <a:r>
              <a:rPr sz="1800" spc="-45" dirty="0">
                <a:latin typeface="Arial"/>
                <a:cs typeface="Arial"/>
              </a:rPr>
              <a:t> </a:t>
            </a:r>
            <a:r>
              <a:rPr sz="1800" dirty="0">
                <a:latin typeface="Arial"/>
                <a:cs typeface="Arial"/>
              </a:rPr>
              <a:t>we wanted</a:t>
            </a:r>
            <a:r>
              <a:rPr sz="1800" spc="10" dirty="0">
                <a:latin typeface="Arial"/>
                <a:cs typeface="Arial"/>
              </a:rPr>
              <a:t> </a:t>
            </a:r>
            <a:r>
              <a:rPr sz="1800" dirty="0">
                <a:latin typeface="Arial"/>
                <a:cs typeface="Arial"/>
              </a:rPr>
              <a:t>to</a:t>
            </a:r>
            <a:r>
              <a:rPr sz="1800" spc="-30" dirty="0">
                <a:latin typeface="Arial"/>
                <a:cs typeface="Arial"/>
              </a:rPr>
              <a:t> </a:t>
            </a:r>
            <a:r>
              <a:rPr sz="1800" dirty="0">
                <a:latin typeface="Arial"/>
                <a:cs typeface="Arial"/>
              </a:rPr>
              <a:t>define</a:t>
            </a:r>
            <a:r>
              <a:rPr sz="1800" spc="-20" dirty="0">
                <a:latin typeface="Arial"/>
                <a:cs typeface="Arial"/>
              </a:rPr>
              <a:t> </a:t>
            </a:r>
            <a:r>
              <a:rPr sz="1800" dirty="0">
                <a:latin typeface="Arial"/>
                <a:cs typeface="Arial"/>
              </a:rPr>
              <a:t>a</a:t>
            </a:r>
            <a:r>
              <a:rPr sz="1800" spc="-35" dirty="0">
                <a:latin typeface="Arial"/>
                <a:cs typeface="Arial"/>
              </a:rPr>
              <a:t> </a:t>
            </a:r>
            <a:r>
              <a:rPr sz="1800" dirty="0">
                <a:latin typeface="Arial"/>
                <a:cs typeface="Arial"/>
              </a:rPr>
              <a:t>sine</a:t>
            </a:r>
            <a:r>
              <a:rPr sz="1800" spc="-20" dirty="0">
                <a:latin typeface="Arial"/>
                <a:cs typeface="Arial"/>
              </a:rPr>
              <a:t> </a:t>
            </a:r>
            <a:r>
              <a:rPr sz="1800" dirty="0">
                <a:latin typeface="Arial"/>
                <a:cs typeface="Arial"/>
              </a:rPr>
              <a:t>wave,</a:t>
            </a:r>
            <a:r>
              <a:rPr sz="1800" spc="10" dirty="0">
                <a:latin typeface="Arial"/>
                <a:cs typeface="Arial"/>
              </a:rPr>
              <a:t> </a:t>
            </a:r>
            <a:r>
              <a:rPr sz="1800" dirty="0">
                <a:latin typeface="Arial"/>
                <a:cs typeface="Arial"/>
              </a:rPr>
              <a:t>we could</a:t>
            </a:r>
            <a:r>
              <a:rPr sz="1800" spc="-20" dirty="0">
                <a:latin typeface="Arial"/>
                <a:cs typeface="Arial"/>
              </a:rPr>
              <a:t> </a:t>
            </a:r>
            <a:r>
              <a:rPr sz="1800" dirty="0">
                <a:latin typeface="Arial"/>
                <a:cs typeface="Arial"/>
              </a:rPr>
              <a:t>define</a:t>
            </a:r>
            <a:r>
              <a:rPr sz="1800" spc="-20" dirty="0">
                <a:latin typeface="Arial"/>
                <a:cs typeface="Arial"/>
              </a:rPr>
              <a:t> </a:t>
            </a:r>
            <a:r>
              <a:rPr sz="1800" dirty="0">
                <a:latin typeface="Arial"/>
                <a:cs typeface="Arial"/>
              </a:rPr>
              <a:t>it</a:t>
            </a:r>
            <a:r>
              <a:rPr sz="1800" spc="-20" dirty="0">
                <a:latin typeface="Arial"/>
                <a:cs typeface="Arial"/>
              </a:rPr>
              <a:t> </a:t>
            </a:r>
            <a:r>
              <a:rPr sz="1800" dirty="0">
                <a:latin typeface="Arial"/>
                <a:cs typeface="Arial"/>
              </a:rPr>
              <a:t>as</a:t>
            </a:r>
            <a:r>
              <a:rPr sz="1800" spc="-30" dirty="0">
                <a:latin typeface="Arial"/>
                <a:cs typeface="Arial"/>
              </a:rPr>
              <a:t> </a:t>
            </a:r>
            <a:r>
              <a:rPr sz="1800" dirty="0">
                <a:latin typeface="Arial"/>
                <a:cs typeface="Arial"/>
              </a:rPr>
              <a:t>an</a:t>
            </a:r>
            <a:r>
              <a:rPr sz="1800" spc="-35" dirty="0">
                <a:latin typeface="Arial"/>
                <a:cs typeface="Arial"/>
              </a:rPr>
              <a:t> </a:t>
            </a:r>
            <a:r>
              <a:rPr sz="1800" dirty="0">
                <a:latin typeface="Arial"/>
                <a:cs typeface="Arial"/>
              </a:rPr>
              <a:t>array</a:t>
            </a:r>
            <a:r>
              <a:rPr sz="1800" spc="-15" dirty="0">
                <a:latin typeface="Arial"/>
                <a:cs typeface="Arial"/>
              </a:rPr>
              <a:t> </a:t>
            </a:r>
            <a:r>
              <a:rPr sz="1800" dirty="0">
                <a:latin typeface="Arial"/>
                <a:cs typeface="Arial"/>
              </a:rPr>
              <a:t>of</a:t>
            </a:r>
            <a:r>
              <a:rPr sz="1800" spc="-30" dirty="0">
                <a:latin typeface="Arial"/>
                <a:cs typeface="Arial"/>
              </a:rPr>
              <a:t> </a:t>
            </a:r>
            <a:r>
              <a:rPr sz="1800" dirty="0">
                <a:latin typeface="Arial"/>
                <a:cs typeface="Arial"/>
              </a:rPr>
              <a:t>double</a:t>
            </a:r>
            <a:r>
              <a:rPr sz="1800" spc="-10" dirty="0">
                <a:latin typeface="Arial"/>
                <a:cs typeface="Arial"/>
              </a:rPr>
              <a:t> </a:t>
            </a:r>
            <a:r>
              <a:rPr sz="1800" dirty="0">
                <a:latin typeface="Arial"/>
                <a:cs typeface="Arial"/>
              </a:rPr>
              <a:t>precision</a:t>
            </a:r>
            <a:r>
              <a:rPr sz="1800" spc="-10" dirty="0">
                <a:latin typeface="Arial"/>
                <a:cs typeface="Arial"/>
              </a:rPr>
              <a:t> </a:t>
            </a:r>
            <a:r>
              <a:rPr sz="1800" dirty="0">
                <a:latin typeface="Arial"/>
                <a:cs typeface="Arial"/>
              </a:rPr>
              <a:t>numbers,</a:t>
            </a:r>
            <a:r>
              <a:rPr sz="1800" spc="-25" dirty="0">
                <a:latin typeface="Arial"/>
                <a:cs typeface="Arial"/>
              </a:rPr>
              <a:t> </a:t>
            </a:r>
            <a:r>
              <a:rPr sz="1800" dirty="0">
                <a:latin typeface="Arial"/>
                <a:cs typeface="Arial"/>
              </a:rPr>
              <a:t>where</a:t>
            </a:r>
            <a:r>
              <a:rPr sz="1800" spc="15" dirty="0">
                <a:latin typeface="Arial"/>
                <a:cs typeface="Arial"/>
              </a:rPr>
              <a:t> </a:t>
            </a:r>
            <a:r>
              <a:rPr sz="1800" spc="-20" dirty="0">
                <a:latin typeface="Arial"/>
                <a:cs typeface="Arial"/>
              </a:rPr>
              <a:t>each </a:t>
            </a:r>
            <a:r>
              <a:rPr sz="1800" dirty="0">
                <a:latin typeface="Arial"/>
                <a:cs typeface="Arial"/>
              </a:rPr>
              <a:t>point</a:t>
            </a:r>
            <a:r>
              <a:rPr sz="1800" spc="-10" dirty="0">
                <a:latin typeface="Arial"/>
                <a:cs typeface="Arial"/>
              </a:rPr>
              <a:t> </a:t>
            </a:r>
            <a:r>
              <a:rPr sz="1800" dirty="0">
                <a:latin typeface="Arial"/>
                <a:cs typeface="Arial"/>
              </a:rPr>
              <a:t>in</a:t>
            </a:r>
            <a:r>
              <a:rPr sz="1800" spc="-30" dirty="0">
                <a:latin typeface="Arial"/>
                <a:cs typeface="Arial"/>
              </a:rPr>
              <a:t> </a:t>
            </a:r>
            <a:r>
              <a:rPr sz="1800" dirty="0">
                <a:latin typeface="Arial"/>
                <a:cs typeface="Arial"/>
              </a:rPr>
              <a:t>the</a:t>
            </a:r>
            <a:r>
              <a:rPr sz="1800" spc="-25" dirty="0">
                <a:latin typeface="Arial"/>
                <a:cs typeface="Arial"/>
              </a:rPr>
              <a:t> </a:t>
            </a:r>
            <a:r>
              <a:rPr sz="1800" dirty="0">
                <a:latin typeface="Arial"/>
                <a:cs typeface="Arial"/>
              </a:rPr>
              <a:t>array</a:t>
            </a:r>
            <a:r>
              <a:rPr sz="1800" spc="-25" dirty="0">
                <a:latin typeface="Arial"/>
                <a:cs typeface="Arial"/>
              </a:rPr>
              <a:t> </a:t>
            </a:r>
            <a:r>
              <a:rPr sz="1800" dirty="0">
                <a:latin typeface="Arial"/>
                <a:cs typeface="Arial"/>
              </a:rPr>
              <a:t>corresponded</a:t>
            </a:r>
            <a:r>
              <a:rPr sz="1800" spc="10" dirty="0">
                <a:latin typeface="Arial"/>
                <a:cs typeface="Arial"/>
              </a:rPr>
              <a:t> </a:t>
            </a:r>
            <a:r>
              <a:rPr sz="1800" dirty="0">
                <a:latin typeface="Arial"/>
                <a:cs typeface="Arial"/>
              </a:rPr>
              <a:t>to</a:t>
            </a:r>
            <a:r>
              <a:rPr sz="1800" spc="-40" dirty="0">
                <a:latin typeface="Arial"/>
                <a:cs typeface="Arial"/>
              </a:rPr>
              <a:t> </a:t>
            </a:r>
            <a:r>
              <a:rPr sz="1800" dirty="0">
                <a:latin typeface="Arial"/>
                <a:cs typeface="Arial"/>
              </a:rPr>
              <a:t>a</a:t>
            </a:r>
            <a:r>
              <a:rPr sz="1800" spc="-25" dirty="0">
                <a:latin typeface="Arial"/>
                <a:cs typeface="Arial"/>
              </a:rPr>
              <a:t> </a:t>
            </a:r>
            <a:r>
              <a:rPr sz="1800" dirty="0">
                <a:latin typeface="Arial"/>
                <a:cs typeface="Arial"/>
              </a:rPr>
              <a:t>given</a:t>
            </a:r>
            <a:r>
              <a:rPr sz="1800" spc="-15" dirty="0">
                <a:latin typeface="Arial"/>
                <a:cs typeface="Arial"/>
              </a:rPr>
              <a:t> </a:t>
            </a:r>
            <a:r>
              <a:rPr sz="1800" spc="-10" dirty="0">
                <a:latin typeface="Arial"/>
                <a:cs typeface="Arial"/>
              </a:rPr>
              <a:t>time.</a:t>
            </a:r>
            <a:endParaRPr sz="1800">
              <a:latin typeface="Arial"/>
              <a:cs typeface="Arial"/>
            </a:endParaRPr>
          </a:p>
          <a:p>
            <a:pPr>
              <a:lnSpc>
                <a:spcPct val="100000"/>
              </a:lnSpc>
              <a:spcBef>
                <a:spcPts val="90"/>
              </a:spcBef>
            </a:pPr>
            <a:endParaRPr sz="1800">
              <a:latin typeface="Arial"/>
              <a:cs typeface="Arial"/>
            </a:endParaRPr>
          </a:p>
          <a:p>
            <a:pPr marL="76200">
              <a:lnSpc>
                <a:spcPct val="100000"/>
              </a:lnSpc>
            </a:pPr>
            <a:r>
              <a:rPr sz="1800" dirty="0">
                <a:solidFill>
                  <a:srgbClr val="1F2021"/>
                </a:solidFill>
                <a:latin typeface="Arial"/>
                <a:cs typeface="Arial"/>
              </a:rPr>
              <a:t>Integers</a:t>
            </a:r>
            <a:r>
              <a:rPr sz="1800" spc="-20" dirty="0">
                <a:solidFill>
                  <a:srgbClr val="1F2021"/>
                </a:solidFill>
                <a:latin typeface="Arial"/>
                <a:cs typeface="Arial"/>
              </a:rPr>
              <a:t> </a:t>
            </a:r>
            <a:r>
              <a:rPr sz="1800" dirty="0">
                <a:solidFill>
                  <a:srgbClr val="1F2021"/>
                </a:solidFill>
                <a:latin typeface="Arial"/>
                <a:cs typeface="Arial"/>
              </a:rPr>
              <a:t>from</a:t>
            </a:r>
            <a:r>
              <a:rPr sz="1800" spc="-20" dirty="0">
                <a:solidFill>
                  <a:srgbClr val="1F2021"/>
                </a:solidFill>
                <a:latin typeface="Arial"/>
                <a:cs typeface="Arial"/>
              </a:rPr>
              <a:t> </a:t>
            </a:r>
            <a:r>
              <a:rPr sz="1800" dirty="0">
                <a:solidFill>
                  <a:srgbClr val="1F2021"/>
                </a:solidFill>
                <a:latin typeface="Arial"/>
                <a:cs typeface="Arial"/>
              </a:rPr>
              <a:t>−2</a:t>
            </a:r>
            <a:r>
              <a:rPr sz="1800" baseline="25462" dirty="0">
                <a:solidFill>
                  <a:srgbClr val="1F2021"/>
                </a:solidFill>
                <a:latin typeface="Arial"/>
                <a:cs typeface="Arial"/>
              </a:rPr>
              <a:t>53</a:t>
            </a:r>
            <a:r>
              <a:rPr sz="1800" spc="195" baseline="25462" dirty="0">
                <a:solidFill>
                  <a:srgbClr val="1F2021"/>
                </a:solidFill>
                <a:latin typeface="Arial"/>
                <a:cs typeface="Arial"/>
              </a:rPr>
              <a:t> </a:t>
            </a:r>
            <a:r>
              <a:rPr sz="1800" dirty="0">
                <a:solidFill>
                  <a:srgbClr val="1F2021"/>
                </a:solidFill>
                <a:latin typeface="Arial"/>
                <a:cs typeface="Arial"/>
              </a:rPr>
              <a:t>to</a:t>
            </a:r>
            <a:r>
              <a:rPr sz="1800" spc="-25" dirty="0">
                <a:solidFill>
                  <a:srgbClr val="1F2021"/>
                </a:solidFill>
                <a:latin typeface="Arial"/>
                <a:cs typeface="Arial"/>
              </a:rPr>
              <a:t> </a:t>
            </a:r>
            <a:r>
              <a:rPr sz="1800" dirty="0">
                <a:solidFill>
                  <a:srgbClr val="1F2021"/>
                </a:solidFill>
                <a:latin typeface="Arial"/>
                <a:cs typeface="Arial"/>
              </a:rPr>
              <a:t>2</a:t>
            </a:r>
            <a:r>
              <a:rPr sz="1800" baseline="25462" dirty="0">
                <a:solidFill>
                  <a:srgbClr val="1F2021"/>
                </a:solidFill>
                <a:latin typeface="Arial"/>
                <a:cs typeface="Arial"/>
              </a:rPr>
              <a:t>53</a:t>
            </a:r>
            <a:r>
              <a:rPr sz="1800" spc="195" baseline="25462" dirty="0">
                <a:solidFill>
                  <a:srgbClr val="1F2021"/>
                </a:solidFill>
                <a:latin typeface="Arial"/>
                <a:cs typeface="Arial"/>
              </a:rPr>
              <a:t> </a:t>
            </a:r>
            <a:r>
              <a:rPr sz="1800" spc="-10" dirty="0">
                <a:solidFill>
                  <a:srgbClr val="1F2021"/>
                </a:solidFill>
                <a:latin typeface="Arial"/>
                <a:cs typeface="Arial"/>
              </a:rPr>
              <a:t>(−9,007,199,254,740,992</a:t>
            </a:r>
            <a:r>
              <a:rPr sz="1800" spc="10" dirty="0">
                <a:solidFill>
                  <a:srgbClr val="1F2021"/>
                </a:solidFill>
                <a:latin typeface="Arial"/>
                <a:cs typeface="Arial"/>
              </a:rPr>
              <a:t> </a:t>
            </a:r>
            <a:r>
              <a:rPr sz="1800" dirty="0">
                <a:solidFill>
                  <a:srgbClr val="1F2021"/>
                </a:solidFill>
                <a:latin typeface="Arial"/>
                <a:cs typeface="Arial"/>
              </a:rPr>
              <a:t>to</a:t>
            </a:r>
            <a:r>
              <a:rPr sz="1800" spc="-25" dirty="0">
                <a:solidFill>
                  <a:srgbClr val="1F2021"/>
                </a:solidFill>
                <a:latin typeface="Arial"/>
                <a:cs typeface="Arial"/>
              </a:rPr>
              <a:t> </a:t>
            </a:r>
            <a:r>
              <a:rPr sz="1800" dirty="0">
                <a:solidFill>
                  <a:srgbClr val="1F2021"/>
                </a:solidFill>
                <a:latin typeface="Arial"/>
                <a:cs typeface="Arial"/>
              </a:rPr>
              <a:t>9,007,199,254,740,992)</a:t>
            </a:r>
            <a:r>
              <a:rPr sz="1800" spc="20" dirty="0">
                <a:solidFill>
                  <a:srgbClr val="1F2021"/>
                </a:solidFill>
                <a:latin typeface="Arial"/>
                <a:cs typeface="Arial"/>
              </a:rPr>
              <a:t> </a:t>
            </a:r>
            <a:r>
              <a:rPr sz="1800" dirty="0">
                <a:solidFill>
                  <a:srgbClr val="1F2021"/>
                </a:solidFill>
                <a:latin typeface="Arial"/>
                <a:cs typeface="Arial"/>
              </a:rPr>
              <a:t>can</a:t>
            </a:r>
            <a:r>
              <a:rPr sz="1800" spc="-25" dirty="0">
                <a:solidFill>
                  <a:srgbClr val="1F2021"/>
                </a:solidFill>
                <a:latin typeface="Arial"/>
                <a:cs typeface="Arial"/>
              </a:rPr>
              <a:t> </a:t>
            </a:r>
            <a:r>
              <a:rPr sz="1800" dirty="0">
                <a:solidFill>
                  <a:srgbClr val="1F2021"/>
                </a:solidFill>
                <a:latin typeface="Arial"/>
                <a:cs typeface="Arial"/>
              </a:rPr>
              <a:t>be</a:t>
            </a:r>
            <a:r>
              <a:rPr sz="1800" spc="-10" dirty="0">
                <a:solidFill>
                  <a:srgbClr val="1F2021"/>
                </a:solidFill>
                <a:latin typeface="Arial"/>
                <a:cs typeface="Arial"/>
              </a:rPr>
              <a:t> </a:t>
            </a:r>
            <a:r>
              <a:rPr sz="1800" dirty="0">
                <a:solidFill>
                  <a:srgbClr val="1F2021"/>
                </a:solidFill>
                <a:latin typeface="Arial"/>
                <a:cs typeface="Arial"/>
              </a:rPr>
              <a:t>exactly</a:t>
            </a:r>
            <a:r>
              <a:rPr sz="1800" spc="-5" dirty="0">
                <a:solidFill>
                  <a:srgbClr val="1F2021"/>
                </a:solidFill>
                <a:latin typeface="Arial"/>
                <a:cs typeface="Arial"/>
              </a:rPr>
              <a:t> </a:t>
            </a:r>
            <a:r>
              <a:rPr sz="1800" spc="-10" dirty="0">
                <a:solidFill>
                  <a:srgbClr val="1F2021"/>
                </a:solidFill>
                <a:latin typeface="Arial"/>
                <a:cs typeface="Arial"/>
              </a:rPr>
              <a:t>represented</a:t>
            </a:r>
            <a:endParaRPr sz="1800">
              <a:latin typeface="Arial"/>
              <a:cs typeface="Arial"/>
            </a:endParaRPr>
          </a:p>
          <a:p>
            <a:pPr>
              <a:lnSpc>
                <a:spcPct val="100000"/>
              </a:lnSpc>
              <a:spcBef>
                <a:spcPts val="90"/>
              </a:spcBef>
            </a:pPr>
            <a:endParaRPr sz="1800">
              <a:latin typeface="Arial"/>
              <a:cs typeface="Arial"/>
            </a:endParaRPr>
          </a:p>
          <a:p>
            <a:pPr marL="75565" marR="405765">
              <a:lnSpc>
                <a:spcPct val="100000"/>
              </a:lnSpc>
            </a:pPr>
            <a:r>
              <a:rPr sz="1800" dirty="0">
                <a:latin typeface="Arial"/>
                <a:cs typeface="Arial"/>
              </a:rPr>
              <a:t>We</a:t>
            </a:r>
            <a:r>
              <a:rPr sz="1800" spc="-30" dirty="0">
                <a:latin typeface="Arial"/>
                <a:cs typeface="Arial"/>
              </a:rPr>
              <a:t> </a:t>
            </a:r>
            <a:r>
              <a:rPr sz="1800" dirty="0">
                <a:latin typeface="Arial"/>
                <a:cs typeface="Arial"/>
              </a:rPr>
              <a:t>could</a:t>
            </a:r>
            <a:r>
              <a:rPr sz="1800" spc="-15" dirty="0">
                <a:latin typeface="Arial"/>
                <a:cs typeface="Arial"/>
              </a:rPr>
              <a:t> </a:t>
            </a:r>
            <a:r>
              <a:rPr sz="1800" dirty="0">
                <a:latin typeface="Arial"/>
                <a:cs typeface="Arial"/>
              </a:rPr>
              <a:t>then</a:t>
            </a:r>
            <a:r>
              <a:rPr sz="1800" spc="-30" dirty="0">
                <a:latin typeface="Arial"/>
                <a:cs typeface="Arial"/>
              </a:rPr>
              <a:t> </a:t>
            </a:r>
            <a:r>
              <a:rPr sz="1800" dirty="0">
                <a:latin typeface="Arial"/>
                <a:cs typeface="Arial"/>
              </a:rPr>
              <a:t>take</a:t>
            </a:r>
            <a:r>
              <a:rPr sz="1800" spc="-30" dirty="0">
                <a:latin typeface="Arial"/>
                <a:cs typeface="Arial"/>
              </a:rPr>
              <a:t> </a:t>
            </a:r>
            <a:r>
              <a:rPr sz="1800" dirty="0">
                <a:latin typeface="Arial"/>
                <a:cs typeface="Arial"/>
              </a:rPr>
              <a:t>this</a:t>
            </a:r>
            <a:r>
              <a:rPr sz="1800" spc="-25" dirty="0">
                <a:latin typeface="Arial"/>
                <a:cs typeface="Arial"/>
              </a:rPr>
              <a:t> </a:t>
            </a:r>
            <a:r>
              <a:rPr sz="1800" dirty="0">
                <a:latin typeface="Arial"/>
                <a:cs typeface="Arial"/>
              </a:rPr>
              <a:t>range,</a:t>
            </a:r>
            <a:r>
              <a:rPr sz="1800" spc="-10" dirty="0">
                <a:latin typeface="Arial"/>
                <a:cs typeface="Arial"/>
              </a:rPr>
              <a:t> </a:t>
            </a:r>
            <a:r>
              <a:rPr sz="1800" dirty="0">
                <a:latin typeface="Arial"/>
                <a:cs typeface="Arial"/>
              </a:rPr>
              <a:t>which</a:t>
            </a:r>
            <a:r>
              <a:rPr sz="1800" spc="20" dirty="0">
                <a:latin typeface="Arial"/>
                <a:cs typeface="Arial"/>
              </a:rPr>
              <a:t> </a:t>
            </a:r>
            <a:r>
              <a:rPr sz="1800" dirty="0">
                <a:latin typeface="Arial"/>
                <a:cs typeface="Arial"/>
              </a:rPr>
              <a:t>is</a:t>
            </a:r>
            <a:r>
              <a:rPr sz="1800" spc="-25" dirty="0">
                <a:latin typeface="Arial"/>
                <a:cs typeface="Arial"/>
              </a:rPr>
              <a:t> </a:t>
            </a:r>
            <a:r>
              <a:rPr sz="1800" dirty="0">
                <a:latin typeface="Arial"/>
                <a:cs typeface="Arial"/>
              </a:rPr>
              <a:t>2</a:t>
            </a:r>
            <a:r>
              <a:rPr sz="1800" baseline="25462" dirty="0">
                <a:latin typeface="Arial"/>
                <a:cs typeface="Arial"/>
              </a:rPr>
              <a:t>54</a:t>
            </a:r>
            <a:r>
              <a:rPr sz="1800" spc="187" baseline="25462" dirty="0">
                <a:latin typeface="Arial"/>
                <a:cs typeface="Arial"/>
              </a:rPr>
              <a:t> </a:t>
            </a:r>
            <a:r>
              <a:rPr sz="1800" dirty="0">
                <a:latin typeface="Arial"/>
                <a:cs typeface="Arial"/>
              </a:rPr>
              <a:t>and</a:t>
            </a:r>
            <a:r>
              <a:rPr sz="1800" spc="-15" dirty="0">
                <a:latin typeface="Arial"/>
                <a:cs typeface="Arial"/>
              </a:rPr>
              <a:t> </a:t>
            </a:r>
            <a:r>
              <a:rPr sz="1800" dirty="0">
                <a:latin typeface="Arial"/>
                <a:cs typeface="Arial"/>
              </a:rPr>
              <a:t>spread</a:t>
            </a:r>
            <a:r>
              <a:rPr sz="1800" spc="-15" dirty="0">
                <a:latin typeface="Arial"/>
                <a:cs typeface="Arial"/>
              </a:rPr>
              <a:t> </a:t>
            </a:r>
            <a:r>
              <a:rPr sz="1800" dirty="0">
                <a:latin typeface="Arial"/>
                <a:cs typeface="Arial"/>
              </a:rPr>
              <a:t>our</a:t>
            </a:r>
            <a:r>
              <a:rPr sz="1800" spc="-25" dirty="0">
                <a:latin typeface="Arial"/>
                <a:cs typeface="Arial"/>
              </a:rPr>
              <a:t> </a:t>
            </a:r>
            <a:r>
              <a:rPr sz="1800" dirty="0">
                <a:latin typeface="Arial"/>
                <a:cs typeface="Arial"/>
              </a:rPr>
              <a:t>output</a:t>
            </a:r>
            <a:r>
              <a:rPr sz="1800" spc="-15" dirty="0">
                <a:latin typeface="Arial"/>
                <a:cs typeface="Arial"/>
              </a:rPr>
              <a:t> </a:t>
            </a:r>
            <a:r>
              <a:rPr sz="1800" dirty="0">
                <a:latin typeface="Arial"/>
                <a:cs typeface="Arial"/>
              </a:rPr>
              <a:t>voltage</a:t>
            </a:r>
            <a:r>
              <a:rPr sz="1800" spc="-15" dirty="0">
                <a:latin typeface="Arial"/>
                <a:cs typeface="Arial"/>
              </a:rPr>
              <a:t> </a:t>
            </a:r>
            <a:r>
              <a:rPr sz="1800" dirty="0">
                <a:latin typeface="Arial"/>
                <a:cs typeface="Arial"/>
              </a:rPr>
              <a:t>range</a:t>
            </a:r>
            <a:r>
              <a:rPr sz="1800" spc="-15" dirty="0">
                <a:latin typeface="Arial"/>
                <a:cs typeface="Arial"/>
              </a:rPr>
              <a:t> </a:t>
            </a:r>
            <a:r>
              <a:rPr sz="1800" dirty="0">
                <a:latin typeface="Arial"/>
                <a:cs typeface="Arial"/>
              </a:rPr>
              <a:t>across</a:t>
            </a:r>
            <a:r>
              <a:rPr sz="1800" spc="-10" dirty="0">
                <a:latin typeface="Arial"/>
                <a:cs typeface="Arial"/>
              </a:rPr>
              <a:t> </a:t>
            </a:r>
            <a:r>
              <a:rPr sz="1800" dirty="0">
                <a:latin typeface="Arial"/>
                <a:cs typeface="Arial"/>
              </a:rPr>
              <a:t>that,</a:t>
            </a:r>
            <a:r>
              <a:rPr sz="1800" spc="-30" dirty="0">
                <a:latin typeface="Arial"/>
                <a:cs typeface="Arial"/>
              </a:rPr>
              <a:t> </a:t>
            </a:r>
            <a:r>
              <a:rPr sz="1800" dirty="0">
                <a:latin typeface="Arial"/>
                <a:cs typeface="Arial"/>
              </a:rPr>
              <a:t>giving</a:t>
            </a:r>
            <a:r>
              <a:rPr sz="1800" spc="-15" dirty="0">
                <a:latin typeface="Arial"/>
                <a:cs typeface="Arial"/>
              </a:rPr>
              <a:t> </a:t>
            </a:r>
            <a:r>
              <a:rPr sz="1800" dirty="0">
                <a:latin typeface="Arial"/>
                <a:cs typeface="Arial"/>
              </a:rPr>
              <a:t>us</a:t>
            </a:r>
            <a:r>
              <a:rPr sz="1800" spc="-25" dirty="0">
                <a:latin typeface="Arial"/>
                <a:cs typeface="Arial"/>
              </a:rPr>
              <a:t> </a:t>
            </a:r>
            <a:r>
              <a:rPr sz="1800" spc="-50" dirty="0">
                <a:latin typeface="Arial"/>
                <a:cs typeface="Arial"/>
              </a:rPr>
              <a:t>a </a:t>
            </a:r>
            <a:r>
              <a:rPr sz="1800" dirty="0">
                <a:latin typeface="Arial"/>
                <a:cs typeface="Arial"/>
              </a:rPr>
              <a:t>very</a:t>
            </a:r>
            <a:r>
              <a:rPr sz="1800" spc="-25" dirty="0">
                <a:latin typeface="Arial"/>
                <a:cs typeface="Arial"/>
              </a:rPr>
              <a:t> </a:t>
            </a:r>
            <a:r>
              <a:rPr sz="1800" dirty="0">
                <a:latin typeface="Arial"/>
                <a:cs typeface="Arial"/>
              </a:rPr>
              <a:t>precise</a:t>
            </a:r>
            <a:r>
              <a:rPr sz="1800" spc="-10" dirty="0">
                <a:latin typeface="Arial"/>
                <a:cs typeface="Arial"/>
              </a:rPr>
              <a:t> </a:t>
            </a:r>
            <a:r>
              <a:rPr sz="1800" dirty="0">
                <a:latin typeface="Arial"/>
                <a:cs typeface="Arial"/>
              </a:rPr>
              <a:t>number</a:t>
            </a:r>
            <a:r>
              <a:rPr sz="1800" spc="-10" dirty="0">
                <a:latin typeface="Arial"/>
                <a:cs typeface="Arial"/>
              </a:rPr>
              <a:t> </a:t>
            </a:r>
            <a:r>
              <a:rPr sz="1800" dirty="0">
                <a:latin typeface="Arial"/>
                <a:cs typeface="Arial"/>
              </a:rPr>
              <a:t>for</a:t>
            </a:r>
            <a:r>
              <a:rPr sz="1800" spc="-20" dirty="0">
                <a:latin typeface="Arial"/>
                <a:cs typeface="Arial"/>
              </a:rPr>
              <a:t> </a:t>
            </a:r>
            <a:r>
              <a:rPr sz="1800" dirty="0">
                <a:latin typeface="Arial"/>
                <a:cs typeface="Arial"/>
              </a:rPr>
              <a:t>each</a:t>
            </a:r>
            <a:r>
              <a:rPr sz="1800" spc="-30" dirty="0">
                <a:latin typeface="Arial"/>
                <a:cs typeface="Arial"/>
              </a:rPr>
              <a:t> </a:t>
            </a:r>
            <a:r>
              <a:rPr sz="1800" dirty="0">
                <a:latin typeface="Arial"/>
                <a:cs typeface="Arial"/>
              </a:rPr>
              <a:t>time</a:t>
            </a:r>
            <a:r>
              <a:rPr sz="1800" spc="-25" dirty="0">
                <a:latin typeface="Arial"/>
                <a:cs typeface="Arial"/>
              </a:rPr>
              <a:t> </a:t>
            </a:r>
            <a:r>
              <a:rPr sz="1800" spc="-10" dirty="0">
                <a:latin typeface="Arial"/>
                <a:cs typeface="Arial"/>
              </a:rPr>
              <a:t>step.</a:t>
            </a:r>
            <a:endParaRPr sz="1800">
              <a:latin typeface="Arial"/>
              <a:cs typeface="Arial"/>
            </a:endParaRPr>
          </a:p>
          <a:p>
            <a:pPr>
              <a:lnSpc>
                <a:spcPct val="100000"/>
              </a:lnSpc>
              <a:spcBef>
                <a:spcPts val="90"/>
              </a:spcBef>
            </a:pPr>
            <a:endParaRPr sz="1800">
              <a:latin typeface="Arial"/>
              <a:cs typeface="Arial"/>
            </a:endParaRPr>
          </a:p>
          <a:p>
            <a:pPr marL="75565" marR="574040">
              <a:lnSpc>
                <a:spcPct val="100000"/>
              </a:lnSpc>
            </a:pPr>
            <a:r>
              <a:rPr sz="1800" dirty="0">
                <a:latin typeface="Arial"/>
                <a:cs typeface="Arial"/>
              </a:rPr>
              <a:t>However,</a:t>
            </a:r>
            <a:r>
              <a:rPr sz="1800" spc="25" dirty="0">
                <a:latin typeface="Arial"/>
                <a:cs typeface="Arial"/>
              </a:rPr>
              <a:t> </a:t>
            </a:r>
            <a:r>
              <a:rPr sz="1800" dirty="0">
                <a:latin typeface="Arial"/>
                <a:cs typeface="Arial"/>
              </a:rPr>
              <a:t>there</a:t>
            </a:r>
            <a:r>
              <a:rPr sz="1800" spc="-30" dirty="0">
                <a:latin typeface="Arial"/>
                <a:cs typeface="Arial"/>
              </a:rPr>
              <a:t> </a:t>
            </a:r>
            <a:r>
              <a:rPr sz="1800" dirty="0">
                <a:latin typeface="Arial"/>
                <a:cs typeface="Arial"/>
              </a:rPr>
              <a:t>is</a:t>
            </a:r>
            <a:r>
              <a:rPr sz="1800" spc="-25" dirty="0">
                <a:latin typeface="Arial"/>
                <a:cs typeface="Arial"/>
              </a:rPr>
              <a:t> </a:t>
            </a:r>
            <a:r>
              <a:rPr sz="1800" dirty="0">
                <a:latin typeface="Arial"/>
                <a:cs typeface="Arial"/>
              </a:rPr>
              <a:t>still</a:t>
            </a:r>
            <a:r>
              <a:rPr sz="1800" spc="-15" dirty="0">
                <a:latin typeface="Arial"/>
                <a:cs typeface="Arial"/>
              </a:rPr>
              <a:t> </a:t>
            </a:r>
            <a:r>
              <a:rPr sz="1800" dirty="0">
                <a:latin typeface="Arial"/>
                <a:cs typeface="Arial"/>
              </a:rPr>
              <a:t>going</a:t>
            </a:r>
            <a:r>
              <a:rPr sz="1800" spc="-15" dirty="0">
                <a:latin typeface="Arial"/>
                <a:cs typeface="Arial"/>
              </a:rPr>
              <a:t> </a:t>
            </a:r>
            <a:r>
              <a:rPr sz="1800" dirty="0">
                <a:latin typeface="Arial"/>
                <a:cs typeface="Arial"/>
              </a:rPr>
              <a:t>to</a:t>
            </a:r>
            <a:r>
              <a:rPr sz="1800" spc="-30" dirty="0">
                <a:latin typeface="Arial"/>
                <a:cs typeface="Arial"/>
              </a:rPr>
              <a:t> </a:t>
            </a:r>
            <a:r>
              <a:rPr sz="1800" dirty="0">
                <a:latin typeface="Arial"/>
                <a:cs typeface="Arial"/>
              </a:rPr>
              <a:t>be</a:t>
            </a:r>
            <a:r>
              <a:rPr sz="1800" spc="-25" dirty="0">
                <a:latin typeface="Arial"/>
                <a:cs typeface="Arial"/>
              </a:rPr>
              <a:t> </a:t>
            </a:r>
            <a:r>
              <a:rPr sz="1800" dirty="0">
                <a:latin typeface="Arial"/>
                <a:cs typeface="Arial"/>
              </a:rPr>
              <a:t>one</a:t>
            </a:r>
            <a:r>
              <a:rPr sz="1800" spc="-15" dirty="0">
                <a:latin typeface="Arial"/>
                <a:cs typeface="Arial"/>
              </a:rPr>
              <a:t> </a:t>
            </a:r>
            <a:r>
              <a:rPr sz="1800" dirty="0">
                <a:latin typeface="Arial"/>
                <a:cs typeface="Arial"/>
              </a:rPr>
              <a:t>level</a:t>
            </a:r>
            <a:r>
              <a:rPr sz="1800" spc="-15" dirty="0">
                <a:latin typeface="Arial"/>
                <a:cs typeface="Arial"/>
              </a:rPr>
              <a:t> </a:t>
            </a:r>
            <a:r>
              <a:rPr sz="1800" dirty="0">
                <a:latin typeface="Arial"/>
                <a:cs typeface="Arial"/>
              </a:rPr>
              <a:t>per</a:t>
            </a:r>
            <a:r>
              <a:rPr sz="1800" spc="-25" dirty="0">
                <a:latin typeface="Arial"/>
                <a:cs typeface="Arial"/>
              </a:rPr>
              <a:t> </a:t>
            </a:r>
            <a:r>
              <a:rPr sz="1800" dirty="0">
                <a:latin typeface="Arial"/>
                <a:cs typeface="Arial"/>
              </a:rPr>
              <a:t>timestep,</a:t>
            </a:r>
            <a:r>
              <a:rPr sz="1800" spc="-20" dirty="0">
                <a:latin typeface="Arial"/>
                <a:cs typeface="Arial"/>
              </a:rPr>
              <a:t> </a:t>
            </a:r>
            <a:r>
              <a:rPr sz="1800" dirty="0">
                <a:latin typeface="Arial"/>
                <a:cs typeface="Arial"/>
              </a:rPr>
              <a:t>so</a:t>
            </a:r>
            <a:r>
              <a:rPr sz="1800" spc="-30" dirty="0">
                <a:latin typeface="Arial"/>
                <a:cs typeface="Arial"/>
              </a:rPr>
              <a:t> </a:t>
            </a:r>
            <a:r>
              <a:rPr sz="1800" dirty="0">
                <a:latin typeface="Arial"/>
                <a:cs typeface="Arial"/>
              </a:rPr>
              <a:t>there</a:t>
            </a:r>
            <a:r>
              <a:rPr sz="1800" spc="-30" dirty="0">
                <a:latin typeface="Arial"/>
                <a:cs typeface="Arial"/>
              </a:rPr>
              <a:t> </a:t>
            </a:r>
            <a:r>
              <a:rPr sz="1800" dirty="0">
                <a:latin typeface="Arial"/>
                <a:cs typeface="Arial"/>
              </a:rPr>
              <a:t>is</a:t>
            </a:r>
            <a:r>
              <a:rPr sz="1800" spc="-25" dirty="0">
                <a:latin typeface="Arial"/>
                <a:cs typeface="Arial"/>
              </a:rPr>
              <a:t> </a:t>
            </a:r>
            <a:r>
              <a:rPr sz="1800" dirty="0">
                <a:latin typeface="Arial"/>
                <a:cs typeface="Arial"/>
              </a:rPr>
              <a:t>some</a:t>
            </a:r>
            <a:r>
              <a:rPr sz="1800" spc="-15" dirty="0">
                <a:latin typeface="Arial"/>
                <a:cs typeface="Arial"/>
              </a:rPr>
              <a:t> </a:t>
            </a:r>
            <a:r>
              <a:rPr sz="1800" dirty="0">
                <a:latin typeface="Arial"/>
                <a:cs typeface="Arial"/>
              </a:rPr>
              <a:t>level</a:t>
            </a:r>
            <a:r>
              <a:rPr sz="1800" spc="-15" dirty="0">
                <a:latin typeface="Arial"/>
                <a:cs typeface="Arial"/>
              </a:rPr>
              <a:t> </a:t>
            </a:r>
            <a:r>
              <a:rPr sz="1800" dirty="0">
                <a:latin typeface="Arial"/>
                <a:cs typeface="Arial"/>
              </a:rPr>
              <a:t>of</a:t>
            </a:r>
            <a:r>
              <a:rPr sz="1800" spc="-30" dirty="0">
                <a:latin typeface="Arial"/>
                <a:cs typeface="Arial"/>
              </a:rPr>
              <a:t> </a:t>
            </a:r>
            <a:r>
              <a:rPr sz="1800" dirty="0">
                <a:latin typeface="Arial"/>
                <a:cs typeface="Arial"/>
              </a:rPr>
              <a:t>quantization</a:t>
            </a:r>
            <a:r>
              <a:rPr sz="1800" spc="-5" dirty="0">
                <a:latin typeface="Arial"/>
                <a:cs typeface="Arial"/>
              </a:rPr>
              <a:t> </a:t>
            </a:r>
            <a:r>
              <a:rPr sz="1800" dirty="0">
                <a:latin typeface="Arial"/>
                <a:cs typeface="Arial"/>
              </a:rPr>
              <a:t>in</a:t>
            </a:r>
            <a:r>
              <a:rPr sz="1800" spc="-15" dirty="0">
                <a:latin typeface="Arial"/>
                <a:cs typeface="Arial"/>
              </a:rPr>
              <a:t> </a:t>
            </a:r>
            <a:r>
              <a:rPr sz="1800" spc="-20" dirty="0">
                <a:latin typeface="Arial"/>
                <a:cs typeface="Arial"/>
              </a:rPr>
              <a:t>both </a:t>
            </a:r>
            <a:r>
              <a:rPr sz="1800" dirty="0">
                <a:latin typeface="Arial"/>
                <a:cs typeface="Arial"/>
              </a:rPr>
              <a:t>voltage</a:t>
            </a:r>
            <a:r>
              <a:rPr sz="1800" spc="-30" dirty="0">
                <a:latin typeface="Arial"/>
                <a:cs typeface="Arial"/>
              </a:rPr>
              <a:t> </a:t>
            </a:r>
            <a:r>
              <a:rPr sz="1800" dirty="0">
                <a:latin typeface="Arial"/>
                <a:cs typeface="Arial"/>
              </a:rPr>
              <a:t>and</a:t>
            </a:r>
            <a:r>
              <a:rPr sz="1800" spc="-15" dirty="0">
                <a:latin typeface="Arial"/>
                <a:cs typeface="Arial"/>
              </a:rPr>
              <a:t> </a:t>
            </a:r>
            <a:r>
              <a:rPr sz="1800" spc="-20" dirty="0">
                <a:latin typeface="Arial"/>
                <a:cs typeface="Arial"/>
              </a:rPr>
              <a:t>time</a:t>
            </a:r>
            <a:endParaRPr sz="1800">
              <a:latin typeface="Arial"/>
              <a:cs typeface="Arial"/>
            </a:endParaRPr>
          </a:p>
        </p:txBody>
      </p:sp>
      <p:grpSp>
        <p:nvGrpSpPr>
          <p:cNvPr id="4" name="object 4"/>
          <p:cNvGrpSpPr/>
          <p:nvPr/>
        </p:nvGrpSpPr>
        <p:grpSpPr>
          <a:xfrm>
            <a:off x="444500" y="1587500"/>
            <a:ext cx="939800" cy="939800"/>
            <a:chOff x="444500" y="1587500"/>
            <a:chExt cx="939800" cy="939800"/>
          </a:xfrm>
        </p:grpSpPr>
        <p:sp>
          <p:nvSpPr>
            <p:cNvPr id="5" name="object 5"/>
            <p:cNvSpPr/>
            <p:nvPr/>
          </p:nvSpPr>
          <p:spPr>
            <a:xfrm>
              <a:off x="457200"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C0504D"/>
            </a:solidFill>
          </p:spPr>
          <p:txBody>
            <a:bodyPr wrap="square" lIns="0" tIns="0" rIns="0" bIns="0" rtlCol="0"/>
            <a:lstStyle/>
            <a:p>
              <a:endParaRPr/>
            </a:p>
          </p:txBody>
        </p:sp>
        <p:sp>
          <p:nvSpPr>
            <p:cNvPr id="6" name="object 6"/>
            <p:cNvSpPr/>
            <p:nvPr/>
          </p:nvSpPr>
          <p:spPr>
            <a:xfrm>
              <a:off x="457200"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4F1D1B"/>
              </a:solidFill>
            </a:ln>
          </p:spPr>
          <p:txBody>
            <a:bodyPr wrap="square" lIns="0" tIns="0" rIns="0" bIns="0" rtlCol="0"/>
            <a:lstStyle/>
            <a:p>
              <a:endParaRPr/>
            </a:p>
          </p:txBody>
        </p:sp>
      </p:grpSp>
      <p:sp>
        <p:nvSpPr>
          <p:cNvPr id="7" name="object 7"/>
          <p:cNvSpPr txBox="1"/>
          <p:nvPr/>
        </p:nvSpPr>
        <p:spPr>
          <a:xfrm>
            <a:off x="538130" y="1925827"/>
            <a:ext cx="75247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Computer</a:t>
            </a:r>
            <a:endParaRPr sz="1400">
              <a:latin typeface="Calibri"/>
              <a:cs typeface="Calibri"/>
            </a:endParaRPr>
          </a:p>
        </p:txBody>
      </p:sp>
      <p:grpSp>
        <p:nvGrpSpPr>
          <p:cNvPr id="8" name="object 8"/>
          <p:cNvGrpSpPr/>
          <p:nvPr/>
        </p:nvGrpSpPr>
        <p:grpSpPr>
          <a:xfrm>
            <a:off x="1617002" y="1587500"/>
            <a:ext cx="939800" cy="939800"/>
            <a:chOff x="1617002" y="1587500"/>
            <a:chExt cx="939800" cy="939800"/>
          </a:xfrm>
        </p:grpSpPr>
        <p:sp>
          <p:nvSpPr>
            <p:cNvPr id="9" name="object 9"/>
            <p:cNvSpPr/>
            <p:nvPr/>
          </p:nvSpPr>
          <p:spPr>
            <a:xfrm>
              <a:off x="1629702"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10" name="object 10"/>
            <p:cNvSpPr/>
            <p:nvPr/>
          </p:nvSpPr>
          <p:spPr>
            <a:xfrm>
              <a:off x="1629702"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1" name="object 11"/>
          <p:cNvSpPr txBox="1"/>
          <p:nvPr/>
        </p:nvSpPr>
        <p:spPr>
          <a:xfrm>
            <a:off x="1712157" y="1712468"/>
            <a:ext cx="749300" cy="666750"/>
          </a:xfrm>
          <a:prstGeom prst="rect">
            <a:avLst/>
          </a:prstGeom>
        </p:spPr>
        <p:txBody>
          <a:bodyPr vert="horz" wrap="square" lIns="0" tIns="13335" rIns="0" bIns="0" rtlCol="0">
            <a:spAutoFit/>
          </a:bodyPr>
          <a:lstStyle/>
          <a:p>
            <a:pPr marL="12700" marR="5080" algn="ctr">
              <a:lnSpc>
                <a:spcPct val="100000"/>
              </a:lnSpc>
              <a:spcBef>
                <a:spcPts val="105"/>
              </a:spcBef>
            </a:pPr>
            <a:r>
              <a:rPr sz="1400" dirty="0">
                <a:solidFill>
                  <a:srgbClr val="FFFFFF"/>
                </a:solidFill>
                <a:latin typeface="Calibri"/>
                <a:cs typeface="Calibri"/>
              </a:rPr>
              <a:t>Digital</a:t>
            </a:r>
            <a:r>
              <a:rPr sz="1400" spc="-40" dirty="0">
                <a:solidFill>
                  <a:srgbClr val="FFFFFF"/>
                </a:solidFill>
                <a:latin typeface="Calibri"/>
                <a:cs typeface="Calibri"/>
              </a:rPr>
              <a:t> </a:t>
            </a:r>
            <a:r>
              <a:rPr sz="1400" spc="-25" dirty="0">
                <a:solidFill>
                  <a:srgbClr val="FFFFFF"/>
                </a:solidFill>
                <a:latin typeface="Calibri"/>
                <a:cs typeface="Calibri"/>
              </a:rPr>
              <a:t>to </a:t>
            </a:r>
            <a:r>
              <a:rPr sz="1400" spc="-10" dirty="0">
                <a:solidFill>
                  <a:srgbClr val="FFFFFF"/>
                </a:solidFill>
                <a:latin typeface="Calibri"/>
                <a:cs typeface="Calibri"/>
              </a:rPr>
              <a:t>Analog Converter</a:t>
            </a:r>
            <a:endParaRPr sz="1400">
              <a:latin typeface="Calibri"/>
              <a:cs typeface="Calibri"/>
            </a:endParaRPr>
          </a:p>
        </p:txBody>
      </p:sp>
      <p:grpSp>
        <p:nvGrpSpPr>
          <p:cNvPr id="12" name="object 12"/>
          <p:cNvGrpSpPr/>
          <p:nvPr/>
        </p:nvGrpSpPr>
        <p:grpSpPr>
          <a:xfrm>
            <a:off x="2875699" y="1587500"/>
            <a:ext cx="939800" cy="939800"/>
            <a:chOff x="2875699" y="1587500"/>
            <a:chExt cx="939800" cy="939800"/>
          </a:xfrm>
        </p:grpSpPr>
        <p:sp>
          <p:nvSpPr>
            <p:cNvPr id="13" name="object 13"/>
            <p:cNvSpPr/>
            <p:nvPr/>
          </p:nvSpPr>
          <p:spPr>
            <a:xfrm>
              <a:off x="2888399"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14" name="object 14"/>
            <p:cNvSpPr/>
            <p:nvPr/>
          </p:nvSpPr>
          <p:spPr>
            <a:xfrm>
              <a:off x="2888399"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5" name="object 15"/>
          <p:cNvSpPr txBox="1"/>
          <p:nvPr/>
        </p:nvSpPr>
        <p:spPr>
          <a:xfrm>
            <a:off x="3098873" y="1712468"/>
            <a:ext cx="492125" cy="666750"/>
          </a:xfrm>
          <a:prstGeom prst="rect">
            <a:avLst/>
          </a:prstGeom>
        </p:spPr>
        <p:txBody>
          <a:bodyPr vert="horz" wrap="square" lIns="0" tIns="13335" rIns="0" bIns="0" rtlCol="0">
            <a:spAutoFit/>
          </a:bodyPr>
          <a:lstStyle/>
          <a:p>
            <a:pPr algn="ctr">
              <a:lnSpc>
                <a:spcPct val="100000"/>
              </a:lnSpc>
              <a:spcBef>
                <a:spcPts val="105"/>
              </a:spcBef>
            </a:pPr>
            <a:r>
              <a:rPr sz="1400" spc="-25" dirty="0">
                <a:solidFill>
                  <a:srgbClr val="FFFFFF"/>
                </a:solidFill>
                <a:latin typeface="Calibri"/>
                <a:cs typeface="Calibri"/>
              </a:rPr>
              <a:t>LED</a:t>
            </a:r>
            <a:endParaRPr sz="1400">
              <a:latin typeface="Calibri"/>
              <a:cs typeface="Calibri"/>
            </a:endParaRPr>
          </a:p>
          <a:p>
            <a:pPr marL="12700" marR="5080" indent="-635" algn="ctr">
              <a:lnSpc>
                <a:spcPct val="100000"/>
              </a:lnSpc>
            </a:pPr>
            <a:r>
              <a:rPr sz="1400" spc="-10" dirty="0">
                <a:solidFill>
                  <a:srgbClr val="FFFFFF"/>
                </a:solidFill>
                <a:latin typeface="Calibri"/>
                <a:cs typeface="Calibri"/>
              </a:rPr>
              <a:t>Driver Circuit</a:t>
            </a:r>
            <a:endParaRPr sz="1400">
              <a:latin typeface="Calibri"/>
              <a:cs typeface="Calibri"/>
            </a:endParaRPr>
          </a:p>
        </p:txBody>
      </p:sp>
      <p:grpSp>
        <p:nvGrpSpPr>
          <p:cNvPr id="16" name="object 16"/>
          <p:cNvGrpSpPr/>
          <p:nvPr/>
        </p:nvGrpSpPr>
        <p:grpSpPr>
          <a:xfrm>
            <a:off x="4125455" y="1587500"/>
            <a:ext cx="939800" cy="939800"/>
            <a:chOff x="4125455" y="1587500"/>
            <a:chExt cx="939800" cy="939800"/>
          </a:xfrm>
        </p:grpSpPr>
        <p:sp>
          <p:nvSpPr>
            <p:cNvPr id="17" name="object 17"/>
            <p:cNvSpPr/>
            <p:nvPr/>
          </p:nvSpPr>
          <p:spPr>
            <a:xfrm>
              <a:off x="4138155"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18" name="object 18"/>
            <p:cNvSpPr/>
            <p:nvPr/>
          </p:nvSpPr>
          <p:spPr>
            <a:xfrm>
              <a:off x="4138155"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9" name="object 19"/>
          <p:cNvSpPr txBox="1"/>
          <p:nvPr/>
        </p:nvSpPr>
        <p:spPr>
          <a:xfrm>
            <a:off x="4446158" y="1925827"/>
            <a:ext cx="297180" cy="239395"/>
          </a:xfrm>
          <a:prstGeom prst="rect">
            <a:avLst/>
          </a:prstGeom>
        </p:spPr>
        <p:txBody>
          <a:bodyPr vert="horz" wrap="square" lIns="0" tIns="13335" rIns="0" bIns="0" rtlCol="0">
            <a:spAutoFit/>
          </a:bodyPr>
          <a:lstStyle/>
          <a:p>
            <a:pPr marL="12700">
              <a:lnSpc>
                <a:spcPct val="100000"/>
              </a:lnSpc>
              <a:spcBef>
                <a:spcPts val="105"/>
              </a:spcBef>
            </a:pPr>
            <a:r>
              <a:rPr sz="1400" spc="-25" dirty="0">
                <a:solidFill>
                  <a:srgbClr val="FFFFFF"/>
                </a:solidFill>
                <a:latin typeface="Calibri"/>
                <a:cs typeface="Calibri"/>
              </a:rPr>
              <a:t>LED</a:t>
            </a:r>
            <a:endParaRPr sz="1400">
              <a:latin typeface="Calibri"/>
              <a:cs typeface="Calibri"/>
            </a:endParaRPr>
          </a:p>
        </p:txBody>
      </p:sp>
      <p:grpSp>
        <p:nvGrpSpPr>
          <p:cNvPr id="20" name="object 20"/>
          <p:cNvGrpSpPr/>
          <p:nvPr/>
        </p:nvGrpSpPr>
        <p:grpSpPr>
          <a:xfrm>
            <a:off x="7344371" y="1587500"/>
            <a:ext cx="939800" cy="939800"/>
            <a:chOff x="7344371" y="1587500"/>
            <a:chExt cx="939800" cy="939800"/>
          </a:xfrm>
        </p:grpSpPr>
        <p:sp>
          <p:nvSpPr>
            <p:cNvPr id="21" name="object 21"/>
            <p:cNvSpPr/>
            <p:nvPr/>
          </p:nvSpPr>
          <p:spPr>
            <a:xfrm>
              <a:off x="7357071"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22" name="object 22"/>
            <p:cNvSpPr/>
            <p:nvPr/>
          </p:nvSpPr>
          <p:spPr>
            <a:xfrm>
              <a:off x="7357071"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23" name="object 23"/>
          <p:cNvSpPr txBox="1"/>
          <p:nvPr/>
        </p:nvSpPr>
        <p:spPr>
          <a:xfrm>
            <a:off x="7700134" y="1925827"/>
            <a:ext cx="226060" cy="239395"/>
          </a:xfrm>
          <a:prstGeom prst="rect">
            <a:avLst/>
          </a:prstGeom>
        </p:spPr>
        <p:txBody>
          <a:bodyPr vert="horz" wrap="square" lIns="0" tIns="13335" rIns="0" bIns="0" rtlCol="0">
            <a:spAutoFit/>
          </a:bodyPr>
          <a:lstStyle/>
          <a:p>
            <a:pPr marL="12700">
              <a:lnSpc>
                <a:spcPct val="100000"/>
              </a:lnSpc>
              <a:spcBef>
                <a:spcPts val="105"/>
              </a:spcBef>
            </a:pPr>
            <a:r>
              <a:rPr sz="1400" spc="-25" dirty="0">
                <a:solidFill>
                  <a:srgbClr val="FFFFFF"/>
                </a:solidFill>
                <a:latin typeface="Calibri"/>
                <a:cs typeface="Calibri"/>
              </a:rPr>
              <a:t>PD</a:t>
            </a:r>
            <a:endParaRPr sz="1400">
              <a:latin typeface="Calibri"/>
              <a:cs typeface="Calibri"/>
            </a:endParaRPr>
          </a:p>
        </p:txBody>
      </p:sp>
      <p:grpSp>
        <p:nvGrpSpPr>
          <p:cNvPr id="24" name="object 24"/>
          <p:cNvGrpSpPr/>
          <p:nvPr/>
        </p:nvGrpSpPr>
        <p:grpSpPr>
          <a:xfrm>
            <a:off x="9712108" y="1587500"/>
            <a:ext cx="939800" cy="939800"/>
            <a:chOff x="9712108" y="1587500"/>
            <a:chExt cx="939800" cy="939800"/>
          </a:xfrm>
        </p:grpSpPr>
        <p:sp>
          <p:nvSpPr>
            <p:cNvPr id="25" name="object 25"/>
            <p:cNvSpPr/>
            <p:nvPr/>
          </p:nvSpPr>
          <p:spPr>
            <a:xfrm>
              <a:off x="9724808"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26" name="object 26"/>
            <p:cNvSpPr/>
            <p:nvPr/>
          </p:nvSpPr>
          <p:spPr>
            <a:xfrm>
              <a:off x="9724808"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27" name="object 27"/>
          <p:cNvSpPr txBox="1"/>
          <p:nvPr/>
        </p:nvSpPr>
        <p:spPr>
          <a:xfrm>
            <a:off x="9807254" y="1712468"/>
            <a:ext cx="749300" cy="666750"/>
          </a:xfrm>
          <a:prstGeom prst="rect">
            <a:avLst/>
          </a:prstGeom>
        </p:spPr>
        <p:txBody>
          <a:bodyPr vert="horz" wrap="square" lIns="0" tIns="13335" rIns="0" bIns="0" rtlCol="0">
            <a:spAutoFit/>
          </a:bodyPr>
          <a:lstStyle/>
          <a:p>
            <a:pPr marL="12065" marR="5080" indent="-1905" algn="ctr">
              <a:lnSpc>
                <a:spcPct val="100000"/>
              </a:lnSpc>
              <a:spcBef>
                <a:spcPts val="105"/>
              </a:spcBef>
            </a:pPr>
            <a:r>
              <a:rPr sz="1400" dirty="0">
                <a:solidFill>
                  <a:srgbClr val="FFFFFF"/>
                </a:solidFill>
                <a:latin typeface="Calibri"/>
                <a:cs typeface="Calibri"/>
              </a:rPr>
              <a:t>Analog</a:t>
            </a:r>
            <a:r>
              <a:rPr sz="1400" spc="-45" dirty="0">
                <a:solidFill>
                  <a:srgbClr val="FFFFFF"/>
                </a:solidFill>
                <a:latin typeface="Calibri"/>
                <a:cs typeface="Calibri"/>
              </a:rPr>
              <a:t> </a:t>
            </a:r>
            <a:r>
              <a:rPr sz="1400" spc="-25" dirty="0">
                <a:solidFill>
                  <a:srgbClr val="FFFFFF"/>
                </a:solidFill>
                <a:latin typeface="Calibri"/>
                <a:cs typeface="Calibri"/>
              </a:rPr>
              <a:t>to </a:t>
            </a:r>
            <a:r>
              <a:rPr sz="1400" spc="-10" dirty="0">
                <a:solidFill>
                  <a:srgbClr val="FFFFFF"/>
                </a:solidFill>
                <a:latin typeface="Calibri"/>
                <a:cs typeface="Calibri"/>
              </a:rPr>
              <a:t>Digital Converter</a:t>
            </a:r>
            <a:endParaRPr sz="1400">
              <a:latin typeface="Calibri"/>
              <a:cs typeface="Calibri"/>
            </a:endParaRPr>
          </a:p>
        </p:txBody>
      </p:sp>
      <p:grpSp>
        <p:nvGrpSpPr>
          <p:cNvPr id="28" name="object 28"/>
          <p:cNvGrpSpPr/>
          <p:nvPr/>
        </p:nvGrpSpPr>
        <p:grpSpPr>
          <a:xfrm>
            <a:off x="8539619" y="1592948"/>
            <a:ext cx="939800" cy="939800"/>
            <a:chOff x="8539619" y="1592948"/>
            <a:chExt cx="939800" cy="939800"/>
          </a:xfrm>
        </p:grpSpPr>
        <p:sp>
          <p:nvSpPr>
            <p:cNvPr id="29" name="object 29"/>
            <p:cNvSpPr/>
            <p:nvPr/>
          </p:nvSpPr>
          <p:spPr>
            <a:xfrm>
              <a:off x="8552319" y="1605648"/>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30" name="object 30"/>
            <p:cNvSpPr/>
            <p:nvPr/>
          </p:nvSpPr>
          <p:spPr>
            <a:xfrm>
              <a:off x="8552319" y="1605648"/>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31" name="object 31"/>
          <p:cNvSpPr txBox="1"/>
          <p:nvPr/>
        </p:nvSpPr>
        <p:spPr>
          <a:xfrm>
            <a:off x="8662171" y="1931277"/>
            <a:ext cx="69278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Amplifier</a:t>
            </a:r>
            <a:endParaRPr sz="1400">
              <a:latin typeface="Calibri"/>
              <a:cs typeface="Calibri"/>
            </a:endParaRPr>
          </a:p>
        </p:txBody>
      </p:sp>
      <p:grpSp>
        <p:nvGrpSpPr>
          <p:cNvPr id="32" name="object 32"/>
          <p:cNvGrpSpPr/>
          <p:nvPr/>
        </p:nvGrpSpPr>
        <p:grpSpPr>
          <a:xfrm>
            <a:off x="10829823" y="1597329"/>
            <a:ext cx="939800" cy="939800"/>
            <a:chOff x="10829823" y="1597329"/>
            <a:chExt cx="939800" cy="939800"/>
          </a:xfrm>
        </p:grpSpPr>
        <p:sp>
          <p:nvSpPr>
            <p:cNvPr id="33" name="object 33"/>
            <p:cNvSpPr/>
            <p:nvPr/>
          </p:nvSpPr>
          <p:spPr>
            <a:xfrm>
              <a:off x="10842523" y="16100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34" name="object 34"/>
            <p:cNvSpPr/>
            <p:nvPr/>
          </p:nvSpPr>
          <p:spPr>
            <a:xfrm>
              <a:off x="10842523" y="16100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35" name="object 35"/>
          <p:cNvSpPr txBox="1"/>
          <p:nvPr/>
        </p:nvSpPr>
        <p:spPr>
          <a:xfrm>
            <a:off x="10923452" y="1935660"/>
            <a:ext cx="75247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Computer</a:t>
            </a:r>
            <a:endParaRPr sz="1400">
              <a:latin typeface="Calibri"/>
              <a:cs typeface="Calibri"/>
            </a:endParaRPr>
          </a:p>
        </p:txBody>
      </p:sp>
      <p:sp>
        <p:nvSpPr>
          <p:cNvPr id="36" name="object 36"/>
          <p:cNvSpPr/>
          <p:nvPr/>
        </p:nvSpPr>
        <p:spPr>
          <a:xfrm>
            <a:off x="304800" y="1371600"/>
            <a:ext cx="4876800" cy="1371600"/>
          </a:xfrm>
          <a:custGeom>
            <a:avLst/>
            <a:gdLst/>
            <a:ahLst/>
            <a:cxnLst/>
            <a:rect l="l" t="t" r="r" b="b"/>
            <a:pathLst>
              <a:path w="4876800" h="1371600">
                <a:moveTo>
                  <a:pt x="0" y="0"/>
                </a:moveTo>
                <a:lnTo>
                  <a:pt x="4876800" y="0"/>
                </a:lnTo>
                <a:lnTo>
                  <a:pt x="4876800" y="1371600"/>
                </a:lnTo>
                <a:lnTo>
                  <a:pt x="0" y="1371600"/>
                </a:lnTo>
                <a:lnTo>
                  <a:pt x="0" y="0"/>
                </a:lnTo>
                <a:close/>
              </a:path>
            </a:pathLst>
          </a:custGeom>
          <a:ln w="25400">
            <a:solidFill>
              <a:srgbClr val="1C334E"/>
            </a:solidFill>
            <a:prstDash val="sysDash"/>
          </a:ln>
        </p:spPr>
        <p:txBody>
          <a:bodyPr wrap="square" lIns="0" tIns="0" rIns="0" bIns="0" rtlCol="0"/>
          <a:lstStyle/>
          <a:p>
            <a:endParaRPr/>
          </a:p>
        </p:txBody>
      </p:sp>
      <p:sp>
        <p:nvSpPr>
          <p:cNvPr id="37" name="object 37"/>
          <p:cNvSpPr/>
          <p:nvPr/>
        </p:nvSpPr>
        <p:spPr>
          <a:xfrm>
            <a:off x="7239000" y="1361770"/>
            <a:ext cx="4800600" cy="1371600"/>
          </a:xfrm>
          <a:custGeom>
            <a:avLst/>
            <a:gdLst/>
            <a:ahLst/>
            <a:cxnLst/>
            <a:rect l="l" t="t" r="r" b="b"/>
            <a:pathLst>
              <a:path w="4800600" h="1371600">
                <a:moveTo>
                  <a:pt x="0" y="0"/>
                </a:moveTo>
                <a:lnTo>
                  <a:pt x="4800600" y="0"/>
                </a:lnTo>
                <a:lnTo>
                  <a:pt x="4800600" y="1371600"/>
                </a:lnTo>
                <a:lnTo>
                  <a:pt x="0" y="1371600"/>
                </a:lnTo>
                <a:lnTo>
                  <a:pt x="0" y="0"/>
                </a:lnTo>
                <a:close/>
              </a:path>
            </a:pathLst>
          </a:custGeom>
          <a:ln w="25400">
            <a:solidFill>
              <a:srgbClr val="1C334E"/>
            </a:solidFill>
            <a:prstDash val="sysDash"/>
          </a:ln>
        </p:spPr>
        <p:txBody>
          <a:bodyPr wrap="square" lIns="0" tIns="0" rIns="0" bIns="0" rtlCol="0"/>
          <a:lstStyle/>
          <a:p>
            <a:endParaRPr/>
          </a:p>
        </p:txBody>
      </p:sp>
      <p:grpSp>
        <p:nvGrpSpPr>
          <p:cNvPr id="38" name="object 38"/>
          <p:cNvGrpSpPr/>
          <p:nvPr/>
        </p:nvGrpSpPr>
        <p:grpSpPr>
          <a:xfrm>
            <a:off x="5245100" y="1968500"/>
            <a:ext cx="1877695" cy="177800"/>
            <a:chOff x="5245100" y="1968500"/>
            <a:chExt cx="1877695" cy="177800"/>
          </a:xfrm>
        </p:grpSpPr>
        <p:sp>
          <p:nvSpPr>
            <p:cNvPr id="39" name="object 39"/>
            <p:cNvSpPr/>
            <p:nvPr/>
          </p:nvSpPr>
          <p:spPr>
            <a:xfrm>
              <a:off x="5257800" y="1981200"/>
              <a:ext cx="1852295" cy="152400"/>
            </a:xfrm>
            <a:custGeom>
              <a:avLst/>
              <a:gdLst/>
              <a:ahLst/>
              <a:cxnLst/>
              <a:rect l="l" t="t" r="r" b="b"/>
              <a:pathLst>
                <a:path w="1852295" h="152400">
                  <a:moveTo>
                    <a:pt x="1775955" y="0"/>
                  </a:moveTo>
                  <a:lnTo>
                    <a:pt x="1775955" y="38100"/>
                  </a:lnTo>
                  <a:lnTo>
                    <a:pt x="0" y="38100"/>
                  </a:lnTo>
                  <a:lnTo>
                    <a:pt x="0" y="114300"/>
                  </a:lnTo>
                  <a:lnTo>
                    <a:pt x="1775955" y="114300"/>
                  </a:lnTo>
                  <a:lnTo>
                    <a:pt x="1775955" y="152400"/>
                  </a:lnTo>
                  <a:lnTo>
                    <a:pt x="1852155" y="76200"/>
                  </a:lnTo>
                  <a:lnTo>
                    <a:pt x="1775955" y="0"/>
                  </a:lnTo>
                  <a:close/>
                </a:path>
              </a:pathLst>
            </a:custGeom>
            <a:solidFill>
              <a:srgbClr val="4F81BC"/>
            </a:solidFill>
          </p:spPr>
          <p:txBody>
            <a:bodyPr wrap="square" lIns="0" tIns="0" rIns="0" bIns="0" rtlCol="0"/>
            <a:lstStyle/>
            <a:p>
              <a:endParaRPr/>
            </a:p>
          </p:txBody>
        </p:sp>
        <p:sp>
          <p:nvSpPr>
            <p:cNvPr id="40" name="object 40"/>
            <p:cNvSpPr/>
            <p:nvPr/>
          </p:nvSpPr>
          <p:spPr>
            <a:xfrm>
              <a:off x="5257800" y="1981200"/>
              <a:ext cx="1852295" cy="152400"/>
            </a:xfrm>
            <a:custGeom>
              <a:avLst/>
              <a:gdLst/>
              <a:ahLst/>
              <a:cxnLst/>
              <a:rect l="l" t="t" r="r" b="b"/>
              <a:pathLst>
                <a:path w="1852295" h="152400">
                  <a:moveTo>
                    <a:pt x="0" y="38100"/>
                  </a:moveTo>
                  <a:lnTo>
                    <a:pt x="1775955" y="38100"/>
                  </a:lnTo>
                  <a:lnTo>
                    <a:pt x="1775955" y="0"/>
                  </a:lnTo>
                  <a:lnTo>
                    <a:pt x="1852155" y="76200"/>
                  </a:lnTo>
                  <a:lnTo>
                    <a:pt x="1775955" y="152400"/>
                  </a:lnTo>
                  <a:lnTo>
                    <a:pt x="1775955" y="114300"/>
                  </a:lnTo>
                  <a:lnTo>
                    <a:pt x="0" y="114300"/>
                  </a:lnTo>
                  <a:lnTo>
                    <a:pt x="0" y="38100"/>
                  </a:lnTo>
                  <a:close/>
                </a:path>
              </a:pathLst>
            </a:custGeom>
            <a:ln w="25400">
              <a:solidFill>
                <a:srgbClr val="1C334E"/>
              </a:solidFill>
            </a:ln>
          </p:spPr>
          <p:txBody>
            <a:bodyPr wrap="square" lIns="0" tIns="0" rIns="0" bIns="0" rtlCol="0"/>
            <a:lstStyle/>
            <a:p>
              <a:endParaRPr/>
            </a:p>
          </p:txBody>
        </p:sp>
      </p:gr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Let’s</a:t>
            </a:r>
            <a:r>
              <a:rPr spc="-40" dirty="0"/>
              <a:t> </a:t>
            </a:r>
            <a:r>
              <a:rPr dirty="0"/>
              <a:t>talk</a:t>
            </a:r>
            <a:r>
              <a:rPr spc="-40" dirty="0"/>
              <a:t> </a:t>
            </a:r>
            <a:r>
              <a:rPr dirty="0"/>
              <a:t>about</a:t>
            </a:r>
            <a:r>
              <a:rPr spc="-20" dirty="0"/>
              <a:t> </a:t>
            </a:r>
            <a:r>
              <a:rPr dirty="0"/>
              <a:t>a</a:t>
            </a:r>
            <a:r>
              <a:rPr spc="-30" dirty="0"/>
              <a:t> </a:t>
            </a:r>
            <a:r>
              <a:rPr dirty="0"/>
              <a:t>real</a:t>
            </a:r>
            <a:r>
              <a:rPr spc="-45" dirty="0"/>
              <a:t> </a:t>
            </a:r>
            <a:r>
              <a:rPr dirty="0"/>
              <a:t>world</a:t>
            </a:r>
            <a:r>
              <a:rPr spc="-40" dirty="0"/>
              <a:t> </a:t>
            </a:r>
            <a:r>
              <a:rPr spc="-10" dirty="0"/>
              <a:t>system</a:t>
            </a:r>
          </a:p>
        </p:txBody>
      </p:sp>
      <p:grpSp>
        <p:nvGrpSpPr>
          <p:cNvPr id="3" name="object 3"/>
          <p:cNvGrpSpPr/>
          <p:nvPr/>
        </p:nvGrpSpPr>
        <p:grpSpPr>
          <a:xfrm>
            <a:off x="444500" y="1587500"/>
            <a:ext cx="939800" cy="939800"/>
            <a:chOff x="444500" y="1587500"/>
            <a:chExt cx="939800" cy="939800"/>
          </a:xfrm>
        </p:grpSpPr>
        <p:sp>
          <p:nvSpPr>
            <p:cNvPr id="4" name="object 4"/>
            <p:cNvSpPr/>
            <p:nvPr/>
          </p:nvSpPr>
          <p:spPr>
            <a:xfrm>
              <a:off x="457200"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C0504D"/>
            </a:solidFill>
          </p:spPr>
          <p:txBody>
            <a:bodyPr wrap="square" lIns="0" tIns="0" rIns="0" bIns="0" rtlCol="0"/>
            <a:lstStyle/>
            <a:p>
              <a:endParaRPr/>
            </a:p>
          </p:txBody>
        </p:sp>
        <p:sp>
          <p:nvSpPr>
            <p:cNvPr id="5" name="object 5"/>
            <p:cNvSpPr/>
            <p:nvPr/>
          </p:nvSpPr>
          <p:spPr>
            <a:xfrm>
              <a:off x="457200"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4F1D1B"/>
              </a:solidFill>
            </a:ln>
          </p:spPr>
          <p:txBody>
            <a:bodyPr wrap="square" lIns="0" tIns="0" rIns="0" bIns="0" rtlCol="0"/>
            <a:lstStyle/>
            <a:p>
              <a:endParaRPr/>
            </a:p>
          </p:txBody>
        </p:sp>
      </p:grpSp>
      <p:sp>
        <p:nvSpPr>
          <p:cNvPr id="6" name="object 6"/>
          <p:cNvSpPr txBox="1"/>
          <p:nvPr/>
        </p:nvSpPr>
        <p:spPr>
          <a:xfrm>
            <a:off x="538130" y="1925827"/>
            <a:ext cx="75247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Computer</a:t>
            </a:r>
            <a:endParaRPr sz="1400">
              <a:latin typeface="Calibri"/>
              <a:cs typeface="Calibri"/>
            </a:endParaRPr>
          </a:p>
        </p:txBody>
      </p:sp>
      <p:grpSp>
        <p:nvGrpSpPr>
          <p:cNvPr id="7" name="object 7"/>
          <p:cNvGrpSpPr/>
          <p:nvPr/>
        </p:nvGrpSpPr>
        <p:grpSpPr>
          <a:xfrm>
            <a:off x="1617002" y="1587500"/>
            <a:ext cx="939800" cy="939800"/>
            <a:chOff x="1617002" y="1587500"/>
            <a:chExt cx="939800" cy="939800"/>
          </a:xfrm>
        </p:grpSpPr>
        <p:sp>
          <p:nvSpPr>
            <p:cNvPr id="8" name="object 8"/>
            <p:cNvSpPr/>
            <p:nvPr/>
          </p:nvSpPr>
          <p:spPr>
            <a:xfrm>
              <a:off x="1629702"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9" name="object 9"/>
            <p:cNvSpPr/>
            <p:nvPr/>
          </p:nvSpPr>
          <p:spPr>
            <a:xfrm>
              <a:off x="1629702"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0" name="object 10"/>
          <p:cNvSpPr txBox="1"/>
          <p:nvPr/>
        </p:nvSpPr>
        <p:spPr>
          <a:xfrm>
            <a:off x="1712157" y="1712468"/>
            <a:ext cx="749300" cy="666750"/>
          </a:xfrm>
          <a:prstGeom prst="rect">
            <a:avLst/>
          </a:prstGeom>
        </p:spPr>
        <p:txBody>
          <a:bodyPr vert="horz" wrap="square" lIns="0" tIns="13335" rIns="0" bIns="0" rtlCol="0">
            <a:spAutoFit/>
          </a:bodyPr>
          <a:lstStyle/>
          <a:p>
            <a:pPr marL="12700" marR="5080" algn="ctr">
              <a:lnSpc>
                <a:spcPct val="100000"/>
              </a:lnSpc>
              <a:spcBef>
                <a:spcPts val="105"/>
              </a:spcBef>
            </a:pPr>
            <a:r>
              <a:rPr sz="1400" dirty="0">
                <a:solidFill>
                  <a:srgbClr val="FFFFFF"/>
                </a:solidFill>
                <a:latin typeface="Calibri"/>
                <a:cs typeface="Calibri"/>
              </a:rPr>
              <a:t>Digital</a:t>
            </a:r>
            <a:r>
              <a:rPr sz="1400" spc="-40" dirty="0">
                <a:solidFill>
                  <a:srgbClr val="FFFFFF"/>
                </a:solidFill>
                <a:latin typeface="Calibri"/>
                <a:cs typeface="Calibri"/>
              </a:rPr>
              <a:t> </a:t>
            </a:r>
            <a:r>
              <a:rPr sz="1400" spc="-25" dirty="0">
                <a:solidFill>
                  <a:srgbClr val="FFFFFF"/>
                </a:solidFill>
                <a:latin typeface="Calibri"/>
                <a:cs typeface="Calibri"/>
              </a:rPr>
              <a:t>to </a:t>
            </a:r>
            <a:r>
              <a:rPr sz="1400" spc="-10" dirty="0">
                <a:solidFill>
                  <a:srgbClr val="FFFFFF"/>
                </a:solidFill>
                <a:latin typeface="Calibri"/>
                <a:cs typeface="Calibri"/>
              </a:rPr>
              <a:t>Analog Converter</a:t>
            </a:r>
            <a:endParaRPr sz="1400">
              <a:latin typeface="Calibri"/>
              <a:cs typeface="Calibri"/>
            </a:endParaRPr>
          </a:p>
        </p:txBody>
      </p:sp>
      <p:grpSp>
        <p:nvGrpSpPr>
          <p:cNvPr id="11" name="object 11"/>
          <p:cNvGrpSpPr/>
          <p:nvPr/>
        </p:nvGrpSpPr>
        <p:grpSpPr>
          <a:xfrm>
            <a:off x="2875699" y="1587500"/>
            <a:ext cx="939800" cy="939800"/>
            <a:chOff x="2875699" y="1587500"/>
            <a:chExt cx="939800" cy="939800"/>
          </a:xfrm>
        </p:grpSpPr>
        <p:sp>
          <p:nvSpPr>
            <p:cNvPr id="12" name="object 12"/>
            <p:cNvSpPr/>
            <p:nvPr/>
          </p:nvSpPr>
          <p:spPr>
            <a:xfrm>
              <a:off x="2888399"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13" name="object 13"/>
            <p:cNvSpPr/>
            <p:nvPr/>
          </p:nvSpPr>
          <p:spPr>
            <a:xfrm>
              <a:off x="2888399"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4" name="object 14"/>
          <p:cNvSpPr txBox="1"/>
          <p:nvPr/>
        </p:nvSpPr>
        <p:spPr>
          <a:xfrm>
            <a:off x="3098873" y="1712468"/>
            <a:ext cx="492125" cy="666750"/>
          </a:xfrm>
          <a:prstGeom prst="rect">
            <a:avLst/>
          </a:prstGeom>
        </p:spPr>
        <p:txBody>
          <a:bodyPr vert="horz" wrap="square" lIns="0" tIns="13335" rIns="0" bIns="0" rtlCol="0">
            <a:spAutoFit/>
          </a:bodyPr>
          <a:lstStyle/>
          <a:p>
            <a:pPr algn="ctr">
              <a:lnSpc>
                <a:spcPct val="100000"/>
              </a:lnSpc>
              <a:spcBef>
                <a:spcPts val="105"/>
              </a:spcBef>
            </a:pPr>
            <a:r>
              <a:rPr sz="1400" spc="-25" dirty="0">
                <a:solidFill>
                  <a:srgbClr val="FFFFFF"/>
                </a:solidFill>
                <a:latin typeface="Calibri"/>
                <a:cs typeface="Calibri"/>
              </a:rPr>
              <a:t>LED</a:t>
            </a:r>
            <a:endParaRPr sz="1400">
              <a:latin typeface="Calibri"/>
              <a:cs typeface="Calibri"/>
            </a:endParaRPr>
          </a:p>
          <a:p>
            <a:pPr marL="12700" marR="5080" indent="-635" algn="ctr">
              <a:lnSpc>
                <a:spcPct val="100000"/>
              </a:lnSpc>
            </a:pPr>
            <a:r>
              <a:rPr sz="1400" spc="-10" dirty="0">
                <a:solidFill>
                  <a:srgbClr val="FFFFFF"/>
                </a:solidFill>
                <a:latin typeface="Calibri"/>
                <a:cs typeface="Calibri"/>
              </a:rPr>
              <a:t>Driver Circuit</a:t>
            </a:r>
            <a:endParaRPr sz="1400">
              <a:latin typeface="Calibri"/>
              <a:cs typeface="Calibri"/>
            </a:endParaRPr>
          </a:p>
        </p:txBody>
      </p:sp>
      <p:grpSp>
        <p:nvGrpSpPr>
          <p:cNvPr id="15" name="object 15"/>
          <p:cNvGrpSpPr/>
          <p:nvPr/>
        </p:nvGrpSpPr>
        <p:grpSpPr>
          <a:xfrm>
            <a:off x="4125455" y="1587500"/>
            <a:ext cx="939800" cy="939800"/>
            <a:chOff x="4125455" y="1587500"/>
            <a:chExt cx="939800" cy="939800"/>
          </a:xfrm>
        </p:grpSpPr>
        <p:sp>
          <p:nvSpPr>
            <p:cNvPr id="16" name="object 16"/>
            <p:cNvSpPr/>
            <p:nvPr/>
          </p:nvSpPr>
          <p:spPr>
            <a:xfrm>
              <a:off x="4138155"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17" name="object 17"/>
            <p:cNvSpPr/>
            <p:nvPr/>
          </p:nvSpPr>
          <p:spPr>
            <a:xfrm>
              <a:off x="4138155"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8" name="object 18"/>
          <p:cNvSpPr txBox="1"/>
          <p:nvPr/>
        </p:nvSpPr>
        <p:spPr>
          <a:xfrm>
            <a:off x="4446158" y="1925827"/>
            <a:ext cx="297180" cy="239395"/>
          </a:xfrm>
          <a:prstGeom prst="rect">
            <a:avLst/>
          </a:prstGeom>
        </p:spPr>
        <p:txBody>
          <a:bodyPr vert="horz" wrap="square" lIns="0" tIns="13335" rIns="0" bIns="0" rtlCol="0">
            <a:spAutoFit/>
          </a:bodyPr>
          <a:lstStyle/>
          <a:p>
            <a:pPr marL="12700">
              <a:lnSpc>
                <a:spcPct val="100000"/>
              </a:lnSpc>
              <a:spcBef>
                <a:spcPts val="105"/>
              </a:spcBef>
            </a:pPr>
            <a:r>
              <a:rPr sz="1400" spc="-25" dirty="0">
                <a:solidFill>
                  <a:srgbClr val="FFFFFF"/>
                </a:solidFill>
                <a:latin typeface="Calibri"/>
                <a:cs typeface="Calibri"/>
              </a:rPr>
              <a:t>LED</a:t>
            </a:r>
            <a:endParaRPr sz="1400">
              <a:latin typeface="Calibri"/>
              <a:cs typeface="Calibri"/>
            </a:endParaRPr>
          </a:p>
        </p:txBody>
      </p:sp>
      <p:grpSp>
        <p:nvGrpSpPr>
          <p:cNvPr id="19" name="object 19"/>
          <p:cNvGrpSpPr/>
          <p:nvPr/>
        </p:nvGrpSpPr>
        <p:grpSpPr>
          <a:xfrm>
            <a:off x="7344371" y="1587500"/>
            <a:ext cx="939800" cy="939800"/>
            <a:chOff x="7344371" y="1587500"/>
            <a:chExt cx="939800" cy="939800"/>
          </a:xfrm>
        </p:grpSpPr>
        <p:sp>
          <p:nvSpPr>
            <p:cNvPr id="20" name="object 20"/>
            <p:cNvSpPr/>
            <p:nvPr/>
          </p:nvSpPr>
          <p:spPr>
            <a:xfrm>
              <a:off x="7357071"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21" name="object 21"/>
            <p:cNvSpPr/>
            <p:nvPr/>
          </p:nvSpPr>
          <p:spPr>
            <a:xfrm>
              <a:off x="7357071"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22" name="object 22"/>
          <p:cNvSpPr txBox="1"/>
          <p:nvPr/>
        </p:nvSpPr>
        <p:spPr>
          <a:xfrm>
            <a:off x="7700134" y="1925827"/>
            <a:ext cx="226060" cy="239395"/>
          </a:xfrm>
          <a:prstGeom prst="rect">
            <a:avLst/>
          </a:prstGeom>
        </p:spPr>
        <p:txBody>
          <a:bodyPr vert="horz" wrap="square" lIns="0" tIns="13335" rIns="0" bIns="0" rtlCol="0">
            <a:spAutoFit/>
          </a:bodyPr>
          <a:lstStyle/>
          <a:p>
            <a:pPr marL="12700">
              <a:lnSpc>
                <a:spcPct val="100000"/>
              </a:lnSpc>
              <a:spcBef>
                <a:spcPts val="105"/>
              </a:spcBef>
            </a:pPr>
            <a:r>
              <a:rPr sz="1400" spc="-25" dirty="0">
                <a:solidFill>
                  <a:srgbClr val="FFFFFF"/>
                </a:solidFill>
                <a:latin typeface="Calibri"/>
                <a:cs typeface="Calibri"/>
              </a:rPr>
              <a:t>PD</a:t>
            </a:r>
            <a:endParaRPr sz="1400">
              <a:latin typeface="Calibri"/>
              <a:cs typeface="Calibri"/>
            </a:endParaRPr>
          </a:p>
        </p:txBody>
      </p:sp>
      <p:grpSp>
        <p:nvGrpSpPr>
          <p:cNvPr id="23" name="object 23"/>
          <p:cNvGrpSpPr/>
          <p:nvPr/>
        </p:nvGrpSpPr>
        <p:grpSpPr>
          <a:xfrm>
            <a:off x="9712108" y="1587500"/>
            <a:ext cx="939800" cy="939800"/>
            <a:chOff x="9712108" y="1587500"/>
            <a:chExt cx="939800" cy="939800"/>
          </a:xfrm>
        </p:grpSpPr>
        <p:sp>
          <p:nvSpPr>
            <p:cNvPr id="24" name="object 24"/>
            <p:cNvSpPr/>
            <p:nvPr/>
          </p:nvSpPr>
          <p:spPr>
            <a:xfrm>
              <a:off x="9724808"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25" name="object 25"/>
            <p:cNvSpPr/>
            <p:nvPr/>
          </p:nvSpPr>
          <p:spPr>
            <a:xfrm>
              <a:off x="9724808"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26" name="object 26"/>
          <p:cNvSpPr txBox="1"/>
          <p:nvPr/>
        </p:nvSpPr>
        <p:spPr>
          <a:xfrm>
            <a:off x="9807254" y="1712468"/>
            <a:ext cx="749300" cy="666750"/>
          </a:xfrm>
          <a:prstGeom prst="rect">
            <a:avLst/>
          </a:prstGeom>
        </p:spPr>
        <p:txBody>
          <a:bodyPr vert="horz" wrap="square" lIns="0" tIns="13335" rIns="0" bIns="0" rtlCol="0">
            <a:spAutoFit/>
          </a:bodyPr>
          <a:lstStyle/>
          <a:p>
            <a:pPr marL="12065" marR="5080" indent="-1905" algn="ctr">
              <a:lnSpc>
                <a:spcPct val="100000"/>
              </a:lnSpc>
              <a:spcBef>
                <a:spcPts val="105"/>
              </a:spcBef>
            </a:pPr>
            <a:r>
              <a:rPr sz="1400" dirty="0">
                <a:solidFill>
                  <a:srgbClr val="FFFFFF"/>
                </a:solidFill>
                <a:latin typeface="Calibri"/>
                <a:cs typeface="Calibri"/>
              </a:rPr>
              <a:t>Analog</a:t>
            </a:r>
            <a:r>
              <a:rPr sz="1400" spc="-45" dirty="0">
                <a:solidFill>
                  <a:srgbClr val="FFFFFF"/>
                </a:solidFill>
                <a:latin typeface="Calibri"/>
                <a:cs typeface="Calibri"/>
              </a:rPr>
              <a:t> </a:t>
            </a:r>
            <a:r>
              <a:rPr sz="1400" spc="-25" dirty="0">
                <a:solidFill>
                  <a:srgbClr val="FFFFFF"/>
                </a:solidFill>
                <a:latin typeface="Calibri"/>
                <a:cs typeface="Calibri"/>
              </a:rPr>
              <a:t>to </a:t>
            </a:r>
            <a:r>
              <a:rPr sz="1400" spc="-10" dirty="0">
                <a:solidFill>
                  <a:srgbClr val="FFFFFF"/>
                </a:solidFill>
                <a:latin typeface="Calibri"/>
                <a:cs typeface="Calibri"/>
              </a:rPr>
              <a:t>Digital Converter</a:t>
            </a:r>
            <a:endParaRPr sz="1400">
              <a:latin typeface="Calibri"/>
              <a:cs typeface="Calibri"/>
            </a:endParaRPr>
          </a:p>
        </p:txBody>
      </p:sp>
      <p:grpSp>
        <p:nvGrpSpPr>
          <p:cNvPr id="27" name="object 27"/>
          <p:cNvGrpSpPr/>
          <p:nvPr/>
        </p:nvGrpSpPr>
        <p:grpSpPr>
          <a:xfrm>
            <a:off x="8539619" y="1592948"/>
            <a:ext cx="939800" cy="939800"/>
            <a:chOff x="8539619" y="1592948"/>
            <a:chExt cx="939800" cy="939800"/>
          </a:xfrm>
        </p:grpSpPr>
        <p:sp>
          <p:nvSpPr>
            <p:cNvPr id="28" name="object 28"/>
            <p:cNvSpPr/>
            <p:nvPr/>
          </p:nvSpPr>
          <p:spPr>
            <a:xfrm>
              <a:off x="8552319" y="1605648"/>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29" name="object 29"/>
            <p:cNvSpPr/>
            <p:nvPr/>
          </p:nvSpPr>
          <p:spPr>
            <a:xfrm>
              <a:off x="8552319" y="1605648"/>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30" name="object 30"/>
          <p:cNvSpPr txBox="1"/>
          <p:nvPr/>
        </p:nvSpPr>
        <p:spPr>
          <a:xfrm>
            <a:off x="8662171" y="1931277"/>
            <a:ext cx="69278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Amplifier</a:t>
            </a:r>
            <a:endParaRPr sz="1400">
              <a:latin typeface="Calibri"/>
              <a:cs typeface="Calibri"/>
            </a:endParaRPr>
          </a:p>
        </p:txBody>
      </p:sp>
      <p:grpSp>
        <p:nvGrpSpPr>
          <p:cNvPr id="31" name="object 31"/>
          <p:cNvGrpSpPr/>
          <p:nvPr/>
        </p:nvGrpSpPr>
        <p:grpSpPr>
          <a:xfrm>
            <a:off x="10829823" y="1597329"/>
            <a:ext cx="939800" cy="939800"/>
            <a:chOff x="10829823" y="1597329"/>
            <a:chExt cx="939800" cy="939800"/>
          </a:xfrm>
        </p:grpSpPr>
        <p:sp>
          <p:nvSpPr>
            <p:cNvPr id="32" name="object 32"/>
            <p:cNvSpPr/>
            <p:nvPr/>
          </p:nvSpPr>
          <p:spPr>
            <a:xfrm>
              <a:off x="10842523" y="16100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33" name="object 33"/>
            <p:cNvSpPr/>
            <p:nvPr/>
          </p:nvSpPr>
          <p:spPr>
            <a:xfrm>
              <a:off x="10842523" y="16100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34" name="object 34"/>
          <p:cNvSpPr txBox="1"/>
          <p:nvPr/>
        </p:nvSpPr>
        <p:spPr>
          <a:xfrm>
            <a:off x="10923452" y="1935660"/>
            <a:ext cx="75247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Computer</a:t>
            </a:r>
            <a:endParaRPr sz="1400">
              <a:latin typeface="Calibri"/>
              <a:cs typeface="Calibri"/>
            </a:endParaRPr>
          </a:p>
        </p:txBody>
      </p:sp>
      <p:sp>
        <p:nvSpPr>
          <p:cNvPr id="35" name="object 35"/>
          <p:cNvSpPr/>
          <p:nvPr/>
        </p:nvSpPr>
        <p:spPr>
          <a:xfrm>
            <a:off x="304800" y="1371600"/>
            <a:ext cx="4876800" cy="1371600"/>
          </a:xfrm>
          <a:custGeom>
            <a:avLst/>
            <a:gdLst/>
            <a:ahLst/>
            <a:cxnLst/>
            <a:rect l="l" t="t" r="r" b="b"/>
            <a:pathLst>
              <a:path w="4876800" h="1371600">
                <a:moveTo>
                  <a:pt x="0" y="0"/>
                </a:moveTo>
                <a:lnTo>
                  <a:pt x="4876800" y="0"/>
                </a:lnTo>
                <a:lnTo>
                  <a:pt x="4876800" y="1371600"/>
                </a:lnTo>
                <a:lnTo>
                  <a:pt x="0" y="1371600"/>
                </a:lnTo>
                <a:lnTo>
                  <a:pt x="0" y="0"/>
                </a:lnTo>
                <a:close/>
              </a:path>
            </a:pathLst>
          </a:custGeom>
          <a:ln w="25400">
            <a:solidFill>
              <a:srgbClr val="1C334E"/>
            </a:solidFill>
            <a:prstDash val="sysDash"/>
          </a:ln>
        </p:spPr>
        <p:txBody>
          <a:bodyPr wrap="square" lIns="0" tIns="0" rIns="0" bIns="0" rtlCol="0"/>
          <a:lstStyle/>
          <a:p>
            <a:endParaRPr/>
          </a:p>
        </p:txBody>
      </p:sp>
      <p:sp>
        <p:nvSpPr>
          <p:cNvPr id="36" name="object 36"/>
          <p:cNvSpPr/>
          <p:nvPr/>
        </p:nvSpPr>
        <p:spPr>
          <a:xfrm>
            <a:off x="7239000" y="1361770"/>
            <a:ext cx="4800600" cy="1371600"/>
          </a:xfrm>
          <a:custGeom>
            <a:avLst/>
            <a:gdLst/>
            <a:ahLst/>
            <a:cxnLst/>
            <a:rect l="l" t="t" r="r" b="b"/>
            <a:pathLst>
              <a:path w="4800600" h="1371600">
                <a:moveTo>
                  <a:pt x="0" y="0"/>
                </a:moveTo>
                <a:lnTo>
                  <a:pt x="4800600" y="0"/>
                </a:lnTo>
                <a:lnTo>
                  <a:pt x="4800600" y="1371600"/>
                </a:lnTo>
                <a:lnTo>
                  <a:pt x="0" y="1371600"/>
                </a:lnTo>
                <a:lnTo>
                  <a:pt x="0" y="0"/>
                </a:lnTo>
                <a:close/>
              </a:path>
            </a:pathLst>
          </a:custGeom>
          <a:ln w="25400">
            <a:solidFill>
              <a:srgbClr val="1C334E"/>
            </a:solidFill>
            <a:prstDash val="sysDash"/>
          </a:ln>
        </p:spPr>
        <p:txBody>
          <a:bodyPr wrap="square" lIns="0" tIns="0" rIns="0" bIns="0" rtlCol="0"/>
          <a:lstStyle/>
          <a:p>
            <a:endParaRPr/>
          </a:p>
        </p:txBody>
      </p:sp>
      <p:grpSp>
        <p:nvGrpSpPr>
          <p:cNvPr id="37" name="object 37"/>
          <p:cNvGrpSpPr/>
          <p:nvPr/>
        </p:nvGrpSpPr>
        <p:grpSpPr>
          <a:xfrm>
            <a:off x="5245100" y="1968500"/>
            <a:ext cx="1877695" cy="177800"/>
            <a:chOff x="5245100" y="1968500"/>
            <a:chExt cx="1877695" cy="177800"/>
          </a:xfrm>
        </p:grpSpPr>
        <p:sp>
          <p:nvSpPr>
            <p:cNvPr id="38" name="object 38"/>
            <p:cNvSpPr/>
            <p:nvPr/>
          </p:nvSpPr>
          <p:spPr>
            <a:xfrm>
              <a:off x="5257800" y="1981200"/>
              <a:ext cx="1852295" cy="152400"/>
            </a:xfrm>
            <a:custGeom>
              <a:avLst/>
              <a:gdLst/>
              <a:ahLst/>
              <a:cxnLst/>
              <a:rect l="l" t="t" r="r" b="b"/>
              <a:pathLst>
                <a:path w="1852295" h="152400">
                  <a:moveTo>
                    <a:pt x="1775955" y="0"/>
                  </a:moveTo>
                  <a:lnTo>
                    <a:pt x="1775955" y="38100"/>
                  </a:lnTo>
                  <a:lnTo>
                    <a:pt x="0" y="38100"/>
                  </a:lnTo>
                  <a:lnTo>
                    <a:pt x="0" y="114300"/>
                  </a:lnTo>
                  <a:lnTo>
                    <a:pt x="1775955" y="114300"/>
                  </a:lnTo>
                  <a:lnTo>
                    <a:pt x="1775955" y="152400"/>
                  </a:lnTo>
                  <a:lnTo>
                    <a:pt x="1852155" y="76200"/>
                  </a:lnTo>
                  <a:lnTo>
                    <a:pt x="1775955" y="0"/>
                  </a:lnTo>
                  <a:close/>
                </a:path>
              </a:pathLst>
            </a:custGeom>
            <a:solidFill>
              <a:srgbClr val="4F81BC"/>
            </a:solidFill>
          </p:spPr>
          <p:txBody>
            <a:bodyPr wrap="square" lIns="0" tIns="0" rIns="0" bIns="0" rtlCol="0"/>
            <a:lstStyle/>
            <a:p>
              <a:endParaRPr/>
            </a:p>
          </p:txBody>
        </p:sp>
        <p:sp>
          <p:nvSpPr>
            <p:cNvPr id="39" name="object 39"/>
            <p:cNvSpPr/>
            <p:nvPr/>
          </p:nvSpPr>
          <p:spPr>
            <a:xfrm>
              <a:off x="5257800" y="1981200"/>
              <a:ext cx="1852295" cy="152400"/>
            </a:xfrm>
            <a:custGeom>
              <a:avLst/>
              <a:gdLst/>
              <a:ahLst/>
              <a:cxnLst/>
              <a:rect l="l" t="t" r="r" b="b"/>
              <a:pathLst>
                <a:path w="1852295" h="152400">
                  <a:moveTo>
                    <a:pt x="0" y="38100"/>
                  </a:moveTo>
                  <a:lnTo>
                    <a:pt x="1775955" y="38100"/>
                  </a:lnTo>
                  <a:lnTo>
                    <a:pt x="1775955" y="0"/>
                  </a:lnTo>
                  <a:lnTo>
                    <a:pt x="1852155" y="76200"/>
                  </a:lnTo>
                  <a:lnTo>
                    <a:pt x="1775955" y="152400"/>
                  </a:lnTo>
                  <a:lnTo>
                    <a:pt x="1775955" y="114300"/>
                  </a:lnTo>
                  <a:lnTo>
                    <a:pt x="0" y="114300"/>
                  </a:lnTo>
                  <a:lnTo>
                    <a:pt x="0" y="38100"/>
                  </a:lnTo>
                  <a:close/>
                </a:path>
              </a:pathLst>
            </a:custGeom>
            <a:ln w="25400">
              <a:solidFill>
                <a:srgbClr val="1C334E"/>
              </a:solidFill>
            </a:ln>
          </p:spPr>
          <p:txBody>
            <a:bodyPr wrap="square" lIns="0" tIns="0" rIns="0" bIns="0" rtlCol="0"/>
            <a:lstStyle/>
            <a:p>
              <a:endParaRPr/>
            </a:p>
          </p:txBody>
        </p:sp>
      </p:grpSp>
      <p:pic>
        <p:nvPicPr>
          <p:cNvPr id="40" name="object 40"/>
          <p:cNvPicPr/>
          <p:nvPr/>
        </p:nvPicPr>
        <p:blipFill>
          <a:blip r:embed="rId2" cstate="print"/>
          <a:stretch>
            <a:fillRect/>
          </a:stretch>
        </p:blipFill>
        <p:spPr>
          <a:xfrm>
            <a:off x="2237331" y="3009322"/>
            <a:ext cx="6957093" cy="3634304"/>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Let’s</a:t>
            </a:r>
            <a:r>
              <a:rPr spc="-40" dirty="0"/>
              <a:t> </a:t>
            </a:r>
            <a:r>
              <a:rPr dirty="0"/>
              <a:t>talk</a:t>
            </a:r>
            <a:r>
              <a:rPr spc="-40" dirty="0"/>
              <a:t> </a:t>
            </a:r>
            <a:r>
              <a:rPr dirty="0"/>
              <a:t>about</a:t>
            </a:r>
            <a:r>
              <a:rPr spc="-20" dirty="0"/>
              <a:t> </a:t>
            </a:r>
            <a:r>
              <a:rPr dirty="0"/>
              <a:t>a</a:t>
            </a:r>
            <a:r>
              <a:rPr spc="-30" dirty="0"/>
              <a:t> </a:t>
            </a:r>
            <a:r>
              <a:rPr dirty="0"/>
              <a:t>real</a:t>
            </a:r>
            <a:r>
              <a:rPr spc="-45" dirty="0"/>
              <a:t> </a:t>
            </a:r>
            <a:r>
              <a:rPr dirty="0"/>
              <a:t>world</a:t>
            </a:r>
            <a:r>
              <a:rPr spc="-40" dirty="0"/>
              <a:t> </a:t>
            </a:r>
            <a:r>
              <a:rPr spc="-10" dirty="0"/>
              <a:t>system</a:t>
            </a:r>
          </a:p>
        </p:txBody>
      </p:sp>
      <p:sp>
        <p:nvSpPr>
          <p:cNvPr id="3" name="object 3"/>
          <p:cNvSpPr txBox="1"/>
          <p:nvPr/>
        </p:nvSpPr>
        <p:spPr>
          <a:xfrm>
            <a:off x="612140" y="3151123"/>
            <a:ext cx="10765790" cy="2494280"/>
          </a:xfrm>
          <a:prstGeom prst="rect">
            <a:avLst/>
          </a:prstGeom>
        </p:spPr>
        <p:txBody>
          <a:bodyPr vert="horz" wrap="square" lIns="0" tIns="12700" rIns="0" bIns="0" rtlCol="0">
            <a:spAutoFit/>
          </a:bodyPr>
          <a:lstStyle/>
          <a:p>
            <a:pPr marL="12700">
              <a:lnSpc>
                <a:spcPct val="100000"/>
              </a:lnSpc>
              <a:spcBef>
                <a:spcPts val="100"/>
              </a:spcBef>
            </a:pPr>
            <a:r>
              <a:rPr sz="1800" dirty="0">
                <a:latin typeface="Arial"/>
                <a:cs typeface="Arial"/>
              </a:rPr>
              <a:t>However,</a:t>
            </a:r>
            <a:r>
              <a:rPr sz="1800" spc="20" dirty="0">
                <a:latin typeface="Arial"/>
                <a:cs typeface="Arial"/>
              </a:rPr>
              <a:t> </a:t>
            </a:r>
            <a:r>
              <a:rPr sz="1800" dirty="0">
                <a:latin typeface="Arial"/>
                <a:cs typeface="Arial"/>
              </a:rPr>
              <a:t>we</a:t>
            </a:r>
            <a:r>
              <a:rPr sz="1800" spc="5" dirty="0">
                <a:latin typeface="Arial"/>
                <a:cs typeface="Arial"/>
              </a:rPr>
              <a:t> </a:t>
            </a:r>
            <a:r>
              <a:rPr sz="1800" dirty="0">
                <a:latin typeface="Arial"/>
                <a:cs typeface="Arial"/>
              </a:rPr>
              <a:t>can’t</a:t>
            </a:r>
            <a:r>
              <a:rPr sz="1800" spc="-10" dirty="0">
                <a:latin typeface="Arial"/>
                <a:cs typeface="Arial"/>
              </a:rPr>
              <a:t> </a:t>
            </a:r>
            <a:r>
              <a:rPr sz="1800" dirty="0">
                <a:latin typeface="Arial"/>
                <a:cs typeface="Arial"/>
              </a:rPr>
              <a:t>drive</a:t>
            </a:r>
            <a:r>
              <a:rPr sz="1800" spc="-30" dirty="0">
                <a:latin typeface="Arial"/>
                <a:cs typeface="Arial"/>
              </a:rPr>
              <a:t> </a:t>
            </a:r>
            <a:r>
              <a:rPr sz="1800" dirty="0">
                <a:latin typeface="Arial"/>
                <a:cs typeface="Arial"/>
              </a:rPr>
              <a:t>an</a:t>
            </a:r>
            <a:r>
              <a:rPr sz="1800" spc="-15" dirty="0">
                <a:latin typeface="Arial"/>
                <a:cs typeface="Arial"/>
              </a:rPr>
              <a:t> </a:t>
            </a:r>
            <a:r>
              <a:rPr sz="1800" dirty="0">
                <a:latin typeface="Arial"/>
                <a:cs typeface="Arial"/>
              </a:rPr>
              <a:t>led</a:t>
            </a:r>
            <a:r>
              <a:rPr sz="1800" spc="-35" dirty="0">
                <a:latin typeface="Arial"/>
                <a:cs typeface="Arial"/>
              </a:rPr>
              <a:t> </a:t>
            </a:r>
            <a:r>
              <a:rPr sz="1800" dirty="0">
                <a:latin typeface="Arial"/>
                <a:cs typeface="Arial"/>
              </a:rPr>
              <a:t>with</a:t>
            </a:r>
            <a:r>
              <a:rPr sz="1800" spc="15" dirty="0">
                <a:latin typeface="Arial"/>
                <a:cs typeface="Arial"/>
              </a:rPr>
              <a:t> </a:t>
            </a:r>
            <a:r>
              <a:rPr sz="1800" dirty="0">
                <a:latin typeface="Arial"/>
                <a:cs typeface="Arial"/>
              </a:rPr>
              <a:t>a</a:t>
            </a:r>
            <a:r>
              <a:rPr sz="1800" spc="-30" dirty="0">
                <a:latin typeface="Arial"/>
                <a:cs typeface="Arial"/>
              </a:rPr>
              <a:t> </a:t>
            </a:r>
            <a:r>
              <a:rPr sz="1800" dirty="0">
                <a:latin typeface="Arial"/>
                <a:cs typeface="Arial"/>
              </a:rPr>
              <a:t>double</a:t>
            </a:r>
            <a:r>
              <a:rPr sz="1800" spc="-20" dirty="0">
                <a:latin typeface="Arial"/>
                <a:cs typeface="Arial"/>
              </a:rPr>
              <a:t> </a:t>
            </a:r>
            <a:r>
              <a:rPr sz="1800" dirty="0">
                <a:latin typeface="Arial"/>
                <a:cs typeface="Arial"/>
              </a:rPr>
              <a:t>precision</a:t>
            </a:r>
            <a:r>
              <a:rPr sz="1800" spc="-5" dirty="0">
                <a:latin typeface="Arial"/>
                <a:cs typeface="Arial"/>
              </a:rPr>
              <a:t> </a:t>
            </a:r>
            <a:r>
              <a:rPr sz="1800" dirty="0">
                <a:latin typeface="Arial"/>
                <a:cs typeface="Arial"/>
              </a:rPr>
              <a:t>number,</a:t>
            </a:r>
            <a:r>
              <a:rPr sz="1800" spc="-15" dirty="0">
                <a:latin typeface="Arial"/>
                <a:cs typeface="Arial"/>
              </a:rPr>
              <a:t> </a:t>
            </a:r>
            <a:r>
              <a:rPr sz="1800" dirty="0">
                <a:latin typeface="Arial"/>
                <a:cs typeface="Arial"/>
              </a:rPr>
              <a:t>that’s</a:t>
            </a:r>
            <a:r>
              <a:rPr sz="1800" spc="-30" dirty="0">
                <a:latin typeface="Arial"/>
                <a:cs typeface="Arial"/>
              </a:rPr>
              <a:t> </a:t>
            </a:r>
            <a:r>
              <a:rPr sz="1800" dirty="0">
                <a:latin typeface="Arial"/>
                <a:cs typeface="Arial"/>
              </a:rPr>
              <a:t>just</a:t>
            </a:r>
            <a:r>
              <a:rPr sz="1800" spc="-20" dirty="0">
                <a:latin typeface="Arial"/>
                <a:cs typeface="Arial"/>
              </a:rPr>
              <a:t> </a:t>
            </a:r>
            <a:r>
              <a:rPr sz="1800" dirty="0">
                <a:latin typeface="Arial"/>
                <a:cs typeface="Arial"/>
              </a:rPr>
              <a:t>a</a:t>
            </a:r>
            <a:r>
              <a:rPr sz="1800" spc="-35" dirty="0">
                <a:latin typeface="Arial"/>
                <a:cs typeface="Arial"/>
              </a:rPr>
              <a:t> </a:t>
            </a:r>
            <a:r>
              <a:rPr sz="1800" dirty="0">
                <a:latin typeface="Arial"/>
                <a:cs typeface="Arial"/>
              </a:rPr>
              <a:t>bunch</a:t>
            </a:r>
            <a:r>
              <a:rPr sz="1800" spc="-15" dirty="0">
                <a:latin typeface="Arial"/>
                <a:cs typeface="Arial"/>
              </a:rPr>
              <a:t> </a:t>
            </a:r>
            <a:r>
              <a:rPr sz="1800" dirty="0">
                <a:latin typeface="Arial"/>
                <a:cs typeface="Arial"/>
              </a:rPr>
              <a:t>of</a:t>
            </a:r>
            <a:r>
              <a:rPr sz="1800" spc="-35" dirty="0">
                <a:latin typeface="Arial"/>
                <a:cs typeface="Arial"/>
              </a:rPr>
              <a:t> </a:t>
            </a:r>
            <a:r>
              <a:rPr sz="1800" dirty="0">
                <a:latin typeface="Arial"/>
                <a:cs typeface="Arial"/>
              </a:rPr>
              <a:t>1’s</a:t>
            </a:r>
            <a:r>
              <a:rPr sz="1800" spc="-10" dirty="0">
                <a:latin typeface="Arial"/>
                <a:cs typeface="Arial"/>
              </a:rPr>
              <a:t> </a:t>
            </a:r>
            <a:r>
              <a:rPr sz="1800" dirty="0">
                <a:latin typeface="Arial"/>
                <a:cs typeface="Arial"/>
              </a:rPr>
              <a:t>and</a:t>
            </a:r>
            <a:r>
              <a:rPr sz="1800" spc="-35" dirty="0">
                <a:latin typeface="Arial"/>
                <a:cs typeface="Arial"/>
              </a:rPr>
              <a:t> </a:t>
            </a:r>
            <a:r>
              <a:rPr sz="1800" spc="-25" dirty="0">
                <a:latin typeface="Arial"/>
                <a:cs typeface="Arial"/>
              </a:rPr>
              <a:t>0’s</a:t>
            </a:r>
            <a:endParaRPr sz="1800">
              <a:latin typeface="Arial"/>
              <a:cs typeface="Arial"/>
            </a:endParaRPr>
          </a:p>
          <a:p>
            <a:pPr>
              <a:lnSpc>
                <a:spcPct val="100000"/>
              </a:lnSpc>
              <a:spcBef>
                <a:spcPts val="90"/>
              </a:spcBef>
            </a:pPr>
            <a:endParaRPr sz="1800">
              <a:latin typeface="Arial"/>
              <a:cs typeface="Arial"/>
            </a:endParaRPr>
          </a:p>
          <a:p>
            <a:pPr marL="12700">
              <a:lnSpc>
                <a:spcPct val="100000"/>
              </a:lnSpc>
            </a:pPr>
            <a:r>
              <a:rPr sz="1800" dirty="0">
                <a:latin typeface="Arial"/>
                <a:cs typeface="Arial"/>
              </a:rPr>
              <a:t>We</a:t>
            </a:r>
            <a:r>
              <a:rPr sz="1800" spc="-25" dirty="0">
                <a:latin typeface="Arial"/>
                <a:cs typeface="Arial"/>
              </a:rPr>
              <a:t> </a:t>
            </a:r>
            <a:r>
              <a:rPr sz="1800" dirty="0">
                <a:latin typeface="Arial"/>
                <a:cs typeface="Arial"/>
              </a:rPr>
              <a:t>need</a:t>
            </a:r>
            <a:r>
              <a:rPr sz="1800" spc="-10" dirty="0">
                <a:latin typeface="Arial"/>
                <a:cs typeface="Arial"/>
              </a:rPr>
              <a:t> </a:t>
            </a:r>
            <a:r>
              <a:rPr sz="1800" dirty="0">
                <a:latin typeface="Arial"/>
                <a:cs typeface="Arial"/>
              </a:rPr>
              <a:t>to</a:t>
            </a:r>
            <a:r>
              <a:rPr sz="1800" spc="-30" dirty="0">
                <a:latin typeface="Arial"/>
                <a:cs typeface="Arial"/>
              </a:rPr>
              <a:t> </a:t>
            </a:r>
            <a:r>
              <a:rPr sz="1800" dirty="0">
                <a:latin typeface="Arial"/>
                <a:cs typeface="Arial"/>
              </a:rPr>
              <a:t>convert</a:t>
            </a:r>
            <a:r>
              <a:rPr sz="1800" spc="-5" dirty="0">
                <a:latin typeface="Arial"/>
                <a:cs typeface="Arial"/>
              </a:rPr>
              <a:t> </a:t>
            </a:r>
            <a:r>
              <a:rPr sz="1800" dirty="0">
                <a:latin typeface="Arial"/>
                <a:cs typeface="Arial"/>
              </a:rPr>
              <a:t>those</a:t>
            </a:r>
            <a:r>
              <a:rPr sz="1800" spc="-25" dirty="0">
                <a:latin typeface="Arial"/>
                <a:cs typeface="Arial"/>
              </a:rPr>
              <a:t> </a:t>
            </a:r>
            <a:r>
              <a:rPr sz="1800" dirty="0">
                <a:latin typeface="Arial"/>
                <a:cs typeface="Arial"/>
              </a:rPr>
              <a:t>into</a:t>
            </a:r>
            <a:r>
              <a:rPr sz="1800" spc="-20" dirty="0">
                <a:latin typeface="Arial"/>
                <a:cs typeface="Arial"/>
              </a:rPr>
              <a:t> </a:t>
            </a:r>
            <a:r>
              <a:rPr sz="1800" dirty="0">
                <a:latin typeface="Arial"/>
                <a:cs typeface="Arial"/>
              </a:rPr>
              <a:t>an</a:t>
            </a:r>
            <a:r>
              <a:rPr sz="1800" spc="-10" dirty="0">
                <a:latin typeface="Arial"/>
                <a:cs typeface="Arial"/>
              </a:rPr>
              <a:t> </a:t>
            </a:r>
            <a:r>
              <a:rPr sz="1800" dirty="0">
                <a:latin typeface="Arial"/>
                <a:cs typeface="Arial"/>
              </a:rPr>
              <a:t>actual</a:t>
            </a:r>
            <a:r>
              <a:rPr sz="1800" spc="-20" dirty="0">
                <a:latin typeface="Arial"/>
                <a:cs typeface="Arial"/>
              </a:rPr>
              <a:t> </a:t>
            </a:r>
            <a:r>
              <a:rPr sz="1800" dirty="0">
                <a:latin typeface="Arial"/>
                <a:cs typeface="Arial"/>
              </a:rPr>
              <a:t>voltage</a:t>
            </a:r>
            <a:r>
              <a:rPr sz="1800" spc="-5" dirty="0">
                <a:latin typeface="Arial"/>
                <a:cs typeface="Arial"/>
              </a:rPr>
              <a:t> </a:t>
            </a:r>
            <a:r>
              <a:rPr sz="1800" dirty="0">
                <a:latin typeface="Arial"/>
                <a:cs typeface="Arial"/>
              </a:rPr>
              <a:t>value</a:t>
            </a:r>
            <a:r>
              <a:rPr sz="1800" spc="-10" dirty="0">
                <a:latin typeface="Arial"/>
                <a:cs typeface="Arial"/>
              </a:rPr>
              <a:t> </a:t>
            </a:r>
            <a:r>
              <a:rPr sz="1800" dirty="0">
                <a:latin typeface="Arial"/>
                <a:cs typeface="Arial"/>
              </a:rPr>
              <a:t>to</a:t>
            </a:r>
            <a:r>
              <a:rPr sz="1800" spc="-25" dirty="0">
                <a:latin typeface="Arial"/>
                <a:cs typeface="Arial"/>
              </a:rPr>
              <a:t> </a:t>
            </a:r>
            <a:r>
              <a:rPr sz="1800" dirty="0">
                <a:latin typeface="Arial"/>
                <a:cs typeface="Arial"/>
              </a:rPr>
              <a:t>apply to</a:t>
            </a:r>
            <a:r>
              <a:rPr sz="1800" spc="-25" dirty="0">
                <a:latin typeface="Arial"/>
                <a:cs typeface="Arial"/>
              </a:rPr>
              <a:t> </a:t>
            </a:r>
            <a:r>
              <a:rPr sz="1800" dirty="0">
                <a:latin typeface="Arial"/>
                <a:cs typeface="Arial"/>
              </a:rPr>
              <a:t>the</a:t>
            </a:r>
            <a:r>
              <a:rPr sz="1800" spc="-25" dirty="0">
                <a:latin typeface="Arial"/>
                <a:cs typeface="Arial"/>
              </a:rPr>
              <a:t> </a:t>
            </a:r>
            <a:r>
              <a:rPr sz="1800" spc="-20" dirty="0">
                <a:latin typeface="Arial"/>
                <a:cs typeface="Arial"/>
              </a:rPr>
              <a:t>LED.</a:t>
            </a:r>
            <a:endParaRPr sz="1800">
              <a:latin typeface="Arial"/>
              <a:cs typeface="Arial"/>
            </a:endParaRPr>
          </a:p>
          <a:p>
            <a:pPr>
              <a:lnSpc>
                <a:spcPct val="100000"/>
              </a:lnSpc>
              <a:spcBef>
                <a:spcPts val="90"/>
              </a:spcBef>
            </a:pPr>
            <a:endParaRPr sz="1800">
              <a:latin typeface="Arial"/>
              <a:cs typeface="Arial"/>
            </a:endParaRPr>
          </a:p>
          <a:p>
            <a:pPr marL="12700" marR="702945">
              <a:lnSpc>
                <a:spcPct val="100000"/>
              </a:lnSpc>
            </a:pPr>
            <a:r>
              <a:rPr sz="1800" dirty="0">
                <a:latin typeface="Arial"/>
                <a:cs typeface="Arial"/>
              </a:rPr>
              <a:t>We</a:t>
            </a:r>
            <a:r>
              <a:rPr sz="1800" spc="-40" dirty="0">
                <a:latin typeface="Arial"/>
                <a:cs typeface="Arial"/>
              </a:rPr>
              <a:t> </a:t>
            </a:r>
            <a:r>
              <a:rPr sz="1800" dirty="0">
                <a:latin typeface="Arial"/>
                <a:cs typeface="Arial"/>
              </a:rPr>
              <a:t>would</a:t>
            </a:r>
            <a:r>
              <a:rPr sz="1800" spc="25" dirty="0">
                <a:latin typeface="Arial"/>
                <a:cs typeface="Arial"/>
              </a:rPr>
              <a:t> </a:t>
            </a:r>
            <a:r>
              <a:rPr sz="1800" dirty="0">
                <a:latin typeface="Arial"/>
                <a:cs typeface="Arial"/>
              </a:rPr>
              <a:t>use</a:t>
            </a:r>
            <a:r>
              <a:rPr sz="1800" spc="-25" dirty="0">
                <a:latin typeface="Arial"/>
                <a:cs typeface="Arial"/>
              </a:rPr>
              <a:t> </a:t>
            </a:r>
            <a:r>
              <a:rPr sz="1800" dirty="0">
                <a:latin typeface="Arial"/>
                <a:cs typeface="Arial"/>
              </a:rPr>
              <a:t>a</a:t>
            </a:r>
            <a:r>
              <a:rPr sz="1800" spc="-30" dirty="0">
                <a:latin typeface="Arial"/>
                <a:cs typeface="Arial"/>
              </a:rPr>
              <a:t> </a:t>
            </a:r>
            <a:r>
              <a:rPr sz="1800" dirty="0">
                <a:latin typeface="Arial"/>
                <a:cs typeface="Arial"/>
              </a:rPr>
              <a:t>digital to</a:t>
            </a:r>
            <a:r>
              <a:rPr sz="1800" spc="-35" dirty="0">
                <a:latin typeface="Arial"/>
                <a:cs typeface="Arial"/>
              </a:rPr>
              <a:t> </a:t>
            </a:r>
            <a:r>
              <a:rPr sz="1800" dirty="0">
                <a:latin typeface="Arial"/>
                <a:cs typeface="Arial"/>
              </a:rPr>
              <a:t>analog</a:t>
            </a:r>
            <a:r>
              <a:rPr sz="1800" spc="-5" dirty="0">
                <a:latin typeface="Arial"/>
                <a:cs typeface="Arial"/>
              </a:rPr>
              <a:t> </a:t>
            </a:r>
            <a:r>
              <a:rPr sz="1800" dirty="0">
                <a:latin typeface="Arial"/>
                <a:cs typeface="Arial"/>
              </a:rPr>
              <a:t>converter</a:t>
            </a:r>
            <a:r>
              <a:rPr sz="1800" spc="-5" dirty="0">
                <a:latin typeface="Arial"/>
                <a:cs typeface="Arial"/>
              </a:rPr>
              <a:t> </a:t>
            </a:r>
            <a:r>
              <a:rPr sz="1800" dirty="0">
                <a:latin typeface="Arial"/>
                <a:cs typeface="Arial"/>
              </a:rPr>
              <a:t>(DAC)</a:t>
            </a:r>
            <a:r>
              <a:rPr sz="1800" spc="-20" dirty="0">
                <a:latin typeface="Arial"/>
                <a:cs typeface="Arial"/>
              </a:rPr>
              <a:t> </a:t>
            </a:r>
            <a:r>
              <a:rPr sz="1800" dirty="0">
                <a:latin typeface="Arial"/>
                <a:cs typeface="Arial"/>
              </a:rPr>
              <a:t>to</a:t>
            </a:r>
            <a:r>
              <a:rPr sz="1800" spc="-25" dirty="0">
                <a:latin typeface="Arial"/>
                <a:cs typeface="Arial"/>
              </a:rPr>
              <a:t> </a:t>
            </a:r>
            <a:r>
              <a:rPr sz="1800" dirty="0">
                <a:latin typeface="Arial"/>
                <a:cs typeface="Arial"/>
              </a:rPr>
              <a:t>do</a:t>
            </a:r>
            <a:r>
              <a:rPr sz="1800" spc="-30" dirty="0">
                <a:latin typeface="Arial"/>
                <a:cs typeface="Arial"/>
              </a:rPr>
              <a:t> </a:t>
            </a:r>
            <a:r>
              <a:rPr sz="1800" dirty="0">
                <a:latin typeface="Arial"/>
                <a:cs typeface="Arial"/>
              </a:rPr>
              <a:t>this.</a:t>
            </a:r>
            <a:r>
              <a:rPr sz="1800" spc="-15" dirty="0">
                <a:latin typeface="Arial"/>
                <a:cs typeface="Arial"/>
              </a:rPr>
              <a:t> </a:t>
            </a:r>
            <a:r>
              <a:rPr sz="1800" dirty="0">
                <a:latin typeface="Arial"/>
                <a:cs typeface="Arial"/>
              </a:rPr>
              <a:t>This</a:t>
            </a:r>
            <a:r>
              <a:rPr sz="1800" spc="-30" dirty="0">
                <a:latin typeface="Arial"/>
                <a:cs typeface="Arial"/>
              </a:rPr>
              <a:t> </a:t>
            </a:r>
            <a:r>
              <a:rPr sz="1800" dirty="0">
                <a:latin typeface="Arial"/>
                <a:cs typeface="Arial"/>
              </a:rPr>
              <a:t>takes</a:t>
            </a:r>
            <a:r>
              <a:rPr sz="1800" spc="-20" dirty="0">
                <a:latin typeface="Arial"/>
                <a:cs typeface="Arial"/>
              </a:rPr>
              <a:t> </a:t>
            </a:r>
            <a:r>
              <a:rPr sz="1800" dirty="0">
                <a:latin typeface="Arial"/>
                <a:cs typeface="Arial"/>
              </a:rPr>
              <a:t>in</a:t>
            </a:r>
            <a:r>
              <a:rPr sz="1800" spc="-25" dirty="0">
                <a:latin typeface="Arial"/>
                <a:cs typeface="Arial"/>
              </a:rPr>
              <a:t> </a:t>
            </a:r>
            <a:r>
              <a:rPr sz="1800" dirty="0">
                <a:latin typeface="Arial"/>
                <a:cs typeface="Arial"/>
              </a:rPr>
              <a:t>some</a:t>
            </a:r>
            <a:r>
              <a:rPr sz="1800" spc="-30" dirty="0">
                <a:latin typeface="Arial"/>
                <a:cs typeface="Arial"/>
              </a:rPr>
              <a:t> </a:t>
            </a:r>
            <a:r>
              <a:rPr sz="1800" dirty="0">
                <a:latin typeface="Arial"/>
                <a:cs typeface="Arial"/>
              </a:rPr>
              <a:t>number</a:t>
            </a:r>
            <a:r>
              <a:rPr sz="1800" spc="-5" dirty="0">
                <a:latin typeface="Arial"/>
                <a:cs typeface="Arial"/>
              </a:rPr>
              <a:t> </a:t>
            </a:r>
            <a:r>
              <a:rPr sz="1800" dirty="0">
                <a:latin typeface="Arial"/>
                <a:cs typeface="Arial"/>
              </a:rPr>
              <a:t>of</a:t>
            </a:r>
            <a:r>
              <a:rPr sz="1800" spc="-15" dirty="0">
                <a:latin typeface="Arial"/>
                <a:cs typeface="Arial"/>
              </a:rPr>
              <a:t> </a:t>
            </a:r>
            <a:r>
              <a:rPr sz="1800" dirty="0">
                <a:latin typeface="Arial"/>
                <a:cs typeface="Arial"/>
              </a:rPr>
              <a:t>bits,</a:t>
            </a:r>
            <a:r>
              <a:rPr sz="1800" spc="-15" dirty="0">
                <a:latin typeface="Arial"/>
                <a:cs typeface="Arial"/>
              </a:rPr>
              <a:t> </a:t>
            </a:r>
            <a:r>
              <a:rPr sz="1800" spc="-25" dirty="0">
                <a:latin typeface="Arial"/>
                <a:cs typeface="Arial"/>
              </a:rPr>
              <a:t>and </a:t>
            </a:r>
            <a:r>
              <a:rPr sz="1800" dirty="0">
                <a:latin typeface="Arial"/>
                <a:cs typeface="Arial"/>
              </a:rPr>
              <a:t>depending</a:t>
            </a:r>
            <a:r>
              <a:rPr sz="1800" spc="-20" dirty="0">
                <a:latin typeface="Arial"/>
                <a:cs typeface="Arial"/>
              </a:rPr>
              <a:t> </a:t>
            </a:r>
            <a:r>
              <a:rPr sz="1800" dirty="0">
                <a:latin typeface="Arial"/>
                <a:cs typeface="Arial"/>
              </a:rPr>
              <a:t>on</a:t>
            </a:r>
            <a:r>
              <a:rPr sz="1800" spc="-40" dirty="0">
                <a:latin typeface="Arial"/>
                <a:cs typeface="Arial"/>
              </a:rPr>
              <a:t> </a:t>
            </a:r>
            <a:r>
              <a:rPr sz="1800" dirty="0">
                <a:latin typeface="Arial"/>
                <a:cs typeface="Arial"/>
              </a:rPr>
              <a:t>the</a:t>
            </a:r>
            <a:r>
              <a:rPr sz="1800" spc="-35" dirty="0">
                <a:latin typeface="Arial"/>
                <a:cs typeface="Arial"/>
              </a:rPr>
              <a:t> </a:t>
            </a:r>
            <a:r>
              <a:rPr sz="1800" dirty="0">
                <a:latin typeface="Arial"/>
                <a:cs typeface="Arial"/>
              </a:rPr>
              <a:t>values,</a:t>
            </a:r>
            <a:r>
              <a:rPr sz="1800" spc="-20" dirty="0">
                <a:latin typeface="Arial"/>
                <a:cs typeface="Arial"/>
              </a:rPr>
              <a:t> </a:t>
            </a:r>
            <a:r>
              <a:rPr sz="1800" dirty="0">
                <a:latin typeface="Arial"/>
                <a:cs typeface="Arial"/>
              </a:rPr>
              <a:t>it</a:t>
            </a:r>
            <a:r>
              <a:rPr sz="1800" spc="-40" dirty="0">
                <a:latin typeface="Arial"/>
                <a:cs typeface="Arial"/>
              </a:rPr>
              <a:t> </a:t>
            </a:r>
            <a:r>
              <a:rPr sz="1800" dirty="0">
                <a:latin typeface="Arial"/>
                <a:cs typeface="Arial"/>
              </a:rPr>
              <a:t>outputs</a:t>
            </a:r>
            <a:r>
              <a:rPr sz="1800" spc="-20" dirty="0">
                <a:latin typeface="Arial"/>
                <a:cs typeface="Arial"/>
              </a:rPr>
              <a:t> </a:t>
            </a:r>
            <a:r>
              <a:rPr sz="1800" dirty="0">
                <a:latin typeface="Arial"/>
                <a:cs typeface="Arial"/>
              </a:rPr>
              <a:t>the</a:t>
            </a:r>
            <a:r>
              <a:rPr sz="1800" spc="-40" dirty="0">
                <a:latin typeface="Arial"/>
                <a:cs typeface="Arial"/>
              </a:rPr>
              <a:t> </a:t>
            </a:r>
            <a:r>
              <a:rPr sz="1800" dirty="0">
                <a:latin typeface="Arial"/>
                <a:cs typeface="Arial"/>
              </a:rPr>
              <a:t>corresponding</a:t>
            </a:r>
            <a:r>
              <a:rPr sz="1800" spc="-15" dirty="0">
                <a:latin typeface="Arial"/>
                <a:cs typeface="Arial"/>
              </a:rPr>
              <a:t> </a:t>
            </a:r>
            <a:r>
              <a:rPr sz="1800" dirty="0">
                <a:latin typeface="Arial"/>
                <a:cs typeface="Arial"/>
              </a:rPr>
              <a:t>analog</a:t>
            </a:r>
            <a:r>
              <a:rPr sz="1800" spc="-15" dirty="0">
                <a:latin typeface="Arial"/>
                <a:cs typeface="Arial"/>
              </a:rPr>
              <a:t> </a:t>
            </a:r>
            <a:r>
              <a:rPr sz="1800" spc="-10" dirty="0">
                <a:latin typeface="Arial"/>
                <a:cs typeface="Arial"/>
              </a:rPr>
              <a:t>signal</a:t>
            </a:r>
            <a:endParaRPr sz="1800">
              <a:latin typeface="Arial"/>
              <a:cs typeface="Arial"/>
            </a:endParaRPr>
          </a:p>
          <a:p>
            <a:pPr>
              <a:lnSpc>
                <a:spcPct val="100000"/>
              </a:lnSpc>
              <a:spcBef>
                <a:spcPts val="90"/>
              </a:spcBef>
            </a:pPr>
            <a:endParaRPr sz="1800">
              <a:latin typeface="Arial"/>
              <a:cs typeface="Arial"/>
            </a:endParaRPr>
          </a:p>
          <a:p>
            <a:pPr marL="12700" marR="5080">
              <a:lnSpc>
                <a:spcPct val="100000"/>
              </a:lnSpc>
            </a:pPr>
            <a:r>
              <a:rPr sz="1800" dirty="0">
                <a:latin typeface="Arial"/>
                <a:cs typeface="Arial"/>
              </a:rPr>
              <a:t>This</a:t>
            </a:r>
            <a:r>
              <a:rPr sz="1800" spc="-35" dirty="0">
                <a:latin typeface="Arial"/>
                <a:cs typeface="Arial"/>
              </a:rPr>
              <a:t> </a:t>
            </a:r>
            <a:r>
              <a:rPr sz="1800" dirty="0">
                <a:latin typeface="Arial"/>
                <a:cs typeface="Arial"/>
              </a:rPr>
              <a:t>DAC</a:t>
            </a:r>
            <a:r>
              <a:rPr sz="1800" spc="-30" dirty="0">
                <a:latin typeface="Arial"/>
                <a:cs typeface="Arial"/>
              </a:rPr>
              <a:t> </a:t>
            </a:r>
            <a:r>
              <a:rPr sz="1800" dirty="0">
                <a:latin typeface="Arial"/>
                <a:cs typeface="Arial"/>
              </a:rPr>
              <a:t>needs</a:t>
            </a:r>
            <a:r>
              <a:rPr sz="1800" spc="-10" dirty="0">
                <a:latin typeface="Arial"/>
                <a:cs typeface="Arial"/>
              </a:rPr>
              <a:t> </a:t>
            </a:r>
            <a:r>
              <a:rPr sz="1800" dirty="0">
                <a:latin typeface="Arial"/>
                <a:cs typeface="Arial"/>
              </a:rPr>
              <a:t>to</a:t>
            </a:r>
            <a:r>
              <a:rPr sz="1800" spc="-30" dirty="0">
                <a:latin typeface="Arial"/>
                <a:cs typeface="Arial"/>
              </a:rPr>
              <a:t> </a:t>
            </a:r>
            <a:r>
              <a:rPr sz="1800" dirty="0">
                <a:latin typeface="Arial"/>
                <a:cs typeface="Arial"/>
              </a:rPr>
              <a:t>be</a:t>
            </a:r>
            <a:r>
              <a:rPr sz="1800" spc="-30" dirty="0">
                <a:latin typeface="Arial"/>
                <a:cs typeface="Arial"/>
              </a:rPr>
              <a:t> </a:t>
            </a:r>
            <a:r>
              <a:rPr sz="1800" dirty="0">
                <a:latin typeface="Arial"/>
                <a:cs typeface="Arial"/>
              </a:rPr>
              <a:t>able</a:t>
            </a:r>
            <a:r>
              <a:rPr sz="1800" spc="-15" dirty="0">
                <a:latin typeface="Arial"/>
                <a:cs typeface="Arial"/>
              </a:rPr>
              <a:t> </a:t>
            </a:r>
            <a:r>
              <a:rPr sz="1800" dirty="0">
                <a:latin typeface="Arial"/>
                <a:cs typeface="Arial"/>
              </a:rPr>
              <a:t>to</a:t>
            </a:r>
            <a:r>
              <a:rPr sz="1800" spc="-30" dirty="0">
                <a:latin typeface="Arial"/>
                <a:cs typeface="Arial"/>
              </a:rPr>
              <a:t> </a:t>
            </a:r>
            <a:r>
              <a:rPr sz="1800" dirty="0">
                <a:latin typeface="Arial"/>
                <a:cs typeface="Arial"/>
              </a:rPr>
              <a:t>take</a:t>
            </a:r>
            <a:r>
              <a:rPr sz="1800" spc="-30" dirty="0">
                <a:latin typeface="Arial"/>
                <a:cs typeface="Arial"/>
              </a:rPr>
              <a:t> </a:t>
            </a:r>
            <a:r>
              <a:rPr sz="1800" dirty="0">
                <a:latin typeface="Arial"/>
                <a:cs typeface="Arial"/>
              </a:rPr>
              <a:t>an</a:t>
            </a:r>
            <a:r>
              <a:rPr sz="1800" spc="-30" dirty="0">
                <a:latin typeface="Arial"/>
                <a:cs typeface="Arial"/>
              </a:rPr>
              <a:t> </a:t>
            </a:r>
            <a:r>
              <a:rPr sz="1800" dirty="0">
                <a:latin typeface="Arial"/>
                <a:cs typeface="Arial"/>
              </a:rPr>
              <a:t>input,</a:t>
            </a:r>
            <a:r>
              <a:rPr sz="1800" spc="-10" dirty="0">
                <a:latin typeface="Arial"/>
                <a:cs typeface="Arial"/>
              </a:rPr>
              <a:t> </a:t>
            </a:r>
            <a:r>
              <a:rPr sz="1800" dirty="0">
                <a:latin typeface="Arial"/>
                <a:cs typeface="Arial"/>
              </a:rPr>
              <a:t>and</a:t>
            </a:r>
            <a:r>
              <a:rPr sz="1800" spc="-30" dirty="0">
                <a:latin typeface="Arial"/>
                <a:cs typeface="Arial"/>
              </a:rPr>
              <a:t> </a:t>
            </a:r>
            <a:r>
              <a:rPr sz="1800" dirty="0">
                <a:latin typeface="Arial"/>
                <a:cs typeface="Arial"/>
              </a:rPr>
              <a:t>“instantly”</a:t>
            </a:r>
            <a:r>
              <a:rPr sz="1800" spc="10" dirty="0">
                <a:latin typeface="Arial"/>
                <a:cs typeface="Arial"/>
              </a:rPr>
              <a:t> </a:t>
            </a:r>
            <a:r>
              <a:rPr sz="1800" dirty="0">
                <a:latin typeface="Arial"/>
                <a:cs typeface="Arial"/>
              </a:rPr>
              <a:t>change</a:t>
            </a:r>
            <a:r>
              <a:rPr sz="1800" spc="-15" dirty="0">
                <a:latin typeface="Arial"/>
                <a:cs typeface="Arial"/>
              </a:rPr>
              <a:t> </a:t>
            </a:r>
            <a:r>
              <a:rPr sz="1800" dirty="0">
                <a:latin typeface="Arial"/>
                <a:cs typeface="Arial"/>
              </a:rPr>
              <a:t>the</a:t>
            </a:r>
            <a:r>
              <a:rPr sz="1800" spc="-30" dirty="0">
                <a:latin typeface="Arial"/>
                <a:cs typeface="Arial"/>
              </a:rPr>
              <a:t> </a:t>
            </a:r>
            <a:r>
              <a:rPr sz="1800" dirty="0">
                <a:latin typeface="Arial"/>
                <a:cs typeface="Arial"/>
              </a:rPr>
              <a:t>output</a:t>
            </a:r>
            <a:r>
              <a:rPr sz="1800" spc="-10" dirty="0">
                <a:latin typeface="Arial"/>
                <a:cs typeface="Arial"/>
              </a:rPr>
              <a:t> </a:t>
            </a:r>
            <a:r>
              <a:rPr sz="1800" dirty="0">
                <a:latin typeface="Arial"/>
                <a:cs typeface="Arial"/>
              </a:rPr>
              <a:t>analog</a:t>
            </a:r>
            <a:r>
              <a:rPr sz="1800" spc="-15" dirty="0">
                <a:latin typeface="Arial"/>
                <a:cs typeface="Arial"/>
              </a:rPr>
              <a:t> </a:t>
            </a:r>
            <a:r>
              <a:rPr sz="1800" dirty="0">
                <a:latin typeface="Arial"/>
                <a:cs typeface="Arial"/>
              </a:rPr>
              <a:t>voltage</a:t>
            </a:r>
            <a:r>
              <a:rPr sz="1800" spc="-15" dirty="0">
                <a:latin typeface="Arial"/>
                <a:cs typeface="Arial"/>
              </a:rPr>
              <a:t> </a:t>
            </a:r>
            <a:r>
              <a:rPr sz="1800" dirty="0">
                <a:latin typeface="Arial"/>
                <a:cs typeface="Arial"/>
              </a:rPr>
              <a:t>to</a:t>
            </a:r>
            <a:r>
              <a:rPr sz="1800" spc="-30" dirty="0">
                <a:latin typeface="Arial"/>
                <a:cs typeface="Arial"/>
              </a:rPr>
              <a:t> </a:t>
            </a:r>
            <a:r>
              <a:rPr sz="1800" dirty="0">
                <a:latin typeface="Arial"/>
                <a:cs typeface="Arial"/>
              </a:rPr>
              <a:t>reflect</a:t>
            </a:r>
            <a:r>
              <a:rPr sz="1800" spc="-20" dirty="0">
                <a:latin typeface="Arial"/>
                <a:cs typeface="Arial"/>
              </a:rPr>
              <a:t> that </a:t>
            </a:r>
            <a:r>
              <a:rPr sz="1800" spc="-10" dirty="0">
                <a:latin typeface="Arial"/>
                <a:cs typeface="Arial"/>
              </a:rPr>
              <a:t>input.</a:t>
            </a:r>
            <a:endParaRPr sz="1800">
              <a:latin typeface="Arial"/>
              <a:cs typeface="Arial"/>
            </a:endParaRPr>
          </a:p>
        </p:txBody>
      </p:sp>
      <p:grpSp>
        <p:nvGrpSpPr>
          <p:cNvPr id="4" name="object 4"/>
          <p:cNvGrpSpPr/>
          <p:nvPr/>
        </p:nvGrpSpPr>
        <p:grpSpPr>
          <a:xfrm>
            <a:off x="444500" y="1587500"/>
            <a:ext cx="939800" cy="939800"/>
            <a:chOff x="444500" y="1587500"/>
            <a:chExt cx="939800" cy="939800"/>
          </a:xfrm>
        </p:grpSpPr>
        <p:sp>
          <p:nvSpPr>
            <p:cNvPr id="5" name="object 5"/>
            <p:cNvSpPr/>
            <p:nvPr/>
          </p:nvSpPr>
          <p:spPr>
            <a:xfrm>
              <a:off x="457200"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6" name="object 6"/>
            <p:cNvSpPr/>
            <p:nvPr/>
          </p:nvSpPr>
          <p:spPr>
            <a:xfrm>
              <a:off x="457200"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7" name="object 7"/>
          <p:cNvSpPr txBox="1"/>
          <p:nvPr/>
        </p:nvSpPr>
        <p:spPr>
          <a:xfrm>
            <a:off x="538130" y="1925827"/>
            <a:ext cx="75247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Computer</a:t>
            </a:r>
            <a:endParaRPr sz="1400">
              <a:latin typeface="Calibri"/>
              <a:cs typeface="Calibri"/>
            </a:endParaRPr>
          </a:p>
        </p:txBody>
      </p:sp>
      <p:grpSp>
        <p:nvGrpSpPr>
          <p:cNvPr id="8" name="object 8"/>
          <p:cNvGrpSpPr/>
          <p:nvPr/>
        </p:nvGrpSpPr>
        <p:grpSpPr>
          <a:xfrm>
            <a:off x="1617002" y="1587500"/>
            <a:ext cx="939800" cy="939800"/>
            <a:chOff x="1617002" y="1587500"/>
            <a:chExt cx="939800" cy="939800"/>
          </a:xfrm>
        </p:grpSpPr>
        <p:sp>
          <p:nvSpPr>
            <p:cNvPr id="9" name="object 9"/>
            <p:cNvSpPr/>
            <p:nvPr/>
          </p:nvSpPr>
          <p:spPr>
            <a:xfrm>
              <a:off x="1629702"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C0504D"/>
            </a:solidFill>
          </p:spPr>
          <p:txBody>
            <a:bodyPr wrap="square" lIns="0" tIns="0" rIns="0" bIns="0" rtlCol="0"/>
            <a:lstStyle/>
            <a:p>
              <a:endParaRPr/>
            </a:p>
          </p:txBody>
        </p:sp>
        <p:sp>
          <p:nvSpPr>
            <p:cNvPr id="10" name="object 10"/>
            <p:cNvSpPr/>
            <p:nvPr/>
          </p:nvSpPr>
          <p:spPr>
            <a:xfrm>
              <a:off x="1629702"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4F1D1B"/>
              </a:solidFill>
            </a:ln>
          </p:spPr>
          <p:txBody>
            <a:bodyPr wrap="square" lIns="0" tIns="0" rIns="0" bIns="0" rtlCol="0"/>
            <a:lstStyle/>
            <a:p>
              <a:endParaRPr/>
            </a:p>
          </p:txBody>
        </p:sp>
      </p:grpSp>
      <p:sp>
        <p:nvSpPr>
          <p:cNvPr id="11" name="object 11"/>
          <p:cNvSpPr txBox="1"/>
          <p:nvPr/>
        </p:nvSpPr>
        <p:spPr>
          <a:xfrm>
            <a:off x="1712157" y="1712468"/>
            <a:ext cx="749300" cy="666750"/>
          </a:xfrm>
          <a:prstGeom prst="rect">
            <a:avLst/>
          </a:prstGeom>
        </p:spPr>
        <p:txBody>
          <a:bodyPr vert="horz" wrap="square" lIns="0" tIns="13335" rIns="0" bIns="0" rtlCol="0">
            <a:spAutoFit/>
          </a:bodyPr>
          <a:lstStyle/>
          <a:p>
            <a:pPr marL="12700" marR="5080" algn="ctr">
              <a:lnSpc>
                <a:spcPct val="100000"/>
              </a:lnSpc>
              <a:spcBef>
                <a:spcPts val="105"/>
              </a:spcBef>
            </a:pPr>
            <a:r>
              <a:rPr sz="1400" dirty="0">
                <a:solidFill>
                  <a:srgbClr val="FFFFFF"/>
                </a:solidFill>
                <a:latin typeface="Calibri"/>
                <a:cs typeface="Calibri"/>
              </a:rPr>
              <a:t>Digital</a:t>
            </a:r>
            <a:r>
              <a:rPr sz="1400" spc="-40" dirty="0">
                <a:solidFill>
                  <a:srgbClr val="FFFFFF"/>
                </a:solidFill>
                <a:latin typeface="Calibri"/>
                <a:cs typeface="Calibri"/>
              </a:rPr>
              <a:t> </a:t>
            </a:r>
            <a:r>
              <a:rPr sz="1400" spc="-25" dirty="0">
                <a:solidFill>
                  <a:srgbClr val="FFFFFF"/>
                </a:solidFill>
                <a:latin typeface="Calibri"/>
                <a:cs typeface="Calibri"/>
              </a:rPr>
              <a:t>to </a:t>
            </a:r>
            <a:r>
              <a:rPr sz="1400" spc="-10" dirty="0">
                <a:solidFill>
                  <a:srgbClr val="FFFFFF"/>
                </a:solidFill>
                <a:latin typeface="Calibri"/>
                <a:cs typeface="Calibri"/>
              </a:rPr>
              <a:t>Analog Converter</a:t>
            </a:r>
            <a:endParaRPr sz="1400">
              <a:latin typeface="Calibri"/>
              <a:cs typeface="Calibri"/>
            </a:endParaRPr>
          </a:p>
        </p:txBody>
      </p:sp>
      <p:grpSp>
        <p:nvGrpSpPr>
          <p:cNvPr id="12" name="object 12"/>
          <p:cNvGrpSpPr/>
          <p:nvPr/>
        </p:nvGrpSpPr>
        <p:grpSpPr>
          <a:xfrm>
            <a:off x="2875699" y="1587500"/>
            <a:ext cx="939800" cy="939800"/>
            <a:chOff x="2875699" y="1587500"/>
            <a:chExt cx="939800" cy="939800"/>
          </a:xfrm>
        </p:grpSpPr>
        <p:sp>
          <p:nvSpPr>
            <p:cNvPr id="13" name="object 13"/>
            <p:cNvSpPr/>
            <p:nvPr/>
          </p:nvSpPr>
          <p:spPr>
            <a:xfrm>
              <a:off x="2888399"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14" name="object 14"/>
            <p:cNvSpPr/>
            <p:nvPr/>
          </p:nvSpPr>
          <p:spPr>
            <a:xfrm>
              <a:off x="2888399"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5" name="object 15"/>
          <p:cNvSpPr txBox="1"/>
          <p:nvPr/>
        </p:nvSpPr>
        <p:spPr>
          <a:xfrm>
            <a:off x="3098873" y="1712468"/>
            <a:ext cx="492125" cy="666750"/>
          </a:xfrm>
          <a:prstGeom prst="rect">
            <a:avLst/>
          </a:prstGeom>
        </p:spPr>
        <p:txBody>
          <a:bodyPr vert="horz" wrap="square" lIns="0" tIns="13335" rIns="0" bIns="0" rtlCol="0">
            <a:spAutoFit/>
          </a:bodyPr>
          <a:lstStyle/>
          <a:p>
            <a:pPr algn="ctr">
              <a:lnSpc>
                <a:spcPct val="100000"/>
              </a:lnSpc>
              <a:spcBef>
                <a:spcPts val="105"/>
              </a:spcBef>
            </a:pPr>
            <a:r>
              <a:rPr sz="1400" spc="-25" dirty="0">
                <a:solidFill>
                  <a:srgbClr val="FFFFFF"/>
                </a:solidFill>
                <a:latin typeface="Calibri"/>
                <a:cs typeface="Calibri"/>
              </a:rPr>
              <a:t>LED</a:t>
            </a:r>
            <a:endParaRPr sz="1400">
              <a:latin typeface="Calibri"/>
              <a:cs typeface="Calibri"/>
            </a:endParaRPr>
          </a:p>
          <a:p>
            <a:pPr marL="12700" marR="5080" indent="-635" algn="ctr">
              <a:lnSpc>
                <a:spcPct val="100000"/>
              </a:lnSpc>
            </a:pPr>
            <a:r>
              <a:rPr sz="1400" spc="-10" dirty="0">
                <a:solidFill>
                  <a:srgbClr val="FFFFFF"/>
                </a:solidFill>
                <a:latin typeface="Calibri"/>
                <a:cs typeface="Calibri"/>
              </a:rPr>
              <a:t>Driver Circuit</a:t>
            </a:r>
            <a:endParaRPr sz="1400">
              <a:latin typeface="Calibri"/>
              <a:cs typeface="Calibri"/>
            </a:endParaRPr>
          </a:p>
        </p:txBody>
      </p:sp>
      <p:grpSp>
        <p:nvGrpSpPr>
          <p:cNvPr id="16" name="object 16"/>
          <p:cNvGrpSpPr/>
          <p:nvPr/>
        </p:nvGrpSpPr>
        <p:grpSpPr>
          <a:xfrm>
            <a:off x="4125455" y="1587500"/>
            <a:ext cx="939800" cy="939800"/>
            <a:chOff x="4125455" y="1587500"/>
            <a:chExt cx="939800" cy="939800"/>
          </a:xfrm>
        </p:grpSpPr>
        <p:sp>
          <p:nvSpPr>
            <p:cNvPr id="17" name="object 17"/>
            <p:cNvSpPr/>
            <p:nvPr/>
          </p:nvSpPr>
          <p:spPr>
            <a:xfrm>
              <a:off x="4138155"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18" name="object 18"/>
            <p:cNvSpPr/>
            <p:nvPr/>
          </p:nvSpPr>
          <p:spPr>
            <a:xfrm>
              <a:off x="4138155"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9" name="object 19"/>
          <p:cNvSpPr txBox="1"/>
          <p:nvPr/>
        </p:nvSpPr>
        <p:spPr>
          <a:xfrm>
            <a:off x="4446158" y="1925827"/>
            <a:ext cx="297180" cy="239395"/>
          </a:xfrm>
          <a:prstGeom prst="rect">
            <a:avLst/>
          </a:prstGeom>
        </p:spPr>
        <p:txBody>
          <a:bodyPr vert="horz" wrap="square" lIns="0" tIns="13335" rIns="0" bIns="0" rtlCol="0">
            <a:spAutoFit/>
          </a:bodyPr>
          <a:lstStyle/>
          <a:p>
            <a:pPr marL="12700">
              <a:lnSpc>
                <a:spcPct val="100000"/>
              </a:lnSpc>
              <a:spcBef>
                <a:spcPts val="105"/>
              </a:spcBef>
            </a:pPr>
            <a:r>
              <a:rPr sz="1400" spc="-25" dirty="0">
                <a:solidFill>
                  <a:srgbClr val="FFFFFF"/>
                </a:solidFill>
                <a:latin typeface="Calibri"/>
                <a:cs typeface="Calibri"/>
              </a:rPr>
              <a:t>LED</a:t>
            </a:r>
            <a:endParaRPr sz="1400">
              <a:latin typeface="Calibri"/>
              <a:cs typeface="Calibri"/>
            </a:endParaRPr>
          </a:p>
        </p:txBody>
      </p:sp>
      <p:grpSp>
        <p:nvGrpSpPr>
          <p:cNvPr id="20" name="object 20"/>
          <p:cNvGrpSpPr/>
          <p:nvPr/>
        </p:nvGrpSpPr>
        <p:grpSpPr>
          <a:xfrm>
            <a:off x="7344371" y="1587500"/>
            <a:ext cx="939800" cy="939800"/>
            <a:chOff x="7344371" y="1587500"/>
            <a:chExt cx="939800" cy="939800"/>
          </a:xfrm>
        </p:grpSpPr>
        <p:sp>
          <p:nvSpPr>
            <p:cNvPr id="21" name="object 21"/>
            <p:cNvSpPr/>
            <p:nvPr/>
          </p:nvSpPr>
          <p:spPr>
            <a:xfrm>
              <a:off x="7357071"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22" name="object 22"/>
            <p:cNvSpPr/>
            <p:nvPr/>
          </p:nvSpPr>
          <p:spPr>
            <a:xfrm>
              <a:off x="7357071"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23" name="object 23"/>
          <p:cNvSpPr txBox="1"/>
          <p:nvPr/>
        </p:nvSpPr>
        <p:spPr>
          <a:xfrm>
            <a:off x="7700134" y="1925827"/>
            <a:ext cx="226060" cy="239395"/>
          </a:xfrm>
          <a:prstGeom prst="rect">
            <a:avLst/>
          </a:prstGeom>
        </p:spPr>
        <p:txBody>
          <a:bodyPr vert="horz" wrap="square" lIns="0" tIns="13335" rIns="0" bIns="0" rtlCol="0">
            <a:spAutoFit/>
          </a:bodyPr>
          <a:lstStyle/>
          <a:p>
            <a:pPr marL="12700">
              <a:lnSpc>
                <a:spcPct val="100000"/>
              </a:lnSpc>
              <a:spcBef>
                <a:spcPts val="105"/>
              </a:spcBef>
            </a:pPr>
            <a:r>
              <a:rPr sz="1400" spc="-25" dirty="0">
                <a:solidFill>
                  <a:srgbClr val="FFFFFF"/>
                </a:solidFill>
                <a:latin typeface="Calibri"/>
                <a:cs typeface="Calibri"/>
              </a:rPr>
              <a:t>PD</a:t>
            </a:r>
            <a:endParaRPr sz="1400">
              <a:latin typeface="Calibri"/>
              <a:cs typeface="Calibri"/>
            </a:endParaRPr>
          </a:p>
        </p:txBody>
      </p:sp>
      <p:grpSp>
        <p:nvGrpSpPr>
          <p:cNvPr id="24" name="object 24"/>
          <p:cNvGrpSpPr/>
          <p:nvPr/>
        </p:nvGrpSpPr>
        <p:grpSpPr>
          <a:xfrm>
            <a:off x="9712108" y="1587500"/>
            <a:ext cx="939800" cy="939800"/>
            <a:chOff x="9712108" y="1587500"/>
            <a:chExt cx="939800" cy="939800"/>
          </a:xfrm>
        </p:grpSpPr>
        <p:sp>
          <p:nvSpPr>
            <p:cNvPr id="25" name="object 25"/>
            <p:cNvSpPr/>
            <p:nvPr/>
          </p:nvSpPr>
          <p:spPr>
            <a:xfrm>
              <a:off x="9724808"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26" name="object 26"/>
            <p:cNvSpPr/>
            <p:nvPr/>
          </p:nvSpPr>
          <p:spPr>
            <a:xfrm>
              <a:off x="9724808"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27" name="object 27"/>
          <p:cNvSpPr txBox="1"/>
          <p:nvPr/>
        </p:nvSpPr>
        <p:spPr>
          <a:xfrm>
            <a:off x="9807254" y="1712468"/>
            <a:ext cx="749300" cy="666750"/>
          </a:xfrm>
          <a:prstGeom prst="rect">
            <a:avLst/>
          </a:prstGeom>
        </p:spPr>
        <p:txBody>
          <a:bodyPr vert="horz" wrap="square" lIns="0" tIns="13335" rIns="0" bIns="0" rtlCol="0">
            <a:spAutoFit/>
          </a:bodyPr>
          <a:lstStyle/>
          <a:p>
            <a:pPr marL="12065" marR="5080" indent="-1905" algn="ctr">
              <a:lnSpc>
                <a:spcPct val="100000"/>
              </a:lnSpc>
              <a:spcBef>
                <a:spcPts val="105"/>
              </a:spcBef>
            </a:pPr>
            <a:r>
              <a:rPr sz="1400" dirty="0">
                <a:solidFill>
                  <a:srgbClr val="FFFFFF"/>
                </a:solidFill>
                <a:latin typeface="Calibri"/>
                <a:cs typeface="Calibri"/>
              </a:rPr>
              <a:t>Analog</a:t>
            </a:r>
            <a:r>
              <a:rPr sz="1400" spc="-45" dirty="0">
                <a:solidFill>
                  <a:srgbClr val="FFFFFF"/>
                </a:solidFill>
                <a:latin typeface="Calibri"/>
                <a:cs typeface="Calibri"/>
              </a:rPr>
              <a:t> </a:t>
            </a:r>
            <a:r>
              <a:rPr sz="1400" spc="-25" dirty="0">
                <a:solidFill>
                  <a:srgbClr val="FFFFFF"/>
                </a:solidFill>
                <a:latin typeface="Calibri"/>
                <a:cs typeface="Calibri"/>
              </a:rPr>
              <a:t>to </a:t>
            </a:r>
            <a:r>
              <a:rPr sz="1400" spc="-10" dirty="0">
                <a:solidFill>
                  <a:srgbClr val="FFFFFF"/>
                </a:solidFill>
                <a:latin typeface="Calibri"/>
                <a:cs typeface="Calibri"/>
              </a:rPr>
              <a:t>Digital Converter</a:t>
            </a:r>
            <a:endParaRPr sz="1400">
              <a:latin typeface="Calibri"/>
              <a:cs typeface="Calibri"/>
            </a:endParaRPr>
          </a:p>
        </p:txBody>
      </p:sp>
      <p:grpSp>
        <p:nvGrpSpPr>
          <p:cNvPr id="28" name="object 28"/>
          <p:cNvGrpSpPr/>
          <p:nvPr/>
        </p:nvGrpSpPr>
        <p:grpSpPr>
          <a:xfrm>
            <a:off x="8539619" y="1592948"/>
            <a:ext cx="939800" cy="939800"/>
            <a:chOff x="8539619" y="1592948"/>
            <a:chExt cx="939800" cy="939800"/>
          </a:xfrm>
        </p:grpSpPr>
        <p:sp>
          <p:nvSpPr>
            <p:cNvPr id="29" name="object 29"/>
            <p:cNvSpPr/>
            <p:nvPr/>
          </p:nvSpPr>
          <p:spPr>
            <a:xfrm>
              <a:off x="8552319" y="1605648"/>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30" name="object 30"/>
            <p:cNvSpPr/>
            <p:nvPr/>
          </p:nvSpPr>
          <p:spPr>
            <a:xfrm>
              <a:off x="8552319" y="1605648"/>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31" name="object 31"/>
          <p:cNvSpPr txBox="1"/>
          <p:nvPr/>
        </p:nvSpPr>
        <p:spPr>
          <a:xfrm>
            <a:off x="8662171" y="1931277"/>
            <a:ext cx="69278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Amplifier</a:t>
            </a:r>
            <a:endParaRPr sz="1400">
              <a:latin typeface="Calibri"/>
              <a:cs typeface="Calibri"/>
            </a:endParaRPr>
          </a:p>
        </p:txBody>
      </p:sp>
      <p:grpSp>
        <p:nvGrpSpPr>
          <p:cNvPr id="32" name="object 32"/>
          <p:cNvGrpSpPr/>
          <p:nvPr/>
        </p:nvGrpSpPr>
        <p:grpSpPr>
          <a:xfrm>
            <a:off x="10829823" y="1597329"/>
            <a:ext cx="939800" cy="939800"/>
            <a:chOff x="10829823" y="1597329"/>
            <a:chExt cx="939800" cy="939800"/>
          </a:xfrm>
        </p:grpSpPr>
        <p:sp>
          <p:nvSpPr>
            <p:cNvPr id="33" name="object 33"/>
            <p:cNvSpPr/>
            <p:nvPr/>
          </p:nvSpPr>
          <p:spPr>
            <a:xfrm>
              <a:off x="10842523" y="16100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34" name="object 34"/>
            <p:cNvSpPr/>
            <p:nvPr/>
          </p:nvSpPr>
          <p:spPr>
            <a:xfrm>
              <a:off x="10842523" y="16100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35" name="object 35"/>
          <p:cNvSpPr txBox="1"/>
          <p:nvPr/>
        </p:nvSpPr>
        <p:spPr>
          <a:xfrm>
            <a:off x="10923452" y="1935660"/>
            <a:ext cx="75247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Computer</a:t>
            </a:r>
            <a:endParaRPr sz="1400">
              <a:latin typeface="Calibri"/>
              <a:cs typeface="Calibri"/>
            </a:endParaRPr>
          </a:p>
        </p:txBody>
      </p:sp>
      <p:sp>
        <p:nvSpPr>
          <p:cNvPr id="36" name="object 36"/>
          <p:cNvSpPr/>
          <p:nvPr/>
        </p:nvSpPr>
        <p:spPr>
          <a:xfrm>
            <a:off x="304800" y="1371600"/>
            <a:ext cx="4876800" cy="1371600"/>
          </a:xfrm>
          <a:custGeom>
            <a:avLst/>
            <a:gdLst/>
            <a:ahLst/>
            <a:cxnLst/>
            <a:rect l="l" t="t" r="r" b="b"/>
            <a:pathLst>
              <a:path w="4876800" h="1371600">
                <a:moveTo>
                  <a:pt x="0" y="0"/>
                </a:moveTo>
                <a:lnTo>
                  <a:pt x="4876800" y="0"/>
                </a:lnTo>
                <a:lnTo>
                  <a:pt x="4876800" y="1371600"/>
                </a:lnTo>
                <a:lnTo>
                  <a:pt x="0" y="1371600"/>
                </a:lnTo>
                <a:lnTo>
                  <a:pt x="0" y="0"/>
                </a:lnTo>
                <a:close/>
              </a:path>
            </a:pathLst>
          </a:custGeom>
          <a:ln w="25400">
            <a:solidFill>
              <a:srgbClr val="1C334E"/>
            </a:solidFill>
            <a:prstDash val="sysDash"/>
          </a:ln>
        </p:spPr>
        <p:txBody>
          <a:bodyPr wrap="square" lIns="0" tIns="0" rIns="0" bIns="0" rtlCol="0"/>
          <a:lstStyle/>
          <a:p>
            <a:endParaRPr/>
          </a:p>
        </p:txBody>
      </p:sp>
      <p:sp>
        <p:nvSpPr>
          <p:cNvPr id="37" name="object 37"/>
          <p:cNvSpPr/>
          <p:nvPr/>
        </p:nvSpPr>
        <p:spPr>
          <a:xfrm>
            <a:off x="7239000" y="1361770"/>
            <a:ext cx="4800600" cy="1371600"/>
          </a:xfrm>
          <a:custGeom>
            <a:avLst/>
            <a:gdLst/>
            <a:ahLst/>
            <a:cxnLst/>
            <a:rect l="l" t="t" r="r" b="b"/>
            <a:pathLst>
              <a:path w="4800600" h="1371600">
                <a:moveTo>
                  <a:pt x="0" y="0"/>
                </a:moveTo>
                <a:lnTo>
                  <a:pt x="4800600" y="0"/>
                </a:lnTo>
                <a:lnTo>
                  <a:pt x="4800600" y="1371600"/>
                </a:lnTo>
                <a:lnTo>
                  <a:pt x="0" y="1371600"/>
                </a:lnTo>
                <a:lnTo>
                  <a:pt x="0" y="0"/>
                </a:lnTo>
                <a:close/>
              </a:path>
            </a:pathLst>
          </a:custGeom>
          <a:ln w="25400">
            <a:solidFill>
              <a:srgbClr val="1C334E"/>
            </a:solidFill>
            <a:prstDash val="sysDash"/>
          </a:ln>
        </p:spPr>
        <p:txBody>
          <a:bodyPr wrap="square" lIns="0" tIns="0" rIns="0" bIns="0" rtlCol="0"/>
          <a:lstStyle/>
          <a:p>
            <a:endParaRPr/>
          </a:p>
        </p:txBody>
      </p:sp>
      <p:grpSp>
        <p:nvGrpSpPr>
          <p:cNvPr id="38" name="object 38"/>
          <p:cNvGrpSpPr/>
          <p:nvPr/>
        </p:nvGrpSpPr>
        <p:grpSpPr>
          <a:xfrm>
            <a:off x="5245100" y="1968500"/>
            <a:ext cx="1877695" cy="177800"/>
            <a:chOff x="5245100" y="1968500"/>
            <a:chExt cx="1877695" cy="177800"/>
          </a:xfrm>
        </p:grpSpPr>
        <p:sp>
          <p:nvSpPr>
            <p:cNvPr id="39" name="object 39"/>
            <p:cNvSpPr/>
            <p:nvPr/>
          </p:nvSpPr>
          <p:spPr>
            <a:xfrm>
              <a:off x="5257800" y="1981200"/>
              <a:ext cx="1852295" cy="152400"/>
            </a:xfrm>
            <a:custGeom>
              <a:avLst/>
              <a:gdLst/>
              <a:ahLst/>
              <a:cxnLst/>
              <a:rect l="l" t="t" r="r" b="b"/>
              <a:pathLst>
                <a:path w="1852295" h="152400">
                  <a:moveTo>
                    <a:pt x="1775955" y="0"/>
                  </a:moveTo>
                  <a:lnTo>
                    <a:pt x="1775955" y="38100"/>
                  </a:lnTo>
                  <a:lnTo>
                    <a:pt x="0" y="38100"/>
                  </a:lnTo>
                  <a:lnTo>
                    <a:pt x="0" y="114300"/>
                  </a:lnTo>
                  <a:lnTo>
                    <a:pt x="1775955" y="114300"/>
                  </a:lnTo>
                  <a:lnTo>
                    <a:pt x="1775955" y="152400"/>
                  </a:lnTo>
                  <a:lnTo>
                    <a:pt x="1852155" y="76200"/>
                  </a:lnTo>
                  <a:lnTo>
                    <a:pt x="1775955" y="0"/>
                  </a:lnTo>
                  <a:close/>
                </a:path>
              </a:pathLst>
            </a:custGeom>
            <a:solidFill>
              <a:srgbClr val="4F81BC"/>
            </a:solidFill>
          </p:spPr>
          <p:txBody>
            <a:bodyPr wrap="square" lIns="0" tIns="0" rIns="0" bIns="0" rtlCol="0"/>
            <a:lstStyle/>
            <a:p>
              <a:endParaRPr/>
            </a:p>
          </p:txBody>
        </p:sp>
        <p:sp>
          <p:nvSpPr>
            <p:cNvPr id="40" name="object 40"/>
            <p:cNvSpPr/>
            <p:nvPr/>
          </p:nvSpPr>
          <p:spPr>
            <a:xfrm>
              <a:off x="5257800" y="1981200"/>
              <a:ext cx="1852295" cy="152400"/>
            </a:xfrm>
            <a:custGeom>
              <a:avLst/>
              <a:gdLst/>
              <a:ahLst/>
              <a:cxnLst/>
              <a:rect l="l" t="t" r="r" b="b"/>
              <a:pathLst>
                <a:path w="1852295" h="152400">
                  <a:moveTo>
                    <a:pt x="0" y="38100"/>
                  </a:moveTo>
                  <a:lnTo>
                    <a:pt x="1775955" y="38100"/>
                  </a:lnTo>
                  <a:lnTo>
                    <a:pt x="1775955" y="0"/>
                  </a:lnTo>
                  <a:lnTo>
                    <a:pt x="1852155" y="76200"/>
                  </a:lnTo>
                  <a:lnTo>
                    <a:pt x="1775955" y="152400"/>
                  </a:lnTo>
                  <a:lnTo>
                    <a:pt x="1775955" y="114300"/>
                  </a:lnTo>
                  <a:lnTo>
                    <a:pt x="0" y="114300"/>
                  </a:lnTo>
                  <a:lnTo>
                    <a:pt x="0" y="38100"/>
                  </a:lnTo>
                  <a:close/>
                </a:path>
              </a:pathLst>
            </a:custGeom>
            <a:ln w="25400">
              <a:solidFill>
                <a:srgbClr val="1C334E"/>
              </a:solidFill>
            </a:ln>
          </p:spPr>
          <p:txBody>
            <a:bodyPr wrap="square" lIns="0" tIns="0" rIns="0" bIns="0" rtlCol="0"/>
            <a:lstStyle/>
            <a:p>
              <a:endParaRPr/>
            </a:p>
          </p:txBody>
        </p:sp>
      </p:gr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Let’s</a:t>
            </a:r>
            <a:r>
              <a:rPr spc="-40" dirty="0"/>
              <a:t> </a:t>
            </a:r>
            <a:r>
              <a:rPr dirty="0"/>
              <a:t>talk</a:t>
            </a:r>
            <a:r>
              <a:rPr spc="-40" dirty="0"/>
              <a:t> </a:t>
            </a:r>
            <a:r>
              <a:rPr dirty="0"/>
              <a:t>about</a:t>
            </a:r>
            <a:r>
              <a:rPr spc="-20" dirty="0"/>
              <a:t> </a:t>
            </a:r>
            <a:r>
              <a:rPr dirty="0"/>
              <a:t>a</a:t>
            </a:r>
            <a:r>
              <a:rPr spc="-30" dirty="0"/>
              <a:t> </a:t>
            </a:r>
            <a:r>
              <a:rPr dirty="0"/>
              <a:t>real</a:t>
            </a:r>
            <a:r>
              <a:rPr spc="-45" dirty="0"/>
              <a:t> </a:t>
            </a:r>
            <a:r>
              <a:rPr dirty="0"/>
              <a:t>world</a:t>
            </a:r>
            <a:r>
              <a:rPr spc="-40" dirty="0"/>
              <a:t> </a:t>
            </a:r>
            <a:r>
              <a:rPr spc="-10" dirty="0"/>
              <a:t>system</a:t>
            </a:r>
          </a:p>
        </p:txBody>
      </p:sp>
      <p:sp>
        <p:nvSpPr>
          <p:cNvPr id="3" name="object 3"/>
          <p:cNvSpPr txBox="1"/>
          <p:nvPr/>
        </p:nvSpPr>
        <p:spPr>
          <a:xfrm>
            <a:off x="523574" y="3023304"/>
            <a:ext cx="10922000" cy="3591560"/>
          </a:xfrm>
          <a:prstGeom prst="rect">
            <a:avLst/>
          </a:prstGeom>
        </p:spPr>
        <p:txBody>
          <a:bodyPr vert="horz" wrap="square" lIns="0" tIns="12700" rIns="0" bIns="0" rtlCol="0">
            <a:spAutoFit/>
          </a:bodyPr>
          <a:lstStyle/>
          <a:p>
            <a:pPr marL="12700">
              <a:lnSpc>
                <a:spcPct val="100000"/>
              </a:lnSpc>
              <a:spcBef>
                <a:spcPts val="100"/>
              </a:spcBef>
            </a:pPr>
            <a:r>
              <a:rPr sz="1800" dirty="0">
                <a:latin typeface="Arial"/>
                <a:cs typeface="Arial"/>
              </a:rPr>
              <a:t>There</a:t>
            </a:r>
            <a:r>
              <a:rPr sz="1800" spc="-35" dirty="0">
                <a:latin typeface="Arial"/>
                <a:cs typeface="Arial"/>
              </a:rPr>
              <a:t> </a:t>
            </a:r>
            <a:r>
              <a:rPr sz="1800" dirty="0">
                <a:latin typeface="Arial"/>
                <a:cs typeface="Arial"/>
              </a:rPr>
              <a:t>are</a:t>
            </a:r>
            <a:r>
              <a:rPr sz="1800" spc="-10" dirty="0">
                <a:latin typeface="Arial"/>
                <a:cs typeface="Arial"/>
              </a:rPr>
              <a:t> </a:t>
            </a:r>
            <a:r>
              <a:rPr sz="1800" dirty="0">
                <a:latin typeface="Arial"/>
                <a:cs typeface="Arial"/>
              </a:rPr>
              <a:t>a</a:t>
            </a:r>
            <a:r>
              <a:rPr sz="1800" spc="-20" dirty="0">
                <a:latin typeface="Arial"/>
                <a:cs typeface="Arial"/>
              </a:rPr>
              <a:t> </a:t>
            </a:r>
            <a:r>
              <a:rPr sz="1800" dirty="0">
                <a:latin typeface="Arial"/>
                <a:cs typeface="Arial"/>
              </a:rPr>
              <a:t>number</a:t>
            </a:r>
            <a:r>
              <a:rPr sz="1800" spc="-5" dirty="0">
                <a:latin typeface="Arial"/>
                <a:cs typeface="Arial"/>
              </a:rPr>
              <a:t> </a:t>
            </a:r>
            <a:r>
              <a:rPr sz="1800" dirty="0">
                <a:latin typeface="Arial"/>
                <a:cs typeface="Arial"/>
              </a:rPr>
              <a:t>of</a:t>
            </a:r>
            <a:r>
              <a:rPr sz="1800" spc="-20" dirty="0">
                <a:latin typeface="Arial"/>
                <a:cs typeface="Arial"/>
              </a:rPr>
              <a:t> </a:t>
            </a:r>
            <a:r>
              <a:rPr sz="1800" dirty="0">
                <a:latin typeface="Arial"/>
                <a:cs typeface="Arial"/>
              </a:rPr>
              <a:t>noise</a:t>
            </a:r>
            <a:r>
              <a:rPr sz="1800" spc="-10" dirty="0">
                <a:latin typeface="Arial"/>
                <a:cs typeface="Arial"/>
              </a:rPr>
              <a:t> </a:t>
            </a:r>
            <a:r>
              <a:rPr sz="1800" dirty="0">
                <a:latin typeface="Arial"/>
                <a:cs typeface="Arial"/>
              </a:rPr>
              <a:t>sources</a:t>
            </a:r>
            <a:r>
              <a:rPr sz="1800" spc="-5" dirty="0">
                <a:latin typeface="Arial"/>
                <a:cs typeface="Arial"/>
              </a:rPr>
              <a:t> </a:t>
            </a:r>
            <a:r>
              <a:rPr sz="1800" dirty="0">
                <a:latin typeface="Arial"/>
                <a:cs typeface="Arial"/>
              </a:rPr>
              <a:t>that</a:t>
            </a:r>
            <a:r>
              <a:rPr sz="1800" spc="-10" dirty="0">
                <a:latin typeface="Arial"/>
                <a:cs typeface="Arial"/>
              </a:rPr>
              <a:t> </a:t>
            </a:r>
            <a:r>
              <a:rPr sz="1800" dirty="0">
                <a:latin typeface="Arial"/>
                <a:cs typeface="Arial"/>
              </a:rPr>
              <a:t>are</a:t>
            </a:r>
            <a:r>
              <a:rPr sz="1800" spc="-25" dirty="0">
                <a:latin typeface="Arial"/>
                <a:cs typeface="Arial"/>
              </a:rPr>
              <a:t> </a:t>
            </a:r>
            <a:r>
              <a:rPr sz="1800" spc="-10" dirty="0">
                <a:latin typeface="Arial"/>
                <a:cs typeface="Arial"/>
              </a:rPr>
              <a:t>relevant:</a:t>
            </a:r>
            <a:endParaRPr sz="1800">
              <a:latin typeface="Arial"/>
              <a:cs typeface="Arial"/>
            </a:endParaRPr>
          </a:p>
          <a:p>
            <a:pPr>
              <a:lnSpc>
                <a:spcPct val="100000"/>
              </a:lnSpc>
              <a:spcBef>
                <a:spcPts val="90"/>
              </a:spcBef>
            </a:pPr>
            <a:endParaRPr sz="1800">
              <a:latin typeface="Arial"/>
              <a:cs typeface="Arial"/>
            </a:endParaRPr>
          </a:p>
          <a:p>
            <a:pPr marL="12700" marR="5080" indent="-10160">
              <a:lnSpc>
                <a:spcPct val="100000"/>
              </a:lnSpc>
              <a:buSzPct val="94444"/>
              <a:buFont typeface="Arial"/>
              <a:buChar char="•"/>
              <a:tabLst>
                <a:tab pos="91440" algn="l"/>
              </a:tabLst>
            </a:pPr>
            <a:r>
              <a:rPr sz="1800" b="1" dirty="0">
                <a:latin typeface="Arial"/>
                <a:cs typeface="Arial"/>
              </a:rPr>
              <a:t>	Quantization</a:t>
            </a:r>
            <a:r>
              <a:rPr sz="1800" b="1" spc="-55" dirty="0">
                <a:latin typeface="Arial"/>
                <a:cs typeface="Arial"/>
              </a:rPr>
              <a:t> </a:t>
            </a:r>
            <a:r>
              <a:rPr sz="1800" b="1" dirty="0">
                <a:latin typeface="Arial"/>
                <a:cs typeface="Arial"/>
              </a:rPr>
              <a:t>Noise</a:t>
            </a:r>
            <a:r>
              <a:rPr sz="1800" dirty="0">
                <a:latin typeface="Arial"/>
                <a:cs typeface="Arial"/>
              </a:rPr>
              <a:t>:</a:t>
            </a:r>
            <a:r>
              <a:rPr sz="1800" spc="-35" dirty="0">
                <a:latin typeface="Arial"/>
                <a:cs typeface="Arial"/>
              </a:rPr>
              <a:t> </a:t>
            </a:r>
            <a:r>
              <a:rPr sz="1800" dirty="0">
                <a:latin typeface="Arial"/>
                <a:cs typeface="Arial"/>
              </a:rPr>
              <a:t>Introduced</a:t>
            </a:r>
            <a:r>
              <a:rPr sz="1800" spc="-25" dirty="0">
                <a:latin typeface="Arial"/>
                <a:cs typeface="Arial"/>
              </a:rPr>
              <a:t> </a:t>
            </a:r>
            <a:r>
              <a:rPr sz="1800" dirty="0">
                <a:latin typeface="Arial"/>
                <a:cs typeface="Arial"/>
              </a:rPr>
              <a:t>by</a:t>
            </a:r>
            <a:r>
              <a:rPr sz="1800" spc="-35" dirty="0">
                <a:latin typeface="Arial"/>
                <a:cs typeface="Arial"/>
              </a:rPr>
              <a:t> </a:t>
            </a:r>
            <a:r>
              <a:rPr sz="1800" dirty="0">
                <a:latin typeface="Arial"/>
                <a:cs typeface="Arial"/>
              </a:rPr>
              <a:t>the</a:t>
            </a:r>
            <a:r>
              <a:rPr sz="1800" spc="-40" dirty="0">
                <a:latin typeface="Arial"/>
                <a:cs typeface="Arial"/>
              </a:rPr>
              <a:t> </a:t>
            </a:r>
            <a:r>
              <a:rPr sz="1800" dirty="0">
                <a:latin typeface="Arial"/>
                <a:cs typeface="Arial"/>
              </a:rPr>
              <a:t>discrete</a:t>
            </a:r>
            <a:r>
              <a:rPr sz="1800" spc="-40" dirty="0">
                <a:latin typeface="Arial"/>
                <a:cs typeface="Arial"/>
              </a:rPr>
              <a:t> </a:t>
            </a:r>
            <a:r>
              <a:rPr sz="1800" dirty="0">
                <a:latin typeface="Arial"/>
                <a:cs typeface="Arial"/>
              </a:rPr>
              <a:t>steps</a:t>
            </a:r>
            <a:r>
              <a:rPr sz="1800" spc="-40" dirty="0">
                <a:latin typeface="Arial"/>
                <a:cs typeface="Arial"/>
              </a:rPr>
              <a:t> </a:t>
            </a:r>
            <a:r>
              <a:rPr sz="1800" dirty="0">
                <a:latin typeface="Arial"/>
                <a:cs typeface="Arial"/>
              </a:rPr>
              <a:t>used</a:t>
            </a:r>
            <a:r>
              <a:rPr sz="1800" spc="-25" dirty="0">
                <a:latin typeface="Arial"/>
                <a:cs typeface="Arial"/>
              </a:rPr>
              <a:t> </a:t>
            </a:r>
            <a:r>
              <a:rPr sz="1800" dirty="0">
                <a:latin typeface="Arial"/>
                <a:cs typeface="Arial"/>
              </a:rPr>
              <a:t>to</a:t>
            </a:r>
            <a:r>
              <a:rPr sz="1800" spc="-40" dirty="0">
                <a:latin typeface="Arial"/>
                <a:cs typeface="Arial"/>
              </a:rPr>
              <a:t> </a:t>
            </a:r>
            <a:r>
              <a:rPr sz="1800" dirty="0">
                <a:latin typeface="Arial"/>
                <a:cs typeface="Arial"/>
              </a:rPr>
              <a:t>represent</a:t>
            </a:r>
            <a:r>
              <a:rPr sz="1800" spc="-25" dirty="0">
                <a:latin typeface="Arial"/>
                <a:cs typeface="Arial"/>
              </a:rPr>
              <a:t> </a:t>
            </a:r>
            <a:r>
              <a:rPr sz="1800" dirty="0">
                <a:latin typeface="Arial"/>
                <a:cs typeface="Arial"/>
              </a:rPr>
              <a:t>a</a:t>
            </a:r>
            <a:r>
              <a:rPr sz="1800" spc="-40" dirty="0">
                <a:latin typeface="Arial"/>
                <a:cs typeface="Arial"/>
              </a:rPr>
              <a:t> </a:t>
            </a:r>
            <a:r>
              <a:rPr sz="1800" dirty="0">
                <a:latin typeface="Arial"/>
                <a:cs typeface="Arial"/>
              </a:rPr>
              <a:t>continuous</a:t>
            </a:r>
            <a:r>
              <a:rPr sz="1800" spc="-20" dirty="0">
                <a:latin typeface="Arial"/>
                <a:cs typeface="Arial"/>
              </a:rPr>
              <a:t> </a:t>
            </a:r>
            <a:r>
              <a:rPr sz="1800" dirty="0">
                <a:latin typeface="Arial"/>
                <a:cs typeface="Arial"/>
              </a:rPr>
              <a:t>signal,</a:t>
            </a:r>
            <a:r>
              <a:rPr sz="1800" spc="-20" dirty="0">
                <a:latin typeface="Arial"/>
                <a:cs typeface="Arial"/>
              </a:rPr>
              <a:t> </a:t>
            </a:r>
            <a:r>
              <a:rPr sz="1800" dirty="0">
                <a:latin typeface="Arial"/>
                <a:cs typeface="Arial"/>
              </a:rPr>
              <a:t>dependent</a:t>
            </a:r>
            <a:r>
              <a:rPr sz="1800" spc="-10" dirty="0">
                <a:latin typeface="Arial"/>
                <a:cs typeface="Arial"/>
              </a:rPr>
              <a:t> </a:t>
            </a:r>
            <a:r>
              <a:rPr sz="1800" spc="-25" dirty="0">
                <a:latin typeface="Arial"/>
                <a:cs typeface="Arial"/>
              </a:rPr>
              <a:t>on </a:t>
            </a:r>
            <a:r>
              <a:rPr sz="1800" dirty="0">
                <a:latin typeface="Arial"/>
                <a:cs typeface="Arial"/>
              </a:rPr>
              <a:t>DAC</a:t>
            </a:r>
            <a:r>
              <a:rPr sz="1800" spc="-45" dirty="0">
                <a:latin typeface="Arial"/>
                <a:cs typeface="Arial"/>
              </a:rPr>
              <a:t> </a:t>
            </a:r>
            <a:r>
              <a:rPr sz="1800" spc="-10" dirty="0">
                <a:latin typeface="Arial"/>
                <a:cs typeface="Arial"/>
              </a:rPr>
              <a:t>resolution.</a:t>
            </a:r>
            <a:endParaRPr sz="1800">
              <a:latin typeface="Arial"/>
              <a:cs typeface="Arial"/>
            </a:endParaRPr>
          </a:p>
          <a:p>
            <a:pPr>
              <a:lnSpc>
                <a:spcPct val="100000"/>
              </a:lnSpc>
              <a:spcBef>
                <a:spcPts val="90"/>
              </a:spcBef>
              <a:buFont typeface="Arial"/>
              <a:buChar char="•"/>
            </a:pPr>
            <a:endParaRPr sz="1800">
              <a:latin typeface="Arial"/>
              <a:cs typeface="Arial"/>
            </a:endParaRPr>
          </a:p>
          <a:p>
            <a:pPr marL="91440" indent="-88900">
              <a:lnSpc>
                <a:spcPct val="100000"/>
              </a:lnSpc>
              <a:buSzPct val="94444"/>
              <a:buFont typeface="Arial"/>
              <a:buChar char="•"/>
              <a:tabLst>
                <a:tab pos="91440" algn="l"/>
              </a:tabLst>
            </a:pPr>
            <a:r>
              <a:rPr sz="1800" b="1" dirty="0">
                <a:latin typeface="Arial"/>
                <a:cs typeface="Arial"/>
              </a:rPr>
              <a:t>Thermal</a:t>
            </a:r>
            <a:r>
              <a:rPr sz="1800" b="1" spc="-35" dirty="0">
                <a:latin typeface="Arial"/>
                <a:cs typeface="Arial"/>
              </a:rPr>
              <a:t> </a:t>
            </a:r>
            <a:r>
              <a:rPr sz="1800" b="1" dirty="0">
                <a:latin typeface="Arial"/>
                <a:cs typeface="Arial"/>
              </a:rPr>
              <a:t>Noise</a:t>
            </a:r>
            <a:r>
              <a:rPr sz="1800" dirty="0">
                <a:latin typeface="Arial"/>
                <a:cs typeface="Arial"/>
              </a:rPr>
              <a:t>:</a:t>
            </a:r>
            <a:r>
              <a:rPr sz="1800" spc="-35" dirty="0">
                <a:latin typeface="Arial"/>
                <a:cs typeface="Arial"/>
              </a:rPr>
              <a:t> </a:t>
            </a:r>
            <a:r>
              <a:rPr sz="1800" dirty="0">
                <a:latin typeface="Arial"/>
                <a:cs typeface="Arial"/>
              </a:rPr>
              <a:t>Arises</a:t>
            </a:r>
            <a:r>
              <a:rPr sz="1800" spc="-40" dirty="0">
                <a:latin typeface="Arial"/>
                <a:cs typeface="Arial"/>
              </a:rPr>
              <a:t> </a:t>
            </a:r>
            <a:r>
              <a:rPr sz="1800" dirty="0">
                <a:latin typeface="Arial"/>
                <a:cs typeface="Arial"/>
              </a:rPr>
              <a:t>from</a:t>
            </a:r>
            <a:r>
              <a:rPr sz="1800" spc="-40" dirty="0">
                <a:latin typeface="Arial"/>
                <a:cs typeface="Arial"/>
              </a:rPr>
              <a:t> </a:t>
            </a:r>
            <a:r>
              <a:rPr sz="1800" dirty="0">
                <a:latin typeface="Arial"/>
                <a:cs typeface="Arial"/>
              </a:rPr>
              <a:t>resistive</a:t>
            </a:r>
            <a:r>
              <a:rPr sz="1800" spc="-45" dirty="0">
                <a:latin typeface="Arial"/>
                <a:cs typeface="Arial"/>
              </a:rPr>
              <a:t> </a:t>
            </a:r>
            <a:r>
              <a:rPr sz="1800" dirty="0">
                <a:latin typeface="Arial"/>
                <a:cs typeface="Arial"/>
              </a:rPr>
              <a:t>components,</a:t>
            </a:r>
            <a:r>
              <a:rPr sz="1800" spc="-25" dirty="0">
                <a:latin typeface="Arial"/>
                <a:cs typeface="Arial"/>
              </a:rPr>
              <a:t> </a:t>
            </a:r>
            <a:r>
              <a:rPr sz="1800" dirty="0">
                <a:latin typeface="Arial"/>
                <a:cs typeface="Arial"/>
              </a:rPr>
              <a:t>increases</a:t>
            </a:r>
            <a:r>
              <a:rPr sz="1800" spc="-15" dirty="0">
                <a:latin typeface="Arial"/>
                <a:cs typeface="Arial"/>
              </a:rPr>
              <a:t> </a:t>
            </a:r>
            <a:r>
              <a:rPr sz="1800" dirty="0">
                <a:latin typeface="Arial"/>
                <a:cs typeface="Arial"/>
              </a:rPr>
              <a:t>with</a:t>
            </a:r>
            <a:r>
              <a:rPr sz="1800" spc="-15" dirty="0">
                <a:latin typeface="Arial"/>
                <a:cs typeface="Arial"/>
              </a:rPr>
              <a:t> </a:t>
            </a:r>
            <a:r>
              <a:rPr sz="1800" dirty="0">
                <a:latin typeface="Arial"/>
                <a:cs typeface="Arial"/>
              </a:rPr>
              <a:t>temperature</a:t>
            </a:r>
            <a:r>
              <a:rPr sz="1800" spc="-30" dirty="0">
                <a:latin typeface="Arial"/>
                <a:cs typeface="Arial"/>
              </a:rPr>
              <a:t> </a:t>
            </a:r>
            <a:r>
              <a:rPr sz="1800" dirty="0">
                <a:latin typeface="Arial"/>
                <a:cs typeface="Arial"/>
              </a:rPr>
              <a:t>and</a:t>
            </a:r>
            <a:r>
              <a:rPr sz="1800" spc="-30" dirty="0">
                <a:latin typeface="Arial"/>
                <a:cs typeface="Arial"/>
              </a:rPr>
              <a:t> </a:t>
            </a:r>
            <a:r>
              <a:rPr sz="1800" spc="-10" dirty="0">
                <a:latin typeface="Arial"/>
                <a:cs typeface="Arial"/>
              </a:rPr>
              <a:t>resistance.</a:t>
            </a:r>
            <a:endParaRPr sz="1800">
              <a:latin typeface="Arial"/>
              <a:cs typeface="Arial"/>
            </a:endParaRPr>
          </a:p>
          <a:p>
            <a:pPr>
              <a:lnSpc>
                <a:spcPct val="100000"/>
              </a:lnSpc>
              <a:spcBef>
                <a:spcPts val="90"/>
              </a:spcBef>
              <a:buFont typeface="Arial"/>
              <a:buChar char="•"/>
            </a:pPr>
            <a:endParaRPr sz="1800">
              <a:latin typeface="Arial"/>
              <a:cs typeface="Arial"/>
            </a:endParaRPr>
          </a:p>
          <a:p>
            <a:pPr marL="12700" marR="927735" indent="-10160">
              <a:lnSpc>
                <a:spcPct val="100000"/>
              </a:lnSpc>
              <a:buSzPct val="94444"/>
              <a:buFont typeface="Arial"/>
              <a:buChar char="•"/>
              <a:tabLst>
                <a:tab pos="91440" algn="l"/>
              </a:tabLst>
            </a:pPr>
            <a:r>
              <a:rPr sz="1800" b="1" dirty="0">
                <a:latin typeface="Arial"/>
                <a:cs typeface="Arial"/>
              </a:rPr>
              <a:t>	Nonlinearity</a:t>
            </a:r>
            <a:r>
              <a:rPr sz="1800" b="1" spc="-55" dirty="0">
                <a:latin typeface="Arial"/>
                <a:cs typeface="Arial"/>
              </a:rPr>
              <a:t> </a:t>
            </a:r>
            <a:r>
              <a:rPr sz="1800" b="1" dirty="0">
                <a:latin typeface="Arial"/>
                <a:cs typeface="Arial"/>
              </a:rPr>
              <a:t>(Distortion</a:t>
            </a:r>
            <a:r>
              <a:rPr sz="1800" b="1" spc="-40" dirty="0">
                <a:latin typeface="Arial"/>
                <a:cs typeface="Arial"/>
              </a:rPr>
              <a:t> </a:t>
            </a:r>
            <a:r>
              <a:rPr sz="1800" b="1" dirty="0">
                <a:latin typeface="Arial"/>
                <a:cs typeface="Arial"/>
              </a:rPr>
              <a:t>Noise)</a:t>
            </a:r>
            <a:r>
              <a:rPr sz="1800" dirty="0">
                <a:latin typeface="Arial"/>
                <a:cs typeface="Arial"/>
              </a:rPr>
              <a:t>:</a:t>
            </a:r>
            <a:r>
              <a:rPr sz="1800" spc="-30" dirty="0">
                <a:latin typeface="Arial"/>
                <a:cs typeface="Arial"/>
              </a:rPr>
              <a:t> </a:t>
            </a:r>
            <a:r>
              <a:rPr sz="1800" dirty="0">
                <a:latin typeface="Arial"/>
                <a:cs typeface="Arial"/>
              </a:rPr>
              <a:t>Due</a:t>
            </a:r>
            <a:r>
              <a:rPr sz="1800" spc="-30" dirty="0">
                <a:latin typeface="Arial"/>
                <a:cs typeface="Arial"/>
              </a:rPr>
              <a:t> </a:t>
            </a:r>
            <a:r>
              <a:rPr sz="1800" dirty="0">
                <a:latin typeface="Arial"/>
                <a:cs typeface="Arial"/>
              </a:rPr>
              <a:t>to</a:t>
            </a:r>
            <a:r>
              <a:rPr sz="1800" spc="-50" dirty="0">
                <a:latin typeface="Arial"/>
                <a:cs typeface="Arial"/>
              </a:rPr>
              <a:t> </a:t>
            </a:r>
            <a:r>
              <a:rPr sz="1800" dirty="0">
                <a:latin typeface="Arial"/>
                <a:cs typeface="Arial"/>
              </a:rPr>
              <a:t>imperfections</a:t>
            </a:r>
            <a:r>
              <a:rPr sz="1800" spc="-15" dirty="0">
                <a:latin typeface="Arial"/>
                <a:cs typeface="Arial"/>
              </a:rPr>
              <a:t> </a:t>
            </a:r>
            <a:r>
              <a:rPr sz="1800" dirty="0">
                <a:latin typeface="Arial"/>
                <a:cs typeface="Arial"/>
              </a:rPr>
              <a:t>in</a:t>
            </a:r>
            <a:r>
              <a:rPr sz="1800" spc="-40" dirty="0">
                <a:latin typeface="Arial"/>
                <a:cs typeface="Arial"/>
              </a:rPr>
              <a:t> </a:t>
            </a:r>
            <a:r>
              <a:rPr sz="1800" dirty="0">
                <a:latin typeface="Arial"/>
                <a:cs typeface="Arial"/>
              </a:rPr>
              <a:t>the</a:t>
            </a:r>
            <a:r>
              <a:rPr sz="1800" spc="-40" dirty="0">
                <a:latin typeface="Arial"/>
                <a:cs typeface="Arial"/>
              </a:rPr>
              <a:t> </a:t>
            </a:r>
            <a:r>
              <a:rPr sz="1800" dirty="0">
                <a:latin typeface="Arial"/>
                <a:cs typeface="Arial"/>
              </a:rPr>
              <a:t>DAC's</a:t>
            </a:r>
            <a:r>
              <a:rPr sz="1800" spc="-45" dirty="0">
                <a:latin typeface="Arial"/>
                <a:cs typeface="Arial"/>
              </a:rPr>
              <a:t> </a:t>
            </a:r>
            <a:r>
              <a:rPr sz="1800" dirty="0">
                <a:latin typeface="Arial"/>
                <a:cs typeface="Arial"/>
              </a:rPr>
              <a:t>response,</a:t>
            </a:r>
            <a:r>
              <a:rPr sz="1800" spc="-25" dirty="0">
                <a:latin typeface="Arial"/>
                <a:cs typeface="Arial"/>
              </a:rPr>
              <a:t> </a:t>
            </a:r>
            <a:r>
              <a:rPr sz="1800" dirty="0">
                <a:latin typeface="Arial"/>
                <a:cs typeface="Arial"/>
              </a:rPr>
              <a:t>results</a:t>
            </a:r>
            <a:r>
              <a:rPr sz="1800" spc="-20" dirty="0">
                <a:latin typeface="Arial"/>
                <a:cs typeface="Arial"/>
              </a:rPr>
              <a:t> </a:t>
            </a:r>
            <a:r>
              <a:rPr sz="1800" dirty="0">
                <a:latin typeface="Arial"/>
                <a:cs typeface="Arial"/>
              </a:rPr>
              <a:t>in</a:t>
            </a:r>
            <a:r>
              <a:rPr sz="1800" spc="-45" dirty="0">
                <a:latin typeface="Arial"/>
                <a:cs typeface="Arial"/>
              </a:rPr>
              <a:t> </a:t>
            </a:r>
            <a:r>
              <a:rPr sz="1800" spc="-10" dirty="0">
                <a:latin typeface="Arial"/>
                <a:cs typeface="Arial"/>
              </a:rPr>
              <a:t>harmonic distortion.</a:t>
            </a:r>
            <a:endParaRPr sz="1800">
              <a:latin typeface="Arial"/>
              <a:cs typeface="Arial"/>
            </a:endParaRPr>
          </a:p>
          <a:p>
            <a:pPr>
              <a:lnSpc>
                <a:spcPct val="100000"/>
              </a:lnSpc>
              <a:spcBef>
                <a:spcPts val="90"/>
              </a:spcBef>
              <a:buFont typeface="Arial"/>
              <a:buChar char="•"/>
            </a:pPr>
            <a:endParaRPr sz="1800">
              <a:latin typeface="Arial"/>
              <a:cs typeface="Arial"/>
            </a:endParaRPr>
          </a:p>
          <a:p>
            <a:pPr marL="91440" indent="-88900">
              <a:lnSpc>
                <a:spcPct val="100000"/>
              </a:lnSpc>
              <a:buSzPct val="94444"/>
              <a:buFont typeface="Arial"/>
              <a:buChar char="•"/>
              <a:tabLst>
                <a:tab pos="91440" algn="l"/>
              </a:tabLst>
            </a:pPr>
            <a:r>
              <a:rPr sz="1800" b="1" dirty="0">
                <a:latin typeface="Arial"/>
                <a:cs typeface="Arial"/>
              </a:rPr>
              <a:t>Clock</a:t>
            </a:r>
            <a:r>
              <a:rPr sz="1800" b="1" spc="-55" dirty="0">
                <a:latin typeface="Arial"/>
                <a:cs typeface="Arial"/>
              </a:rPr>
              <a:t> </a:t>
            </a:r>
            <a:r>
              <a:rPr sz="1800" b="1" dirty="0">
                <a:latin typeface="Arial"/>
                <a:cs typeface="Arial"/>
              </a:rPr>
              <a:t>Jitter</a:t>
            </a:r>
            <a:r>
              <a:rPr sz="1800" dirty="0">
                <a:latin typeface="Arial"/>
                <a:cs typeface="Arial"/>
              </a:rPr>
              <a:t>:</a:t>
            </a:r>
            <a:r>
              <a:rPr sz="1800" spc="-35" dirty="0">
                <a:latin typeface="Arial"/>
                <a:cs typeface="Arial"/>
              </a:rPr>
              <a:t> </a:t>
            </a:r>
            <a:r>
              <a:rPr sz="1800" dirty="0">
                <a:latin typeface="Arial"/>
                <a:cs typeface="Arial"/>
              </a:rPr>
              <a:t>Variations</a:t>
            </a:r>
            <a:r>
              <a:rPr sz="1800" spc="-25" dirty="0">
                <a:latin typeface="Arial"/>
                <a:cs typeface="Arial"/>
              </a:rPr>
              <a:t> </a:t>
            </a:r>
            <a:r>
              <a:rPr sz="1800" dirty="0">
                <a:latin typeface="Arial"/>
                <a:cs typeface="Arial"/>
              </a:rPr>
              <a:t>in</a:t>
            </a:r>
            <a:r>
              <a:rPr sz="1800" spc="-25" dirty="0">
                <a:latin typeface="Arial"/>
                <a:cs typeface="Arial"/>
              </a:rPr>
              <a:t> </a:t>
            </a:r>
            <a:r>
              <a:rPr sz="1800" dirty="0">
                <a:latin typeface="Arial"/>
                <a:cs typeface="Arial"/>
              </a:rPr>
              <a:t>clock</a:t>
            </a:r>
            <a:r>
              <a:rPr sz="1800" spc="-40" dirty="0">
                <a:latin typeface="Arial"/>
                <a:cs typeface="Arial"/>
              </a:rPr>
              <a:t> </a:t>
            </a:r>
            <a:r>
              <a:rPr sz="1800" dirty="0">
                <a:latin typeface="Arial"/>
                <a:cs typeface="Arial"/>
              </a:rPr>
              <a:t>timing,</a:t>
            </a:r>
            <a:r>
              <a:rPr sz="1800" spc="-35" dirty="0">
                <a:latin typeface="Arial"/>
                <a:cs typeface="Arial"/>
              </a:rPr>
              <a:t> </a:t>
            </a:r>
            <a:r>
              <a:rPr sz="1800" dirty="0">
                <a:latin typeface="Arial"/>
                <a:cs typeface="Arial"/>
              </a:rPr>
              <a:t>affecting</a:t>
            </a:r>
            <a:r>
              <a:rPr sz="1800" spc="-25" dirty="0">
                <a:latin typeface="Arial"/>
                <a:cs typeface="Arial"/>
              </a:rPr>
              <a:t> </a:t>
            </a:r>
            <a:r>
              <a:rPr sz="1800" dirty="0">
                <a:latin typeface="Arial"/>
                <a:cs typeface="Arial"/>
              </a:rPr>
              <a:t>precision</a:t>
            </a:r>
            <a:r>
              <a:rPr sz="1800" spc="-30" dirty="0">
                <a:latin typeface="Arial"/>
                <a:cs typeface="Arial"/>
              </a:rPr>
              <a:t> </a:t>
            </a:r>
            <a:r>
              <a:rPr sz="1800" dirty="0">
                <a:latin typeface="Arial"/>
                <a:cs typeface="Arial"/>
              </a:rPr>
              <a:t>especially</a:t>
            </a:r>
            <a:r>
              <a:rPr sz="1800" spc="-15" dirty="0">
                <a:latin typeface="Arial"/>
                <a:cs typeface="Arial"/>
              </a:rPr>
              <a:t> </a:t>
            </a:r>
            <a:r>
              <a:rPr sz="1800" dirty="0">
                <a:latin typeface="Arial"/>
                <a:cs typeface="Arial"/>
              </a:rPr>
              <a:t>at</a:t>
            </a:r>
            <a:r>
              <a:rPr sz="1800" spc="-35" dirty="0">
                <a:latin typeface="Arial"/>
                <a:cs typeface="Arial"/>
              </a:rPr>
              <a:t> </a:t>
            </a:r>
            <a:r>
              <a:rPr sz="1800" dirty="0">
                <a:latin typeface="Arial"/>
                <a:cs typeface="Arial"/>
              </a:rPr>
              <a:t>higher</a:t>
            </a:r>
            <a:r>
              <a:rPr sz="1800" spc="-20" dirty="0">
                <a:latin typeface="Arial"/>
                <a:cs typeface="Arial"/>
              </a:rPr>
              <a:t> </a:t>
            </a:r>
            <a:r>
              <a:rPr sz="1800" spc="-10" dirty="0">
                <a:latin typeface="Arial"/>
                <a:cs typeface="Arial"/>
              </a:rPr>
              <a:t>frequencies.</a:t>
            </a:r>
            <a:endParaRPr sz="1800">
              <a:latin typeface="Arial"/>
              <a:cs typeface="Arial"/>
            </a:endParaRPr>
          </a:p>
          <a:p>
            <a:pPr>
              <a:lnSpc>
                <a:spcPct val="100000"/>
              </a:lnSpc>
              <a:spcBef>
                <a:spcPts val="90"/>
              </a:spcBef>
              <a:buFont typeface="Arial"/>
              <a:buChar char="•"/>
            </a:pPr>
            <a:endParaRPr sz="1800">
              <a:latin typeface="Arial"/>
              <a:cs typeface="Arial"/>
            </a:endParaRPr>
          </a:p>
          <a:p>
            <a:pPr marL="91440" indent="-88900">
              <a:lnSpc>
                <a:spcPct val="100000"/>
              </a:lnSpc>
              <a:buSzPct val="94444"/>
              <a:buFont typeface="Arial"/>
              <a:buChar char="•"/>
              <a:tabLst>
                <a:tab pos="91440" algn="l"/>
              </a:tabLst>
            </a:pPr>
            <a:r>
              <a:rPr sz="1800" b="1" dirty="0">
                <a:latin typeface="Arial"/>
                <a:cs typeface="Arial"/>
              </a:rPr>
              <a:t>Power</a:t>
            </a:r>
            <a:r>
              <a:rPr sz="1800" b="1" spc="-60" dirty="0">
                <a:latin typeface="Arial"/>
                <a:cs typeface="Arial"/>
              </a:rPr>
              <a:t> </a:t>
            </a:r>
            <a:r>
              <a:rPr sz="1800" b="1" dirty="0">
                <a:latin typeface="Arial"/>
                <a:cs typeface="Arial"/>
              </a:rPr>
              <a:t>Supply</a:t>
            </a:r>
            <a:r>
              <a:rPr sz="1800" b="1" spc="-65" dirty="0">
                <a:latin typeface="Arial"/>
                <a:cs typeface="Arial"/>
              </a:rPr>
              <a:t> </a:t>
            </a:r>
            <a:r>
              <a:rPr sz="1800" b="1" dirty="0">
                <a:latin typeface="Arial"/>
                <a:cs typeface="Arial"/>
              </a:rPr>
              <a:t>Noise</a:t>
            </a:r>
            <a:r>
              <a:rPr sz="1800" dirty="0">
                <a:latin typeface="Arial"/>
                <a:cs typeface="Arial"/>
              </a:rPr>
              <a:t>:</a:t>
            </a:r>
            <a:r>
              <a:rPr sz="1800" spc="-30" dirty="0">
                <a:latin typeface="Arial"/>
                <a:cs typeface="Arial"/>
              </a:rPr>
              <a:t> </a:t>
            </a:r>
            <a:r>
              <a:rPr sz="1800" dirty="0">
                <a:latin typeface="Arial"/>
                <a:cs typeface="Arial"/>
              </a:rPr>
              <a:t>Coupling</a:t>
            </a:r>
            <a:r>
              <a:rPr sz="1800" spc="-15" dirty="0">
                <a:latin typeface="Arial"/>
                <a:cs typeface="Arial"/>
              </a:rPr>
              <a:t> </a:t>
            </a:r>
            <a:r>
              <a:rPr sz="1800" dirty="0">
                <a:latin typeface="Arial"/>
                <a:cs typeface="Arial"/>
              </a:rPr>
              <a:t>from</a:t>
            </a:r>
            <a:r>
              <a:rPr sz="1800" spc="-35" dirty="0">
                <a:latin typeface="Arial"/>
                <a:cs typeface="Arial"/>
              </a:rPr>
              <a:t> </a:t>
            </a:r>
            <a:r>
              <a:rPr sz="1800" dirty="0">
                <a:latin typeface="Arial"/>
                <a:cs typeface="Arial"/>
              </a:rPr>
              <a:t>power</a:t>
            </a:r>
            <a:r>
              <a:rPr sz="1800" spc="10" dirty="0">
                <a:latin typeface="Arial"/>
                <a:cs typeface="Arial"/>
              </a:rPr>
              <a:t> </a:t>
            </a:r>
            <a:r>
              <a:rPr sz="1800" dirty="0">
                <a:latin typeface="Arial"/>
                <a:cs typeface="Arial"/>
              </a:rPr>
              <a:t>supply</a:t>
            </a:r>
            <a:r>
              <a:rPr sz="1800" spc="-20" dirty="0">
                <a:latin typeface="Arial"/>
                <a:cs typeface="Arial"/>
              </a:rPr>
              <a:t> </a:t>
            </a:r>
            <a:r>
              <a:rPr sz="1800" dirty="0">
                <a:latin typeface="Arial"/>
                <a:cs typeface="Arial"/>
              </a:rPr>
              <a:t>fluctuations</a:t>
            </a:r>
            <a:r>
              <a:rPr sz="1800" spc="-25" dirty="0">
                <a:latin typeface="Arial"/>
                <a:cs typeface="Arial"/>
              </a:rPr>
              <a:t> </a:t>
            </a:r>
            <a:r>
              <a:rPr sz="1800" dirty="0">
                <a:latin typeface="Arial"/>
                <a:cs typeface="Arial"/>
              </a:rPr>
              <a:t>into</a:t>
            </a:r>
            <a:r>
              <a:rPr sz="1800" spc="-40" dirty="0">
                <a:latin typeface="Arial"/>
                <a:cs typeface="Arial"/>
              </a:rPr>
              <a:t> </a:t>
            </a:r>
            <a:r>
              <a:rPr sz="1800" dirty="0">
                <a:latin typeface="Arial"/>
                <a:cs typeface="Arial"/>
              </a:rPr>
              <a:t>the</a:t>
            </a:r>
            <a:r>
              <a:rPr sz="1800" spc="-40" dirty="0">
                <a:latin typeface="Arial"/>
                <a:cs typeface="Arial"/>
              </a:rPr>
              <a:t> </a:t>
            </a:r>
            <a:r>
              <a:rPr sz="1800" dirty="0">
                <a:latin typeface="Arial"/>
                <a:cs typeface="Arial"/>
              </a:rPr>
              <a:t>analog</a:t>
            </a:r>
            <a:r>
              <a:rPr sz="1800" spc="-15" dirty="0">
                <a:latin typeface="Arial"/>
                <a:cs typeface="Arial"/>
              </a:rPr>
              <a:t> </a:t>
            </a:r>
            <a:r>
              <a:rPr sz="1800" spc="-10" dirty="0">
                <a:latin typeface="Arial"/>
                <a:cs typeface="Arial"/>
              </a:rPr>
              <a:t>output.</a:t>
            </a:r>
            <a:endParaRPr sz="1800">
              <a:latin typeface="Arial"/>
              <a:cs typeface="Arial"/>
            </a:endParaRPr>
          </a:p>
        </p:txBody>
      </p:sp>
      <p:grpSp>
        <p:nvGrpSpPr>
          <p:cNvPr id="4" name="object 4"/>
          <p:cNvGrpSpPr/>
          <p:nvPr/>
        </p:nvGrpSpPr>
        <p:grpSpPr>
          <a:xfrm>
            <a:off x="444500" y="1587500"/>
            <a:ext cx="939800" cy="939800"/>
            <a:chOff x="444500" y="1587500"/>
            <a:chExt cx="939800" cy="939800"/>
          </a:xfrm>
        </p:grpSpPr>
        <p:sp>
          <p:nvSpPr>
            <p:cNvPr id="5" name="object 5"/>
            <p:cNvSpPr/>
            <p:nvPr/>
          </p:nvSpPr>
          <p:spPr>
            <a:xfrm>
              <a:off x="457200"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6" name="object 6"/>
            <p:cNvSpPr/>
            <p:nvPr/>
          </p:nvSpPr>
          <p:spPr>
            <a:xfrm>
              <a:off x="457200"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7" name="object 7"/>
          <p:cNvSpPr txBox="1"/>
          <p:nvPr/>
        </p:nvSpPr>
        <p:spPr>
          <a:xfrm>
            <a:off x="538130" y="1925827"/>
            <a:ext cx="75247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Computer</a:t>
            </a:r>
            <a:endParaRPr sz="1400">
              <a:latin typeface="Calibri"/>
              <a:cs typeface="Calibri"/>
            </a:endParaRPr>
          </a:p>
        </p:txBody>
      </p:sp>
      <p:grpSp>
        <p:nvGrpSpPr>
          <p:cNvPr id="8" name="object 8"/>
          <p:cNvGrpSpPr/>
          <p:nvPr/>
        </p:nvGrpSpPr>
        <p:grpSpPr>
          <a:xfrm>
            <a:off x="1617002" y="1587500"/>
            <a:ext cx="939800" cy="939800"/>
            <a:chOff x="1617002" y="1587500"/>
            <a:chExt cx="939800" cy="939800"/>
          </a:xfrm>
        </p:grpSpPr>
        <p:sp>
          <p:nvSpPr>
            <p:cNvPr id="9" name="object 9"/>
            <p:cNvSpPr/>
            <p:nvPr/>
          </p:nvSpPr>
          <p:spPr>
            <a:xfrm>
              <a:off x="1629702"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C0504D"/>
            </a:solidFill>
          </p:spPr>
          <p:txBody>
            <a:bodyPr wrap="square" lIns="0" tIns="0" rIns="0" bIns="0" rtlCol="0"/>
            <a:lstStyle/>
            <a:p>
              <a:endParaRPr/>
            </a:p>
          </p:txBody>
        </p:sp>
        <p:sp>
          <p:nvSpPr>
            <p:cNvPr id="10" name="object 10"/>
            <p:cNvSpPr/>
            <p:nvPr/>
          </p:nvSpPr>
          <p:spPr>
            <a:xfrm>
              <a:off x="1629702"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4F1D1B"/>
              </a:solidFill>
            </a:ln>
          </p:spPr>
          <p:txBody>
            <a:bodyPr wrap="square" lIns="0" tIns="0" rIns="0" bIns="0" rtlCol="0"/>
            <a:lstStyle/>
            <a:p>
              <a:endParaRPr/>
            </a:p>
          </p:txBody>
        </p:sp>
      </p:grpSp>
      <p:sp>
        <p:nvSpPr>
          <p:cNvPr id="11" name="object 11"/>
          <p:cNvSpPr txBox="1"/>
          <p:nvPr/>
        </p:nvSpPr>
        <p:spPr>
          <a:xfrm>
            <a:off x="1712157" y="1712468"/>
            <a:ext cx="749300" cy="666750"/>
          </a:xfrm>
          <a:prstGeom prst="rect">
            <a:avLst/>
          </a:prstGeom>
        </p:spPr>
        <p:txBody>
          <a:bodyPr vert="horz" wrap="square" lIns="0" tIns="13335" rIns="0" bIns="0" rtlCol="0">
            <a:spAutoFit/>
          </a:bodyPr>
          <a:lstStyle/>
          <a:p>
            <a:pPr marL="12700" marR="5080" algn="ctr">
              <a:lnSpc>
                <a:spcPct val="100000"/>
              </a:lnSpc>
              <a:spcBef>
                <a:spcPts val="105"/>
              </a:spcBef>
            </a:pPr>
            <a:r>
              <a:rPr sz="1400" dirty="0">
                <a:solidFill>
                  <a:srgbClr val="FFFFFF"/>
                </a:solidFill>
                <a:latin typeface="Calibri"/>
                <a:cs typeface="Calibri"/>
              </a:rPr>
              <a:t>Digital</a:t>
            </a:r>
            <a:r>
              <a:rPr sz="1400" spc="-40" dirty="0">
                <a:solidFill>
                  <a:srgbClr val="FFFFFF"/>
                </a:solidFill>
                <a:latin typeface="Calibri"/>
                <a:cs typeface="Calibri"/>
              </a:rPr>
              <a:t> </a:t>
            </a:r>
            <a:r>
              <a:rPr sz="1400" spc="-25" dirty="0">
                <a:solidFill>
                  <a:srgbClr val="FFFFFF"/>
                </a:solidFill>
                <a:latin typeface="Calibri"/>
                <a:cs typeface="Calibri"/>
              </a:rPr>
              <a:t>to </a:t>
            </a:r>
            <a:r>
              <a:rPr sz="1400" spc="-10" dirty="0">
                <a:solidFill>
                  <a:srgbClr val="FFFFFF"/>
                </a:solidFill>
                <a:latin typeface="Calibri"/>
                <a:cs typeface="Calibri"/>
              </a:rPr>
              <a:t>Analog Converter</a:t>
            </a:r>
            <a:endParaRPr sz="1400">
              <a:latin typeface="Calibri"/>
              <a:cs typeface="Calibri"/>
            </a:endParaRPr>
          </a:p>
        </p:txBody>
      </p:sp>
      <p:grpSp>
        <p:nvGrpSpPr>
          <p:cNvPr id="12" name="object 12"/>
          <p:cNvGrpSpPr/>
          <p:nvPr/>
        </p:nvGrpSpPr>
        <p:grpSpPr>
          <a:xfrm>
            <a:off x="2875699" y="1587500"/>
            <a:ext cx="939800" cy="939800"/>
            <a:chOff x="2875699" y="1587500"/>
            <a:chExt cx="939800" cy="939800"/>
          </a:xfrm>
        </p:grpSpPr>
        <p:sp>
          <p:nvSpPr>
            <p:cNvPr id="13" name="object 13"/>
            <p:cNvSpPr/>
            <p:nvPr/>
          </p:nvSpPr>
          <p:spPr>
            <a:xfrm>
              <a:off x="2888399"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14" name="object 14"/>
            <p:cNvSpPr/>
            <p:nvPr/>
          </p:nvSpPr>
          <p:spPr>
            <a:xfrm>
              <a:off x="2888399"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5" name="object 15"/>
          <p:cNvSpPr txBox="1"/>
          <p:nvPr/>
        </p:nvSpPr>
        <p:spPr>
          <a:xfrm>
            <a:off x="3098873" y="1712468"/>
            <a:ext cx="492125" cy="666750"/>
          </a:xfrm>
          <a:prstGeom prst="rect">
            <a:avLst/>
          </a:prstGeom>
        </p:spPr>
        <p:txBody>
          <a:bodyPr vert="horz" wrap="square" lIns="0" tIns="13335" rIns="0" bIns="0" rtlCol="0">
            <a:spAutoFit/>
          </a:bodyPr>
          <a:lstStyle/>
          <a:p>
            <a:pPr algn="ctr">
              <a:lnSpc>
                <a:spcPct val="100000"/>
              </a:lnSpc>
              <a:spcBef>
                <a:spcPts val="105"/>
              </a:spcBef>
            </a:pPr>
            <a:r>
              <a:rPr sz="1400" spc="-25" dirty="0">
                <a:solidFill>
                  <a:srgbClr val="FFFFFF"/>
                </a:solidFill>
                <a:latin typeface="Calibri"/>
                <a:cs typeface="Calibri"/>
              </a:rPr>
              <a:t>LED</a:t>
            </a:r>
            <a:endParaRPr sz="1400">
              <a:latin typeface="Calibri"/>
              <a:cs typeface="Calibri"/>
            </a:endParaRPr>
          </a:p>
          <a:p>
            <a:pPr marL="12700" marR="5080" indent="-635" algn="ctr">
              <a:lnSpc>
                <a:spcPct val="100000"/>
              </a:lnSpc>
            </a:pPr>
            <a:r>
              <a:rPr sz="1400" spc="-10" dirty="0">
                <a:solidFill>
                  <a:srgbClr val="FFFFFF"/>
                </a:solidFill>
                <a:latin typeface="Calibri"/>
                <a:cs typeface="Calibri"/>
              </a:rPr>
              <a:t>Driver Circuit</a:t>
            </a:r>
            <a:endParaRPr sz="1400">
              <a:latin typeface="Calibri"/>
              <a:cs typeface="Calibri"/>
            </a:endParaRPr>
          </a:p>
        </p:txBody>
      </p:sp>
      <p:grpSp>
        <p:nvGrpSpPr>
          <p:cNvPr id="16" name="object 16"/>
          <p:cNvGrpSpPr/>
          <p:nvPr/>
        </p:nvGrpSpPr>
        <p:grpSpPr>
          <a:xfrm>
            <a:off x="4125455" y="1587500"/>
            <a:ext cx="939800" cy="939800"/>
            <a:chOff x="4125455" y="1587500"/>
            <a:chExt cx="939800" cy="939800"/>
          </a:xfrm>
        </p:grpSpPr>
        <p:sp>
          <p:nvSpPr>
            <p:cNvPr id="17" name="object 17"/>
            <p:cNvSpPr/>
            <p:nvPr/>
          </p:nvSpPr>
          <p:spPr>
            <a:xfrm>
              <a:off x="4138155"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18" name="object 18"/>
            <p:cNvSpPr/>
            <p:nvPr/>
          </p:nvSpPr>
          <p:spPr>
            <a:xfrm>
              <a:off x="4138155"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9" name="object 19"/>
          <p:cNvSpPr txBox="1"/>
          <p:nvPr/>
        </p:nvSpPr>
        <p:spPr>
          <a:xfrm>
            <a:off x="4446158" y="1925827"/>
            <a:ext cx="297180" cy="239395"/>
          </a:xfrm>
          <a:prstGeom prst="rect">
            <a:avLst/>
          </a:prstGeom>
        </p:spPr>
        <p:txBody>
          <a:bodyPr vert="horz" wrap="square" lIns="0" tIns="13335" rIns="0" bIns="0" rtlCol="0">
            <a:spAutoFit/>
          </a:bodyPr>
          <a:lstStyle/>
          <a:p>
            <a:pPr marL="12700">
              <a:lnSpc>
                <a:spcPct val="100000"/>
              </a:lnSpc>
              <a:spcBef>
                <a:spcPts val="105"/>
              </a:spcBef>
            </a:pPr>
            <a:r>
              <a:rPr sz="1400" spc="-25" dirty="0">
                <a:solidFill>
                  <a:srgbClr val="FFFFFF"/>
                </a:solidFill>
                <a:latin typeface="Calibri"/>
                <a:cs typeface="Calibri"/>
              </a:rPr>
              <a:t>LED</a:t>
            </a:r>
            <a:endParaRPr sz="1400">
              <a:latin typeface="Calibri"/>
              <a:cs typeface="Calibri"/>
            </a:endParaRPr>
          </a:p>
        </p:txBody>
      </p:sp>
      <p:grpSp>
        <p:nvGrpSpPr>
          <p:cNvPr id="20" name="object 20"/>
          <p:cNvGrpSpPr/>
          <p:nvPr/>
        </p:nvGrpSpPr>
        <p:grpSpPr>
          <a:xfrm>
            <a:off x="7344371" y="1587500"/>
            <a:ext cx="939800" cy="939800"/>
            <a:chOff x="7344371" y="1587500"/>
            <a:chExt cx="939800" cy="939800"/>
          </a:xfrm>
        </p:grpSpPr>
        <p:sp>
          <p:nvSpPr>
            <p:cNvPr id="21" name="object 21"/>
            <p:cNvSpPr/>
            <p:nvPr/>
          </p:nvSpPr>
          <p:spPr>
            <a:xfrm>
              <a:off x="7357071"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22" name="object 22"/>
            <p:cNvSpPr/>
            <p:nvPr/>
          </p:nvSpPr>
          <p:spPr>
            <a:xfrm>
              <a:off x="7357071"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23" name="object 23"/>
          <p:cNvSpPr txBox="1"/>
          <p:nvPr/>
        </p:nvSpPr>
        <p:spPr>
          <a:xfrm>
            <a:off x="7700134" y="1925827"/>
            <a:ext cx="226060" cy="239395"/>
          </a:xfrm>
          <a:prstGeom prst="rect">
            <a:avLst/>
          </a:prstGeom>
        </p:spPr>
        <p:txBody>
          <a:bodyPr vert="horz" wrap="square" lIns="0" tIns="13335" rIns="0" bIns="0" rtlCol="0">
            <a:spAutoFit/>
          </a:bodyPr>
          <a:lstStyle/>
          <a:p>
            <a:pPr marL="12700">
              <a:lnSpc>
                <a:spcPct val="100000"/>
              </a:lnSpc>
              <a:spcBef>
                <a:spcPts val="105"/>
              </a:spcBef>
            </a:pPr>
            <a:r>
              <a:rPr sz="1400" spc="-25" dirty="0">
                <a:solidFill>
                  <a:srgbClr val="FFFFFF"/>
                </a:solidFill>
                <a:latin typeface="Calibri"/>
                <a:cs typeface="Calibri"/>
              </a:rPr>
              <a:t>PD</a:t>
            </a:r>
            <a:endParaRPr sz="1400">
              <a:latin typeface="Calibri"/>
              <a:cs typeface="Calibri"/>
            </a:endParaRPr>
          </a:p>
        </p:txBody>
      </p:sp>
      <p:grpSp>
        <p:nvGrpSpPr>
          <p:cNvPr id="24" name="object 24"/>
          <p:cNvGrpSpPr/>
          <p:nvPr/>
        </p:nvGrpSpPr>
        <p:grpSpPr>
          <a:xfrm>
            <a:off x="9712108" y="1587500"/>
            <a:ext cx="939800" cy="939800"/>
            <a:chOff x="9712108" y="1587500"/>
            <a:chExt cx="939800" cy="939800"/>
          </a:xfrm>
        </p:grpSpPr>
        <p:sp>
          <p:nvSpPr>
            <p:cNvPr id="25" name="object 25"/>
            <p:cNvSpPr/>
            <p:nvPr/>
          </p:nvSpPr>
          <p:spPr>
            <a:xfrm>
              <a:off x="9724808"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26" name="object 26"/>
            <p:cNvSpPr/>
            <p:nvPr/>
          </p:nvSpPr>
          <p:spPr>
            <a:xfrm>
              <a:off x="9724808"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27" name="object 27"/>
          <p:cNvSpPr txBox="1"/>
          <p:nvPr/>
        </p:nvSpPr>
        <p:spPr>
          <a:xfrm>
            <a:off x="9807254" y="1712468"/>
            <a:ext cx="749300" cy="666750"/>
          </a:xfrm>
          <a:prstGeom prst="rect">
            <a:avLst/>
          </a:prstGeom>
        </p:spPr>
        <p:txBody>
          <a:bodyPr vert="horz" wrap="square" lIns="0" tIns="13335" rIns="0" bIns="0" rtlCol="0">
            <a:spAutoFit/>
          </a:bodyPr>
          <a:lstStyle/>
          <a:p>
            <a:pPr marL="12065" marR="5080" indent="-1905" algn="ctr">
              <a:lnSpc>
                <a:spcPct val="100000"/>
              </a:lnSpc>
              <a:spcBef>
                <a:spcPts val="105"/>
              </a:spcBef>
            </a:pPr>
            <a:r>
              <a:rPr sz="1400" dirty="0">
                <a:solidFill>
                  <a:srgbClr val="FFFFFF"/>
                </a:solidFill>
                <a:latin typeface="Calibri"/>
                <a:cs typeface="Calibri"/>
              </a:rPr>
              <a:t>Analog</a:t>
            </a:r>
            <a:r>
              <a:rPr sz="1400" spc="-45" dirty="0">
                <a:solidFill>
                  <a:srgbClr val="FFFFFF"/>
                </a:solidFill>
                <a:latin typeface="Calibri"/>
                <a:cs typeface="Calibri"/>
              </a:rPr>
              <a:t> </a:t>
            </a:r>
            <a:r>
              <a:rPr sz="1400" spc="-25" dirty="0">
                <a:solidFill>
                  <a:srgbClr val="FFFFFF"/>
                </a:solidFill>
                <a:latin typeface="Calibri"/>
                <a:cs typeface="Calibri"/>
              </a:rPr>
              <a:t>to </a:t>
            </a:r>
            <a:r>
              <a:rPr sz="1400" spc="-10" dirty="0">
                <a:solidFill>
                  <a:srgbClr val="FFFFFF"/>
                </a:solidFill>
                <a:latin typeface="Calibri"/>
                <a:cs typeface="Calibri"/>
              </a:rPr>
              <a:t>Digital Converter</a:t>
            </a:r>
            <a:endParaRPr sz="1400">
              <a:latin typeface="Calibri"/>
              <a:cs typeface="Calibri"/>
            </a:endParaRPr>
          </a:p>
        </p:txBody>
      </p:sp>
      <p:grpSp>
        <p:nvGrpSpPr>
          <p:cNvPr id="28" name="object 28"/>
          <p:cNvGrpSpPr/>
          <p:nvPr/>
        </p:nvGrpSpPr>
        <p:grpSpPr>
          <a:xfrm>
            <a:off x="8539619" y="1592948"/>
            <a:ext cx="939800" cy="939800"/>
            <a:chOff x="8539619" y="1592948"/>
            <a:chExt cx="939800" cy="939800"/>
          </a:xfrm>
        </p:grpSpPr>
        <p:sp>
          <p:nvSpPr>
            <p:cNvPr id="29" name="object 29"/>
            <p:cNvSpPr/>
            <p:nvPr/>
          </p:nvSpPr>
          <p:spPr>
            <a:xfrm>
              <a:off x="8552319" y="1605648"/>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30" name="object 30"/>
            <p:cNvSpPr/>
            <p:nvPr/>
          </p:nvSpPr>
          <p:spPr>
            <a:xfrm>
              <a:off x="8552319" y="1605648"/>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31" name="object 31"/>
          <p:cNvSpPr txBox="1"/>
          <p:nvPr/>
        </p:nvSpPr>
        <p:spPr>
          <a:xfrm>
            <a:off x="8662171" y="1931277"/>
            <a:ext cx="69278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Amplifier</a:t>
            </a:r>
            <a:endParaRPr sz="1400">
              <a:latin typeface="Calibri"/>
              <a:cs typeface="Calibri"/>
            </a:endParaRPr>
          </a:p>
        </p:txBody>
      </p:sp>
      <p:grpSp>
        <p:nvGrpSpPr>
          <p:cNvPr id="32" name="object 32"/>
          <p:cNvGrpSpPr/>
          <p:nvPr/>
        </p:nvGrpSpPr>
        <p:grpSpPr>
          <a:xfrm>
            <a:off x="10829823" y="1597329"/>
            <a:ext cx="939800" cy="939800"/>
            <a:chOff x="10829823" y="1597329"/>
            <a:chExt cx="939800" cy="939800"/>
          </a:xfrm>
        </p:grpSpPr>
        <p:sp>
          <p:nvSpPr>
            <p:cNvPr id="33" name="object 33"/>
            <p:cNvSpPr/>
            <p:nvPr/>
          </p:nvSpPr>
          <p:spPr>
            <a:xfrm>
              <a:off x="10842523" y="16100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34" name="object 34"/>
            <p:cNvSpPr/>
            <p:nvPr/>
          </p:nvSpPr>
          <p:spPr>
            <a:xfrm>
              <a:off x="10842523" y="16100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35" name="object 35"/>
          <p:cNvSpPr txBox="1"/>
          <p:nvPr/>
        </p:nvSpPr>
        <p:spPr>
          <a:xfrm>
            <a:off x="10923452" y="1935660"/>
            <a:ext cx="75247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Computer</a:t>
            </a:r>
            <a:endParaRPr sz="1400">
              <a:latin typeface="Calibri"/>
              <a:cs typeface="Calibri"/>
            </a:endParaRPr>
          </a:p>
        </p:txBody>
      </p:sp>
      <p:sp>
        <p:nvSpPr>
          <p:cNvPr id="36" name="object 36"/>
          <p:cNvSpPr/>
          <p:nvPr/>
        </p:nvSpPr>
        <p:spPr>
          <a:xfrm>
            <a:off x="304800" y="1371600"/>
            <a:ext cx="4876800" cy="1371600"/>
          </a:xfrm>
          <a:custGeom>
            <a:avLst/>
            <a:gdLst/>
            <a:ahLst/>
            <a:cxnLst/>
            <a:rect l="l" t="t" r="r" b="b"/>
            <a:pathLst>
              <a:path w="4876800" h="1371600">
                <a:moveTo>
                  <a:pt x="0" y="0"/>
                </a:moveTo>
                <a:lnTo>
                  <a:pt x="4876800" y="0"/>
                </a:lnTo>
                <a:lnTo>
                  <a:pt x="4876800" y="1371600"/>
                </a:lnTo>
                <a:lnTo>
                  <a:pt x="0" y="1371600"/>
                </a:lnTo>
                <a:lnTo>
                  <a:pt x="0" y="0"/>
                </a:lnTo>
                <a:close/>
              </a:path>
            </a:pathLst>
          </a:custGeom>
          <a:ln w="25400">
            <a:solidFill>
              <a:srgbClr val="1C334E"/>
            </a:solidFill>
            <a:prstDash val="sysDash"/>
          </a:ln>
        </p:spPr>
        <p:txBody>
          <a:bodyPr wrap="square" lIns="0" tIns="0" rIns="0" bIns="0" rtlCol="0"/>
          <a:lstStyle/>
          <a:p>
            <a:endParaRPr/>
          </a:p>
        </p:txBody>
      </p:sp>
      <p:sp>
        <p:nvSpPr>
          <p:cNvPr id="37" name="object 37"/>
          <p:cNvSpPr/>
          <p:nvPr/>
        </p:nvSpPr>
        <p:spPr>
          <a:xfrm>
            <a:off x="7239000" y="1361770"/>
            <a:ext cx="4800600" cy="1371600"/>
          </a:xfrm>
          <a:custGeom>
            <a:avLst/>
            <a:gdLst/>
            <a:ahLst/>
            <a:cxnLst/>
            <a:rect l="l" t="t" r="r" b="b"/>
            <a:pathLst>
              <a:path w="4800600" h="1371600">
                <a:moveTo>
                  <a:pt x="0" y="0"/>
                </a:moveTo>
                <a:lnTo>
                  <a:pt x="4800600" y="0"/>
                </a:lnTo>
                <a:lnTo>
                  <a:pt x="4800600" y="1371600"/>
                </a:lnTo>
                <a:lnTo>
                  <a:pt x="0" y="1371600"/>
                </a:lnTo>
                <a:lnTo>
                  <a:pt x="0" y="0"/>
                </a:lnTo>
                <a:close/>
              </a:path>
            </a:pathLst>
          </a:custGeom>
          <a:ln w="25400">
            <a:solidFill>
              <a:srgbClr val="1C334E"/>
            </a:solidFill>
            <a:prstDash val="sysDash"/>
          </a:ln>
        </p:spPr>
        <p:txBody>
          <a:bodyPr wrap="square" lIns="0" tIns="0" rIns="0" bIns="0" rtlCol="0"/>
          <a:lstStyle/>
          <a:p>
            <a:endParaRPr/>
          </a:p>
        </p:txBody>
      </p:sp>
      <p:grpSp>
        <p:nvGrpSpPr>
          <p:cNvPr id="38" name="object 38"/>
          <p:cNvGrpSpPr/>
          <p:nvPr/>
        </p:nvGrpSpPr>
        <p:grpSpPr>
          <a:xfrm>
            <a:off x="5245100" y="1968500"/>
            <a:ext cx="1877695" cy="177800"/>
            <a:chOff x="5245100" y="1968500"/>
            <a:chExt cx="1877695" cy="177800"/>
          </a:xfrm>
        </p:grpSpPr>
        <p:sp>
          <p:nvSpPr>
            <p:cNvPr id="39" name="object 39"/>
            <p:cNvSpPr/>
            <p:nvPr/>
          </p:nvSpPr>
          <p:spPr>
            <a:xfrm>
              <a:off x="5257800" y="1981200"/>
              <a:ext cx="1852295" cy="152400"/>
            </a:xfrm>
            <a:custGeom>
              <a:avLst/>
              <a:gdLst/>
              <a:ahLst/>
              <a:cxnLst/>
              <a:rect l="l" t="t" r="r" b="b"/>
              <a:pathLst>
                <a:path w="1852295" h="152400">
                  <a:moveTo>
                    <a:pt x="1775955" y="0"/>
                  </a:moveTo>
                  <a:lnTo>
                    <a:pt x="1775955" y="38100"/>
                  </a:lnTo>
                  <a:lnTo>
                    <a:pt x="0" y="38100"/>
                  </a:lnTo>
                  <a:lnTo>
                    <a:pt x="0" y="114300"/>
                  </a:lnTo>
                  <a:lnTo>
                    <a:pt x="1775955" y="114300"/>
                  </a:lnTo>
                  <a:lnTo>
                    <a:pt x="1775955" y="152400"/>
                  </a:lnTo>
                  <a:lnTo>
                    <a:pt x="1852155" y="76200"/>
                  </a:lnTo>
                  <a:lnTo>
                    <a:pt x="1775955" y="0"/>
                  </a:lnTo>
                  <a:close/>
                </a:path>
              </a:pathLst>
            </a:custGeom>
            <a:solidFill>
              <a:srgbClr val="4F81BC"/>
            </a:solidFill>
          </p:spPr>
          <p:txBody>
            <a:bodyPr wrap="square" lIns="0" tIns="0" rIns="0" bIns="0" rtlCol="0"/>
            <a:lstStyle/>
            <a:p>
              <a:endParaRPr/>
            </a:p>
          </p:txBody>
        </p:sp>
        <p:sp>
          <p:nvSpPr>
            <p:cNvPr id="40" name="object 40"/>
            <p:cNvSpPr/>
            <p:nvPr/>
          </p:nvSpPr>
          <p:spPr>
            <a:xfrm>
              <a:off x="5257800" y="1981200"/>
              <a:ext cx="1852295" cy="152400"/>
            </a:xfrm>
            <a:custGeom>
              <a:avLst/>
              <a:gdLst/>
              <a:ahLst/>
              <a:cxnLst/>
              <a:rect l="l" t="t" r="r" b="b"/>
              <a:pathLst>
                <a:path w="1852295" h="152400">
                  <a:moveTo>
                    <a:pt x="0" y="38100"/>
                  </a:moveTo>
                  <a:lnTo>
                    <a:pt x="1775955" y="38100"/>
                  </a:lnTo>
                  <a:lnTo>
                    <a:pt x="1775955" y="0"/>
                  </a:lnTo>
                  <a:lnTo>
                    <a:pt x="1852155" y="76200"/>
                  </a:lnTo>
                  <a:lnTo>
                    <a:pt x="1775955" y="152400"/>
                  </a:lnTo>
                  <a:lnTo>
                    <a:pt x="1775955" y="114300"/>
                  </a:lnTo>
                  <a:lnTo>
                    <a:pt x="0" y="114300"/>
                  </a:lnTo>
                  <a:lnTo>
                    <a:pt x="0" y="38100"/>
                  </a:lnTo>
                  <a:close/>
                </a:path>
              </a:pathLst>
            </a:custGeom>
            <a:ln w="25400">
              <a:solidFill>
                <a:srgbClr val="1C334E"/>
              </a:solidFill>
            </a:ln>
          </p:spPr>
          <p:txBody>
            <a:bodyPr wrap="square" lIns="0" tIns="0" rIns="0" bIns="0" rtlCol="0"/>
            <a:lstStyle/>
            <a:p>
              <a:endParaRPr/>
            </a:p>
          </p:txBody>
        </p:sp>
      </p:gr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Let’s</a:t>
            </a:r>
            <a:r>
              <a:rPr spc="-40" dirty="0"/>
              <a:t> </a:t>
            </a:r>
            <a:r>
              <a:rPr dirty="0"/>
              <a:t>talk</a:t>
            </a:r>
            <a:r>
              <a:rPr spc="-40" dirty="0"/>
              <a:t> </a:t>
            </a:r>
            <a:r>
              <a:rPr dirty="0"/>
              <a:t>about</a:t>
            </a:r>
            <a:r>
              <a:rPr spc="-20" dirty="0"/>
              <a:t> </a:t>
            </a:r>
            <a:r>
              <a:rPr dirty="0"/>
              <a:t>a</a:t>
            </a:r>
            <a:r>
              <a:rPr spc="-30" dirty="0"/>
              <a:t> </a:t>
            </a:r>
            <a:r>
              <a:rPr dirty="0"/>
              <a:t>real</a:t>
            </a:r>
            <a:r>
              <a:rPr spc="-45" dirty="0"/>
              <a:t> </a:t>
            </a:r>
            <a:r>
              <a:rPr dirty="0"/>
              <a:t>world</a:t>
            </a:r>
            <a:r>
              <a:rPr spc="-40" dirty="0"/>
              <a:t> </a:t>
            </a:r>
            <a:r>
              <a:rPr spc="-10" dirty="0"/>
              <a:t>system</a:t>
            </a:r>
          </a:p>
        </p:txBody>
      </p:sp>
      <p:sp>
        <p:nvSpPr>
          <p:cNvPr id="3" name="object 3"/>
          <p:cNvSpPr txBox="1"/>
          <p:nvPr/>
        </p:nvSpPr>
        <p:spPr>
          <a:xfrm>
            <a:off x="405663" y="3227323"/>
            <a:ext cx="10206355" cy="574040"/>
          </a:xfrm>
          <a:prstGeom prst="rect">
            <a:avLst/>
          </a:prstGeom>
        </p:spPr>
        <p:txBody>
          <a:bodyPr vert="horz" wrap="square" lIns="0" tIns="12700" rIns="0" bIns="0" rtlCol="0">
            <a:spAutoFit/>
          </a:bodyPr>
          <a:lstStyle/>
          <a:p>
            <a:pPr marL="12700" marR="5080">
              <a:lnSpc>
                <a:spcPct val="100000"/>
              </a:lnSpc>
              <a:spcBef>
                <a:spcPts val="100"/>
              </a:spcBef>
            </a:pPr>
            <a:r>
              <a:rPr sz="1800" dirty="0">
                <a:latin typeface="Arial"/>
                <a:cs typeface="Arial"/>
              </a:rPr>
              <a:t>What</a:t>
            </a:r>
            <a:r>
              <a:rPr sz="1800" spc="-20" dirty="0">
                <a:latin typeface="Arial"/>
                <a:cs typeface="Arial"/>
              </a:rPr>
              <a:t> </a:t>
            </a:r>
            <a:r>
              <a:rPr sz="1800" dirty="0">
                <a:latin typeface="Arial"/>
                <a:cs typeface="Arial"/>
              </a:rPr>
              <a:t>is</a:t>
            </a:r>
            <a:r>
              <a:rPr sz="1800" spc="-20" dirty="0">
                <a:latin typeface="Arial"/>
                <a:cs typeface="Arial"/>
              </a:rPr>
              <a:t> </a:t>
            </a:r>
            <a:r>
              <a:rPr sz="1800" dirty="0">
                <a:latin typeface="Arial"/>
                <a:cs typeface="Arial"/>
              </a:rPr>
              <a:t>the</a:t>
            </a:r>
            <a:r>
              <a:rPr sz="1800" spc="-25" dirty="0">
                <a:latin typeface="Arial"/>
                <a:cs typeface="Arial"/>
              </a:rPr>
              <a:t> </a:t>
            </a:r>
            <a:r>
              <a:rPr sz="1800" dirty="0">
                <a:latin typeface="Arial"/>
                <a:cs typeface="Arial"/>
              </a:rPr>
              <a:t>number</a:t>
            </a:r>
            <a:r>
              <a:rPr sz="1800" spc="-5" dirty="0">
                <a:latin typeface="Arial"/>
                <a:cs typeface="Arial"/>
              </a:rPr>
              <a:t> </a:t>
            </a:r>
            <a:r>
              <a:rPr sz="1800" dirty="0">
                <a:latin typeface="Arial"/>
                <a:cs typeface="Arial"/>
              </a:rPr>
              <a:t>of</a:t>
            </a:r>
            <a:r>
              <a:rPr sz="1800" spc="-30" dirty="0">
                <a:latin typeface="Arial"/>
                <a:cs typeface="Arial"/>
              </a:rPr>
              <a:t> </a:t>
            </a:r>
            <a:r>
              <a:rPr sz="1800" dirty="0">
                <a:latin typeface="Arial"/>
                <a:cs typeface="Arial"/>
              </a:rPr>
              <a:t>bits</a:t>
            </a:r>
            <a:r>
              <a:rPr sz="1800" spc="-20" dirty="0">
                <a:latin typeface="Arial"/>
                <a:cs typeface="Arial"/>
              </a:rPr>
              <a:t> </a:t>
            </a:r>
            <a:r>
              <a:rPr sz="1800" dirty="0">
                <a:latin typeface="Arial"/>
                <a:cs typeface="Arial"/>
              </a:rPr>
              <a:t>for</a:t>
            </a:r>
            <a:r>
              <a:rPr sz="1800" spc="-20" dirty="0">
                <a:latin typeface="Arial"/>
                <a:cs typeface="Arial"/>
              </a:rPr>
              <a:t> </a:t>
            </a:r>
            <a:r>
              <a:rPr sz="1800" dirty="0">
                <a:latin typeface="Arial"/>
                <a:cs typeface="Arial"/>
              </a:rPr>
              <a:t>a</a:t>
            </a:r>
            <a:r>
              <a:rPr sz="1800" spc="-25" dirty="0">
                <a:latin typeface="Arial"/>
                <a:cs typeface="Arial"/>
              </a:rPr>
              <a:t> </a:t>
            </a:r>
            <a:r>
              <a:rPr sz="1800" dirty="0">
                <a:latin typeface="Arial"/>
                <a:cs typeface="Arial"/>
              </a:rPr>
              <a:t>DAC?</a:t>
            </a:r>
            <a:r>
              <a:rPr sz="1800" spc="-10" dirty="0">
                <a:latin typeface="Arial"/>
                <a:cs typeface="Arial"/>
              </a:rPr>
              <a:t> </a:t>
            </a:r>
            <a:r>
              <a:rPr sz="1800" dirty="0">
                <a:latin typeface="Arial"/>
                <a:cs typeface="Arial"/>
              </a:rPr>
              <a:t>It</a:t>
            </a:r>
            <a:r>
              <a:rPr sz="1800" spc="-25" dirty="0">
                <a:latin typeface="Arial"/>
                <a:cs typeface="Arial"/>
              </a:rPr>
              <a:t> </a:t>
            </a:r>
            <a:r>
              <a:rPr sz="1800" dirty="0">
                <a:latin typeface="Arial"/>
                <a:cs typeface="Arial"/>
              </a:rPr>
              <a:t>defines</a:t>
            </a:r>
            <a:r>
              <a:rPr sz="1800" spc="-10" dirty="0">
                <a:latin typeface="Arial"/>
                <a:cs typeface="Arial"/>
              </a:rPr>
              <a:t> </a:t>
            </a:r>
            <a:r>
              <a:rPr sz="1800" dirty="0">
                <a:latin typeface="Arial"/>
                <a:cs typeface="Arial"/>
              </a:rPr>
              <a:t>the</a:t>
            </a:r>
            <a:r>
              <a:rPr sz="1800" spc="-25" dirty="0">
                <a:latin typeface="Arial"/>
                <a:cs typeface="Arial"/>
              </a:rPr>
              <a:t> </a:t>
            </a:r>
            <a:r>
              <a:rPr sz="1800" dirty="0">
                <a:latin typeface="Arial"/>
                <a:cs typeface="Arial"/>
              </a:rPr>
              <a:t>number</a:t>
            </a:r>
            <a:r>
              <a:rPr sz="1800" spc="-5" dirty="0">
                <a:latin typeface="Arial"/>
                <a:cs typeface="Arial"/>
              </a:rPr>
              <a:t> </a:t>
            </a:r>
            <a:r>
              <a:rPr sz="1800" dirty="0">
                <a:latin typeface="Arial"/>
                <a:cs typeface="Arial"/>
              </a:rPr>
              <a:t>of</a:t>
            </a:r>
            <a:r>
              <a:rPr sz="1800" spc="-25" dirty="0">
                <a:latin typeface="Arial"/>
                <a:cs typeface="Arial"/>
              </a:rPr>
              <a:t> </a:t>
            </a:r>
            <a:r>
              <a:rPr sz="1800" dirty="0">
                <a:latin typeface="Arial"/>
                <a:cs typeface="Arial"/>
              </a:rPr>
              <a:t>different</a:t>
            </a:r>
            <a:r>
              <a:rPr sz="1800" spc="-10" dirty="0">
                <a:latin typeface="Arial"/>
                <a:cs typeface="Arial"/>
              </a:rPr>
              <a:t> </a:t>
            </a:r>
            <a:r>
              <a:rPr sz="1800" dirty="0">
                <a:latin typeface="Arial"/>
                <a:cs typeface="Arial"/>
              </a:rPr>
              <a:t>output</a:t>
            </a:r>
            <a:r>
              <a:rPr sz="1800" spc="-15" dirty="0">
                <a:latin typeface="Arial"/>
                <a:cs typeface="Arial"/>
              </a:rPr>
              <a:t> </a:t>
            </a:r>
            <a:r>
              <a:rPr sz="1800" dirty="0">
                <a:latin typeface="Arial"/>
                <a:cs typeface="Arial"/>
              </a:rPr>
              <a:t>levels</a:t>
            </a:r>
            <a:r>
              <a:rPr sz="1800" spc="-5" dirty="0">
                <a:latin typeface="Arial"/>
                <a:cs typeface="Arial"/>
              </a:rPr>
              <a:t> </a:t>
            </a:r>
            <a:r>
              <a:rPr sz="1800" dirty="0">
                <a:latin typeface="Arial"/>
                <a:cs typeface="Arial"/>
              </a:rPr>
              <a:t>it</a:t>
            </a:r>
            <a:r>
              <a:rPr sz="1800" spc="-20" dirty="0">
                <a:latin typeface="Arial"/>
                <a:cs typeface="Arial"/>
              </a:rPr>
              <a:t> </a:t>
            </a:r>
            <a:r>
              <a:rPr sz="1800" dirty="0">
                <a:latin typeface="Arial"/>
                <a:cs typeface="Arial"/>
              </a:rPr>
              <a:t>can</a:t>
            </a:r>
            <a:r>
              <a:rPr sz="1800" spc="-25" dirty="0">
                <a:latin typeface="Arial"/>
                <a:cs typeface="Arial"/>
              </a:rPr>
              <a:t> </a:t>
            </a:r>
            <a:r>
              <a:rPr sz="1800" spc="-10" dirty="0">
                <a:latin typeface="Arial"/>
                <a:cs typeface="Arial"/>
              </a:rPr>
              <a:t>generate. </a:t>
            </a:r>
            <a:r>
              <a:rPr sz="1800" dirty="0">
                <a:latin typeface="Arial"/>
                <a:cs typeface="Arial"/>
              </a:rPr>
              <a:t>A</a:t>
            </a:r>
            <a:r>
              <a:rPr sz="1800" spc="-30" dirty="0">
                <a:latin typeface="Arial"/>
                <a:cs typeface="Arial"/>
              </a:rPr>
              <a:t> </a:t>
            </a:r>
            <a:r>
              <a:rPr sz="1800" dirty="0">
                <a:latin typeface="Arial"/>
                <a:cs typeface="Arial"/>
              </a:rPr>
              <a:t>2</a:t>
            </a:r>
            <a:r>
              <a:rPr sz="1800" spc="-30" dirty="0">
                <a:latin typeface="Arial"/>
                <a:cs typeface="Arial"/>
              </a:rPr>
              <a:t> </a:t>
            </a:r>
            <a:r>
              <a:rPr sz="1800" dirty="0">
                <a:latin typeface="Arial"/>
                <a:cs typeface="Arial"/>
              </a:rPr>
              <a:t>bit</a:t>
            </a:r>
            <a:r>
              <a:rPr sz="1800" spc="-20" dirty="0">
                <a:latin typeface="Arial"/>
                <a:cs typeface="Arial"/>
              </a:rPr>
              <a:t> </a:t>
            </a:r>
            <a:r>
              <a:rPr sz="1800" dirty="0">
                <a:latin typeface="Arial"/>
                <a:cs typeface="Arial"/>
              </a:rPr>
              <a:t>DAC</a:t>
            </a:r>
            <a:r>
              <a:rPr sz="1800" spc="-35" dirty="0">
                <a:latin typeface="Arial"/>
                <a:cs typeface="Arial"/>
              </a:rPr>
              <a:t> </a:t>
            </a:r>
            <a:r>
              <a:rPr sz="1800" dirty="0">
                <a:latin typeface="Arial"/>
                <a:cs typeface="Arial"/>
              </a:rPr>
              <a:t>would</a:t>
            </a:r>
            <a:r>
              <a:rPr sz="1800" spc="15" dirty="0">
                <a:latin typeface="Arial"/>
                <a:cs typeface="Arial"/>
              </a:rPr>
              <a:t> </a:t>
            </a:r>
            <a:r>
              <a:rPr sz="1800" dirty="0">
                <a:latin typeface="Arial"/>
                <a:cs typeface="Arial"/>
              </a:rPr>
              <a:t>generate</a:t>
            </a:r>
            <a:r>
              <a:rPr sz="1800" spc="-5" dirty="0">
                <a:latin typeface="Arial"/>
                <a:cs typeface="Arial"/>
              </a:rPr>
              <a:t> </a:t>
            </a:r>
            <a:r>
              <a:rPr sz="1800" dirty="0">
                <a:latin typeface="Arial"/>
                <a:cs typeface="Arial"/>
              </a:rPr>
              <a:t>4</a:t>
            </a:r>
            <a:r>
              <a:rPr sz="1800" spc="-30" dirty="0">
                <a:latin typeface="Arial"/>
                <a:cs typeface="Arial"/>
              </a:rPr>
              <a:t> </a:t>
            </a:r>
            <a:r>
              <a:rPr sz="1800" dirty="0">
                <a:latin typeface="Arial"/>
                <a:cs typeface="Arial"/>
              </a:rPr>
              <a:t>values,</a:t>
            </a:r>
            <a:r>
              <a:rPr sz="1800" spc="-25" dirty="0">
                <a:latin typeface="Arial"/>
                <a:cs typeface="Arial"/>
              </a:rPr>
              <a:t> </a:t>
            </a:r>
            <a:r>
              <a:rPr sz="1800" dirty="0">
                <a:latin typeface="Arial"/>
                <a:cs typeface="Arial"/>
              </a:rPr>
              <a:t>a</a:t>
            </a:r>
            <a:r>
              <a:rPr sz="1800" spc="-30" dirty="0">
                <a:latin typeface="Arial"/>
                <a:cs typeface="Arial"/>
              </a:rPr>
              <a:t> </a:t>
            </a:r>
            <a:r>
              <a:rPr sz="1800" dirty="0">
                <a:latin typeface="Arial"/>
                <a:cs typeface="Arial"/>
              </a:rPr>
              <a:t>10</a:t>
            </a:r>
            <a:r>
              <a:rPr sz="1800" spc="-15" dirty="0">
                <a:latin typeface="Arial"/>
                <a:cs typeface="Arial"/>
              </a:rPr>
              <a:t> </a:t>
            </a:r>
            <a:r>
              <a:rPr sz="1800" dirty="0">
                <a:latin typeface="Arial"/>
                <a:cs typeface="Arial"/>
              </a:rPr>
              <a:t>bit</a:t>
            </a:r>
            <a:r>
              <a:rPr sz="1800" spc="-20" dirty="0">
                <a:latin typeface="Arial"/>
                <a:cs typeface="Arial"/>
              </a:rPr>
              <a:t> </a:t>
            </a:r>
            <a:r>
              <a:rPr sz="1800" dirty="0">
                <a:latin typeface="Arial"/>
                <a:cs typeface="Arial"/>
              </a:rPr>
              <a:t>DAC</a:t>
            </a:r>
            <a:r>
              <a:rPr sz="1800" spc="-30" dirty="0">
                <a:latin typeface="Arial"/>
                <a:cs typeface="Arial"/>
              </a:rPr>
              <a:t> </a:t>
            </a:r>
            <a:r>
              <a:rPr sz="1800" dirty="0">
                <a:latin typeface="Arial"/>
                <a:cs typeface="Arial"/>
              </a:rPr>
              <a:t>would</a:t>
            </a:r>
            <a:r>
              <a:rPr sz="1800" spc="15" dirty="0">
                <a:latin typeface="Arial"/>
                <a:cs typeface="Arial"/>
              </a:rPr>
              <a:t> </a:t>
            </a:r>
            <a:r>
              <a:rPr sz="1800" dirty="0">
                <a:latin typeface="Arial"/>
                <a:cs typeface="Arial"/>
              </a:rPr>
              <a:t>generate 1024</a:t>
            </a:r>
            <a:r>
              <a:rPr sz="1800" spc="-20" dirty="0">
                <a:latin typeface="Arial"/>
                <a:cs typeface="Arial"/>
              </a:rPr>
              <a:t> </a:t>
            </a:r>
            <a:r>
              <a:rPr sz="1800" spc="-10" dirty="0">
                <a:latin typeface="Arial"/>
                <a:cs typeface="Arial"/>
              </a:rPr>
              <a:t>values</a:t>
            </a:r>
            <a:endParaRPr sz="1800">
              <a:latin typeface="Arial"/>
              <a:cs typeface="Arial"/>
            </a:endParaRPr>
          </a:p>
        </p:txBody>
      </p:sp>
      <p:grpSp>
        <p:nvGrpSpPr>
          <p:cNvPr id="4" name="object 4"/>
          <p:cNvGrpSpPr/>
          <p:nvPr/>
        </p:nvGrpSpPr>
        <p:grpSpPr>
          <a:xfrm>
            <a:off x="444500" y="1587500"/>
            <a:ext cx="939800" cy="939800"/>
            <a:chOff x="444500" y="1587500"/>
            <a:chExt cx="939800" cy="939800"/>
          </a:xfrm>
        </p:grpSpPr>
        <p:sp>
          <p:nvSpPr>
            <p:cNvPr id="5" name="object 5"/>
            <p:cNvSpPr/>
            <p:nvPr/>
          </p:nvSpPr>
          <p:spPr>
            <a:xfrm>
              <a:off x="457200"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6" name="object 6"/>
            <p:cNvSpPr/>
            <p:nvPr/>
          </p:nvSpPr>
          <p:spPr>
            <a:xfrm>
              <a:off x="457200"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7" name="object 7"/>
          <p:cNvSpPr txBox="1"/>
          <p:nvPr/>
        </p:nvSpPr>
        <p:spPr>
          <a:xfrm>
            <a:off x="538130" y="1925827"/>
            <a:ext cx="75247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Computer</a:t>
            </a:r>
            <a:endParaRPr sz="1400">
              <a:latin typeface="Calibri"/>
              <a:cs typeface="Calibri"/>
            </a:endParaRPr>
          </a:p>
        </p:txBody>
      </p:sp>
      <p:grpSp>
        <p:nvGrpSpPr>
          <p:cNvPr id="8" name="object 8"/>
          <p:cNvGrpSpPr/>
          <p:nvPr/>
        </p:nvGrpSpPr>
        <p:grpSpPr>
          <a:xfrm>
            <a:off x="1617002" y="1587500"/>
            <a:ext cx="939800" cy="939800"/>
            <a:chOff x="1617002" y="1587500"/>
            <a:chExt cx="939800" cy="939800"/>
          </a:xfrm>
        </p:grpSpPr>
        <p:sp>
          <p:nvSpPr>
            <p:cNvPr id="9" name="object 9"/>
            <p:cNvSpPr/>
            <p:nvPr/>
          </p:nvSpPr>
          <p:spPr>
            <a:xfrm>
              <a:off x="1629702"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C0504D"/>
            </a:solidFill>
          </p:spPr>
          <p:txBody>
            <a:bodyPr wrap="square" lIns="0" tIns="0" rIns="0" bIns="0" rtlCol="0"/>
            <a:lstStyle/>
            <a:p>
              <a:endParaRPr/>
            </a:p>
          </p:txBody>
        </p:sp>
        <p:sp>
          <p:nvSpPr>
            <p:cNvPr id="10" name="object 10"/>
            <p:cNvSpPr/>
            <p:nvPr/>
          </p:nvSpPr>
          <p:spPr>
            <a:xfrm>
              <a:off x="1629702"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4F1D1B"/>
              </a:solidFill>
            </a:ln>
          </p:spPr>
          <p:txBody>
            <a:bodyPr wrap="square" lIns="0" tIns="0" rIns="0" bIns="0" rtlCol="0"/>
            <a:lstStyle/>
            <a:p>
              <a:endParaRPr/>
            </a:p>
          </p:txBody>
        </p:sp>
      </p:grpSp>
      <p:sp>
        <p:nvSpPr>
          <p:cNvPr id="11" name="object 11"/>
          <p:cNvSpPr txBox="1"/>
          <p:nvPr/>
        </p:nvSpPr>
        <p:spPr>
          <a:xfrm>
            <a:off x="1712157" y="1712468"/>
            <a:ext cx="749300" cy="666750"/>
          </a:xfrm>
          <a:prstGeom prst="rect">
            <a:avLst/>
          </a:prstGeom>
        </p:spPr>
        <p:txBody>
          <a:bodyPr vert="horz" wrap="square" lIns="0" tIns="13335" rIns="0" bIns="0" rtlCol="0">
            <a:spAutoFit/>
          </a:bodyPr>
          <a:lstStyle/>
          <a:p>
            <a:pPr marL="12700" marR="5080" algn="ctr">
              <a:lnSpc>
                <a:spcPct val="100000"/>
              </a:lnSpc>
              <a:spcBef>
                <a:spcPts val="105"/>
              </a:spcBef>
            </a:pPr>
            <a:r>
              <a:rPr sz="1400" dirty="0">
                <a:solidFill>
                  <a:srgbClr val="FFFFFF"/>
                </a:solidFill>
                <a:latin typeface="Calibri"/>
                <a:cs typeface="Calibri"/>
              </a:rPr>
              <a:t>Digital</a:t>
            </a:r>
            <a:r>
              <a:rPr sz="1400" spc="-40" dirty="0">
                <a:solidFill>
                  <a:srgbClr val="FFFFFF"/>
                </a:solidFill>
                <a:latin typeface="Calibri"/>
                <a:cs typeface="Calibri"/>
              </a:rPr>
              <a:t> </a:t>
            </a:r>
            <a:r>
              <a:rPr sz="1400" spc="-25" dirty="0">
                <a:solidFill>
                  <a:srgbClr val="FFFFFF"/>
                </a:solidFill>
                <a:latin typeface="Calibri"/>
                <a:cs typeface="Calibri"/>
              </a:rPr>
              <a:t>to </a:t>
            </a:r>
            <a:r>
              <a:rPr sz="1400" spc="-10" dirty="0">
                <a:solidFill>
                  <a:srgbClr val="FFFFFF"/>
                </a:solidFill>
                <a:latin typeface="Calibri"/>
                <a:cs typeface="Calibri"/>
              </a:rPr>
              <a:t>Analog Converter</a:t>
            </a:r>
            <a:endParaRPr sz="1400">
              <a:latin typeface="Calibri"/>
              <a:cs typeface="Calibri"/>
            </a:endParaRPr>
          </a:p>
        </p:txBody>
      </p:sp>
      <p:grpSp>
        <p:nvGrpSpPr>
          <p:cNvPr id="12" name="object 12"/>
          <p:cNvGrpSpPr/>
          <p:nvPr/>
        </p:nvGrpSpPr>
        <p:grpSpPr>
          <a:xfrm>
            <a:off x="2875699" y="1587500"/>
            <a:ext cx="939800" cy="939800"/>
            <a:chOff x="2875699" y="1587500"/>
            <a:chExt cx="939800" cy="939800"/>
          </a:xfrm>
        </p:grpSpPr>
        <p:sp>
          <p:nvSpPr>
            <p:cNvPr id="13" name="object 13"/>
            <p:cNvSpPr/>
            <p:nvPr/>
          </p:nvSpPr>
          <p:spPr>
            <a:xfrm>
              <a:off x="2888399"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14" name="object 14"/>
            <p:cNvSpPr/>
            <p:nvPr/>
          </p:nvSpPr>
          <p:spPr>
            <a:xfrm>
              <a:off x="2888399"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5" name="object 15"/>
          <p:cNvSpPr txBox="1"/>
          <p:nvPr/>
        </p:nvSpPr>
        <p:spPr>
          <a:xfrm>
            <a:off x="3098873" y="1712468"/>
            <a:ext cx="492125" cy="666750"/>
          </a:xfrm>
          <a:prstGeom prst="rect">
            <a:avLst/>
          </a:prstGeom>
        </p:spPr>
        <p:txBody>
          <a:bodyPr vert="horz" wrap="square" lIns="0" tIns="13335" rIns="0" bIns="0" rtlCol="0">
            <a:spAutoFit/>
          </a:bodyPr>
          <a:lstStyle/>
          <a:p>
            <a:pPr algn="ctr">
              <a:lnSpc>
                <a:spcPct val="100000"/>
              </a:lnSpc>
              <a:spcBef>
                <a:spcPts val="105"/>
              </a:spcBef>
            </a:pPr>
            <a:r>
              <a:rPr sz="1400" spc="-25" dirty="0">
                <a:solidFill>
                  <a:srgbClr val="FFFFFF"/>
                </a:solidFill>
                <a:latin typeface="Calibri"/>
                <a:cs typeface="Calibri"/>
              </a:rPr>
              <a:t>LED</a:t>
            </a:r>
            <a:endParaRPr sz="1400">
              <a:latin typeface="Calibri"/>
              <a:cs typeface="Calibri"/>
            </a:endParaRPr>
          </a:p>
          <a:p>
            <a:pPr marL="12700" marR="5080" indent="-635" algn="ctr">
              <a:lnSpc>
                <a:spcPct val="100000"/>
              </a:lnSpc>
            </a:pPr>
            <a:r>
              <a:rPr sz="1400" spc="-10" dirty="0">
                <a:solidFill>
                  <a:srgbClr val="FFFFFF"/>
                </a:solidFill>
                <a:latin typeface="Calibri"/>
                <a:cs typeface="Calibri"/>
              </a:rPr>
              <a:t>Driver Circuit</a:t>
            </a:r>
            <a:endParaRPr sz="1400">
              <a:latin typeface="Calibri"/>
              <a:cs typeface="Calibri"/>
            </a:endParaRPr>
          </a:p>
        </p:txBody>
      </p:sp>
      <p:grpSp>
        <p:nvGrpSpPr>
          <p:cNvPr id="16" name="object 16"/>
          <p:cNvGrpSpPr/>
          <p:nvPr/>
        </p:nvGrpSpPr>
        <p:grpSpPr>
          <a:xfrm>
            <a:off x="4125455" y="1587500"/>
            <a:ext cx="939800" cy="939800"/>
            <a:chOff x="4125455" y="1587500"/>
            <a:chExt cx="939800" cy="939800"/>
          </a:xfrm>
        </p:grpSpPr>
        <p:sp>
          <p:nvSpPr>
            <p:cNvPr id="17" name="object 17"/>
            <p:cNvSpPr/>
            <p:nvPr/>
          </p:nvSpPr>
          <p:spPr>
            <a:xfrm>
              <a:off x="4138155"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18" name="object 18"/>
            <p:cNvSpPr/>
            <p:nvPr/>
          </p:nvSpPr>
          <p:spPr>
            <a:xfrm>
              <a:off x="4138155"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9" name="object 19"/>
          <p:cNvSpPr txBox="1"/>
          <p:nvPr/>
        </p:nvSpPr>
        <p:spPr>
          <a:xfrm>
            <a:off x="4446158" y="1925827"/>
            <a:ext cx="297180" cy="239395"/>
          </a:xfrm>
          <a:prstGeom prst="rect">
            <a:avLst/>
          </a:prstGeom>
        </p:spPr>
        <p:txBody>
          <a:bodyPr vert="horz" wrap="square" lIns="0" tIns="13335" rIns="0" bIns="0" rtlCol="0">
            <a:spAutoFit/>
          </a:bodyPr>
          <a:lstStyle/>
          <a:p>
            <a:pPr marL="12700">
              <a:lnSpc>
                <a:spcPct val="100000"/>
              </a:lnSpc>
              <a:spcBef>
                <a:spcPts val="105"/>
              </a:spcBef>
            </a:pPr>
            <a:r>
              <a:rPr sz="1400" spc="-25" dirty="0">
                <a:solidFill>
                  <a:srgbClr val="FFFFFF"/>
                </a:solidFill>
                <a:latin typeface="Calibri"/>
                <a:cs typeface="Calibri"/>
              </a:rPr>
              <a:t>LED</a:t>
            </a:r>
            <a:endParaRPr sz="1400">
              <a:latin typeface="Calibri"/>
              <a:cs typeface="Calibri"/>
            </a:endParaRPr>
          </a:p>
        </p:txBody>
      </p:sp>
      <p:grpSp>
        <p:nvGrpSpPr>
          <p:cNvPr id="20" name="object 20"/>
          <p:cNvGrpSpPr/>
          <p:nvPr/>
        </p:nvGrpSpPr>
        <p:grpSpPr>
          <a:xfrm>
            <a:off x="7344371" y="1587500"/>
            <a:ext cx="939800" cy="939800"/>
            <a:chOff x="7344371" y="1587500"/>
            <a:chExt cx="939800" cy="939800"/>
          </a:xfrm>
        </p:grpSpPr>
        <p:sp>
          <p:nvSpPr>
            <p:cNvPr id="21" name="object 21"/>
            <p:cNvSpPr/>
            <p:nvPr/>
          </p:nvSpPr>
          <p:spPr>
            <a:xfrm>
              <a:off x="7357071"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22" name="object 22"/>
            <p:cNvSpPr/>
            <p:nvPr/>
          </p:nvSpPr>
          <p:spPr>
            <a:xfrm>
              <a:off x="7357071"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23" name="object 23"/>
          <p:cNvSpPr txBox="1"/>
          <p:nvPr/>
        </p:nvSpPr>
        <p:spPr>
          <a:xfrm>
            <a:off x="7700134" y="1925827"/>
            <a:ext cx="226060" cy="239395"/>
          </a:xfrm>
          <a:prstGeom prst="rect">
            <a:avLst/>
          </a:prstGeom>
        </p:spPr>
        <p:txBody>
          <a:bodyPr vert="horz" wrap="square" lIns="0" tIns="13335" rIns="0" bIns="0" rtlCol="0">
            <a:spAutoFit/>
          </a:bodyPr>
          <a:lstStyle/>
          <a:p>
            <a:pPr marL="12700">
              <a:lnSpc>
                <a:spcPct val="100000"/>
              </a:lnSpc>
              <a:spcBef>
                <a:spcPts val="105"/>
              </a:spcBef>
            </a:pPr>
            <a:r>
              <a:rPr sz="1400" spc="-25" dirty="0">
                <a:solidFill>
                  <a:srgbClr val="FFFFFF"/>
                </a:solidFill>
                <a:latin typeface="Calibri"/>
                <a:cs typeface="Calibri"/>
              </a:rPr>
              <a:t>PD</a:t>
            </a:r>
            <a:endParaRPr sz="1400">
              <a:latin typeface="Calibri"/>
              <a:cs typeface="Calibri"/>
            </a:endParaRPr>
          </a:p>
        </p:txBody>
      </p:sp>
      <p:grpSp>
        <p:nvGrpSpPr>
          <p:cNvPr id="24" name="object 24"/>
          <p:cNvGrpSpPr/>
          <p:nvPr/>
        </p:nvGrpSpPr>
        <p:grpSpPr>
          <a:xfrm>
            <a:off x="9712108" y="1587500"/>
            <a:ext cx="939800" cy="939800"/>
            <a:chOff x="9712108" y="1587500"/>
            <a:chExt cx="939800" cy="939800"/>
          </a:xfrm>
        </p:grpSpPr>
        <p:sp>
          <p:nvSpPr>
            <p:cNvPr id="25" name="object 25"/>
            <p:cNvSpPr/>
            <p:nvPr/>
          </p:nvSpPr>
          <p:spPr>
            <a:xfrm>
              <a:off x="9724808"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26" name="object 26"/>
            <p:cNvSpPr/>
            <p:nvPr/>
          </p:nvSpPr>
          <p:spPr>
            <a:xfrm>
              <a:off x="9724808"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27" name="object 27"/>
          <p:cNvSpPr txBox="1"/>
          <p:nvPr/>
        </p:nvSpPr>
        <p:spPr>
          <a:xfrm>
            <a:off x="9807254" y="1712468"/>
            <a:ext cx="749300" cy="666750"/>
          </a:xfrm>
          <a:prstGeom prst="rect">
            <a:avLst/>
          </a:prstGeom>
        </p:spPr>
        <p:txBody>
          <a:bodyPr vert="horz" wrap="square" lIns="0" tIns="13335" rIns="0" bIns="0" rtlCol="0">
            <a:spAutoFit/>
          </a:bodyPr>
          <a:lstStyle/>
          <a:p>
            <a:pPr marL="12065" marR="5080" indent="-1905" algn="ctr">
              <a:lnSpc>
                <a:spcPct val="100000"/>
              </a:lnSpc>
              <a:spcBef>
                <a:spcPts val="105"/>
              </a:spcBef>
            </a:pPr>
            <a:r>
              <a:rPr sz="1400" dirty="0">
                <a:solidFill>
                  <a:srgbClr val="FFFFFF"/>
                </a:solidFill>
                <a:latin typeface="Calibri"/>
                <a:cs typeface="Calibri"/>
              </a:rPr>
              <a:t>Analog</a:t>
            </a:r>
            <a:r>
              <a:rPr sz="1400" spc="-45" dirty="0">
                <a:solidFill>
                  <a:srgbClr val="FFFFFF"/>
                </a:solidFill>
                <a:latin typeface="Calibri"/>
                <a:cs typeface="Calibri"/>
              </a:rPr>
              <a:t> </a:t>
            </a:r>
            <a:r>
              <a:rPr sz="1400" spc="-25" dirty="0">
                <a:solidFill>
                  <a:srgbClr val="FFFFFF"/>
                </a:solidFill>
                <a:latin typeface="Calibri"/>
                <a:cs typeface="Calibri"/>
              </a:rPr>
              <a:t>to </a:t>
            </a:r>
            <a:r>
              <a:rPr sz="1400" spc="-10" dirty="0">
                <a:solidFill>
                  <a:srgbClr val="FFFFFF"/>
                </a:solidFill>
                <a:latin typeface="Calibri"/>
                <a:cs typeface="Calibri"/>
              </a:rPr>
              <a:t>Digital Converter</a:t>
            </a:r>
            <a:endParaRPr sz="1400">
              <a:latin typeface="Calibri"/>
              <a:cs typeface="Calibri"/>
            </a:endParaRPr>
          </a:p>
        </p:txBody>
      </p:sp>
      <p:grpSp>
        <p:nvGrpSpPr>
          <p:cNvPr id="28" name="object 28"/>
          <p:cNvGrpSpPr/>
          <p:nvPr/>
        </p:nvGrpSpPr>
        <p:grpSpPr>
          <a:xfrm>
            <a:off x="8539619" y="1592948"/>
            <a:ext cx="939800" cy="939800"/>
            <a:chOff x="8539619" y="1592948"/>
            <a:chExt cx="939800" cy="939800"/>
          </a:xfrm>
        </p:grpSpPr>
        <p:sp>
          <p:nvSpPr>
            <p:cNvPr id="29" name="object 29"/>
            <p:cNvSpPr/>
            <p:nvPr/>
          </p:nvSpPr>
          <p:spPr>
            <a:xfrm>
              <a:off x="8552319" y="1605648"/>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30" name="object 30"/>
            <p:cNvSpPr/>
            <p:nvPr/>
          </p:nvSpPr>
          <p:spPr>
            <a:xfrm>
              <a:off x="8552319" y="1605648"/>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31" name="object 31"/>
          <p:cNvSpPr txBox="1"/>
          <p:nvPr/>
        </p:nvSpPr>
        <p:spPr>
          <a:xfrm>
            <a:off x="8662171" y="1931277"/>
            <a:ext cx="69278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Amplifier</a:t>
            </a:r>
            <a:endParaRPr sz="1400">
              <a:latin typeface="Calibri"/>
              <a:cs typeface="Calibri"/>
            </a:endParaRPr>
          </a:p>
        </p:txBody>
      </p:sp>
      <p:grpSp>
        <p:nvGrpSpPr>
          <p:cNvPr id="32" name="object 32"/>
          <p:cNvGrpSpPr/>
          <p:nvPr/>
        </p:nvGrpSpPr>
        <p:grpSpPr>
          <a:xfrm>
            <a:off x="10829823" y="1597329"/>
            <a:ext cx="939800" cy="939800"/>
            <a:chOff x="10829823" y="1597329"/>
            <a:chExt cx="939800" cy="939800"/>
          </a:xfrm>
        </p:grpSpPr>
        <p:sp>
          <p:nvSpPr>
            <p:cNvPr id="33" name="object 33"/>
            <p:cNvSpPr/>
            <p:nvPr/>
          </p:nvSpPr>
          <p:spPr>
            <a:xfrm>
              <a:off x="10842523" y="16100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34" name="object 34"/>
            <p:cNvSpPr/>
            <p:nvPr/>
          </p:nvSpPr>
          <p:spPr>
            <a:xfrm>
              <a:off x="10842523" y="16100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35" name="object 35"/>
          <p:cNvSpPr txBox="1"/>
          <p:nvPr/>
        </p:nvSpPr>
        <p:spPr>
          <a:xfrm>
            <a:off x="10923452" y="1935660"/>
            <a:ext cx="75247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Computer</a:t>
            </a:r>
            <a:endParaRPr sz="1400">
              <a:latin typeface="Calibri"/>
              <a:cs typeface="Calibri"/>
            </a:endParaRPr>
          </a:p>
        </p:txBody>
      </p:sp>
      <p:sp>
        <p:nvSpPr>
          <p:cNvPr id="36" name="object 36"/>
          <p:cNvSpPr/>
          <p:nvPr/>
        </p:nvSpPr>
        <p:spPr>
          <a:xfrm>
            <a:off x="304800" y="1371600"/>
            <a:ext cx="4876800" cy="1371600"/>
          </a:xfrm>
          <a:custGeom>
            <a:avLst/>
            <a:gdLst/>
            <a:ahLst/>
            <a:cxnLst/>
            <a:rect l="l" t="t" r="r" b="b"/>
            <a:pathLst>
              <a:path w="4876800" h="1371600">
                <a:moveTo>
                  <a:pt x="0" y="0"/>
                </a:moveTo>
                <a:lnTo>
                  <a:pt x="4876800" y="0"/>
                </a:lnTo>
                <a:lnTo>
                  <a:pt x="4876800" y="1371600"/>
                </a:lnTo>
                <a:lnTo>
                  <a:pt x="0" y="1371600"/>
                </a:lnTo>
                <a:lnTo>
                  <a:pt x="0" y="0"/>
                </a:lnTo>
                <a:close/>
              </a:path>
            </a:pathLst>
          </a:custGeom>
          <a:ln w="25400">
            <a:solidFill>
              <a:srgbClr val="1C334E"/>
            </a:solidFill>
            <a:prstDash val="sysDash"/>
          </a:ln>
        </p:spPr>
        <p:txBody>
          <a:bodyPr wrap="square" lIns="0" tIns="0" rIns="0" bIns="0" rtlCol="0"/>
          <a:lstStyle/>
          <a:p>
            <a:endParaRPr/>
          </a:p>
        </p:txBody>
      </p:sp>
      <p:sp>
        <p:nvSpPr>
          <p:cNvPr id="37" name="object 37"/>
          <p:cNvSpPr/>
          <p:nvPr/>
        </p:nvSpPr>
        <p:spPr>
          <a:xfrm>
            <a:off x="7239000" y="1361770"/>
            <a:ext cx="4800600" cy="1371600"/>
          </a:xfrm>
          <a:custGeom>
            <a:avLst/>
            <a:gdLst/>
            <a:ahLst/>
            <a:cxnLst/>
            <a:rect l="l" t="t" r="r" b="b"/>
            <a:pathLst>
              <a:path w="4800600" h="1371600">
                <a:moveTo>
                  <a:pt x="0" y="0"/>
                </a:moveTo>
                <a:lnTo>
                  <a:pt x="4800600" y="0"/>
                </a:lnTo>
                <a:lnTo>
                  <a:pt x="4800600" y="1371600"/>
                </a:lnTo>
                <a:lnTo>
                  <a:pt x="0" y="1371600"/>
                </a:lnTo>
                <a:lnTo>
                  <a:pt x="0" y="0"/>
                </a:lnTo>
                <a:close/>
              </a:path>
            </a:pathLst>
          </a:custGeom>
          <a:ln w="25400">
            <a:solidFill>
              <a:srgbClr val="1C334E"/>
            </a:solidFill>
            <a:prstDash val="sysDash"/>
          </a:ln>
        </p:spPr>
        <p:txBody>
          <a:bodyPr wrap="square" lIns="0" tIns="0" rIns="0" bIns="0" rtlCol="0"/>
          <a:lstStyle/>
          <a:p>
            <a:endParaRPr/>
          </a:p>
        </p:txBody>
      </p:sp>
      <p:grpSp>
        <p:nvGrpSpPr>
          <p:cNvPr id="38" name="object 38"/>
          <p:cNvGrpSpPr/>
          <p:nvPr/>
        </p:nvGrpSpPr>
        <p:grpSpPr>
          <a:xfrm>
            <a:off x="5245100" y="1968500"/>
            <a:ext cx="1877695" cy="177800"/>
            <a:chOff x="5245100" y="1968500"/>
            <a:chExt cx="1877695" cy="177800"/>
          </a:xfrm>
        </p:grpSpPr>
        <p:sp>
          <p:nvSpPr>
            <p:cNvPr id="39" name="object 39"/>
            <p:cNvSpPr/>
            <p:nvPr/>
          </p:nvSpPr>
          <p:spPr>
            <a:xfrm>
              <a:off x="5257800" y="1981200"/>
              <a:ext cx="1852295" cy="152400"/>
            </a:xfrm>
            <a:custGeom>
              <a:avLst/>
              <a:gdLst/>
              <a:ahLst/>
              <a:cxnLst/>
              <a:rect l="l" t="t" r="r" b="b"/>
              <a:pathLst>
                <a:path w="1852295" h="152400">
                  <a:moveTo>
                    <a:pt x="1775955" y="0"/>
                  </a:moveTo>
                  <a:lnTo>
                    <a:pt x="1775955" y="38100"/>
                  </a:lnTo>
                  <a:lnTo>
                    <a:pt x="0" y="38100"/>
                  </a:lnTo>
                  <a:lnTo>
                    <a:pt x="0" y="114300"/>
                  </a:lnTo>
                  <a:lnTo>
                    <a:pt x="1775955" y="114300"/>
                  </a:lnTo>
                  <a:lnTo>
                    <a:pt x="1775955" y="152400"/>
                  </a:lnTo>
                  <a:lnTo>
                    <a:pt x="1852155" y="76200"/>
                  </a:lnTo>
                  <a:lnTo>
                    <a:pt x="1775955" y="0"/>
                  </a:lnTo>
                  <a:close/>
                </a:path>
              </a:pathLst>
            </a:custGeom>
            <a:solidFill>
              <a:srgbClr val="4F81BC"/>
            </a:solidFill>
          </p:spPr>
          <p:txBody>
            <a:bodyPr wrap="square" lIns="0" tIns="0" rIns="0" bIns="0" rtlCol="0"/>
            <a:lstStyle/>
            <a:p>
              <a:endParaRPr/>
            </a:p>
          </p:txBody>
        </p:sp>
        <p:sp>
          <p:nvSpPr>
            <p:cNvPr id="40" name="object 40"/>
            <p:cNvSpPr/>
            <p:nvPr/>
          </p:nvSpPr>
          <p:spPr>
            <a:xfrm>
              <a:off x="5257800" y="1981200"/>
              <a:ext cx="1852295" cy="152400"/>
            </a:xfrm>
            <a:custGeom>
              <a:avLst/>
              <a:gdLst/>
              <a:ahLst/>
              <a:cxnLst/>
              <a:rect l="l" t="t" r="r" b="b"/>
              <a:pathLst>
                <a:path w="1852295" h="152400">
                  <a:moveTo>
                    <a:pt x="0" y="38100"/>
                  </a:moveTo>
                  <a:lnTo>
                    <a:pt x="1775955" y="38100"/>
                  </a:lnTo>
                  <a:lnTo>
                    <a:pt x="1775955" y="0"/>
                  </a:lnTo>
                  <a:lnTo>
                    <a:pt x="1852155" y="76200"/>
                  </a:lnTo>
                  <a:lnTo>
                    <a:pt x="1775955" y="152400"/>
                  </a:lnTo>
                  <a:lnTo>
                    <a:pt x="1775955" y="114300"/>
                  </a:lnTo>
                  <a:lnTo>
                    <a:pt x="0" y="114300"/>
                  </a:lnTo>
                  <a:lnTo>
                    <a:pt x="0" y="38100"/>
                  </a:lnTo>
                  <a:close/>
                </a:path>
              </a:pathLst>
            </a:custGeom>
            <a:ln w="25400">
              <a:solidFill>
                <a:srgbClr val="1C334E"/>
              </a:solidFill>
            </a:ln>
          </p:spPr>
          <p:txBody>
            <a:bodyPr wrap="square" lIns="0" tIns="0" rIns="0" bIns="0" rtlCol="0"/>
            <a:lstStyle/>
            <a:p>
              <a:endParaRPr/>
            </a:p>
          </p:txBody>
        </p:sp>
      </p:grpSp>
      <p:pic>
        <p:nvPicPr>
          <p:cNvPr id="41" name="object 41"/>
          <p:cNvPicPr/>
          <p:nvPr/>
        </p:nvPicPr>
        <p:blipFill>
          <a:blip r:embed="rId2" cstate="print"/>
          <a:stretch>
            <a:fillRect/>
          </a:stretch>
        </p:blipFill>
        <p:spPr>
          <a:xfrm>
            <a:off x="293669" y="3960351"/>
            <a:ext cx="5231492" cy="2757569"/>
          </a:xfrm>
          <a:prstGeom prst="rect">
            <a:avLst/>
          </a:prstGeom>
        </p:spPr>
      </p:pic>
      <p:sp>
        <p:nvSpPr>
          <p:cNvPr id="42" name="object 42"/>
          <p:cNvSpPr txBox="1"/>
          <p:nvPr/>
        </p:nvSpPr>
        <p:spPr>
          <a:xfrm>
            <a:off x="818616" y="4107682"/>
            <a:ext cx="1689735" cy="299720"/>
          </a:xfrm>
          <a:prstGeom prst="rect">
            <a:avLst/>
          </a:prstGeom>
        </p:spPr>
        <p:txBody>
          <a:bodyPr vert="horz" wrap="square" lIns="0" tIns="12700" rIns="0" bIns="0" rtlCol="0">
            <a:spAutoFit/>
          </a:bodyPr>
          <a:lstStyle/>
          <a:p>
            <a:pPr marL="12700">
              <a:lnSpc>
                <a:spcPct val="100000"/>
              </a:lnSpc>
              <a:spcBef>
                <a:spcPts val="100"/>
              </a:spcBef>
            </a:pPr>
            <a:r>
              <a:rPr sz="1800" dirty="0">
                <a:latin typeface="Arial"/>
                <a:cs typeface="Arial"/>
              </a:rPr>
              <a:t>8</a:t>
            </a:r>
            <a:r>
              <a:rPr sz="1800" spc="-20" dirty="0">
                <a:latin typeface="Arial"/>
                <a:cs typeface="Arial"/>
              </a:rPr>
              <a:t> </a:t>
            </a:r>
            <a:r>
              <a:rPr sz="1800" dirty="0">
                <a:latin typeface="Arial"/>
                <a:cs typeface="Arial"/>
              </a:rPr>
              <a:t>Bit</a:t>
            </a:r>
            <a:r>
              <a:rPr sz="1800" spc="-10" dirty="0">
                <a:latin typeface="Arial"/>
                <a:cs typeface="Arial"/>
              </a:rPr>
              <a:t> </a:t>
            </a:r>
            <a:r>
              <a:rPr sz="1800" dirty="0">
                <a:latin typeface="Arial"/>
                <a:cs typeface="Arial"/>
              </a:rPr>
              <a:t>DAC,</a:t>
            </a:r>
            <a:r>
              <a:rPr sz="1800" spc="-5" dirty="0">
                <a:latin typeface="Arial"/>
                <a:cs typeface="Arial"/>
              </a:rPr>
              <a:t> </a:t>
            </a:r>
            <a:r>
              <a:rPr sz="1800" dirty="0">
                <a:latin typeface="Arial"/>
                <a:cs typeface="Arial"/>
              </a:rPr>
              <a:t>3.3</a:t>
            </a:r>
            <a:r>
              <a:rPr sz="1800" spc="-20" dirty="0">
                <a:latin typeface="Arial"/>
                <a:cs typeface="Arial"/>
              </a:rPr>
              <a:t> </a:t>
            </a:r>
            <a:r>
              <a:rPr sz="1800" spc="-50" dirty="0">
                <a:latin typeface="Arial"/>
                <a:cs typeface="Arial"/>
              </a:rPr>
              <a:t>V</a:t>
            </a:r>
            <a:endParaRPr sz="1800">
              <a:latin typeface="Arial"/>
              <a:cs typeface="Arial"/>
            </a:endParaRPr>
          </a:p>
        </p:txBody>
      </p:sp>
      <p:pic>
        <p:nvPicPr>
          <p:cNvPr id="43" name="object 43"/>
          <p:cNvPicPr/>
          <p:nvPr/>
        </p:nvPicPr>
        <p:blipFill>
          <a:blip r:embed="rId3" cstate="print"/>
          <a:stretch>
            <a:fillRect/>
          </a:stretch>
        </p:blipFill>
        <p:spPr>
          <a:xfrm>
            <a:off x="6134778" y="3899852"/>
            <a:ext cx="4980129" cy="2725773"/>
          </a:xfrm>
          <a:prstGeom prst="rect">
            <a:avLst/>
          </a:prstGeom>
        </p:spPr>
      </p:pic>
      <p:sp>
        <p:nvSpPr>
          <p:cNvPr id="44" name="object 44"/>
          <p:cNvSpPr txBox="1"/>
          <p:nvPr/>
        </p:nvSpPr>
        <p:spPr>
          <a:xfrm>
            <a:off x="6530365" y="4142564"/>
            <a:ext cx="1689735" cy="299720"/>
          </a:xfrm>
          <a:prstGeom prst="rect">
            <a:avLst/>
          </a:prstGeom>
        </p:spPr>
        <p:txBody>
          <a:bodyPr vert="horz" wrap="square" lIns="0" tIns="12700" rIns="0" bIns="0" rtlCol="0">
            <a:spAutoFit/>
          </a:bodyPr>
          <a:lstStyle/>
          <a:p>
            <a:pPr marL="12700">
              <a:lnSpc>
                <a:spcPct val="100000"/>
              </a:lnSpc>
              <a:spcBef>
                <a:spcPts val="100"/>
              </a:spcBef>
            </a:pPr>
            <a:r>
              <a:rPr sz="1800" dirty="0">
                <a:latin typeface="Arial"/>
                <a:cs typeface="Arial"/>
              </a:rPr>
              <a:t>4</a:t>
            </a:r>
            <a:r>
              <a:rPr sz="1800" spc="-20" dirty="0">
                <a:latin typeface="Arial"/>
                <a:cs typeface="Arial"/>
              </a:rPr>
              <a:t> </a:t>
            </a:r>
            <a:r>
              <a:rPr sz="1800" dirty="0">
                <a:latin typeface="Arial"/>
                <a:cs typeface="Arial"/>
              </a:rPr>
              <a:t>Bit</a:t>
            </a:r>
            <a:r>
              <a:rPr sz="1800" spc="-10" dirty="0">
                <a:latin typeface="Arial"/>
                <a:cs typeface="Arial"/>
              </a:rPr>
              <a:t> </a:t>
            </a:r>
            <a:r>
              <a:rPr sz="1800" dirty="0">
                <a:latin typeface="Arial"/>
                <a:cs typeface="Arial"/>
              </a:rPr>
              <a:t>DAC,</a:t>
            </a:r>
            <a:r>
              <a:rPr sz="1800" spc="-5" dirty="0">
                <a:latin typeface="Arial"/>
                <a:cs typeface="Arial"/>
              </a:rPr>
              <a:t> </a:t>
            </a:r>
            <a:r>
              <a:rPr sz="1800" dirty="0">
                <a:latin typeface="Arial"/>
                <a:cs typeface="Arial"/>
              </a:rPr>
              <a:t>3.3</a:t>
            </a:r>
            <a:r>
              <a:rPr sz="1800" spc="-20" dirty="0">
                <a:latin typeface="Arial"/>
                <a:cs typeface="Arial"/>
              </a:rPr>
              <a:t> </a:t>
            </a:r>
            <a:r>
              <a:rPr sz="1800" spc="-50" dirty="0">
                <a:latin typeface="Arial"/>
                <a:cs typeface="Arial"/>
              </a:rPr>
              <a:t>V</a:t>
            </a:r>
            <a:endParaRPr sz="1800">
              <a:latin typeface="Arial"/>
              <a:cs typeface="Arial"/>
            </a:endParaRPr>
          </a:p>
        </p:txBody>
      </p:sp>
      <p:grpSp>
        <p:nvGrpSpPr>
          <p:cNvPr id="53" name="Group 52">
            <a:extLst>
              <a:ext uri="{FF2B5EF4-FFF2-40B4-BE49-F238E27FC236}">
                <a16:creationId xmlns:a16="http://schemas.microsoft.com/office/drawing/2014/main" id="{A3B3C132-CEA7-0579-E0C1-DA63609671C4}"/>
              </a:ext>
            </a:extLst>
          </p:cNvPr>
          <p:cNvGrpSpPr/>
          <p:nvPr/>
        </p:nvGrpSpPr>
        <p:grpSpPr>
          <a:xfrm>
            <a:off x="7228550" y="4876597"/>
            <a:ext cx="1226160" cy="550800"/>
            <a:chOff x="7228550" y="4876597"/>
            <a:chExt cx="1226160" cy="550800"/>
          </a:xfrm>
        </p:grpSpPr>
        <mc:AlternateContent xmlns:mc="http://schemas.openxmlformats.org/markup-compatibility/2006">
          <mc:Choice xmlns:p14="http://schemas.microsoft.com/office/powerpoint/2010/main" Requires="p14">
            <p:contentPart p14:bwMode="auto" r:id="rId4">
              <p14:nvContentPartPr>
                <p14:cNvPr id="45" name="Ink 44">
                  <a:extLst>
                    <a:ext uri="{FF2B5EF4-FFF2-40B4-BE49-F238E27FC236}">
                      <a16:creationId xmlns:a16="http://schemas.microsoft.com/office/drawing/2014/main" id="{E396F519-AA6F-E762-06CE-E2FEE37C4606}"/>
                    </a:ext>
                  </a:extLst>
                </p14:cNvPr>
                <p14:cNvContentPartPr/>
                <p14:nvPr/>
              </p14:nvContentPartPr>
              <p14:xfrm>
                <a:off x="7228550" y="4892797"/>
                <a:ext cx="262440" cy="269280"/>
              </p14:xfrm>
            </p:contentPart>
          </mc:Choice>
          <mc:Fallback>
            <p:pic>
              <p:nvPicPr>
                <p:cNvPr id="45" name="Ink 44">
                  <a:extLst>
                    <a:ext uri="{FF2B5EF4-FFF2-40B4-BE49-F238E27FC236}">
                      <a16:creationId xmlns:a16="http://schemas.microsoft.com/office/drawing/2014/main" id="{E396F519-AA6F-E762-06CE-E2FEE37C4606}"/>
                    </a:ext>
                  </a:extLst>
                </p:cNvPr>
                <p:cNvPicPr/>
                <p:nvPr/>
              </p:nvPicPr>
              <p:blipFill>
                <a:blip r:embed="rId5"/>
                <a:stretch>
                  <a:fillRect/>
                </a:stretch>
              </p:blipFill>
              <p:spPr>
                <a:xfrm>
                  <a:off x="7210910" y="4875157"/>
                  <a:ext cx="298080" cy="30492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46" name="Ink 45">
                  <a:extLst>
                    <a:ext uri="{FF2B5EF4-FFF2-40B4-BE49-F238E27FC236}">
                      <a16:creationId xmlns:a16="http://schemas.microsoft.com/office/drawing/2014/main" id="{1379FE9A-3C34-7C7C-7FDC-E9FCB72E9C77}"/>
                    </a:ext>
                  </a:extLst>
                </p14:cNvPr>
                <p14:cNvContentPartPr/>
                <p14:nvPr/>
              </p14:nvContentPartPr>
              <p14:xfrm>
                <a:off x="7407830" y="5014117"/>
                <a:ext cx="34920" cy="413280"/>
              </p14:xfrm>
            </p:contentPart>
          </mc:Choice>
          <mc:Fallback>
            <p:pic>
              <p:nvPicPr>
                <p:cNvPr id="46" name="Ink 45">
                  <a:extLst>
                    <a:ext uri="{FF2B5EF4-FFF2-40B4-BE49-F238E27FC236}">
                      <a16:creationId xmlns:a16="http://schemas.microsoft.com/office/drawing/2014/main" id="{1379FE9A-3C34-7C7C-7FDC-E9FCB72E9C77}"/>
                    </a:ext>
                  </a:extLst>
                </p:cNvPr>
                <p:cNvPicPr/>
                <p:nvPr/>
              </p:nvPicPr>
              <p:blipFill>
                <a:blip r:embed="rId7"/>
                <a:stretch>
                  <a:fillRect/>
                </a:stretch>
              </p:blipFill>
              <p:spPr>
                <a:xfrm>
                  <a:off x="7390190" y="4996477"/>
                  <a:ext cx="70560" cy="44892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47" name="Ink 46">
                  <a:extLst>
                    <a:ext uri="{FF2B5EF4-FFF2-40B4-BE49-F238E27FC236}">
                      <a16:creationId xmlns:a16="http://schemas.microsoft.com/office/drawing/2014/main" id="{A947205F-44B6-17A0-50B2-A4EC005152EC}"/>
                    </a:ext>
                  </a:extLst>
                </p14:cNvPr>
                <p14:cNvContentPartPr/>
                <p14:nvPr/>
              </p14:nvContentPartPr>
              <p14:xfrm>
                <a:off x="7716350" y="4985317"/>
                <a:ext cx="15120" cy="316080"/>
              </p14:xfrm>
            </p:contentPart>
          </mc:Choice>
          <mc:Fallback>
            <p:pic>
              <p:nvPicPr>
                <p:cNvPr id="47" name="Ink 46">
                  <a:extLst>
                    <a:ext uri="{FF2B5EF4-FFF2-40B4-BE49-F238E27FC236}">
                      <a16:creationId xmlns:a16="http://schemas.microsoft.com/office/drawing/2014/main" id="{A947205F-44B6-17A0-50B2-A4EC005152EC}"/>
                    </a:ext>
                  </a:extLst>
                </p:cNvPr>
                <p:cNvPicPr/>
                <p:nvPr/>
              </p:nvPicPr>
              <p:blipFill>
                <a:blip r:embed="rId9"/>
                <a:stretch>
                  <a:fillRect/>
                </a:stretch>
              </p:blipFill>
              <p:spPr>
                <a:xfrm>
                  <a:off x="7698710" y="4967317"/>
                  <a:ext cx="50760" cy="351720"/>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48" name="Ink 47">
                  <a:extLst>
                    <a:ext uri="{FF2B5EF4-FFF2-40B4-BE49-F238E27FC236}">
                      <a16:creationId xmlns:a16="http://schemas.microsoft.com/office/drawing/2014/main" id="{1F49F243-4763-A6C6-7A9A-4F1FC7F11519}"/>
                    </a:ext>
                  </a:extLst>
                </p14:cNvPr>
                <p14:cNvContentPartPr/>
                <p14:nvPr/>
              </p14:nvContentPartPr>
              <p14:xfrm>
                <a:off x="7663790" y="4921957"/>
                <a:ext cx="307440" cy="419040"/>
              </p14:xfrm>
            </p:contentPart>
          </mc:Choice>
          <mc:Fallback>
            <p:pic>
              <p:nvPicPr>
                <p:cNvPr id="48" name="Ink 47">
                  <a:extLst>
                    <a:ext uri="{FF2B5EF4-FFF2-40B4-BE49-F238E27FC236}">
                      <a16:creationId xmlns:a16="http://schemas.microsoft.com/office/drawing/2014/main" id="{1F49F243-4763-A6C6-7A9A-4F1FC7F11519}"/>
                    </a:ext>
                  </a:extLst>
                </p:cNvPr>
                <p:cNvPicPr/>
                <p:nvPr/>
              </p:nvPicPr>
              <p:blipFill>
                <a:blip r:embed="rId11"/>
                <a:stretch>
                  <a:fillRect/>
                </a:stretch>
              </p:blipFill>
              <p:spPr>
                <a:xfrm>
                  <a:off x="7645790" y="4903957"/>
                  <a:ext cx="343080" cy="454680"/>
                </a:xfrm>
                <a:prstGeom prst="rect">
                  <a:avLst/>
                </a:prstGeom>
              </p:spPr>
            </p:pic>
          </mc:Fallback>
        </mc:AlternateContent>
        <mc:AlternateContent xmlns:mc="http://schemas.openxmlformats.org/markup-compatibility/2006">
          <mc:Choice xmlns:p14="http://schemas.microsoft.com/office/powerpoint/2010/main" Requires="p14">
            <p:contentPart p14:bwMode="auto" r:id="rId12">
              <p14:nvContentPartPr>
                <p14:cNvPr id="49" name="Ink 48">
                  <a:extLst>
                    <a:ext uri="{FF2B5EF4-FFF2-40B4-BE49-F238E27FC236}">
                      <a16:creationId xmlns:a16="http://schemas.microsoft.com/office/drawing/2014/main" id="{824CD815-C0C6-9A2B-B3A4-3FADC5FE88D0}"/>
                    </a:ext>
                  </a:extLst>
                </p14:cNvPr>
                <p14:cNvContentPartPr/>
                <p14:nvPr/>
              </p14:nvContentPartPr>
              <p14:xfrm>
                <a:off x="8078510" y="5075677"/>
                <a:ext cx="28080" cy="203040"/>
              </p14:xfrm>
            </p:contentPart>
          </mc:Choice>
          <mc:Fallback>
            <p:pic>
              <p:nvPicPr>
                <p:cNvPr id="49" name="Ink 48">
                  <a:extLst>
                    <a:ext uri="{FF2B5EF4-FFF2-40B4-BE49-F238E27FC236}">
                      <a16:creationId xmlns:a16="http://schemas.microsoft.com/office/drawing/2014/main" id="{824CD815-C0C6-9A2B-B3A4-3FADC5FE88D0}"/>
                    </a:ext>
                  </a:extLst>
                </p:cNvPr>
                <p:cNvPicPr/>
                <p:nvPr/>
              </p:nvPicPr>
              <p:blipFill>
                <a:blip r:embed="rId13"/>
                <a:stretch>
                  <a:fillRect/>
                </a:stretch>
              </p:blipFill>
              <p:spPr>
                <a:xfrm>
                  <a:off x="8060510" y="5057677"/>
                  <a:ext cx="63720" cy="238680"/>
                </a:xfrm>
                <a:prstGeom prst="rect">
                  <a:avLst/>
                </a:prstGeom>
              </p:spPr>
            </p:pic>
          </mc:Fallback>
        </mc:AlternateContent>
        <mc:AlternateContent xmlns:mc="http://schemas.openxmlformats.org/markup-compatibility/2006">
          <mc:Choice xmlns:p14="http://schemas.microsoft.com/office/powerpoint/2010/main" Requires="p14">
            <p:contentPart p14:bwMode="auto" r:id="rId14">
              <p14:nvContentPartPr>
                <p14:cNvPr id="50" name="Ink 49">
                  <a:extLst>
                    <a:ext uri="{FF2B5EF4-FFF2-40B4-BE49-F238E27FC236}">
                      <a16:creationId xmlns:a16="http://schemas.microsoft.com/office/drawing/2014/main" id="{F2657356-522C-29DE-375B-B5F57EE25FD7}"/>
                    </a:ext>
                  </a:extLst>
                </p14:cNvPr>
                <p14:cNvContentPartPr/>
                <p14:nvPr/>
              </p14:nvContentPartPr>
              <p14:xfrm>
                <a:off x="8082470" y="4971637"/>
                <a:ext cx="10080" cy="45720"/>
              </p14:xfrm>
            </p:contentPart>
          </mc:Choice>
          <mc:Fallback>
            <p:pic>
              <p:nvPicPr>
                <p:cNvPr id="50" name="Ink 49">
                  <a:extLst>
                    <a:ext uri="{FF2B5EF4-FFF2-40B4-BE49-F238E27FC236}">
                      <a16:creationId xmlns:a16="http://schemas.microsoft.com/office/drawing/2014/main" id="{F2657356-522C-29DE-375B-B5F57EE25FD7}"/>
                    </a:ext>
                  </a:extLst>
                </p:cNvPr>
                <p:cNvPicPr/>
                <p:nvPr/>
              </p:nvPicPr>
              <p:blipFill>
                <a:blip r:embed="rId15"/>
                <a:stretch>
                  <a:fillRect/>
                </a:stretch>
              </p:blipFill>
              <p:spPr>
                <a:xfrm>
                  <a:off x="8064470" y="4953997"/>
                  <a:ext cx="45720" cy="81360"/>
                </a:xfrm>
                <a:prstGeom prst="rect">
                  <a:avLst/>
                </a:prstGeom>
              </p:spPr>
            </p:pic>
          </mc:Fallback>
        </mc:AlternateContent>
        <mc:AlternateContent xmlns:mc="http://schemas.openxmlformats.org/markup-compatibility/2006">
          <mc:Choice xmlns:p14="http://schemas.microsoft.com/office/powerpoint/2010/main" Requires="p14">
            <p:contentPart p14:bwMode="auto" r:id="rId16">
              <p14:nvContentPartPr>
                <p14:cNvPr id="51" name="Ink 50">
                  <a:extLst>
                    <a:ext uri="{FF2B5EF4-FFF2-40B4-BE49-F238E27FC236}">
                      <a16:creationId xmlns:a16="http://schemas.microsoft.com/office/drawing/2014/main" id="{BF098E91-A37A-75FF-8A11-8737B50EA39D}"/>
                    </a:ext>
                  </a:extLst>
                </p14:cNvPr>
                <p14:cNvContentPartPr/>
                <p14:nvPr/>
              </p14:nvContentPartPr>
              <p14:xfrm>
                <a:off x="8347070" y="4876597"/>
                <a:ext cx="107640" cy="347760"/>
              </p14:xfrm>
            </p:contentPart>
          </mc:Choice>
          <mc:Fallback>
            <p:pic>
              <p:nvPicPr>
                <p:cNvPr id="51" name="Ink 50">
                  <a:extLst>
                    <a:ext uri="{FF2B5EF4-FFF2-40B4-BE49-F238E27FC236}">
                      <a16:creationId xmlns:a16="http://schemas.microsoft.com/office/drawing/2014/main" id="{BF098E91-A37A-75FF-8A11-8737B50EA39D}"/>
                    </a:ext>
                  </a:extLst>
                </p:cNvPr>
                <p:cNvPicPr/>
                <p:nvPr/>
              </p:nvPicPr>
              <p:blipFill>
                <a:blip r:embed="rId17"/>
                <a:stretch>
                  <a:fillRect/>
                </a:stretch>
              </p:blipFill>
              <p:spPr>
                <a:xfrm>
                  <a:off x="8329070" y="4858597"/>
                  <a:ext cx="143280" cy="383400"/>
                </a:xfrm>
                <a:prstGeom prst="rect">
                  <a:avLst/>
                </a:prstGeom>
              </p:spPr>
            </p:pic>
          </mc:Fallback>
        </mc:AlternateContent>
        <mc:AlternateContent xmlns:mc="http://schemas.openxmlformats.org/markup-compatibility/2006">
          <mc:Choice xmlns:p14="http://schemas.microsoft.com/office/powerpoint/2010/main" Requires="p14">
            <p:contentPart p14:bwMode="auto" r:id="rId18">
              <p14:nvContentPartPr>
                <p14:cNvPr id="52" name="Ink 51">
                  <a:extLst>
                    <a:ext uri="{FF2B5EF4-FFF2-40B4-BE49-F238E27FC236}">
                      <a16:creationId xmlns:a16="http://schemas.microsoft.com/office/drawing/2014/main" id="{1FC7ED67-B129-37EE-34A0-BE1230637E09}"/>
                    </a:ext>
                  </a:extLst>
                </p14:cNvPr>
                <p14:cNvContentPartPr/>
                <p14:nvPr/>
              </p14:nvContentPartPr>
              <p14:xfrm>
                <a:off x="8294510" y="5010157"/>
                <a:ext cx="139680" cy="77400"/>
              </p14:xfrm>
            </p:contentPart>
          </mc:Choice>
          <mc:Fallback>
            <p:pic>
              <p:nvPicPr>
                <p:cNvPr id="52" name="Ink 51">
                  <a:extLst>
                    <a:ext uri="{FF2B5EF4-FFF2-40B4-BE49-F238E27FC236}">
                      <a16:creationId xmlns:a16="http://schemas.microsoft.com/office/drawing/2014/main" id="{1FC7ED67-B129-37EE-34A0-BE1230637E09}"/>
                    </a:ext>
                  </a:extLst>
                </p:cNvPr>
                <p:cNvPicPr/>
                <p:nvPr/>
              </p:nvPicPr>
              <p:blipFill>
                <a:blip r:embed="rId19"/>
                <a:stretch>
                  <a:fillRect/>
                </a:stretch>
              </p:blipFill>
              <p:spPr>
                <a:xfrm>
                  <a:off x="8276510" y="4992157"/>
                  <a:ext cx="175320" cy="11304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20">
            <p14:nvContentPartPr>
              <p14:cNvPr id="65" name="Ink 64">
                <a:extLst>
                  <a:ext uri="{FF2B5EF4-FFF2-40B4-BE49-F238E27FC236}">
                    <a16:creationId xmlns:a16="http://schemas.microsoft.com/office/drawing/2014/main" id="{8D8D06EC-5AD7-7561-E20E-F3B94699628D}"/>
                  </a:ext>
                </a:extLst>
              </p14:cNvPr>
              <p14:cNvContentPartPr/>
              <p14:nvPr/>
            </p14:nvContentPartPr>
            <p14:xfrm>
              <a:off x="6457790" y="5184397"/>
              <a:ext cx="132480" cy="195840"/>
            </p14:xfrm>
          </p:contentPart>
        </mc:Choice>
        <mc:Fallback>
          <p:pic>
            <p:nvPicPr>
              <p:cNvPr id="65" name="Ink 64">
                <a:extLst>
                  <a:ext uri="{FF2B5EF4-FFF2-40B4-BE49-F238E27FC236}">
                    <a16:creationId xmlns:a16="http://schemas.microsoft.com/office/drawing/2014/main" id="{8D8D06EC-5AD7-7561-E20E-F3B94699628D}"/>
                  </a:ext>
                </a:extLst>
              </p:cNvPr>
              <p:cNvPicPr/>
              <p:nvPr/>
            </p:nvPicPr>
            <p:blipFill>
              <a:blip r:embed="rId21"/>
              <a:stretch>
                <a:fillRect/>
              </a:stretch>
            </p:blipFill>
            <p:spPr>
              <a:xfrm>
                <a:off x="6439790" y="5166397"/>
                <a:ext cx="168120" cy="231480"/>
              </a:xfrm>
              <a:prstGeom prst="rect">
                <a:avLst/>
              </a:prstGeom>
            </p:spPr>
          </p:pic>
        </mc:Fallback>
      </mc:AlternateContent>
      <p:grpSp>
        <p:nvGrpSpPr>
          <p:cNvPr id="71" name="Group 70">
            <a:extLst>
              <a:ext uri="{FF2B5EF4-FFF2-40B4-BE49-F238E27FC236}">
                <a16:creationId xmlns:a16="http://schemas.microsoft.com/office/drawing/2014/main" id="{CB28B321-880F-5C95-01BF-36DAD9B9268B}"/>
              </a:ext>
            </a:extLst>
          </p:cNvPr>
          <p:cNvGrpSpPr/>
          <p:nvPr/>
        </p:nvGrpSpPr>
        <p:grpSpPr>
          <a:xfrm>
            <a:off x="6586310" y="3789397"/>
            <a:ext cx="514440" cy="326880"/>
            <a:chOff x="6586310" y="3789397"/>
            <a:chExt cx="514440" cy="326880"/>
          </a:xfrm>
        </p:grpSpPr>
        <mc:AlternateContent xmlns:mc="http://schemas.openxmlformats.org/markup-compatibility/2006">
          <mc:Choice xmlns:p14="http://schemas.microsoft.com/office/powerpoint/2010/main" Requires="p14">
            <p:contentPart p14:bwMode="auto" r:id="rId22">
              <p14:nvContentPartPr>
                <p14:cNvPr id="66" name="Ink 65">
                  <a:extLst>
                    <a:ext uri="{FF2B5EF4-FFF2-40B4-BE49-F238E27FC236}">
                      <a16:creationId xmlns:a16="http://schemas.microsoft.com/office/drawing/2014/main" id="{CB33F642-69C0-01B8-8584-FB09B1E7AFCB}"/>
                    </a:ext>
                  </a:extLst>
                </p14:cNvPr>
                <p14:cNvContentPartPr/>
                <p14:nvPr/>
              </p14:nvContentPartPr>
              <p14:xfrm>
                <a:off x="6586310" y="3934837"/>
                <a:ext cx="74160" cy="181440"/>
              </p14:xfrm>
            </p:contentPart>
          </mc:Choice>
          <mc:Fallback>
            <p:pic>
              <p:nvPicPr>
                <p:cNvPr id="66" name="Ink 65">
                  <a:extLst>
                    <a:ext uri="{FF2B5EF4-FFF2-40B4-BE49-F238E27FC236}">
                      <a16:creationId xmlns:a16="http://schemas.microsoft.com/office/drawing/2014/main" id="{CB33F642-69C0-01B8-8584-FB09B1E7AFCB}"/>
                    </a:ext>
                  </a:extLst>
                </p:cNvPr>
                <p:cNvPicPr/>
                <p:nvPr/>
              </p:nvPicPr>
              <p:blipFill>
                <a:blip r:embed="rId23"/>
                <a:stretch>
                  <a:fillRect/>
                </a:stretch>
              </p:blipFill>
              <p:spPr>
                <a:xfrm>
                  <a:off x="6568670" y="3916837"/>
                  <a:ext cx="109800" cy="217080"/>
                </a:xfrm>
                <a:prstGeom prst="rect">
                  <a:avLst/>
                </a:prstGeom>
              </p:spPr>
            </p:pic>
          </mc:Fallback>
        </mc:AlternateContent>
        <mc:AlternateContent xmlns:mc="http://schemas.openxmlformats.org/markup-compatibility/2006">
          <mc:Choice xmlns:p14="http://schemas.microsoft.com/office/powerpoint/2010/main" Requires="p14">
            <p:contentPart p14:bwMode="auto" r:id="rId24">
              <p14:nvContentPartPr>
                <p14:cNvPr id="67" name="Ink 66">
                  <a:extLst>
                    <a:ext uri="{FF2B5EF4-FFF2-40B4-BE49-F238E27FC236}">
                      <a16:creationId xmlns:a16="http://schemas.microsoft.com/office/drawing/2014/main" id="{822E7512-D764-FB3A-94BC-CA2CC6D96A22}"/>
                    </a:ext>
                  </a:extLst>
                </p14:cNvPr>
                <p14:cNvContentPartPr/>
                <p14:nvPr/>
              </p14:nvContentPartPr>
              <p14:xfrm>
                <a:off x="6686750" y="3994237"/>
                <a:ext cx="3960" cy="8640"/>
              </p14:xfrm>
            </p:contentPart>
          </mc:Choice>
          <mc:Fallback>
            <p:pic>
              <p:nvPicPr>
                <p:cNvPr id="67" name="Ink 66">
                  <a:extLst>
                    <a:ext uri="{FF2B5EF4-FFF2-40B4-BE49-F238E27FC236}">
                      <a16:creationId xmlns:a16="http://schemas.microsoft.com/office/drawing/2014/main" id="{822E7512-D764-FB3A-94BC-CA2CC6D96A22}"/>
                    </a:ext>
                  </a:extLst>
                </p:cNvPr>
                <p:cNvPicPr/>
                <p:nvPr/>
              </p:nvPicPr>
              <p:blipFill>
                <a:blip r:embed="rId25"/>
                <a:stretch>
                  <a:fillRect/>
                </a:stretch>
              </p:blipFill>
              <p:spPr>
                <a:xfrm>
                  <a:off x="6669110" y="3976597"/>
                  <a:ext cx="39600" cy="44280"/>
                </a:xfrm>
                <a:prstGeom prst="rect">
                  <a:avLst/>
                </a:prstGeom>
              </p:spPr>
            </p:pic>
          </mc:Fallback>
        </mc:AlternateContent>
        <mc:AlternateContent xmlns:mc="http://schemas.openxmlformats.org/markup-compatibility/2006">
          <mc:Choice xmlns:p14="http://schemas.microsoft.com/office/powerpoint/2010/main" Requires="p14">
            <p:contentPart p14:bwMode="auto" r:id="rId26">
              <p14:nvContentPartPr>
                <p14:cNvPr id="68" name="Ink 67">
                  <a:extLst>
                    <a:ext uri="{FF2B5EF4-FFF2-40B4-BE49-F238E27FC236}">
                      <a16:creationId xmlns:a16="http://schemas.microsoft.com/office/drawing/2014/main" id="{02310AEA-C345-16B7-024D-A8B482F26452}"/>
                    </a:ext>
                  </a:extLst>
                </p14:cNvPr>
                <p14:cNvContentPartPr/>
                <p14:nvPr/>
              </p14:nvContentPartPr>
              <p14:xfrm>
                <a:off x="6779270" y="3833317"/>
                <a:ext cx="105120" cy="137880"/>
              </p14:xfrm>
            </p:contentPart>
          </mc:Choice>
          <mc:Fallback>
            <p:pic>
              <p:nvPicPr>
                <p:cNvPr id="68" name="Ink 67">
                  <a:extLst>
                    <a:ext uri="{FF2B5EF4-FFF2-40B4-BE49-F238E27FC236}">
                      <a16:creationId xmlns:a16="http://schemas.microsoft.com/office/drawing/2014/main" id="{02310AEA-C345-16B7-024D-A8B482F26452}"/>
                    </a:ext>
                  </a:extLst>
                </p:cNvPr>
                <p:cNvPicPr/>
                <p:nvPr/>
              </p:nvPicPr>
              <p:blipFill>
                <a:blip r:embed="rId27"/>
                <a:stretch>
                  <a:fillRect/>
                </a:stretch>
              </p:blipFill>
              <p:spPr>
                <a:xfrm>
                  <a:off x="6761630" y="3815317"/>
                  <a:ext cx="140760" cy="173520"/>
                </a:xfrm>
                <a:prstGeom prst="rect">
                  <a:avLst/>
                </a:prstGeom>
              </p:spPr>
            </p:pic>
          </mc:Fallback>
        </mc:AlternateContent>
        <mc:AlternateContent xmlns:mc="http://schemas.openxmlformats.org/markup-compatibility/2006">
          <mc:Choice xmlns:p14="http://schemas.microsoft.com/office/powerpoint/2010/main" Requires="p14">
            <p:contentPart p14:bwMode="auto" r:id="rId28">
              <p14:nvContentPartPr>
                <p14:cNvPr id="69" name="Ink 68">
                  <a:extLst>
                    <a:ext uri="{FF2B5EF4-FFF2-40B4-BE49-F238E27FC236}">
                      <a16:creationId xmlns:a16="http://schemas.microsoft.com/office/drawing/2014/main" id="{EE49D86B-78EC-5B2F-326C-9452A6DBBAF5}"/>
                    </a:ext>
                  </a:extLst>
                </p14:cNvPr>
                <p14:cNvContentPartPr/>
                <p14:nvPr/>
              </p14:nvContentPartPr>
              <p14:xfrm>
                <a:off x="6905270" y="3789397"/>
                <a:ext cx="87840" cy="175320"/>
              </p14:xfrm>
            </p:contentPart>
          </mc:Choice>
          <mc:Fallback>
            <p:pic>
              <p:nvPicPr>
                <p:cNvPr id="69" name="Ink 68">
                  <a:extLst>
                    <a:ext uri="{FF2B5EF4-FFF2-40B4-BE49-F238E27FC236}">
                      <a16:creationId xmlns:a16="http://schemas.microsoft.com/office/drawing/2014/main" id="{EE49D86B-78EC-5B2F-326C-9452A6DBBAF5}"/>
                    </a:ext>
                  </a:extLst>
                </p:cNvPr>
                <p:cNvPicPr/>
                <p:nvPr/>
              </p:nvPicPr>
              <p:blipFill>
                <a:blip r:embed="rId29"/>
                <a:stretch>
                  <a:fillRect/>
                </a:stretch>
              </p:blipFill>
              <p:spPr>
                <a:xfrm>
                  <a:off x="6887270" y="3771757"/>
                  <a:ext cx="123480" cy="210960"/>
                </a:xfrm>
                <a:prstGeom prst="rect">
                  <a:avLst/>
                </a:prstGeom>
              </p:spPr>
            </p:pic>
          </mc:Fallback>
        </mc:AlternateContent>
        <mc:AlternateContent xmlns:mc="http://schemas.openxmlformats.org/markup-compatibility/2006">
          <mc:Choice xmlns:p14="http://schemas.microsoft.com/office/powerpoint/2010/main" Requires="p14">
            <p:contentPart p14:bwMode="auto" r:id="rId30">
              <p14:nvContentPartPr>
                <p14:cNvPr id="70" name="Ink 69">
                  <a:extLst>
                    <a:ext uri="{FF2B5EF4-FFF2-40B4-BE49-F238E27FC236}">
                      <a16:creationId xmlns:a16="http://schemas.microsoft.com/office/drawing/2014/main" id="{DC00C388-EC09-98C3-AC85-25311D3754FA}"/>
                    </a:ext>
                  </a:extLst>
                </p14:cNvPr>
                <p14:cNvContentPartPr/>
                <p14:nvPr/>
              </p14:nvContentPartPr>
              <p14:xfrm>
                <a:off x="6961790" y="3807037"/>
                <a:ext cx="138960" cy="133560"/>
              </p14:xfrm>
            </p:contentPart>
          </mc:Choice>
          <mc:Fallback>
            <p:pic>
              <p:nvPicPr>
                <p:cNvPr id="70" name="Ink 69">
                  <a:extLst>
                    <a:ext uri="{FF2B5EF4-FFF2-40B4-BE49-F238E27FC236}">
                      <a16:creationId xmlns:a16="http://schemas.microsoft.com/office/drawing/2014/main" id="{DC00C388-EC09-98C3-AC85-25311D3754FA}"/>
                    </a:ext>
                  </a:extLst>
                </p:cNvPr>
                <p:cNvPicPr/>
                <p:nvPr/>
              </p:nvPicPr>
              <p:blipFill>
                <a:blip r:embed="rId31"/>
                <a:stretch>
                  <a:fillRect/>
                </a:stretch>
              </p:blipFill>
              <p:spPr>
                <a:xfrm>
                  <a:off x="6943790" y="3789037"/>
                  <a:ext cx="174600" cy="169200"/>
                </a:xfrm>
                <a:prstGeom prst="rect">
                  <a:avLst/>
                </a:prstGeom>
              </p:spPr>
            </p:pic>
          </mc:Fallback>
        </mc:AlternateContent>
      </p:grpSp>
      <p:grpSp>
        <p:nvGrpSpPr>
          <p:cNvPr id="78" name="Group 77">
            <a:extLst>
              <a:ext uri="{FF2B5EF4-FFF2-40B4-BE49-F238E27FC236}">
                <a16:creationId xmlns:a16="http://schemas.microsoft.com/office/drawing/2014/main" id="{E2427578-F79B-D270-0A4C-3B6471AFAFBB}"/>
              </a:ext>
            </a:extLst>
          </p:cNvPr>
          <p:cNvGrpSpPr/>
          <p:nvPr/>
        </p:nvGrpSpPr>
        <p:grpSpPr>
          <a:xfrm>
            <a:off x="6581990" y="5940397"/>
            <a:ext cx="620640" cy="480960"/>
            <a:chOff x="6581990" y="5940397"/>
            <a:chExt cx="620640" cy="480960"/>
          </a:xfrm>
        </p:grpSpPr>
        <mc:AlternateContent xmlns:mc="http://schemas.openxmlformats.org/markup-compatibility/2006">
          <mc:Choice xmlns:p14="http://schemas.microsoft.com/office/powerpoint/2010/main" Requires="p14">
            <p:contentPart p14:bwMode="auto" r:id="rId32">
              <p14:nvContentPartPr>
                <p14:cNvPr id="72" name="Ink 71">
                  <a:extLst>
                    <a:ext uri="{FF2B5EF4-FFF2-40B4-BE49-F238E27FC236}">
                      <a16:creationId xmlns:a16="http://schemas.microsoft.com/office/drawing/2014/main" id="{802443AA-33BF-A508-FAC2-2A7E7A80B83A}"/>
                    </a:ext>
                  </a:extLst>
                </p14:cNvPr>
                <p14:cNvContentPartPr/>
                <p14:nvPr/>
              </p14:nvContentPartPr>
              <p14:xfrm>
                <a:off x="6712310" y="6130477"/>
                <a:ext cx="138960" cy="228240"/>
              </p14:xfrm>
            </p:contentPart>
          </mc:Choice>
          <mc:Fallback>
            <p:pic>
              <p:nvPicPr>
                <p:cNvPr id="72" name="Ink 71">
                  <a:extLst>
                    <a:ext uri="{FF2B5EF4-FFF2-40B4-BE49-F238E27FC236}">
                      <a16:creationId xmlns:a16="http://schemas.microsoft.com/office/drawing/2014/main" id="{802443AA-33BF-A508-FAC2-2A7E7A80B83A}"/>
                    </a:ext>
                  </a:extLst>
                </p:cNvPr>
                <p:cNvPicPr/>
                <p:nvPr/>
              </p:nvPicPr>
              <p:blipFill>
                <a:blip r:embed="rId33"/>
                <a:stretch>
                  <a:fillRect/>
                </a:stretch>
              </p:blipFill>
              <p:spPr>
                <a:xfrm>
                  <a:off x="6694670" y="6112477"/>
                  <a:ext cx="174600" cy="263880"/>
                </a:xfrm>
                <a:prstGeom prst="rect">
                  <a:avLst/>
                </a:prstGeom>
              </p:spPr>
            </p:pic>
          </mc:Fallback>
        </mc:AlternateContent>
        <mc:AlternateContent xmlns:mc="http://schemas.openxmlformats.org/markup-compatibility/2006">
          <mc:Choice xmlns:p14="http://schemas.microsoft.com/office/powerpoint/2010/main" Requires="p14">
            <p:contentPart p14:bwMode="auto" r:id="rId34">
              <p14:nvContentPartPr>
                <p14:cNvPr id="73" name="Ink 72">
                  <a:extLst>
                    <a:ext uri="{FF2B5EF4-FFF2-40B4-BE49-F238E27FC236}">
                      <a16:creationId xmlns:a16="http://schemas.microsoft.com/office/drawing/2014/main" id="{7DEC4DF2-B0BC-93FC-E63A-39D9BF628477}"/>
                    </a:ext>
                  </a:extLst>
                </p14:cNvPr>
                <p14:cNvContentPartPr/>
                <p14:nvPr/>
              </p14:nvContentPartPr>
              <p14:xfrm>
                <a:off x="6858470" y="6142357"/>
                <a:ext cx="10440" cy="23760"/>
              </p14:xfrm>
            </p:contentPart>
          </mc:Choice>
          <mc:Fallback>
            <p:pic>
              <p:nvPicPr>
                <p:cNvPr id="73" name="Ink 72">
                  <a:extLst>
                    <a:ext uri="{FF2B5EF4-FFF2-40B4-BE49-F238E27FC236}">
                      <a16:creationId xmlns:a16="http://schemas.microsoft.com/office/drawing/2014/main" id="{7DEC4DF2-B0BC-93FC-E63A-39D9BF628477}"/>
                    </a:ext>
                  </a:extLst>
                </p:cNvPr>
                <p:cNvPicPr/>
                <p:nvPr/>
              </p:nvPicPr>
              <p:blipFill>
                <a:blip r:embed="rId35"/>
                <a:stretch>
                  <a:fillRect/>
                </a:stretch>
              </p:blipFill>
              <p:spPr>
                <a:xfrm>
                  <a:off x="6840470" y="6124717"/>
                  <a:ext cx="46080" cy="59400"/>
                </a:xfrm>
                <a:prstGeom prst="rect">
                  <a:avLst/>
                </a:prstGeom>
              </p:spPr>
            </p:pic>
          </mc:Fallback>
        </mc:AlternateContent>
        <mc:AlternateContent xmlns:mc="http://schemas.openxmlformats.org/markup-compatibility/2006">
          <mc:Choice xmlns:p14="http://schemas.microsoft.com/office/powerpoint/2010/main" Requires="p14">
            <p:contentPart p14:bwMode="auto" r:id="rId36">
              <p14:nvContentPartPr>
                <p14:cNvPr id="74" name="Ink 73">
                  <a:extLst>
                    <a:ext uri="{FF2B5EF4-FFF2-40B4-BE49-F238E27FC236}">
                      <a16:creationId xmlns:a16="http://schemas.microsoft.com/office/drawing/2014/main" id="{8B5A6BE3-E285-8FC0-601C-454C287BB8D5}"/>
                    </a:ext>
                  </a:extLst>
                </p14:cNvPr>
                <p14:cNvContentPartPr/>
                <p14:nvPr/>
              </p14:nvContentPartPr>
              <p14:xfrm>
                <a:off x="6937310" y="6015997"/>
                <a:ext cx="138960" cy="208440"/>
              </p14:xfrm>
            </p:contentPart>
          </mc:Choice>
          <mc:Fallback>
            <p:pic>
              <p:nvPicPr>
                <p:cNvPr id="74" name="Ink 73">
                  <a:extLst>
                    <a:ext uri="{FF2B5EF4-FFF2-40B4-BE49-F238E27FC236}">
                      <a16:creationId xmlns:a16="http://schemas.microsoft.com/office/drawing/2014/main" id="{8B5A6BE3-E285-8FC0-601C-454C287BB8D5}"/>
                    </a:ext>
                  </a:extLst>
                </p:cNvPr>
                <p:cNvPicPr/>
                <p:nvPr/>
              </p:nvPicPr>
              <p:blipFill>
                <a:blip r:embed="rId37"/>
                <a:stretch>
                  <a:fillRect/>
                </a:stretch>
              </p:blipFill>
              <p:spPr>
                <a:xfrm>
                  <a:off x="6919310" y="5998357"/>
                  <a:ext cx="174600" cy="244080"/>
                </a:xfrm>
                <a:prstGeom prst="rect">
                  <a:avLst/>
                </a:prstGeom>
              </p:spPr>
            </p:pic>
          </mc:Fallback>
        </mc:AlternateContent>
        <mc:AlternateContent xmlns:mc="http://schemas.openxmlformats.org/markup-compatibility/2006">
          <mc:Choice xmlns:p14="http://schemas.microsoft.com/office/powerpoint/2010/main" Requires="p14">
            <p:contentPart p14:bwMode="auto" r:id="rId38">
              <p14:nvContentPartPr>
                <p14:cNvPr id="75" name="Ink 74">
                  <a:extLst>
                    <a:ext uri="{FF2B5EF4-FFF2-40B4-BE49-F238E27FC236}">
                      <a16:creationId xmlns:a16="http://schemas.microsoft.com/office/drawing/2014/main" id="{73418FEA-6569-C2E5-CB35-3FC7DBC7BA25}"/>
                    </a:ext>
                  </a:extLst>
                </p14:cNvPr>
                <p14:cNvContentPartPr/>
                <p14:nvPr/>
              </p14:nvContentPartPr>
              <p14:xfrm>
                <a:off x="7052150" y="5940397"/>
                <a:ext cx="150480" cy="202320"/>
              </p14:xfrm>
            </p:contentPart>
          </mc:Choice>
          <mc:Fallback>
            <p:pic>
              <p:nvPicPr>
                <p:cNvPr id="75" name="Ink 74">
                  <a:extLst>
                    <a:ext uri="{FF2B5EF4-FFF2-40B4-BE49-F238E27FC236}">
                      <a16:creationId xmlns:a16="http://schemas.microsoft.com/office/drawing/2014/main" id="{73418FEA-6569-C2E5-CB35-3FC7DBC7BA25}"/>
                    </a:ext>
                  </a:extLst>
                </p:cNvPr>
                <p:cNvPicPr/>
                <p:nvPr/>
              </p:nvPicPr>
              <p:blipFill>
                <a:blip r:embed="rId39"/>
                <a:stretch>
                  <a:fillRect/>
                </a:stretch>
              </p:blipFill>
              <p:spPr>
                <a:xfrm>
                  <a:off x="7034510" y="5922757"/>
                  <a:ext cx="186120" cy="237960"/>
                </a:xfrm>
                <a:prstGeom prst="rect">
                  <a:avLst/>
                </a:prstGeom>
              </p:spPr>
            </p:pic>
          </mc:Fallback>
        </mc:AlternateContent>
        <mc:AlternateContent xmlns:mc="http://schemas.openxmlformats.org/markup-compatibility/2006">
          <mc:Choice xmlns:p14="http://schemas.microsoft.com/office/powerpoint/2010/main" Requires="p14">
            <p:contentPart p14:bwMode="auto" r:id="rId40">
              <p14:nvContentPartPr>
                <p14:cNvPr id="76" name="Ink 75">
                  <a:extLst>
                    <a:ext uri="{FF2B5EF4-FFF2-40B4-BE49-F238E27FC236}">
                      <a16:creationId xmlns:a16="http://schemas.microsoft.com/office/drawing/2014/main" id="{B26EE419-F718-08DD-A4BB-B0C20EE4241D}"/>
                    </a:ext>
                  </a:extLst>
                </p14:cNvPr>
                <p14:cNvContentPartPr/>
                <p14:nvPr/>
              </p14:nvContentPartPr>
              <p14:xfrm>
                <a:off x="7093190" y="6011677"/>
                <a:ext cx="53280" cy="128880"/>
              </p14:xfrm>
            </p:contentPart>
          </mc:Choice>
          <mc:Fallback>
            <p:pic>
              <p:nvPicPr>
                <p:cNvPr id="76" name="Ink 75">
                  <a:extLst>
                    <a:ext uri="{FF2B5EF4-FFF2-40B4-BE49-F238E27FC236}">
                      <a16:creationId xmlns:a16="http://schemas.microsoft.com/office/drawing/2014/main" id="{B26EE419-F718-08DD-A4BB-B0C20EE4241D}"/>
                    </a:ext>
                  </a:extLst>
                </p:cNvPr>
                <p:cNvPicPr/>
                <p:nvPr/>
              </p:nvPicPr>
              <p:blipFill>
                <a:blip r:embed="rId41"/>
                <a:stretch>
                  <a:fillRect/>
                </a:stretch>
              </p:blipFill>
              <p:spPr>
                <a:xfrm>
                  <a:off x="7075550" y="5993677"/>
                  <a:ext cx="88920" cy="164520"/>
                </a:xfrm>
                <a:prstGeom prst="rect">
                  <a:avLst/>
                </a:prstGeom>
              </p:spPr>
            </p:pic>
          </mc:Fallback>
        </mc:AlternateContent>
        <mc:AlternateContent xmlns:mc="http://schemas.openxmlformats.org/markup-compatibility/2006">
          <mc:Choice xmlns:p14="http://schemas.microsoft.com/office/powerpoint/2010/main" Requires="p14">
            <p:contentPart p14:bwMode="auto" r:id="rId42">
              <p14:nvContentPartPr>
                <p14:cNvPr id="77" name="Ink 76">
                  <a:extLst>
                    <a:ext uri="{FF2B5EF4-FFF2-40B4-BE49-F238E27FC236}">
                      <a16:creationId xmlns:a16="http://schemas.microsoft.com/office/drawing/2014/main" id="{C080D569-0A2D-D0CD-26EE-6244AE1FBEF8}"/>
                    </a:ext>
                  </a:extLst>
                </p14:cNvPr>
                <p14:cNvContentPartPr/>
                <p14:nvPr/>
              </p14:nvContentPartPr>
              <p14:xfrm>
                <a:off x="6581990" y="6297157"/>
                <a:ext cx="170640" cy="124200"/>
              </p14:xfrm>
            </p:contentPart>
          </mc:Choice>
          <mc:Fallback>
            <p:pic>
              <p:nvPicPr>
                <p:cNvPr id="77" name="Ink 76">
                  <a:extLst>
                    <a:ext uri="{FF2B5EF4-FFF2-40B4-BE49-F238E27FC236}">
                      <a16:creationId xmlns:a16="http://schemas.microsoft.com/office/drawing/2014/main" id="{C080D569-0A2D-D0CD-26EE-6244AE1FBEF8}"/>
                    </a:ext>
                  </a:extLst>
                </p:cNvPr>
                <p:cNvPicPr/>
                <p:nvPr/>
              </p:nvPicPr>
              <p:blipFill>
                <a:blip r:embed="rId43"/>
                <a:stretch>
                  <a:fillRect/>
                </a:stretch>
              </p:blipFill>
              <p:spPr>
                <a:xfrm>
                  <a:off x="6564350" y="6279517"/>
                  <a:ext cx="206280" cy="159840"/>
                </a:xfrm>
                <a:prstGeom prst="rect">
                  <a:avLst/>
                </a:prstGeom>
              </p:spPr>
            </p:pic>
          </mc:Fallback>
        </mc:AlternateContent>
      </p:grpSp>
      <p:grpSp>
        <p:nvGrpSpPr>
          <p:cNvPr id="82" name="Group 81">
            <a:extLst>
              <a:ext uri="{FF2B5EF4-FFF2-40B4-BE49-F238E27FC236}">
                <a16:creationId xmlns:a16="http://schemas.microsoft.com/office/drawing/2014/main" id="{9939053D-DD40-C853-38F9-97A633EC728E}"/>
              </a:ext>
            </a:extLst>
          </p:cNvPr>
          <p:cNvGrpSpPr/>
          <p:nvPr/>
        </p:nvGrpSpPr>
        <p:grpSpPr>
          <a:xfrm>
            <a:off x="8851070" y="4477357"/>
            <a:ext cx="2174400" cy="873360"/>
            <a:chOff x="8851070" y="4477357"/>
            <a:chExt cx="2174400" cy="873360"/>
          </a:xfrm>
        </p:grpSpPr>
        <mc:AlternateContent xmlns:mc="http://schemas.openxmlformats.org/markup-compatibility/2006">
          <mc:Choice xmlns:p14="http://schemas.microsoft.com/office/powerpoint/2010/main" Requires="p14">
            <p:contentPart p14:bwMode="auto" r:id="rId44">
              <p14:nvContentPartPr>
                <p14:cNvPr id="54" name="Ink 53">
                  <a:extLst>
                    <a:ext uri="{FF2B5EF4-FFF2-40B4-BE49-F238E27FC236}">
                      <a16:creationId xmlns:a16="http://schemas.microsoft.com/office/drawing/2014/main" id="{7D559EBA-A0AE-9E41-24BC-244B74A44270}"/>
                    </a:ext>
                  </a:extLst>
                </p14:cNvPr>
                <p14:cNvContentPartPr/>
                <p14:nvPr/>
              </p14:nvContentPartPr>
              <p14:xfrm>
                <a:off x="9103790" y="4870837"/>
                <a:ext cx="288360" cy="283320"/>
              </p14:xfrm>
            </p:contentPart>
          </mc:Choice>
          <mc:Fallback>
            <p:pic>
              <p:nvPicPr>
                <p:cNvPr id="54" name="Ink 53">
                  <a:extLst>
                    <a:ext uri="{FF2B5EF4-FFF2-40B4-BE49-F238E27FC236}">
                      <a16:creationId xmlns:a16="http://schemas.microsoft.com/office/drawing/2014/main" id="{7D559EBA-A0AE-9E41-24BC-244B74A44270}"/>
                    </a:ext>
                  </a:extLst>
                </p:cNvPr>
                <p:cNvPicPr/>
                <p:nvPr/>
              </p:nvPicPr>
              <p:blipFill>
                <a:blip r:embed="rId45"/>
                <a:stretch>
                  <a:fillRect/>
                </a:stretch>
              </p:blipFill>
              <p:spPr>
                <a:xfrm>
                  <a:off x="9085790" y="4852837"/>
                  <a:ext cx="324000" cy="318960"/>
                </a:xfrm>
                <a:prstGeom prst="rect">
                  <a:avLst/>
                </a:prstGeom>
              </p:spPr>
            </p:pic>
          </mc:Fallback>
        </mc:AlternateContent>
        <mc:AlternateContent xmlns:mc="http://schemas.openxmlformats.org/markup-compatibility/2006">
          <mc:Choice xmlns:p14="http://schemas.microsoft.com/office/powerpoint/2010/main" Requires="p14">
            <p:contentPart p14:bwMode="auto" r:id="rId46">
              <p14:nvContentPartPr>
                <p14:cNvPr id="55" name="Ink 54">
                  <a:extLst>
                    <a:ext uri="{FF2B5EF4-FFF2-40B4-BE49-F238E27FC236}">
                      <a16:creationId xmlns:a16="http://schemas.microsoft.com/office/drawing/2014/main" id="{C7572FC9-D9EF-981A-5852-8A441A3BF6A4}"/>
                    </a:ext>
                  </a:extLst>
                </p14:cNvPr>
                <p14:cNvContentPartPr/>
                <p14:nvPr/>
              </p14:nvContentPartPr>
              <p14:xfrm>
                <a:off x="9399710" y="4639357"/>
                <a:ext cx="155160" cy="186840"/>
              </p14:xfrm>
            </p:contentPart>
          </mc:Choice>
          <mc:Fallback>
            <p:pic>
              <p:nvPicPr>
                <p:cNvPr id="55" name="Ink 54">
                  <a:extLst>
                    <a:ext uri="{FF2B5EF4-FFF2-40B4-BE49-F238E27FC236}">
                      <a16:creationId xmlns:a16="http://schemas.microsoft.com/office/drawing/2014/main" id="{C7572FC9-D9EF-981A-5852-8A441A3BF6A4}"/>
                    </a:ext>
                  </a:extLst>
                </p:cNvPr>
                <p:cNvPicPr/>
                <p:nvPr/>
              </p:nvPicPr>
              <p:blipFill>
                <a:blip r:embed="rId47"/>
                <a:stretch>
                  <a:fillRect/>
                </a:stretch>
              </p:blipFill>
              <p:spPr>
                <a:xfrm>
                  <a:off x="9381710" y="4621357"/>
                  <a:ext cx="190800" cy="222480"/>
                </a:xfrm>
                <a:prstGeom prst="rect">
                  <a:avLst/>
                </a:prstGeom>
              </p:spPr>
            </p:pic>
          </mc:Fallback>
        </mc:AlternateContent>
        <mc:AlternateContent xmlns:mc="http://schemas.openxmlformats.org/markup-compatibility/2006">
          <mc:Choice xmlns:p14="http://schemas.microsoft.com/office/powerpoint/2010/main" Requires="p14">
            <p:contentPart p14:bwMode="auto" r:id="rId48">
              <p14:nvContentPartPr>
                <p14:cNvPr id="56" name="Ink 55">
                  <a:extLst>
                    <a:ext uri="{FF2B5EF4-FFF2-40B4-BE49-F238E27FC236}">
                      <a16:creationId xmlns:a16="http://schemas.microsoft.com/office/drawing/2014/main" id="{0CA5E7DA-C0BA-F344-AF26-9A2BC5485FF7}"/>
                    </a:ext>
                  </a:extLst>
                </p14:cNvPr>
                <p14:cNvContentPartPr/>
                <p14:nvPr/>
              </p14:nvContentPartPr>
              <p14:xfrm>
                <a:off x="9529310" y="4695877"/>
                <a:ext cx="17640" cy="210240"/>
              </p14:xfrm>
            </p:contentPart>
          </mc:Choice>
          <mc:Fallback>
            <p:pic>
              <p:nvPicPr>
                <p:cNvPr id="56" name="Ink 55">
                  <a:extLst>
                    <a:ext uri="{FF2B5EF4-FFF2-40B4-BE49-F238E27FC236}">
                      <a16:creationId xmlns:a16="http://schemas.microsoft.com/office/drawing/2014/main" id="{0CA5E7DA-C0BA-F344-AF26-9A2BC5485FF7}"/>
                    </a:ext>
                  </a:extLst>
                </p:cNvPr>
                <p:cNvPicPr/>
                <p:nvPr/>
              </p:nvPicPr>
              <p:blipFill>
                <a:blip r:embed="rId49"/>
                <a:stretch>
                  <a:fillRect/>
                </a:stretch>
              </p:blipFill>
              <p:spPr>
                <a:xfrm>
                  <a:off x="9511310" y="4678237"/>
                  <a:ext cx="53280" cy="245880"/>
                </a:xfrm>
                <a:prstGeom prst="rect">
                  <a:avLst/>
                </a:prstGeom>
              </p:spPr>
            </p:pic>
          </mc:Fallback>
        </mc:AlternateContent>
        <mc:AlternateContent xmlns:mc="http://schemas.openxmlformats.org/markup-compatibility/2006">
          <mc:Choice xmlns:p14="http://schemas.microsoft.com/office/powerpoint/2010/main" Requires="p14">
            <p:contentPart p14:bwMode="auto" r:id="rId50">
              <p14:nvContentPartPr>
                <p14:cNvPr id="57" name="Ink 56">
                  <a:extLst>
                    <a:ext uri="{FF2B5EF4-FFF2-40B4-BE49-F238E27FC236}">
                      <a16:creationId xmlns:a16="http://schemas.microsoft.com/office/drawing/2014/main" id="{1E0722FA-2FB1-532E-49E7-A02F816B84A1}"/>
                    </a:ext>
                  </a:extLst>
                </p14:cNvPr>
                <p14:cNvContentPartPr/>
                <p14:nvPr/>
              </p14:nvContentPartPr>
              <p14:xfrm>
                <a:off x="9929270" y="4806757"/>
                <a:ext cx="9000" cy="344160"/>
              </p14:xfrm>
            </p:contentPart>
          </mc:Choice>
          <mc:Fallback>
            <p:pic>
              <p:nvPicPr>
                <p:cNvPr id="57" name="Ink 56">
                  <a:extLst>
                    <a:ext uri="{FF2B5EF4-FFF2-40B4-BE49-F238E27FC236}">
                      <a16:creationId xmlns:a16="http://schemas.microsoft.com/office/drawing/2014/main" id="{1E0722FA-2FB1-532E-49E7-A02F816B84A1}"/>
                    </a:ext>
                  </a:extLst>
                </p:cNvPr>
                <p:cNvPicPr/>
                <p:nvPr/>
              </p:nvPicPr>
              <p:blipFill>
                <a:blip r:embed="rId51"/>
                <a:stretch>
                  <a:fillRect/>
                </a:stretch>
              </p:blipFill>
              <p:spPr>
                <a:xfrm>
                  <a:off x="9911270" y="4789117"/>
                  <a:ext cx="44640" cy="379800"/>
                </a:xfrm>
                <a:prstGeom prst="rect">
                  <a:avLst/>
                </a:prstGeom>
              </p:spPr>
            </p:pic>
          </mc:Fallback>
        </mc:AlternateContent>
        <mc:AlternateContent xmlns:mc="http://schemas.openxmlformats.org/markup-compatibility/2006">
          <mc:Choice xmlns:p14="http://schemas.microsoft.com/office/powerpoint/2010/main" Requires="p14">
            <p:contentPart p14:bwMode="auto" r:id="rId52">
              <p14:nvContentPartPr>
                <p14:cNvPr id="58" name="Ink 57">
                  <a:extLst>
                    <a:ext uri="{FF2B5EF4-FFF2-40B4-BE49-F238E27FC236}">
                      <a16:creationId xmlns:a16="http://schemas.microsoft.com/office/drawing/2014/main" id="{BFB36530-D8A9-D876-6C2C-3082607EA1B6}"/>
                    </a:ext>
                  </a:extLst>
                </p14:cNvPr>
                <p14:cNvContentPartPr/>
                <p14:nvPr/>
              </p14:nvContentPartPr>
              <p14:xfrm>
                <a:off x="10050590" y="4910077"/>
                <a:ext cx="173880" cy="174240"/>
              </p14:xfrm>
            </p:contentPart>
          </mc:Choice>
          <mc:Fallback>
            <p:pic>
              <p:nvPicPr>
                <p:cNvPr id="58" name="Ink 57">
                  <a:extLst>
                    <a:ext uri="{FF2B5EF4-FFF2-40B4-BE49-F238E27FC236}">
                      <a16:creationId xmlns:a16="http://schemas.microsoft.com/office/drawing/2014/main" id="{BFB36530-D8A9-D876-6C2C-3082607EA1B6}"/>
                    </a:ext>
                  </a:extLst>
                </p:cNvPr>
                <p:cNvPicPr/>
                <p:nvPr/>
              </p:nvPicPr>
              <p:blipFill>
                <a:blip r:embed="rId53"/>
                <a:stretch>
                  <a:fillRect/>
                </a:stretch>
              </p:blipFill>
              <p:spPr>
                <a:xfrm>
                  <a:off x="10032590" y="4892437"/>
                  <a:ext cx="209520" cy="209880"/>
                </a:xfrm>
                <a:prstGeom prst="rect">
                  <a:avLst/>
                </a:prstGeom>
              </p:spPr>
            </p:pic>
          </mc:Fallback>
        </mc:AlternateContent>
        <mc:AlternateContent xmlns:mc="http://schemas.openxmlformats.org/markup-compatibility/2006">
          <mc:Choice xmlns:p14="http://schemas.microsoft.com/office/powerpoint/2010/main" Requires="p14">
            <p:contentPart p14:bwMode="auto" r:id="rId54">
              <p14:nvContentPartPr>
                <p14:cNvPr id="59" name="Ink 58">
                  <a:extLst>
                    <a:ext uri="{FF2B5EF4-FFF2-40B4-BE49-F238E27FC236}">
                      <a16:creationId xmlns:a16="http://schemas.microsoft.com/office/drawing/2014/main" id="{337CB0F9-0111-84EE-34A9-E7317F1AEF1C}"/>
                    </a:ext>
                  </a:extLst>
                </p14:cNvPr>
                <p14:cNvContentPartPr/>
                <p14:nvPr/>
              </p14:nvContentPartPr>
              <p14:xfrm>
                <a:off x="10253630" y="4899997"/>
                <a:ext cx="119880" cy="125640"/>
              </p14:xfrm>
            </p:contentPart>
          </mc:Choice>
          <mc:Fallback>
            <p:pic>
              <p:nvPicPr>
                <p:cNvPr id="59" name="Ink 58">
                  <a:extLst>
                    <a:ext uri="{FF2B5EF4-FFF2-40B4-BE49-F238E27FC236}">
                      <a16:creationId xmlns:a16="http://schemas.microsoft.com/office/drawing/2014/main" id="{337CB0F9-0111-84EE-34A9-E7317F1AEF1C}"/>
                    </a:ext>
                  </a:extLst>
                </p:cNvPr>
                <p:cNvPicPr/>
                <p:nvPr/>
              </p:nvPicPr>
              <p:blipFill>
                <a:blip r:embed="rId55"/>
                <a:stretch>
                  <a:fillRect/>
                </a:stretch>
              </p:blipFill>
              <p:spPr>
                <a:xfrm>
                  <a:off x="10235990" y="4881997"/>
                  <a:ext cx="155520" cy="161280"/>
                </a:xfrm>
                <a:prstGeom prst="rect">
                  <a:avLst/>
                </a:prstGeom>
              </p:spPr>
            </p:pic>
          </mc:Fallback>
        </mc:AlternateContent>
        <mc:AlternateContent xmlns:mc="http://schemas.openxmlformats.org/markup-compatibility/2006">
          <mc:Choice xmlns:p14="http://schemas.microsoft.com/office/powerpoint/2010/main" Requires="p14">
            <p:contentPart p14:bwMode="auto" r:id="rId56">
              <p14:nvContentPartPr>
                <p14:cNvPr id="60" name="Ink 59">
                  <a:extLst>
                    <a:ext uri="{FF2B5EF4-FFF2-40B4-BE49-F238E27FC236}">
                      <a16:creationId xmlns:a16="http://schemas.microsoft.com/office/drawing/2014/main" id="{530528D4-1F40-9F43-2764-B2BD0FA4448E}"/>
                    </a:ext>
                  </a:extLst>
                </p14:cNvPr>
                <p14:cNvContentPartPr/>
                <p14:nvPr/>
              </p14:nvContentPartPr>
              <p14:xfrm>
                <a:off x="10473950" y="4881637"/>
                <a:ext cx="191880" cy="123480"/>
              </p14:xfrm>
            </p:contentPart>
          </mc:Choice>
          <mc:Fallback>
            <p:pic>
              <p:nvPicPr>
                <p:cNvPr id="60" name="Ink 59">
                  <a:extLst>
                    <a:ext uri="{FF2B5EF4-FFF2-40B4-BE49-F238E27FC236}">
                      <a16:creationId xmlns:a16="http://schemas.microsoft.com/office/drawing/2014/main" id="{530528D4-1F40-9F43-2764-B2BD0FA4448E}"/>
                    </a:ext>
                  </a:extLst>
                </p:cNvPr>
                <p:cNvPicPr/>
                <p:nvPr/>
              </p:nvPicPr>
              <p:blipFill>
                <a:blip r:embed="rId57"/>
                <a:stretch>
                  <a:fillRect/>
                </a:stretch>
              </p:blipFill>
              <p:spPr>
                <a:xfrm>
                  <a:off x="10456310" y="4863637"/>
                  <a:ext cx="227520" cy="159120"/>
                </a:xfrm>
                <a:prstGeom prst="rect">
                  <a:avLst/>
                </a:prstGeom>
              </p:spPr>
            </p:pic>
          </mc:Fallback>
        </mc:AlternateContent>
        <mc:AlternateContent xmlns:mc="http://schemas.openxmlformats.org/markup-compatibility/2006">
          <mc:Choice xmlns:p14="http://schemas.microsoft.com/office/powerpoint/2010/main" Requires="p14">
            <p:contentPart p14:bwMode="auto" r:id="rId58">
              <p14:nvContentPartPr>
                <p14:cNvPr id="61" name="Ink 60">
                  <a:extLst>
                    <a:ext uri="{FF2B5EF4-FFF2-40B4-BE49-F238E27FC236}">
                      <a16:creationId xmlns:a16="http://schemas.microsoft.com/office/drawing/2014/main" id="{1720E72F-6405-EA27-4922-5E1091AD1E8C}"/>
                    </a:ext>
                  </a:extLst>
                </p14:cNvPr>
                <p14:cNvContentPartPr/>
                <p14:nvPr/>
              </p14:nvContentPartPr>
              <p14:xfrm>
                <a:off x="10753670" y="4630357"/>
                <a:ext cx="53280" cy="311040"/>
              </p14:xfrm>
            </p:contentPart>
          </mc:Choice>
          <mc:Fallback>
            <p:pic>
              <p:nvPicPr>
                <p:cNvPr id="61" name="Ink 60">
                  <a:extLst>
                    <a:ext uri="{FF2B5EF4-FFF2-40B4-BE49-F238E27FC236}">
                      <a16:creationId xmlns:a16="http://schemas.microsoft.com/office/drawing/2014/main" id="{1720E72F-6405-EA27-4922-5E1091AD1E8C}"/>
                    </a:ext>
                  </a:extLst>
                </p:cNvPr>
                <p:cNvPicPr/>
                <p:nvPr/>
              </p:nvPicPr>
              <p:blipFill>
                <a:blip r:embed="rId59"/>
                <a:stretch>
                  <a:fillRect/>
                </a:stretch>
              </p:blipFill>
              <p:spPr>
                <a:xfrm>
                  <a:off x="10736030" y="4612357"/>
                  <a:ext cx="88920" cy="346680"/>
                </a:xfrm>
                <a:prstGeom prst="rect">
                  <a:avLst/>
                </a:prstGeom>
              </p:spPr>
            </p:pic>
          </mc:Fallback>
        </mc:AlternateContent>
        <mc:AlternateContent xmlns:mc="http://schemas.openxmlformats.org/markup-compatibility/2006">
          <mc:Choice xmlns:p14="http://schemas.microsoft.com/office/powerpoint/2010/main" Requires="p14">
            <p:contentPart p14:bwMode="auto" r:id="rId60">
              <p14:nvContentPartPr>
                <p14:cNvPr id="62" name="Ink 61">
                  <a:extLst>
                    <a:ext uri="{FF2B5EF4-FFF2-40B4-BE49-F238E27FC236}">
                      <a16:creationId xmlns:a16="http://schemas.microsoft.com/office/drawing/2014/main" id="{C6BB6E6A-EF93-005C-9561-14A1435C929D}"/>
                    </a:ext>
                  </a:extLst>
                </p14:cNvPr>
                <p14:cNvContentPartPr/>
                <p14:nvPr/>
              </p14:nvContentPartPr>
              <p14:xfrm>
                <a:off x="10935470" y="4765357"/>
                <a:ext cx="90000" cy="210240"/>
              </p14:xfrm>
            </p:contentPart>
          </mc:Choice>
          <mc:Fallback>
            <p:pic>
              <p:nvPicPr>
                <p:cNvPr id="62" name="Ink 61">
                  <a:extLst>
                    <a:ext uri="{FF2B5EF4-FFF2-40B4-BE49-F238E27FC236}">
                      <a16:creationId xmlns:a16="http://schemas.microsoft.com/office/drawing/2014/main" id="{C6BB6E6A-EF93-005C-9561-14A1435C929D}"/>
                    </a:ext>
                  </a:extLst>
                </p:cNvPr>
                <p:cNvPicPr/>
                <p:nvPr/>
              </p:nvPicPr>
              <p:blipFill>
                <a:blip r:embed="rId61"/>
                <a:stretch>
                  <a:fillRect/>
                </a:stretch>
              </p:blipFill>
              <p:spPr>
                <a:xfrm>
                  <a:off x="10917830" y="4747357"/>
                  <a:ext cx="125640" cy="245880"/>
                </a:xfrm>
                <a:prstGeom prst="rect">
                  <a:avLst/>
                </a:prstGeom>
              </p:spPr>
            </p:pic>
          </mc:Fallback>
        </mc:AlternateContent>
        <mc:AlternateContent xmlns:mc="http://schemas.openxmlformats.org/markup-compatibility/2006">
          <mc:Choice xmlns:p14="http://schemas.microsoft.com/office/powerpoint/2010/main" Requires="p14">
            <p:contentPart p14:bwMode="auto" r:id="rId62">
              <p14:nvContentPartPr>
                <p14:cNvPr id="79" name="Ink 78">
                  <a:extLst>
                    <a:ext uri="{FF2B5EF4-FFF2-40B4-BE49-F238E27FC236}">
                      <a16:creationId xmlns:a16="http://schemas.microsoft.com/office/drawing/2014/main" id="{DC2BC743-F70E-54CA-535A-5E69DB1D5CBB}"/>
                    </a:ext>
                  </a:extLst>
                </p14:cNvPr>
                <p14:cNvContentPartPr/>
                <p14:nvPr/>
              </p14:nvContentPartPr>
              <p14:xfrm>
                <a:off x="8974550" y="5293117"/>
                <a:ext cx="698400" cy="41760"/>
              </p14:xfrm>
            </p:contentPart>
          </mc:Choice>
          <mc:Fallback>
            <p:pic>
              <p:nvPicPr>
                <p:cNvPr id="79" name="Ink 78">
                  <a:extLst>
                    <a:ext uri="{FF2B5EF4-FFF2-40B4-BE49-F238E27FC236}">
                      <a16:creationId xmlns:a16="http://schemas.microsoft.com/office/drawing/2014/main" id="{DC2BC743-F70E-54CA-535A-5E69DB1D5CBB}"/>
                    </a:ext>
                  </a:extLst>
                </p:cNvPr>
                <p:cNvPicPr/>
                <p:nvPr/>
              </p:nvPicPr>
              <p:blipFill>
                <a:blip r:embed="rId63"/>
                <a:stretch>
                  <a:fillRect/>
                </a:stretch>
              </p:blipFill>
              <p:spPr>
                <a:xfrm>
                  <a:off x="8956550" y="5275117"/>
                  <a:ext cx="734040" cy="77400"/>
                </a:xfrm>
                <a:prstGeom prst="rect">
                  <a:avLst/>
                </a:prstGeom>
              </p:spPr>
            </p:pic>
          </mc:Fallback>
        </mc:AlternateContent>
        <mc:AlternateContent xmlns:mc="http://schemas.openxmlformats.org/markup-compatibility/2006">
          <mc:Choice xmlns:p14="http://schemas.microsoft.com/office/powerpoint/2010/main" Requires="p14">
            <p:contentPart p14:bwMode="auto" r:id="rId64">
              <p14:nvContentPartPr>
                <p14:cNvPr id="80" name="Ink 79">
                  <a:extLst>
                    <a:ext uri="{FF2B5EF4-FFF2-40B4-BE49-F238E27FC236}">
                      <a16:creationId xmlns:a16="http://schemas.microsoft.com/office/drawing/2014/main" id="{C447708F-0472-21A9-76B2-BBC147FEB74A}"/>
                    </a:ext>
                  </a:extLst>
                </p14:cNvPr>
                <p14:cNvContentPartPr/>
                <p14:nvPr/>
              </p14:nvContentPartPr>
              <p14:xfrm>
                <a:off x="8851070" y="4540357"/>
                <a:ext cx="109080" cy="810360"/>
              </p14:xfrm>
            </p:contentPart>
          </mc:Choice>
          <mc:Fallback>
            <p:pic>
              <p:nvPicPr>
                <p:cNvPr id="80" name="Ink 79">
                  <a:extLst>
                    <a:ext uri="{FF2B5EF4-FFF2-40B4-BE49-F238E27FC236}">
                      <a16:creationId xmlns:a16="http://schemas.microsoft.com/office/drawing/2014/main" id="{C447708F-0472-21A9-76B2-BBC147FEB74A}"/>
                    </a:ext>
                  </a:extLst>
                </p:cNvPr>
                <p:cNvPicPr/>
                <p:nvPr/>
              </p:nvPicPr>
              <p:blipFill>
                <a:blip r:embed="rId65"/>
                <a:stretch>
                  <a:fillRect/>
                </a:stretch>
              </p:blipFill>
              <p:spPr>
                <a:xfrm>
                  <a:off x="8833430" y="4522357"/>
                  <a:ext cx="144720" cy="846000"/>
                </a:xfrm>
                <a:prstGeom prst="rect">
                  <a:avLst/>
                </a:prstGeom>
              </p:spPr>
            </p:pic>
          </mc:Fallback>
        </mc:AlternateContent>
        <mc:AlternateContent xmlns:mc="http://schemas.openxmlformats.org/markup-compatibility/2006">
          <mc:Choice xmlns:p14="http://schemas.microsoft.com/office/powerpoint/2010/main" Requires="p14">
            <p:contentPart p14:bwMode="auto" r:id="rId66">
              <p14:nvContentPartPr>
                <p14:cNvPr id="81" name="Ink 80">
                  <a:extLst>
                    <a:ext uri="{FF2B5EF4-FFF2-40B4-BE49-F238E27FC236}">
                      <a16:creationId xmlns:a16="http://schemas.microsoft.com/office/drawing/2014/main" id="{72DECEBB-A056-2A42-7914-1059FF97C086}"/>
                    </a:ext>
                  </a:extLst>
                </p14:cNvPr>
                <p14:cNvContentPartPr/>
                <p14:nvPr/>
              </p14:nvContentPartPr>
              <p14:xfrm>
                <a:off x="8922710" y="4477357"/>
                <a:ext cx="909000" cy="788400"/>
              </p14:xfrm>
            </p:contentPart>
          </mc:Choice>
          <mc:Fallback>
            <p:pic>
              <p:nvPicPr>
                <p:cNvPr id="81" name="Ink 80">
                  <a:extLst>
                    <a:ext uri="{FF2B5EF4-FFF2-40B4-BE49-F238E27FC236}">
                      <a16:creationId xmlns:a16="http://schemas.microsoft.com/office/drawing/2014/main" id="{72DECEBB-A056-2A42-7914-1059FF97C086}"/>
                    </a:ext>
                  </a:extLst>
                </p:cNvPr>
                <p:cNvPicPr/>
                <p:nvPr/>
              </p:nvPicPr>
              <p:blipFill>
                <a:blip r:embed="rId67"/>
                <a:stretch>
                  <a:fillRect/>
                </a:stretch>
              </p:blipFill>
              <p:spPr>
                <a:xfrm>
                  <a:off x="8905070" y="4459357"/>
                  <a:ext cx="944640" cy="82404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68">
            <p14:nvContentPartPr>
              <p14:cNvPr id="83" name="Ink 82">
                <a:extLst>
                  <a:ext uri="{FF2B5EF4-FFF2-40B4-BE49-F238E27FC236}">
                    <a16:creationId xmlns:a16="http://schemas.microsoft.com/office/drawing/2014/main" id="{831636CC-5FDF-925D-A2D6-9315FE207349}"/>
                  </a:ext>
                </a:extLst>
              </p14:cNvPr>
              <p14:cNvContentPartPr/>
              <p14:nvPr/>
            </p14:nvContentPartPr>
            <p14:xfrm>
              <a:off x="674030" y="4430557"/>
              <a:ext cx="611280" cy="19440"/>
            </p14:xfrm>
          </p:contentPart>
        </mc:Choice>
        <mc:Fallback>
          <p:pic>
            <p:nvPicPr>
              <p:cNvPr id="83" name="Ink 82">
                <a:extLst>
                  <a:ext uri="{FF2B5EF4-FFF2-40B4-BE49-F238E27FC236}">
                    <a16:creationId xmlns:a16="http://schemas.microsoft.com/office/drawing/2014/main" id="{831636CC-5FDF-925D-A2D6-9315FE207349}"/>
                  </a:ext>
                </a:extLst>
              </p:cNvPr>
              <p:cNvPicPr/>
              <p:nvPr/>
            </p:nvPicPr>
            <p:blipFill>
              <a:blip r:embed="rId69"/>
              <a:stretch>
                <a:fillRect/>
              </a:stretch>
            </p:blipFill>
            <p:spPr>
              <a:xfrm>
                <a:off x="656030" y="4412917"/>
                <a:ext cx="646920" cy="55080"/>
              </a:xfrm>
              <a:prstGeom prst="rect">
                <a:avLst/>
              </a:prstGeom>
            </p:spPr>
          </p:pic>
        </mc:Fallback>
      </mc:AlternateContent>
      <p:grpSp>
        <p:nvGrpSpPr>
          <p:cNvPr id="86" name="Group 85">
            <a:extLst>
              <a:ext uri="{FF2B5EF4-FFF2-40B4-BE49-F238E27FC236}">
                <a16:creationId xmlns:a16="http://schemas.microsoft.com/office/drawing/2014/main" id="{B2250EC7-5AC9-DDA3-7883-08D12296B459}"/>
              </a:ext>
            </a:extLst>
          </p:cNvPr>
          <p:cNvGrpSpPr/>
          <p:nvPr/>
        </p:nvGrpSpPr>
        <p:grpSpPr>
          <a:xfrm>
            <a:off x="2194670" y="4559077"/>
            <a:ext cx="458640" cy="640080"/>
            <a:chOff x="2194670" y="4559077"/>
            <a:chExt cx="458640" cy="640080"/>
          </a:xfrm>
        </p:grpSpPr>
        <mc:AlternateContent xmlns:mc="http://schemas.openxmlformats.org/markup-compatibility/2006">
          <mc:Choice xmlns:p14="http://schemas.microsoft.com/office/powerpoint/2010/main" Requires="p14">
            <p:contentPart p14:bwMode="auto" r:id="rId70">
              <p14:nvContentPartPr>
                <p14:cNvPr id="84" name="Ink 83">
                  <a:extLst>
                    <a:ext uri="{FF2B5EF4-FFF2-40B4-BE49-F238E27FC236}">
                      <a16:creationId xmlns:a16="http://schemas.microsoft.com/office/drawing/2014/main" id="{42554F60-21E6-FA08-0700-EF25FEA6E128}"/>
                    </a:ext>
                  </a:extLst>
                </p14:cNvPr>
                <p14:cNvContentPartPr/>
                <p14:nvPr/>
              </p14:nvContentPartPr>
              <p14:xfrm>
                <a:off x="2194670" y="4931677"/>
                <a:ext cx="302760" cy="267480"/>
              </p14:xfrm>
            </p:contentPart>
          </mc:Choice>
          <mc:Fallback>
            <p:pic>
              <p:nvPicPr>
                <p:cNvPr id="84" name="Ink 83">
                  <a:extLst>
                    <a:ext uri="{FF2B5EF4-FFF2-40B4-BE49-F238E27FC236}">
                      <a16:creationId xmlns:a16="http://schemas.microsoft.com/office/drawing/2014/main" id="{42554F60-21E6-FA08-0700-EF25FEA6E128}"/>
                    </a:ext>
                  </a:extLst>
                </p:cNvPr>
                <p:cNvPicPr/>
                <p:nvPr/>
              </p:nvPicPr>
              <p:blipFill>
                <a:blip r:embed="rId71"/>
                <a:stretch>
                  <a:fillRect/>
                </a:stretch>
              </p:blipFill>
              <p:spPr>
                <a:xfrm>
                  <a:off x="2177030" y="4913677"/>
                  <a:ext cx="338400" cy="303120"/>
                </a:xfrm>
                <a:prstGeom prst="rect">
                  <a:avLst/>
                </a:prstGeom>
              </p:spPr>
            </p:pic>
          </mc:Fallback>
        </mc:AlternateContent>
        <mc:AlternateContent xmlns:mc="http://schemas.openxmlformats.org/markup-compatibility/2006">
          <mc:Choice xmlns:p14="http://schemas.microsoft.com/office/powerpoint/2010/main" Requires="p14">
            <p:contentPart p14:bwMode="auto" r:id="rId72">
              <p14:nvContentPartPr>
                <p14:cNvPr id="85" name="Ink 84">
                  <a:extLst>
                    <a:ext uri="{FF2B5EF4-FFF2-40B4-BE49-F238E27FC236}">
                      <a16:creationId xmlns:a16="http://schemas.microsoft.com/office/drawing/2014/main" id="{04F293C0-2FF8-DCD8-7019-A74219EE1393}"/>
                    </a:ext>
                  </a:extLst>
                </p14:cNvPr>
                <p14:cNvContentPartPr/>
                <p14:nvPr/>
              </p14:nvContentPartPr>
              <p14:xfrm>
                <a:off x="2446670" y="4559077"/>
                <a:ext cx="206640" cy="261000"/>
              </p14:xfrm>
            </p:contentPart>
          </mc:Choice>
          <mc:Fallback>
            <p:pic>
              <p:nvPicPr>
                <p:cNvPr id="85" name="Ink 84">
                  <a:extLst>
                    <a:ext uri="{FF2B5EF4-FFF2-40B4-BE49-F238E27FC236}">
                      <a16:creationId xmlns:a16="http://schemas.microsoft.com/office/drawing/2014/main" id="{04F293C0-2FF8-DCD8-7019-A74219EE1393}"/>
                    </a:ext>
                  </a:extLst>
                </p:cNvPr>
                <p:cNvPicPr/>
                <p:nvPr/>
              </p:nvPicPr>
              <p:blipFill>
                <a:blip r:embed="rId73"/>
                <a:stretch>
                  <a:fillRect/>
                </a:stretch>
              </p:blipFill>
              <p:spPr>
                <a:xfrm>
                  <a:off x="2428670" y="4541437"/>
                  <a:ext cx="242280" cy="296640"/>
                </a:xfrm>
                <a:prstGeom prst="rect">
                  <a:avLst/>
                </a:prstGeom>
              </p:spPr>
            </p:pic>
          </mc:Fallback>
        </mc:AlternateContent>
      </p:grpSp>
      <p:grpSp>
        <p:nvGrpSpPr>
          <p:cNvPr id="92" name="Group 91">
            <a:extLst>
              <a:ext uri="{FF2B5EF4-FFF2-40B4-BE49-F238E27FC236}">
                <a16:creationId xmlns:a16="http://schemas.microsoft.com/office/drawing/2014/main" id="{05ECD96A-75C2-8819-F7C3-56DF625EEA17}"/>
              </a:ext>
            </a:extLst>
          </p:cNvPr>
          <p:cNvGrpSpPr/>
          <p:nvPr/>
        </p:nvGrpSpPr>
        <p:grpSpPr>
          <a:xfrm>
            <a:off x="3050390" y="4707397"/>
            <a:ext cx="857880" cy="462960"/>
            <a:chOff x="3050390" y="4707397"/>
            <a:chExt cx="857880" cy="462960"/>
          </a:xfrm>
        </p:grpSpPr>
        <mc:AlternateContent xmlns:mc="http://schemas.openxmlformats.org/markup-compatibility/2006">
          <mc:Choice xmlns:p14="http://schemas.microsoft.com/office/powerpoint/2010/main" Requires="p14">
            <p:contentPart p14:bwMode="auto" r:id="rId74">
              <p14:nvContentPartPr>
                <p14:cNvPr id="87" name="Ink 86">
                  <a:extLst>
                    <a:ext uri="{FF2B5EF4-FFF2-40B4-BE49-F238E27FC236}">
                      <a16:creationId xmlns:a16="http://schemas.microsoft.com/office/drawing/2014/main" id="{097466C6-722B-2627-2884-FBDE4428E695}"/>
                    </a:ext>
                  </a:extLst>
                </p14:cNvPr>
                <p14:cNvContentPartPr/>
                <p14:nvPr/>
              </p14:nvContentPartPr>
              <p14:xfrm>
                <a:off x="3050390" y="4785517"/>
                <a:ext cx="83520" cy="384840"/>
              </p14:xfrm>
            </p:contentPart>
          </mc:Choice>
          <mc:Fallback>
            <p:pic>
              <p:nvPicPr>
                <p:cNvPr id="87" name="Ink 86">
                  <a:extLst>
                    <a:ext uri="{FF2B5EF4-FFF2-40B4-BE49-F238E27FC236}">
                      <a16:creationId xmlns:a16="http://schemas.microsoft.com/office/drawing/2014/main" id="{097466C6-722B-2627-2884-FBDE4428E695}"/>
                    </a:ext>
                  </a:extLst>
                </p:cNvPr>
                <p:cNvPicPr/>
                <p:nvPr/>
              </p:nvPicPr>
              <p:blipFill>
                <a:blip r:embed="rId75"/>
                <a:stretch>
                  <a:fillRect/>
                </a:stretch>
              </p:blipFill>
              <p:spPr>
                <a:xfrm>
                  <a:off x="3032750" y="4767877"/>
                  <a:ext cx="119160" cy="420480"/>
                </a:xfrm>
                <a:prstGeom prst="rect">
                  <a:avLst/>
                </a:prstGeom>
              </p:spPr>
            </p:pic>
          </mc:Fallback>
        </mc:AlternateContent>
        <mc:AlternateContent xmlns:mc="http://schemas.openxmlformats.org/markup-compatibility/2006">
          <mc:Choice xmlns:p14="http://schemas.microsoft.com/office/powerpoint/2010/main" Requires="p14">
            <p:contentPart p14:bwMode="auto" r:id="rId76">
              <p14:nvContentPartPr>
                <p14:cNvPr id="88" name="Ink 87">
                  <a:extLst>
                    <a:ext uri="{FF2B5EF4-FFF2-40B4-BE49-F238E27FC236}">
                      <a16:creationId xmlns:a16="http://schemas.microsoft.com/office/drawing/2014/main" id="{C203FC8A-7F9F-3DCF-74E7-2FE7DC3AF548}"/>
                    </a:ext>
                  </a:extLst>
                </p14:cNvPr>
                <p14:cNvContentPartPr/>
                <p14:nvPr/>
              </p14:nvContentPartPr>
              <p14:xfrm>
                <a:off x="3256310" y="4952917"/>
                <a:ext cx="141840" cy="164160"/>
              </p14:xfrm>
            </p:contentPart>
          </mc:Choice>
          <mc:Fallback>
            <p:pic>
              <p:nvPicPr>
                <p:cNvPr id="88" name="Ink 87">
                  <a:extLst>
                    <a:ext uri="{FF2B5EF4-FFF2-40B4-BE49-F238E27FC236}">
                      <a16:creationId xmlns:a16="http://schemas.microsoft.com/office/drawing/2014/main" id="{C203FC8A-7F9F-3DCF-74E7-2FE7DC3AF548}"/>
                    </a:ext>
                  </a:extLst>
                </p:cNvPr>
                <p:cNvPicPr/>
                <p:nvPr/>
              </p:nvPicPr>
              <p:blipFill>
                <a:blip r:embed="rId77"/>
                <a:stretch>
                  <a:fillRect/>
                </a:stretch>
              </p:blipFill>
              <p:spPr>
                <a:xfrm>
                  <a:off x="3238310" y="4935277"/>
                  <a:ext cx="177480" cy="199800"/>
                </a:xfrm>
                <a:prstGeom prst="rect">
                  <a:avLst/>
                </a:prstGeom>
              </p:spPr>
            </p:pic>
          </mc:Fallback>
        </mc:AlternateContent>
        <mc:AlternateContent xmlns:mc="http://schemas.openxmlformats.org/markup-compatibility/2006">
          <mc:Choice xmlns:p14="http://schemas.microsoft.com/office/powerpoint/2010/main" Requires="p14">
            <p:contentPart p14:bwMode="auto" r:id="rId78">
              <p14:nvContentPartPr>
                <p14:cNvPr id="89" name="Ink 88">
                  <a:extLst>
                    <a:ext uri="{FF2B5EF4-FFF2-40B4-BE49-F238E27FC236}">
                      <a16:creationId xmlns:a16="http://schemas.microsoft.com/office/drawing/2014/main" id="{950C33E4-B11A-C215-FCEA-D03BA597A8EB}"/>
                    </a:ext>
                  </a:extLst>
                </p14:cNvPr>
                <p14:cNvContentPartPr/>
                <p14:nvPr/>
              </p14:nvContentPartPr>
              <p14:xfrm>
                <a:off x="3446390" y="4895317"/>
                <a:ext cx="137880" cy="151560"/>
              </p14:xfrm>
            </p:contentPart>
          </mc:Choice>
          <mc:Fallback>
            <p:pic>
              <p:nvPicPr>
                <p:cNvPr id="89" name="Ink 88">
                  <a:extLst>
                    <a:ext uri="{FF2B5EF4-FFF2-40B4-BE49-F238E27FC236}">
                      <a16:creationId xmlns:a16="http://schemas.microsoft.com/office/drawing/2014/main" id="{950C33E4-B11A-C215-FCEA-D03BA597A8EB}"/>
                    </a:ext>
                  </a:extLst>
                </p:cNvPr>
                <p:cNvPicPr/>
                <p:nvPr/>
              </p:nvPicPr>
              <p:blipFill>
                <a:blip r:embed="rId79"/>
                <a:stretch>
                  <a:fillRect/>
                </a:stretch>
              </p:blipFill>
              <p:spPr>
                <a:xfrm>
                  <a:off x="3428390" y="4877677"/>
                  <a:ext cx="173520" cy="187200"/>
                </a:xfrm>
                <a:prstGeom prst="rect">
                  <a:avLst/>
                </a:prstGeom>
              </p:spPr>
            </p:pic>
          </mc:Fallback>
        </mc:AlternateContent>
        <mc:AlternateContent xmlns:mc="http://schemas.openxmlformats.org/markup-compatibility/2006">
          <mc:Choice xmlns:p14="http://schemas.microsoft.com/office/powerpoint/2010/main" Requires="p14">
            <p:contentPart p14:bwMode="auto" r:id="rId80">
              <p14:nvContentPartPr>
                <p14:cNvPr id="90" name="Ink 89">
                  <a:extLst>
                    <a:ext uri="{FF2B5EF4-FFF2-40B4-BE49-F238E27FC236}">
                      <a16:creationId xmlns:a16="http://schemas.microsoft.com/office/drawing/2014/main" id="{EEC8E97F-EA74-FB6C-BEBF-7A06FF16C305}"/>
                    </a:ext>
                  </a:extLst>
                </p14:cNvPr>
                <p14:cNvContentPartPr/>
                <p14:nvPr/>
              </p14:nvContentPartPr>
              <p14:xfrm>
                <a:off x="3622070" y="4861477"/>
                <a:ext cx="126360" cy="178560"/>
              </p14:xfrm>
            </p:contentPart>
          </mc:Choice>
          <mc:Fallback>
            <p:pic>
              <p:nvPicPr>
                <p:cNvPr id="90" name="Ink 89">
                  <a:extLst>
                    <a:ext uri="{FF2B5EF4-FFF2-40B4-BE49-F238E27FC236}">
                      <a16:creationId xmlns:a16="http://schemas.microsoft.com/office/drawing/2014/main" id="{EEC8E97F-EA74-FB6C-BEBF-7A06FF16C305}"/>
                    </a:ext>
                  </a:extLst>
                </p:cNvPr>
                <p:cNvPicPr/>
                <p:nvPr/>
              </p:nvPicPr>
              <p:blipFill>
                <a:blip r:embed="rId81"/>
                <a:stretch>
                  <a:fillRect/>
                </a:stretch>
              </p:blipFill>
              <p:spPr>
                <a:xfrm>
                  <a:off x="3604430" y="4843477"/>
                  <a:ext cx="162000" cy="214200"/>
                </a:xfrm>
                <a:prstGeom prst="rect">
                  <a:avLst/>
                </a:prstGeom>
              </p:spPr>
            </p:pic>
          </mc:Fallback>
        </mc:AlternateContent>
        <mc:AlternateContent xmlns:mc="http://schemas.openxmlformats.org/markup-compatibility/2006">
          <mc:Choice xmlns:p14="http://schemas.microsoft.com/office/powerpoint/2010/main" Requires="p14">
            <p:contentPart p14:bwMode="auto" r:id="rId82">
              <p14:nvContentPartPr>
                <p14:cNvPr id="91" name="Ink 90">
                  <a:extLst>
                    <a:ext uri="{FF2B5EF4-FFF2-40B4-BE49-F238E27FC236}">
                      <a16:creationId xmlns:a16="http://schemas.microsoft.com/office/drawing/2014/main" id="{2BF69824-B84D-68C5-49D3-CB22FF0115F3}"/>
                    </a:ext>
                  </a:extLst>
                </p14:cNvPr>
                <p14:cNvContentPartPr/>
                <p14:nvPr/>
              </p14:nvContentPartPr>
              <p14:xfrm>
                <a:off x="3859310" y="4707397"/>
                <a:ext cx="48960" cy="307800"/>
              </p14:xfrm>
            </p:contentPart>
          </mc:Choice>
          <mc:Fallback>
            <p:pic>
              <p:nvPicPr>
                <p:cNvPr id="91" name="Ink 90">
                  <a:extLst>
                    <a:ext uri="{FF2B5EF4-FFF2-40B4-BE49-F238E27FC236}">
                      <a16:creationId xmlns:a16="http://schemas.microsoft.com/office/drawing/2014/main" id="{2BF69824-B84D-68C5-49D3-CB22FF0115F3}"/>
                    </a:ext>
                  </a:extLst>
                </p:cNvPr>
                <p:cNvPicPr/>
                <p:nvPr/>
              </p:nvPicPr>
              <p:blipFill>
                <a:blip r:embed="rId83"/>
                <a:stretch>
                  <a:fillRect/>
                </a:stretch>
              </p:blipFill>
              <p:spPr>
                <a:xfrm>
                  <a:off x="3841310" y="4689757"/>
                  <a:ext cx="84600" cy="343440"/>
                </a:xfrm>
                <a:prstGeom prst="rect">
                  <a:avLst/>
                </a:prstGeom>
              </p:spPr>
            </p:pic>
          </mc:Fallback>
        </mc:AlternateContent>
      </p:grpSp>
      <p:grpSp>
        <p:nvGrpSpPr>
          <p:cNvPr id="123" name="Group 122">
            <a:extLst>
              <a:ext uri="{FF2B5EF4-FFF2-40B4-BE49-F238E27FC236}">
                <a16:creationId xmlns:a16="http://schemas.microsoft.com/office/drawing/2014/main" id="{C812E384-59A0-5A8C-D1DA-CE7E3718B9F0}"/>
              </a:ext>
            </a:extLst>
          </p:cNvPr>
          <p:cNvGrpSpPr/>
          <p:nvPr/>
        </p:nvGrpSpPr>
        <p:grpSpPr>
          <a:xfrm>
            <a:off x="6398750" y="172477"/>
            <a:ext cx="452520" cy="546840"/>
            <a:chOff x="6398750" y="172477"/>
            <a:chExt cx="452520" cy="546840"/>
          </a:xfrm>
        </p:grpSpPr>
        <mc:AlternateContent xmlns:mc="http://schemas.openxmlformats.org/markup-compatibility/2006">
          <mc:Choice xmlns:p14="http://schemas.microsoft.com/office/powerpoint/2010/main" Requires="p14">
            <p:contentPart p14:bwMode="auto" r:id="rId84">
              <p14:nvContentPartPr>
                <p14:cNvPr id="93" name="Ink 92">
                  <a:extLst>
                    <a:ext uri="{FF2B5EF4-FFF2-40B4-BE49-F238E27FC236}">
                      <a16:creationId xmlns:a16="http://schemas.microsoft.com/office/drawing/2014/main" id="{32BC3C66-CA1E-51D1-0F5D-2751138EE7BE}"/>
                    </a:ext>
                  </a:extLst>
                </p14:cNvPr>
                <p14:cNvContentPartPr/>
                <p14:nvPr/>
              </p14:nvContentPartPr>
              <p14:xfrm>
                <a:off x="6398750" y="479917"/>
                <a:ext cx="216720" cy="239400"/>
              </p14:xfrm>
            </p:contentPart>
          </mc:Choice>
          <mc:Fallback>
            <p:pic>
              <p:nvPicPr>
                <p:cNvPr id="93" name="Ink 92">
                  <a:extLst>
                    <a:ext uri="{FF2B5EF4-FFF2-40B4-BE49-F238E27FC236}">
                      <a16:creationId xmlns:a16="http://schemas.microsoft.com/office/drawing/2014/main" id="{32BC3C66-CA1E-51D1-0F5D-2751138EE7BE}"/>
                    </a:ext>
                  </a:extLst>
                </p:cNvPr>
                <p:cNvPicPr/>
                <p:nvPr/>
              </p:nvPicPr>
              <p:blipFill>
                <a:blip r:embed="rId85"/>
                <a:stretch>
                  <a:fillRect/>
                </a:stretch>
              </p:blipFill>
              <p:spPr>
                <a:xfrm>
                  <a:off x="6380750" y="461917"/>
                  <a:ext cx="252360" cy="275040"/>
                </a:xfrm>
                <a:prstGeom prst="rect">
                  <a:avLst/>
                </a:prstGeom>
              </p:spPr>
            </p:pic>
          </mc:Fallback>
        </mc:AlternateContent>
        <mc:AlternateContent xmlns:mc="http://schemas.openxmlformats.org/markup-compatibility/2006">
          <mc:Choice xmlns:p14="http://schemas.microsoft.com/office/powerpoint/2010/main" Requires="p14">
            <p:contentPart p14:bwMode="auto" r:id="rId86">
              <p14:nvContentPartPr>
                <p14:cNvPr id="94" name="Ink 93">
                  <a:extLst>
                    <a:ext uri="{FF2B5EF4-FFF2-40B4-BE49-F238E27FC236}">
                      <a16:creationId xmlns:a16="http://schemas.microsoft.com/office/drawing/2014/main" id="{527311D4-09DA-D2D5-DB62-234B986AF1FE}"/>
                    </a:ext>
                  </a:extLst>
                </p14:cNvPr>
                <p14:cNvContentPartPr/>
                <p14:nvPr/>
              </p14:nvContentPartPr>
              <p14:xfrm>
                <a:off x="6595310" y="182917"/>
                <a:ext cx="37080" cy="230040"/>
              </p14:xfrm>
            </p:contentPart>
          </mc:Choice>
          <mc:Fallback>
            <p:pic>
              <p:nvPicPr>
                <p:cNvPr id="94" name="Ink 93">
                  <a:extLst>
                    <a:ext uri="{FF2B5EF4-FFF2-40B4-BE49-F238E27FC236}">
                      <a16:creationId xmlns:a16="http://schemas.microsoft.com/office/drawing/2014/main" id="{527311D4-09DA-D2D5-DB62-234B986AF1FE}"/>
                    </a:ext>
                  </a:extLst>
                </p:cNvPr>
                <p:cNvPicPr/>
                <p:nvPr/>
              </p:nvPicPr>
              <p:blipFill>
                <a:blip r:embed="rId87"/>
                <a:stretch>
                  <a:fillRect/>
                </a:stretch>
              </p:blipFill>
              <p:spPr>
                <a:xfrm>
                  <a:off x="6577310" y="164917"/>
                  <a:ext cx="72720" cy="265680"/>
                </a:xfrm>
                <a:prstGeom prst="rect">
                  <a:avLst/>
                </a:prstGeom>
              </p:spPr>
            </p:pic>
          </mc:Fallback>
        </mc:AlternateContent>
        <mc:AlternateContent xmlns:mc="http://schemas.openxmlformats.org/markup-compatibility/2006">
          <mc:Choice xmlns:p14="http://schemas.microsoft.com/office/powerpoint/2010/main" Requires="p14">
            <p:contentPart p14:bwMode="auto" r:id="rId88">
              <p14:nvContentPartPr>
                <p14:cNvPr id="95" name="Ink 94">
                  <a:extLst>
                    <a:ext uri="{FF2B5EF4-FFF2-40B4-BE49-F238E27FC236}">
                      <a16:creationId xmlns:a16="http://schemas.microsoft.com/office/drawing/2014/main" id="{6942B8CC-7C69-6C8D-D456-D4B8CC9EAFB0}"/>
                    </a:ext>
                  </a:extLst>
                </p14:cNvPr>
                <p14:cNvContentPartPr/>
                <p14:nvPr/>
              </p14:nvContentPartPr>
              <p14:xfrm>
                <a:off x="6732110" y="172477"/>
                <a:ext cx="119160" cy="165600"/>
              </p14:xfrm>
            </p:contentPart>
          </mc:Choice>
          <mc:Fallback>
            <p:pic>
              <p:nvPicPr>
                <p:cNvPr id="95" name="Ink 94">
                  <a:extLst>
                    <a:ext uri="{FF2B5EF4-FFF2-40B4-BE49-F238E27FC236}">
                      <a16:creationId xmlns:a16="http://schemas.microsoft.com/office/drawing/2014/main" id="{6942B8CC-7C69-6C8D-D456-D4B8CC9EAFB0}"/>
                    </a:ext>
                  </a:extLst>
                </p:cNvPr>
                <p:cNvPicPr/>
                <p:nvPr/>
              </p:nvPicPr>
              <p:blipFill>
                <a:blip r:embed="rId89"/>
                <a:stretch>
                  <a:fillRect/>
                </a:stretch>
              </p:blipFill>
              <p:spPr>
                <a:xfrm>
                  <a:off x="6714470" y="154837"/>
                  <a:ext cx="154800" cy="201240"/>
                </a:xfrm>
                <a:prstGeom prst="rect">
                  <a:avLst/>
                </a:prstGeom>
              </p:spPr>
            </p:pic>
          </mc:Fallback>
        </mc:AlternateContent>
      </p:grpSp>
      <p:grpSp>
        <p:nvGrpSpPr>
          <p:cNvPr id="122" name="Group 121">
            <a:extLst>
              <a:ext uri="{FF2B5EF4-FFF2-40B4-BE49-F238E27FC236}">
                <a16:creationId xmlns:a16="http://schemas.microsoft.com/office/drawing/2014/main" id="{D4FA3A8C-980C-AB47-2112-1830A5535675}"/>
              </a:ext>
            </a:extLst>
          </p:cNvPr>
          <p:cNvGrpSpPr/>
          <p:nvPr/>
        </p:nvGrpSpPr>
        <p:grpSpPr>
          <a:xfrm>
            <a:off x="6072950" y="914797"/>
            <a:ext cx="720360" cy="374040"/>
            <a:chOff x="6072950" y="914797"/>
            <a:chExt cx="720360" cy="374040"/>
          </a:xfrm>
        </p:grpSpPr>
        <mc:AlternateContent xmlns:mc="http://schemas.openxmlformats.org/markup-compatibility/2006">
          <mc:Choice xmlns:p14="http://schemas.microsoft.com/office/powerpoint/2010/main" Requires="p14">
            <p:contentPart p14:bwMode="auto" r:id="rId90">
              <p14:nvContentPartPr>
                <p14:cNvPr id="96" name="Ink 95">
                  <a:extLst>
                    <a:ext uri="{FF2B5EF4-FFF2-40B4-BE49-F238E27FC236}">
                      <a16:creationId xmlns:a16="http://schemas.microsoft.com/office/drawing/2014/main" id="{A654AA8F-F3EA-0CD1-26E4-2DBC56F7210C}"/>
                    </a:ext>
                  </a:extLst>
                </p14:cNvPr>
                <p14:cNvContentPartPr/>
                <p14:nvPr/>
              </p14:nvContentPartPr>
              <p14:xfrm>
                <a:off x="6072950" y="977437"/>
                <a:ext cx="42840" cy="311400"/>
              </p14:xfrm>
            </p:contentPart>
          </mc:Choice>
          <mc:Fallback>
            <p:pic>
              <p:nvPicPr>
                <p:cNvPr id="96" name="Ink 95">
                  <a:extLst>
                    <a:ext uri="{FF2B5EF4-FFF2-40B4-BE49-F238E27FC236}">
                      <a16:creationId xmlns:a16="http://schemas.microsoft.com/office/drawing/2014/main" id="{A654AA8F-F3EA-0CD1-26E4-2DBC56F7210C}"/>
                    </a:ext>
                  </a:extLst>
                </p:cNvPr>
                <p:cNvPicPr/>
                <p:nvPr/>
              </p:nvPicPr>
              <p:blipFill>
                <a:blip r:embed="rId91"/>
                <a:stretch>
                  <a:fillRect/>
                </a:stretch>
              </p:blipFill>
              <p:spPr>
                <a:xfrm>
                  <a:off x="6054950" y="959437"/>
                  <a:ext cx="78480" cy="347040"/>
                </a:xfrm>
                <a:prstGeom prst="rect">
                  <a:avLst/>
                </a:prstGeom>
              </p:spPr>
            </p:pic>
          </mc:Fallback>
        </mc:AlternateContent>
        <mc:AlternateContent xmlns:mc="http://schemas.openxmlformats.org/markup-compatibility/2006">
          <mc:Choice xmlns:p14="http://schemas.microsoft.com/office/powerpoint/2010/main" Requires="p14">
            <p:contentPart p14:bwMode="auto" r:id="rId92">
              <p14:nvContentPartPr>
                <p14:cNvPr id="97" name="Ink 96">
                  <a:extLst>
                    <a:ext uri="{FF2B5EF4-FFF2-40B4-BE49-F238E27FC236}">
                      <a16:creationId xmlns:a16="http://schemas.microsoft.com/office/drawing/2014/main" id="{75DD492A-C365-A99A-F4A8-E4A0BB8B0AEC}"/>
                    </a:ext>
                  </a:extLst>
                </p14:cNvPr>
                <p14:cNvContentPartPr/>
                <p14:nvPr/>
              </p14:nvContentPartPr>
              <p14:xfrm>
                <a:off x="6179870" y="963757"/>
                <a:ext cx="174240" cy="269280"/>
              </p14:xfrm>
            </p:contentPart>
          </mc:Choice>
          <mc:Fallback>
            <p:pic>
              <p:nvPicPr>
                <p:cNvPr id="97" name="Ink 96">
                  <a:extLst>
                    <a:ext uri="{FF2B5EF4-FFF2-40B4-BE49-F238E27FC236}">
                      <a16:creationId xmlns:a16="http://schemas.microsoft.com/office/drawing/2014/main" id="{75DD492A-C365-A99A-F4A8-E4A0BB8B0AEC}"/>
                    </a:ext>
                  </a:extLst>
                </p:cNvPr>
                <p:cNvPicPr/>
                <p:nvPr/>
              </p:nvPicPr>
              <p:blipFill>
                <a:blip r:embed="rId93"/>
                <a:stretch>
                  <a:fillRect/>
                </a:stretch>
              </p:blipFill>
              <p:spPr>
                <a:xfrm>
                  <a:off x="6161870" y="946117"/>
                  <a:ext cx="209880" cy="304920"/>
                </a:xfrm>
                <a:prstGeom prst="rect">
                  <a:avLst/>
                </a:prstGeom>
              </p:spPr>
            </p:pic>
          </mc:Fallback>
        </mc:AlternateContent>
        <mc:AlternateContent xmlns:mc="http://schemas.openxmlformats.org/markup-compatibility/2006">
          <mc:Choice xmlns:p14="http://schemas.microsoft.com/office/powerpoint/2010/main" Requires="p14">
            <p:contentPart p14:bwMode="auto" r:id="rId94">
              <p14:nvContentPartPr>
                <p14:cNvPr id="98" name="Ink 97">
                  <a:extLst>
                    <a:ext uri="{FF2B5EF4-FFF2-40B4-BE49-F238E27FC236}">
                      <a16:creationId xmlns:a16="http://schemas.microsoft.com/office/drawing/2014/main" id="{3949C1BD-79C0-7C7A-A2B4-6AA7D1659AE9}"/>
                    </a:ext>
                  </a:extLst>
                </p14:cNvPr>
                <p14:cNvContentPartPr/>
                <p14:nvPr/>
              </p14:nvContentPartPr>
              <p14:xfrm>
                <a:off x="6472910" y="931357"/>
                <a:ext cx="100800" cy="198720"/>
              </p14:xfrm>
            </p:contentPart>
          </mc:Choice>
          <mc:Fallback>
            <p:pic>
              <p:nvPicPr>
                <p:cNvPr id="98" name="Ink 97">
                  <a:extLst>
                    <a:ext uri="{FF2B5EF4-FFF2-40B4-BE49-F238E27FC236}">
                      <a16:creationId xmlns:a16="http://schemas.microsoft.com/office/drawing/2014/main" id="{3949C1BD-79C0-7C7A-A2B4-6AA7D1659AE9}"/>
                    </a:ext>
                  </a:extLst>
                </p:cNvPr>
                <p:cNvPicPr/>
                <p:nvPr/>
              </p:nvPicPr>
              <p:blipFill>
                <a:blip r:embed="rId95"/>
                <a:stretch>
                  <a:fillRect/>
                </a:stretch>
              </p:blipFill>
              <p:spPr>
                <a:xfrm>
                  <a:off x="6454910" y="913357"/>
                  <a:ext cx="136440" cy="234360"/>
                </a:xfrm>
                <a:prstGeom prst="rect">
                  <a:avLst/>
                </a:prstGeom>
              </p:spPr>
            </p:pic>
          </mc:Fallback>
        </mc:AlternateContent>
        <mc:AlternateContent xmlns:mc="http://schemas.openxmlformats.org/markup-compatibility/2006">
          <mc:Choice xmlns:p14="http://schemas.microsoft.com/office/powerpoint/2010/main" Requires="p14">
            <p:contentPart p14:bwMode="auto" r:id="rId96">
              <p14:nvContentPartPr>
                <p14:cNvPr id="99" name="Ink 98">
                  <a:extLst>
                    <a:ext uri="{FF2B5EF4-FFF2-40B4-BE49-F238E27FC236}">
                      <a16:creationId xmlns:a16="http://schemas.microsoft.com/office/drawing/2014/main" id="{705656DB-F568-A287-4767-92850FF1D8C5}"/>
                    </a:ext>
                  </a:extLst>
                </p14:cNvPr>
                <p14:cNvContentPartPr/>
                <p14:nvPr/>
              </p14:nvContentPartPr>
              <p14:xfrm>
                <a:off x="6619070" y="1069237"/>
                <a:ext cx="6840" cy="61200"/>
              </p14:xfrm>
            </p:contentPart>
          </mc:Choice>
          <mc:Fallback>
            <p:pic>
              <p:nvPicPr>
                <p:cNvPr id="99" name="Ink 98">
                  <a:extLst>
                    <a:ext uri="{FF2B5EF4-FFF2-40B4-BE49-F238E27FC236}">
                      <a16:creationId xmlns:a16="http://schemas.microsoft.com/office/drawing/2014/main" id="{705656DB-F568-A287-4767-92850FF1D8C5}"/>
                    </a:ext>
                  </a:extLst>
                </p:cNvPr>
                <p:cNvPicPr/>
                <p:nvPr/>
              </p:nvPicPr>
              <p:blipFill>
                <a:blip r:embed="rId97"/>
                <a:stretch>
                  <a:fillRect/>
                </a:stretch>
              </p:blipFill>
              <p:spPr>
                <a:xfrm>
                  <a:off x="6601070" y="1051597"/>
                  <a:ext cx="42480" cy="96840"/>
                </a:xfrm>
                <a:prstGeom prst="rect">
                  <a:avLst/>
                </a:prstGeom>
              </p:spPr>
            </p:pic>
          </mc:Fallback>
        </mc:AlternateContent>
        <mc:AlternateContent xmlns:mc="http://schemas.openxmlformats.org/markup-compatibility/2006">
          <mc:Choice xmlns:p14="http://schemas.microsoft.com/office/powerpoint/2010/main" Requires="p14">
            <p:contentPart p14:bwMode="auto" r:id="rId98">
              <p14:nvContentPartPr>
                <p14:cNvPr id="100" name="Ink 99">
                  <a:extLst>
                    <a:ext uri="{FF2B5EF4-FFF2-40B4-BE49-F238E27FC236}">
                      <a16:creationId xmlns:a16="http://schemas.microsoft.com/office/drawing/2014/main" id="{CA90C1A7-A4B0-5FC5-C658-ED24C3A2C5C1}"/>
                    </a:ext>
                  </a:extLst>
                </p14:cNvPr>
                <p14:cNvContentPartPr/>
                <p14:nvPr/>
              </p14:nvContentPartPr>
              <p14:xfrm>
                <a:off x="6611150" y="945757"/>
                <a:ext cx="8280" cy="16200"/>
              </p14:xfrm>
            </p:contentPart>
          </mc:Choice>
          <mc:Fallback>
            <p:pic>
              <p:nvPicPr>
                <p:cNvPr id="100" name="Ink 99">
                  <a:extLst>
                    <a:ext uri="{FF2B5EF4-FFF2-40B4-BE49-F238E27FC236}">
                      <a16:creationId xmlns:a16="http://schemas.microsoft.com/office/drawing/2014/main" id="{CA90C1A7-A4B0-5FC5-C658-ED24C3A2C5C1}"/>
                    </a:ext>
                  </a:extLst>
                </p:cNvPr>
                <p:cNvPicPr/>
                <p:nvPr/>
              </p:nvPicPr>
              <p:blipFill>
                <a:blip r:embed="rId99"/>
                <a:stretch>
                  <a:fillRect/>
                </a:stretch>
              </p:blipFill>
              <p:spPr>
                <a:xfrm>
                  <a:off x="6593150" y="928117"/>
                  <a:ext cx="43920" cy="51840"/>
                </a:xfrm>
                <a:prstGeom prst="rect">
                  <a:avLst/>
                </a:prstGeom>
              </p:spPr>
            </p:pic>
          </mc:Fallback>
        </mc:AlternateContent>
        <mc:AlternateContent xmlns:mc="http://schemas.openxmlformats.org/markup-compatibility/2006">
          <mc:Choice xmlns:p14="http://schemas.microsoft.com/office/powerpoint/2010/main" Requires="p14">
            <p:contentPart p14:bwMode="auto" r:id="rId100">
              <p14:nvContentPartPr>
                <p14:cNvPr id="101" name="Ink 100">
                  <a:extLst>
                    <a:ext uri="{FF2B5EF4-FFF2-40B4-BE49-F238E27FC236}">
                      <a16:creationId xmlns:a16="http://schemas.microsoft.com/office/drawing/2014/main" id="{111D3D63-FE15-8097-8EC5-0FEE82665A41}"/>
                    </a:ext>
                  </a:extLst>
                </p14:cNvPr>
                <p14:cNvContentPartPr/>
                <p14:nvPr/>
              </p14:nvContentPartPr>
              <p14:xfrm>
                <a:off x="6671990" y="914797"/>
                <a:ext cx="40320" cy="211680"/>
              </p14:xfrm>
            </p:contentPart>
          </mc:Choice>
          <mc:Fallback>
            <p:pic>
              <p:nvPicPr>
                <p:cNvPr id="101" name="Ink 100">
                  <a:extLst>
                    <a:ext uri="{FF2B5EF4-FFF2-40B4-BE49-F238E27FC236}">
                      <a16:creationId xmlns:a16="http://schemas.microsoft.com/office/drawing/2014/main" id="{111D3D63-FE15-8097-8EC5-0FEE82665A41}"/>
                    </a:ext>
                  </a:extLst>
                </p:cNvPr>
                <p:cNvPicPr/>
                <p:nvPr/>
              </p:nvPicPr>
              <p:blipFill>
                <a:blip r:embed="rId101"/>
                <a:stretch>
                  <a:fillRect/>
                </a:stretch>
              </p:blipFill>
              <p:spPr>
                <a:xfrm>
                  <a:off x="6653990" y="897157"/>
                  <a:ext cx="75960" cy="247320"/>
                </a:xfrm>
                <a:prstGeom prst="rect">
                  <a:avLst/>
                </a:prstGeom>
              </p:spPr>
            </p:pic>
          </mc:Fallback>
        </mc:AlternateContent>
        <mc:AlternateContent xmlns:mc="http://schemas.openxmlformats.org/markup-compatibility/2006">
          <mc:Choice xmlns:p14="http://schemas.microsoft.com/office/powerpoint/2010/main" Requires="p14">
            <p:contentPart p14:bwMode="auto" r:id="rId102">
              <p14:nvContentPartPr>
                <p14:cNvPr id="102" name="Ink 101">
                  <a:extLst>
                    <a:ext uri="{FF2B5EF4-FFF2-40B4-BE49-F238E27FC236}">
                      <a16:creationId xmlns:a16="http://schemas.microsoft.com/office/drawing/2014/main" id="{FB585AF3-5CB7-6D50-E7CD-022490204663}"/>
                    </a:ext>
                  </a:extLst>
                </p14:cNvPr>
                <p14:cNvContentPartPr/>
                <p14:nvPr/>
              </p14:nvContentPartPr>
              <p14:xfrm>
                <a:off x="6688550" y="980317"/>
                <a:ext cx="104760" cy="66240"/>
              </p14:xfrm>
            </p:contentPart>
          </mc:Choice>
          <mc:Fallback>
            <p:pic>
              <p:nvPicPr>
                <p:cNvPr id="102" name="Ink 101">
                  <a:extLst>
                    <a:ext uri="{FF2B5EF4-FFF2-40B4-BE49-F238E27FC236}">
                      <a16:creationId xmlns:a16="http://schemas.microsoft.com/office/drawing/2014/main" id="{FB585AF3-5CB7-6D50-E7CD-022490204663}"/>
                    </a:ext>
                  </a:extLst>
                </p:cNvPr>
                <p:cNvPicPr/>
                <p:nvPr/>
              </p:nvPicPr>
              <p:blipFill>
                <a:blip r:embed="rId103"/>
                <a:stretch>
                  <a:fillRect/>
                </a:stretch>
              </p:blipFill>
              <p:spPr>
                <a:xfrm>
                  <a:off x="6670550" y="962317"/>
                  <a:ext cx="140400" cy="101880"/>
                </a:xfrm>
                <a:prstGeom prst="rect">
                  <a:avLst/>
                </a:prstGeom>
              </p:spPr>
            </p:pic>
          </mc:Fallback>
        </mc:AlternateContent>
      </p:grpSp>
      <p:grpSp>
        <p:nvGrpSpPr>
          <p:cNvPr id="121" name="Group 120">
            <a:extLst>
              <a:ext uri="{FF2B5EF4-FFF2-40B4-BE49-F238E27FC236}">
                <a16:creationId xmlns:a16="http://schemas.microsoft.com/office/drawing/2014/main" id="{288BABAA-DC9C-2DC2-8720-2B16D4462261}"/>
              </a:ext>
            </a:extLst>
          </p:cNvPr>
          <p:cNvGrpSpPr/>
          <p:nvPr/>
        </p:nvGrpSpPr>
        <p:grpSpPr>
          <a:xfrm>
            <a:off x="7193270" y="847477"/>
            <a:ext cx="321840" cy="231120"/>
            <a:chOff x="7193270" y="847477"/>
            <a:chExt cx="321840" cy="231120"/>
          </a:xfrm>
        </p:grpSpPr>
        <mc:AlternateContent xmlns:mc="http://schemas.openxmlformats.org/markup-compatibility/2006">
          <mc:Choice xmlns:p14="http://schemas.microsoft.com/office/powerpoint/2010/main" Requires="p14">
            <p:contentPart p14:bwMode="auto" r:id="rId104">
              <p14:nvContentPartPr>
                <p14:cNvPr id="103" name="Ink 102">
                  <a:extLst>
                    <a:ext uri="{FF2B5EF4-FFF2-40B4-BE49-F238E27FC236}">
                      <a16:creationId xmlns:a16="http://schemas.microsoft.com/office/drawing/2014/main" id="{6CF0D704-9FAC-2811-4689-F12BB0AF72CE}"/>
                    </a:ext>
                  </a:extLst>
                </p14:cNvPr>
                <p14:cNvContentPartPr/>
                <p14:nvPr/>
              </p14:nvContentPartPr>
              <p14:xfrm>
                <a:off x="7193270" y="942517"/>
                <a:ext cx="321840" cy="43560"/>
              </p14:xfrm>
            </p:contentPart>
          </mc:Choice>
          <mc:Fallback>
            <p:pic>
              <p:nvPicPr>
                <p:cNvPr id="103" name="Ink 102">
                  <a:extLst>
                    <a:ext uri="{FF2B5EF4-FFF2-40B4-BE49-F238E27FC236}">
                      <a16:creationId xmlns:a16="http://schemas.microsoft.com/office/drawing/2014/main" id="{6CF0D704-9FAC-2811-4689-F12BB0AF72CE}"/>
                    </a:ext>
                  </a:extLst>
                </p:cNvPr>
                <p:cNvPicPr/>
                <p:nvPr/>
              </p:nvPicPr>
              <p:blipFill>
                <a:blip r:embed="rId105"/>
                <a:stretch>
                  <a:fillRect/>
                </a:stretch>
              </p:blipFill>
              <p:spPr>
                <a:xfrm>
                  <a:off x="7175270" y="924517"/>
                  <a:ext cx="357480" cy="79200"/>
                </a:xfrm>
                <a:prstGeom prst="rect">
                  <a:avLst/>
                </a:prstGeom>
              </p:spPr>
            </p:pic>
          </mc:Fallback>
        </mc:AlternateContent>
        <mc:AlternateContent xmlns:mc="http://schemas.openxmlformats.org/markup-compatibility/2006">
          <mc:Choice xmlns:p14="http://schemas.microsoft.com/office/powerpoint/2010/main" Requires="p14">
            <p:contentPart p14:bwMode="auto" r:id="rId106">
              <p14:nvContentPartPr>
                <p14:cNvPr id="104" name="Ink 103">
                  <a:extLst>
                    <a:ext uri="{FF2B5EF4-FFF2-40B4-BE49-F238E27FC236}">
                      <a16:creationId xmlns:a16="http://schemas.microsoft.com/office/drawing/2014/main" id="{EA70CBC8-C0C5-8A2D-38E2-82D2243D69D8}"/>
                    </a:ext>
                  </a:extLst>
                </p14:cNvPr>
                <p14:cNvContentPartPr/>
                <p14:nvPr/>
              </p14:nvContentPartPr>
              <p14:xfrm>
                <a:off x="7420070" y="847477"/>
                <a:ext cx="95040" cy="231120"/>
              </p14:xfrm>
            </p:contentPart>
          </mc:Choice>
          <mc:Fallback>
            <p:pic>
              <p:nvPicPr>
                <p:cNvPr id="104" name="Ink 103">
                  <a:extLst>
                    <a:ext uri="{FF2B5EF4-FFF2-40B4-BE49-F238E27FC236}">
                      <a16:creationId xmlns:a16="http://schemas.microsoft.com/office/drawing/2014/main" id="{EA70CBC8-C0C5-8A2D-38E2-82D2243D69D8}"/>
                    </a:ext>
                  </a:extLst>
                </p:cNvPr>
                <p:cNvPicPr/>
                <p:nvPr/>
              </p:nvPicPr>
              <p:blipFill>
                <a:blip r:embed="rId107"/>
                <a:stretch>
                  <a:fillRect/>
                </a:stretch>
              </p:blipFill>
              <p:spPr>
                <a:xfrm>
                  <a:off x="7402430" y="829477"/>
                  <a:ext cx="130680" cy="266760"/>
                </a:xfrm>
                <a:prstGeom prst="rect">
                  <a:avLst/>
                </a:prstGeom>
              </p:spPr>
            </p:pic>
          </mc:Fallback>
        </mc:AlternateContent>
      </p:grpSp>
      <p:grpSp>
        <p:nvGrpSpPr>
          <p:cNvPr id="120" name="Group 119">
            <a:extLst>
              <a:ext uri="{FF2B5EF4-FFF2-40B4-BE49-F238E27FC236}">
                <a16:creationId xmlns:a16="http://schemas.microsoft.com/office/drawing/2014/main" id="{89A2AE4D-B094-8935-16B5-67A1869A718A}"/>
              </a:ext>
            </a:extLst>
          </p:cNvPr>
          <p:cNvGrpSpPr/>
          <p:nvPr/>
        </p:nvGrpSpPr>
        <p:grpSpPr>
          <a:xfrm>
            <a:off x="7793750" y="780157"/>
            <a:ext cx="782280" cy="316800"/>
            <a:chOff x="7793750" y="780157"/>
            <a:chExt cx="782280" cy="316800"/>
          </a:xfrm>
        </p:grpSpPr>
        <mc:AlternateContent xmlns:mc="http://schemas.openxmlformats.org/markup-compatibility/2006">
          <mc:Choice xmlns:p14="http://schemas.microsoft.com/office/powerpoint/2010/main" Requires="p14">
            <p:contentPart p14:bwMode="auto" r:id="rId108">
              <p14:nvContentPartPr>
                <p14:cNvPr id="105" name="Ink 104">
                  <a:extLst>
                    <a:ext uri="{FF2B5EF4-FFF2-40B4-BE49-F238E27FC236}">
                      <a16:creationId xmlns:a16="http://schemas.microsoft.com/office/drawing/2014/main" id="{53352024-9465-46DF-5445-2641FCCDF50B}"/>
                    </a:ext>
                  </a:extLst>
                </p14:cNvPr>
                <p14:cNvContentPartPr/>
                <p14:nvPr/>
              </p14:nvContentPartPr>
              <p14:xfrm>
                <a:off x="7793750" y="818317"/>
                <a:ext cx="45000" cy="278640"/>
              </p14:xfrm>
            </p:contentPart>
          </mc:Choice>
          <mc:Fallback>
            <p:pic>
              <p:nvPicPr>
                <p:cNvPr id="105" name="Ink 104">
                  <a:extLst>
                    <a:ext uri="{FF2B5EF4-FFF2-40B4-BE49-F238E27FC236}">
                      <a16:creationId xmlns:a16="http://schemas.microsoft.com/office/drawing/2014/main" id="{53352024-9465-46DF-5445-2641FCCDF50B}"/>
                    </a:ext>
                  </a:extLst>
                </p:cNvPr>
                <p:cNvPicPr/>
                <p:nvPr/>
              </p:nvPicPr>
              <p:blipFill>
                <a:blip r:embed="rId109"/>
                <a:stretch>
                  <a:fillRect/>
                </a:stretch>
              </p:blipFill>
              <p:spPr>
                <a:xfrm>
                  <a:off x="7775750" y="800677"/>
                  <a:ext cx="80640" cy="314280"/>
                </a:xfrm>
                <a:prstGeom prst="rect">
                  <a:avLst/>
                </a:prstGeom>
              </p:spPr>
            </p:pic>
          </mc:Fallback>
        </mc:AlternateContent>
        <mc:AlternateContent xmlns:mc="http://schemas.openxmlformats.org/markup-compatibility/2006">
          <mc:Choice xmlns:p14="http://schemas.microsoft.com/office/powerpoint/2010/main" Requires="p14">
            <p:contentPart p14:bwMode="auto" r:id="rId110">
              <p14:nvContentPartPr>
                <p14:cNvPr id="106" name="Ink 105">
                  <a:extLst>
                    <a:ext uri="{FF2B5EF4-FFF2-40B4-BE49-F238E27FC236}">
                      <a16:creationId xmlns:a16="http://schemas.microsoft.com/office/drawing/2014/main" id="{75132707-7F8D-59BF-33BB-E3DE3998D172}"/>
                    </a:ext>
                  </a:extLst>
                </p14:cNvPr>
                <p14:cNvContentPartPr/>
                <p14:nvPr/>
              </p14:nvContentPartPr>
              <p14:xfrm>
                <a:off x="7947830" y="876637"/>
                <a:ext cx="159120" cy="185400"/>
              </p14:xfrm>
            </p:contentPart>
          </mc:Choice>
          <mc:Fallback>
            <p:pic>
              <p:nvPicPr>
                <p:cNvPr id="106" name="Ink 105">
                  <a:extLst>
                    <a:ext uri="{FF2B5EF4-FFF2-40B4-BE49-F238E27FC236}">
                      <a16:creationId xmlns:a16="http://schemas.microsoft.com/office/drawing/2014/main" id="{75132707-7F8D-59BF-33BB-E3DE3998D172}"/>
                    </a:ext>
                  </a:extLst>
                </p:cNvPr>
                <p:cNvPicPr/>
                <p:nvPr/>
              </p:nvPicPr>
              <p:blipFill>
                <a:blip r:embed="rId111"/>
                <a:stretch>
                  <a:fillRect/>
                </a:stretch>
              </p:blipFill>
              <p:spPr>
                <a:xfrm>
                  <a:off x="7929830" y="858637"/>
                  <a:ext cx="194760" cy="221040"/>
                </a:xfrm>
                <a:prstGeom prst="rect">
                  <a:avLst/>
                </a:prstGeom>
              </p:spPr>
            </p:pic>
          </mc:Fallback>
        </mc:AlternateContent>
        <mc:AlternateContent xmlns:mc="http://schemas.openxmlformats.org/markup-compatibility/2006">
          <mc:Choice xmlns:p14="http://schemas.microsoft.com/office/powerpoint/2010/main" Requires="p14">
            <p:contentPart p14:bwMode="auto" r:id="rId112">
              <p14:nvContentPartPr>
                <p14:cNvPr id="107" name="Ink 106">
                  <a:extLst>
                    <a:ext uri="{FF2B5EF4-FFF2-40B4-BE49-F238E27FC236}">
                      <a16:creationId xmlns:a16="http://schemas.microsoft.com/office/drawing/2014/main" id="{2FDA2B04-4CCC-D5CF-2EE3-4E2E9F0226BF}"/>
                    </a:ext>
                  </a:extLst>
                </p14:cNvPr>
                <p14:cNvContentPartPr/>
                <p14:nvPr/>
              </p14:nvContentPartPr>
              <p14:xfrm>
                <a:off x="8181110" y="823717"/>
                <a:ext cx="186840" cy="177840"/>
              </p14:xfrm>
            </p:contentPart>
          </mc:Choice>
          <mc:Fallback>
            <p:pic>
              <p:nvPicPr>
                <p:cNvPr id="107" name="Ink 106">
                  <a:extLst>
                    <a:ext uri="{FF2B5EF4-FFF2-40B4-BE49-F238E27FC236}">
                      <a16:creationId xmlns:a16="http://schemas.microsoft.com/office/drawing/2014/main" id="{2FDA2B04-4CCC-D5CF-2EE3-4E2E9F0226BF}"/>
                    </a:ext>
                  </a:extLst>
                </p:cNvPr>
                <p:cNvPicPr/>
                <p:nvPr/>
              </p:nvPicPr>
              <p:blipFill>
                <a:blip r:embed="rId113"/>
                <a:stretch>
                  <a:fillRect/>
                </a:stretch>
              </p:blipFill>
              <p:spPr>
                <a:xfrm>
                  <a:off x="8163470" y="805717"/>
                  <a:ext cx="222480" cy="213480"/>
                </a:xfrm>
                <a:prstGeom prst="rect">
                  <a:avLst/>
                </a:prstGeom>
              </p:spPr>
            </p:pic>
          </mc:Fallback>
        </mc:AlternateContent>
        <mc:AlternateContent xmlns:mc="http://schemas.openxmlformats.org/markup-compatibility/2006">
          <mc:Choice xmlns:p14="http://schemas.microsoft.com/office/powerpoint/2010/main" Requires="p14">
            <p:contentPart p14:bwMode="auto" r:id="rId114">
              <p14:nvContentPartPr>
                <p14:cNvPr id="108" name="Ink 107">
                  <a:extLst>
                    <a:ext uri="{FF2B5EF4-FFF2-40B4-BE49-F238E27FC236}">
                      <a16:creationId xmlns:a16="http://schemas.microsoft.com/office/drawing/2014/main" id="{CD54E27E-135B-E2A3-16E0-4CDFDAB2B895}"/>
                    </a:ext>
                  </a:extLst>
                </p14:cNvPr>
                <p14:cNvContentPartPr/>
                <p14:nvPr/>
              </p14:nvContentPartPr>
              <p14:xfrm>
                <a:off x="8384510" y="780157"/>
                <a:ext cx="158760" cy="171000"/>
              </p14:xfrm>
            </p:contentPart>
          </mc:Choice>
          <mc:Fallback>
            <p:pic>
              <p:nvPicPr>
                <p:cNvPr id="108" name="Ink 107">
                  <a:extLst>
                    <a:ext uri="{FF2B5EF4-FFF2-40B4-BE49-F238E27FC236}">
                      <a16:creationId xmlns:a16="http://schemas.microsoft.com/office/drawing/2014/main" id="{CD54E27E-135B-E2A3-16E0-4CDFDAB2B895}"/>
                    </a:ext>
                  </a:extLst>
                </p:cNvPr>
                <p:cNvPicPr/>
                <p:nvPr/>
              </p:nvPicPr>
              <p:blipFill>
                <a:blip r:embed="rId115"/>
                <a:stretch>
                  <a:fillRect/>
                </a:stretch>
              </p:blipFill>
              <p:spPr>
                <a:xfrm>
                  <a:off x="8366510" y="762517"/>
                  <a:ext cx="194400" cy="206640"/>
                </a:xfrm>
                <a:prstGeom prst="rect">
                  <a:avLst/>
                </a:prstGeom>
              </p:spPr>
            </p:pic>
          </mc:Fallback>
        </mc:AlternateContent>
        <mc:AlternateContent xmlns:mc="http://schemas.openxmlformats.org/markup-compatibility/2006">
          <mc:Choice xmlns:p14="http://schemas.microsoft.com/office/powerpoint/2010/main" Requires="p14">
            <p:contentPart p14:bwMode="auto" r:id="rId116">
              <p14:nvContentPartPr>
                <p14:cNvPr id="109" name="Ink 108">
                  <a:extLst>
                    <a:ext uri="{FF2B5EF4-FFF2-40B4-BE49-F238E27FC236}">
                      <a16:creationId xmlns:a16="http://schemas.microsoft.com/office/drawing/2014/main" id="{A463BE04-5A57-59AA-0E73-1EC61F197D2D}"/>
                    </a:ext>
                  </a:extLst>
                </p14:cNvPr>
                <p14:cNvContentPartPr/>
                <p14:nvPr/>
              </p14:nvContentPartPr>
              <p14:xfrm>
                <a:off x="8506550" y="840277"/>
                <a:ext cx="69480" cy="240480"/>
              </p14:xfrm>
            </p:contentPart>
          </mc:Choice>
          <mc:Fallback>
            <p:pic>
              <p:nvPicPr>
                <p:cNvPr id="109" name="Ink 108">
                  <a:extLst>
                    <a:ext uri="{FF2B5EF4-FFF2-40B4-BE49-F238E27FC236}">
                      <a16:creationId xmlns:a16="http://schemas.microsoft.com/office/drawing/2014/main" id="{A463BE04-5A57-59AA-0E73-1EC61F197D2D}"/>
                    </a:ext>
                  </a:extLst>
                </p:cNvPr>
                <p:cNvPicPr/>
                <p:nvPr/>
              </p:nvPicPr>
              <p:blipFill>
                <a:blip r:embed="rId117"/>
                <a:stretch>
                  <a:fillRect/>
                </a:stretch>
              </p:blipFill>
              <p:spPr>
                <a:xfrm>
                  <a:off x="8488550" y="822277"/>
                  <a:ext cx="105120" cy="276120"/>
                </a:xfrm>
                <a:prstGeom prst="rect">
                  <a:avLst/>
                </a:prstGeom>
              </p:spPr>
            </p:pic>
          </mc:Fallback>
        </mc:AlternateContent>
      </p:grpSp>
      <p:grpSp>
        <p:nvGrpSpPr>
          <p:cNvPr id="133" name="Group 132">
            <a:extLst>
              <a:ext uri="{FF2B5EF4-FFF2-40B4-BE49-F238E27FC236}">
                <a16:creationId xmlns:a16="http://schemas.microsoft.com/office/drawing/2014/main" id="{F9470C0A-92F0-F472-6A10-C3409788983D}"/>
              </a:ext>
            </a:extLst>
          </p:cNvPr>
          <p:cNvGrpSpPr/>
          <p:nvPr/>
        </p:nvGrpSpPr>
        <p:grpSpPr>
          <a:xfrm>
            <a:off x="8900750" y="759277"/>
            <a:ext cx="694080" cy="302040"/>
            <a:chOff x="8900750" y="759277"/>
            <a:chExt cx="694080" cy="302040"/>
          </a:xfrm>
        </p:grpSpPr>
        <mc:AlternateContent xmlns:mc="http://schemas.openxmlformats.org/markup-compatibility/2006">
          <mc:Choice xmlns:p14="http://schemas.microsoft.com/office/powerpoint/2010/main" Requires="p14">
            <p:contentPart p14:bwMode="auto" r:id="rId118">
              <p14:nvContentPartPr>
                <p14:cNvPr id="110" name="Ink 109">
                  <a:extLst>
                    <a:ext uri="{FF2B5EF4-FFF2-40B4-BE49-F238E27FC236}">
                      <a16:creationId xmlns:a16="http://schemas.microsoft.com/office/drawing/2014/main" id="{7534474D-6DAB-778B-78FB-DE38401CE107}"/>
                    </a:ext>
                  </a:extLst>
                </p14:cNvPr>
                <p14:cNvContentPartPr/>
                <p14:nvPr/>
              </p14:nvContentPartPr>
              <p14:xfrm>
                <a:off x="8900750" y="759277"/>
                <a:ext cx="158040" cy="302040"/>
              </p14:xfrm>
            </p:contentPart>
          </mc:Choice>
          <mc:Fallback>
            <p:pic>
              <p:nvPicPr>
                <p:cNvPr id="110" name="Ink 109">
                  <a:extLst>
                    <a:ext uri="{FF2B5EF4-FFF2-40B4-BE49-F238E27FC236}">
                      <a16:creationId xmlns:a16="http://schemas.microsoft.com/office/drawing/2014/main" id="{7534474D-6DAB-778B-78FB-DE38401CE107}"/>
                    </a:ext>
                  </a:extLst>
                </p:cNvPr>
                <p:cNvPicPr/>
                <p:nvPr/>
              </p:nvPicPr>
              <p:blipFill>
                <a:blip r:embed="rId119"/>
                <a:stretch>
                  <a:fillRect/>
                </a:stretch>
              </p:blipFill>
              <p:spPr>
                <a:xfrm>
                  <a:off x="8883110" y="741277"/>
                  <a:ext cx="193680" cy="337680"/>
                </a:xfrm>
                <a:prstGeom prst="rect">
                  <a:avLst/>
                </a:prstGeom>
              </p:spPr>
            </p:pic>
          </mc:Fallback>
        </mc:AlternateContent>
        <mc:AlternateContent xmlns:mc="http://schemas.openxmlformats.org/markup-compatibility/2006">
          <mc:Choice xmlns:p14="http://schemas.microsoft.com/office/powerpoint/2010/main" Requires="p14">
            <p:contentPart p14:bwMode="auto" r:id="rId120">
              <p14:nvContentPartPr>
                <p14:cNvPr id="111" name="Ink 110">
                  <a:extLst>
                    <a:ext uri="{FF2B5EF4-FFF2-40B4-BE49-F238E27FC236}">
                      <a16:creationId xmlns:a16="http://schemas.microsoft.com/office/drawing/2014/main" id="{590FC082-D104-3DD8-AD3C-E99B24B74B5E}"/>
                    </a:ext>
                  </a:extLst>
                </p14:cNvPr>
                <p14:cNvContentPartPr/>
                <p14:nvPr/>
              </p14:nvContentPartPr>
              <p14:xfrm>
                <a:off x="9113510" y="904357"/>
                <a:ext cx="7920" cy="129960"/>
              </p14:xfrm>
            </p:contentPart>
          </mc:Choice>
          <mc:Fallback>
            <p:pic>
              <p:nvPicPr>
                <p:cNvPr id="111" name="Ink 110">
                  <a:extLst>
                    <a:ext uri="{FF2B5EF4-FFF2-40B4-BE49-F238E27FC236}">
                      <a16:creationId xmlns:a16="http://schemas.microsoft.com/office/drawing/2014/main" id="{590FC082-D104-3DD8-AD3C-E99B24B74B5E}"/>
                    </a:ext>
                  </a:extLst>
                </p:cNvPr>
                <p:cNvPicPr/>
                <p:nvPr/>
              </p:nvPicPr>
              <p:blipFill>
                <a:blip r:embed="rId121"/>
                <a:stretch>
                  <a:fillRect/>
                </a:stretch>
              </p:blipFill>
              <p:spPr>
                <a:xfrm>
                  <a:off x="9095510" y="886357"/>
                  <a:ext cx="43560" cy="165600"/>
                </a:xfrm>
                <a:prstGeom prst="rect">
                  <a:avLst/>
                </a:prstGeom>
              </p:spPr>
            </p:pic>
          </mc:Fallback>
        </mc:AlternateContent>
        <mc:AlternateContent xmlns:mc="http://schemas.openxmlformats.org/markup-compatibility/2006">
          <mc:Choice xmlns:p14="http://schemas.microsoft.com/office/powerpoint/2010/main" Requires="p14">
            <p:contentPart p14:bwMode="auto" r:id="rId122">
              <p14:nvContentPartPr>
                <p14:cNvPr id="112" name="Ink 111">
                  <a:extLst>
                    <a:ext uri="{FF2B5EF4-FFF2-40B4-BE49-F238E27FC236}">
                      <a16:creationId xmlns:a16="http://schemas.microsoft.com/office/drawing/2014/main" id="{902F168A-DE10-7C46-B9C4-5CED9BF5F9F6}"/>
                    </a:ext>
                  </a:extLst>
                </p14:cNvPr>
                <p14:cNvContentPartPr/>
                <p14:nvPr/>
              </p14:nvContentPartPr>
              <p14:xfrm>
                <a:off x="9130070" y="792397"/>
                <a:ext cx="5400" cy="29520"/>
              </p14:xfrm>
            </p:contentPart>
          </mc:Choice>
          <mc:Fallback>
            <p:pic>
              <p:nvPicPr>
                <p:cNvPr id="112" name="Ink 111">
                  <a:extLst>
                    <a:ext uri="{FF2B5EF4-FFF2-40B4-BE49-F238E27FC236}">
                      <a16:creationId xmlns:a16="http://schemas.microsoft.com/office/drawing/2014/main" id="{902F168A-DE10-7C46-B9C4-5CED9BF5F9F6}"/>
                    </a:ext>
                  </a:extLst>
                </p:cNvPr>
                <p:cNvPicPr/>
                <p:nvPr/>
              </p:nvPicPr>
              <p:blipFill>
                <a:blip r:embed="rId123"/>
                <a:stretch>
                  <a:fillRect/>
                </a:stretch>
              </p:blipFill>
              <p:spPr>
                <a:xfrm>
                  <a:off x="9112430" y="774397"/>
                  <a:ext cx="41040" cy="65160"/>
                </a:xfrm>
                <a:prstGeom prst="rect">
                  <a:avLst/>
                </a:prstGeom>
              </p:spPr>
            </p:pic>
          </mc:Fallback>
        </mc:AlternateContent>
        <mc:AlternateContent xmlns:mc="http://schemas.openxmlformats.org/markup-compatibility/2006">
          <mc:Choice xmlns:p14="http://schemas.microsoft.com/office/powerpoint/2010/main" Requires="p14">
            <p:contentPart p14:bwMode="auto" r:id="rId124">
              <p14:nvContentPartPr>
                <p14:cNvPr id="113" name="Ink 112">
                  <a:extLst>
                    <a:ext uri="{FF2B5EF4-FFF2-40B4-BE49-F238E27FC236}">
                      <a16:creationId xmlns:a16="http://schemas.microsoft.com/office/drawing/2014/main" id="{D305151B-4769-6091-6519-457BD24AB105}"/>
                    </a:ext>
                  </a:extLst>
                </p14:cNvPr>
                <p14:cNvContentPartPr/>
                <p14:nvPr/>
              </p14:nvContentPartPr>
              <p14:xfrm>
                <a:off x="9192710" y="884917"/>
                <a:ext cx="109440" cy="171720"/>
              </p14:xfrm>
            </p:contentPart>
          </mc:Choice>
          <mc:Fallback>
            <p:pic>
              <p:nvPicPr>
                <p:cNvPr id="113" name="Ink 112">
                  <a:extLst>
                    <a:ext uri="{FF2B5EF4-FFF2-40B4-BE49-F238E27FC236}">
                      <a16:creationId xmlns:a16="http://schemas.microsoft.com/office/drawing/2014/main" id="{D305151B-4769-6091-6519-457BD24AB105}"/>
                    </a:ext>
                  </a:extLst>
                </p:cNvPr>
                <p:cNvPicPr/>
                <p:nvPr/>
              </p:nvPicPr>
              <p:blipFill>
                <a:blip r:embed="rId125"/>
                <a:stretch>
                  <a:fillRect/>
                </a:stretch>
              </p:blipFill>
              <p:spPr>
                <a:xfrm>
                  <a:off x="9175070" y="866917"/>
                  <a:ext cx="145080" cy="207360"/>
                </a:xfrm>
                <a:prstGeom prst="rect">
                  <a:avLst/>
                </a:prstGeom>
              </p:spPr>
            </p:pic>
          </mc:Fallback>
        </mc:AlternateContent>
        <mc:AlternateContent xmlns:mc="http://schemas.openxmlformats.org/markup-compatibility/2006">
          <mc:Choice xmlns:p14="http://schemas.microsoft.com/office/powerpoint/2010/main" Requires="p14">
            <p:contentPart p14:bwMode="auto" r:id="rId126">
              <p14:nvContentPartPr>
                <p14:cNvPr id="114" name="Ink 113">
                  <a:extLst>
                    <a:ext uri="{FF2B5EF4-FFF2-40B4-BE49-F238E27FC236}">
                      <a16:creationId xmlns:a16="http://schemas.microsoft.com/office/drawing/2014/main" id="{CBEDAC12-FC4A-25B5-847B-4E4DCC82FDB1}"/>
                    </a:ext>
                  </a:extLst>
                </p14:cNvPr>
                <p14:cNvContentPartPr/>
                <p14:nvPr/>
              </p14:nvContentPartPr>
              <p14:xfrm>
                <a:off x="9379910" y="862597"/>
                <a:ext cx="13680" cy="147960"/>
              </p14:xfrm>
            </p:contentPart>
          </mc:Choice>
          <mc:Fallback>
            <p:pic>
              <p:nvPicPr>
                <p:cNvPr id="114" name="Ink 113">
                  <a:extLst>
                    <a:ext uri="{FF2B5EF4-FFF2-40B4-BE49-F238E27FC236}">
                      <a16:creationId xmlns:a16="http://schemas.microsoft.com/office/drawing/2014/main" id="{CBEDAC12-FC4A-25B5-847B-4E4DCC82FDB1}"/>
                    </a:ext>
                  </a:extLst>
                </p:cNvPr>
                <p:cNvPicPr/>
                <p:nvPr/>
              </p:nvPicPr>
              <p:blipFill>
                <a:blip r:embed="rId127"/>
                <a:stretch>
                  <a:fillRect/>
                </a:stretch>
              </p:blipFill>
              <p:spPr>
                <a:xfrm>
                  <a:off x="9361910" y="844957"/>
                  <a:ext cx="49320" cy="183600"/>
                </a:xfrm>
                <a:prstGeom prst="rect">
                  <a:avLst/>
                </a:prstGeom>
              </p:spPr>
            </p:pic>
          </mc:Fallback>
        </mc:AlternateContent>
        <mc:AlternateContent xmlns:mc="http://schemas.openxmlformats.org/markup-compatibility/2006">
          <mc:Choice xmlns:p14="http://schemas.microsoft.com/office/powerpoint/2010/main" Requires="p14">
            <p:contentPart p14:bwMode="auto" r:id="rId128">
              <p14:nvContentPartPr>
                <p14:cNvPr id="115" name="Ink 114">
                  <a:extLst>
                    <a:ext uri="{FF2B5EF4-FFF2-40B4-BE49-F238E27FC236}">
                      <a16:creationId xmlns:a16="http://schemas.microsoft.com/office/drawing/2014/main" id="{76EEBDEA-D7D4-B5AC-E2C5-D09F26587BFE}"/>
                    </a:ext>
                  </a:extLst>
                </p14:cNvPr>
                <p14:cNvContentPartPr/>
                <p14:nvPr/>
              </p14:nvContentPartPr>
              <p14:xfrm>
                <a:off x="9397550" y="759997"/>
                <a:ext cx="4320" cy="67320"/>
              </p14:xfrm>
            </p:contentPart>
          </mc:Choice>
          <mc:Fallback>
            <p:pic>
              <p:nvPicPr>
                <p:cNvPr id="115" name="Ink 114">
                  <a:extLst>
                    <a:ext uri="{FF2B5EF4-FFF2-40B4-BE49-F238E27FC236}">
                      <a16:creationId xmlns:a16="http://schemas.microsoft.com/office/drawing/2014/main" id="{76EEBDEA-D7D4-B5AC-E2C5-D09F26587BFE}"/>
                    </a:ext>
                  </a:extLst>
                </p:cNvPr>
                <p:cNvPicPr/>
                <p:nvPr/>
              </p:nvPicPr>
              <p:blipFill>
                <a:blip r:embed="rId129"/>
                <a:stretch>
                  <a:fillRect/>
                </a:stretch>
              </p:blipFill>
              <p:spPr>
                <a:xfrm>
                  <a:off x="9379550" y="741997"/>
                  <a:ext cx="39960" cy="102960"/>
                </a:xfrm>
                <a:prstGeom prst="rect">
                  <a:avLst/>
                </a:prstGeom>
              </p:spPr>
            </p:pic>
          </mc:Fallback>
        </mc:AlternateContent>
        <mc:AlternateContent xmlns:mc="http://schemas.openxmlformats.org/markup-compatibility/2006">
          <mc:Choice xmlns:p14="http://schemas.microsoft.com/office/powerpoint/2010/main" Requires="p14">
            <p:contentPart p14:bwMode="auto" r:id="rId130">
              <p14:nvContentPartPr>
                <p14:cNvPr id="116" name="Ink 115">
                  <a:extLst>
                    <a:ext uri="{FF2B5EF4-FFF2-40B4-BE49-F238E27FC236}">
                      <a16:creationId xmlns:a16="http://schemas.microsoft.com/office/drawing/2014/main" id="{6C9030F6-D45B-7583-E2D8-47F6BE9570BB}"/>
                    </a:ext>
                  </a:extLst>
                </p14:cNvPr>
                <p14:cNvContentPartPr/>
                <p14:nvPr/>
              </p14:nvContentPartPr>
              <p14:xfrm>
                <a:off x="9565670" y="766117"/>
                <a:ext cx="17280" cy="263160"/>
              </p14:xfrm>
            </p:contentPart>
          </mc:Choice>
          <mc:Fallback>
            <p:pic>
              <p:nvPicPr>
                <p:cNvPr id="116" name="Ink 115">
                  <a:extLst>
                    <a:ext uri="{FF2B5EF4-FFF2-40B4-BE49-F238E27FC236}">
                      <a16:creationId xmlns:a16="http://schemas.microsoft.com/office/drawing/2014/main" id="{6C9030F6-D45B-7583-E2D8-47F6BE9570BB}"/>
                    </a:ext>
                  </a:extLst>
                </p:cNvPr>
                <p:cNvPicPr/>
                <p:nvPr/>
              </p:nvPicPr>
              <p:blipFill>
                <a:blip r:embed="rId131"/>
                <a:stretch>
                  <a:fillRect/>
                </a:stretch>
              </p:blipFill>
              <p:spPr>
                <a:xfrm>
                  <a:off x="9548030" y="748477"/>
                  <a:ext cx="52920" cy="298800"/>
                </a:xfrm>
                <a:prstGeom prst="rect">
                  <a:avLst/>
                </a:prstGeom>
              </p:spPr>
            </p:pic>
          </mc:Fallback>
        </mc:AlternateContent>
        <mc:AlternateContent xmlns:mc="http://schemas.openxmlformats.org/markup-compatibility/2006">
          <mc:Choice xmlns:p14="http://schemas.microsoft.com/office/powerpoint/2010/main" Requires="p14">
            <p:contentPart p14:bwMode="auto" r:id="rId132">
              <p14:nvContentPartPr>
                <p14:cNvPr id="124" name="Ink 123">
                  <a:extLst>
                    <a:ext uri="{FF2B5EF4-FFF2-40B4-BE49-F238E27FC236}">
                      <a16:creationId xmlns:a16="http://schemas.microsoft.com/office/drawing/2014/main" id="{B6FA4DBD-8CF0-4E32-DAD8-BDCA50F3B9B4}"/>
                    </a:ext>
                  </a:extLst>
                </p14:cNvPr>
                <p14:cNvContentPartPr/>
                <p14:nvPr/>
              </p14:nvContentPartPr>
              <p14:xfrm>
                <a:off x="9504110" y="891757"/>
                <a:ext cx="90720" cy="38160"/>
              </p14:xfrm>
            </p:contentPart>
          </mc:Choice>
          <mc:Fallback>
            <p:pic>
              <p:nvPicPr>
                <p:cNvPr id="124" name="Ink 123">
                  <a:extLst>
                    <a:ext uri="{FF2B5EF4-FFF2-40B4-BE49-F238E27FC236}">
                      <a16:creationId xmlns:a16="http://schemas.microsoft.com/office/drawing/2014/main" id="{B6FA4DBD-8CF0-4E32-DAD8-BDCA50F3B9B4}"/>
                    </a:ext>
                  </a:extLst>
                </p:cNvPr>
                <p:cNvPicPr/>
                <p:nvPr/>
              </p:nvPicPr>
              <p:blipFill>
                <a:blip r:embed="rId133"/>
                <a:stretch>
                  <a:fillRect/>
                </a:stretch>
              </p:blipFill>
              <p:spPr>
                <a:xfrm>
                  <a:off x="9486110" y="873757"/>
                  <a:ext cx="126360" cy="7380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134">
            <p14:nvContentPartPr>
              <p14:cNvPr id="125" name="Ink 124">
                <a:extLst>
                  <a:ext uri="{FF2B5EF4-FFF2-40B4-BE49-F238E27FC236}">
                    <a16:creationId xmlns:a16="http://schemas.microsoft.com/office/drawing/2014/main" id="{DBF359E0-7C44-180F-D6EE-CB3068B5486D}"/>
                  </a:ext>
                </a:extLst>
              </p14:cNvPr>
              <p14:cNvContentPartPr/>
              <p14:nvPr/>
            </p14:nvContentPartPr>
            <p14:xfrm>
              <a:off x="9740630" y="765397"/>
              <a:ext cx="207720" cy="262800"/>
            </p14:xfrm>
          </p:contentPart>
        </mc:Choice>
        <mc:Fallback>
          <p:pic>
            <p:nvPicPr>
              <p:cNvPr id="125" name="Ink 124">
                <a:extLst>
                  <a:ext uri="{FF2B5EF4-FFF2-40B4-BE49-F238E27FC236}">
                    <a16:creationId xmlns:a16="http://schemas.microsoft.com/office/drawing/2014/main" id="{DBF359E0-7C44-180F-D6EE-CB3068B5486D}"/>
                  </a:ext>
                </a:extLst>
              </p:cNvPr>
              <p:cNvPicPr/>
              <p:nvPr/>
            </p:nvPicPr>
            <p:blipFill>
              <a:blip r:embed="rId135"/>
              <a:stretch>
                <a:fillRect/>
              </a:stretch>
            </p:blipFill>
            <p:spPr>
              <a:xfrm>
                <a:off x="9722630" y="747757"/>
                <a:ext cx="243360" cy="298440"/>
              </a:xfrm>
              <a:prstGeom prst="rect">
                <a:avLst/>
              </a:prstGeom>
            </p:spPr>
          </p:pic>
        </mc:Fallback>
      </mc:AlternateContent>
      <p:grpSp>
        <p:nvGrpSpPr>
          <p:cNvPr id="132" name="Group 131">
            <a:extLst>
              <a:ext uri="{FF2B5EF4-FFF2-40B4-BE49-F238E27FC236}">
                <a16:creationId xmlns:a16="http://schemas.microsoft.com/office/drawing/2014/main" id="{79C7A1C4-28C6-AC7E-266A-996EB492E270}"/>
              </a:ext>
            </a:extLst>
          </p:cNvPr>
          <p:cNvGrpSpPr/>
          <p:nvPr/>
        </p:nvGrpSpPr>
        <p:grpSpPr>
          <a:xfrm>
            <a:off x="10233830" y="773677"/>
            <a:ext cx="862560" cy="278280"/>
            <a:chOff x="10233830" y="773677"/>
            <a:chExt cx="862560" cy="278280"/>
          </a:xfrm>
        </p:grpSpPr>
        <mc:AlternateContent xmlns:mc="http://schemas.openxmlformats.org/markup-compatibility/2006">
          <mc:Choice xmlns:p14="http://schemas.microsoft.com/office/powerpoint/2010/main" Requires="p14">
            <p:contentPart p14:bwMode="auto" r:id="rId136">
              <p14:nvContentPartPr>
                <p14:cNvPr id="126" name="Ink 125">
                  <a:extLst>
                    <a:ext uri="{FF2B5EF4-FFF2-40B4-BE49-F238E27FC236}">
                      <a16:creationId xmlns:a16="http://schemas.microsoft.com/office/drawing/2014/main" id="{87BB8881-1EA1-4C88-EB57-65C1B88C015F}"/>
                    </a:ext>
                  </a:extLst>
                </p14:cNvPr>
                <p14:cNvContentPartPr/>
                <p14:nvPr/>
              </p14:nvContentPartPr>
              <p14:xfrm>
                <a:off x="10233830" y="787717"/>
                <a:ext cx="32760" cy="264240"/>
              </p14:xfrm>
            </p:contentPart>
          </mc:Choice>
          <mc:Fallback>
            <p:pic>
              <p:nvPicPr>
                <p:cNvPr id="126" name="Ink 125">
                  <a:extLst>
                    <a:ext uri="{FF2B5EF4-FFF2-40B4-BE49-F238E27FC236}">
                      <a16:creationId xmlns:a16="http://schemas.microsoft.com/office/drawing/2014/main" id="{87BB8881-1EA1-4C88-EB57-65C1B88C015F}"/>
                    </a:ext>
                  </a:extLst>
                </p:cNvPr>
                <p:cNvPicPr/>
                <p:nvPr/>
              </p:nvPicPr>
              <p:blipFill>
                <a:blip r:embed="rId137"/>
                <a:stretch>
                  <a:fillRect/>
                </a:stretch>
              </p:blipFill>
              <p:spPr>
                <a:xfrm>
                  <a:off x="10215830" y="769717"/>
                  <a:ext cx="68400" cy="299880"/>
                </a:xfrm>
                <a:prstGeom prst="rect">
                  <a:avLst/>
                </a:prstGeom>
              </p:spPr>
            </p:pic>
          </mc:Fallback>
        </mc:AlternateContent>
        <mc:AlternateContent xmlns:mc="http://schemas.openxmlformats.org/markup-compatibility/2006">
          <mc:Choice xmlns:p14="http://schemas.microsoft.com/office/powerpoint/2010/main" Requires="p14">
            <p:contentPart p14:bwMode="auto" r:id="rId138">
              <p14:nvContentPartPr>
                <p14:cNvPr id="127" name="Ink 126">
                  <a:extLst>
                    <a:ext uri="{FF2B5EF4-FFF2-40B4-BE49-F238E27FC236}">
                      <a16:creationId xmlns:a16="http://schemas.microsoft.com/office/drawing/2014/main" id="{15FD7A5A-0F9D-5FFD-D596-50612323F847}"/>
                    </a:ext>
                  </a:extLst>
                </p14:cNvPr>
                <p14:cNvContentPartPr/>
                <p14:nvPr/>
              </p14:nvContentPartPr>
              <p14:xfrm>
                <a:off x="10375310" y="867997"/>
                <a:ext cx="140400" cy="183960"/>
              </p14:xfrm>
            </p:contentPart>
          </mc:Choice>
          <mc:Fallback>
            <p:pic>
              <p:nvPicPr>
                <p:cNvPr id="127" name="Ink 126">
                  <a:extLst>
                    <a:ext uri="{FF2B5EF4-FFF2-40B4-BE49-F238E27FC236}">
                      <a16:creationId xmlns:a16="http://schemas.microsoft.com/office/drawing/2014/main" id="{15FD7A5A-0F9D-5FFD-D596-50612323F847}"/>
                    </a:ext>
                  </a:extLst>
                </p:cNvPr>
                <p:cNvPicPr/>
                <p:nvPr/>
              </p:nvPicPr>
              <p:blipFill>
                <a:blip r:embed="rId139"/>
                <a:stretch>
                  <a:fillRect/>
                </a:stretch>
              </p:blipFill>
              <p:spPr>
                <a:xfrm>
                  <a:off x="10357310" y="850357"/>
                  <a:ext cx="176040" cy="219600"/>
                </a:xfrm>
                <a:prstGeom prst="rect">
                  <a:avLst/>
                </a:prstGeom>
              </p:spPr>
            </p:pic>
          </mc:Fallback>
        </mc:AlternateContent>
        <mc:AlternateContent xmlns:mc="http://schemas.openxmlformats.org/markup-compatibility/2006">
          <mc:Choice xmlns:p14="http://schemas.microsoft.com/office/powerpoint/2010/main" Requires="p14">
            <p:contentPart p14:bwMode="auto" r:id="rId140">
              <p14:nvContentPartPr>
                <p14:cNvPr id="128" name="Ink 127">
                  <a:extLst>
                    <a:ext uri="{FF2B5EF4-FFF2-40B4-BE49-F238E27FC236}">
                      <a16:creationId xmlns:a16="http://schemas.microsoft.com/office/drawing/2014/main" id="{38432C70-8D35-78EC-190D-6CDF94800E8B}"/>
                    </a:ext>
                  </a:extLst>
                </p14:cNvPr>
                <p14:cNvContentPartPr/>
                <p14:nvPr/>
              </p14:nvContentPartPr>
              <p14:xfrm>
                <a:off x="10530830" y="870877"/>
                <a:ext cx="118440" cy="100080"/>
              </p14:xfrm>
            </p:contentPart>
          </mc:Choice>
          <mc:Fallback>
            <p:pic>
              <p:nvPicPr>
                <p:cNvPr id="128" name="Ink 127">
                  <a:extLst>
                    <a:ext uri="{FF2B5EF4-FFF2-40B4-BE49-F238E27FC236}">
                      <a16:creationId xmlns:a16="http://schemas.microsoft.com/office/drawing/2014/main" id="{38432C70-8D35-78EC-190D-6CDF94800E8B}"/>
                    </a:ext>
                  </a:extLst>
                </p:cNvPr>
                <p:cNvPicPr/>
                <p:nvPr/>
              </p:nvPicPr>
              <p:blipFill>
                <a:blip r:embed="rId141"/>
                <a:stretch>
                  <a:fillRect/>
                </a:stretch>
              </p:blipFill>
              <p:spPr>
                <a:xfrm>
                  <a:off x="10512830" y="853237"/>
                  <a:ext cx="154080" cy="135720"/>
                </a:xfrm>
                <a:prstGeom prst="rect">
                  <a:avLst/>
                </a:prstGeom>
              </p:spPr>
            </p:pic>
          </mc:Fallback>
        </mc:AlternateContent>
        <mc:AlternateContent xmlns:mc="http://schemas.openxmlformats.org/markup-compatibility/2006">
          <mc:Choice xmlns:p14="http://schemas.microsoft.com/office/powerpoint/2010/main" Requires="p14">
            <p:contentPart p14:bwMode="auto" r:id="rId142">
              <p14:nvContentPartPr>
                <p14:cNvPr id="129" name="Ink 128">
                  <a:extLst>
                    <a:ext uri="{FF2B5EF4-FFF2-40B4-BE49-F238E27FC236}">
                      <a16:creationId xmlns:a16="http://schemas.microsoft.com/office/drawing/2014/main" id="{21AFD1D4-B738-7CFC-DDAD-EFF7FE8F26BD}"/>
                    </a:ext>
                  </a:extLst>
                </p14:cNvPr>
                <p14:cNvContentPartPr/>
                <p14:nvPr/>
              </p14:nvContentPartPr>
              <p14:xfrm>
                <a:off x="10707950" y="860077"/>
                <a:ext cx="109440" cy="124560"/>
              </p14:xfrm>
            </p:contentPart>
          </mc:Choice>
          <mc:Fallback>
            <p:pic>
              <p:nvPicPr>
                <p:cNvPr id="129" name="Ink 128">
                  <a:extLst>
                    <a:ext uri="{FF2B5EF4-FFF2-40B4-BE49-F238E27FC236}">
                      <a16:creationId xmlns:a16="http://schemas.microsoft.com/office/drawing/2014/main" id="{21AFD1D4-B738-7CFC-DDAD-EFF7FE8F26BD}"/>
                    </a:ext>
                  </a:extLst>
                </p:cNvPr>
                <p:cNvPicPr/>
                <p:nvPr/>
              </p:nvPicPr>
              <p:blipFill>
                <a:blip r:embed="rId143"/>
                <a:stretch>
                  <a:fillRect/>
                </a:stretch>
              </p:blipFill>
              <p:spPr>
                <a:xfrm>
                  <a:off x="10690310" y="842077"/>
                  <a:ext cx="145080" cy="160200"/>
                </a:xfrm>
                <a:prstGeom prst="rect">
                  <a:avLst/>
                </a:prstGeom>
              </p:spPr>
            </p:pic>
          </mc:Fallback>
        </mc:AlternateContent>
        <mc:AlternateContent xmlns:mc="http://schemas.openxmlformats.org/markup-compatibility/2006">
          <mc:Choice xmlns:p14="http://schemas.microsoft.com/office/powerpoint/2010/main" Requires="p14">
            <p:contentPart p14:bwMode="auto" r:id="rId144">
              <p14:nvContentPartPr>
                <p14:cNvPr id="130" name="Ink 129">
                  <a:extLst>
                    <a:ext uri="{FF2B5EF4-FFF2-40B4-BE49-F238E27FC236}">
                      <a16:creationId xmlns:a16="http://schemas.microsoft.com/office/drawing/2014/main" id="{42BC79F5-B405-EB77-6060-6FB2DD9CF056}"/>
                    </a:ext>
                  </a:extLst>
                </p14:cNvPr>
                <p14:cNvContentPartPr/>
                <p14:nvPr/>
              </p14:nvContentPartPr>
              <p14:xfrm>
                <a:off x="10895150" y="773677"/>
                <a:ext cx="46080" cy="194400"/>
              </p14:xfrm>
            </p:contentPart>
          </mc:Choice>
          <mc:Fallback>
            <p:pic>
              <p:nvPicPr>
                <p:cNvPr id="130" name="Ink 129">
                  <a:extLst>
                    <a:ext uri="{FF2B5EF4-FFF2-40B4-BE49-F238E27FC236}">
                      <a16:creationId xmlns:a16="http://schemas.microsoft.com/office/drawing/2014/main" id="{42BC79F5-B405-EB77-6060-6FB2DD9CF056}"/>
                    </a:ext>
                  </a:extLst>
                </p:cNvPr>
                <p:cNvPicPr/>
                <p:nvPr/>
              </p:nvPicPr>
              <p:blipFill>
                <a:blip r:embed="rId145"/>
                <a:stretch>
                  <a:fillRect/>
                </a:stretch>
              </p:blipFill>
              <p:spPr>
                <a:xfrm>
                  <a:off x="10877150" y="755677"/>
                  <a:ext cx="81720" cy="230040"/>
                </a:xfrm>
                <a:prstGeom prst="rect">
                  <a:avLst/>
                </a:prstGeom>
              </p:spPr>
            </p:pic>
          </mc:Fallback>
        </mc:AlternateContent>
        <mc:AlternateContent xmlns:mc="http://schemas.openxmlformats.org/markup-compatibility/2006">
          <mc:Choice xmlns:p14="http://schemas.microsoft.com/office/powerpoint/2010/main" Requires="p14">
            <p:contentPart p14:bwMode="auto" r:id="rId146">
              <p14:nvContentPartPr>
                <p14:cNvPr id="131" name="Ink 130">
                  <a:extLst>
                    <a:ext uri="{FF2B5EF4-FFF2-40B4-BE49-F238E27FC236}">
                      <a16:creationId xmlns:a16="http://schemas.microsoft.com/office/drawing/2014/main" id="{0F381115-9E62-7D93-0A01-CE7681BD835B}"/>
                    </a:ext>
                  </a:extLst>
                </p14:cNvPr>
                <p14:cNvContentPartPr/>
                <p14:nvPr/>
              </p14:nvContentPartPr>
              <p14:xfrm>
                <a:off x="11070830" y="954037"/>
                <a:ext cx="25560" cy="11160"/>
              </p14:xfrm>
            </p:contentPart>
          </mc:Choice>
          <mc:Fallback>
            <p:pic>
              <p:nvPicPr>
                <p:cNvPr id="131" name="Ink 130">
                  <a:extLst>
                    <a:ext uri="{FF2B5EF4-FFF2-40B4-BE49-F238E27FC236}">
                      <a16:creationId xmlns:a16="http://schemas.microsoft.com/office/drawing/2014/main" id="{0F381115-9E62-7D93-0A01-CE7681BD835B}"/>
                    </a:ext>
                  </a:extLst>
                </p:cNvPr>
                <p:cNvPicPr/>
                <p:nvPr/>
              </p:nvPicPr>
              <p:blipFill>
                <a:blip r:embed="rId147"/>
                <a:stretch>
                  <a:fillRect/>
                </a:stretch>
              </p:blipFill>
              <p:spPr>
                <a:xfrm>
                  <a:off x="11052830" y="936397"/>
                  <a:ext cx="61200" cy="46800"/>
                </a:xfrm>
                <a:prstGeom prst="rect">
                  <a:avLst/>
                </a:prstGeom>
              </p:spPr>
            </p:pic>
          </mc:Fallback>
        </mc:AlternateContent>
      </p:gr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Let’s</a:t>
            </a:r>
            <a:r>
              <a:rPr spc="-40" dirty="0"/>
              <a:t> </a:t>
            </a:r>
            <a:r>
              <a:rPr dirty="0"/>
              <a:t>talk</a:t>
            </a:r>
            <a:r>
              <a:rPr spc="-40" dirty="0"/>
              <a:t> </a:t>
            </a:r>
            <a:r>
              <a:rPr dirty="0"/>
              <a:t>about</a:t>
            </a:r>
            <a:r>
              <a:rPr spc="-20" dirty="0"/>
              <a:t> </a:t>
            </a:r>
            <a:r>
              <a:rPr dirty="0"/>
              <a:t>a</a:t>
            </a:r>
            <a:r>
              <a:rPr spc="-30" dirty="0"/>
              <a:t> </a:t>
            </a:r>
            <a:r>
              <a:rPr dirty="0"/>
              <a:t>real</a:t>
            </a:r>
            <a:r>
              <a:rPr spc="-45" dirty="0"/>
              <a:t> </a:t>
            </a:r>
            <a:r>
              <a:rPr dirty="0"/>
              <a:t>world</a:t>
            </a:r>
            <a:r>
              <a:rPr spc="-40" dirty="0"/>
              <a:t> </a:t>
            </a:r>
            <a:r>
              <a:rPr spc="-10" dirty="0"/>
              <a:t>system</a:t>
            </a:r>
          </a:p>
        </p:txBody>
      </p:sp>
      <p:sp>
        <p:nvSpPr>
          <p:cNvPr id="3" name="object 3"/>
          <p:cNvSpPr txBox="1"/>
          <p:nvPr/>
        </p:nvSpPr>
        <p:spPr>
          <a:xfrm>
            <a:off x="615439" y="3151233"/>
            <a:ext cx="10464165" cy="3317240"/>
          </a:xfrm>
          <a:prstGeom prst="rect">
            <a:avLst/>
          </a:prstGeom>
        </p:spPr>
        <p:txBody>
          <a:bodyPr vert="horz" wrap="square" lIns="0" tIns="12700" rIns="0" bIns="0" rtlCol="0">
            <a:spAutoFit/>
          </a:bodyPr>
          <a:lstStyle/>
          <a:p>
            <a:pPr marL="12700" marR="5080">
              <a:lnSpc>
                <a:spcPct val="100000"/>
              </a:lnSpc>
              <a:spcBef>
                <a:spcPts val="100"/>
              </a:spcBef>
            </a:pPr>
            <a:r>
              <a:rPr sz="1800" dirty="0">
                <a:latin typeface="Arial"/>
                <a:cs typeface="Arial"/>
              </a:rPr>
              <a:t>There</a:t>
            </a:r>
            <a:r>
              <a:rPr sz="1800" spc="-45" dirty="0">
                <a:latin typeface="Arial"/>
                <a:cs typeface="Arial"/>
              </a:rPr>
              <a:t> </a:t>
            </a:r>
            <a:r>
              <a:rPr sz="1800" dirty="0">
                <a:latin typeface="Arial"/>
                <a:cs typeface="Arial"/>
              </a:rPr>
              <a:t>will</a:t>
            </a:r>
            <a:r>
              <a:rPr sz="1800" spc="15" dirty="0">
                <a:latin typeface="Arial"/>
                <a:cs typeface="Arial"/>
              </a:rPr>
              <a:t> </a:t>
            </a:r>
            <a:r>
              <a:rPr sz="1800" dirty="0">
                <a:latin typeface="Arial"/>
                <a:cs typeface="Arial"/>
              </a:rPr>
              <a:t>be</a:t>
            </a:r>
            <a:r>
              <a:rPr sz="1800" spc="-20" dirty="0">
                <a:latin typeface="Arial"/>
                <a:cs typeface="Arial"/>
              </a:rPr>
              <a:t> </a:t>
            </a:r>
            <a:r>
              <a:rPr sz="1800" dirty="0">
                <a:latin typeface="Arial"/>
                <a:cs typeface="Arial"/>
              </a:rPr>
              <a:t>a</a:t>
            </a:r>
            <a:r>
              <a:rPr sz="1800" spc="-35" dirty="0">
                <a:latin typeface="Arial"/>
                <a:cs typeface="Arial"/>
              </a:rPr>
              <a:t> </a:t>
            </a:r>
            <a:r>
              <a:rPr sz="1800" dirty="0">
                <a:latin typeface="Arial"/>
                <a:cs typeface="Arial"/>
              </a:rPr>
              <a:t>circuit</a:t>
            </a:r>
            <a:r>
              <a:rPr sz="1800" spc="-25" dirty="0">
                <a:latin typeface="Arial"/>
                <a:cs typeface="Arial"/>
              </a:rPr>
              <a:t> </a:t>
            </a:r>
            <a:r>
              <a:rPr sz="1800" dirty="0">
                <a:latin typeface="Arial"/>
                <a:cs typeface="Arial"/>
              </a:rPr>
              <a:t>which</a:t>
            </a:r>
            <a:r>
              <a:rPr sz="1800" spc="15" dirty="0">
                <a:latin typeface="Arial"/>
                <a:cs typeface="Arial"/>
              </a:rPr>
              <a:t> </a:t>
            </a:r>
            <a:r>
              <a:rPr sz="1800" dirty="0">
                <a:latin typeface="Arial"/>
                <a:cs typeface="Arial"/>
              </a:rPr>
              <a:t>drives</a:t>
            </a:r>
            <a:r>
              <a:rPr sz="1800" spc="-15" dirty="0">
                <a:latin typeface="Arial"/>
                <a:cs typeface="Arial"/>
              </a:rPr>
              <a:t> </a:t>
            </a:r>
            <a:r>
              <a:rPr sz="1800" dirty="0">
                <a:latin typeface="Arial"/>
                <a:cs typeface="Arial"/>
              </a:rPr>
              <a:t>the</a:t>
            </a:r>
            <a:r>
              <a:rPr sz="1800" spc="-35" dirty="0">
                <a:latin typeface="Arial"/>
                <a:cs typeface="Arial"/>
              </a:rPr>
              <a:t> </a:t>
            </a:r>
            <a:r>
              <a:rPr sz="1800" dirty="0">
                <a:latin typeface="Arial"/>
                <a:cs typeface="Arial"/>
              </a:rPr>
              <a:t>LED</a:t>
            </a:r>
            <a:r>
              <a:rPr sz="1800" spc="-35" dirty="0">
                <a:latin typeface="Arial"/>
                <a:cs typeface="Arial"/>
              </a:rPr>
              <a:t> </a:t>
            </a:r>
            <a:r>
              <a:rPr sz="1800" dirty="0">
                <a:latin typeface="Arial"/>
                <a:cs typeface="Arial"/>
              </a:rPr>
              <a:t>to</a:t>
            </a:r>
            <a:r>
              <a:rPr sz="1800" spc="-35" dirty="0">
                <a:latin typeface="Arial"/>
                <a:cs typeface="Arial"/>
              </a:rPr>
              <a:t> </a:t>
            </a:r>
            <a:r>
              <a:rPr sz="1800" dirty="0">
                <a:latin typeface="Arial"/>
                <a:cs typeface="Arial"/>
              </a:rPr>
              <a:t>the</a:t>
            </a:r>
            <a:r>
              <a:rPr sz="1800" spc="-35" dirty="0">
                <a:latin typeface="Arial"/>
                <a:cs typeface="Arial"/>
              </a:rPr>
              <a:t> </a:t>
            </a:r>
            <a:r>
              <a:rPr sz="1800" dirty="0">
                <a:latin typeface="Arial"/>
                <a:cs typeface="Arial"/>
              </a:rPr>
              <a:t>appropriate</a:t>
            </a:r>
            <a:r>
              <a:rPr sz="1800" spc="-10" dirty="0">
                <a:latin typeface="Arial"/>
                <a:cs typeface="Arial"/>
              </a:rPr>
              <a:t> </a:t>
            </a:r>
            <a:r>
              <a:rPr sz="1800" dirty="0">
                <a:latin typeface="Arial"/>
                <a:cs typeface="Arial"/>
              </a:rPr>
              <a:t>values,</a:t>
            </a:r>
            <a:r>
              <a:rPr sz="1800" spc="-20" dirty="0">
                <a:latin typeface="Arial"/>
                <a:cs typeface="Arial"/>
              </a:rPr>
              <a:t> </a:t>
            </a:r>
            <a:r>
              <a:rPr sz="1800" dirty="0">
                <a:latin typeface="Arial"/>
                <a:cs typeface="Arial"/>
              </a:rPr>
              <a:t>and</a:t>
            </a:r>
            <a:r>
              <a:rPr sz="1800" spc="-20" dirty="0">
                <a:latin typeface="Arial"/>
                <a:cs typeface="Arial"/>
              </a:rPr>
              <a:t> </a:t>
            </a:r>
            <a:r>
              <a:rPr sz="1800" dirty="0">
                <a:latin typeface="Arial"/>
                <a:cs typeface="Arial"/>
              </a:rPr>
              <a:t>the</a:t>
            </a:r>
            <a:r>
              <a:rPr sz="1800" spc="-35" dirty="0">
                <a:latin typeface="Arial"/>
                <a:cs typeface="Arial"/>
              </a:rPr>
              <a:t> </a:t>
            </a:r>
            <a:r>
              <a:rPr sz="1800" dirty="0">
                <a:latin typeface="Arial"/>
                <a:cs typeface="Arial"/>
              </a:rPr>
              <a:t>LED</a:t>
            </a:r>
            <a:r>
              <a:rPr sz="1800" spc="-35" dirty="0">
                <a:latin typeface="Arial"/>
                <a:cs typeface="Arial"/>
              </a:rPr>
              <a:t> </a:t>
            </a:r>
            <a:r>
              <a:rPr sz="1800" dirty="0">
                <a:latin typeface="Arial"/>
                <a:cs typeface="Arial"/>
              </a:rPr>
              <a:t>itself,</a:t>
            </a:r>
            <a:r>
              <a:rPr sz="1800" spc="-25" dirty="0">
                <a:latin typeface="Arial"/>
                <a:cs typeface="Arial"/>
              </a:rPr>
              <a:t> </a:t>
            </a:r>
            <a:r>
              <a:rPr sz="1800" dirty="0">
                <a:latin typeface="Arial"/>
                <a:cs typeface="Arial"/>
              </a:rPr>
              <a:t>which</a:t>
            </a:r>
            <a:r>
              <a:rPr sz="1800" spc="15" dirty="0">
                <a:latin typeface="Arial"/>
                <a:cs typeface="Arial"/>
              </a:rPr>
              <a:t> </a:t>
            </a:r>
            <a:r>
              <a:rPr sz="1800" dirty="0">
                <a:latin typeface="Arial"/>
                <a:cs typeface="Arial"/>
              </a:rPr>
              <a:t>will</a:t>
            </a:r>
            <a:r>
              <a:rPr sz="1800" spc="25" dirty="0">
                <a:latin typeface="Arial"/>
                <a:cs typeface="Arial"/>
              </a:rPr>
              <a:t> </a:t>
            </a:r>
            <a:r>
              <a:rPr sz="1800" spc="-20" dirty="0">
                <a:latin typeface="Arial"/>
                <a:cs typeface="Arial"/>
              </a:rPr>
              <a:t>also </a:t>
            </a:r>
            <a:r>
              <a:rPr sz="1800" dirty="0">
                <a:latin typeface="Arial"/>
                <a:cs typeface="Arial"/>
              </a:rPr>
              <a:t>introduce</a:t>
            </a:r>
            <a:r>
              <a:rPr sz="1800" spc="-25" dirty="0">
                <a:latin typeface="Arial"/>
                <a:cs typeface="Arial"/>
              </a:rPr>
              <a:t> </a:t>
            </a:r>
            <a:r>
              <a:rPr sz="1800" dirty="0">
                <a:latin typeface="Arial"/>
                <a:cs typeface="Arial"/>
              </a:rPr>
              <a:t>noise</a:t>
            </a:r>
            <a:r>
              <a:rPr sz="1800" spc="-20" dirty="0">
                <a:latin typeface="Arial"/>
                <a:cs typeface="Arial"/>
              </a:rPr>
              <a:t> </a:t>
            </a:r>
            <a:r>
              <a:rPr sz="1800" dirty="0">
                <a:latin typeface="Arial"/>
                <a:cs typeface="Arial"/>
              </a:rPr>
              <a:t>based</a:t>
            </a:r>
            <a:r>
              <a:rPr sz="1800" spc="-25" dirty="0">
                <a:latin typeface="Arial"/>
                <a:cs typeface="Arial"/>
              </a:rPr>
              <a:t> </a:t>
            </a:r>
            <a:r>
              <a:rPr sz="1800" dirty="0">
                <a:latin typeface="Arial"/>
                <a:cs typeface="Arial"/>
              </a:rPr>
              <a:t>on</a:t>
            </a:r>
            <a:r>
              <a:rPr sz="1800" spc="-20" dirty="0">
                <a:latin typeface="Arial"/>
                <a:cs typeface="Arial"/>
              </a:rPr>
              <a:t> </a:t>
            </a:r>
            <a:r>
              <a:rPr sz="1800" dirty="0">
                <a:latin typeface="Arial"/>
                <a:cs typeface="Arial"/>
              </a:rPr>
              <a:t>the</a:t>
            </a:r>
            <a:r>
              <a:rPr sz="1800" spc="-35" dirty="0">
                <a:latin typeface="Arial"/>
                <a:cs typeface="Arial"/>
              </a:rPr>
              <a:t> </a:t>
            </a:r>
            <a:r>
              <a:rPr sz="1800" dirty="0">
                <a:latin typeface="Arial"/>
                <a:cs typeface="Arial"/>
              </a:rPr>
              <a:t>device</a:t>
            </a:r>
            <a:r>
              <a:rPr sz="1800" spc="-20" dirty="0">
                <a:latin typeface="Arial"/>
                <a:cs typeface="Arial"/>
              </a:rPr>
              <a:t> </a:t>
            </a:r>
            <a:r>
              <a:rPr sz="1800" dirty="0">
                <a:latin typeface="Arial"/>
                <a:cs typeface="Arial"/>
              </a:rPr>
              <a:t>properties.</a:t>
            </a:r>
            <a:r>
              <a:rPr sz="1800" spc="-15" dirty="0">
                <a:latin typeface="Arial"/>
                <a:cs typeface="Arial"/>
              </a:rPr>
              <a:t> </a:t>
            </a:r>
            <a:r>
              <a:rPr sz="1800" dirty="0">
                <a:latin typeface="Arial"/>
                <a:cs typeface="Arial"/>
              </a:rPr>
              <a:t>The</a:t>
            </a:r>
            <a:r>
              <a:rPr sz="1800" spc="-45" dirty="0">
                <a:latin typeface="Arial"/>
                <a:cs typeface="Arial"/>
              </a:rPr>
              <a:t> </a:t>
            </a:r>
            <a:r>
              <a:rPr sz="1800" dirty="0">
                <a:latin typeface="Arial"/>
                <a:cs typeface="Arial"/>
              </a:rPr>
              <a:t>key</a:t>
            </a:r>
            <a:r>
              <a:rPr sz="1800" spc="-30" dirty="0">
                <a:latin typeface="Arial"/>
                <a:cs typeface="Arial"/>
              </a:rPr>
              <a:t> </a:t>
            </a:r>
            <a:r>
              <a:rPr sz="1800" dirty="0">
                <a:latin typeface="Arial"/>
                <a:cs typeface="Arial"/>
              </a:rPr>
              <a:t>noise</a:t>
            </a:r>
            <a:r>
              <a:rPr sz="1800" spc="-20" dirty="0">
                <a:latin typeface="Arial"/>
                <a:cs typeface="Arial"/>
              </a:rPr>
              <a:t> </a:t>
            </a:r>
            <a:r>
              <a:rPr sz="1800" dirty="0">
                <a:latin typeface="Arial"/>
                <a:cs typeface="Arial"/>
              </a:rPr>
              <a:t>components</a:t>
            </a:r>
            <a:r>
              <a:rPr sz="1800" spc="-20" dirty="0">
                <a:latin typeface="Arial"/>
                <a:cs typeface="Arial"/>
              </a:rPr>
              <a:t> </a:t>
            </a:r>
            <a:r>
              <a:rPr sz="1800" dirty="0">
                <a:latin typeface="Arial"/>
                <a:cs typeface="Arial"/>
              </a:rPr>
              <a:t>will</a:t>
            </a:r>
            <a:r>
              <a:rPr sz="1800" spc="10" dirty="0">
                <a:latin typeface="Arial"/>
                <a:cs typeface="Arial"/>
              </a:rPr>
              <a:t> </a:t>
            </a:r>
            <a:r>
              <a:rPr sz="1800" spc="-25" dirty="0">
                <a:latin typeface="Arial"/>
                <a:cs typeface="Arial"/>
              </a:rPr>
              <a:t>be:</a:t>
            </a:r>
            <a:endParaRPr sz="1800">
              <a:latin typeface="Arial"/>
              <a:cs typeface="Arial"/>
            </a:endParaRPr>
          </a:p>
          <a:p>
            <a:pPr>
              <a:lnSpc>
                <a:spcPct val="100000"/>
              </a:lnSpc>
              <a:spcBef>
                <a:spcPts val="90"/>
              </a:spcBef>
            </a:pPr>
            <a:endParaRPr sz="1800">
              <a:latin typeface="Arial"/>
              <a:cs typeface="Arial"/>
            </a:endParaRPr>
          </a:p>
          <a:p>
            <a:pPr marL="91440" indent="-88900">
              <a:lnSpc>
                <a:spcPct val="100000"/>
              </a:lnSpc>
              <a:buSzPct val="94444"/>
              <a:buFont typeface="Arial"/>
              <a:buChar char="•"/>
              <a:tabLst>
                <a:tab pos="91440" algn="l"/>
              </a:tabLst>
            </a:pPr>
            <a:r>
              <a:rPr sz="1800" b="1" dirty="0">
                <a:latin typeface="Arial"/>
                <a:cs typeface="Arial"/>
              </a:rPr>
              <a:t>Thermal</a:t>
            </a:r>
            <a:r>
              <a:rPr sz="1800" b="1" spc="-50" dirty="0">
                <a:latin typeface="Arial"/>
                <a:cs typeface="Arial"/>
              </a:rPr>
              <a:t> </a:t>
            </a:r>
            <a:r>
              <a:rPr sz="1800" b="1" spc="-10" dirty="0">
                <a:latin typeface="Arial"/>
                <a:cs typeface="Arial"/>
              </a:rPr>
              <a:t>Noise</a:t>
            </a:r>
            <a:r>
              <a:rPr sz="1800" spc="-10" dirty="0">
                <a:latin typeface="Arial"/>
                <a:cs typeface="Arial"/>
              </a:rPr>
              <a:t>:</a:t>
            </a:r>
            <a:endParaRPr sz="1800">
              <a:latin typeface="Arial"/>
              <a:cs typeface="Arial"/>
            </a:endParaRPr>
          </a:p>
          <a:p>
            <a:pPr marL="91440" indent="-88900">
              <a:lnSpc>
                <a:spcPct val="100000"/>
              </a:lnSpc>
              <a:buSzPct val="94444"/>
              <a:buChar char="•"/>
              <a:tabLst>
                <a:tab pos="91440" algn="l"/>
              </a:tabLst>
            </a:pPr>
            <a:r>
              <a:rPr sz="1800" dirty="0">
                <a:latin typeface="Arial"/>
                <a:cs typeface="Arial"/>
              </a:rPr>
              <a:t>Found</a:t>
            </a:r>
            <a:r>
              <a:rPr sz="1800" spc="-15" dirty="0">
                <a:latin typeface="Arial"/>
                <a:cs typeface="Arial"/>
              </a:rPr>
              <a:t> </a:t>
            </a:r>
            <a:r>
              <a:rPr sz="1800" dirty="0">
                <a:latin typeface="Arial"/>
                <a:cs typeface="Arial"/>
              </a:rPr>
              <a:t>in</a:t>
            </a:r>
            <a:r>
              <a:rPr sz="1800" spc="-30" dirty="0">
                <a:latin typeface="Arial"/>
                <a:cs typeface="Arial"/>
              </a:rPr>
              <a:t> </a:t>
            </a:r>
            <a:r>
              <a:rPr sz="1800" dirty="0">
                <a:latin typeface="Arial"/>
                <a:cs typeface="Arial"/>
              </a:rPr>
              <a:t>the</a:t>
            </a:r>
            <a:r>
              <a:rPr sz="1800" spc="-30" dirty="0">
                <a:latin typeface="Arial"/>
                <a:cs typeface="Arial"/>
              </a:rPr>
              <a:t> </a:t>
            </a:r>
            <a:r>
              <a:rPr sz="1800" dirty="0">
                <a:latin typeface="Arial"/>
                <a:cs typeface="Arial"/>
              </a:rPr>
              <a:t>resistive</a:t>
            </a:r>
            <a:r>
              <a:rPr sz="1800" spc="-15" dirty="0">
                <a:latin typeface="Arial"/>
                <a:cs typeface="Arial"/>
              </a:rPr>
              <a:t> </a:t>
            </a:r>
            <a:r>
              <a:rPr sz="1800" dirty="0">
                <a:latin typeface="Arial"/>
                <a:cs typeface="Arial"/>
              </a:rPr>
              <a:t>elements</a:t>
            </a:r>
            <a:r>
              <a:rPr sz="1800" spc="-10" dirty="0">
                <a:latin typeface="Arial"/>
                <a:cs typeface="Arial"/>
              </a:rPr>
              <a:t> </a:t>
            </a:r>
            <a:r>
              <a:rPr sz="1800" dirty="0">
                <a:latin typeface="Arial"/>
                <a:cs typeface="Arial"/>
              </a:rPr>
              <a:t>of</a:t>
            </a:r>
            <a:r>
              <a:rPr sz="1800" spc="-25" dirty="0">
                <a:latin typeface="Arial"/>
                <a:cs typeface="Arial"/>
              </a:rPr>
              <a:t> </a:t>
            </a:r>
            <a:r>
              <a:rPr sz="1800" dirty="0">
                <a:latin typeface="Arial"/>
                <a:cs typeface="Arial"/>
              </a:rPr>
              <a:t>the</a:t>
            </a:r>
            <a:r>
              <a:rPr sz="1800" spc="-30" dirty="0">
                <a:latin typeface="Arial"/>
                <a:cs typeface="Arial"/>
              </a:rPr>
              <a:t> </a:t>
            </a:r>
            <a:r>
              <a:rPr sz="1800" dirty="0">
                <a:latin typeface="Arial"/>
                <a:cs typeface="Arial"/>
              </a:rPr>
              <a:t>LED</a:t>
            </a:r>
            <a:r>
              <a:rPr sz="1800" spc="-20" dirty="0">
                <a:latin typeface="Arial"/>
                <a:cs typeface="Arial"/>
              </a:rPr>
              <a:t> </a:t>
            </a:r>
            <a:r>
              <a:rPr sz="1800" dirty="0">
                <a:latin typeface="Arial"/>
                <a:cs typeface="Arial"/>
              </a:rPr>
              <a:t>driver</a:t>
            </a:r>
            <a:r>
              <a:rPr sz="1800" spc="-25" dirty="0">
                <a:latin typeface="Arial"/>
                <a:cs typeface="Arial"/>
              </a:rPr>
              <a:t> </a:t>
            </a:r>
            <a:r>
              <a:rPr sz="1800" spc="-10" dirty="0">
                <a:latin typeface="Arial"/>
                <a:cs typeface="Arial"/>
              </a:rPr>
              <a:t>circuit.</a:t>
            </a:r>
            <a:endParaRPr sz="1800">
              <a:latin typeface="Arial"/>
              <a:cs typeface="Arial"/>
            </a:endParaRPr>
          </a:p>
          <a:p>
            <a:pPr marL="91440" indent="-88900">
              <a:lnSpc>
                <a:spcPct val="100000"/>
              </a:lnSpc>
              <a:buSzPct val="94444"/>
              <a:buChar char="•"/>
              <a:tabLst>
                <a:tab pos="91440" algn="l"/>
              </a:tabLst>
            </a:pPr>
            <a:r>
              <a:rPr sz="1800" dirty="0">
                <a:latin typeface="Arial"/>
                <a:cs typeface="Arial"/>
              </a:rPr>
              <a:t>It</a:t>
            </a:r>
            <a:r>
              <a:rPr sz="1800" spc="-35" dirty="0">
                <a:latin typeface="Arial"/>
                <a:cs typeface="Arial"/>
              </a:rPr>
              <a:t> </a:t>
            </a:r>
            <a:r>
              <a:rPr sz="1800" dirty="0">
                <a:latin typeface="Arial"/>
                <a:cs typeface="Arial"/>
              </a:rPr>
              <a:t>is</a:t>
            </a:r>
            <a:r>
              <a:rPr sz="1800" spc="-30" dirty="0">
                <a:latin typeface="Arial"/>
                <a:cs typeface="Arial"/>
              </a:rPr>
              <a:t> </a:t>
            </a:r>
            <a:r>
              <a:rPr sz="1800" dirty="0">
                <a:latin typeface="Arial"/>
                <a:cs typeface="Arial"/>
              </a:rPr>
              <a:t>directly</a:t>
            </a:r>
            <a:r>
              <a:rPr sz="1800" spc="-10" dirty="0">
                <a:latin typeface="Arial"/>
                <a:cs typeface="Arial"/>
              </a:rPr>
              <a:t> </a:t>
            </a:r>
            <a:r>
              <a:rPr sz="1800" dirty="0">
                <a:latin typeface="Arial"/>
                <a:cs typeface="Arial"/>
              </a:rPr>
              <a:t>proportional</a:t>
            </a:r>
            <a:r>
              <a:rPr sz="1800" spc="-10" dirty="0">
                <a:latin typeface="Arial"/>
                <a:cs typeface="Arial"/>
              </a:rPr>
              <a:t> </a:t>
            </a:r>
            <a:r>
              <a:rPr sz="1800" dirty="0">
                <a:latin typeface="Arial"/>
                <a:cs typeface="Arial"/>
              </a:rPr>
              <a:t>to</a:t>
            </a:r>
            <a:r>
              <a:rPr sz="1800" spc="-35" dirty="0">
                <a:latin typeface="Arial"/>
                <a:cs typeface="Arial"/>
              </a:rPr>
              <a:t> </a:t>
            </a:r>
            <a:r>
              <a:rPr sz="1800" dirty="0">
                <a:latin typeface="Arial"/>
                <a:cs typeface="Arial"/>
              </a:rPr>
              <a:t>temperature</a:t>
            </a:r>
            <a:r>
              <a:rPr sz="1800" spc="-20" dirty="0">
                <a:latin typeface="Arial"/>
                <a:cs typeface="Arial"/>
              </a:rPr>
              <a:t> </a:t>
            </a:r>
            <a:r>
              <a:rPr sz="1800" dirty="0">
                <a:latin typeface="Arial"/>
                <a:cs typeface="Arial"/>
              </a:rPr>
              <a:t>and</a:t>
            </a:r>
            <a:r>
              <a:rPr sz="1800" spc="-30" dirty="0">
                <a:latin typeface="Arial"/>
                <a:cs typeface="Arial"/>
              </a:rPr>
              <a:t> </a:t>
            </a:r>
            <a:r>
              <a:rPr sz="1800" spc="-10" dirty="0">
                <a:latin typeface="Arial"/>
                <a:cs typeface="Arial"/>
              </a:rPr>
              <a:t>resistance.</a:t>
            </a:r>
            <a:endParaRPr sz="1800">
              <a:latin typeface="Arial"/>
              <a:cs typeface="Arial"/>
            </a:endParaRPr>
          </a:p>
          <a:p>
            <a:pPr marL="91440" indent="-88900">
              <a:lnSpc>
                <a:spcPct val="100000"/>
              </a:lnSpc>
              <a:buSzPct val="94444"/>
              <a:buFont typeface="Arial"/>
              <a:buChar char="•"/>
              <a:tabLst>
                <a:tab pos="91440" algn="l"/>
              </a:tabLst>
            </a:pPr>
            <a:r>
              <a:rPr sz="1800" b="1" dirty="0">
                <a:latin typeface="Arial"/>
                <a:cs typeface="Arial"/>
              </a:rPr>
              <a:t>Shot</a:t>
            </a:r>
            <a:r>
              <a:rPr sz="1800" b="1" spc="-45" dirty="0">
                <a:latin typeface="Arial"/>
                <a:cs typeface="Arial"/>
              </a:rPr>
              <a:t> </a:t>
            </a:r>
            <a:r>
              <a:rPr sz="1800" b="1" spc="-10" dirty="0">
                <a:latin typeface="Arial"/>
                <a:cs typeface="Arial"/>
              </a:rPr>
              <a:t>Noise</a:t>
            </a:r>
            <a:r>
              <a:rPr sz="1800" spc="-10" dirty="0">
                <a:latin typeface="Arial"/>
                <a:cs typeface="Arial"/>
              </a:rPr>
              <a:t>:</a:t>
            </a:r>
            <a:endParaRPr sz="1800">
              <a:latin typeface="Arial"/>
              <a:cs typeface="Arial"/>
            </a:endParaRPr>
          </a:p>
          <a:p>
            <a:pPr marL="91440" indent="-88900">
              <a:lnSpc>
                <a:spcPct val="100000"/>
              </a:lnSpc>
              <a:buSzPct val="94444"/>
              <a:buChar char="•"/>
              <a:tabLst>
                <a:tab pos="91440" algn="l"/>
              </a:tabLst>
            </a:pPr>
            <a:r>
              <a:rPr sz="1800" dirty="0">
                <a:latin typeface="Arial"/>
                <a:cs typeface="Arial"/>
              </a:rPr>
              <a:t>Found</a:t>
            </a:r>
            <a:r>
              <a:rPr sz="1800" spc="-15" dirty="0">
                <a:latin typeface="Arial"/>
                <a:cs typeface="Arial"/>
              </a:rPr>
              <a:t> </a:t>
            </a:r>
            <a:r>
              <a:rPr sz="1800" dirty="0">
                <a:latin typeface="Arial"/>
                <a:cs typeface="Arial"/>
              </a:rPr>
              <a:t>in</a:t>
            </a:r>
            <a:r>
              <a:rPr sz="1800" spc="-25" dirty="0">
                <a:latin typeface="Arial"/>
                <a:cs typeface="Arial"/>
              </a:rPr>
              <a:t> </a:t>
            </a:r>
            <a:r>
              <a:rPr sz="1800" dirty="0">
                <a:latin typeface="Arial"/>
                <a:cs typeface="Arial"/>
              </a:rPr>
              <a:t>the</a:t>
            </a:r>
            <a:r>
              <a:rPr sz="1800" spc="-30" dirty="0">
                <a:latin typeface="Arial"/>
                <a:cs typeface="Arial"/>
              </a:rPr>
              <a:t> </a:t>
            </a:r>
            <a:r>
              <a:rPr sz="1800" dirty="0">
                <a:latin typeface="Arial"/>
                <a:cs typeface="Arial"/>
              </a:rPr>
              <a:t>LED</a:t>
            </a:r>
            <a:r>
              <a:rPr sz="1800" spc="-25" dirty="0">
                <a:latin typeface="Arial"/>
                <a:cs typeface="Arial"/>
              </a:rPr>
              <a:t> </a:t>
            </a:r>
            <a:r>
              <a:rPr sz="1800" dirty="0">
                <a:latin typeface="Arial"/>
                <a:cs typeface="Arial"/>
              </a:rPr>
              <a:t>itself</a:t>
            </a:r>
            <a:r>
              <a:rPr sz="1800" spc="-15" dirty="0">
                <a:latin typeface="Arial"/>
                <a:cs typeface="Arial"/>
              </a:rPr>
              <a:t> </a:t>
            </a:r>
            <a:r>
              <a:rPr sz="1800" dirty="0">
                <a:latin typeface="Arial"/>
                <a:cs typeface="Arial"/>
              </a:rPr>
              <a:t>due</a:t>
            </a:r>
            <a:r>
              <a:rPr sz="1800" spc="-15" dirty="0">
                <a:latin typeface="Arial"/>
                <a:cs typeface="Arial"/>
              </a:rPr>
              <a:t> </a:t>
            </a:r>
            <a:r>
              <a:rPr sz="1800" dirty="0">
                <a:latin typeface="Arial"/>
                <a:cs typeface="Arial"/>
              </a:rPr>
              <a:t>to</a:t>
            </a:r>
            <a:r>
              <a:rPr sz="1800" spc="-25" dirty="0">
                <a:latin typeface="Arial"/>
                <a:cs typeface="Arial"/>
              </a:rPr>
              <a:t> </a:t>
            </a:r>
            <a:r>
              <a:rPr sz="1800" dirty="0">
                <a:latin typeface="Arial"/>
                <a:cs typeface="Arial"/>
              </a:rPr>
              <a:t>the</a:t>
            </a:r>
            <a:r>
              <a:rPr sz="1800" spc="-30" dirty="0">
                <a:latin typeface="Arial"/>
                <a:cs typeface="Arial"/>
              </a:rPr>
              <a:t> </a:t>
            </a:r>
            <a:r>
              <a:rPr sz="1800" dirty="0">
                <a:latin typeface="Arial"/>
                <a:cs typeface="Arial"/>
              </a:rPr>
              <a:t>random</a:t>
            </a:r>
            <a:r>
              <a:rPr sz="1800" spc="-5" dirty="0">
                <a:latin typeface="Arial"/>
                <a:cs typeface="Arial"/>
              </a:rPr>
              <a:t> </a:t>
            </a:r>
            <a:r>
              <a:rPr sz="1800" dirty="0">
                <a:latin typeface="Arial"/>
                <a:cs typeface="Arial"/>
              </a:rPr>
              <a:t>nature</a:t>
            </a:r>
            <a:r>
              <a:rPr sz="1800" spc="-25" dirty="0">
                <a:latin typeface="Arial"/>
                <a:cs typeface="Arial"/>
              </a:rPr>
              <a:t> </a:t>
            </a:r>
            <a:r>
              <a:rPr sz="1800" dirty="0">
                <a:latin typeface="Arial"/>
                <a:cs typeface="Arial"/>
              </a:rPr>
              <a:t>of</a:t>
            </a:r>
            <a:r>
              <a:rPr sz="1800" spc="-20" dirty="0">
                <a:latin typeface="Arial"/>
                <a:cs typeface="Arial"/>
              </a:rPr>
              <a:t> </a:t>
            </a:r>
            <a:r>
              <a:rPr sz="1800" dirty="0">
                <a:latin typeface="Arial"/>
                <a:cs typeface="Arial"/>
              </a:rPr>
              <a:t>current</a:t>
            </a:r>
            <a:r>
              <a:rPr sz="1800" spc="-15" dirty="0">
                <a:latin typeface="Arial"/>
                <a:cs typeface="Arial"/>
              </a:rPr>
              <a:t> </a:t>
            </a:r>
            <a:r>
              <a:rPr sz="1800" spc="-10" dirty="0">
                <a:latin typeface="Arial"/>
                <a:cs typeface="Arial"/>
              </a:rPr>
              <a:t>flow.</a:t>
            </a:r>
            <a:endParaRPr sz="1800">
              <a:latin typeface="Arial"/>
              <a:cs typeface="Arial"/>
            </a:endParaRPr>
          </a:p>
          <a:p>
            <a:pPr marL="91440" indent="-88900">
              <a:lnSpc>
                <a:spcPct val="100000"/>
              </a:lnSpc>
              <a:buSzPct val="94444"/>
              <a:buChar char="•"/>
              <a:tabLst>
                <a:tab pos="91440" algn="l"/>
              </a:tabLst>
            </a:pPr>
            <a:r>
              <a:rPr sz="1800" dirty="0">
                <a:latin typeface="Arial"/>
                <a:cs typeface="Arial"/>
              </a:rPr>
              <a:t>Proportional</a:t>
            </a:r>
            <a:r>
              <a:rPr sz="1800" spc="-10" dirty="0">
                <a:latin typeface="Arial"/>
                <a:cs typeface="Arial"/>
              </a:rPr>
              <a:t> </a:t>
            </a:r>
            <a:r>
              <a:rPr sz="1800" dirty="0">
                <a:latin typeface="Arial"/>
                <a:cs typeface="Arial"/>
              </a:rPr>
              <a:t>to</a:t>
            </a:r>
            <a:r>
              <a:rPr sz="1800" spc="-30" dirty="0">
                <a:latin typeface="Arial"/>
                <a:cs typeface="Arial"/>
              </a:rPr>
              <a:t> </a:t>
            </a:r>
            <a:r>
              <a:rPr sz="1800" dirty="0">
                <a:latin typeface="Arial"/>
                <a:cs typeface="Arial"/>
              </a:rPr>
              <a:t>the</a:t>
            </a:r>
            <a:r>
              <a:rPr sz="1800" spc="-30" dirty="0">
                <a:latin typeface="Arial"/>
                <a:cs typeface="Arial"/>
              </a:rPr>
              <a:t> </a:t>
            </a:r>
            <a:r>
              <a:rPr sz="1800" dirty="0">
                <a:latin typeface="Arial"/>
                <a:cs typeface="Arial"/>
              </a:rPr>
              <a:t>square</a:t>
            </a:r>
            <a:r>
              <a:rPr sz="1800" spc="-20" dirty="0">
                <a:latin typeface="Arial"/>
                <a:cs typeface="Arial"/>
              </a:rPr>
              <a:t> </a:t>
            </a:r>
            <a:r>
              <a:rPr sz="1800" dirty="0">
                <a:latin typeface="Arial"/>
                <a:cs typeface="Arial"/>
              </a:rPr>
              <a:t>root</a:t>
            </a:r>
            <a:r>
              <a:rPr sz="1800" spc="-20" dirty="0">
                <a:latin typeface="Arial"/>
                <a:cs typeface="Arial"/>
              </a:rPr>
              <a:t> </a:t>
            </a:r>
            <a:r>
              <a:rPr sz="1800" dirty="0">
                <a:latin typeface="Arial"/>
                <a:cs typeface="Arial"/>
              </a:rPr>
              <a:t>of</a:t>
            </a:r>
            <a:r>
              <a:rPr sz="1800" spc="-30" dirty="0">
                <a:latin typeface="Arial"/>
                <a:cs typeface="Arial"/>
              </a:rPr>
              <a:t> </a:t>
            </a:r>
            <a:r>
              <a:rPr sz="1800" dirty="0">
                <a:latin typeface="Arial"/>
                <a:cs typeface="Arial"/>
              </a:rPr>
              <a:t>the</a:t>
            </a:r>
            <a:r>
              <a:rPr sz="1800" spc="-35" dirty="0">
                <a:latin typeface="Arial"/>
                <a:cs typeface="Arial"/>
              </a:rPr>
              <a:t> </a:t>
            </a:r>
            <a:r>
              <a:rPr sz="1800" dirty="0">
                <a:latin typeface="Arial"/>
                <a:cs typeface="Arial"/>
              </a:rPr>
              <a:t>average</a:t>
            </a:r>
            <a:r>
              <a:rPr sz="1800" spc="-5" dirty="0">
                <a:latin typeface="Arial"/>
                <a:cs typeface="Arial"/>
              </a:rPr>
              <a:t> </a:t>
            </a:r>
            <a:r>
              <a:rPr sz="1800" dirty="0">
                <a:latin typeface="Arial"/>
                <a:cs typeface="Arial"/>
              </a:rPr>
              <a:t>current</a:t>
            </a:r>
            <a:r>
              <a:rPr sz="1800" spc="-20" dirty="0">
                <a:latin typeface="Arial"/>
                <a:cs typeface="Arial"/>
              </a:rPr>
              <a:t> </a:t>
            </a:r>
            <a:r>
              <a:rPr sz="1800" dirty="0">
                <a:latin typeface="Arial"/>
                <a:cs typeface="Arial"/>
              </a:rPr>
              <a:t>through</a:t>
            </a:r>
            <a:r>
              <a:rPr sz="1800" spc="-20" dirty="0">
                <a:latin typeface="Arial"/>
                <a:cs typeface="Arial"/>
              </a:rPr>
              <a:t> </a:t>
            </a:r>
            <a:r>
              <a:rPr sz="1800" dirty="0">
                <a:latin typeface="Arial"/>
                <a:cs typeface="Arial"/>
              </a:rPr>
              <a:t>the</a:t>
            </a:r>
            <a:r>
              <a:rPr sz="1800" spc="-30" dirty="0">
                <a:latin typeface="Arial"/>
                <a:cs typeface="Arial"/>
              </a:rPr>
              <a:t> </a:t>
            </a:r>
            <a:r>
              <a:rPr sz="1800" spc="-20" dirty="0">
                <a:latin typeface="Arial"/>
                <a:cs typeface="Arial"/>
              </a:rPr>
              <a:t>LED.</a:t>
            </a:r>
            <a:endParaRPr sz="1800">
              <a:latin typeface="Arial"/>
              <a:cs typeface="Arial"/>
            </a:endParaRPr>
          </a:p>
          <a:p>
            <a:pPr marL="91440" indent="-88900">
              <a:lnSpc>
                <a:spcPct val="100000"/>
              </a:lnSpc>
              <a:buSzPct val="94444"/>
              <a:buFont typeface="Arial"/>
              <a:buChar char="•"/>
              <a:tabLst>
                <a:tab pos="91440" algn="l"/>
              </a:tabLst>
            </a:pPr>
            <a:r>
              <a:rPr sz="1800" b="1" dirty="0">
                <a:latin typeface="Arial"/>
                <a:cs typeface="Arial"/>
              </a:rPr>
              <a:t>Flicker</a:t>
            </a:r>
            <a:r>
              <a:rPr sz="1800" b="1" spc="-50" dirty="0">
                <a:latin typeface="Arial"/>
                <a:cs typeface="Arial"/>
              </a:rPr>
              <a:t> </a:t>
            </a:r>
            <a:r>
              <a:rPr sz="1800" b="1" spc="-10" dirty="0">
                <a:latin typeface="Arial"/>
                <a:cs typeface="Arial"/>
              </a:rPr>
              <a:t>Noise</a:t>
            </a:r>
            <a:r>
              <a:rPr sz="1800" spc="-10" dirty="0">
                <a:latin typeface="Arial"/>
                <a:cs typeface="Arial"/>
              </a:rPr>
              <a:t>:</a:t>
            </a:r>
            <a:endParaRPr sz="1800">
              <a:latin typeface="Arial"/>
              <a:cs typeface="Arial"/>
            </a:endParaRPr>
          </a:p>
          <a:p>
            <a:pPr marL="91440" indent="-88900">
              <a:lnSpc>
                <a:spcPct val="100000"/>
              </a:lnSpc>
              <a:buSzPct val="94444"/>
              <a:buChar char="•"/>
              <a:tabLst>
                <a:tab pos="91440" algn="l"/>
              </a:tabLst>
            </a:pPr>
            <a:r>
              <a:rPr sz="1800" dirty="0">
                <a:latin typeface="Arial"/>
                <a:cs typeface="Arial"/>
              </a:rPr>
              <a:t>Found</a:t>
            </a:r>
            <a:r>
              <a:rPr sz="1800" spc="-25" dirty="0">
                <a:latin typeface="Arial"/>
                <a:cs typeface="Arial"/>
              </a:rPr>
              <a:t> </a:t>
            </a:r>
            <a:r>
              <a:rPr sz="1800" dirty="0">
                <a:latin typeface="Arial"/>
                <a:cs typeface="Arial"/>
              </a:rPr>
              <a:t>in</a:t>
            </a:r>
            <a:r>
              <a:rPr sz="1800" spc="-35" dirty="0">
                <a:latin typeface="Arial"/>
                <a:cs typeface="Arial"/>
              </a:rPr>
              <a:t> </a:t>
            </a:r>
            <a:r>
              <a:rPr sz="1800" dirty="0">
                <a:latin typeface="Arial"/>
                <a:cs typeface="Arial"/>
              </a:rPr>
              <a:t>driver</a:t>
            </a:r>
            <a:r>
              <a:rPr sz="1800" spc="-15" dirty="0">
                <a:latin typeface="Arial"/>
                <a:cs typeface="Arial"/>
              </a:rPr>
              <a:t> </a:t>
            </a:r>
            <a:r>
              <a:rPr sz="1800" dirty="0">
                <a:latin typeface="Arial"/>
                <a:cs typeface="Arial"/>
              </a:rPr>
              <a:t>components</a:t>
            </a:r>
            <a:r>
              <a:rPr sz="1800" spc="-15" dirty="0">
                <a:latin typeface="Arial"/>
                <a:cs typeface="Arial"/>
              </a:rPr>
              <a:t> </a:t>
            </a:r>
            <a:r>
              <a:rPr sz="1800" dirty="0">
                <a:latin typeface="Arial"/>
                <a:cs typeface="Arial"/>
              </a:rPr>
              <a:t>due</a:t>
            </a:r>
            <a:r>
              <a:rPr sz="1800" spc="-20" dirty="0">
                <a:latin typeface="Arial"/>
                <a:cs typeface="Arial"/>
              </a:rPr>
              <a:t> </a:t>
            </a:r>
            <a:r>
              <a:rPr sz="1800" dirty="0">
                <a:latin typeface="Arial"/>
                <a:cs typeface="Arial"/>
              </a:rPr>
              <a:t>to</a:t>
            </a:r>
            <a:r>
              <a:rPr sz="1800" spc="-45" dirty="0">
                <a:latin typeface="Arial"/>
                <a:cs typeface="Arial"/>
              </a:rPr>
              <a:t> </a:t>
            </a:r>
            <a:r>
              <a:rPr sz="1800" dirty="0">
                <a:latin typeface="Arial"/>
                <a:cs typeface="Arial"/>
              </a:rPr>
              <a:t>material</a:t>
            </a:r>
            <a:r>
              <a:rPr sz="1800" spc="-20" dirty="0">
                <a:latin typeface="Arial"/>
                <a:cs typeface="Arial"/>
              </a:rPr>
              <a:t> </a:t>
            </a:r>
            <a:r>
              <a:rPr sz="1800" spc="-10" dirty="0">
                <a:latin typeface="Arial"/>
                <a:cs typeface="Arial"/>
              </a:rPr>
              <a:t>imperfections.</a:t>
            </a:r>
            <a:endParaRPr sz="1800">
              <a:latin typeface="Arial"/>
              <a:cs typeface="Arial"/>
            </a:endParaRPr>
          </a:p>
          <a:p>
            <a:pPr marL="91440" indent="-88900">
              <a:lnSpc>
                <a:spcPct val="100000"/>
              </a:lnSpc>
              <a:buSzPct val="94444"/>
              <a:buChar char="•"/>
              <a:tabLst>
                <a:tab pos="91440" algn="l"/>
              </a:tabLst>
            </a:pPr>
            <a:r>
              <a:rPr sz="1800" dirty="0">
                <a:latin typeface="Arial"/>
                <a:cs typeface="Arial"/>
              </a:rPr>
              <a:t>Dominates</a:t>
            </a:r>
            <a:r>
              <a:rPr sz="1800" spc="-15" dirty="0">
                <a:latin typeface="Arial"/>
                <a:cs typeface="Arial"/>
              </a:rPr>
              <a:t> </a:t>
            </a:r>
            <a:r>
              <a:rPr sz="1800" dirty="0">
                <a:latin typeface="Arial"/>
                <a:cs typeface="Arial"/>
              </a:rPr>
              <a:t>at</a:t>
            </a:r>
            <a:r>
              <a:rPr sz="1800" spc="-20" dirty="0">
                <a:latin typeface="Arial"/>
                <a:cs typeface="Arial"/>
              </a:rPr>
              <a:t> </a:t>
            </a:r>
            <a:r>
              <a:rPr sz="1800" dirty="0">
                <a:latin typeface="Arial"/>
                <a:cs typeface="Arial"/>
              </a:rPr>
              <a:t>low</a:t>
            </a:r>
            <a:r>
              <a:rPr sz="1800" spc="-15" dirty="0">
                <a:latin typeface="Arial"/>
                <a:cs typeface="Arial"/>
              </a:rPr>
              <a:t> </a:t>
            </a:r>
            <a:r>
              <a:rPr sz="1800" dirty="0">
                <a:latin typeface="Arial"/>
                <a:cs typeface="Arial"/>
              </a:rPr>
              <a:t>frequencies</a:t>
            </a:r>
            <a:r>
              <a:rPr sz="1800" spc="-15" dirty="0">
                <a:latin typeface="Arial"/>
                <a:cs typeface="Arial"/>
              </a:rPr>
              <a:t> </a:t>
            </a:r>
            <a:r>
              <a:rPr sz="1800" dirty="0">
                <a:latin typeface="Arial"/>
                <a:cs typeface="Arial"/>
              </a:rPr>
              <a:t>and</a:t>
            </a:r>
            <a:r>
              <a:rPr sz="1800" spc="-15" dirty="0">
                <a:latin typeface="Arial"/>
                <a:cs typeface="Arial"/>
              </a:rPr>
              <a:t> </a:t>
            </a:r>
            <a:r>
              <a:rPr sz="1800" dirty="0">
                <a:latin typeface="Arial"/>
                <a:cs typeface="Arial"/>
              </a:rPr>
              <a:t>adds</a:t>
            </a:r>
            <a:r>
              <a:rPr sz="1800" spc="-10" dirty="0">
                <a:latin typeface="Arial"/>
                <a:cs typeface="Arial"/>
              </a:rPr>
              <a:t> </a:t>
            </a:r>
            <a:r>
              <a:rPr sz="1800" dirty="0">
                <a:latin typeface="Arial"/>
                <a:cs typeface="Arial"/>
              </a:rPr>
              <a:t>to</a:t>
            </a:r>
            <a:r>
              <a:rPr sz="1800" spc="-45" dirty="0">
                <a:latin typeface="Arial"/>
                <a:cs typeface="Arial"/>
              </a:rPr>
              <a:t> </a:t>
            </a:r>
            <a:r>
              <a:rPr sz="1800" dirty="0">
                <a:latin typeface="Arial"/>
                <a:cs typeface="Arial"/>
              </a:rPr>
              <a:t>the</a:t>
            </a:r>
            <a:r>
              <a:rPr sz="1800" spc="-30" dirty="0">
                <a:latin typeface="Arial"/>
                <a:cs typeface="Arial"/>
              </a:rPr>
              <a:t> </a:t>
            </a:r>
            <a:r>
              <a:rPr sz="1800" dirty="0">
                <a:latin typeface="Arial"/>
                <a:cs typeface="Arial"/>
              </a:rPr>
              <a:t>overall</a:t>
            </a:r>
            <a:r>
              <a:rPr sz="1800" spc="-5" dirty="0">
                <a:latin typeface="Arial"/>
                <a:cs typeface="Arial"/>
              </a:rPr>
              <a:t> </a:t>
            </a:r>
            <a:r>
              <a:rPr sz="1800" dirty="0">
                <a:latin typeface="Arial"/>
                <a:cs typeface="Arial"/>
              </a:rPr>
              <a:t>noise</a:t>
            </a:r>
            <a:r>
              <a:rPr sz="1800" spc="-15" dirty="0">
                <a:latin typeface="Arial"/>
                <a:cs typeface="Arial"/>
              </a:rPr>
              <a:t> </a:t>
            </a:r>
            <a:r>
              <a:rPr sz="1800" dirty="0">
                <a:latin typeface="Arial"/>
                <a:cs typeface="Arial"/>
              </a:rPr>
              <a:t>in</a:t>
            </a:r>
            <a:r>
              <a:rPr sz="1800" spc="-35" dirty="0">
                <a:latin typeface="Arial"/>
                <a:cs typeface="Arial"/>
              </a:rPr>
              <a:t> </a:t>
            </a:r>
            <a:r>
              <a:rPr sz="1800" dirty="0">
                <a:latin typeface="Arial"/>
                <a:cs typeface="Arial"/>
              </a:rPr>
              <a:t>the</a:t>
            </a:r>
            <a:r>
              <a:rPr sz="1800" spc="-30" dirty="0">
                <a:latin typeface="Arial"/>
                <a:cs typeface="Arial"/>
              </a:rPr>
              <a:t> </a:t>
            </a:r>
            <a:r>
              <a:rPr sz="1800" dirty="0">
                <a:latin typeface="Arial"/>
                <a:cs typeface="Arial"/>
              </a:rPr>
              <a:t>driver</a:t>
            </a:r>
            <a:r>
              <a:rPr sz="1800" spc="-10" dirty="0">
                <a:latin typeface="Arial"/>
                <a:cs typeface="Arial"/>
              </a:rPr>
              <a:t> stage.</a:t>
            </a:r>
            <a:endParaRPr sz="1800">
              <a:latin typeface="Arial"/>
              <a:cs typeface="Arial"/>
            </a:endParaRPr>
          </a:p>
        </p:txBody>
      </p:sp>
      <p:grpSp>
        <p:nvGrpSpPr>
          <p:cNvPr id="4" name="object 4"/>
          <p:cNvGrpSpPr/>
          <p:nvPr/>
        </p:nvGrpSpPr>
        <p:grpSpPr>
          <a:xfrm>
            <a:off x="444500" y="1587500"/>
            <a:ext cx="939800" cy="939800"/>
            <a:chOff x="444500" y="1587500"/>
            <a:chExt cx="939800" cy="939800"/>
          </a:xfrm>
        </p:grpSpPr>
        <p:sp>
          <p:nvSpPr>
            <p:cNvPr id="5" name="object 5"/>
            <p:cNvSpPr/>
            <p:nvPr/>
          </p:nvSpPr>
          <p:spPr>
            <a:xfrm>
              <a:off x="457200"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6" name="object 6"/>
            <p:cNvSpPr/>
            <p:nvPr/>
          </p:nvSpPr>
          <p:spPr>
            <a:xfrm>
              <a:off x="457200"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7" name="object 7"/>
          <p:cNvSpPr txBox="1"/>
          <p:nvPr/>
        </p:nvSpPr>
        <p:spPr>
          <a:xfrm>
            <a:off x="538130" y="1925827"/>
            <a:ext cx="75247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Computer</a:t>
            </a:r>
            <a:endParaRPr sz="1400">
              <a:latin typeface="Calibri"/>
              <a:cs typeface="Calibri"/>
            </a:endParaRPr>
          </a:p>
        </p:txBody>
      </p:sp>
      <p:grpSp>
        <p:nvGrpSpPr>
          <p:cNvPr id="8" name="object 8"/>
          <p:cNvGrpSpPr/>
          <p:nvPr/>
        </p:nvGrpSpPr>
        <p:grpSpPr>
          <a:xfrm>
            <a:off x="1617002" y="1587500"/>
            <a:ext cx="939800" cy="939800"/>
            <a:chOff x="1617002" y="1587500"/>
            <a:chExt cx="939800" cy="939800"/>
          </a:xfrm>
        </p:grpSpPr>
        <p:sp>
          <p:nvSpPr>
            <p:cNvPr id="9" name="object 9"/>
            <p:cNvSpPr/>
            <p:nvPr/>
          </p:nvSpPr>
          <p:spPr>
            <a:xfrm>
              <a:off x="1629702"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10" name="object 10"/>
            <p:cNvSpPr/>
            <p:nvPr/>
          </p:nvSpPr>
          <p:spPr>
            <a:xfrm>
              <a:off x="1629702"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1" name="object 11"/>
          <p:cNvSpPr txBox="1"/>
          <p:nvPr/>
        </p:nvSpPr>
        <p:spPr>
          <a:xfrm>
            <a:off x="1712157" y="1712468"/>
            <a:ext cx="749300" cy="666750"/>
          </a:xfrm>
          <a:prstGeom prst="rect">
            <a:avLst/>
          </a:prstGeom>
        </p:spPr>
        <p:txBody>
          <a:bodyPr vert="horz" wrap="square" lIns="0" tIns="13335" rIns="0" bIns="0" rtlCol="0">
            <a:spAutoFit/>
          </a:bodyPr>
          <a:lstStyle/>
          <a:p>
            <a:pPr marL="12700" marR="5080" algn="ctr">
              <a:lnSpc>
                <a:spcPct val="100000"/>
              </a:lnSpc>
              <a:spcBef>
                <a:spcPts val="105"/>
              </a:spcBef>
            </a:pPr>
            <a:r>
              <a:rPr sz="1400" dirty="0">
                <a:solidFill>
                  <a:srgbClr val="FFFFFF"/>
                </a:solidFill>
                <a:latin typeface="Calibri"/>
                <a:cs typeface="Calibri"/>
              </a:rPr>
              <a:t>Digital</a:t>
            </a:r>
            <a:r>
              <a:rPr sz="1400" spc="-40" dirty="0">
                <a:solidFill>
                  <a:srgbClr val="FFFFFF"/>
                </a:solidFill>
                <a:latin typeface="Calibri"/>
                <a:cs typeface="Calibri"/>
              </a:rPr>
              <a:t> </a:t>
            </a:r>
            <a:r>
              <a:rPr sz="1400" spc="-25" dirty="0">
                <a:solidFill>
                  <a:srgbClr val="FFFFFF"/>
                </a:solidFill>
                <a:latin typeface="Calibri"/>
                <a:cs typeface="Calibri"/>
              </a:rPr>
              <a:t>to </a:t>
            </a:r>
            <a:r>
              <a:rPr sz="1400" spc="-10" dirty="0">
                <a:solidFill>
                  <a:srgbClr val="FFFFFF"/>
                </a:solidFill>
                <a:latin typeface="Calibri"/>
                <a:cs typeface="Calibri"/>
              </a:rPr>
              <a:t>Analog Converter</a:t>
            </a:r>
            <a:endParaRPr sz="1400">
              <a:latin typeface="Calibri"/>
              <a:cs typeface="Calibri"/>
            </a:endParaRPr>
          </a:p>
        </p:txBody>
      </p:sp>
      <p:grpSp>
        <p:nvGrpSpPr>
          <p:cNvPr id="12" name="object 12"/>
          <p:cNvGrpSpPr/>
          <p:nvPr/>
        </p:nvGrpSpPr>
        <p:grpSpPr>
          <a:xfrm>
            <a:off x="2875699" y="1587500"/>
            <a:ext cx="939800" cy="939800"/>
            <a:chOff x="2875699" y="1587500"/>
            <a:chExt cx="939800" cy="939800"/>
          </a:xfrm>
        </p:grpSpPr>
        <p:sp>
          <p:nvSpPr>
            <p:cNvPr id="13" name="object 13"/>
            <p:cNvSpPr/>
            <p:nvPr/>
          </p:nvSpPr>
          <p:spPr>
            <a:xfrm>
              <a:off x="2888399"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C0504D"/>
            </a:solidFill>
          </p:spPr>
          <p:txBody>
            <a:bodyPr wrap="square" lIns="0" tIns="0" rIns="0" bIns="0" rtlCol="0"/>
            <a:lstStyle/>
            <a:p>
              <a:endParaRPr/>
            </a:p>
          </p:txBody>
        </p:sp>
        <p:sp>
          <p:nvSpPr>
            <p:cNvPr id="14" name="object 14"/>
            <p:cNvSpPr/>
            <p:nvPr/>
          </p:nvSpPr>
          <p:spPr>
            <a:xfrm>
              <a:off x="2888399"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4F1D1B"/>
              </a:solidFill>
            </a:ln>
          </p:spPr>
          <p:txBody>
            <a:bodyPr wrap="square" lIns="0" tIns="0" rIns="0" bIns="0" rtlCol="0"/>
            <a:lstStyle/>
            <a:p>
              <a:endParaRPr/>
            </a:p>
          </p:txBody>
        </p:sp>
      </p:grpSp>
      <p:sp>
        <p:nvSpPr>
          <p:cNvPr id="15" name="object 15"/>
          <p:cNvSpPr txBox="1"/>
          <p:nvPr/>
        </p:nvSpPr>
        <p:spPr>
          <a:xfrm>
            <a:off x="3098873" y="1712468"/>
            <a:ext cx="492125" cy="666750"/>
          </a:xfrm>
          <a:prstGeom prst="rect">
            <a:avLst/>
          </a:prstGeom>
        </p:spPr>
        <p:txBody>
          <a:bodyPr vert="horz" wrap="square" lIns="0" tIns="13335" rIns="0" bIns="0" rtlCol="0">
            <a:spAutoFit/>
          </a:bodyPr>
          <a:lstStyle/>
          <a:p>
            <a:pPr algn="ctr">
              <a:lnSpc>
                <a:spcPct val="100000"/>
              </a:lnSpc>
              <a:spcBef>
                <a:spcPts val="105"/>
              </a:spcBef>
            </a:pPr>
            <a:r>
              <a:rPr sz="1400" spc="-25" dirty="0">
                <a:solidFill>
                  <a:srgbClr val="FFFFFF"/>
                </a:solidFill>
                <a:latin typeface="Calibri"/>
                <a:cs typeface="Calibri"/>
              </a:rPr>
              <a:t>LED</a:t>
            </a:r>
            <a:endParaRPr sz="1400">
              <a:latin typeface="Calibri"/>
              <a:cs typeface="Calibri"/>
            </a:endParaRPr>
          </a:p>
          <a:p>
            <a:pPr marL="12700" marR="5080" indent="-635" algn="ctr">
              <a:lnSpc>
                <a:spcPct val="100000"/>
              </a:lnSpc>
            </a:pPr>
            <a:r>
              <a:rPr sz="1400" spc="-10" dirty="0">
                <a:solidFill>
                  <a:srgbClr val="FFFFFF"/>
                </a:solidFill>
                <a:latin typeface="Calibri"/>
                <a:cs typeface="Calibri"/>
              </a:rPr>
              <a:t>Driver Circuit</a:t>
            </a:r>
            <a:endParaRPr sz="1400">
              <a:latin typeface="Calibri"/>
              <a:cs typeface="Calibri"/>
            </a:endParaRPr>
          </a:p>
        </p:txBody>
      </p:sp>
      <p:grpSp>
        <p:nvGrpSpPr>
          <p:cNvPr id="16" name="object 16"/>
          <p:cNvGrpSpPr/>
          <p:nvPr/>
        </p:nvGrpSpPr>
        <p:grpSpPr>
          <a:xfrm>
            <a:off x="4125455" y="1587500"/>
            <a:ext cx="939800" cy="939800"/>
            <a:chOff x="4125455" y="1587500"/>
            <a:chExt cx="939800" cy="939800"/>
          </a:xfrm>
        </p:grpSpPr>
        <p:sp>
          <p:nvSpPr>
            <p:cNvPr id="17" name="object 17"/>
            <p:cNvSpPr/>
            <p:nvPr/>
          </p:nvSpPr>
          <p:spPr>
            <a:xfrm>
              <a:off x="4138155"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C0504D"/>
            </a:solidFill>
          </p:spPr>
          <p:txBody>
            <a:bodyPr wrap="square" lIns="0" tIns="0" rIns="0" bIns="0" rtlCol="0"/>
            <a:lstStyle/>
            <a:p>
              <a:endParaRPr/>
            </a:p>
          </p:txBody>
        </p:sp>
        <p:sp>
          <p:nvSpPr>
            <p:cNvPr id="18" name="object 18"/>
            <p:cNvSpPr/>
            <p:nvPr/>
          </p:nvSpPr>
          <p:spPr>
            <a:xfrm>
              <a:off x="4138155"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4F1D1B"/>
              </a:solidFill>
            </a:ln>
          </p:spPr>
          <p:txBody>
            <a:bodyPr wrap="square" lIns="0" tIns="0" rIns="0" bIns="0" rtlCol="0"/>
            <a:lstStyle/>
            <a:p>
              <a:endParaRPr/>
            </a:p>
          </p:txBody>
        </p:sp>
      </p:grpSp>
      <p:sp>
        <p:nvSpPr>
          <p:cNvPr id="19" name="object 19"/>
          <p:cNvSpPr txBox="1"/>
          <p:nvPr/>
        </p:nvSpPr>
        <p:spPr>
          <a:xfrm>
            <a:off x="4446158" y="1925827"/>
            <a:ext cx="297180" cy="239395"/>
          </a:xfrm>
          <a:prstGeom prst="rect">
            <a:avLst/>
          </a:prstGeom>
        </p:spPr>
        <p:txBody>
          <a:bodyPr vert="horz" wrap="square" lIns="0" tIns="13335" rIns="0" bIns="0" rtlCol="0">
            <a:spAutoFit/>
          </a:bodyPr>
          <a:lstStyle/>
          <a:p>
            <a:pPr marL="12700">
              <a:lnSpc>
                <a:spcPct val="100000"/>
              </a:lnSpc>
              <a:spcBef>
                <a:spcPts val="105"/>
              </a:spcBef>
            </a:pPr>
            <a:r>
              <a:rPr sz="1400" spc="-25" dirty="0">
                <a:solidFill>
                  <a:srgbClr val="FFFFFF"/>
                </a:solidFill>
                <a:latin typeface="Calibri"/>
                <a:cs typeface="Calibri"/>
              </a:rPr>
              <a:t>LED</a:t>
            </a:r>
            <a:endParaRPr sz="1400">
              <a:latin typeface="Calibri"/>
              <a:cs typeface="Calibri"/>
            </a:endParaRPr>
          </a:p>
        </p:txBody>
      </p:sp>
      <p:grpSp>
        <p:nvGrpSpPr>
          <p:cNvPr id="20" name="object 20"/>
          <p:cNvGrpSpPr/>
          <p:nvPr/>
        </p:nvGrpSpPr>
        <p:grpSpPr>
          <a:xfrm>
            <a:off x="7344371" y="1587500"/>
            <a:ext cx="939800" cy="939800"/>
            <a:chOff x="7344371" y="1587500"/>
            <a:chExt cx="939800" cy="939800"/>
          </a:xfrm>
        </p:grpSpPr>
        <p:sp>
          <p:nvSpPr>
            <p:cNvPr id="21" name="object 21"/>
            <p:cNvSpPr/>
            <p:nvPr/>
          </p:nvSpPr>
          <p:spPr>
            <a:xfrm>
              <a:off x="7357071"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22" name="object 22"/>
            <p:cNvSpPr/>
            <p:nvPr/>
          </p:nvSpPr>
          <p:spPr>
            <a:xfrm>
              <a:off x="7357071"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23" name="object 23"/>
          <p:cNvSpPr txBox="1"/>
          <p:nvPr/>
        </p:nvSpPr>
        <p:spPr>
          <a:xfrm>
            <a:off x="7700134" y="1925827"/>
            <a:ext cx="226695" cy="239395"/>
          </a:xfrm>
          <a:prstGeom prst="rect">
            <a:avLst/>
          </a:prstGeom>
        </p:spPr>
        <p:txBody>
          <a:bodyPr vert="horz" wrap="square" lIns="0" tIns="13335" rIns="0" bIns="0" rtlCol="0">
            <a:spAutoFit/>
          </a:bodyPr>
          <a:lstStyle/>
          <a:p>
            <a:pPr marL="12700">
              <a:lnSpc>
                <a:spcPct val="100000"/>
              </a:lnSpc>
              <a:spcBef>
                <a:spcPts val="105"/>
              </a:spcBef>
            </a:pPr>
            <a:r>
              <a:rPr sz="1400" spc="-25" dirty="0">
                <a:solidFill>
                  <a:srgbClr val="FFFFFF"/>
                </a:solidFill>
                <a:latin typeface="Calibri"/>
                <a:cs typeface="Calibri"/>
              </a:rPr>
              <a:t>PD</a:t>
            </a:r>
            <a:endParaRPr sz="1400">
              <a:latin typeface="Calibri"/>
              <a:cs typeface="Calibri"/>
            </a:endParaRPr>
          </a:p>
        </p:txBody>
      </p:sp>
      <p:grpSp>
        <p:nvGrpSpPr>
          <p:cNvPr id="24" name="object 24"/>
          <p:cNvGrpSpPr/>
          <p:nvPr/>
        </p:nvGrpSpPr>
        <p:grpSpPr>
          <a:xfrm>
            <a:off x="9712108" y="1587500"/>
            <a:ext cx="939800" cy="939800"/>
            <a:chOff x="9712108" y="1587500"/>
            <a:chExt cx="939800" cy="939800"/>
          </a:xfrm>
        </p:grpSpPr>
        <p:sp>
          <p:nvSpPr>
            <p:cNvPr id="25" name="object 25"/>
            <p:cNvSpPr/>
            <p:nvPr/>
          </p:nvSpPr>
          <p:spPr>
            <a:xfrm>
              <a:off x="9724808"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26" name="object 26"/>
            <p:cNvSpPr/>
            <p:nvPr/>
          </p:nvSpPr>
          <p:spPr>
            <a:xfrm>
              <a:off x="9724808"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27" name="object 27"/>
          <p:cNvSpPr txBox="1"/>
          <p:nvPr/>
        </p:nvSpPr>
        <p:spPr>
          <a:xfrm>
            <a:off x="9807254" y="1712468"/>
            <a:ext cx="749300" cy="666750"/>
          </a:xfrm>
          <a:prstGeom prst="rect">
            <a:avLst/>
          </a:prstGeom>
        </p:spPr>
        <p:txBody>
          <a:bodyPr vert="horz" wrap="square" lIns="0" tIns="13335" rIns="0" bIns="0" rtlCol="0">
            <a:spAutoFit/>
          </a:bodyPr>
          <a:lstStyle/>
          <a:p>
            <a:pPr marL="12065" marR="5080" indent="-1905" algn="ctr">
              <a:lnSpc>
                <a:spcPct val="100000"/>
              </a:lnSpc>
              <a:spcBef>
                <a:spcPts val="105"/>
              </a:spcBef>
            </a:pPr>
            <a:r>
              <a:rPr sz="1400" dirty="0">
                <a:solidFill>
                  <a:srgbClr val="FFFFFF"/>
                </a:solidFill>
                <a:latin typeface="Calibri"/>
                <a:cs typeface="Calibri"/>
              </a:rPr>
              <a:t>Analog</a:t>
            </a:r>
            <a:r>
              <a:rPr sz="1400" spc="-45" dirty="0">
                <a:solidFill>
                  <a:srgbClr val="FFFFFF"/>
                </a:solidFill>
                <a:latin typeface="Calibri"/>
                <a:cs typeface="Calibri"/>
              </a:rPr>
              <a:t> </a:t>
            </a:r>
            <a:r>
              <a:rPr sz="1400" spc="-25" dirty="0">
                <a:solidFill>
                  <a:srgbClr val="FFFFFF"/>
                </a:solidFill>
                <a:latin typeface="Calibri"/>
                <a:cs typeface="Calibri"/>
              </a:rPr>
              <a:t>to </a:t>
            </a:r>
            <a:r>
              <a:rPr sz="1400" spc="-10" dirty="0">
                <a:solidFill>
                  <a:srgbClr val="FFFFFF"/>
                </a:solidFill>
                <a:latin typeface="Calibri"/>
                <a:cs typeface="Calibri"/>
              </a:rPr>
              <a:t>Digital Converter</a:t>
            </a:r>
            <a:endParaRPr sz="1400">
              <a:latin typeface="Calibri"/>
              <a:cs typeface="Calibri"/>
            </a:endParaRPr>
          </a:p>
        </p:txBody>
      </p:sp>
      <p:grpSp>
        <p:nvGrpSpPr>
          <p:cNvPr id="28" name="object 28"/>
          <p:cNvGrpSpPr/>
          <p:nvPr/>
        </p:nvGrpSpPr>
        <p:grpSpPr>
          <a:xfrm>
            <a:off x="8539619" y="1592948"/>
            <a:ext cx="939800" cy="939800"/>
            <a:chOff x="8539619" y="1592948"/>
            <a:chExt cx="939800" cy="939800"/>
          </a:xfrm>
        </p:grpSpPr>
        <p:sp>
          <p:nvSpPr>
            <p:cNvPr id="29" name="object 29"/>
            <p:cNvSpPr/>
            <p:nvPr/>
          </p:nvSpPr>
          <p:spPr>
            <a:xfrm>
              <a:off x="8552319" y="1605648"/>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30" name="object 30"/>
            <p:cNvSpPr/>
            <p:nvPr/>
          </p:nvSpPr>
          <p:spPr>
            <a:xfrm>
              <a:off x="8552319" y="1605648"/>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31" name="object 31"/>
          <p:cNvSpPr txBox="1"/>
          <p:nvPr/>
        </p:nvSpPr>
        <p:spPr>
          <a:xfrm>
            <a:off x="8662171" y="1931277"/>
            <a:ext cx="69278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Amplifier</a:t>
            </a:r>
            <a:endParaRPr sz="1400">
              <a:latin typeface="Calibri"/>
              <a:cs typeface="Calibri"/>
            </a:endParaRPr>
          </a:p>
        </p:txBody>
      </p:sp>
      <p:grpSp>
        <p:nvGrpSpPr>
          <p:cNvPr id="32" name="object 32"/>
          <p:cNvGrpSpPr/>
          <p:nvPr/>
        </p:nvGrpSpPr>
        <p:grpSpPr>
          <a:xfrm>
            <a:off x="10829823" y="1597329"/>
            <a:ext cx="939800" cy="939800"/>
            <a:chOff x="10829823" y="1597329"/>
            <a:chExt cx="939800" cy="939800"/>
          </a:xfrm>
        </p:grpSpPr>
        <p:sp>
          <p:nvSpPr>
            <p:cNvPr id="33" name="object 33"/>
            <p:cNvSpPr/>
            <p:nvPr/>
          </p:nvSpPr>
          <p:spPr>
            <a:xfrm>
              <a:off x="10842523" y="16100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34" name="object 34"/>
            <p:cNvSpPr/>
            <p:nvPr/>
          </p:nvSpPr>
          <p:spPr>
            <a:xfrm>
              <a:off x="10842523" y="16100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35" name="object 35"/>
          <p:cNvSpPr txBox="1"/>
          <p:nvPr/>
        </p:nvSpPr>
        <p:spPr>
          <a:xfrm>
            <a:off x="10923452" y="1935660"/>
            <a:ext cx="75247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Computer</a:t>
            </a:r>
            <a:endParaRPr sz="1400">
              <a:latin typeface="Calibri"/>
              <a:cs typeface="Calibri"/>
            </a:endParaRPr>
          </a:p>
        </p:txBody>
      </p:sp>
      <p:sp>
        <p:nvSpPr>
          <p:cNvPr id="36" name="object 36"/>
          <p:cNvSpPr/>
          <p:nvPr/>
        </p:nvSpPr>
        <p:spPr>
          <a:xfrm>
            <a:off x="304800" y="1371600"/>
            <a:ext cx="4876800" cy="1371600"/>
          </a:xfrm>
          <a:custGeom>
            <a:avLst/>
            <a:gdLst/>
            <a:ahLst/>
            <a:cxnLst/>
            <a:rect l="l" t="t" r="r" b="b"/>
            <a:pathLst>
              <a:path w="4876800" h="1371600">
                <a:moveTo>
                  <a:pt x="0" y="0"/>
                </a:moveTo>
                <a:lnTo>
                  <a:pt x="4876800" y="0"/>
                </a:lnTo>
                <a:lnTo>
                  <a:pt x="4876800" y="1371600"/>
                </a:lnTo>
                <a:lnTo>
                  <a:pt x="0" y="1371600"/>
                </a:lnTo>
                <a:lnTo>
                  <a:pt x="0" y="0"/>
                </a:lnTo>
                <a:close/>
              </a:path>
            </a:pathLst>
          </a:custGeom>
          <a:ln w="25400">
            <a:solidFill>
              <a:srgbClr val="1C334E"/>
            </a:solidFill>
            <a:prstDash val="sysDash"/>
          </a:ln>
        </p:spPr>
        <p:txBody>
          <a:bodyPr wrap="square" lIns="0" tIns="0" rIns="0" bIns="0" rtlCol="0"/>
          <a:lstStyle/>
          <a:p>
            <a:endParaRPr/>
          </a:p>
        </p:txBody>
      </p:sp>
      <p:sp>
        <p:nvSpPr>
          <p:cNvPr id="37" name="object 37"/>
          <p:cNvSpPr/>
          <p:nvPr/>
        </p:nvSpPr>
        <p:spPr>
          <a:xfrm>
            <a:off x="7239000" y="1361770"/>
            <a:ext cx="4800600" cy="1371600"/>
          </a:xfrm>
          <a:custGeom>
            <a:avLst/>
            <a:gdLst/>
            <a:ahLst/>
            <a:cxnLst/>
            <a:rect l="l" t="t" r="r" b="b"/>
            <a:pathLst>
              <a:path w="4800600" h="1371600">
                <a:moveTo>
                  <a:pt x="0" y="0"/>
                </a:moveTo>
                <a:lnTo>
                  <a:pt x="4800600" y="0"/>
                </a:lnTo>
                <a:lnTo>
                  <a:pt x="4800600" y="1371600"/>
                </a:lnTo>
                <a:lnTo>
                  <a:pt x="0" y="1371600"/>
                </a:lnTo>
                <a:lnTo>
                  <a:pt x="0" y="0"/>
                </a:lnTo>
                <a:close/>
              </a:path>
            </a:pathLst>
          </a:custGeom>
          <a:ln w="25400">
            <a:solidFill>
              <a:srgbClr val="1C334E"/>
            </a:solidFill>
            <a:prstDash val="sysDash"/>
          </a:ln>
        </p:spPr>
        <p:txBody>
          <a:bodyPr wrap="square" lIns="0" tIns="0" rIns="0" bIns="0" rtlCol="0"/>
          <a:lstStyle/>
          <a:p>
            <a:endParaRPr/>
          </a:p>
        </p:txBody>
      </p:sp>
      <p:grpSp>
        <p:nvGrpSpPr>
          <p:cNvPr id="38" name="object 38"/>
          <p:cNvGrpSpPr/>
          <p:nvPr/>
        </p:nvGrpSpPr>
        <p:grpSpPr>
          <a:xfrm>
            <a:off x="5245100" y="1968500"/>
            <a:ext cx="1877695" cy="177800"/>
            <a:chOff x="5245100" y="1968500"/>
            <a:chExt cx="1877695" cy="177800"/>
          </a:xfrm>
        </p:grpSpPr>
        <p:sp>
          <p:nvSpPr>
            <p:cNvPr id="39" name="object 39"/>
            <p:cNvSpPr/>
            <p:nvPr/>
          </p:nvSpPr>
          <p:spPr>
            <a:xfrm>
              <a:off x="5257800" y="1981200"/>
              <a:ext cx="1852295" cy="152400"/>
            </a:xfrm>
            <a:custGeom>
              <a:avLst/>
              <a:gdLst/>
              <a:ahLst/>
              <a:cxnLst/>
              <a:rect l="l" t="t" r="r" b="b"/>
              <a:pathLst>
                <a:path w="1852295" h="152400">
                  <a:moveTo>
                    <a:pt x="1775955" y="0"/>
                  </a:moveTo>
                  <a:lnTo>
                    <a:pt x="1775955" y="38100"/>
                  </a:lnTo>
                  <a:lnTo>
                    <a:pt x="0" y="38100"/>
                  </a:lnTo>
                  <a:lnTo>
                    <a:pt x="0" y="114300"/>
                  </a:lnTo>
                  <a:lnTo>
                    <a:pt x="1775955" y="114300"/>
                  </a:lnTo>
                  <a:lnTo>
                    <a:pt x="1775955" y="152400"/>
                  </a:lnTo>
                  <a:lnTo>
                    <a:pt x="1852155" y="76200"/>
                  </a:lnTo>
                  <a:lnTo>
                    <a:pt x="1775955" y="0"/>
                  </a:lnTo>
                  <a:close/>
                </a:path>
              </a:pathLst>
            </a:custGeom>
            <a:solidFill>
              <a:srgbClr val="4F81BC"/>
            </a:solidFill>
          </p:spPr>
          <p:txBody>
            <a:bodyPr wrap="square" lIns="0" tIns="0" rIns="0" bIns="0" rtlCol="0"/>
            <a:lstStyle/>
            <a:p>
              <a:endParaRPr/>
            </a:p>
          </p:txBody>
        </p:sp>
        <p:sp>
          <p:nvSpPr>
            <p:cNvPr id="40" name="object 40"/>
            <p:cNvSpPr/>
            <p:nvPr/>
          </p:nvSpPr>
          <p:spPr>
            <a:xfrm>
              <a:off x="5257800" y="1981200"/>
              <a:ext cx="1852295" cy="152400"/>
            </a:xfrm>
            <a:custGeom>
              <a:avLst/>
              <a:gdLst/>
              <a:ahLst/>
              <a:cxnLst/>
              <a:rect l="l" t="t" r="r" b="b"/>
              <a:pathLst>
                <a:path w="1852295" h="152400">
                  <a:moveTo>
                    <a:pt x="0" y="38100"/>
                  </a:moveTo>
                  <a:lnTo>
                    <a:pt x="1775955" y="38100"/>
                  </a:lnTo>
                  <a:lnTo>
                    <a:pt x="1775955" y="0"/>
                  </a:lnTo>
                  <a:lnTo>
                    <a:pt x="1852155" y="76200"/>
                  </a:lnTo>
                  <a:lnTo>
                    <a:pt x="1775955" y="152400"/>
                  </a:lnTo>
                  <a:lnTo>
                    <a:pt x="1775955" y="114300"/>
                  </a:lnTo>
                  <a:lnTo>
                    <a:pt x="0" y="114300"/>
                  </a:lnTo>
                  <a:lnTo>
                    <a:pt x="0" y="38100"/>
                  </a:lnTo>
                  <a:close/>
                </a:path>
              </a:pathLst>
            </a:custGeom>
            <a:ln w="25400">
              <a:solidFill>
                <a:srgbClr val="1C334E"/>
              </a:solidFill>
            </a:ln>
          </p:spPr>
          <p:txBody>
            <a:bodyPr wrap="square" lIns="0" tIns="0" rIns="0" bIns="0" rtlCol="0"/>
            <a:lstStyle/>
            <a:p>
              <a:endParaRPr/>
            </a:p>
          </p:txBody>
        </p:sp>
      </p:gr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Let’s</a:t>
            </a:r>
            <a:r>
              <a:rPr spc="-40" dirty="0"/>
              <a:t> </a:t>
            </a:r>
            <a:r>
              <a:rPr dirty="0"/>
              <a:t>talk</a:t>
            </a:r>
            <a:r>
              <a:rPr spc="-40" dirty="0"/>
              <a:t> </a:t>
            </a:r>
            <a:r>
              <a:rPr dirty="0"/>
              <a:t>about</a:t>
            </a:r>
            <a:r>
              <a:rPr spc="-20" dirty="0"/>
              <a:t> </a:t>
            </a:r>
            <a:r>
              <a:rPr dirty="0"/>
              <a:t>a</a:t>
            </a:r>
            <a:r>
              <a:rPr spc="-30" dirty="0"/>
              <a:t> </a:t>
            </a:r>
            <a:r>
              <a:rPr dirty="0"/>
              <a:t>real</a:t>
            </a:r>
            <a:r>
              <a:rPr spc="-45" dirty="0"/>
              <a:t> </a:t>
            </a:r>
            <a:r>
              <a:rPr dirty="0"/>
              <a:t>world</a:t>
            </a:r>
            <a:r>
              <a:rPr spc="-40" dirty="0"/>
              <a:t> </a:t>
            </a:r>
            <a:r>
              <a:rPr spc="-10" dirty="0"/>
              <a:t>system</a:t>
            </a:r>
          </a:p>
        </p:txBody>
      </p:sp>
      <p:grpSp>
        <p:nvGrpSpPr>
          <p:cNvPr id="3" name="object 3"/>
          <p:cNvGrpSpPr/>
          <p:nvPr/>
        </p:nvGrpSpPr>
        <p:grpSpPr>
          <a:xfrm>
            <a:off x="444500" y="1587500"/>
            <a:ext cx="939800" cy="939800"/>
            <a:chOff x="444500" y="1587500"/>
            <a:chExt cx="939800" cy="939800"/>
          </a:xfrm>
        </p:grpSpPr>
        <p:sp>
          <p:nvSpPr>
            <p:cNvPr id="4" name="object 4"/>
            <p:cNvSpPr/>
            <p:nvPr/>
          </p:nvSpPr>
          <p:spPr>
            <a:xfrm>
              <a:off x="457200"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5" name="object 5"/>
            <p:cNvSpPr/>
            <p:nvPr/>
          </p:nvSpPr>
          <p:spPr>
            <a:xfrm>
              <a:off x="457200"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6" name="object 6"/>
          <p:cNvSpPr txBox="1"/>
          <p:nvPr/>
        </p:nvSpPr>
        <p:spPr>
          <a:xfrm>
            <a:off x="538130" y="1925827"/>
            <a:ext cx="75247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Computer</a:t>
            </a:r>
            <a:endParaRPr sz="1400">
              <a:latin typeface="Calibri"/>
              <a:cs typeface="Calibri"/>
            </a:endParaRPr>
          </a:p>
        </p:txBody>
      </p:sp>
      <p:grpSp>
        <p:nvGrpSpPr>
          <p:cNvPr id="7" name="object 7"/>
          <p:cNvGrpSpPr/>
          <p:nvPr/>
        </p:nvGrpSpPr>
        <p:grpSpPr>
          <a:xfrm>
            <a:off x="1617002" y="1587500"/>
            <a:ext cx="939800" cy="939800"/>
            <a:chOff x="1617002" y="1587500"/>
            <a:chExt cx="939800" cy="939800"/>
          </a:xfrm>
        </p:grpSpPr>
        <p:sp>
          <p:nvSpPr>
            <p:cNvPr id="8" name="object 8"/>
            <p:cNvSpPr/>
            <p:nvPr/>
          </p:nvSpPr>
          <p:spPr>
            <a:xfrm>
              <a:off x="1629702"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9" name="object 9"/>
            <p:cNvSpPr/>
            <p:nvPr/>
          </p:nvSpPr>
          <p:spPr>
            <a:xfrm>
              <a:off x="1629702"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0" name="object 10"/>
          <p:cNvSpPr txBox="1"/>
          <p:nvPr/>
        </p:nvSpPr>
        <p:spPr>
          <a:xfrm>
            <a:off x="1712157" y="1712468"/>
            <a:ext cx="749300" cy="666750"/>
          </a:xfrm>
          <a:prstGeom prst="rect">
            <a:avLst/>
          </a:prstGeom>
        </p:spPr>
        <p:txBody>
          <a:bodyPr vert="horz" wrap="square" lIns="0" tIns="13335" rIns="0" bIns="0" rtlCol="0">
            <a:spAutoFit/>
          </a:bodyPr>
          <a:lstStyle/>
          <a:p>
            <a:pPr marL="12700" marR="5080" algn="ctr">
              <a:lnSpc>
                <a:spcPct val="100000"/>
              </a:lnSpc>
              <a:spcBef>
                <a:spcPts val="105"/>
              </a:spcBef>
            </a:pPr>
            <a:r>
              <a:rPr sz="1400" dirty="0">
                <a:solidFill>
                  <a:srgbClr val="FFFFFF"/>
                </a:solidFill>
                <a:latin typeface="Calibri"/>
                <a:cs typeface="Calibri"/>
              </a:rPr>
              <a:t>Digital</a:t>
            </a:r>
            <a:r>
              <a:rPr sz="1400" spc="-40" dirty="0">
                <a:solidFill>
                  <a:srgbClr val="FFFFFF"/>
                </a:solidFill>
                <a:latin typeface="Calibri"/>
                <a:cs typeface="Calibri"/>
              </a:rPr>
              <a:t> </a:t>
            </a:r>
            <a:r>
              <a:rPr sz="1400" spc="-25" dirty="0">
                <a:solidFill>
                  <a:srgbClr val="FFFFFF"/>
                </a:solidFill>
                <a:latin typeface="Calibri"/>
                <a:cs typeface="Calibri"/>
              </a:rPr>
              <a:t>to </a:t>
            </a:r>
            <a:r>
              <a:rPr sz="1400" spc="-10" dirty="0">
                <a:solidFill>
                  <a:srgbClr val="FFFFFF"/>
                </a:solidFill>
                <a:latin typeface="Calibri"/>
                <a:cs typeface="Calibri"/>
              </a:rPr>
              <a:t>Analog Converter</a:t>
            </a:r>
            <a:endParaRPr sz="1400">
              <a:latin typeface="Calibri"/>
              <a:cs typeface="Calibri"/>
            </a:endParaRPr>
          </a:p>
        </p:txBody>
      </p:sp>
      <p:grpSp>
        <p:nvGrpSpPr>
          <p:cNvPr id="11" name="object 11"/>
          <p:cNvGrpSpPr/>
          <p:nvPr/>
        </p:nvGrpSpPr>
        <p:grpSpPr>
          <a:xfrm>
            <a:off x="2875699" y="1587500"/>
            <a:ext cx="939800" cy="939800"/>
            <a:chOff x="2875699" y="1587500"/>
            <a:chExt cx="939800" cy="939800"/>
          </a:xfrm>
        </p:grpSpPr>
        <p:sp>
          <p:nvSpPr>
            <p:cNvPr id="12" name="object 12"/>
            <p:cNvSpPr/>
            <p:nvPr/>
          </p:nvSpPr>
          <p:spPr>
            <a:xfrm>
              <a:off x="2888399"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C0504D"/>
            </a:solidFill>
          </p:spPr>
          <p:txBody>
            <a:bodyPr wrap="square" lIns="0" tIns="0" rIns="0" bIns="0" rtlCol="0"/>
            <a:lstStyle/>
            <a:p>
              <a:endParaRPr/>
            </a:p>
          </p:txBody>
        </p:sp>
        <p:sp>
          <p:nvSpPr>
            <p:cNvPr id="13" name="object 13"/>
            <p:cNvSpPr/>
            <p:nvPr/>
          </p:nvSpPr>
          <p:spPr>
            <a:xfrm>
              <a:off x="2888399"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4F1D1B"/>
              </a:solidFill>
            </a:ln>
          </p:spPr>
          <p:txBody>
            <a:bodyPr wrap="square" lIns="0" tIns="0" rIns="0" bIns="0" rtlCol="0"/>
            <a:lstStyle/>
            <a:p>
              <a:endParaRPr/>
            </a:p>
          </p:txBody>
        </p:sp>
      </p:grpSp>
      <p:sp>
        <p:nvSpPr>
          <p:cNvPr id="14" name="object 14"/>
          <p:cNvSpPr txBox="1"/>
          <p:nvPr/>
        </p:nvSpPr>
        <p:spPr>
          <a:xfrm>
            <a:off x="3098873" y="1712468"/>
            <a:ext cx="492125" cy="666750"/>
          </a:xfrm>
          <a:prstGeom prst="rect">
            <a:avLst/>
          </a:prstGeom>
        </p:spPr>
        <p:txBody>
          <a:bodyPr vert="horz" wrap="square" lIns="0" tIns="13335" rIns="0" bIns="0" rtlCol="0">
            <a:spAutoFit/>
          </a:bodyPr>
          <a:lstStyle/>
          <a:p>
            <a:pPr algn="ctr">
              <a:lnSpc>
                <a:spcPct val="100000"/>
              </a:lnSpc>
              <a:spcBef>
                <a:spcPts val="105"/>
              </a:spcBef>
            </a:pPr>
            <a:r>
              <a:rPr sz="1400" spc="-25" dirty="0">
                <a:solidFill>
                  <a:srgbClr val="FFFFFF"/>
                </a:solidFill>
                <a:latin typeface="Calibri"/>
                <a:cs typeface="Calibri"/>
              </a:rPr>
              <a:t>LED</a:t>
            </a:r>
            <a:endParaRPr sz="1400">
              <a:latin typeface="Calibri"/>
              <a:cs typeface="Calibri"/>
            </a:endParaRPr>
          </a:p>
          <a:p>
            <a:pPr marL="12700" marR="5080" indent="-635" algn="ctr">
              <a:lnSpc>
                <a:spcPct val="100000"/>
              </a:lnSpc>
            </a:pPr>
            <a:r>
              <a:rPr sz="1400" spc="-10" dirty="0">
                <a:solidFill>
                  <a:srgbClr val="FFFFFF"/>
                </a:solidFill>
                <a:latin typeface="Calibri"/>
                <a:cs typeface="Calibri"/>
              </a:rPr>
              <a:t>Driver Circuit</a:t>
            </a:r>
            <a:endParaRPr sz="1400">
              <a:latin typeface="Calibri"/>
              <a:cs typeface="Calibri"/>
            </a:endParaRPr>
          </a:p>
        </p:txBody>
      </p:sp>
      <p:grpSp>
        <p:nvGrpSpPr>
          <p:cNvPr id="15" name="object 15"/>
          <p:cNvGrpSpPr/>
          <p:nvPr/>
        </p:nvGrpSpPr>
        <p:grpSpPr>
          <a:xfrm>
            <a:off x="4125455" y="1587500"/>
            <a:ext cx="939800" cy="939800"/>
            <a:chOff x="4125455" y="1587500"/>
            <a:chExt cx="939800" cy="939800"/>
          </a:xfrm>
        </p:grpSpPr>
        <p:sp>
          <p:nvSpPr>
            <p:cNvPr id="16" name="object 16"/>
            <p:cNvSpPr/>
            <p:nvPr/>
          </p:nvSpPr>
          <p:spPr>
            <a:xfrm>
              <a:off x="4138155"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C0504D"/>
            </a:solidFill>
          </p:spPr>
          <p:txBody>
            <a:bodyPr wrap="square" lIns="0" tIns="0" rIns="0" bIns="0" rtlCol="0"/>
            <a:lstStyle/>
            <a:p>
              <a:endParaRPr/>
            </a:p>
          </p:txBody>
        </p:sp>
        <p:sp>
          <p:nvSpPr>
            <p:cNvPr id="17" name="object 17"/>
            <p:cNvSpPr/>
            <p:nvPr/>
          </p:nvSpPr>
          <p:spPr>
            <a:xfrm>
              <a:off x="4138155"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4F1D1B"/>
              </a:solidFill>
            </a:ln>
          </p:spPr>
          <p:txBody>
            <a:bodyPr wrap="square" lIns="0" tIns="0" rIns="0" bIns="0" rtlCol="0"/>
            <a:lstStyle/>
            <a:p>
              <a:endParaRPr/>
            </a:p>
          </p:txBody>
        </p:sp>
      </p:grpSp>
      <p:sp>
        <p:nvSpPr>
          <p:cNvPr id="18" name="object 18"/>
          <p:cNvSpPr txBox="1"/>
          <p:nvPr/>
        </p:nvSpPr>
        <p:spPr>
          <a:xfrm>
            <a:off x="4446158" y="1925827"/>
            <a:ext cx="297180" cy="239395"/>
          </a:xfrm>
          <a:prstGeom prst="rect">
            <a:avLst/>
          </a:prstGeom>
        </p:spPr>
        <p:txBody>
          <a:bodyPr vert="horz" wrap="square" lIns="0" tIns="13335" rIns="0" bIns="0" rtlCol="0">
            <a:spAutoFit/>
          </a:bodyPr>
          <a:lstStyle/>
          <a:p>
            <a:pPr marL="12700">
              <a:lnSpc>
                <a:spcPct val="100000"/>
              </a:lnSpc>
              <a:spcBef>
                <a:spcPts val="105"/>
              </a:spcBef>
            </a:pPr>
            <a:r>
              <a:rPr sz="1400" spc="-25" dirty="0">
                <a:solidFill>
                  <a:srgbClr val="FFFFFF"/>
                </a:solidFill>
                <a:latin typeface="Calibri"/>
                <a:cs typeface="Calibri"/>
              </a:rPr>
              <a:t>LED</a:t>
            </a:r>
            <a:endParaRPr sz="1400">
              <a:latin typeface="Calibri"/>
              <a:cs typeface="Calibri"/>
            </a:endParaRPr>
          </a:p>
        </p:txBody>
      </p:sp>
      <p:grpSp>
        <p:nvGrpSpPr>
          <p:cNvPr id="19" name="object 19"/>
          <p:cNvGrpSpPr/>
          <p:nvPr/>
        </p:nvGrpSpPr>
        <p:grpSpPr>
          <a:xfrm>
            <a:off x="7344371" y="1587500"/>
            <a:ext cx="939800" cy="939800"/>
            <a:chOff x="7344371" y="1587500"/>
            <a:chExt cx="939800" cy="939800"/>
          </a:xfrm>
        </p:grpSpPr>
        <p:sp>
          <p:nvSpPr>
            <p:cNvPr id="20" name="object 20"/>
            <p:cNvSpPr/>
            <p:nvPr/>
          </p:nvSpPr>
          <p:spPr>
            <a:xfrm>
              <a:off x="7357071"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21" name="object 21"/>
            <p:cNvSpPr/>
            <p:nvPr/>
          </p:nvSpPr>
          <p:spPr>
            <a:xfrm>
              <a:off x="7357071"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22" name="object 22"/>
          <p:cNvSpPr txBox="1"/>
          <p:nvPr/>
        </p:nvSpPr>
        <p:spPr>
          <a:xfrm>
            <a:off x="7700134" y="1925827"/>
            <a:ext cx="226060" cy="239395"/>
          </a:xfrm>
          <a:prstGeom prst="rect">
            <a:avLst/>
          </a:prstGeom>
        </p:spPr>
        <p:txBody>
          <a:bodyPr vert="horz" wrap="square" lIns="0" tIns="13335" rIns="0" bIns="0" rtlCol="0">
            <a:spAutoFit/>
          </a:bodyPr>
          <a:lstStyle/>
          <a:p>
            <a:pPr marL="12700">
              <a:lnSpc>
                <a:spcPct val="100000"/>
              </a:lnSpc>
              <a:spcBef>
                <a:spcPts val="105"/>
              </a:spcBef>
            </a:pPr>
            <a:r>
              <a:rPr sz="1400" spc="-25" dirty="0">
                <a:solidFill>
                  <a:srgbClr val="FFFFFF"/>
                </a:solidFill>
                <a:latin typeface="Calibri"/>
                <a:cs typeface="Calibri"/>
              </a:rPr>
              <a:t>PD</a:t>
            </a:r>
            <a:endParaRPr sz="1400">
              <a:latin typeface="Calibri"/>
              <a:cs typeface="Calibri"/>
            </a:endParaRPr>
          </a:p>
        </p:txBody>
      </p:sp>
      <p:grpSp>
        <p:nvGrpSpPr>
          <p:cNvPr id="23" name="object 23"/>
          <p:cNvGrpSpPr/>
          <p:nvPr/>
        </p:nvGrpSpPr>
        <p:grpSpPr>
          <a:xfrm>
            <a:off x="9712108" y="1587500"/>
            <a:ext cx="939800" cy="939800"/>
            <a:chOff x="9712108" y="1587500"/>
            <a:chExt cx="939800" cy="939800"/>
          </a:xfrm>
        </p:grpSpPr>
        <p:sp>
          <p:nvSpPr>
            <p:cNvPr id="24" name="object 24"/>
            <p:cNvSpPr/>
            <p:nvPr/>
          </p:nvSpPr>
          <p:spPr>
            <a:xfrm>
              <a:off x="9724808"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25" name="object 25"/>
            <p:cNvSpPr/>
            <p:nvPr/>
          </p:nvSpPr>
          <p:spPr>
            <a:xfrm>
              <a:off x="9724808"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26" name="object 26"/>
          <p:cNvSpPr txBox="1"/>
          <p:nvPr/>
        </p:nvSpPr>
        <p:spPr>
          <a:xfrm>
            <a:off x="9807254" y="1712468"/>
            <a:ext cx="749300" cy="666750"/>
          </a:xfrm>
          <a:prstGeom prst="rect">
            <a:avLst/>
          </a:prstGeom>
        </p:spPr>
        <p:txBody>
          <a:bodyPr vert="horz" wrap="square" lIns="0" tIns="13335" rIns="0" bIns="0" rtlCol="0">
            <a:spAutoFit/>
          </a:bodyPr>
          <a:lstStyle/>
          <a:p>
            <a:pPr marL="12065" marR="5080" indent="-1905" algn="ctr">
              <a:lnSpc>
                <a:spcPct val="100000"/>
              </a:lnSpc>
              <a:spcBef>
                <a:spcPts val="105"/>
              </a:spcBef>
            </a:pPr>
            <a:r>
              <a:rPr sz="1400" dirty="0">
                <a:solidFill>
                  <a:srgbClr val="FFFFFF"/>
                </a:solidFill>
                <a:latin typeface="Calibri"/>
                <a:cs typeface="Calibri"/>
              </a:rPr>
              <a:t>Analog</a:t>
            </a:r>
            <a:r>
              <a:rPr sz="1400" spc="-45" dirty="0">
                <a:solidFill>
                  <a:srgbClr val="FFFFFF"/>
                </a:solidFill>
                <a:latin typeface="Calibri"/>
                <a:cs typeface="Calibri"/>
              </a:rPr>
              <a:t> </a:t>
            </a:r>
            <a:r>
              <a:rPr sz="1400" spc="-25" dirty="0">
                <a:solidFill>
                  <a:srgbClr val="FFFFFF"/>
                </a:solidFill>
                <a:latin typeface="Calibri"/>
                <a:cs typeface="Calibri"/>
              </a:rPr>
              <a:t>to </a:t>
            </a:r>
            <a:r>
              <a:rPr sz="1400" spc="-10" dirty="0">
                <a:solidFill>
                  <a:srgbClr val="FFFFFF"/>
                </a:solidFill>
                <a:latin typeface="Calibri"/>
                <a:cs typeface="Calibri"/>
              </a:rPr>
              <a:t>Digital Converter</a:t>
            </a:r>
            <a:endParaRPr sz="1400">
              <a:latin typeface="Calibri"/>
              <a:cs typeface="Calibri"/>
            </a:endParaRPr>
          </a:p>
        </p:txBody>
      </p:sp>
      <p:grpSp>
        <p:nvGrpSpPr>
          <p:cNvPr id="27" name="object 27"/>
          <p:cNvGrpSpPr/>
          <p:nvPr/>
        </p:nvGrpSpPr>
        <p:grpSpPr>
          <a:xfrm>
            <a:off x="8539619" y="1592948"/>
            <a:ext cx="939800" cy="939800"/>
            <a:chOff x="8539619" y="1592948"/>
            <a:chExt cx="939800" cy="939800"/>
          </a:xfrm>
        </p:grpSpPr>
        <p:sp>
          <p:nvSpPr>
            <p:cNvPr id="28" name="object 28"/>
            <p:cNvSpPr/>
            <p:nvPr/>
          </p:nvSpPr>
          <p:spPr>
            <a:xfrm>
              <a:off x="8552319" y="1605648"/>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29" name="object 29"/>
            <p:cNvSpPr/>
            <p:nvPr/>
          </p:nvSpPr>
          <p:spPr>
            <a:xfrm>
              <a:off x="8552319" y="1605648"/>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30" name="object 30"/>
          <p:cNvSpPr txBox="1"/>
          <p:nvPr/>
        </p:nvSpPr>
        <p:spPr>
          <a:xfrm>
            <a:off x="8662171" y="1931277"/>
            <a:ext cx="69278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Amplifier</a:t>
            </a:r>
            <a:endParaRPr sz="1400">
              <a:latin typeface="Calibri"/>
              <a:cs typeface="Calibri"/>
            </a:endParaRPr>
          </a:p>
        </p:txBody>
      </p:sp>
      <p:grpSp>
        <p:nvGrpSpPr>
          <p:cNvPr id="31" name="object 31"/>
          <p:cNvGrpSpPr/>
          <p:nvPr/>
        </p:nvGrpSpPr>
        <p:grpSpPr>
          <a:xfrm>
            <a:off x="10829823" y="1597329"/>
            <a:ext cx="939800" cy="939800"/>
            <a:chOff x="10829823" y="1597329"/>
            <a:chExt cx="939800" cy="939800"/>
          </a:xfrm>
        </p:grpSpPr>
        <p:sp>
          <p:nvSpPr>
            <p:cNvPr id="32" name="object 32"/>
            <p:cNvSpPr/>
            <p:nvPr/>
          </p:nvSpPr>
          <p:spPr>
            <a:xfrm>
              <a:off x="10842523" y="16100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33" name="object 33"/>
            <p:cNvSpPr/>
            <p:nvPr/>
          </p:nvSpPr>
          <p:spPr>
            <a:xfrm>
              <a:off x="10842523" y="16100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34" name="object 34"/>
          <p:cNvSpPr txBox="1"/>
          <p:nvPr/>
        </p:nvSpPr>
        <p:spPr>
          <a:xfrm>
            <a:off x="10923452" y="1935660"/>
            <a:ext cx="75247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Computer</a:t>
            </a:r>
            <a:endParaRPr sz="1400">
              <a:latin typeface="Calibri"/>
              <a:cs typeface="Calibri"/>
            </a:endParaRPr>
          </a:p>
        </p:txBody>
      </p:sp>
      <p:sp>
        <p:nvSpPr>
          <p:cNvPr id="35" name="object 35"/>
          <p:cNvSpPr/>
          <p:nvPr/>
        </p:nvSpPr>
        <p:spPr>
          <a:xfrm>
            <a:off x="304800" y="1371600"/>
            <a:ext cx="4876800" cy="1371600"/>
          </a:xfrm>
          <a:custGeom>
            <a:avLst/>
            <a:gdLst/>
            <a:ahLst/>
            <a:cxnLst/>
            <a:rect l="l" t="t" r="r" b="b"/>
            <a:pathLst>
              <a:path w="4876800" h="1371600">
                <a:moveTo>
                  <a:pt x="0" y="0"/>
                </a:moveTo>
                <a:lnTo>
                  <a:pt x="4876800" y="0"/>
                </a:lnTo>
                <a:lnTo>
                  <a:pt x="4876800" y="1371600"/>
                </a:lnTo>
                <a:lnTo>
                  <a:pt x="0" y="1371600"/>
                </a:lnTo>
                <a:lnTo>
                  <a:pt x="0" y="0"/>
                </a:lnTo>
                <a:close/>
              </a:path>
            </a:pathLst>
          </a:custGeom>
          <a:ln w="25400">
            <a:solidFill>
              <a:srgbClr val="1C334E"/>
            </a:solidFill>
            <a:prstDash val="sysDash"/>
          </a:ln>
        </p:spPr>
        <p:txBody>
          <a:bodyPr wrap="square" lIns="0" tIns="0" rIns="0" bIns="0" rtlCol="0"/>
          <a:lstStyle/>
          <a:p>
            <a:endParaRPr/>
          </a:p>
        </p:txBody>
      </p:sp>
      <p:sp>
        <p:nvSpPr>
          <p:cNvPr id="36" name="object 36"/>
          <p:cNvSpPr/>
          <p:nvPr/>
        </p:nvSpPr>
        <p:spPr>
          <a:xfrm>
            <a:off x="7239000" y="1361770"/>
            <a:ext cx="4800600" cy="1371600"/>
          </a:xfrm>
          <a:custGeom>
            <a:avLst/>
            <a:gdLst/>
            <a:ahLst/>
            <a:cxnLst/>
            <a:rect l="l" t="t" r="r" b="b"/>
            <a:pathLst>
              <a:path w="4800600" h="1371600">
                <a:moveTo>
                  <a:pt x="0" y="0"/>
                </a:moveTo>
                <a:lnTo>
                  <a:pt x="4800600" y="0"/>
                </a:lnTo>
                <a:lnTo>
                  <a:pt x="4800600" y="1371600"/>
                </a:lnTo>
                <a:lnTo>
                  <a:pt x="0" y="1371600"/>
                </a:lnTo>
                <a:lnTo>
                  <a:pt x="0" y="0"/>
                </a:lnTo>
                <a:close/>
              </a:path>
            </a:pathLst>
          </a:custGeom>
          <a:ln w="25400">
            <a:solidFill>
              <a:srgbClr val="1C334E"/>
            </a:solidFill>
            <a:prstDash val="sysDash"/>
          </a:ln>
        </p:spPr>
        <p:txBody>
          <a:bodyPr wrap="square" lIns="0" tIns="0" rIns="0" bIns="0" rtlCol="0"/>
          <a:lstStyle/>
          <a:p>
            <a:endParaRPr/>
          </a:p>
        </p:txBody>
      </p:sp>
      <p:grpSp>
        <p:nvGrpSpPr>
          <p:cNvPr id="37" name="object 37"/>
          <p:cNvGrpSpPr/>
          <p:nvPr/>
        </p:nvGrpSpPr>
        <p:grpSpPr>
          <a:xfrm>
            <a:off x="5245100" y="1968500"/>
            <a:ext cx="1877695" cy="177800"/>
            <a:chOff x="5245100" y="1968500"/>
            <a:chExt cx="1877695" cy="177800"/>
          </a:xfrm>
        </p:grpSpPr>
        <p:sp>
          <p:nvSpPr>
            <p:cNvPr id="38" name="object 38"/>
            <p:cNvSpPr/>
            <p:nvPr/>
          </p:nvSpPr>
          <p:spPr>
            <a:xfrm>
              <a:off x="5257800" y="1981200"/>
              <a:ext cx="1852295" cy="152400"/>
            </a:xfrm>
            <a:custGeom>
              <a:avLst/>
              <a:gdLst/>
              <a:ahLst/>
              <a:cxnLst/>
              <a:rect l="l" t="t" r="r" b="b"/>
              <a:pathLst>
                <a:path w="1852295" h="152400">
                  <a:moveTo>
                    <a:pt x="1775955" y="0"/>
                  </a:moveTo>
                  <a:lnTo>
                    <a:pt x="1775955" y="38100"/>
                  </a:lnTo>
                  <a:lnTo>
                    <a:pt x="0" y="38100"/>
                  </a:lnTo>
                  <a:lnTo>
                    <a:pt x="0" y="114300"/>
                  </a:lnTo>
                  <a:lnTo>
                    <a:pt x="1775955" y="114300"/>
                  </a:lnTo>
                  <a:lnTo>
                    <a:pt x="1775955" y="152400"/>
                  </a:lnTo>
                  <a:lnTo>
                    <a:pt x="1852155" y="76200"/>
                  </a:lnTo>
                  <a:lnTo>
                    <a:pt x="1775955" y="0"/>
                  </a:lnTo>
                  <a:close/>
                </a:path>
              </a:pathLst>
            </a:custGeom>
            <a:solidFill>
              <a:srgbClr val="4F81BC"/>
            </a:solidFill>
          </p:spPr>
          <p:txBody>
            <a:bodyPr wrap="square" lIns="0" tIns="0" rIns="0" bIns="0" rtlCol="0"/>
            <a:lstStyle/>
            <a:p>
              <a:endParaRPr/>
            </a:p>
          </p:txBody>
        </p:sp>
        <p:sp>
          <p:nvSpPr>
            <p:cNvPr id="39" name="object 39"/>
            <p:cNvSpPr/>
            <p:nvPr/>
          </p:nvSpPr>
          <p:spPr>
            <a:xfrm>
              <a:off x="5257800" y="1981200"/>
              <a:ext cx="1852295" cy="152400"/>
            </a:xfrm>
            <a:custGeom>
              <a:avLst/>
              <a:gdLst/>
              <a:ahLst/>
              <a:cxnLst/>
              <a:rect l="l" t="t" r="r" b="b"/>
              <a:pathLst>
                <a:path w="1852295" h="152400">
                  <a:moveTo>
                    <a:pt x="0" y="38100"/>
                  </a:moveTo>
                  <a:lnTo>
                    <a:pt x="1775955" y="38100"/>
                  </a:lnTo>
                  <a:lnTo>
                    <a:pt x="1775955" y="0"/>
                  </a:lnTo>
                  <a:lnTo>
                    <a:pt x="1852155" y="76200"/>
                  </a:lnTo>
                  <a:lnTo>
                    <a:pt x="1775955" y="152400"/>
                  </a:lnTo>
                  <a:lnTo>
                    <a:pt x="1775955" y="114300"/>
                  </a:lnTo>
                  <a:lnTo>
                    <a:pt x="0" y="114300"/>
                  </a:lnTo>
                  <a:lnTo>
                    <a:pt x="0" y="38100"/>
                  </a:lnTo>
                  <a:close/>
                </a:path>
              </a:pathLst>
            </a:custGeom>
            <a:ln w="25400">
              <a:solidFill>
                <a:srgbClr val="1C334E"/>
              </a:solidFill>
            </a:ln>
          </p:spPr>
          <p:txBody>
            <a:bodyPr wrap="square" lIns="0" tIns="0" rIns="0" bIns="0" rtlCol="0"/>
            <a:lstStyle/>
            <a:p>
              <a:endParaRPr/>
            </a:p>
          </p:txBody>
        </p:sp>
      </p:grpSp>
      <p:pic>
        <p:nvPicPr>
          <p:cNvPr id="40" name="object 40"/>
          <p:cNvPicPr/>
          <p:nvPr/>
        </p:nvPicPr>
        <p:blipFill>
          <a:blip r:embed="rId2" cstate="print"/>
          <a:stretch>
            <a:fillRect/>
          </a:stretch>
        </p:blipFill>
        <p:spPr>
          <a:xfrm>
            <a:off x="294578" y="3518699"/>
            <a:ext cx="5537607" cy="2920552"/>
          </a:xfrm>
          <a:prstGeom prst="rect">
            <a:avLst/>
          </a:prstGeom>
        </p:spPr>
      </p:pic>
      <p:pic>
        <p:nvPicPr>
          <p:cNvPr id="41" name="object 41"/>
          <p:cNvPicPr/>
          <p:nvPr/>
        </p:nvPicPr>
        <p:blipFill>
          <a:blip r:embed="rId3" cstate="print"/>
          <a:stretch>
            <a:fillRect/>
          </a:stretch>
        </p:blipFill>
        <p:spPr>
          <a:xfrm>
            <a:off x="6515442" y="3587712"/>
            <a:ext cx="5323700" cy="2827202"/>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Let’s</a:t>
            </a:r>
            <a:r>
              <a:rPr spc="-40" dirty="0"/>
              <a:t> </a:t>
            </a:r>
            <a:r>
              <a:rPr dirty="0"/>
              <a:t>talk</a:t>
            </a:r>
            <a:r>
              <a:rPr spc="-40" dirty="0"/>
              <a:t> </a:t>
            </a:r>
            <a:r>
              <a:rPr dirty="0"/>
              <a:t>about</a:t>
            </a:r>
            <a:r>
              <a:rPr spc="-20" dirty="0"/>
              <a:t> </a:t>
            </a:r>
            <a:r>
              <a:rPr dirty="0"/>
              <a:t>a</a:t>
            </a:r>
            <a:r>
              <a:rPr spc="-30" dirty="0"/>
              <a:t> </a:t>
            </a:r>
            <a:r>
              <a:rPr dirty="0"/>
              <a:t>real</a:t>
            </a:r>
            <a:r>
              <a:rPr spc="-45" dirty="0"/>
              <a:t> </a:t>
            </a:r>
            <a:r>
              <a:rPr dirty="0"/>
              <a:t>world</a:t>
            </a:r>
            <a:r>
              <a:rPr spc="-40" dirty="0"/>
              <a:t> </a:t>
            </a:r>
            <a:r>
              <a:rPr spc="-10" dirty="0"/>
              <a:t>system</a:t>
            </a:r>
          </a:p>
        </p:txBody>
      </p:sp>
      <p:sp>
        <p:nvSpPr>
          <p:cNvPr id="3" name="object 3"/>
          <p:cNvSpPr txBox="1"/>
          <p:nvPr/>
        </p:nvSpPr>
        <p:spPr>
          <a:xfrm>
            <a:off x="253263" y="2587158"/>
            <a:ext cx="5767070" cy="3653154"/>
          </a:xfrm>
          <a:prstGeom prst="rect">
            <a:avLst/>
          </a:prstGeom>
        </p:spPr>
        <p:txBody>
          <a:bodyPr vert="horz" wrap="square" lIns="0" tIns="13335" rIns="0" bIns="0" rtlCol="0">
            <a:spAutoFit/>
          </a:bodyPr>
          <a:lstStyle/>
          <a:p>
            <a:pPr marL="12700">
              <a:lnSpc>
                <a:spcPct val="100000"/>
              </a:lnSpc>
              <a:spcBef>
                <a:spcPts val="105"/>
              </a:spcBef>
            </a:pPr>
            <a:r>
              <a:rPr sz="1400" dirty="0">
                <a:latin typeface="Arial"/>
                <a:cs typeface="Arial"/>
              </a:rPr>
              <a:t>What</a:t>
            </a:r>
            <a:r>
              <a:rPr sz="1400" spc="-55" dirty="0">
                <a:latin typeface="Arial"/>
                <a:cs typeface="Arial"/>
              </a:rPr>
              <a:t> </a:t>
            </a:r>
            <a:r>
              <a:rPr sz="1400" dirty="0">
                <a:latin typeface="Arial"/>
                <a:cs typeface="Arial"/>
              </a:rPr>
              <a:t>noise</a:t>
            </a:r>
            <a:r>
              <a:rPr sz="1400" spc="-35" dirty="0">
                <a:latin typeface="Arial"/>
                <a:cs typeface="Arial"/>
              </a:rPr>
              <a:t> </a:t>
            </a:r>
            <a:r>
              <a:rPr sz="1400" dirty="0">
                <a:latin typeface="Arial"/>
                <a:cs typeface="Arial"/>
              </a:rPr>
              <a:t>in</a:t>
            </a:r>
            <a:r>
              <a:rPr sz="1400" spc="-30" dirty="0">
                <a:latin typeface="Arial"/>
                <a:cs typeface="Arial"/>
              </a:rPr>
              <a:t> </a:t>
            </a:r>
            <a:r>
              <a:rPr sz="1400" dirty="0">
                <a:latin typeface="Arial"/>
                <a:cs typeface="Arial"/>
              </a:rPr>
              <a:t>photodetectors</a:t>
            </a:r>
            <a:r>
              <a:rPr sz="1400" spc="-50" dirty="0">
                <a:latin typeface="Arial"/>
                <a:cs typeface="Arial"/>
              </a:rPr>
              <a:t> </a:t>
            </a:r>
            <a:r>
              <a:rPr sz="1400" dirty="0">
                <a:latin typeface="Arial"/>
                <a:cs typeface="Arial"/>
              </a:rPr>
              <a:t>do</a:t>
            </a:r>
            <a:r>
              <a:rPr sz="1400" spc="-30" dirty="0">
                <a:latin typeface="Arial"/>
                <a:cs typeface="Arial"/>
              </a:rPr>
              <a:t> </a:t>
            </a:r>
            <a:r>
              <a:rPr sz="1400" dirty="0">
                <a:latin typeface="Arial"/>
                <a:cs typeface="Arial"/>
              </a:rPr>
              <a:t>we</a:t>
            </a:r>
            <a:r>
              <a:rPr sz="1400" spc="-10" dirty="0">
                <a:latin typeface="Arial"/>
                <a:cs typeface="Arial"/>
              </a:rPr>
              <a:t> </a:t>
            </a:r>
            <a:r>
              <a:rPr sz="1400" spc="-20" dirty="0">
                <a:latin typeface="Arial"/>
                <a:cs typeface="Arial"/>
              </a:rPr>
              <a:t>see?</a:t>
            </a:r>
            <a:endParaRPr sz="1400">
              <a:latin typeface="Arial"/>
              <a:cs typeface="Arial"/>
            </a:endParaRPr>
          </a:p>
          <a:p>
            <a:pPr marL="74930" indent="-69850">
              <a:lnSpc>
                <a:spcPct val="100000"/>
              </a:lnSpc>
              <a:buSzPct val="92857"/>
              <a:buFont typeface="Arial"/>
              <a:buChar char="•"/>
              <a:tabLst>
                <a:tab pos="74930" algn="l"/>
              </a:tabLst>
            </a:pPr>
            <a:r>
              <a:rPr sz="1400" b="1" dirty="0">
                <a:latin typeface="Arial"/>
                <a:cs typeface="Arial"/>
              </a:rPr>
              <a:t>Shot</a:t>
            </a:r>
            <a:r>
              <a:rPr sz="1400" b="1" spc="-40" dirty="0">
                <a:latin typeface="Arial"/>
                <a:cs typeface="Arial"/>
              </a:rPr>
              <a:t> </a:t>
            </a:r>
            <a:r>
              <a:rPr sz="1400" b="1" spc="-10" dirty="0">
                <a:latin typeface="Arial"/>
                <a:cs typeface="Arial"/>
              </a:rPr>
              <a:t>Noise</a:t>
            </a:r>
            <a:r>
              <a:rPr sz="1400" spc="-10" dirty="0">
                <a:latin typeface="Arial"/>
                <a:cs typeface="Arial"/>
              </a:rPr>
              <a:t>:</a:t>
            </a:r>
            <a:endParaRPr sz="1400">
              <a:latin typeface="Arial"/>
              <a:cs typeface="Arial"/>
            </a:endParaRPr>
          </a:p>
          <a:p>
            <a:pPr marL="74930" indent="-69850">
              <a:lnSpc>
                <a:spcPct val="100000"/>
              </a:lnSpc>
              <a:buSzPct val="92857"/>
              <a:buChar char="•"/>
              <a:tabLst>
                <a:tab pos="74930" algn="l"/>
              </a:tabLst>
            </a:pPr>
            <a:r>
              <a:rPr sz="1400" dirty="0">
                <a:latin typeface="Arial"/>
                <a:cs typeface="Arial"/>
              </a:rPr>
              <a:t>Due</a:t>
            </a:r>
            <a:r>
              <a:rPr sz="1400" spc="-25" dirty="0">
                <a:latin typeface="Arial"/>
                <a:cs typeface="Arial"/>
              </a:rPr>
              <a:t> </a:t>
            </a:r>
            <a:r>
              <a:rPr sz="1400" dirty="0">
                <a:latin typeface="Arial"/>
                <a:cs typeface="Arial"/>
              </a:rPr>
              <a:t>to</a:t>
            </a:r>
            <a:r>
              <a:rPr sz="1400" spc="-30" dirty="0">
                <a:latin typeface="Arial"/>
                <a:cs typeface="Arial"/>
              </a:rPr>
              <a:t> </a:t>
            </a:r>
            <a:r>
              <a:rPr sz="1400" dirty="0">
                <a:latin typeface="Arial"/>
                <a:cs typeface="Arial"/>
              </a:rPr>
              <a:t>the</a:t>
            </a:r>
            <a:r>
              <a:rPr sz="1400" spc="-30" dirty="0">
                <a:latin typeface="Arial"/>
                <a:cs typeface="Arial"/>
              </a:rPr>
              <a:t> </a:t>
            </a:r>
            <a:r>
              <a:rPr sz="1400" dirty="0">
                <a:latin typeface="Arial"/>
                <a:cs typeface="Arial"/>
              </a:rPr>
              <a:t>statistical</a:t>
            </a:r>
            <a:r>
              <a:rPr sz="1400" spc="-50" dirty="0">
                <a:latin typeface="Arial"/>
                <a:cs typeface="Arial"/>
              </a:rPr>
              <a:t> </a:t>
            </a:r>
            <a:r>
              <a:rPr sz="1400" dirty="0">
                <a:latin typeface="Arial"/>
                <a:cs typeface="Arial"/>
              </a:rPr>
              <a:t>variation</a:t>
            </a:r>
            <a:r>
              <a:rPr sz="1400" spc="-30" dirty="0">
                <a:latin typeface="Arial"/>
                <a:cs typeface="Arial"/>
              </a:rPr>
              <a:t> </a:t>
            </a:r>
            <a:r>
              <a:rPr sz="1400" dirty="0">
                <a:latin typeface="Arial"/>
                <a:cs typeface="Arial"/>
              </a:rPr>
              <a:t>in</a:t>
            </a:r>
            <a:r>
              <a:rPr sz="1400" spc="-20" dirty="0">
                <a:latin typeface="Arial"/>
                <a:cs typeface="Arial"/>
              </a:rPr>
              <a:t> </a:t>
            </a:r>
            <a:r>
              <a:rPr sz="1400" dirty="0">
                <a:latin typeface="Arial"/>
                <a:cs typeface="Arial"/>
              </a:rPr>
              <a:t>the</a:t>
            </a:r>
            <a:r>
              <a:rPr sz="1400" spc="-30" dirty="0">
                <a:latin typeface="Arial"/>
                <a:cs typeface="Arial"/>
              </a:rPr>
              <a:t> </a:t>
            </a:r>
            <a:r>
              <a:rPr sz="1400" dirty="0">
                <a:latin typeface="Arial"/>
                <a:cs typeface="Arial"/>
              </a:rPr>
              <a:t>arrival</a:t>
            </a:r>
            <a:r>
              <a:rPr sz="1400" spc="-15" dirty="0">
                <a:latin typeface="Arial"/>
                <a:cs typeface="Arial"/>
              </a:rPr>
              <a:t> </a:t>
            </a:r>
            <a:r>
              <a:rPr sz="1400" dirty="0">
                <a:latin typeface="Arial"/>
                <a:cs typeface="Arial"/>
              </a:rPr>
              <a:t>of</a:t>
            </a:r>
            <a:r>
              <a:rPr sz="1400" spc="-25" dirty="0">
                <a:latin typeface="Arial"/>
                <a:cs typeface="Arial"/>
              </a:rPr>
              <a:t> </a:t>
            </a:r>
            <a:r>
              <a:rPr sz="1400" spc="-10" dirty="0">
                <a:latin typeface="Arial"/>
                <a:cs typeface="Arial"/>
              </a:rPr>
              <a:t>photons.</a:t>
            </a:r>
            <a:endParaRPr sz="1400">
              <a:latin typeface="Arial"/>
              <a:cs typeface="Arial"/>
            </a:endParaRPr>
          </a:p>
          <a:p>
            <a:pPr marL="74930" indent="-69850">
              <a:lnSpc>
                <a:spcPct val="100000"/>
              </a:lnSpc>
              <a:buSzPct val="92857"/>
              <a:buChar char="•"/>
              <a:tabLst>
                <a:tab pos="74930" algn="l"/>
              </a:tabLst>
            </a:pPr>
            <a:r>
              <a:rPr sz="1400" dirty="0">
                <a:latin typeface="Arial"/>
                <a:cs typeface="Arial"/>
              </a:rPr>
              <a:t>Significant</a:t>
            </a:r>
            <a:r>
              <a:rPr sz="1400" spc="-50" dirty="0">
                <a:latin typeface="Arial"/>
                <a:cs typeface="Arial"/>
              </a:rPr>
              <a:t> </a:t>
            </a:r>
            <a:r>
              <a:rPr sz="1400" dirty="0">
                <a:latin typeface="Arial"/>
                <a:cs typeface="Arial"/>
              </a:rPr>
              <a:t>at</a:t>
            </a:r>
            <a:r>
              <a:rPr sz="1400" spc="-30" dirty="0">
                <a:latin typeface="Arial"/>
                <a:cs typeface="Arial"/>
              </a:rPr>
              <a:t> </a:t>
            </a:r>
            <a:r>
              <a:rPr sz="1400" dirty="0">
                <a:latin typeface="Arial"/>
                <a:cs typeface="Arial"/>
              </a:rPr>
              <a:t>low</a:t>
            </a:r>
            <a:r>
              <a:rPr sz="1400" spc="-30" dirty="0">
                <a:latin typeface="Arial"/>
                <a:cs typeface="Arial"/>
              </a:rPr>
              <a:t> </a:t>
            </a:r>
            <a:r>
              <a:rPr sz="1400" dirty="0">
                <a:latin typeface="Arial"/>
                <a:cs typeface="Arial"/>
              </a:rPr>
              <a:t>light</a:t>
            </a:r>
            <a:r>
              <a:rPr sz="1400" spc="-30" dirty="0">
                <a:latin typeface="Arial"/>
                <a:cs typeface="Arial"/>
              </a:rPr>
              <a:t> </a:t>
            </a:r>
            <a:r>
              <a:rPr sz="1400" spc="-10" dirty="0">
                <a:latin typeface="Arial"/>
                <a:cs typeface="Arial"/>
              </a:rPr>
              <a:t>levels.</a:t>
            </a:r>
            <a:endParaRPr sz="1400">
              <a:latin typeface="Arial"/>
              <a:cs typeface="Arial"/>
            </a:endParaRPr>
          </a:p>
          <a:p>
            <a:pPr marL="74930" indent="-69850">
              <a:lnSpc>
                <a:spcPct val="100000"/>
              </a:lnSpc>
              <a:buSzPct val="92857"/>
              <a:buChar char="•"/>
              <a:tabLst>
                <a:tab pos="74930" algn="l"/>
              </a:tabLst>
            </a:pPr>
            <a:r>
              <a:rPr sz="1400" dirty="0">
                <a:latin typeface="Arial"/>
                <a:cs typeface="Arial"/>
              </a:rPr>
              <a:t>White</a:t>
            </a:r>
            <a:r>
              <a:rPr sz="1400" spc="-55" dirty="0">
                <a:latin typeface="Arial"/>
                <a:cs typeface="Arial"/>
              </a:rPr>
              <a:t> </a:t>
            </a:r>
            <a:r>
              <a:rPr sz="1400" dirty="0">
                <a:latin typeface="Arial"/>
                <a:cs typeface="Arial"/>
              </a:rPr>
              <a:t>noise,</a:t>
            </a:r>
            <a:r>
              <a:rPr sz="1400" spc="-40" dirty="0">
                <a:latin typeface="Arial"/>
                <a:cs typeface="Arial"/>
              </a:rPr>
              <a:t> </a:t>
            </a:r>
            <a:r>
              <a:rPr sz="1400" dirty="0">
                <a:latin typeface="Arial"/>
                <a:cs typeface="Arial"/>
              </a:rPr>
              <a:t>with</a:t>
            </a:r>
            <a:r>
              <a:rPr sz="1400" spc="-20" dirty="0">
                <a:latin typeface="Arial"/>
                <a:cs typeface="Arial"/>
              </a:rPr>
              <a:t> </a:t>
            </a:r>
            <a:r>
              <a:rPr sz="1400" dirty="0">
                <a:latin typeface="Arial"/>
                <a:cs typeface="Arial"/>
              </a:rPr>
              <a:t>uniform</a:t>
            </a:r>
            <a:r>
              <a:rPr sz="1400" spc="-45" dirty="0">
                <a:latin typeface="Arial"/>
                <a:cs typeface="Arial"/>
              </a:rPr>
              <a:t> </a:t>
            </a:r>
            <a:r>
              <a:rPr sz="1400" dirty="0">
                <a:latin typeface="Arial"/>
                <a:cs typeface="Arial"/>
              </a:rPr>
              <a:t>power</a:t>
            </a:r>
            <a:r>
              <a:rPr sz="1400" spc="-15" dirty="0">
                <a:latin typeface="Arial"/>
                <a:cs typeface="Arial"/>
              </a:rPr>
              <a:t> </a:t>
            </a:r>
            <a:r>
              <a:rPr sz="1400" dirty="0">
                <a:latin typeface="Arial"/>
                <a:cs typeface="Arial"/>
              </a:rPr>
              <a:t>distribution</a:t>
            </a:r>
            <a:r>
              <a:rPr sz="1400" spc="-55" dirty="0">
                <a:latin typeface="Arial"/>
                <a:cs typeface="Arial"/>
              </a:rPr>
              <a:t> </a:t>
            </a:r>
            <a:r>
              <a:rPr sz="1400" dirty="0">
                <a:latin typeface="Arial"/>
                <a:cs typeface="Arial"/>
              </a:rPr>
              <a:t>across</a:t>
            </a:r>
            <a:r>
              <a:rPr sz="1400" spc="-45" dirty="0">
                <a:latin typeface="Arial"/>
                <a:cs typeface="Arial"/>
              </a:rPr>
              <a:t> </a:t>
            </a:r>
            <a:r>
              <a:rPr sz="1400" dirty="0">
                <a:latin typeface="Arial"/>
                <a:cs typeface="Arial"/>
              </a:rPr>
              <a:t>all</a:t>
            </a:r>
            <a:r>
              <a:rPr sz="1400" spc="-15" dirty="0">
                <a:latin typeface="Arial"/>
                <a:cs typeface="Arial"/>
              </a:rPr>
              <a:t> </a:t>
            </a:r>
            <a:r>
              <a:rPr sz="1400" spc="-10" dirty="0">
                <a:latin typeface="Arial"/>
                <a:cs typeface="Arial"/>
              </a:rPr>
              <a:t>frequencies.</a:t>
            </a:r>
            <a:endParaRPr sz="1400">
              <a:latin typeface="Arial"/>
              <a:cs typeface="Arial"/>
            </a:endParaRPr>
          </a:p>
          <a:p>
            <a:pPr marL="74930" indent="-69850">
              <a:lnSpc>
                <a:spcPct val="100000"/>
              </a:lnSpc>
              <a:buSzPct val="92857"/>
              <a:buFont typeface="Arial"/>
              <a:buChar char="•"/>
              <a:tabLst>
                <a:tab pos="74930" algn="l"/>
              </a:tabLst>
            </a:pPr>
            <a:r>
              <a:rPr sz="1400" b="1" dirty="0">
                <a:latin typeface="Arial"/>
                <a:cs typeface="Arial"/>
              </a:rPr>
              <a:t>Thermal</a:t>
            </a:r>
            <a:r>
              <a:rPr sz="1400" b="1" spc="-75" dirty="0">
                <a:latin typeface="Arial"/>
                <a:cs typeface="Arial"/>
              </a:rPr>
              <a:t> </a:t>
            </a:r>
            <a:r>
              <a:rPr sz="1400" b="1" spc="-10" dirty="0">
                <a:latin typeface="Arial"/>
                <a:cs typeface="Arial"/>
              </a:rPr>
              <a:t>Noise</a:t>
            </a:r>
            <a:r>
              <a:rPr sz="1400" spc="-10" dirty="0">
                <a:latin typeface="Arial"/>
                <a:cs typeface="Arial"/>
              </a:rPr>
              <a:t>:</a:t>
            </a:r>
            <a:endParaRPr sz="1400">
              <a:latin typeface="Arial"/>
              <a:cs typeface="Arial"/>
            </a:endParaRPr>
          </a:p>
          <a:p>
            <a:pPr marL="74930" indent="-69850">
              <a:lnSpc>
                <a:spcPct val="100000"/>
              </a:lnSpc>
              <a:buSzPct val="92857"/>
              <a:buChar char="•"/>
              <a:tabLst>
                <a:tab pos="74930" algn="l"/>
              </a:tabLst>
            </a:pPr>
            <a:r>
              <a:rPr sz="1400" dirty="0">
                <a:latin typeface="Arial"/>
                <a:cs typeface="Arial"/>
              </a:rPr>
              <a:t>Due</a:t>
            </a:r>
            <a:r>
              <a:rPr sz="1400" spc="-20" dirty="0">
                <a:latin typeface="Arial"/>
                <a:cs typeface="Arial"/>
              </a:rPr>
              <a:t> </a:t>
            </a:r>
            <a:r>
              <a:rPr sz="1400" dirty="0">
                <a:latin typeface="Arial"/>
                <a:cs typeface="Arial"/>
              </a:rPr>
              <a:t>to</a:t>
            </a:r>
            <a:r>
              <a:rPr sz="1400" spc="-30" dirty="0">
                <a:latin typeface="Arial"/>
                <a:cs typeface="Arial"/>
              </a:rPr>
              <a:t> </a:t>
            </a:r>
            <a:r>
              <a:rPr sz="1400" dirty="0">
                <a:latin typeface="Arial"/>
                <a:cs typeface="Arial"/>
              </a:rPr>
              <a:t>thermal</a:t>
            </a:r>
            <a:r>
              <a:rPr sz="1400" spc="-40" dirty="0">
                <a:latin typeface="Arial"/>
                <a:cs typeface="Arial"/>
              </a:rPr>
              <a:t> </a:t>
            </a:r>
            <a:r>
              <a:rPr sz="1400" dirty="0">
                <a:latin typeface="Arial"/>
                <a:cs typeface="Arial"/>
              </a:rPr>
              <a:t>agitation</a:t>
            </a:r>
            <a:r>
              <a:rPr sz="1400" spc="-55" dirty="0">
                <a:latin typeface="Arial"/>
                <a:cs typeface="Arial"/>
              </a:rPr>
              <a:t> </a:t>
            </a:r>
            <a:r>
              <a:rPr sz="1400" dirty="0">
                <a:latin typeface="Arial"/>
                <a:cs typeface="Arial"/>
              </a:rPr>
              <a:t>of</a:t>
            </a:r>
            <a:r>
              <a:rPr sz="1400" spc="-25" dirty="0">
                <a:latin typeface="Arial"/>
                <a:cs typeface="Arial"/>
              </a:rPr>
              <a:t> </a:t>
            </a:r>
            <a:r>
              <a:rPr sz="1400" dirty="0">
                <a:latin typeface="Arial"/>
                <a:cs typeface="Arial"/>
              </a:rPr>
              <a:t>electrons</a:t>
            </a:r>
            <a:r>
              <a:rPr sz="1400" spc="-45" dirty="0">
                <a:latin typeface="Arial"/>
                <a:cs typeface="Arial"/>
              </a:rPr>
              <a:t> </a:t>
            </a:r>
            <a:r>
              <a:rPr sz="1400" dirty="0">
                <a:latin typeface="Arial"/>
                <a:cs typeface="Arial"/>
              </a:rPr>
              <a:t>in</a:t>
            </a:r>
            <a:r>
              <a:rPr sz="1400" spc="-20" dirty="0">
                <a:latin typeface="Arial"/>
                <a:cs typeface="Arial"/>
              </a:rPr>
              <a:t> </a:t>
            </a:r>
            <a:r>
              <a:rPr sz="1400" dirty="0">
                <a:latin typeface="Arial"/>
                <a:cs typeface="Arial"/>
              </a:rPr>
              <a:t>resistive</a:t>
            </a:r>
            <a:r>
              <a:rPr sz="1400" spc="-45" dirty="0">
                <a:latin typeface="Arial"/>
                <a:cs typeface="Arial"/>
              </a:rPr>
              <a:t> </a:t>
            </a:r>
            <a:r>
              <a:rPr sz="1400" spc="-10" dirty="0">
                <a:latin typeface="Arial"/>
                <a:cs typeface="Arial"/>
              </a:rPr>
              <a:t>components.</a:t>
            </a:r>
            <a:endParaRPr sz="1400">
              <a:latin typeface="Arial"/>
              <a:cs typeface="Arial"/>
            </a:endParaRPr>
          </a:p>
          <a:p>
            <a:pPr marL="74930" indent="-69850">
              <a:lnSpc>
                <a:spcPct val="100000"/>
              </a:lnSpc>
              <a:buSzPct val="92857"/>
              <a:buChar char="•"/>
              <a:tabLst>
                <a:tab pos="74930" algn="l"/>
              </a:tabLst>
            </a:pPr>
            <a:r>
              <a:rPr sz="1400" dirty="0">
                <a:latin typeface="Arial"/>
                <a:cs typeface="Arial"/>
              </a:rPr>
              <a:t>Increases</a:t>
            </a:r>
            <a:r>
              <a:rPr sz="1400" spc="-70" dirty="0">
                <a:latin typeface="Arial"/>
                <a:cs typeface="Arial"/>
              </a:rPr>
              <a:t> </a:t>
            </a:r>
            <a:r>
              <a:rPr sz="1400" dirty="0">
                <a:latin typeface="Arial"/>
                <a:cs typeface="Arial"/>
              </a:rPr>
              <a:t>with</a:t>
            </a:r>
            <a:r>
              <a:rPr sz="1400" spc="-15" dirty="0">
                <a:latin typeface="Arial"/>
                <a:cs typeface="Arial"/>
              </a:rPr>
              <a:t> </a:t>
            </a:r>
            <a:r>
              <a:rPr sz="1400" dirty="0">
                <a:latin typeface="Arial"/>
                <a:cs typeface="Arial"/>
              </a:rPr>
              <a:t>temperature</a:t>
            </a:r>
            <a:r>
              <a:rPr sz="1400" spc="-75" dirty="0">
                <a:latin typeface="Arial"/>
                <a:cs typeface="Arial"/>
              </a:rPr>
              <a:t> </a:t>
            </a:r>
            <a:r>
              <a:rPr sz="1400" dirty="0">
                <a:latin typeface="Arial"/>
                <a:cs typeface="Arial"/>
              </a:rPr>
              <a:t>and</a:t>
            </a:r>
            <a:r>
              <a:rPr sz="1400" spc="-35" dirty="0">
                <a:latin typeface="Arial"/>
                <a:cs typeface="Arial"/>
              </a:rPr>
              <a:t> </a:t>
            </a:r>
            <a:r>
              <a:rPr sz="1400" spc="-10" dirty="0">
                <a:latin typeface="Arial"/>
                <a:cs typeface="Arial"/>
              </a:rPr>
              <a:t>resistance.</a:t>
            </a:r>
            <a:endParaRPr sz="1400">
              <a:latin typeface="Arial"/>
              <a:cs typeface="Arial"/>
            </a:endParaRPr>
          </a:p>
          <a:p>
            <a:pPr marL="74930" indent="-69850">
              <a:lnSpc>
                <a:spcPct val="100000"/>
              </a:lnSpc>
              <a:buSzPct val="92857"/>
              <a:buChar char="•"/>
              <a:tabLst>
                <a:tab pos="74930" algn="l"/>
              </a:tabLst>
            </a:pPr>
            <a:r>
              <a:rPr sz="1400" dirty="0">
                <a:latin typeface="Arial"/>
                <a:cs typeface="Arial"/>
              </a:rPr>
              <a:t>Present</a:t>
            </a:r>
            <a:r>
              <a:rPr sz="1400" spc="-45" dirty="0">
                <a:latin typeface="Arial"/>
                <a:cs typeface="Arial"/>
              </a:rPr>
              <a:t> </a:t>
            </a:r>
            <a:r>
              <a:rPr sz="1400" dirty="0">
                <a:latin typeface="Arial"/>
                <a:cs typeface="Arial"/>
              </a:rPr>
              <a:t>in</a:t>
            </a:r>
            <a:r>
              <a:rPr sz="1400" spc="-20" dirty="0">
                <a:latin typeface="Arial"/>
                <a:cs typeface="Arial"/>
              </a:rPr>
              <a:t> </a:t>
            </a:r>
            <a:r>
              <a:rPr sz="1400" dirty="0">
                <a:latin typeface="Arial"/>
                <a:cs typeface="Arial"/>
              </a:rPr>
              <a:t>the</a:t>
            </a:r>
            <a:r>
              <a:rPr sz="1400" spc="-25" dirty="0">
                <a:latin typeface="Arial"/>
                <a:cs typeface="Arial"/>
              </a:rPr>
              <a:t> </a:t>
            </a:r>
            <a:r>
              <a:rPr sz="1400" dirty="0">
                <a:latin typeface="Arial"/>
                <a:cs typeface="Arial"/>
              </a:rPr>
              <a:t>circuit</a:t>
            </a:r>
            <a:r>
              <a:rPr sz="1400" spc="-45" dirty="0">
                <a:latin typeface="Arial"/>
                <a:cs typeface="Arial"/>
              </a:rPr>
              <a:t> </a:t>
            </a:r>
            <a:r>
              <a:rPr sz="1400" dirty="0">
                <a:latin typeface="Arial"/>
                <a:cs typeface="Arial"/>
              </a:rPr>
              <a:t>regardless</a:t>
            </a:r>
            <a:r>
              <a:rPr sz="1400" spc="-55" dirty="0">
                <a:latin typeface="Arial"/>
                <a:cs typeface="Arial"/>
              </a:rPr>
              <a:t> </a:t>
            </a:r>
            <a:r>
              <a:rPr sz="1400" dirty="0">
                <a:latin typeface="Arial"/>
                <a:cs typeface="Arial"/>
              </a:rPr>
              <a:t>of</a:t>
            </a:r>
            <a:r>
              <a:rPr sz="1400" spc="-10" dirty="0">
                <a:latin typeface="Arial"/>
                <a:cs typeface="Arial"/>
              </a:rPr>
              <a:t> </a:t>
            </a:r>
            <a:r>
              <a:rPr sz="1400" dirty="0">
                <a:latin typeface="Arial"/>
                <a:cs typeface="Arial"/>
              </a:rPr>
              <a:t>light</a:t>
            </a:r>
            <a:r>
              <a:rPr sz="1400" spc="-30" dirty="0">
                <a:latin typeface="Arial"/>
                <a:cs typeface="Arial"/>
              </a:rPr>
              <a:t> </a:t>
            </a:r>
            <a:r>
              <a:rPr sz="1400" spc="-10" dirty="0">
                <a:latin typeface="Arial"/>
                <a:cs typeface="Arial"/>
              </a:rPr>
              <a:t>exposure.</a:t>
            </a:r>
            <a:endParaRPr sz="1400">
              <a:latin typeface="Arial"/>
              <a:cs typeface="Arial"/>
            </a:endParaRPr>
          </a:p>
          <a:p>
            <a:pPr marL="74930" indent="-69850">
              <a:lnSpc>
                <a:spcPct val="100000"/>
              </a:lnSpc>
              <a:buSzPct val="92857"/>
              <a:buFont typeface="Arial"/>
              <a:buChar char="•"/>
              <a:tabLst>
                <a:tab pos="74930" algn="l"/>
              </a:tabLst>
            </a:pPr>
            <a:r>
              <a:rPr sz="1400" b="1" dirty="0">
                <a:latin typeface="Arial"/>
                <a:cs typeface="Arial"/>
              </a:rPr>
              <a:t>Dark</a:t>
            </a:r>
            <a:r>
              <a:rPr sz="1400" b="1" spc="-35" dirty="0">
                <a:latin typeface="Arial"/>
                <a:cs typeface="Arial"/>
              </a:rPr>
              <a:t> </a:t>
            </a:r>
            <a:r>
              <a:rPr sz="1400" b="1" dirty="0">
                <a:latin typeface="Arial"/>
                <a:cs typeface="Arial"/>
              </a:rPr>
              <a:t>Current</a:t>
            </a:r>
            <a:r>
              <a:rPr sz="1400" b="1" spc="-45" dirty="0">
                <a:latin typeface="Arial"/>
                <a:cs typeface="Arial"/>
              </a:rPr>
              <a:t> </a:t>
            </a:r>
            <a:r>
              <a:rPr sz="1400" b="1" spc="-10" dirty="0">
                <a:latin typeface="Arial"/>
                <a:cs typeface="Arial"/>
              </a:rPr>
              <a:t>Noise</a:t>
            </a:r>
            <a:r>
              <a:rPr sz="1400" spc="-10" dirty="0">
                <a:latin typeface="Arial"/>
                <a:cs typeface="Arial"/>
              </a:rPr>
              <a:t>:</a:t>
            </a:r>
            <a:endParaRPr sz="1400">
              <a:latin typeface="Arial"/>
              <a:cs typeface="Arial"/>
            </a:endParaRPr>
          </a:p>
          <a:p>
            <a:pPr marL="74930" indent="-69850">
              <a:lnSpc>
                <a:spcPct val="100000"/>
              </a:lnSpc>
              <a:buSzPct val="92857"/>
              <a:buChar char="•"/>
              <a:tabLst>
                <a:tab pos="74930" algn="l"/>
              </a:tabLst>
            </a:pPr>
            <a:r>
              <a:rPr sz="1400" dirty="0">
                <a:latin typeface="Arial"/>
                <a:cs typeface="Arial"/>
              </a:rPr>
              <a:t>Due</a:t>
            </a:r>
            <a:r>
              <a:rPr sz="1400" spc="-20" dirty="0">
                <a:latin typeface="Arial"/>
                <a:cs typeface="Arial"/>
              </a:rPr>
              <a:t> </a:t>
            </a:r>
            <a:r>
              <a:rPr sz="1400" dirty="0">
                <a:latin typeface="Arial"/>
                <a:cs typeface="Arial"/>
              </a:rPr>
              <a:t>to</a:t>
            </a:r>
            <a:r>
              <a:rPr sz="1400" spc="-30" dirty="0">
                <a:latin typeface="Arial"/>
                <a:cs typeface="Arial"/>
              </a:rPr>
              <a:t> </a:t>
            </a:r>
            <a:r>
              <a:rPr sz="1400" dirty="0">
                <a:latin typeface="Arial"/>
                <a:cs typeface="Arial"/>
              </a:rPr>
              <a:t>thermally</a:t>
            </a:r>
            <a:r>
              <a:rPr sz="1400" spc="-40" dirty="0">
                <a:latin typeface="Arial"/>
                <a:cs typeface="Arial"/>
              </a:rPr>
              <a:t> </a:t>
            </a:r>
            <a:r>
              <a:rPr sz="1400" dirty="0">
                <a:latin typeface="Arial"/>
                <a:cs typeface="Arial"/>
              </a:rPr>
              <a:t>generated</a:t>
            </a:r>
            <a:r>
              <a:rPr sz="1400" spc="-65" dirty="0">
                <a:latin typeface="Arial"/>
                <a:cs typeface="Arial"/>
              </a:rPr>
              <a:t> </a:t>
            </a:r>
            <a:r>
              <a:rPr sz="1400" dirty="0">
                <a:latin typeface="Arial"/>
                <a:cs typeface="Arial"/>
              </a:rPr>
              <a:t>carriers</a:t>
            </a:r>
            <a:r>
              <a:rPr sz="1400" spc="-40" dirty="0">
                <a:latin typeface="Arial"/>
                <a:cs typeface="Arial"/>
              </a:rPr>
              <a:t> </a:t>
            </a:r>
            <a:r>
              <a:rPr sz="1400" dirty="0">
                <a:latin typeface="Arial"/>
                <a:cs typeface="Arial"/>
              </a:rPr>
              <a:t>in</a:t>
            </a:r>
            <a:r>
              <a:rPr sz="1400" spc="-20" dirty="0">
                <a:latin typeface="Arial"/>
                <a:cs typeface="Arial"/>
              </a:rPr>
              <a:t> </a:t>
            </a:r>
            <a:r>
              <a:rPr sz="1400" dirty="0">
                <a:latin typeface="Arial"/>
                <a:cs typeface="Arial"/>
              </a:rPr>
              <a:t>the</a:t>
            </a:r>
            <a:r>
              <a:rPr sz="1400" spc="-25" dirty="0">
                <a:latin typeface="Arial"/>
                <a:cs typeface="Arial"/>
              </a:rPr>
              <a:t> </a:t>
            </a:r>
            <a:r>
              <a:rPr sz="1400" dirty="0">
                <a:latin typeface="Arial"/>
                <a:cs typeface="Arial"/>
              </a:rPr>
              <a:t>absence</a:t>
            </a:r>
            <a:r>
              <a:rPr sz="1400" spc="-55" dirty="0">
                <a:latin typeface="Arial"/>
                <a:cs typeface="Arial"/>
              </a:rPr>
              <a:t> </a:t>
            </a:r>
            <a:r>
              <a:rPr sz="1400" dirty="0">
                <a:latin typeface="Arial"/>
                <a:cs typeface="Arial"/>
              </a:rPr>
              <a:t>of</a:t>
            </a:r>
            <a:r>
              <a:rPr sz="1400" spc="-20" dirty="0">
                <a:latin typeface="Arial"/>
                <a:cs typeface="Arial"/>
              </a:rPr>
              <a:t> </a:t>
            </a:r>
            <a:r>
              <a:rPr sz="1400" spc="-10" dirty="0">
                <a:latin typeface="Arial"/>
                <a:cs typeface="Arial"/>
              </a:rPr>
              <a:t>light.</a:t>
            </a:r>
            <a:endParaRPr sz="1400">
              <a:latin typeface="Arial"/>
              <a:cs typeface="Arial"/>
            </a:endParaRPr>
          </a:p>
          <a:p>
            <a:pPr marL="74930" indent="-69850">
              <a:lnSpc>
                <a:spcPct val="100000"/>
              </a:lnSpc>
              <a:buSzPct val="92857"/>
              <a:buChar char="•"/>
              <a:tabLst>
                <a:tab pos="74930" algn="l"/>
              </a:tabLst>
            </a:pPr>
            <a:r>
              <a:rPr sz="1400" dirty="0">
                <a:latin typeface="Arial"/>
                <a:cs typeface="Arial"/>
              </a:rPr>
              <a:t>Increases</a:t>
            </a:r>
            <a:r>
              <a:rPr sz="1400" spc="-70" dirty="0">
                <a:latin typeface="Arial"/>
                <a:cs typeface="Arial"/>
              </a:rPr>
              <a:t> </a:t>
            </a:r>
            <a:r>
              <a:rPr sz="1400" dirty="0">
                <a:latin typeface="Arial"/>
                <a:cs typeface="Arial"/>
              </a:rPr>
              <a:t>with</a:t>
            </a:r>
            <a:r>
              <a:rPr sz="1400" spc="-10" dirty="0">
                <a:latin typeface="Arial"/>
                <a:cs typeface="Arial"/>
              </a:rPr>
              <a:t> temperature.</a:t>
            </a:r>
            <a:endParaRPr sz="1400">
              <a:latin typeface="Arial"/>
              <a:cs typeface="Arial"/>
            </a:endParaRPr>
          </a:p>
          <a:p>
            <a:pPr marL="74930" indent="-69850">
              <a:lnSpc>
                <a:spcPct val="100000"/>
              </a:lnSpc>
              <a:buSzPct val="92857"/>
              <a:buChar char="•"/>
              <a:tabLst>
                <a:tab pos="74930" algn="l"/>
              </a:tabLst>
            </a:pPr>
            <a:r>
              <a:rPr sz="1400" dirty="0">
                <a:latin typeface="Arial"/>
                <a:cs typeface="Arial"/>
              </a:rPr>
              <a:t>Reduces</a:t>
            </a:r>
            <a:r>
              <a:rPr sz="1400" spc="-45" dirty="0">
                <a:latin typeface="Arial"/>
                <a:cs typeface="Arial"/>
              </a:rPr>
              <a:t> </a:t>
            </a:r>
            <a:r>
              <a:rPr sz="1400" dirty="0">
                <a:latin typeface="Arial"/>
                <a:cs typeface="Arial"/>
              </a:rPr>
              <a:t>signal</a:t>
            </a:r>
            <a:r>
              <a:rPr sz="1400" spc="-45" dirty="0">
                <a:latin typeface="Arial"/>
                <a:cs typeface="Arial"/>
              </a:rPr>
              <a:t> </a:t>
            </a:r>
            <a:r>
              <a:rPr sz="1400" dirty="0">
                <a:latin typeface="Arial"/>
                <a:cs typeface="Arial"/>
              </a:rPr>
              <a:t>accuracy,</a:t>
            </a:r>
            <a:r>
              <a:rPr sz="1400" spc="-40" dirty="0">
                <a:latin typeface="Arial"/>
                <a:cs typeface="Arial"/>
              </a:rPr>
              <a:t> </a:t>
            </a:r>
            <a:r>
              <a:rPr sz="1400" dirty="0">
                <a:latin typeface="Arial"/>
                <a:cs typeface="Arial"/>
              </a:rPr>
              <a:t>especially</a:t>
            </a:r>
            <a:r>
              <a:rPr sz="1400" spc="-50" dirty="0">
                <a:latin typeface="Arial"/>
                <a:cs typeface="Arial"/>
              </a:rPr>
              <a:t> </a:t>
            </a:r>
            <a:r>
              <a:rPr sz="1400" dirty="0">
                <a:latin typeface="Arial"/>
                <a:cs typeface="Arial"/>
              </a:rPr>
              <a:t>in</a:t>
            </a:r>
            <a:r>
              <a:rPr sz="1400" spc="-30" dirty="0">
                <a:latin typeface="Arial"/>
                <a:cs typeface="Arial"/>
              </a:rPr>
              <a:t> </a:t>
            </a:r>
            <a:r>
              <a:rPr sz="1400" spc="-10" dirty="0">
                <a:latin typeface="Arial"/>
                <a:cs typeface="Arial"/>
              </a:rPr>
              <a:t>low-</a:t>
            </a:r>
            <a:r>
              <a:rPr sz="1400" dirty="0">
                <a:latin typeface="Arial"/>
                <a:cs typeface="Arial"/>
              </a:rPr>
              <a:t>light</a:t>
            </a:r>
            <a:r>
              <a:rPr sz="1400" spc="-30" dirty="0">
                <a:latin typeface="Arial"/>
                <a:cs typeface="Arial"/>
              </a:rPr>
              <a:t> </a:t>
            </a:r>
            <a:r>
              <a:rPr sz="1400" spc="-10" dirty="0">
                <a:latin typeface="Arial"/>
                <a:cs typeface="Arial"/>
              </a:rPr>
              <a:t>applications.</a:t>
            </a:r>
            <a:endParaRPr sz="1400">
              <a:latin typeface="Arial"/>
              <a:cs typeface="Arial"/>
            </a:endParaRPr>
          </a:p>
          <a:p>
            <a:pPr marL="74930" indent="-69850">
              <a:lnSpc>
                <a:spcPct val="100000"/>
              </a:lnSpc>
              <a:buSzPct val="92857"/>
              <a:buFont typeface="Arial"/>
              <a:buChar char="•"/>
              <a:tabLst>
                <a:tab pos="74930" algn="l"/>
              </a:tabLst>
            </a:pPr>
            <a:r>
              <a:rPr sz="1400" b="1" dirty="0">
                <a:latin typeface="Arial"/>
                <a:cs typeface="Arial"/>
              </a:rPr>
              <a:t>Flicker</a:t>
            </a:r>
            <a:r>
              <a:rPr sz="1400" b="1" spc="-55" dirty="0">
                <a:latin typeface="Arial"/>
                <a:cs typeface="Arial"/>
              </a:rPr>
              <a:t> </a:t>
            </a:r>
            <a:r>
              <a:rPr sz="1400" b="1" dirty="0">
                <a:latin typeface="Arial"/>
                <a:cs typeface="Arial"/>
              </a:rPr>
              <a:t>Noise</a:t>
            </a:r>
            <a:r>
              <a:rPr sz="1400" b="1" spc="-30" dirty="0">
                <a:latin typeface="Arial"/>
                <a:cs typeface="Arial"/>
              </a:rPr>
              <a:t> </a:t>
            </a:r>
            <a:r>
              <a:rPr sz="1400" b="1" dirty="0">
                <a:latin typeface="Arial"/>
                <a:cs typeface="Arial"/>
              </a:rPr>
              <a:t>(1/f</a:t>
            </a:r>
            <a:r>
              <a:rPr sz="1400" b="1" spc="-40" dirty="0">
                <a:latin typeface="Arial"/>
                <a:cs typeface="Arial"/>
              </a:rPr>
              <a:t> </a:t>
            </a:r>
            <a:r>
              <a:rPr sz="1400" b="1" spc="-10" dirty="0">
                <a:latin typeface="Arial"/>
                <a:cs typeface="Arial"/>
              </a:rPr>
              <a:t>Noise)</a:t>
            </a:r>
            <a:r>
              <a:rPr sz="1400" spc="-10" dirty="0">
                <a:latin typeface="Arial"/>
                <a:cs typeface="Arial"/>
              </a:rPr>
              <a:t>:</a:t>
            </a:r>
            <a:endParaRPr sz="1400">
              <a:latin typeface="Arial"/>
              <a:cs typeface="Arial"/>
            </a:endParaRPr>
          </a:p>
          <a:p>
            <a:pPr marL="74930" indent="-69850">
              <a:lnSpc>
                <a:spcPct val="100000"/>
              </a:lnSpc>
              <a:buSzPct val="92857"/>
              <a:buChar char="•"/>
              <a:tabLst>
                <a:tab pos="74930" algn="l"/>
              </a:tabLst>
            </a:pPr>
            <a:r>
              <a:rPr sz="1400" dirty="0">
                <a:latin typeface="Arial"/>
                <a:cs typeface="Arial"/>
              </a:rPr>
              <a:t>Caused</a:t>
            </a:r>
            <a:r>
              <a:rPr sz="1400" spc="-50" dirty="0">
                <a:latin typeface="Arial"/>
                <a:cs typeface="Arial"/>
              </a:rPr>
              <a:t> </a:t>
            </a:r>
            <a:r>
              <a:rPr sz="1400" dirty="0">
                <a:latin typeface="Arial"/>
                <a:cs typeface="Arial"/>
              </a:rPr>
              <a:t>by</a:t>
            </a:r>
            <a:r>
              <a:rPr sz="1400" spc="-20" dirty="0">
                <a:latin typeface="Arial"/>
                <a:cs typeface="Arial"/>
              </a:rPr>
              <a:t> </a:t>
            </a:r>
            <a:r>
              <a:rPr sz="1400" dirty="0">
                <a:latin typeface="Arial"/>
                <a:cs typeface="Arial"/>
              </a:rPr>
              <a:t>material</a:t>
            </a:r>
            <a:r>
              <a:rPr sz="1400" spc="-65" dirty="0">
                <a:latin typeface="Arial"/>
                <a:cs typeface="Arial"/>
              </a:rPr>
              <a:t> </a:t>
            </a:r>
            <a:r>
              <a:rPr sz="1400" dirty="0">
                <a:latin typeface="Arial"/>
                <a:cs typeface="Arial"/>
              </a:rPr>
              <a:t>imperfections</a:t>
            </a:r>
            <a:r>
              <a:rPr sz="1400" spc="-65" dirty="0">
                <a:latin typeface="Arial"/>
                <a:cs typeface="Arial"/>
              </a:rPr>
              <a:t> </a:t>
            </a:r>
            <a:r>
              <a:rPr sz="1400" dirty="0">
                <a:latin typeface="Arial"/>
                <a:cs typeface="Arial"/>
              </a:rPr>
              <a:t>and</a:t>
            </a:r>
            <a:r>
              <a:rPr sz="1400" spc="-40" dirty="0">
                <a:latin typeface="Arial"/>
                <a:cs typeface="Arial"/>
              </a:rPr>
              <a:t> </a:t>
            </a:r>
            <a:r>
              <a:rPr sz="1400" spc="-10" dirty="0">
                <a:latin typeface="Arial"/>
                <a:cs typeface="Arial"/>
              </a:rPr>
              <a:t>traps.</a:t>
            </a:r>
            <a:endParaRPr sz="1400">
              <a:latin typeface="Arial"/>
              <a:cs typeface="Arial"/>
            </a:endParaRPr>
          </a:p>
          <a:p>
            <a:pPr marL="74930" indent="-69850">
              <a:lnSpc>
                <a:spcPct val="100000"/>
              </a:lnSpc>
              <a:buSzPct val="92857"/>
              <a:buChar char="•"/>
              <a:tabLst>
                <a:tab pos="74930" algn="l"/>
              </a:tabLst>
            </a:pPr>
            <a:r>
              <a:rPr sz="1400" dirty="0">
                <a:latin typeface="Arial"/>
                <a:cs typeface="Arial"/>
              </a:rPr>
              <a:t>Prominent</a:t>
            </a:r>
            <a:r>
              <a:rPr sz="1400" spc="-55" dirty="0">
                <a:latin typeface="Arial"/>
                <a:cs typeface="Arial"/>
              </a:rPr>
              <a:t> </a:t>
            </a:r>
            <a:r>
              <a:rPr sz="1400" dirty="0">
                <a:latin typeface="Arial"/>
                <a:cs typeface="Arial"/>
              </a:rPr>
              <a:t>at</a:t>
            </a:r>
            <a:r>
              <a:rPr sz="1400" spc="-20" dirty="0">
                <a:latin typeface="Arial"/>
                <a:cs typeface="Arial"/>
              </a:rPr>
              <a:t> </a:t>
            </a:r>
            <a:r>
              <a:rPr sz="1400" dirty="0">
                <a:latin typeface="Arial"/>
                <a:cs typeface="Arial"/>
              </a:rPr>
              <a:t>low</a:t>
            </a:r>
            <a:r>
              <a:rPr sz="1400" spc="-35" dirty="0">
                <a:latin typeface="Arial"/>
                <a:cs typeface="Arial"/>
              </a:rPr>
              <a:t> </a:t>
            </a:r>
            <a:r>
              <a:rPr sz="1400" spc="-10" dirty="0">
                <a:latin typeface="Arial"/>
                <a:cs typeface="Arial"/>
              </a:rPr>
              <a:t>frequencies.</a:t>
            </a:r>
            <a:endParaRPr sz="1400">
              <a:latin typeface="Arial"/>
              <a:cs typeface="Arial"/>
            </a:endParaRPr>
          </a:p>
          <a:p>
            <a:pPr marL="74930" indent="-69850">
              <a:lnSpc>
                <a:spcPct val="100000"/>
              </a:lnSpc>
              <a:buSzPct val="92857"/>
              <a:buChar char="•"/>
              <a:tabLst>
                <a:tab pos="74930" algn="l"/>
              </a:tabLst>
            </a:pPr>
            <a:r>
              <a:rPr sz="1400" dirty="0">
                <a:latin typeface="Arial"/>
                <a:cs typeface="Arial"/>
              </a:rPr>
              <a:t>Inversely</a:t>
            </a:r>
            <a:r>
              <a:rPr sz="1400" spc="-50" dirty="0">
                <a:latin typeface="Arial"/>
                <a:cs typeface="Arial"/>
              </a:rPr>
              <a:t> </a:t>
            </a:r>
            <a:r>
              <a:rPr sz="1400" dirty="0">
                <a:latin typeface="Arial"/>
                <a:cs typeface="Arial"/>
              </a:rPr>
              <a:t>proportional</a:t>
            </a:r>
            <a:r>
              <a:rPr sz="1400" spc="-55" dirty="0">
                <a:latin typeface="Arial"/>
                <a:cs typeface="Arial"/>
              </a:rPr>
              <a:t> </a:t>
            </a:r>
            <a:r>
              <a:rPr sz="1400" dirty="0">
                <a:latin typeface="Arial"/>
                <a:cs typeface="Arial"/>
              </a:rPr>
              <a:t>to</a:t>
            </a:r>
            <a:r>
              <a:rPr sz="1400" spc="-40" dirty="0">
                <a:latin typeface="Arial"/>
                <a:cs typeface="Arial"/>
              </a:rPr>
              <a:t> </a:t>
            </a:r>
            <a:r>
              <a:rPr sz="1400" dirty="0">
                <a:latin typeface="Arial"/>
                <a:cs typeface="Arial"/>
              </a:rPr>
              <a:t>frequency,</a:t>
            </a:r>
            <a:r>
              <a:rPr sz="1400" spc="-50" dirty="0">
                <a:latin typeface="Arial"/>
                <a:cs typeface="Arial"/>
              </a:rPr>
              <a:t> </a:t>
            </a:r>
            <a:r>
              <a:rPr sz="1400" dirty="0">
                <a:latin typeface="Arial"/>
                <a:cs typeface="Arial"/>
              </a:rPr>
              <a:t>affecting</a:t>
            </a:r>
            <a:r>
              <a:rPr sz="1400" spc="-65" dirty="0">
                <a:latin typeface="Arial"/>
                <a:cs typeface="Arial"/>
              </a:rPr>
              <a:t> </a:t>
            </a:r>
            <a:r>
              <a:rPr sz="1400" spc="-10" dirty="0">
                <a:latin typeface="Arial"/>
                <a:cs typeface="Arial"/>
              </a:rPr>
              <a:t>low-</a:t>
            </a:r>
            <a:r>
              <a:rPr sz="1400" dirty="0">
                <a:latin typeface="Arial"/>
                <a:cs typeface="Arial"/>
              </a:rPr>
              <a:t>frequency</a:t>
            </a:r>
            <a:r>
              <a:rPr sz="1400" spc="-60" dirty="0">
                <a:latin typeface="Arial"/>
                <a:cs typeface="Arial"/>
              </a:rPr>
              <a:t> </a:t>
            </a:r>
            <a:r>
              <a:rPr sz="1400" spc="-10" dirty="0">
                <a:latin typeface="Arial"/>
                <a:cs typeface="Arial"/>
              </a:rPr>
              <a:t>applications.</a:t>
            </a:r>
            <a:endParaRPr sz="1400">
              <a:latin typeface="Arial"/>
              <a:cs typeface="Arial"/>
            </a:endParaRPr>
          </a:p>
        </p:txBody>
      </p:sp>
      <p:grpSp>
        <p:nvGrpSpPr>
          <p:cNvPr id="4" name="object 4"/>
          <p:cNvGrpSpPr/>
          <p:nvPr/>
        </p:nvGrpSpPr>
        <p:grpSpPr>
          <a:xfrm>
            <a:off x="444500" y="1063929"/>
            <a:ext cx="939800" cy="939800"/>
            <a:chOff x="444500" y="1063929"/>
            <a:chExt cx="939800" cy="939800"/>
          </a:xfrm>
        </p:grpSpPr>
        <p:sp>
          <p:nvSpPr>
            <p:cNvPr id="5" name="object 5"/>
            <p:cNvSpPr/>
            <p:nvPr/>
          </p:nvSpPr>
          <p:spPr>
            <a:xfrm>
              <a:off x="457200" y="10766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6" name="object 6"/>
            <p:cNvSpPr/>
            <p:nvPr/>
          </p:nvSpPr>
          <p:spPr>
            <a:xfrm>
              <a:off x="457200" y="10766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7" name="object 7"/>
          <p:cNvSpPr txBox="1"/>
          <p:nvPr/>
        </p:nvSpPr>
        <p:spPr>
          <a:xfrm>
            <a:off x="538130" y="1402260"/>
            <a:ext cx="75247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Computer</a:t>
            </a:r>
            <a:endParaRPr sz="1400">
              <a:latin typeface="Calibri"/>
              <a:cs typeface="Calibri"/>
            </a:endParaRPr>
          </a:p>
        </p:txBody>
      </p:sp>
      <p:grpSp>
        <p:nvGrpSpPr>
          <p:cNvPr id="8" name="object 8"/>
          <p:cNvGrpSpPr/>
          <p:nvPr/>
        </p:nvGrpSpPr>
        <p:grpSpPr>
          <a:xfrm>
            <a:off x="1617002" y="1063929"/>
            <a:ext cx="939800" cy="939800"/>
            <a:chOff x="1617002" y="1063929"/>
            <a:chExt cx="939800" cy="939800"/>
          </a:xfrm>
        </p:grpSpPr>
        <p:sp>
          <p:nvSpPr>
            <p:cNvPr id="9" name="object 9"/>
            <p:cNvSpPr/>
            <p:nvPr/>
          </p:nvSpPr>
          <p:spPr>
            <a:xfrm>
              <a:off x="1629702" y="10766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10" name="object 10"/>
            <p:cNvSpPr/>
            <p:nvPr/>
          </p:nvSpPr>
          <p:spPr>
            <a:xfrm>
              <a:off x="1629702" y="10766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1" name="object 11"/>
          <p:cNvSpPr txBox="1"/>
          <p:nvPr/>
        </p:nvSpPr>
        <p:spPr>
          <a:xfrm>
            <a:off x="1712157" y="1188900"/>
            <a:ext cx="749300" cy="666750"/>
          </a:xfrm>
          <a:prstGeom prst="rect">
            <a:avLst/>
          </a:prstGeom>
        </p:spPr>
        <p:txBody>
          <a:bodyPr vert="horz" wrap="square" lIns="0" tIns="13335" rIns="0" bIns="0" rtlCol="0">
            <a:spAutoFit/>
          </a:bodyPr>
          <a:lstStyle/>
          <a:p>
            <a:pPr marL="12700" marR="5080" algn="ctr">
              <a:lnSpc>
                <a:spcPct val="100000"/>
              </a:lnSpc>
              <a:spcBef>
                <a:spcPts val="105"/>
              </a:spcBef>
            </a:pPr>
            <a:r>
              <a:rPr sz="1400" dirty="0">
                <a:solidFill>
                  <a:srgbClr val="FFFFFF"/>
                </a:solidFill>
                <a:latin typeface="Calibri"/>
                <a:cs typeface="Calibri"/>
              </a:rPr>
              <a:t>Digital</a:t>
            </a:r>
            <a:r>
              <a:rPr sz="1400" spc="-40" dirty="0">
                <a:solidFill>
                  <a:srgbClr val="FFFFFF"/>
                </a:solidFill>
                <a:latin typeface="Calibri"/>
                <a:cs typeface="Calibri"/>
              </a:rPr>
              <a:t> </a:t>
            </a:r>
            <a:r>
              <a:rPr sz="1400" spc="-25" dirty="0">
                <a:solidFill>
                  <a:srgbClr val="FFFFFF"/>
                </a:solidFill>
                <a:latin typeface="Calibri"/>
                <a:cs typeface="Calibri"/>
              </a:rPr>
              <a:t>to </a:t>
            </a:r>
            <a:r>
              <a:rPr sz="1400" spc="-10" dirty="0">
                <a:solidFill>
                  <a:srgbClr val="FFFFFF"/>
                </a:solidFill>
                <a:latin typeface="Calibri"/>
                <a:cs typeface="Calibri"/>
              </a:rPr>
              <a:t>Analog Converter</a:t>
            </a:r>
            <a:endParaRPr sz="1400">
              <a:latin typeface="Calibri"/>
              <a:cs typeface="Calibri"/>
            </a:endParaRPr>
          </a:p>
        </p:txBody>
      </p:sp>
      <p:grpSp>
        <p:nvGrpSpPr>
          <p:cNvPr id="12" name="object 12"/>
          <p:cNvGrpSpPr/>
          <p:nvPr/>
        </p:nvGrpSpPr>
        <p:grpSpPr>
          <a:xfrm>
            <a:off x="2875699" y="1063929"/>
            <a:ext cx="939800" cy="939800"/>
            <a:chOff x="2875699" y="1063929"/>
            <a:chExt cx="939800" cy="939800"/>
          </a:xfrm>
        </p:grpSpPr>
        <p:sp>
          <p:nvSpPr>
            <p:cNvPr id="13" name="object 13"/>
            <p:cNvSpPr/>
            <p:nvPr/>
          </p:nvSpPr>
          <p:spPr>
            <a:xfrm>
              <a:off x="2888399" y="10766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14" name="object 14"/>
            <p:cNvSpPr/>
            <p:nvPr/>
          </p:nvSpPr>
          <p:spPr>
            <a:xfrm>
              <a:off x="2888399" y="10766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5" name="object 15"/>
          <p:cNvSpPr txBox="1"/>
          <p:nvPr/>
        </p:nvSpPr>
        <p:spPr>
          <a:xfrm>
            <a:off x="3098873" y="1188900"/>
            <a:ext cx="492125" cy="666750"/>
          </a:xfrm>
          <a:prstGeom prst="rect">
            <a:avLst/>
          </a:prstGeom>
        </p:spPr>
        <p:txBody>
          <a:bodyPr vert="horz" wrap="square" lIns="0" tIns="13335" rIns="0" bIns="0" rtlCol="0">
            <a:spAutoFit/>
          </a:bodyPr>
          <a:lstStyle/>
          <a:p>
            <a:pPr algn="ctr">
              <a:lnSpc>
                <a:spcPct val="100000"/>
              </a:lnSpc>
              <a:spcBef>
                <a:spcPts val="105"/>
              </a:spcBef>
            </a:pPr>
            <a:r>
              <a:rPr sz="1400" spc="-25" dirty="0">
                <a:solidFill>
                  <a:srgbClr val="FFFFFF"/>
                </a:solidFill>
                <a:latin typeface="Calibri"/>
                <a:cs typeface="Calibri"/>
              </a:rPr>
              <a:t>LED</a:t>
            </a:r>
            <a:endParaRPr sz="1400">
              <a:latin typeface="Calibri"/>
              <a:cs typeface="Calibri"/>
            </a:endParaRPr>
          </a:p>
          <a:p>
            <a:pPr marL="12700" marR="5080" indent="-635" algn="ctr">
              <a:lnSpc>
                <a:spcPct val="100000"/>
              </a:lnSpc>
            </a:pPr>
            <a:r>
              <a:rPr sz="1400" spc="-10" dirty="0">
                <a:solidFill>
                  <a:srgbClr val="FFFFFF"/>
                </a:solidFill>
                <a:latin typeface="Calibri"/>
                <a:cs typeface="Calibri"/>
              </a:rPr>
              <a:t>Driver Circuit</a:t>
            </a:r>
            <a:endParaRPr sz="1400">
              <a:latin typeface="Calibri"/>
              <a:cs typeface="Calibri"/>
            </a:endParaRPr>
          </a:p>
        </p:txBody>
      </p:sp>
      <p:grpSp>
        <p:nvGrpSpPr>
          <p:cNvPr id="16" name="object 16"/>
          <p:cNvGrpSpPr/>
          <p:nvPr/>
        </p:nvGrpSpPr>
        <p:grpSpPr>
          <a:xfrm>
            <a:off x="4125455" y="1063929"/>
            <a:ext cx="939800" cy="939800"/>
            <a:chOff x="4125455" y="1063929"/>
            <a:chExt cx="939800" cy="939800"/>
          </a:xfrm>
        </p:grpSpPr>
        <p:sp>
          <p:nvSpPr>
            <p:cNvPr id="17" name="object 17"/>
            <p:cNvSpPr/>
            <p:nvPr/>
          </p:nvSpPr>
          <p:spPr>
            <a:xfrm>
              <a:off x="4138155" y="10766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18" name="object 18"/>
            <p:cNvSpPr/>
            <p:nvPr/>
          </p:nvSpPr>
          <p:spPr>
            <a:xfrm>
              <a:off x="4138155" y="10766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9" name="object 19"/>
          <p:cNvSpPr txBox="1"/>
          <p:nvPr/>
        </p:nvSpPr>
        <p:spPr>
          <a:xfrm>
            <a:off x="4446158" y="1402260"/>
            <a:ext cx="297180" cy="239395"/>
          </a:xfrm>
          <a:prstGeom prst="rect">
            <a:avLst/>
          </a:prstGeom>
        </p:spPr>
        <p:txBody>
          <a:bodyPr vert="horz" wrap="square" lIns="0" tIns="13335" rIns="0" bIns="0" rtlCol="0">
            <a:spAutoFit/>
          </a:bodyPr>
          <a:lstStyle/>
          <a:p>
            <a:pPr marL="12700">
              <a:lnSpc>
                <a:spcPct val="100000"/>
              </a:lnSpc>
              <a:spcBef>
                <a:spcPts val="105"/>
              </a:spcBef>
            </a:pPr>
            <a:r>
              <a:rPr sz="1400" spc="-25" dirty="0">
                <a:solidFill>
                  <a:srgbClr val="FFFFFF"/>
                </a:solidFill>
                <a:latin typeface="Calibri"/>
                <a:cs typeface="Calibri"/>
              </a:rPr>
              <a:t>LED</a:t>
            </a:r>
            <a:endParaRPr sz="1400">
              <a:latin typeface="Calibri"/>
              <a:cs typeface="Calibri"/>
            </a:endParaRPr>
          </a:p>
        </p:txBody>
      </p:sp>
      <p:grpSp>
        <p:nvGrpSpPr>
          <p:cNvPr id="20" name="object 20"/>
          <p:cNvGrpSpPr/>
          <p:nvPr/>
        </p:nvGrpSpPr>
        <p:grpSpPr>
          <a:xfrm>
            <a:off x="7344371" y="1063929"/>
            <a:ext cx="939800" cy="939800"/>
            <a:chOff x="7344371" y="1063929"/>
            <a:chExt cx="939800" cy="939800"/>
          </a:xfrm>
        </p:grpSpPr>
        <p:sp>
          <p:nvSpPr>
            <p:cNvPr id="21" name="object 21"/>
            <p:cNvSpPr/>
            <p:nvPr/>
          </p:nvSpPr>
          <p:spPr>
            <a:xfrm>
              <a:off x="7357071" y="10766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C0504D"/>
            </a:solidFill>
          </p:spPr>
          <p:txBody>
            <a:bodyPr wrap="square" lIns="0" tIns="0" rIns="0" bIns="0" rtlCol="0"/>
            <a:lstStyle/>
            <a:p>
              <a:endParaRPr/>
            </a:p>
          </p:txBody>
        </p:sp>
        <p:sp>
          <p:nvSpPr>
            <p:cNvPr id="22" name="object 22"/>
            <p:cNvSpPr/>
            <p:nvPr/>
          </p:nvSpPr>
          <p:spPr>
            <a:xfrm>
              <a:off x="7357071" y="10766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4F1D1B"/>
              </a:solidFill>
            </a:ln>
          </p:spPr>
          <p:txBody>
            <a:bodyPr wrap="square" lIns="0" tIns="0" rIns="0" bIns="0" rtlCol="0"/>
            <a:lstStyle/>
            <a:p>
              <a:endParaRPr/>
            </a:p>
          </p:txBody>
        </p:sp>
      </p:grpSp>
      <p:sp>
        <p:nvSpPr>
          <p:cNvPr id="23" name="object 23"/>
          <p:cNvSpPr txBox="1"/>
          <p:nvPr/>
        </p:nvSpPr>
        <p:spPr>
          <a:xfrm>
            <a:off x="7700134" y="1402260"/>
            <a:ext cx="226695" cy="239395"/>
          </a:xfrm>
          <a:prstGeom prst="rect">
            <a:avLst/>
          </a:prstGeom>
        </p:spPr>
        <p:txBody>
          <a:bodyPr vert="horz" wrap="square" lIns="0" tIns="13335" rIns="0" bIns="0" rtlCol="0">
            <a:spAutoFit/>
          </a:bodyPr>
          <a:lstStyle/>
          <a:p>
            <a:pPr marL="12700">
              <a:lnSpc>
                <a:spcPct val="100000"/>
              </a:lnSpc>
              <a:spcBef>
                <a:spcPts val="105"/>
              </a:spcBef>
            </a:pPr>
            <a:r>
              <a:rPr sz="1400" spc="-25" dirty="0">
                <a:solidFill>
                  <a:srgbClr val="FFFFFF"/>
                </a:solidFill>
                <a:latin typeface="Calibri"/>
                <a:cs typeface="Calibri"/>
              </a:rPr>
              <a:t>PD</a:t>
            </a:r>
            <a:endParaRPr sz="1400">
              <a:latin typeface="Calibri"/>
              <a:cs typeface="Calibri"/>
            </a:endParaRPr>
          </a:p>
        </p:txBody>
      </p:sp>
      <p:grpSp>
        <p:nvGrpSpPr>
          <p:cNvPr id="24" name="object 24"/>
          <p:cNvGrpSpPr/>
          <p:nvPr/>
        </p:nvGrpSpPr>
        <p:grpSpPr>
          <a:xfrm>
            <a:off x="9712108" y="1063929"/>
            <a:ext cx="939800" cy="939800"/>
            <a:chOff x="9712108" y="1063929"/>
            <a:chExt cx="939800" cy="939800"/>
          </a:xfrm>
        </p:grpSpPr>
        <p:sp>
          <p:nvSpPr>
            <p:cNvPr id="25" name="object 25"/>
            <p:cNvSpPr/>
            <p:nvPr/>
          </p:nvSpPr>
          <p:spPr>
            <a:xfrm>
              <a:off x="9724808" y="10766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26" name="object 26"/>
            <p:cNvSpPr/>
            <p:nvPr/>
          </p:nvSpPr>
          <p:spPr>
            <a:xfrm>
              <a:off x="9724808" y="10766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27" name="object 27"/>
          <p:cNvSpPr txBox="1"/>
          <p:nvPr/>
        </p:nvSpPr>
        <p:spPr>
          <a:xfrm>
            <a:off x="9807254" y="1188900"/>
            <a:ext cx="749300" cy="666750"/>
          </a:xfrm>
          <a:prstGeom prst="rect">
            <a:avLst/>
          </a:prstGeom>
        </p:spPr>
        <p:txBody>
          <a:bodyPr vert="horz" wrap="square" lIns="0" tIns="13335" rIns="0" bIns="0" rtlCol="0">
            <a:spAutoFit/>
          </a:bodyPr>
          <a:lstStyle/>
          <a:p>
            <a:pPr marL="12065" marR="5080" indent="-1905" algn="ctr">
              <a:lnSpc>
                <a:spcPct val="100000"/>
              </a:lnSpc>
              <a:spcBef>
                <a:spcPts val="105"/>
              </a:spcBef>
            </a:pPr>
            <a:r>
              <a:rPr sz="1400" dirty="0">
                <a:solidFill>
                  <a:srgbClr val="FFFFFF"/>
                </a:solidFill>
                <a:latin typeface="Calibri"/>
                <a:cs typeface="Calibri"/>
              </a:rPr>
              <a:t>Analog</a:t>
            </a:r>
            <a:r>
              <a:rPr sz="1400" spc="-45" dirty="0">
                <a:solidFill>
                  <a:srgbClr val="FFFFFF"/>
                </a:solidFill>
                <a:latin typeface="Calibri"/>
                <a:cs typeface="Calibri"/>
              </a:rPr>
              <a:t> </a:t>
            </a:r>
            <a:r>
              <a:rPr sz="1400" spc="-25" dirty="0">
                <a:solidFill>
                  <a:srgbClr val="FFFFFF"/>
                </a:solidFill>
                <a:latin typeface="Calibri"/>
                <a:cs typeface="Calibri"/>
              </a:rPr>
              <a:t>to </a:t>
            </a:r>
            <a:r>
              <a:rPr sz="1400" spc="-10" dirty="0">
                <a:solidFill>
                  <a:srgbClr val="FFFFFF"/>
                </a:solidFill>
                <a:latin typeface="Calibri"/>
                <a:cs typeface="Calibri"/>
              </a:rPr>
              <a:t>Digital Converter</a:t>
            </a:r>
            <a:endParaRPr sz="1400">
              <a:latin typeface="Calibri"/>
              <a:cs typeface="Calibri"/>
            </a:endParaRPr>
          </a:p>
        </p:txBody>
      </p:sp>
      <p:grpSp>
        <p:nvGrpSpPr>
          <p:cNvPr id="28" name="object 28"/>
          <p:cNvGrpSpPr/>
          <p:nvPr/>
        </p:nvGrpSpPr>
        <p:grpSpPr>
          <a:xfrm>
            <a:off x="8539619" y="1069378"/>
            <a:ext cx="939800" cy="939800"/>
            <a:chOff x="8539619" y="1069378"/>
            <a:chExt cx="939800" cy="939800"/>
          </a:xfrm>
        </p:grpSpPr>
        <p:sp>
          <p:nvSpPr>
            <p:cNvPr id="29" name="object 29"/>
            <p:cNvSpPr/>
            <p:nvPr/>
          </p:nvSpPr>
          <p:spPr>
            <a:xfrm>
              <a:off x="8552319" y="1082078"/>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30" name="object 30"/>
            <p:cNvSpPr/>
            <p:nvPr/>
          </p:nvSpPr>
          <p:spPr>
            <a:xfrm>
              <a:off x="8552319" y="1082078"/>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31" name="object 31"/>
          <p:cNvSpPr txBox="1"/>
          <p:nvPr/>
        </p:nvSpPr>
        <p:spPr>
          <a:xfrm>
            <a:off x="8662171" y="1407709"/>
            <a:ext cx="69278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Amplifier</a:t>
            </a:r>
            <a:endParaRPr sz="1400">
              <a:latin typeface="Calibri"/>
              <a:cs typeface="Calibri"/>
            </a:endParaRPr>
          </a:p>
        </p:txBody>
      </p:sp>
      <p:grpSp>
        <p:nvGrpSpPr>
          <p:cNvPr id="32" name="object 32"/>
          <p:cNvGrpSpPr/>
          <p:nvPr/>
        </p:nvGrpSpPr>
        <p:grpSpPr>
          <a:xfrm>
            <a:off x="10829823" y="1073759"/>
            <a:ext cx="939800" cy="939800"/>
            <a:chOff x="10829823" y="1073759"/>
            <a:chExt cx="939800" cy="939800"/>
          </a:xfrm>
        </p:grpSpPr>
        <p:sp>
          <p:nvSpPr>
            <p:cNvPr id="33" name="object 33"/>
            <p:cNvSpPr/>
            <p:nvPr/>
          </p:nvSpPr>
          <p:spPr>
            <a:xfrm>
              <a:off x="10842523" y="108645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34" name="object 34"/>
            <p:cNvSpPr/>
            <p:nvPr/>
          </p:nvSpPr>
          <p:spPr>
            <a:xfrm>
              <a:off x="10842523" y="108645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35" name="object 35"/>
          <p:cNvSpPr txBox="1"/>
          <p:nvPr/>
        </p:nvSpPr>
        <p:spPr>
          <a:xfrm>
            <a:off x="10923452" y="1412091"/>
            <a:ext cx="75247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Computer</a:t>
            </a:r>
            <a:endParaRPr sz="1400">
              <a:latin typeface="Calibri"/>
              <a:cs typeface="Calibri"/>
            </a:endParaRPr>
          </a:p>
        </p:txBody>
      </p:sp>
      <p:sp>
        <p:nvSpPr>
          <p:cNvPr id="36" name="object 36"/>
          <p:cNvSpPr/>
          <p:nvPr/>
        </p:nvSpPr>
        <p:spPr>
          <a:xfrm>
            <a:off x="304800" y="848029"/>
            <a:ext cx="4876800" cy="1371600"/>
          </a:xfrm>
          <a:custGeom>
            <a:avLst/>
            <a:gdLst/>
            <a:ahLst/>
            <a:cxnLst/>
            <a:rect l="l" t="t" r="r" b="b"/>
            <a:pathLst>
              <a:path w="4876800" h="1371600">
                <a:moveTo>
                  <a:pt x="0" y="0"/>
                </a:moveTo>
                <a:lnTo>
                  <a:pt x="4876800" y="0"/>
                </a:lnTo>
                <a:lnTo>
                  <a:pt x="4876800" y="1371600"/>
                </a:lnTo>
                <a:lnTo>
                  <a:pt x="0" y="1371600"/>
                </a:lnTo>
                <a:lnTo>
                  <a:pt x="0" y="0"/>
                </a:lnTo>
                <a:close/>
              </a:path>
            </a:pathLst>
          </a:custGeom>
          <a:ln w="25400">
            <a:solidFill>
              <a:srgbClr val="1C334E"/>
            </a:solidFill>
            <a:prstDash val="sysDash"/>
          </a:ln>
        </p:spPr>
        <p:txBody>
          <a:bodyPr wrap="square" lIns="0" tIns="0" rIns="0" bIns="0" rtlCol="0"/>
          <a:lstStyle/>
          <a:p>
            <a:endParaRPr/>
          </a:p>
        </p:txBody>
      </p:sp>
      <p:sp>
        <p:nvSpPr>
          <p:cNvPr id="37" name="object 37"/>
          <p:cNvSpPr/>
          <p:nvPr/>
        </p:nvSpPr>
        <p:spPr>
          <a:xfrm>
            <a:off x="7239000" y="838200"/>
            <a:ext cx="4800600" cy="1371600"/>
          </a:xfrm>
          <a:custGeom>
            <a:avLst/>
            <a:gdLst/>
            <a:ahLst/>
            <a:cxnLst/>
            <a:rect l="l" t="t" r="r" b="b"/>
            <a:pathLst>
              <a:path w="4800600" h="1371600">
                <a:moveTo>
                  <a:pt x="0" y="0"/>
                </a:moveTo>
                <a:lnTo>
                  <a:pt x="4800600" y="0"/>
                </a:lnTo>
                <a:lnTo>
                  <a:pt x="4800600" y="1371600"/>
                </a:lnTo>
                <a:lnTo>
                  <a:pt x="0" y="1371600"/>
                </a:lnTo>
                <a:lnTo>
                  <a:pt x="0" y="0"/>
                </a:lnTo>
                <a:close/>
              </a:path>
            </a:pathLst>
          </a:custGeom>
          <a:ln w="25400">
            <a:solidFill>
              <a:srgbClr val="1C334E"/>
            </a:solidFill>
            <a:prstDash val="sysDash"/>
          </a:ln>
        </p:spPr>
        <p:txBody>
          <a:bodyPr wrap="square" lIns="0" tIns="0" rIns="0" bIns="0" rtlCol="0"/>
          <a:lstStyle/>
          <a:p>
            <a:endParaRPr/>
          </a:p>
        </p:txBody>
      </p:sp>
      <p:grpSp>
        <p:nvGrpSpPr>
          <p:cNvPr id="38" name="object 38"/>
          <p:cNvGrpSpPr/>
          <p:nvPr/>
        </p:nvGrpSpPr>
        <p:grpSpPr>
          <a:xfrm>
            <a:off x="5245100" y="1444932"/>
            <a:ext cx="1877695" cy="177800"/>
            <a:chOff x="5245100" y="1444932"/>
            <a:chExt cx="1877695" cy="177800"/>
          </a:xfrm>
        </p:grpSpPr>
        <p:sp>
          <p:nvSpPr>
            <p:cNvPr id="39" name="object 39"/>
            <p:cNvSpPr/>
            <p:nvPr/>
          </p:nvSpPr>
          <p:spPr>
            <a:xfrm>
              <a:off x="5257800" y="1457632"/>
              <a:ext cx="1852295" cy="152400"/>
            </a:xfrm>
            <a:custGeom>
              <a:avLst/>
              <a:gdLst/>
              <a:ahLst/>
              <a:cxnLst/>
              <a:rect l="l" t="t" r="r" b="b"/>
              <a:pathLst>
                <a:path w="1852295" h="152400">
                  <a:moveTo>
                    <a:pt x="1775955" y="0"/>
                  </a:moveTo>
                  <a:lnTo>
                    <a:pt x="1775955" y="38100"/>
                  </a:lnTo>
                  <a:lnTo>
                    <a:pt x="0" y="38100"/>
                  </a:lnTo>
                  <a:lnTo>
                    <a:pt x="0" y="114300"/>
                  </a:lnTo>
                  <a:lnTo>
                    <a:pt x="1775955" y="114300"/>
                  </a:lnTo>
                  <a:lnTo>
                    <a:pt x="1775955" y="152400"/>
                  </a:lnTo>
                  <a:lnTo>
                    <a:pt x="1852155" y="76200"/>
                  </a:lnTo>
                  <a:lnTo>
                    <a:pt x="1775955" y="0"/>
                  </a:lnTo>
                  <a:close/>
                </a:path>
              </a:pathLst>
            </a:custGeom>
            <a:solidFill>
              <a:srgbClr val="4F81BC"/>
            </a:solidFill>
          </p:spPr>
          <p:txBody>
            <a:bodyPr wrap="square" lIns="0" tIns="0" rIns="0" bIns="0" rtlCol="0"/>
            <a:lstStyle/>
            <a:p>
              <a:endParaRPr/>
            </a:p>
          </p:txBody>
        </p:sp>
        <p:sp>
          <p:nvSpPr>
            <p:cNvPr id="40" name="object 40"/>
            <p:cNvSpPr/>
            <p:nvPr/>
          </p:nvSpPr>
          <p:spPr>
            <a:xfrm>
              <a:off x="5257800" y="1457632"/>
              <a:ext cx="1852295" cy="152400"/>
            </a:xfrm>
            <a:custGeom>
              <a:avLst/>
              <a:gdLst/>
              <a:ahLst/>
              <a:cxnLst/>
              <a:rect l="l" t="t" r="r" b="b"/>
              <a:pathLst>
                <a:path w="1852295" h="152400">
                  <a:moveTo>
                    <a:pt x="0" y="38100"/>
                  </a:moveTo>
                  <a:lnTo>
                    <a:pt x="1775955" y="38100"/>
                  </a:lnTo>
                  <a:lnTo>
                    <a:pt x="1775955" y="0"/>
                  </a:lnTo>
                  <a:lnTo>
                    <a:pt x="1852155" y="76200"/>
                  </a:lnTo>
                  <a:lnTo>
                    <a:pt x="1775955" y="152400"/>
                  </a:lnTo>
                  <a:lnTo>
                    <a:pt x="1775955" y="114300"/>
                  </a:lnTo>
                  <a:lnTo>
                    <a:pt x="0" y="114300"/>
                  </a:lnTo>
                  <a:lnTo>
                    <a:pt x="0" y="38100"/>
                  </a:lnTo>
                  <a:close/>
                </a:path>
              </a:pathLst>
            </a:custGeom>
            <a:ln w="25400">
              <a:solidFill>
                <a:srgbClr val="1C334E"/>
              </a:solidFill>
            </a:ln>
          </p:spPr>
          <p:txBody>
            <a:bodyPr wrap="square" lIns="0" tIns="0" rIns="0" bIns="0" rtlCol="0"/>
            <a:lstStyle/>
            <a:p>
              <a:endParaRPr/>
            </a:p>
          </p:txBody>
        </p:sp>
      </p:grpSp>
      <p:pic>
        <p:nvPicPr>
          <p:cNvPr id="41" name="object 41"/>
          <p:cNvPicPr/>
          <p:nvPr/>
        </p:nvPicPr>
        <p:blipFill>
          <a:blip r:embed="rId2" cstate="print"/>
          <a:stretch>
            <a:fillRect/>
          </a:stretch>
        </p:blipFill>
        <p:spPr>
          <a:xfrm>
            <a:off x="6142123" y="3225520"/>
            <a:ext cx="5847649" cy="3089587"/>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Let’s</a:t>
            </a:r>
            <a:r>
              <a:rPr spc="-40" dirty="0"/>
              <a:t> </a:t>
            </a:r>
            <a:r>
              <a:rPr dirty="0"/>
              <a:t>talk</a:t>
            </a:r>
            <a:r>
              <a:rPr spc="-40" dirty="0"/>
              <a:t> </a:t>
            </a:r>
            <a:r>
              <a:rPr dirty="0"/>
              <a:t>about</a:t>
            </a:r>
            <a:r>
              <a:rPr spc="-20" dirty="0"/>
              <a:t> </a:t>
            </a:r>
            <a:r>
              <a:rPr dirty="0"/>
              <a:t>a</a:t>
            </a:r>
            <a:r>
              <a:rPr spc="-30" dirty="0"/>
              <a:t> </a:t>
            </a:r>
            <a:r>
              <a:rPr dirty="0"/>
              <a:t>real</a:t>
            </a:r>
            <a:r>
              <a:rPr spc="-45" dirty="0"/>
              <a:t> </a:t>
            </a:r>
            <a:r>
              <a:rPr dirty="0"/>
              <a:t>world</a:t>
            </a:r>
            <a:r>
              <a:rPr spc="-40" dirty="0"/>
              <a:t> </a:t>
            </a:r>
            <a:r>
              <a:rPr spc="-10" dirty="0"/>
              <a:t>system</a:t>
            </a:r>
          </a:p>
        </p:txBody>
      </p:sp>
      <p:sp>
        <p:nvSpPr>
          <p:cNvPr id="3" name="object 3"/>
          <p:cNvSpPr txBox="1"/>
          <p:nvPr/>
        </p:nvSpPr>
        <p:spPr>
          <a:xfrm>
            <a:off x="263470" y="2389124"/>
            <a:ext cx="5723890" cy="4293235"/>
          </a:xfrm>
          <a:prstGeom prst="rect">
            <a:avLst/>
          </a:prstGeom>
        </p:spPr>
        <p:txBody>
          <a:bodyPr vert="horz" wrap="square" lIns="0" tIns="13335" rIns="0" bIns="0" rtlCol="0">
            <a:spAutoFit/>
          </a:bodyPr>
          <a:lstStyle/>
          <a:p>
            <a:pPr marL="12700">
              <a:lnSpc>
                <a:spcPct val="100000"/>
              </a:lnSpc>
              <a:spcBef>
                <a:spcPts val="105"/>
              </a:spcBef>
            </a:pPr>
            <a:r>
              <a:rPr sz="1400" dirty="0">
                <a:latin typeface="Arial"/>
                <a:cs typeface="Arial"/>
              </a:rPr>
              <a:t>What</a:t>
            </a:r>
            <a:r>
              <a:rPr sz="1400" spc="-45" dirty="0">
                <a:latin typeface="Arial"/>
                <a:cs typeface="Arial"/>
              </a:rPr>
              <a:t> </a:t>
            </a:r>
            <a:r>
              <a:rPr sz="1400" dirty="0">
                <a:latin typeface="Arial"/>
                <a:cs typeface="Arial"/>
              </a:rPr>
              <a:t>noise</a:t>
            </a:r>
            <a:r>
              <a:rPr sz="1400" spc="-30" dirty="0">
                <a:latin typeface="Arial"/>
                <a:cs typeface="Arial"/>
              </a:rPr>
              <a:t> </a:t>
            </a:r>
            <a:r>
              <a:rPr sz="1400" dirty="0">
                <a:latin typeface="Arial"/>
                <a:cs typeface="Arial"/>
              </a:rPr>
              <a:t>in</a:t>
            </a:r>
            <a:r>
              <a:rPr sz="1400" spc="-30" dirty="0">
                <a:latin typeface="Arial"/>
                <a:cs typeface="Arial"/>
              </a:rPr>
              <a:t> </a:t>
            </a:r>
            <a:r>
              <a:rPr sz="1400" dirty="0">
                <a:latin typeface="Arial"/>
                <a:cs typeface="Arial"/>
              </a:rPr>
              <a:t>amplifiers</a:t>
            </a:r>
            <a:r>
              <a:rPr sz="1400" spc="-30" dirty="0">
                <a:latin typeface="Arial"/>
                <a:cs typeface="Arial"/>
              </a:rPr>
              <a:t> </a:t>
            </a:r>
            <a:r>
              <a:rPr sz="1400" dirty="0">
                <a:latin typeface="Arial"/>
                <a:cs typeface="Arial"/>
              </a:rPr>
              <a:t>do</a:t>
            </a:r>
            <a:r>
              <a:rPr sz="1400" spc="-30" dirty="0">
                <a:latin typeface="Arial"/>
                <a:cs typeface="Arial"/>
              </a:rPr>
              <a:t> </a:t>
            </a:r>
            <a:r>
              <a:rPr sz="1400" dirty="0">
                <a:latin typeface="Arial"/>
                <a:cs typeface="Arial"/>
              </a:rPr>
              <a:t>we</a:t>
            </a:r>
            <a:r>
              <a:rPr sz="1400" spc="-5" dirty="0">
                <a:latin typeface="Arial"/>
                <a:cs typeface="Arial"/>
              </a:rPr>
              <a:t> </a:t>
            </a:r>
            <a:r>
              <a:rPr sz="1400" spc="-20" dirty="0">
                <a:latin typeface="Arial"/>
                <a:cs typeface="Arial"/>
              </a:rPr>
              <a:t>see?</a:t>
            </a:r>
            <a:endParaRPr sz="1400">
              <a:latin typeface="Arial"/>
              <a:cs typeface="Arial"/>
            </a:endParaRPr>
          </a:p>
          <a:p>
            <a:pPr marL="74930" indent="-69850">
              <a:lnSpc>
                <a:spcPct val="100000"/>
              </a:lnSpc>
              <a:buSzPct val="92857"/>
              <a:buFont typeface="Arial"/>
              <a:buChar char="•"/>
              <a:tabLst>
                <a:tab pos="74930" algn="l"/>
              </a:tabLst>
            </a:pPr>
            <a:r>
              <a:rPr sz="1400" b="1" dirty="0">
                <a:latin typeface="Arial"/>
                <a:cs typeface="Arial"/>
              </a:rPr>
              <a:t>Thermal</a:t>
            </a:r>
            <a:r>
              <a:rPr sz="1400" b="1" spc="-60" dirty="0">
                <a:latin typeface="Arial"/>
                <a:cs typeface="Arial"/>
              </a:rPr>
              <a:t> </a:t>
            </a:r>
            <a:r>
              <a:rPr sz="1400" b="1" dirty="0">
                <a:latin typeface="Arial"/>
                <a:cs typeface="Arial"/>
              </a:rPr>
              <a:t>Noise</a:t>
            </a:r>
            <a:r>
              <a:rPr sz="1400" b="1" spc="-55" dirty="0">
                <a:latin typeface="Arial"/>
                <a:cs typeface="Arial"/>
              </a:rPr>
              <a:t> </a:t>
            </a:r>
            <a:r>
              <a:rPr sz="1400" b="1" dirty="0">
                <a:latin typeface="Arial"/>
                <a:cs typeface="Arial"/>
              </a:rPr>
              <a:t>from</a:t>
            </a:r>
            <a:r>
              <a:rPr sz="1400" b="1" spc="-45" dirty="0">
                <a:latin typeface="Arial"/>
                <a:cs typeface="Arial"/>
              </a:rPr>
              <a:t> </a:t>
            </a:r>
            <a:r>
              <a:rPr sz="1400" b="1" dirty="0">
                <a:latin typeface="Arial"/>
                <a:cs typeface="Arial"/>
              </a:rPr>
              <a:t>Feedback</a:t>
            </a:r>
            <a:r>
              <a:rPr sz="1400" b="1" spc="-70" dirty="0">
                <a:latin typeface="Arial"/>
                <a:cs typeface="Arial"/>
              </a:rPr>
              <a:t> </a:t>
            </a:r>
            <a:r>
              <a:rPr sz="1400" b="1" spc="-10" dirty="0">
                <a:latin typeface="Arial"/>
                <a:cs typeface="Arial"/>
              </a:rPr>
              <a:t>Resistor</a:t>
            </a:r>
            <a:r>
              <a:rPr sz="1400" spc="-10" dirty="0">
                <a:latin typeface="Arial"/>
                <a:cs typeface="Arial"/>
              </a:rPr>
              <a:t>:</a:t>
            </a:r>
            <a:endParaRPr sz="1400">
              <a:latin typeface="Arial"/>
              <a:cs typeface="Arial"/>
            </a:endParaRPr>
          </a:p>
          <a:p>
            <a:pPr marL="74930" indent="-69850">
              <a:lnSpc>
                <a:spcPct val="100000"/>
              </a:lnSpc>
              <a:buSzPct val="92857"/>
              <a:buChar char="•"/>
              <a:tabLst>
                <a:tab pos="74930" algn="l"/>
              </a:tabLst>
            </a:pPr>
            <a:r>
              <a:rPr sz="1400" dirty="0">
                <a:latin typeface="Arial"/>
                <a:cs typeface="Arial"/>
              </a:rPr>
              <a:t>Arises</a:t>
            </a:r>
            <a:r>
              <a:rPr sz="1400" spc="-35" dirty="0">
                <a:latin typeface="Arial"/>
                <a:cs typeface="Arial"/>
              </a:rPr>
              <a:t> </a:t>
            </a:r>
            <a:r>
              <a:rPr sz="1400" dirty="0">
                <a:latin typeface="Arial"/>
                <a:cs typeface="Arial"/>
              </a:rPr>
              <a:t>from</a:t>
            </a:r>
            <a:r>
              <a:rPr sz="1400" spc="-35" dirty="0">
                <a:latin typeface="Arial"/>
                <a:cs typeface="Arial"/>
              </a:rPr>
              <a:t> </a:t>
            </a:r>
            <a:r>
              <a:rPr sz="1400" dirty="0">
                <a:latin typeface="Arial"/>
                <a:cs typeface="Arial"/>
              </a:rPr>
              <a:t>the</a:t>
            </a:r>
            <a:r>
              <a:rPr sz="1400" spc="-30" dirty="0">
                <a:latin typeface="Arial"/>
                <a:cs typeface="Arial"/>
              </a:rPr>
              <a:t> </a:t>
            </a:r>
            <a:r>
              <a:rPr sz="1400" dirty="0">
                <a:latin typeface="Arial"/>
                <a:cs typeface="Arial"/>
              </a:rPr>
              <a:t>feedback</a:t>
            </a:r>
            <a:r>
              <a:rPr sz="1400" spc="-45" dirty="0">
                <a:latin typeface="Arial"/>
                <a:cs typeface="Arial"/>
              </a:rPr>
              <a:t> </a:t>
            </a:r>
            <a:r>
              <a:rPr sz="1400" spc="-10" dirty="0">
                <a:latin typeface="Arial"/>
                <a:cs typeface="Arial"/>
              </a:rPr>
              <a:t>resistor.</a:t>
            </a:r>
            <a:endParaRPr sz="1400">
              <a:latin typeface="Arial"/>
              <a:cs typeface="Arial"/>
            </a:endParaRPr>
          </a:p>
          <a:p>
            <a:pPr marL="74930" indent="-69850">
              <a:lnSpc>
                <a:spcPct val="100000"/>
              </a:lnSpc>
              <a:buSzPct val="92857"/>
              <a:buChar char="•"/>
              <a:tabLst>
                <a:tab pos="74930" algn="l"/>
              </a:tabLst>
            </a:pPr>
            <a:r>
              <a:rPr sz="1400" dirty="0">
                <a:latin typeface="Arial"/>
                <a:cs typeface="Arial"/>
              </a:rPr>
              <a:t>Increases</a:t>
            </a:r>
            <a:r>
              <a:rPr sz="1400" spc="-65" dirty="0">
                <a:latin typeface="Arial"/>
                <a:cs typeface="Arial"/>
              </a:rPr>
              <a:t> </a:t>
            </a:r>
            <a:r>
              <a:rPr sz="1400" dirty="0">
                <a:latin typeface="Arial"/>
                <a:cs typeface="Arial"/>
              </a:rPr>
              <a:t>with</a:t>
            </a:r>
            <a:r>
              <a:rPr sz="1400" spc="-5" dirty="0">
                <a:latin typeface="Arial"/>
                <a:cs typeface="Arial"/>
              </a:rPr>
              <a:t> </a:t>
            </a:r>
            <a:r>
              <a:rPr sz="1400" dirty="0">
                <a:latin typeface="Arial"/>
                <a:cs typeface="Arial"/>
              </a:rPr>
              <a:t>resistance</a:t>
            </a:r>
            <a:r>
              <a:rPr sz="1400" spc="-55" dirty="0">
                <a:latin typeface="Arial"/>
                <a:cs typeface="Arial"/>
              </a:rPr>
              <a:t> </a:t>
            </a:r>
            <a:r>
              <a:rPr sz="1400" dirty="0">
                <a:latin typeface="Arial"/>
                <a:cs typeface="Arial"/>
              </a:rPr>
              <a:t>and</a:t>
            </a:r>
            <a:r>
              <a:rPr sz="1400" spc="-35" dirty="0">
                <a:latin typeface="Arial"/>
                <a:cs typeface="Arial"/>
              </a:rPr>
              <a:t> </a:t>
            </a:r>
            <a:r>
              <a:rPr sz="1400" spc="-10" dirty="0">
                <a:latin typeface="Arial"/>
                <a:cs typeface="Arial"/>
              </a:rPr>
              <a:t>temperature.</a:t>
            </a:r>
            <a:endParaRPr sz="1400">
              <a:latin typeface="Arial"/>
              <a:cs typeface="Arial"/>
            </a:endParaRPr>
          </a:p>
          <a:p>
            <a:pPr marL="74930" indent="-69850">
              <a:lnSpc>
                <a:spcPct val="100000"/>
              </a:lnSpc>
              <a:buSzPct val="92857"/>
              <a:buChar char="•"/>
              <a:tabLst>
                <a:tab pos="74930" algn="l"/>
              </a:tabLst>
            </a:pPr>
            <a:r>
              <a:rPr sz="1400" dirty="0">
                <a:latin typeface="Arial"/>
                <a:cs typeface="Arial"/>
              </a:rPr>
              <a:t>Affects</a:t>
            </a:r>
            <a:r>
              <a:rPr sz="1400" spc="-45" dirty="0">
                <a:latin typeface="Arial"/>
                <a:cs typeface="Arial"/>
              </a:rPr>
              <a:t> </a:t>
            </a:r>
            <a:r>
              <a:rPr sz="1400" dirty="0">
                <a:latin typeface="Arial"/>
                <a:cs typeface="Arial"/>
              </a:rPr>
              <a:t>the</a:t>
            </a:r>
            <a:r>
              <a:rPr sz="1400" spc="-45" dirty="0">
                <a:latin typeface="Arial"/>
                <a:cs typeface="Arial"/>
              </a:rPr>
              <a:t> </a:t>
            </a:r>
            <a:r>
              <a:rPr sz="1400" dirty="0">
                <a:latin typeface="Arial"/>
                <a:cs typeface="Arial"/>
              </a:rPr>
              <a:t>output</a:t>
            </a:r>
            <a:r>
              <a:rPr sz="1400" spc="-45" dirty="0">
                <a:latin typeface="Arial"/>
                <a:cs typeface="Arial"/>
              </a:rPr>
              <a:t> </a:t>
            </a:r>
            <a:r>
              <a:rPr sz="1400" dirty="0">
                <a:latin typeface="Arial"/>
                <a:cs typeface="Arial"/>
              </a:rPr>
              <a:t>directly</a:t>
            </a:r>
            <a:r>
              <a:rPr sz="1400" spc="-35" dirty="0">
                <a:latin typeface="Arial"/>
                <a:cs typeface="Arial"/>
              </a:rPr>
              <a:t> </a:t>
            </a:r>
            <a:r>
              <a:rPr sz="1400" dirty="0">
                <a:latin typeface="Arial"/>
                <a:cs typeface="Arial"/>
              </a:rPr>
              <a:t>as</a:t>
            </a:r>
            <a:r>
              <a:rPr sz="1400" spc="-25" dirty="0">
                <a:latin typeface="Arial"/>
                <a:cs typeface="Arial"/>
              </a:rPr>
              <a:t> </a:t>
            </a:r>
            <a:r>
              <a:rPr sz="1400" dirty="0">
                <a:latin typeface="Arial"/>
                <a:cs typeface="Arial"/>
              </a:rPr>
              <a:t>voltage</a:t>
            </a:r>
            <a:r>
              <a:rPr sz="1400" spc="-30" dirty="0">
                <a:latin typeface="Arial"/>
                <a:cs typeface="Arial"/>
              </a:rPr>
              <a:t> </a:t>
            </a:r>
            <a:r>
              <a:rPr sz="1400" spc="-10" dirty="0">
                <a:latin typeface="Arial"/>
                <a:cs typeface="Arial"/>
              </a:rPr>
              <a:t>noise.</a:t>
            </a:r>
            <a:endParaRPr sz="1400">
              <a:latin typeface="Arial"/>
              <a:cs typeface="Arial"/>
            </a:endParaRPr>
          </a:p>
          <a:p>
            <a:pPr marL="74930" indent="-69850">
              <a:lnSpc>
                <a:spcPct val="100000"/>
              </a:lnSpc>
              <a:buSzPct val="92857"/>
              <a:buFont typeface="Arial"/>
              <a:buChar char="•"/>
              <a:tabLst>
                <a:tab pos="74930" algn="l"/>
              </a:tabLst>
            </a:pPr>
            <a:r>
              <a:rPr sz="1400" b="1" dirty="0">
                <a:latin typeface="Arial"/>
                <a:cs typeface="Arial"/>
              </a:rPr>
              <a:t>Shot</a:t>
            </a:r>
            <a:r>
              <a:rPr sz="1400" b="1" spc="-30" dirty="0">
                <a:latin typeface="Arial"/>
                <a:cs typeface="Arial"/>
              </a:rPr>
              <a:t> </a:t>
            </a:r>
            <a:r>
              <a:rPr sz="1400" b="1" dirty="0">
                <a:latin typeface="Arial"/>
                <a:cs typeface="Arial"/>
              </a:rPr>
              <a:t>Noise</a:t>
            </a:r>
            <a:r>
              <a:rPr sz="1400" b="1" spc="-40" dirty="0">
                <a:latin typeface="Arial"/>
                <a:cs typeface="Arial"/>
              </a:rPr>
              <a:t> </a:t>
            </a:r>
            <a:r>
              <a:rPr sz="1400" b="1" dirty="0">
                <a:latin typeface="Arial"/>
                <a:cs typeface="Arial"/>
              </a:rPr>
              <a:t>from</a:t>
            </a:r>
            <a:r>
              <a:rPr sz="1400" b="1" spc="-40" dirty="0">
                <a:latin typeface="Arial"/>
                <a:cs typeface="Arial"/>
              </a:rPr>
              <a:t> </a:t>
            </a:r>
            <a:r>
              <a:rPr sz="1400" b="1" spc="-10" dirty="0">
                <a:latin typeface="Arial"/>
                <a:cs typeface="Arial"/>
              </a:rPr>
              <a:t>Photocurrent</a:t>
            </a:r>
            <a:r>
              <a:rPr sz="1400" spc="-10" dirty="0">
                <a:latin typeface="Arial"/>
                <a:cs typeface="Arial"/>
              </a:rPr>
              <a:t>:</a:t>
            </a:r>
            <a:endParaRPr sz="1400">
              <a:latin typeface="Arial"/>
              <a:cs typeface="Arial"/>
            </a:endParaRPr>
          </a:p>
          <a:p>
            <a:pPr marL="12700" marR="331470" indent="-8255">
              <a:lnSpc>
                <a:spcPct val="100000"/>
              </a:lnSpc>
              <a:buSzPct val="92857"/>
              <a:buChar char="•"/>
              <a:tabLst>
                <a:tab pos="12700" algn="l"/>
                <a:tab pos="74295" algn="l"/>
              </a:tabLst>
            </a:pPr>
            <a:r>
              <a:rPr sz="1400" dirty="0">
                <a:latin typeface="Arial"/>
                <a:cs typeface="Arial"/>
              </a:rPr>
              <a:t>	Originates</a:t>
            </a:r>
            <a:r>
              <a:rPr sz="1400" spc="-60" dirty="0">
                <a:latin typeface="Arial"/>
                <a:cs typeface="Arial"/>
              </a:rPr>
              <a:t> </a:t>
            </a:r>
            <a:r>
              <a:rPr sz="1400" dirty="0">
                <a:latin typeface="Arial"/>
                <a:cs typeface="Arial"/>
              </a:rPr>
              <a:t>from</a:t>
            </a:r>
            <a:r>
              <a:rPr sz="1400" spc="-30" dirty="0">
                <a:latin typeface="Arial"/>
                <a:cs typeface="Arial"/>
              </a:rPr>
              <a:t> </a:t>
            </a:r>
            <a:r>
              <a:rPr sz="1400" dirty="0">
                <a:latin typeface="Arial"/>
                <a:cs typeface="Arial"/>
              </a:rPr>
              <a:t>the</a:t>
            </a:r>
            <a:r>
              <a:rPr sz="1400" spc="-30" dirty="0">
                <a:latin typeface="Arial"/>
                <a:cs typeface="Arial"/>
              </a:rPr>
              <a:t> </a:t>
            </a:r>
            <a:r>
              <a:rPr sz="1400" dirty="0">
                <a:latin typeface="Arial"/>
                <a:cs typeface="Arial"/>
              </a:rPr>
              <a:t>statistical</a:t>
            </a:r>
            <a:r>
              <a:rPr sz="1400" spc="-50" dirty="0">
                <a:latin typeface="Arial"/>
                <a:cs typeface="Arial"/>
              </a:rPr>
              <a:t> </a:t>
            </a:r>
            <a:r>
              <a:rPr sz="1400" dirty="0">
                <a:latin typeface="Arial"/>
                <a:cs typeface="Arial"/>
              </a:rPr>
              <a:t>nature</a:t>
            </a:r>
            <a:r>
              <a:rPr sz="1400" spc="-35" dirty="0">
                <a:latin typeface="Arial"/>
                <a:cs typeface="Arial"/>
              </a:rPr>
              <a:t> </a:t>
            </a:r>
            <a:r>
              <a:rPr sz="1400" dirty="0">
                <a:latin typeface="Arial"/>
                <a:cs typeface="Arial"/>
              </a:rPr>
              <a:t>of</a:t>
            </a:r>
            <a:r>
              <a:rPr sz="1400" spc="-25" dirty="0">
                <a:latin typeface="Arial"/>
                <a:cs typeface="Arial"/>
              </a:rPr>
              <a:t> </a:t>
            </a:r>
            <a:r>
              <a:rPr sz="1400" dirty="0">
                <a:latin typeface="Arial"/>
                <a:cs typeface="Arial"/>
              </a:rPr>
              <a:t>the</a:t>
            </a:r>
            <a:r>
              <a:rPr sz="1400" spc="-25" dirty="0">
                <a:latin typeface="Arial"/>
                <a:cs typeface="Arial"/>
              </a:rPr>
              <a:t> </a:t>
            </a:r>
            <a:r>
              <a:rPr sz="1400" dirty="0">
                <a:latin typeface="Arial"/>
                <a:cs typeface="Arial"/>
              </a:rPr>
              <a:t>current</a:t>
            </a:r>
            <a:r>
              <a:rPr sz="1400" spc="-60" dirty="0">
                <a:latin typeface="Arial"/>
                <a:cs typeface="Arial"/>
              </a:rPr>
              <a:t> </a:t>
            </a:r>
            <a:r>
              <a:rPr sz="1400" dirty="0">
                <a:latin typeface="Arial"/>
                <a:cs typeface="Arial"/>
              </a:rPr>
              <a:t>generated</a:t>
            </a:r>
            <a:r>
              <a:rPr sz="1400" spc="-50" dirty="0">
                <a:latin typeface="Arial"/>
                <a:cs typeface="Arial"/>
              </a:rPr>
              <a:t> </a:t>
            </a:r>
            <a:r>
              <a:rPr sz="1400" dirty="0">
                <a:latin typeface="Arial"/>
                <a:cs typeface="Arial"/>
              </a:rPr>
              <a:t>by</a:t>
            </a:r>
            <a:r>
              <a:rPr sz="1400" spc="-20" dirty="0">
                <a:latin typeface="Arial"/>
                <a:cs typeface="Arial"/>
              </a:rPr>
              <a:t> </a:t>
            </a:r>
            <a:r>
              <a:rPr sz="1400" spc="-25" dirty="0">
                <a:latin typeface="Arial"/>
                <a:cs typeface="Arial"/>
              </a:rPr>
              <a:t>the </a:t>
            </a:r>
            <a:r>
              <a:rPr sz="1400" spc="-10" dirty="0">
                <a:latin typeface="Arial"/>
                <a:cs typeface="Arial"/>
              </a:rPr>
              <a:t>photodetector.</a:t>
            </a:r>
            <a:endParaRPr sz="1400">
              <a:latin typeface="Arial"/>
              <a:cs typeface="Arial"/>
            </a:endParaRPr>
          </a:p>
          <a:p>
            <a:pPr marL="74930" indent="-69850">
              <a:lnSpc>
                <a:spcPct val="100000"/>
              </a:lnSpc>
              <a:buSzPct val="92857"/>
              <a:buChar char="•"/>
              <a:tabLst>
                <a:tab pos="74930" algn="l"/>
              </a:tabLst>
            </a:pPr>
            <a:r>
              <a:rPr sz="1400" dirty="0">
                <a:latin typeface="Arial"/>
                <a:cs typeface="Arial"/>
              </a:rPr>
              <a:t>Amplified</a:t>
            </a:r>
            <a:r>
              <a:rPr sz="1400" spc="-45" dirty="0">
                <a:latin typeface="Arial"/>
                <a:cs typeface="Arial"/>
              </a:rPr>
              <a:t> </a:t>
            </a:r>
            <a:r>
              <a:rPr sz="1400" dirty="0">
                <a:latin typeface="Arial"/>
                <a:cs typeface="Arial"/>
              </a:rPr>
              <a:t>by</a:t>
            </a:r>
            <a:r>
              <a:rPr sz="1400" spc="-15" dirty="0">
                <a:latin typeface="Arial"/>
                <a:cs typeface="Arial"/>
              </a:rPr>
              <a:t> </a:t>
            </a:r>
            <a:r>
              <a:rPr sz="1400" dirty="0">
                <a:latin typeface="Arial"/>
                <a:cs typeface="Arial"/>
              </a:rPr>
              <a:t>the</a:t>
            </a:r>
            <a:r>
              <a:rPr sz="1400" spc="-45" dirty="0">
                <a:latin typeface="Arial"/>
                <a:cs typeface="Arial"/>
              </a:rPr>
              <a:t> </a:t>
            </a:r>
            <a:r>
              <a:rPr sz="1400" dirty="0">
                <a:latin typeface="Arial"/>
                <a:cs typeface="Arial"/>
              </a:rPr>
              <a:t>TIA,</a:t>
            </a:r>
            <a:r>
              <a:rPr sz="1400" spc="-30" dirty="0">
                <a:latin typeface="Arial"/>
                <a:cs typeface="Arial"/>
              </a:rPr>
              <a:t> </a:t>
            </a:r>
            <a:r>
              <a:rPr sz="1400" dirty="0">
                <a:latin typeface="Arial"/>
                <a:cs typeface="Arial"/>
              </a:rPr>
              <a:t>contributing</a:t>
            </a:r>
            <a:r>
              <a:rPr sz="1400" spc="-55" dirty="0">
                <a:latin typeface="Arial"/>
                <a:cs typeface="Arial"/>
              </a:rPr>
              <a:t> </a:t>
            </a:r>
            <a:r>
              <a:rPr sz="1400" dirty="0">
                <a:latin typeface="Arial"/>
                <a:cs typeface="Arial"/>
              </a:rPr>
              <a:t>to</a:t>
            </a:r>
            <a:r>
              <a:rPr sz="1400" spc="-35" dirty="0">
                <a:latin typeface="Arial"/>
                <a:cs typeface="Arial"/>
              </a:rPr>
              <a:t> </a:t>
            </a:r>
            <a:r>
              <a:rPr sz="1400" dirty="0">
                <a:latin typeface="Arial"/>
                <a:cs typeface="Arial"/>
              </a:rPr>
              <a:t>the</a:t>
            </a:r>
            <a:r>
              <a:rPr sz="1400" spc="-30" dirty="0">
                <a:latin typeface="Arial"/>
                <a:cs typeface="Arial"/>
              </a:rPr>
              <a:t> </a:t>
            </a:r>
            <a:r>
              <a:rPr sz="1400" dirty="0">
                <a:latin typeface="Arial"/>
                <a:cs typeface="Arial"/>
              </a:rPr>
              <a:t>output</a:t>
            </a:r>
            <a:r>
              <a:rPr sz="1400" spc="-50" dirty="0">
                <a:latin typeface="Arial"/>
                <a:cs typeface="Arial"/>
              </a:rPr>
              <a:t> </a:t>
            </a:r>
            <a:r>
              <a:rPr sz="1400" spc="-10" dirty="0">
                <a:latin typeface="Arial"/>
                <a:cs typeface="Arial"/>
              </a:rPr>
              <a:t>noise.</a:t>
            </a:r>
            <a:endParaRPr sz="1400">
              <a:latin typeface="Arial"/>
              <a:cs typeface="Arial"/>
            </a:endParaRPr>
          </a:p>
          <a:p>
            <a:pPr marL="74930" indent="-69850">
              <a:lnSpc>
                <a:spcPct val="100000"/>
              </a:lnSpc>
              <a:buSzPct val="92857"/>
              <a:buFont typeface="Arial"/>
              <a:buChar char="•"/>
              <a:tabLst>
                <a:tab pos="74930" algn="l"/>
              </a:tabLst>
            </a:pPr>
            <a:r>
              <a:rPr sz="1400" b="1" spc="-10" dirty="0">
                <a:latin typeface="Arial"/>
                <a:cs typeface="Arial"/>
              </a:rPr>
              <a:t>Op-</a:t>
            </a:r>
            <a:r>
              <a:rPr sz="1400" b="1" dirty="0">
                <a:latin typeface="Arial"/>
                <a:cs typeface="Arial"/>
              </a:rPr>
              <a:t>Amp</a:t>
            </a:r>
            <a:r>
              <a:rPr sz="1400" b="1" spc="-15" dirty="0">
                <a:latin typeface="Arial"/>
                <a:cs typeface="Arial"/>
              </a:rPr>
              <a:t> </a:t>
            </a:r>
            <a:r>
              <a:rPr sz="1400" b="1" dirty="0">
                <a:latin typeface="Arial"/>
                <a:cs typeface="Arial"/>
              </a:rPr>
              <a:t>Voltage</a:t>
            </a:r>
            <a:r>
              <a:rPr sz="1400" b="1" spc="-60" dirty="0">
                <a:latin typeface="Arial"/>
                <a:cs typeface="Arial"/>
              </a:rPr>
              <a:t> </a:t>
            </a:r>
            <a:r>
              <a:rPr sz="1400" b="1" spc="-10" dirty="0">
                <a:latin typeface="Arial"/>
                <a:cs typeface="Arial"/>
              </a:rPr>
              <a:t>Noise</a:t>
            </a:r>
            <a:r>
              <a:rPr sz="1400" spc="-10" dirty="0">
                <a:latin typeface="Arial"/>
                <a:cs typeface="Arial"/>
              </a:rPr>
              <a:t>:</a:t>
            </a:r>
            <a:endParaRPr sz="1400">
              <a:latin typeface="Arial"/>
              <a:cs typeface="Arial"/>
            </a:endParaRPr>
          </a:p>
          <a:p>
            <a:pPr marL="74930" indent="-69850">
              <a:lnSpc>
                <a:spcPct val="100000"/>
              </a:lnSpc>
              <a:buSzPct val="92857"/>
              <a:buChar char="•"/>
              <a:tabLst>
                <a:tab pos="74930" algn="l"/>
              </a:tabLst>
            </a:pPr>
            <a:r>
              <a:rPr sz="1400" dirty="0">
                <a:latin typeface="Arial"/>
                <a:cs typeface="Arial"/>
              </a:rPr>
              <a:t>Intrinsic</a:t>
            </a:r>
            <a:r>
              <a:rPr sz="1400" spc="-60" dirty="0">
                <a:latin typeface="Arial"/>
                <a:cs typeface="Arial"/>
              </a:rPr>
              <a:t> </a:t>
            </a:r>
            <a:r>
              <a:rPr sz="1400" dirty="0">
                <a:latin typeface="Arial"/>
                <a:cs typeface="Arial"/>
              </a:rPr>
              <a:t>noise</a:t>
            </a:r>
            <a:r>
              <a:rPr sz="1400" spc="-30" dirty="0">
                <a:latin typeface="Arial"/>
                <a:cs typeface="Arial"/>
              </a:rPr>
              <a:t> </a:t>
            </a:r>
            <a:r>
              <a:rPr sz="1400" dirty="0">
                <a:latin typeface="Arial"/>
                <a:cs typeface="Arial"/>
              </a:rPr>
              <a:t>from</a:t>
            </a:r>
            <a:r>
              <a:rPr sz="1400" spc="-40" dirty="0">
                <a:latin typeface="Arial"/>
                <a:cs typeface="Arial"/>
              </a:rPr>
              <a:t> </a:t>
            </a:r>
            <a:r>
              <a:rPr sz="1400" dirty="0">
                <a:latin typeface="Arial"/>
                <a:cs typeface="Arial"/>
              </a:rPr>
              <a:t>the</a:t>
            </a:r>
            <a:r>
              <a:rPr sz="1400" spc="-30" dirty="0">
                <a:latin typeface="Arial"/>
                <a:cs typeface="Arial"/>
              </a:rPr>
              <a:t> </a:t>
            </a:r>
            <a:r>
              <a:rPr sz="1400" dirty="0">
                <a:latin typeface="Arial"/>
                <a:cs typeface="Arial"/>
              </a:rPr>
              <a:t>operational</a:t>
            </a:r>
            <a:r>
              <a:rPr sz="1400" spc="-50" dirty="0">
                <a:latin typeface="Arial"/>
                <a:cs typeface="Arial"/>
              </a:rPr>
              <a:t> </a:t>
            </a:r>
            <a:r>
              <a:rPr sz="1400" spc="-10" dirty="0">
                <a:latin typeface="Arial"/>
                <a:cs typeface="Arial"/>
              </a:rPr>
              <a:t>amplifier.</a:t>
            </a:r>
            <a:endParaRPr sz="1400">
              <a:latin typeface="Arial"/>
              <a:cs typeface="Arial"/>
            </a:endParaRPr>
          </a:p>
          <a:p>
            <a:pPr marL="74930" indent="-69850">
              <a:lnSpc>
                <a:spcPct val="100000"/>
              </a:lnSpc>
              <a:buSzPct val="92857"/>
              <a:buChar char="•"/>
              <a:tabLst>
                <a:tab pos="74930" algn="l"/>
              </a:tabLst>
            </a:pPr>
            <a:r>
              <a:rPr sz="1400" dirty="0">
                <a:latin typeface="Arial"/>
                <a:cs typeface="Arial"/>
              </a:rPr>
              <a:t>Modeled</a:t>
            </a:r>
            <a:r>
              <a:rPr sz="1400" spc="-45" dirty="0">
                <a:latin typeface="Arial"/>
                <a:cs typeface="Arial"/>
              </a:rPr>
              <a:t> </a:t>
            </a:r>
            <a:r>
              <a:rPr sz="1400" dirty="0">
                <a:latin typeface="Arial"/>
                <a:cs typeface="Arial"/>
              </a:rPr>
              <a:t>as</a:t>
            </a:r>
            <a:r>
              <a:rPr sz="1400" spc="-25" dirty="0">
                <a:latin typeface="Arial"/>
                <a:cs typeface="Arial"/>
              </a:rPr>
              <a:t> </a:t>
            </a:r>
            <a:r>
              <a:rPr sz="1400" dirty="0">
                <a:latin typeface="Arial"/>
                <a:cs typeface="Arial"/>
              </a:rPr>
              <a:t>a</a:t>
            </a:r>
            <a:r>
              <a:rPr sz="1400" spc="-20" dirty="0">
                <a:latin typeface="Arial"/>
                <a:cs typeface="Arial"/>
              </a:rPr>
              <a:t> </a:t>
            </a:r>
            <a:r>
              <a:rPr sz="1400" dirty="0">
                <a:latin typeface="Arial"/>
                <a:cs typeface="Arial"/>
              </a:rPr>
              <a:t>noise</a:t>
            </a:r>
            <a:r>
              <a:rPr sz="1400" spc="-35" dirty="0">
                <a:latin typeface="Arial"/>
                <a:cs typeface="Arial"/>
              </a:rPr>
              <a:t> </a:t>
            </a:r>
            <a:r>
              <a:rPr sz="1400" dirty="0">
                <a:latin typeface="Arial"/>
                <a:cs typeface="Arial"/>
              </a:rPr>
              <a:t>voltage</a:t>
            </a:r>
            <a:r>
              <a:rPr sz="1400" spc="-30" dirty="0">
                <a:latin typeface="Arial"/>
                <a:cs typeface="Arial"/>
              </a:rPr>
              <a:t> </a:t>
            </a:r>
            <a:r>
              <a:rPr sz="1400" dirty="0">
                <a:latin typeface="Arial"/>
                <a:cs typeface="Arial"/>
              </a:rPr>
              <a:t>at</a:t>
            </a:r>
            <a:r>
              <a:rPr sz="1400" spc="-25" dirty="0">
                <a:latin typeface="Arial"/>
                <a:cs typeface="Arial"/>
              </a:rPr>
              <a:t> </a:t>
            </a:r>
            <a:r>
              <a:rPr sz="1400" dirty="0">
                <a:latin typeface="Arial"/>
                <a:cs typeface="Arial"/>
              </a:rPr>
              <a:t>the</a:t>
            </a:r>
            <a:r>
              <a:rPr sz="1400" spc="-35" dirty="0">
                <a:latin typeface="Arial"/>
                <a:cs typeface="Arial"/>
              </a:rPr>
              <a:t> </a:t>
            </a:r>
            <a:r>
              <a:rPr sz="1400" spc="-10" dirty="0">
                <a:latin typeface="Arial"/>
                <a:cs typeface="Arial"/>
              </a:rPr>
              <a:t>input.</a:t>
            </a:r>
            <a:endParaRPr sz="1400">
              <a:latin typeface="Arial"/>
              <a:cs typeface="Arial"/>
            </a:endParaRPr>
          </a:p>
          <a:p>
            <a:pPr marL="74930" indent="-69850">
              <a:lnSpc>
                <a:spcPct val="100000"/>
              </a:lnSpc>
              <a:buSzPct val="92857"/>
              <a:buChar char="•"/>
              <a:tabLst>
                <a:tab pos="74930" algn="l"/>
              </a:tabLst>
            </a:pPr>
            <a:r>
              <a:rPr sz="1400" dirty="0">
                <a:latin typeface="Arial"/>
                <a:cs typeface="Arial"/>
              </a:rPr>
              <a:t>Amplified</a:t>
            </a:r>
            <a:r>
              <a:rPr sz="1400" spc="-40" dirty="0">
                <a:latin typeface="Arial"/>
                <a:cs typeface="Arial"/>
              </a:rPr>
              <a:t> </a:t>
            </a:r>
            <a:r>
              <a:rPr sz="1400" dirty="0">
                <a:latin typeface="Arial"/>
                <a:cs typeface="Arial"/>
              </a:rPr>
              <a:t>by</a:t>
            </a:r>
            <a:r>
              <a:rPr sz="1400" spc="-15" dirty="0">
                <a:latin typeface="Arial"/>
                <a:cs typeface="Arial"/>
              </a:rPr>
              <a:t> </a:t>
            </a:r>
            <a:r>
              <a:rPr sz="1400" dirty="0">
                <a:latin typeface="Arial"/>
                <a:cs typeface="Arial"/>
              </a:rPr>
              <a:t>the</a:t>
            </a:r>
            <a:r>
              <a:rPr sz="1400" spc="-45" dirty="0">
                <a:latin typeface="Arial"/>
                <a:cs typeface="Arial"/>
              </a:rPr>
              <a:t> </a:t>
            </a:r>
            <a:r>
              <a:rPr sz="1400" dirty="0">
                <a:latin typeface="Arial"/>
                <a:cs typeface="Arial"/>
              </a:rPr>
              <a:t>gain</a:t>
            </a:r>
            <a:r>
              <a:rPr sz="1400" spc="-20" dirty="0">
                <a:latin typeface="Arial"/>
                <a:cs typeface="Arial"/>
              </a:rPr>
              <a:t> </a:t>
            </a:r>
            <a:r>
              <a:rPr sz="1400" dirty="0">
                <a:latin typeface="Arial"/>
                <a:cs typeface="Arial"/>
              </a:rPr>
              <a:t>of</a:t>
            </a:r>
            <a:r>
              <a:rPr sz="1400" spc="-25" dirty="0">
                <a:latin typeface="Arial"/>
                <a:cs typeface="Arial"/>
              </a:rPr>
              <a:t> </a:t>
            </a:r>
            <a:r>
              <a:rPr sz="1400" dirty="0">
                <a:latin typeface="Arial"/>
                <a:cs typeface="Arial"/>
              </a:rPr>
              <a:t>the</a:t>
            </a:r>
            <a:r>
              <a:rPr sz="1400" spc="-40" dirty="0">
                <a:latin typeface="Arial"/>
                <a:cs typeface="Arial"/>
              </a:rPr>
              <a:t> </a:t>
            </a:r>
            <a:r>
              <a:rPr sz="1400" spc="-20" dirty="0">
                <a:latin typeface="Arial"/>
                <a:cs typeface="Arial"/>
              </a:rPr>
              <a:t>TIA.</a:t>
            </a:r>
            <a:endParaRPr sz="1400">
              <a:latin typeface="Arial"/>
              <a:cs typeface="Arial"/>
            </a:endParaRPr>
          </a:p>
          <a:p>
            <a:pPr marL="74930" indent="-69850">
              <a:lnSpc>
                <a:spcPct val="100000"/>
              </a:lnSpc>
              <a:buSzPct val="92857"/>
              <a:buFont typeface="Arial"/>
              <a:buChar char="•"/>
              <a:tabLst>
                <a:tab pos="74930" algn="l"/>
              </a:tabLst>
            </a:pPr>
            <a:r>
              <a:rPr sz="1400" b="1" spc="-10" dirty="0">
                <a:latin typeface="Arial"/>
                <a:cs typeface="Arial"/>
              </a:rPr>
              <a:t>Op-</a:t>
            </a:r>
            <a:r>
              <a:rPr sz="1400" b="1" dirty="0">
                <a:latin typeface="Arial"/>
                <a:cs typeface="Arial"/>
              </a:rPr>
              <a:t>Amp</a:t>
            </a:r>
            <a:r>
              <a:rPr sz="1400" b="1" spc="-15" dirty="0">
                <a:latin typeface="Arial"/>
                <a:cs typeface="Arial"/>
              </a:rPr>
              <a:t> </a:t>
            </a:r>
            <a:r>
              <a:rPr sz="1400" b="1" dirty="0">
                <a:latin typeface="Arial"/>
                <a:cs typeface="Arial"/>
              </a:rPr>
              <a:t>Current</a:t>
            </a:r>
            <a:r>
              <a:rPr sz="1400" b="1" spc="-50" dirty="0">
                <a:latin typeface="Arial"/>
                <a:cs typeface="Arial"/>
              </a:rPr>
              <a:t> </a:t>
            </a:r>
            <a:r>
              <a:rPr sz="1400" b="1" spc="-10" dirty="0">
                <a:latin typeface="Arial"/>
                <a:cs typeface="Arial"/>
              </a:rPr>
              <a:t>Noise</a:t>
            </a:r>
            <a:r>
              <a:rPr sz="1400" spc="-10" dirty="0">
                <a:latin typeface="Arial"/>
                <a:cs typeface="Arial"/>
              </a:rPr>
              <a:t>:</a:t>
            </a:r>
            <a:endParaRPr sz="1400">
              <a:latin typeface="Arial"/>
              <a:cs typeface="Arial"/>
            </a:endParaRPr>
          </a:p>
          <a:p>
            <a:pPr marL="74930" indent="-69850">
              <a:lnSpc>
                <a:spcPct val="100000"/>
              </a:lnSpc>
              <a:buSzPct val="92857"/>
              <a:buChar char="•"/>
              <a:tabLst>
                <a:tab pos="74930" algn="l"/>
              </a:tabLst>
            </a:pPr>
            <a:r>
              <a:rPr sz="1400" dirty="0">
                <a:latin typeface="Arial"/>
                <a:cs typeface="Arial"/>
              </a:rPr>
              <a:t>Due</a:t>
            </a:r>
            <a:r>
              <a:rPr sz="1400" spc="-15" dirty="0">
                <a:latin typeface="Arial"/>
                <a:cs typeface="Arial"/>
              </a:rPr>
              <a:t> </a:t>
            </a:r>
            <a:r>
              <a:rPr sz="1400" dirty="0">
                <a:latin typeface="Arial"/>
                <a:cs typeface="Arial"/>
              </a:rPr>
              <a:t>to</a:t>
            </a:r>
            <a:r>
              <a:rPr sz="1400" spc="-25" dirty="0">
                <a:latin typeface="Arial"/>
                <a:cs typeface="Arial"/>
              </a:rPr>
              <a:t> </a:t>
            </a:r>
            <a:r>
              <a:rPr sz="1400" dirty="0">
                <a:latin typeface="Arial"/>
                <a:cs typeface="Arial"/>
              </a:rPr>
              <a:t>bias</a:t>
            </a:r>
            <a:r>
              <a:rPr sz="1400" spc="-20" dirty="0">
                <a:latin typeface="Arial"/>
                <a:cs typeface="Arial"/>
              </a:rPr>
              <a:t> </a:t>
            </a:r>
            <a:r>
              <a:rPr sz="1400" dirty="0">
                <a:latin typeface="Arial"/>
                <a:cs typeface="Arial"/>
              </a:rPr>
              <a:t>currents</a:t>
            </a:r>
            <a:r>
              <a:rPr sz="1400" spc="-35" dirty="0">
                <a:latin typeface="Arial"/>
                <a:cs typeface="Arial"/>
              </a:rPr>
              <a:t> </a:t>
            </a:r>
            <a:r>
              <a:rPr sz="1400" dirty="0">
                <a:latin typeface="Arial"/>
                <a:cs typeface="Arial"/>
              </a:rPr>
              <a:t>of</a:t>
            </a:r>
            <a:r>
              <a:rPr sz="1400" spc="-20" dirty="0">
                <a:latin typeface="Arial"/>
                <a:cs typeface="Arial"/>
              </a:rPr>
              <a:t> </a:t>
            </a:r>
            <a:r>
              <a:rPr sz="1400" dirty="0">
                <a:latin typeface="Arial"/>
                <a:cs typeface="Arial"/>
              </a:rPr>
              <a:t>the</a:t>
            </a:r>
            <a:r>
              <a:rPr sz="1400" spc="-25" dirty="0">
                <a:latin typeface="Arial"/>
                <a:cs typeface="Arial"/>
              </a:rPr>
              <a:t> </a:t>
            </a:r>
            <a:r>
              <a:rPr sz="1400" spc="-10" dirty="0">
                <a:latin typeface="Arial"/>
                <a:cs typeface="Arial"/>
              </a:rPr>
              <a:t>op-</a:t>
            </a:r>
            <a:r>
              <a:rPr sz="1400" dirty="0">
                <a:latin typeface="Arial"/>
                <a:cs typeface="Arial"/>
              </a:rPr>
              <a:t>amp</a:t>
            </a:r>
            <a:r>
              <a:rPr sz="1400" spc="-40" dirty="0">
                <a:latin typeface="Arial"/>
                <a:cs typeface="Arial"/>
              </a:rPr>
              <a:t> </a:t>
            </a:r>
            <a:r>
              <a:rPr sz="1400" spc="-10" dirty="0">
                <a:latin typeface="Arial"/>
                <a:cs typeface="Arial"/>
              </a:rPr>
              <a:t>transistors.</a:t>
            </a:r>
            <a:endParaRPr sz="1400">
              <a:latin typeface="Arial"/>
              <a:cs typeface="Arial"/>
            </a:endParaRPr>
          </a:p>
          <a:p>
            <a:pPr marL="12700" marR="5080" indent="-8255">
              <a:lnSpc>
                <a:spcPct val="100000"/>
              </a:lnSpc>
              <a:buSzPct val="92857"/>
              <a:buChar char="•"/>
              <a:tabLst>
                <a:tab pos="12700" algn="l"/>
                <a:tab pos="74295" algn="l"/>
              </a:tabLst>
            </a:pPr>
            <a:r>
              <a:rPr sz="1400" dirty="0">
                <a:latin typeface="Arial"/>
                <a:cs typeface="Arial"/>
              </a:rPr>
              <a:t>	Creates</a:t>
            </a:r>
            <a:r>
              <a:rPr sz="1400" spc="-50" dirty="0">
                <a:latin typeface="Arial"/>
                <a:cs typeface="Arial"/>
              </a:rPr>
              <a:t> </a:t>
            </a:r>
            <a:r>
              <a:rPr sz="1400" dirty="0">
                <a:latin typeface="Arial"/>
                <a:cs typeface="Arial"/>
              </a:rPr>
              <a:t>additional</a:t>
            </a:r>
            <a:r>
              <a:rPr sz="1400" spc="-55" dirty="0">
                <a:latin typeface="Arial"/>
                <a:cs typeface="Arial"/>
              </a:rPr>
              <a:t> </a:t>
            </a:r>
            <a:r>
              <a:rPr sz="1400" dirty="0">
                <a:latin typeface="Arial"/>
                <a:cs typeface="Arial"/>
              </a:rPr>
              <a:t>voltage</a:t>
            </a:r>
            <a:r>
              <a:rPr sz="1400" spc="-40" dirty="0">
                <a:latin typeface="Arial"/>
                <a:cs typeface="Arial"/>
              </a:rPr>
              <a:t> </a:t>
            </a:r>
            <a:r>
              <a:rPr sz="1400" dirty="0">
                <a:latin typeface="Arial"/>
                <a:cs typeface="Arial"/>
              </a:rPr>
              <a:t>noise</a:t>
            </a:r>
            <a:r>
              <a:rPr sz="1400" spc="-45" dirty="0">
                <a:latin typeface="Arial"/>
                <a:cs typeface="Arial"/>
              </a:rPr>
              <a:t> </a:t>
            </a:r>
            <a:r>
              <a:rPr sz="1400" dirty="0">
                <a:latin typeface="Arial"/>
                <a:cs typeface="Arial"/>
              </a:rPr>
              <a:t>when</a:t>
            </a:r>
            <a:r>
              <a:rPr sz="1400" spc="-35" dirty="0">
                <a:latin typeface="Arial"/>
                <a:cs typeface="Arial"/>
              </a:rPr>
              <a:t> </a:t>
            </a:r>
            <a:r>
              <a:rPr sz="1400" dirty="0">
                <a:latin typeface="Arial"/>
                <a:cs typeface="Arial"/>
              </a:rPr>
              <a:t>interacting</a:t>
            </a:r>
            <a:r>
              <a:rPr sz="1400" spc="-65" dirty="0">
                <a:latin typeface="Arial"/>
                <a:cs typeface="Arial"/>
              </a:rPr>
              <a:t> </a:t>
            </a:r>
            <a:r>
              <a:rPr sz="1400" dirty="0">
                <a:latin typeface="Arial"/>
                <a:cs typeface="Arial"/>
              </a:rPr>
              <a:t>with</a:t>
            </a:r>
            <a:r>
              <a:rPr sz="1400" spc="-35" dirty="0">
                <a:latin typeface="Arial"/>
                <a:cs typeface="Arial"/>
              </a:rPr>
              <a:t> </a:t>
            </a:r>
            <a:r>
              <a:rPr sz="1400" dirty="0">
                <a:latin typeface="Arial"/>
                <a:cs typeface="Arial"/>
              </a:rPr>
              <a:t>the</a:t>
            </a:r>
            <a:r>
              <a:rPr sz="1400" spc="-40" dirty="0">
                <a:latin typeface="Arial"/>
                <a:cs typeface="Arial"/>
              </a:rPr>
              <a:t> </a:t>
            </a:r>
            <a:r>
              <a:rPr sz="1400" dirty="0">
                <a:latin typeface="Arial"/>
                <a:cs typeface="Arial"/>
              </a:rPr>
              <a:t>impedance</a:t>
            </a:r>
            <a:r>
              <a:rPr sz="1400" spc="-70" dirty="0">
                <a:latin typeface="Arial"/>
                <a:cs typeface="Arial"/>
              </a:rPr>
              <a:t> </a:t>
            </a:r>
            <a:r>
              <a:rPr sz="1400" spc="-25" dirty="0">
                <a:latin typeface="Arial"/>
                <a:cs typeface="Arial"/>
              </a:rPr>
              <a:t>of </a:t>
            </a:r>
            <a:r>
              <a:rPr sz="1400" dirty="0">
                <a:latin typeface="Arial"/>
                <a:cs typeface="Arial"/>
              </a:rPr>
              <a:t>the</a:t>
            </a:r>
            <a:r>
              <a:rPr sz="1400" spc="-30" dirty="0">
                <a:latin typeface="Arial"/>
                <a:cs typeface="Arial"/>
              </a:rPr>
              <a:t> </a:t>
            </a:r>
            <a:r>
              <a:rPr sz="1400" spc="-10" dirty="0">
                <a:latin typeface="Arial"/>
                <a:cs typeface="Arial"/>
              </a:rPr>
              <a:t>circuit.</a:t>
            </a:r>
            <a:endParaRPr sz="1400">
              <a:latin typeface="Arial"/>
              <a:cs typeface="Arial"/>
            </a:endParaRPr>
          </a:p>
          <a:p>
            <a:pPr marL="74930" indent="-69850">
              <a:lnSpc>
                <a:spcPct val="100000"/>
              </a:lnSpc>
              <a:buSzPct val="92857"/>
              <a:buFont typeface="Arial"/>
              <a:buChar char="•"/>
              <a:tabLst>
                <a:tab pos="74930" algn="l"/>
              </a:tabLst>
            </a:pPr>
            <a:r>
              <a:rPr sz="1400" b="1" dirty="0">
                <a:latin typeface="Arial"/>
                <a:cs typeface="Arial"/>
              </a:rPr>
              <a:t>Flicker</a:t>
            </a:r>
            <a:r>
              <a:rPr sz="1400" b="1" spc="-55" dirty="0">
                <a:latin typeface="Arial"/>
                <a:cs typeface="Arial"/>
              </a:rPr>
              <a:t> </a:t>
            </a:r>
            <a:r>
              <a:rPr sz="1400" b="1" dirty="0">
                <a:latin typeface="Arial"/>
                <a:cs typeface="Arial"/>
              </a:rPr>
              <a:t>Noise</a:t>
            </a:r>
            <a:r>
              <a:rPr sz="1400" b="1" spc="-30" dirty="0">
                <a:latin typeface="Arial"/>
                <a:cs typeface="Arial"/>
              </a:rPr>
              <a:t> </a:t>
            </a:r>
            <a:r>
              <a:rPr sz="1400" b="1" dirty="0">
                <a:latin typeface="Arial"/>
                <a:cs typeface="Arial"/>
              </a:rPr>
              <a:t>(1/f</a:t>
            </a:r>
            <a:r>
              <a:rPr sz="1400" b="1" spc="-40" dirty="0">
                <a:latin typeface="Arial"/>
                <a:cs typeface="Arial"/>
              </a:rPr>
              <a:t> </a:t>
            </a:r>
            <a:r>
              <a:rPr sz="1400" b="1" spc="-10" dirty="0">
                <a:latin typeface="Arial"/>
                <a:cs typeface="Arial"/>
              </a:rPr>
              <a:t>Noise)</a:t>
            </a:r>
            <a:r>
              <a:rPr sz="1400" spc="-10" dirty="0">
                <a:latin typeface="Arial"/>
                <a:cs typeface="Arial"/>
              </a:rPr>
              <a:t>:</a:t>
            </a:r>
            <a:endParaRPr sz="1400">
              <a:latin typeface="Arial"/>
              <a:cs typeface="Arial"/>
            </a:endParaRPr>
          </a:p>
          <a:p>
            <a:pPr marL="74930" indent="-69850">
              <a:lnSpc>
                <a:spcPct val="100000"/>
              </a:lnSpc>
              <a:buSzPct val="92857"/>
              <a:buChar char="•"/>
              <a:tabLst>
                <a:tab pos="74930" algn="l"/>
              </a:tabLst>
            </a:pPr>
            <a:r>
              <a:rPr sz="1400" spc="-10" dirty="0">
                <a:latin typeface="Arial"/>
                <a:cs typeface="Arial"/>
              </a:rPr>
              <a:t>Low-</a:t>
            </a:r>
            <a:r>
              <a:rPr sz="1400" dirty="0">
                <a:latin typeface="Arial"/>
                <a:cs typeface="Arial"/>
              </a:rPr>
              <a:t>frequency</a:t>
            </a:r>
            <a:r>
              <a:rPr sz="1400" spc="-40" dirty="0">
                <a:latin typeface="Arial"/>
                <a:cs typeface="Arial"/>
              </a:rPr>
              <a:t> </a:t>
            </a:r>
            <a:r>
              <a:rPr sz="1400" dirty="0">
                <a:latin typeface="Arial"/>
                <a:cs typeface="Arial"/>
              </a:rPr>
              <a:t>noise</a:t>
            </a:r>
            <a:r>
              <a:rPr sz="1400" spc="-40" dirty="0">
                <a:latin typeface="Arial"/>
                <a:cs typeface="Arial"/>
              </a:rPr>
              <a:t> </a:t>
            </a:r>
            <a:r>
              <a:rPr sz="1400" dirty="0">
                <a:latin typeface="Arial"/>
                <a:cs typeface="Arial"/>
              </a:rPr>
              <a:t>due</a:t>
            </a:r>
            <a:r>
              <a:rPr sz="1400" spc="-25" dirty="0">
                <a:latin typeface="Arial"/>
                <a:cs typeface="Arial"/>
              </a:rPr>
              <a:t> </a:t>
            </a:r>
            <a:r>
              <a:rPr sz="1400" dirty="0">
                <a:latin typeface="Arial"/>
                <a:cs typeface="Arial"/>
              </a:rPr>
              <a:t>to</a:t>
            </a:r>
            <a:r>
              <a:rPr sz="1400" spc="-20" dirty="0">
                <a:latin typeface="Arial"/>
                <a:cs typeface="Arial"/>
              </a:rPr>
              <a:t> </a:t>
            </a:r>
            <a:r>
              <a:rPr sz="1400" dirty="0">
                <a:latin typeface="Arial"/>
                <a:cs typeface="Arial"/>
              </a:rPr>
              <a:t>imperfections</a:t>
            </a:r>
            <a:r>
              <a:rPr sz="1400" spc="-55" dirty="0">
                <a:latin typeface="Arial"/>
                <a:cs typeface="Arial"/>
              </a:rPr>
              <a:t> </a:t>
            </a:r>
            <a:r>
              <a:rPr sz="1400" dirty="0">
                <a:latin typeface="Arial"/>
                <a:cs typeface="Arial"/>
              </a:rPr>
              <a:t>in</a:t>
            </a:r>
            <a:r>
              <a:rPr sz="1400" spc="-15" dirty="0">
                <a:latin typeface="Arial"/>
                <a:cs typeface="Arial"/>
              </a:rPr>
              <a:t> </a:t>
            </a:r>
            <a:r>
              <a:rPr sz="1400" dirty="0">
                <a:latin typeface="Arial"/>
                <a:cs typeface="Arial"/>
              </a:rPr>
              <a:t>the</a:t>
            </a:r>
            <a:r>
              <a:rPr sz="1400" spc="-25" dirty="0">
                <a:latin typeface="Arial"/>
                <a:cs typeface="Arial"/>
              </a:rPr>
              <a:t> </a:t>
            </a:r>
            <a:r>
              <a:rPr sz="1400" spc="-10" dirty="0">
                <a:latin typeface="Arial"/>
                <a:cs typeface="Arial"/>
              </a:rPr>
              <a:t>op-</a:t>
            </a:r>
            <a:r>
              <a:rPr sz="1400" spc="-20" dirty="0">
                <a:latin typeface="Arial"/>
                <a:cs typeface="Arial"/>
              </a:rPr>
              <a:t>amp.</a:t>
            </a:r>
            <a:endParaRPr sz="1400">
              <a:latin typeface="Arial"/>
              <a:cs typeface="Arial"/>
            </a:endParaRPr>
          </a:p>
          <a:p>
            <a:pPr marL="74930" indent="-69850">
              <a:lnSpc>
                <a:spcPct val="100000"/>
              </a:lnSpc>
              <a:buSzPct val="92857"/>
              <a:buChar char="•"/>
              <a:tabLst>
                <a:tab pos="74930" algn="l"/>
              </a:tabLst>
            </a:pPr>
            <a:r>
              <a:rPr sz="1400" dirty="0">
                <a:latin typeface="Arial"/>
                <a:cs typeface="Arial"/>
              </a:rPr>
              <a:t>Dominant</a:t>
            </a:r>
            <a:r>
              <a:rPr sz="1400" spc="-50" dirty="0">
                <a:latin typeface="Arial"/>
                <a:cs typeface="Arial"/>
              </a:rPr>
              <a:t> </a:t>
            </a:r>
            <a:r>
              <a:rPr sz="1400" dirty="0">
                <a:latin typeface="Arial"/>
                <a:cs typeface="Arial"/>
              </a:rPr>
              <a:t>at</a:t>
            </a:r>
            <a:r>
              <a:rPr sz="1400" spc="-35" dirty="0">
                <a:latin typeface="Arial"/>
                <a:cs typeface="Arial"/>
              </a:rPr>
              <a:t> </a:t>
            </a:r>
            <a:r>
              <a:rPr sz="1400" dirty="0">
                <a:latin typeface="Arial"/>
                <a:cs typeface="Arial"/>
              </a:rPr>
              <a:t>low</a:t>
            </a:r>
            <a:r>
              <a:rPr sz="1400" spc="-20" dirty="0">
                <a:latin typeface="Arial"/>
                <a:cs typeface="Arial"/>
              </a:rPr>
              <a:t> </a:t>
            </a:r>
            <a:r>
              <a:rPr sz="1400" dirty="0">
                <a:latin typeface="Arial"/>
                <a:cs typeface="Arial"/>
              </a:rPr>
              <a:t>frequencies,</a:t>
            </a:r>
            <a:r>
              <a:rPr sz="1400" spc="-70" dirty="0">
                <a:latin typeface="Arial"/>
                <a:cs typeface="Arial"/>
              </a:rPr>
              <a:t> </a:t>
            </a:r>
            <a:r>
              <a:rPr sz="1400" dirty="0">
                <a:latin typeface="Arial"/>
                <a:cs typeface="Arial"/>
              </a:rPr>
              <a:t>decreasing</a:t>
            </a:r>
            <a:r>
              <a:rPr sz="1400" spc="-65" dirty="0">
                <a:latin typeface="Arial"/>
                <a:cs typeface="Arial"/>
              </a:rPr>
              <a:t> </a:t>
            </a:r>
            <a:r>
              <a:rPr sz="1400" dirty="0">
                <a:latin typeface="Arial"/>
                <a:cs typeface="Arial"/>
              </a:rPr>
              <a:t>with</a:t>
            </a:r>
            <a:r>
              <a:rPr sz="1400" spc="-15" dirty="0">
                <a:latin typeface="Arial"/>
                <a:cs typeface="Arial"/>
              </a:rPr>
              <a:t> </a:t>
            </a:r>
            <a:r>
              <a:rPr sz="1400" dirty="0">
                <a:latin typeface="Arial"/>
                <a:cs typeface="Arial"/>
              </a:rPr>
              <a:t>increasing</a:t>
            </a:r>
            <a:r>
              <a:rPr sz="1400" spc="-75" dirty="0">
                <a:latin typeface="Arial"/>
                <a:cs typeface="Arial"/>
              </a:rPr>
              <a:t> </a:t>
            </a:r>
            <a:r>
              <a:rPr sz="1400" spc="-10" dirty="0">
                <a:latin typeface="Arial"/>
                <a:cs typeface="Arial"/>
              </a:rPr>
              <a:t>frequency.</a:t>
            </a:r>
            <a:endParaRPr sz="1400">
              <a:latin typeface="Arial"/>
              <a:cs typeface="Arial"/>
            </a:endParaRPr>
          </a:p>
        </p:txBody>
      </p:sp>
      <p:grpSp>
        <p:nvGrpSpPr>
          <p:cNvPr id="4" name="object 4"/>
          <p:cNvGrpSpPr/>
          <p:nvPr/>
        </p:nvGrpSpPr>
        <p:grpSpPr>
          <a:xfrm>
            <a:off x="444500" y="1063929"/>
            <a:ext cx="939800" cy="939800"/>
            <a:chOff x="444500" y="1063929"/>
            <a:chExt cx="939800" cy="939800"/>
          </a:xfrm>
        </p:grpSpPr>
        <p:sp>
          <p:nvSpPr>
            <p:cNvPr id="5" name="object 5"/>
            <p:cNvSpPr/>
            <p:nvPr/>
          </p:nvSpPr>
          <p:spPr>
            <a:xfrm>
              <a:off x="457200" y="10766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6" name="object 6"/>
            <p:cNvSpPr/>
            <p:nvPr/>
          </p:nvSpPr>
          <p:spPr>
            <a:xfrm>
              <a:off x="457200" y="10766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7" name="object 7"/>
          <p:cNvSpPr txBox="1"/>
          <p:nvPr/>
        </p:nvSpPr>
        <p:spPr>
          <a:xfrm>
            <a:off x="538130" y="1402260"/>
            <a:ext cx="75247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Computer</a:t>
            </a:r>
            <a:endParaRPr sz="1400">
              <a:latin typeface="Calibri"/>
              <a:cs typeface="Calibri"/>
            </a:endParaRPr>
          </a:p>
        </p:txBody>
      </p:sp>
      <p:grpSp>
        <p:nvGrpSpPr>
          <p:cNvPr id="8" name="object 8"/>
          <p:cNvGrpSpPr/>
          <p:nvPr/>
        </p:nvGrpSpPr>
        <p:grpSpPr>
          <a:xfrm>
            <a:off x="1617002" y="1063929"/>
            <a:ext cx="939800" cy="939800"/>
            <a:chOff x="1617002" y="1063929"/>
            <a:chExt cx="939800" cy="939800"/>
          </a:xfrm>
        </p:grpSpPr>
        <p:sp>
          <p:nvSpPr>
            <p:cNvPr id="9" name="object 9"/>
            <p:cNvSpPr/>
            <p:nvPr/>
          </p:nvSpPr>
          <p:spPr>
            <a:xfrm>
              <a:off x="1629702" y="10766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10" name="object 10"/>
            <p:cNvSpPr/>
            <p:nvPr/>
          </p:nvSpPr>
          <p:spPr>
            <a:xfrm>
              <a:off x="1629702" y="10766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1" name="object 11"/>
          <p:cNvSpPr txBox="1"/>
          <p:nvPr/>
        </p:nvSpPr>
        <p:spPr>
          <a:xfrm>
            <a:off x="1712157" y="1188900"/>
            <a:ext cx="749300" cy="666750"/>
          </a:xfrm>
          <a:prstGeom prst="rect">
            <a:avLst/>
          </a:prstGeom>
        </p:spPr>
        <p:txBody>
          <a:bodyPr vert="horz" wrap="square" lIns="0" tIns="13335" rIns="0" bIns="0" rtlCol="0">
            <a:spAutoFit/>
          </a:bodyPr>
          <a:lstStyle/>
          <a:p>
            <a:pPr marL="12700" marR="5080" algn="ctr">
              <a:lnSpc>
                <a:spcPct val="100000"/>
              </a:lnSpc>
              <a:spcBef>
                <a:spcPts val="105"/>
              </a:spcBef>
            </a:pPr>
            <a:r>
              <a:rPr sz="1400" dirty="0">
                <a:solidFill>
                  <a:srgbClr val="FFFFFF"/>
                </a:solidFill>
                <a:latin typeface="Calibri"/>
                <a:cs typeface="Calibri"/>
              </a:rPr>
              <a:t>Digital</a:t>
            </a:r>
            <a:r>
              <a:rPr sz="1400" spc="-40" dirty="0">
                <a:solidFill>
                  <a:srgbClr val="FFFFFF"/>
                </a:solidFill>
                <a:latin typeface="Calibri"/>
                <a:cs typeface="Calibri"/>
              </a:rPr>
              <a:t> </a:t>
            </a:r>
            <a:r>
              <a:rPr sz="1400" spc="-25" dirty="0">
                <a:solidFill>
                  <a:srgbClr val="FFFFFF"/>
                </a:solidFill>
                <a:latin typeface="Calibri"/>
                <a:cs typeface="Calibri"/>
              </a:rPr>
              <a:t>to </a:t>
            </a:r>
            <a:r>
              <a:rPr sz="1400" spc="-10" dirty="0">
                <a:solidFill>
                  <a:srgbClr val="FFFFFF"/>
                </a:solidFill>
                <a:latin typeface="Calibri"/>
                <a:cs typeface="Calibri"/>
              </a:rPr>
              <a:t>Analog Converter</a:t>
            </a:r>
            <a:endParaRPr sz="1400">
              <a:latin typeface="Calibri"/>
              <a:cs typeface="Calibri"/>
            </a:endParaRPr>
          </a:p>
        </p:txBody>
      </p:sp>
      <p:grpSp>
        <p:nvGrpSpPr>
          <p:cNvPr id="12" name="object 12"/>
          <p:cNvGrpSpPr/>
          <p:nvPr/>
        </p:nvGrpSpPr>
        <p:grpSpPr>
          <a:xfrm>
            <a:off x="2875699" y="1063929"/>
            <a:ext cx="939800" cy="939800"/>
            <a:chOff x="2875699" y="1063929"/>
            <a:chExt cx="939800" cy="939800"/>
          </a:xfrm>
        </p:grpSpPr>
        <p:sp>
          <p:nvSpPr>
            <p:cNvPr id="13" name="object 13"/>
            <p:cNvSpPr/>
            <p:nvPr/>
          </p:nvSpPr>
          <p:spPr>
            <a:xfrm>
              <a:off x="2888399" y="10766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14" name="object 14"/>
            <p:cNvSpPr/>
            <p:nvPr/>
          </p:nvSpPr>
          <p:spPr>
            <a:xfrm>
              <a:off x="2888399" y="10766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5" name="object 15"/>
          <p:cNvSpPr txBox="1"/>
          <p:nvPr/>
        </p:nvSpPr>
        <p:spPr>
          <a:xfrm>
            <a:off x="3098873" y="1188900"/>
            <a:ext cx="492125" cy="666750"/>
          </a:xfrm>
          <a:prstGeom prst="rect">
            <a:avLst/>
          </a:prstGeom>
        </p:spPr>
        <p:txBody>
          <a:bodyPr vert="horz" wrap="square" lIns="0" tIns="13335" rIns="0" bIns="0" rtlCol="0">
            <a:spAutoFit/>
          </a:bodyPr>
          <a:lstStyle/>
          <a:p>
            <a:pPr algn="ctr">
              <a:lnSpc>
                <a:spcPct val="100000"/>
              </a:lnSpc>
              <a:spcBef>
                <a:spcPts val="105"/>
              </a:spcBef>
            </a:pPr>
            <a:r>
              <a:rPr sz="1400" spc="-25" dirty="0">
                <a:solidFill>
                  <a:srgbClr val="FFFFFF"/>
                </a:solidFill>
                <a:latin typeface="Calibri"/>
                <a:cs typeface="Calibri"/>
              </a:rPr>
              <a:t>LED</a:t>
            </a:r>
            <a:endParaRPr sz="1400">
              <a:latin typeface="Calibri"/>
              <a:cs typeface="Calibri"/>
            </a:endParaRPr>
          </a:p>
          <a:p>
            <a:pPr marL="12700" marR="5080" indent="-635" algn="ctr">
              <a:lnSpc>
                <a:spcPct val="100000"/>
              </a:lnSpc>
            </a:pPr>
            <a:r>
              <a:rPr sz="1400" spc="-10" dirty="0">
                <a:solidFill>
                  <a:srgbClr val="FFFFFF"/>
                </a:solidFill>
                <a:latin typeface="Calibri"/>
                <a:cs typeface="Calibri"/>
              </a:rPr>
              <a:t>Driver Circuit</a:t>
            </a:r>
            <a:endParaRPr sz="1400">
              <a:latin typeface="Calibri"/>
              <a:cs typeface="Calibri"/>
            </a:endParaRPr>
          </a:p>
        </p:txBody>
      </p:sp>
      <p:grpSp>
        <p:nvGrpSpPr>
          <p:cNvPr id="16" name="object 16"/>
          <p:cNvGrpSpPr/>
          <p:nvPr/>
        </p:nvGrpSpPr>
        <p:grpSpPr>
          <a:xfrm>
            <a:off x="4125455" y="1063929"/>
            <a:ext cx="939800" cy="939800"/>
            <a:chOff x="4125455" y="1063929"/>
            <a:chExt cx="939800" cy="939800"/>
          </a:xfrm>
        </p:grpSpPr>
        <p:sp>
          <p:nvSpPr>
            <p:cNvPr id="17" name="object 17"/>
            <p:cNvSpPr/>
            <p:nvPr/>
          </p:nvSpPr>
          <p:spPr>
            <a:xfrm>
              <a:off x="4138155" y="10766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18" name="object 18"/>
            <p:cNvSpPr/>
            <p:nvPr/>
          </p:nvSpPr>
          <p:spPr>
            <a:xfrm>
              <a:off x="4138155" y="10766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9" name="object 19"/>
          <p:cNvSpPr txBox="1"/>
          <p:nvPr/>
        </p:nvSpPr>
        <p:spPr>
          <a:xfrm>
            <a:off x="4446158" y="1402260"/>
            <a:ext cx="297180" cy="239395"/>
          </a:xfrm>
          <a:prstGeom prst="rect">
            <a:avLst/>
          </a:prstGeom>
        </p:spPr>
        <p:txBody>
          <a:bodyPr vert="horz" wrap="square" lIns="0" tIns="13335" rIns="0" bIns="0" rtlCol="0">
            <a:spAutoFit/>
          </a:bodyPr>
          <a:lstStyle/>
          <a:p>
            <a:pPr marL="12700">
              <a:lnSpc>
                <a:spcPct val="100000"/>
              </a:lnSpc>
              <a:spcBef>
                <a:spcPts val="105"/>
              </a:spcBef>
            </a:pPr>
            <a:r>
              <a:rPr sz="1400" spc="-25" dirty="0">
                <a:solidFill>
                  <a:srgbClr val="FFFFFF"/>
                </a:solidFill>
                <a:latin typeface="Calibri"/>
                <a:cs typeface="Calibri"/>
              </a:rPr>
              <a:t>LED</a:t>
            </a:r>
            <a:endParaRPr sz="1400">
              <a:latin typeface="Calibri"/>
              <a:cs typeface="Calibri"/>
            </a:endParaRPr>
          </a:p>
        </p:txBody>
      </p:sp>
      <p:grpSp>
        <p:nvGrpSpPr>
          <p:cNvPr id="20" name="object 20"/>
          <p:cNvGrpSpPr/>
          <p:nvPr/>
        </p:nvGrpSpPr>
        <p:grpSpPr>
          <a:xfrm>
            <a:off x="7344371" y="1063929"/>
            <a:ext cx="939800" cy="939800"/>
            <a:chOff x="7344371" y="1063929"/>
            <a:chExt cx="939800" cy="939800"/>
          </a:xfrm>
        </p:grpSpPr>
        <p:sp>
          <p:nvSpPr>
            <p:cNvPr id="21" name="object 21"/>
            <p:cNvSpPr/>
            <p:nvPr/>
          </p:nvSpPr>
          <p:spPr>
            <a:xfrm>
              <a:off x="7357071" y="10766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22" name="object 22"/>
            <p:cNvSpPr/>
            <p:nvPr/>
          </p:nvSpPr>
          <p:spPr>
            <a:xfrm>
              <a:off x="7357071" y="10766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23" name="object 23"/>
          <p:cNvSpPr txBox="1"/>
          <p:nvPr/>
        </p:nvSpPr>
        <p:spPr>
          <a:xfrm>
            <a:off x="7700134" y="1402260"/>
            <a:ext cx="226060" cy="239395"/>
          </a:xfrm>
          <a:prstGeom prst="rect">
            <a:avLst/>
          </a:prstGeom>
        </p:spPr>
        <p:txBody>
          <a:bodyPr vert="horz" wrap="square" lIns="0" tIns="13335" rIns="0" bIns="0" rtlCol="0">
            <a:spAutoFit/>
          </a:bodyPr>
          <a:lstStyle/>
          <a:p>
            <a:pPr marL="12700">
              <a:lnSpc>
                <a:spcPct val="100000"/>
              </a:lnSpc>
              <a:spcBef>
                <a:spcPts val="105"/>
              </a:spcBef>
            </a:pPr>
            <a:r>
              <a:rPr sz="1400" spc="-25" dirty="0">
                <a:solidFill>
                  <a:srgbClr val="FFFFFF"/>
                </a:solidFill>
                <a:latin typeface="Calibri"/>
                <a:cs typeface="Calibri"/>
              </a:rPr>
              <a:t>PD</a:t>
            </a:r>
            <a:endParaRPr sz="1400">
              <a:latin typeface="Calibri"/>
              <a:cs typeface="Calibri"/>
            </a:endParaRPr>
          </a:p>
        </p:txBody>
      </p:sp>
      <p:grpSp>
        <p:nvGrpSpPr>
          <p:cNvPr id="24" name="object 24"/>
          <p:cNvGrpSpPr/>
          <p:nvPr/>
        </p:nvGrpSpPr>
        <p:grpSpPr>
          <a:xfrm>
            <a:off x="9712108" y="1063929"/>
            <a:ext cx="939800" cy="939800"/>
            <a:chOff x="9712108" y="1063929"/>
            <a:chExt cx="939800" cy="939800"/>
          </a:xfrm>
        </p:grpSpPr>
        <p:sp>
          <p:nvSpPr>
            <p:cNvPr id="25" name="object 25"/>
            <p:cNvSpPr/>
            <p:nvPr/>
          </p:nvSpPr>
          <p:spPr>
            <a:xfrm>
              <a:off x="9724808" y="10766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26" name="object 26"/>
            <p:cNvSpPr/>
            <p:nvPr/>
          </p:nvSpPr>
          <p:spPr>
            <a:xfrm>
              <a:off x="9724808" y="10766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27" name="object 27"/>
          <p:cNvSpPr txBox="1"/>
          <p:nvPr/>
        </p:nvSpPr>
        <p:spPr>
          <a:xfrm>
            <a:off x="9807254" y="1188900"/>
            <a:ext cx="749300" cy="666750"/>
          </a:xfrm>
          <a:prstGeom prst="rect">
            <a:avLst/>
          </a:prstGeom>
        </p:spPr>
        <p:txBody>
          <a:bodyPr vert="horz" wrap="square" lIns="0" tIns="13335" rIns="0" bIns="0" rtlCol="0">
            <a:spAutoFit/>
          </a:bodyPr>
          <a:lstStyle/>
          <a:p>
            <a:pPr marL="12065" marR="5080" indent="-1905" algn="ctr">
              <a:lnSpc>
                <a:spcPct val="100000"/>
              </a:lnSpc>
              <a:spcBef>
                <a:spcPts val="105"/>
              </a:spcBef>
            </a:pPr>
            <a:r>
              <a:rPr sz="1400" dirty="0">
                <a:solidFill>
                  <a:srgbClr val="FFFFFF"/>
                </a:solidFill>
                <a:latin typeface="Calibri"/>
                <a:cs typeface="Calibri"/>
              </a:rPr>
              <a:t>Analog</a:t>
            </a:r>
            <a:r>
              <a:rPr sz="1400" spc="-45" dirty="0">
                <a:solidFill>
                  <a:srgbClr val="FFFFFF"/>
                </a:solidFill>
                <a:latin typeface="Calibri"/>
                <a:cs typeface="Calibri"/>
              </a:rPr>
              <a:t> </a:t>
            </a:r>
            <a:r>
              <a:rPr sz="1400" spc="-25" dirty="0">
                <a:solidFill>
                  <a:srgbClr val="FFFFFF"/>
                </a:solidFill>
                <a:latin typeface="Calibri"/>
                <a:cs typeface="Calibri"/>
              </a:rPr>
              <a:t>to </a:t>
            </a:r>
            <a:r>
              <a:rPr sz="1400" spc="-10" dirty="0">
                <a:solidFill>
                  <a:srgbClr val="FFFFFF"/>
                </a:solidFill>
                <a:latin typeface="Calibri"/>
                <a:cs typeface="Calibri"/>
              </a:rPr>
              <a:t>Digital Converter</a:t>
            </a:r>
            <a:endParaRPr sz="1400">
              <a:latin typeface="Calibri"/>
              <a:cs typeface="Calibri"/>
            </a:endParaRPr>
          </a:p>
        </p:txBody>
      </p:sp>
      <p:grpSp>
        <p:nvGrpSpPr>
          <p:cNvPr id="28" name="object 28"/>
          <p:cNvGrpSpPr/>
          <p:nvPr/>
        </p:nvGrpSpPr>
        <p:grpSpPr>
          <a:xfrm>
            <a:off x="8539619" y="1069378"/>
            <a:ext cx="939800" cy="939800"/>
            <a:chOff x="8539619" y="1069378"/>
            <a:chExt cx="939800" cy="939800"/>
          </a:xfrm>
        </p:grpSpPr>
        <p:sp>
          <p:nvSpPr>
            <p:cNvPr id="29" name="object 29"/>
            <p:cNvSpPr/>
            <p:nvPr/>
          </p:nvSpPr>
          <p:spPr>
            <a:xfrm>
              <a:off x="8552319" y="1082078"/>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C0504D"/>
            </a:solidFill>
          </p:spPr>
          <p:txBody>
            <a:bodyPr wrap="square" lIns="0" tIns="0" rIns="0" bIns="0" rtlCol="0"/>
            <a:lstStyle/>
            <a:p>
              <a:endParaRPr/>
            </a:p>
          </p:txBody>
        </p:sp>
        <p:sp>
          <p:nvSpPr>
            <p:cNvPr id="30" name="object 30"/>
            <p:cNvSpPr/>
            <p:nvPr/>
          </p:nvSpPr>
          <p:spPr>
            <a:xfrm>
              <a:off x="8552319" y="1082078"/>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4F1D1B"/>
              </a:solidFill>
            </a:ln>
          </p:spPr>
          <p:txBody>
            <a:bodyPr wrap="square" lIns="0" tIns="0" rIns="0" bIns="0" rtlCol="0"/>
            <a:lstStyle/>
            <a:p>
              <a:endParaRPr/>
            </a:p>
          </p:txBody>
        </p:sp>
      </p:grpSp>
      <p:sp>
        <p:nvSpPr>
          <p:cNvPr id="31" name="object 31"/>
          <p:cNvSpPr txBox="1"/>
          <p:nvPr/>
        </p:nvSpPr>
        <p:spPr>
          <a:xfrm>
            <a:off x="8662171" y="1407709"/>
            <a:ext cx="69278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Amplifier</a:t>
            </a:r>
            <a:endParaRPr sz="1400">
              <a:latin typeface="Calibri"/>
              <a:cs typeface="Calibri"/>
            </a:endParaRPr>
          </a:p>
        </p:txBody>
      </p:sp>
      <p:grpSp>
        <p:nvGrpSpPr>
          <p:cNvPr id="32" name="object 32"/>
          <p:cNvGrpSpPr/>
          <p:nvPr/>
        </p:nvGrpSpPr>
        <p:grpSpPr>
          <a:xfrm>
            <a:off x="10829823" y="1073759"/>
            <a:ext cx="939800" cy="939800"/>
            <a:chOff x="10829823" y="1073759"/>
            <a:chExt cx="939800" cy="939800"/>
          </a:xfrm>
        </p:grpSpPr>
        <p:sp>
          <p:nvSpPr>
            <p:cNvPr id="33" name="object 33"/>
            <p:cNvSpPr/>
            <p:nvPr/>
          </p:nvSpPr>
          <p:spPr>
            <a:xfrm>
              <a:off x="10842523" y="108645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34" name="object 34"/>
            <p:cNvSpPr/>
            <p:nvPr/>
          </p:nvSpPr>
          <p:spPr>
            <a:xfrm>
              <a:off x="10842523" y="108645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35" name="object 35"/>
          <p:cNvSpPr txBox="1"/>
          <p:nvPr/>
        </p:nvSpPr>
        <p:spPr>
          <a:xfrm>
            <a:off x="10923452" y="1412091"/>
            <a:ext cx="75247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Computer</a:t>
            </a:r>
            <a:endParaRPr sz="1400">
              <a:latin typeface="Calibri"/>
              <a:cs typeface="Calibri"/>
            </a:endParaRPr>
          </a:p>
        </p:txBody>
      </p:sp>
      <p:sp>
        <p:nvSpPr>
          <p:cNvPr id="36" name="object 36"/>
          <p:cNvSpPr/>
          <p:nvPr/>
        </p:nvSpPr>
        <p:spPr>
          <a:xfrm>
            <a:off x="304800" y="848029"/>
            <a:ext cx="4876800" cy="1371600"/>
          </a:xfrm>
          <a:custGeom>
            <a:avLst/>
            <a:gdLst/>
            <a:ahLst/>
            <a:cxnLst/>
            <a:rect l="l" t="t" r="r" b="b"/>
            <a:pathLst>
              <a:path w="4876800" h="1371600">
                <a:moveTo>
                  <a:pt x="0" y="0"/>
                </a:moveTo>
                <a:lnTo>
                  <a:pt x="4876800" y="0"/>
                </a:lnTo>
                <a:lnTo>
                  <a:pt x="4876800" y="1371600"/>
                </a:lnTo>
                <a:lnTo>
                  <a:pt x="0" y="1371600"/>
                </a:lnTo>
                <a:lnTo>
                  <a:pt x="0" y="0"/>
                </a:lnTo>
                <a:close/>
              </a:path>
            </a:pathLst>
          </a:custGeom>
          <a:ln w="25400">
            <a:solidFill>
              <a:srgbClr val="1C334E"/>
            </a:solidFill>
            <a:prstDash val="sysDash"/>
          </a:ln>
        </p:spPr>
        <p:txBody>
          <a:bodyPr wrap="square" lIns="0" tIns="0" rIns="0" bIns="0" rtlCol="0"/>
          <a:lstStyle/>
          <a:p>
            <a:endParaRPr/>
          </a:p>
        </p:txBody>
      </p:sp>
      <p:sp>
        <p:nvSpPr>
          <p:cNvPr id="37" name="object 37"/>
          <p:cNvSpPr/>
          <p:nvPr/>
        </p:nvSpPr>
        <p:spPr>
          <a:xfrm>
            <a:off x="7239000" y="838200"/>
            <a:ext cx="4800600" cy="1371600"/>
          </a:xfrm>
          <a:custGeom>
            <a:avLst/>
            <a:gdLst/>
            <a:ahLst/>
            <a:cxnLst/>
            <a:rect l="l" t="t" r="r" b="b"/>
            <a:pathLst>
              <a:path w="4800600" h="1371600">
                <a:moveTo>
                  <a:pt x="0" y="0"/>
                </a:moveTo>
                <a:lnTo>
                  <a:pt x="4800600" y="0"/>
                </a:lnTo>
                <a:lnTo>
                  <a:pt x="4800600" y="1371600"/>
                </a:lnTo>
                <a:lnTo>
                  <a:pt x="0" y="1371600"/>
                </a:lnTo>
                <a:lnTo>
                  <a:pt x="0" y="0"/>
                </a:lnTo>
                <a:close/>
              </a:path>
            </a:pathLst>
          </a:custGeom>
          <a:ln w="25400">
            <a:solidFill>
              <a:srgbClr val="1C334E"/>
            </a:solidFill>
            <a:prstDash val="sysDash"/>
          </a:ln>
        </p:spPr>
        <p:txBody>
          <a:bodyPr wrap="square" lIns="0" tIns="0" rIns="0" bIns="0" rtlCol="0"/>
          <a:lstStyle/>
          <a:p>
            <a:endParaRPr/>
          </a:p>
        </p:txBody>
      </p:sp>
      <p:grpSp>
        <p:nvGrpSpPr>
          <p:cNvPr id="38" name="object 38"/>
          <p:cNvGrpSpPr/>
          <p:nvPr/>
        </p:nvGrpSpPr>
        <p:grpSpPr>
          <a:xfrm>
            <a:off x="5245100" y="1444932"/>
            <a:ext cx="1877695" cy="177800"/>
            <a:chOff x="5245100" y="1444932"/>
            <a:chExt cx="1877695" cy="177800"/>
          </a:xfrm>
        </p:grpSpPr>
        <p:sp>
          <p:nvSpPr>
            <p:cNvPr id="39" name="object 39"/>
            <p:cNvSpPr/>
            <p:nvPr/>
          </p:nvSpPr>
          <p:spPr>
            <a:xfrm>
              <a:off x="5257800" y="1457632"/>
              <a:ext cx="1852295" cy="152400"/>
            </a:xfrm>
            <a:custGeom>
              <a:avLst/>
              <a:gdLst/>
              <a:ahLst/>
              <a:cxnLst/>
              <a:rect l="l" t="t" r="r" b="b"/>
              <a:pathLst>
                <a:path w="1852295" h="152400">
                  <a:moveTo>
                    <a:pt x="1775955" y="0"/>
                  </a:moveTo>
                  <a:lnTo>
                    <a:pt x="1775955" y="38100"/>
                  </a:lnTo>
                  <a:lnTo>
                    <a:pt x="0" y="38100"/>
                  </a:lnTo>
                  <a:lnTo>
                    <a:pt x="0" y="114300"/>
                  </a:lnTo>
                  <a:lnTo>
                    <a:pt x="1775955" y="114300"/>
                  </a:lnTo>
                  <a:lnTo>
                    <a:pt x="1775955" y="152400"/>
                  </a:lnTo>
                  <a:lnTo>
                    <a:pt x="1852155" y="76200"/>
                  </a:lnTo>
                  <a:lnTo>
                    <a:pt x="1775955" y="0"/>
                  </a:lnTo>
                  <a:close/>
                </a:path>
              </a:pathLst>
            </a:custGeom>
            <a:solidFill>
              <a:srgbClr val="4F81BC"/>
            </a:solidFill>
          </p:spPr>
          <p:txBody>
            <a:bodyPr wrap="square" lIns="0" tIns="0" rIns="0" bIns="0" rtlCol="0"/>
            <a:lstStyle/>
            <a:p>
              <a:endParaRPr/>
            </a:p>
          </p:txBody>
        </p:sp>
        <p:sp>
          <p:nvSpPr>
            <p:cNvPr id="40" name="object 40"/>
            <p:cNvSpPr/>
            <p:nvPr/>
          </p:nvSpPr>
          <p:spPr>
            <a:xfrm>
              <a:off x="5257800" y="1457632"/>
              <a:ext cx="1852295" cy="152400"/>
            </a:xfrm>
            <a:custGeom>
              <a:avLst/>
              <a:gdLst/>
              <a:ahLst/>
              <a:cxnLst/>
              <a:rect l="l" t="t" r="r" b="b"/>
              <a:pathLst>
                <a:path w="1852295" h="152400">
                  <a:moveTo>
                    <a:pt x="0" y="38100"/>
                  </a:moveTo>
                  <a:lnTo>
                    <a:pt x="1775955" y="38100"/>
                  </a:lnTo>
                  <a:lnTo>
                    <a:pt x="1775955" y="0"/>
                  </a:lnTo>
                  <a:lnTo>
                    <a:pt x="1852155" y="76200"/>
                  </a:lnTo>
                  <a:lnTo>
                    <a:pt x="1775955" y="152400"/>
                  </a:lnTo>
                  <a:lnTo>
                    <a:pt x="1775955" y="114300"/>
                  </a:lnTo>
                  <a:lnTo>
                    <a:pt x="0" y="114300"/>
                  </a:lnTo>
                  <a:lnTo>
                    <a:pt x="0" y="38100"/>
                  </a:lnTo>
                  <a:close/>
                </a:path>
              </a:pathLst>
            </a:custGeom>
            <a:ln w="25400">
              <a:solidFill>
                <a:srgbClr val="1C334E"/>
              </a:solidFill>
            </a:ln>
          </p:spPr>
          <p:txBody>
            <a:bodyPr wrap="square" lIns="0" tIns="0" rIns="0" bIns="0" rtlCol="0"/>
            <a:lstStyle/>
            <a:p>
              <a:endParaRPr/>
            </a:p>
          </p:txBody>
        </p:sp>
      </p:grpSp>
      <p:pic>
        <p:nvPicPr>
          <p:cNvPr id="41" name="object 41"/>
          <p:cNvPicPr/>
          <p:nvPr/>
        </p:nvPicPr>
        <p:blipFill>
          <a:blip r:embed="rId2" cstate="print"/>
          <a:stretch>
            <a:fillRect/>
          </a:stretch>
        </p:blipFill>
        <p:spPr>
          <a:xfrm>
            <a:off x="6142123" y="3225520"/>
            <a:ext cx="5847649" cy="3089587"/>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Let’s</a:t>
            </a:r>
            <a:r>
              <a:rPr spc="-40" dirty="0"/>
              <a:t> </a:t>
            </a:r>
            <a:r>
              <a:rPr dirty="0"/>
              <a:t>talk</a:t>
            </a:r>
            <a:r>
              <a:rPr spc="-40" dirty="0"/>
              <a:t> </a:t>
            </a:r>
            <a:r>
              <a:rPr dirty="0"/>
              <a:t>about</a:t>
            </a:r>
            <a:r>
              <a:rPr spc="-20" dirty="0"/>
              <a:t> </a:t>
            </a:r>
            <a:r>
              <a:rPr dirty="0"/>
              <a:t>a</a:t>
            </a:r>
            <a:r>
              <a:rPr spc="-30" dirty="0"/>
              <a:t> </a:t>
            </a:r>
            <a:r>
              <a:rPr dirty="0"/>
              <a:t>real</a:t>
            </a:r>
            <a:r>
              <a:rPr spc="-45" dirty="0"/>
              <a:t> </a:t>
            </a:r>
            <a:r>
              <a:rPr dirty="0"/>
              <a:t>world</a:t>
            </a:r>
            <a:r>
              <a:rPr spc="-40" dirty="0"/>
              <a:t> </a:t>
            </a:r>
            <a:r>
              <a:rPr spc="-10" dirty="0"/>
              <a:t>system</a:t>
            </a:r>
          </a:p>
        </p:txBody>
      </p:sp>
      <p:sp>
        <p:nvSpPr>
          <p:cNvPr id="3" name="object 3"/>
          <p:cNvSpPr txBox="1">
            <a:spLocks noGrp="1"/>
          </p:cNvSpPr>
          <p:nvPr>
            <p:ph type="body" idx="1"/>
          </p:nvPr>
        </p:nvSpPr>
        <p:spPr>
          <a:xfrm>
            <a:off x="363397" y="2743200"/>
            <a:ext cx="9378315" cy="4081779"/>
          </a:xfrm>
          <a:prstGeom prst="rect">
            <a:avLst/>
          </a:prstGeom>
        </p:spPr>
        <p:txBody>
          <a:bodyPr vert="horz" wrap="square" lIns="0" tIns="13335" rIns="0" bIns="0" rtlCol="0">
            <a:spAutoFit/>
          </a:bodyPr>
          <a:lstStyle/>
          <a:p>
            <a:pPr marL="12700">
              <a:lnSpc>
                <a:spcPct val="100000"/>
              </a:lnSpc>
              <a:spcBef>
                <a:spcPts val="105"/>
              </a:spcBef>
            </a:pPr>
            <a:r>
              <a:rPr dirty="0"/>
              <a:t>What</a:t>
            </a:r>
            <a:r>
              <a:rPr spc="-45" dirty="0"/>
              <a:t> </a:t>
            </a:r>
            <a:r>
              <a:rPr dirty="0"/>
              <a:t>noise</a:t>
            </a:r>
            <a:r>
              <a:rPr spc="-25" dirty="0"/>
              <a:t> </a:t>
            </a:r>
            <a:r>
              <a:rPr dirty="0"/>
              <a:t>do</a:t>
            </a:r>
            <a:r>
              <a:rPr spc="-25" dirty="0"/>
              <a:t> </a:t>
            </a:r>
            <a:r>
              <a:rPr dirty="0"/>
              <a:t>we see</a:t>
            </a:r>
            <a:r>
              <a:rPr spc="-20" dirty="0"/>
              <a:t> </a:t>
            </a:r>
            <a:r>
              <a:rPr dirty="0"/>
              <a:t>in</a:t>
            </a:r>
            <a:r>
              <a:rPr spc="-15" dirty="0"/>
              <a:t> </a:t>
            </a:r>
            <a:r>
              <a:rPr dirty="0"/>
              <a:t>the</a:t>
            </a:r>
            <a:r>
              <a:rPr spc="-25" dirty="0"/>
              <a:t> </a:t>
            </a:r>
            <a:r>
              <a:rPr spc="-20" dirty="0"/>
              <a:t>ADC?</a:t>
            </a:r>
          </a:p>
          <a:p>
            <a:pPr marL="60960" indent="-59055">
              <a:lnSpc>
                <a:spcPct val="100000"/>
              </a:lnSpc>
              <a:spcBef>
                <a:spcPts val="10"/>
              </a:spcBef>
              <a:buSzPct val="86363"/>
              <a:buFont typeface="Arial"/>
              <a:buChar char="•"/>
              <a:tabLst>
                <a:tab pos="60960" algn="l"/>
              </a:tabLst>
            </a:pPr>
            <a:r>
              <a:rPr sz="1100" b="1" dirty="0">
                <a:latin typeface="Arial"/>
                <a:cs typeface="Arial"/>
              </a:rPr>
              <a:t>Quantization</a:t>
            </a:r>
            <a:r>
              <a:rPr sz="1100" b="1" spc="-65" dirty="0">
                <a:latin typeface="Arial"/>
                <a:cs typeface="Arial"/>
              </a:rPr>
              <a:t> </a:t>
            </a:r>
            <a:r>
              <a:rPr sz="1100" b="1" spc="-10" dirty="0">
                <a:latin typeface="Arial"/>
                <a:cs typeface="Arial"/>
              </a:rPr>
              <a:t>Noise</a:t>
            </a:r>
            <a:r>
              <a:rPr sz="1100" spc="-10" dirty="0"/>
              <a:t>:</a:t>
            </a:r>
            <a:endParaRPr sz="1100" dirty="0">
              <a:latin typeface="Arial"/>
              <a:cs typeface="Arial"/>
            </a:endParaRPr>
          </a:p>
          <a:p>
            <a:pPr marL="55880" indent="-55244">
              <a:lnSpc>
                <a:spcPct val="100000"/>
              </a:lnSpc>
              <a:spcBef>
                <a:spcPts val="5"/>
              </a:spcBef>
              <a:buSzPct val="85000"/>
              <a:buFont typeface="Arial"/>
              <a:buChar char="•"/>
              <a:tabLst>
                <a:tab pos="55880" algn="l"/>
              </a:tabLst>
            </a:pPr>
            <a:r>
              <a:rPr sz="1000" b="1" dirty="0">
                <a:latin typeface="Arial"/>
                <a:cs typeface="Arial"/>
              </a:rPr>
              <a:t>Cause</a:t>
            </a:r>
            <a:r>
              <a:rPr sz="1000" dirty="0"/>
              <a:t>:</a:t>
            </a:r>
            <a:r>
              <a:rPr sz="1000" spc="-35" dirty="0"/>
              <a:t> </a:t>
            </a:r>
            <a:r>
              <a:rPr sz="1000" dirty="0"/>
              <a:t>Due</a:t>
            </a:r>
            <a:r>
              <a:rPr sz="1000" spc="-35" dirty="0"/>
              <a:t> </a:t>
            </a:r>
            <a:r>
              <a:rPr sz="1000" dirty="0"/>
              <a:t>to</a:t>
            </a:r>
            <a:r>
              <a:rPr sz="1000" spc="-45" dirty="0"/>
              <a:t> </a:t>
            </a:r>
            <a:r>
              <a:rPr sz="1000" dirty="0"/>
              <a:t>approximating</a:t>
            </a:r>
            <a:r>
              <a:rPr sz="1000" spc="-45" dirty="0"/>
              <a:t> </a:t>
            </a:r>
            <a:r>
              <a:rPr sz="1000" dirty="0"/>
              <a:t>a</a:t>
            </a:r>
            <a:r>
              <a:rPr sz="1000" spc="-35" dirty="0"/>
              <a:t> </a:t>
            </a:r>
            <a:r>
              <a:rPr sz="1000" dirty="0"/>
              <a:t>continuous</a:t>
            </a:r>
            <a:r>
              <a:rPr sz="1000" spc="-35" dirty="0"/>
              <a:t> </a:t>
            </a:r>
            <a:r>
              <a:rPr sz="1000" dirty="0"/>
              <a:t>signal</a:t>
            </a:r>
            <a:r>
              <a:rPr sz="1000" spc="-40" dirty="0"/>
              <a:t> </a:t>
            </a:r>
            <a:r>
              <a:rPr sz="1000" dirty="0"/>
              <a:t>with</a:t>
            </a:r>
            <a:r>
              <a:rPr sz="1000" spc="-10" dirty="0"/>
              <a:t> </a:t>
            </a:r>
            <a:r>
              <a:rPr sz="1000" dirty="0"/>
              <a:t>discrete</a:t>
            </a:r>
            <a:r>
              <a:rPr sz="1000" spc="-35" dirty="0"/>
              <a:t> </a:t>
            </a:r>
            <a:r>
              <a:rPr sz="1000" spc="-10" dirty="0"/>
              <a:t>levels.</a:t>
            </a:r>
            <a:endParaRPr sz="1000" dirty="0">
              <a:latin typeface="Arial"/>
              <a:cs typeface="Arial"/>
            </a:endParaRPr>
          </a:p>
          <a:p>
            <a:pPr marL="55880" indent="-55244">
              <a:lnSpc>
                <a:spcPts val="1200"/>
              </a:lnSpc>
              <a:buSzPct val="85000"/>
              <a:buFont typeface="Arial"/>
              <a:buChar char="•"/>
              <a:tabLst>
                <a:tab pos="55880" algn="l"/>
              </a:tabLst>
            </a:pPr>
            <a:r>
              <a:rPr sz="1000" b="1" spc="-10" dirty="0">
                <a:latin typeface="Arial"/>
                <a:cs typeface="Arial"/>
              </a:rPr>
              <a:t>Characteristics</a:t>
            </a:r>
            <a:r>
              <a:rPr sz="1000" spc="-10" dirty="0"/>
              <a:t>: </a:t>
            </a:r>
            <a:r>
              <a:rPr sz="1000" dirty="0"/>
              <a:t>Inversely</a:t>
            </a:r>
            <a:r>
              <a:rPr sz="1000" spc="-5" dirty="0"/>
              <a:t> </a:t>
            </a:r>
            <a:r>
              <a:rPr sz="1000" spc="-10" dirty="0"/>
              <a:t>proportional </a:t>
            </a:r>
            <a:r>
              <a:rPr sz="1000" dirty="0"/>
              <a:t>to</a:t>
            </a:r>
            <a:r>
              <a:rPr sz="1000" spc="-10" dirty="0"/>
              <a:t> </a:t>
            </a:r>
            <a:r>
              <a:rPr sz="1000" dirty="0"/>
              <a:t>the</a:t>
            </a:r>
            <a:r>
              <a:rPr sz="1000" spc="-10" dirty="0"/>
              <a:t> </a:t>
            </a:r>
            <a:r>
              <a:rPr sz="1000" dirty="0"/>
              <a:t>number</a:t>
            </a:r>
            <a:r>
              <a:rPr sz="1000" spc="-25" dirty="0"/>
              <a:t> </a:t>
            </a:r>
            <a:r>
              <a:rPr sz="1000" dirty="0"/>
              <a:t>of</a:t>
            </a:r>
            <a:r>
              <a:rPr sz="1000" spc="-20" dirty="0"/>
              <a:t> </a:t>
            </a:r>
            <a:r>
              <a:rPr sz="1000" dirty="0"/>
              <a:t>bits.</a:t>
            </a:r>
            <a:r>
              <a:rPr sz="1000" spc="-10" dirty="0"/>
              <a:t> </a:t>
            </a:r>
            <a:r>
              <a:rPr sz="1000" dirty="0"/>
              <a:t>Modeled</a:t>
            </a:r>
            <a:r>
              <a:rPr sz="1000" spc="5" dirty="0"/>
              <a:t> </a:t>
            </a:r>
            <a:r>
              <a:rPr sz="1000" dirty="0"/>
              <a:t>as</a:t>
            </a:r>
            <a:r>
              <a:rPr sz="1000" spc="-15" dirty="0"/>
              <a:t> </a:t>
            </a:r>
            <a:r>
              <a:rPr sz="1000" dirty="0"/>
              <a:t>white</a:t>
            </a:r>
            <a:r>
              <a:rPr sz="1000" spc="15" dirty="0"/>
              <a:t> </a:t>
            </a:r>
            <a:r>
              <a:rPr sz="1000" spc="-10" dirty="0"/>
              <a:t>noise.</a:t>
            </a:r>
            <a:endParaRPr sz="1000" dirty="0">
              <a:latin typeface="Arial"/>
              <a:cs typeface="Arial"/>
            </a:endParaRPr>
          </a:p>
          <a:p>
            <a:pPr marL="60960" indent="-59055">
              <a:lnSpc>
                <a:spcPts val="1320"/>
              </a:lnSpc>
              <a:buSzPct val="86363"/>
              <a:buFont typeface="Arial"/>
              <a:buChar char="•"/>
              <a:tabLst>
                <a:tab pos="60960" algn="l"/>
              </a:tabLst>
            </a:pPr>
            <a:r>
              <a:rPr sz="1100" b="1" dirty="0">
                <a:latin typeface="Arial"/>
                <a:cs typeface="Arial"/>
              </a:rPr>
              <a:t>Thermal</a:t>
            </a:r>
            <a:r>
              <a:rPr sz="1100" b="1" spc="-55" dirty="0">
                <a:latin typeface="Arial"/>
                <a:cs typeface="Arial"/>
              </a:rPr>
              <a:t> </a:t>
            </a:r>
            <a:r>
              <a:rPr sz="1100" b="1" spc="-10" dirty="0">
                <a:latin typeface="Arial"/>
                <a:cs typeface="Arial"/>
              </a:rPr>
              <a:t>Noise</a:t>
            </a:r>
            <a:r>
              <a:rPr sz="1100" spc="-10" dirty="0"/>
              <a:t>:</a:t>
            </a:r>
            <a:endParaRPr sz="1100" dirty="0">
              <a:latin typeface="Arial"/>
              <a:cs typeface="Arial"/>
            </a:endParaRPr>
          </a:p>
          <a:p>
            <a:pPr marL="55880" indent="-55244">
              <a:lnSpc>
                <a:spcPct val="100000"/>
              </a:lnSpc>
              <a:buSzPct val="85000"/>
              <a:buFont typeface="Arial"/>
              <a:buChar char="•"/>
              <a:tabLst>
                <a:tab pos="55880" algn="l"/>
              </a:tabLst>
            </a:pPr>
            <a:r>
              <a:rPr sz="1000" b="1" dirty="0">
                <a:latin typeface="Arial"/>
                <a:cs typeface="Arial"/>
              </a:rPr>
              <a:t>Cause</a:t>
            </a:r>
            <a:r>
              <a:rPr sz="1000" dirty="0"/>
              <a:t>:</a:t>
            </a:r>
            <a:r>
              <a:rPr sz="1000" spc="-30" dirty="0"/>
              <a:t> </a:t>
            </a:r>
            <a:r>
              <a:rPr sz="1000" dirty="0"/>
              <a:t>Due</a:t>
            </a:r>
            <a:r>
              <a:rPr sz="1000" spc="-30" dirty="0"/>
              <a:t> </a:t>
            </a:r>
            <a:r>
              <a:rPr sz="1000" dirty="0"/>
              <a:t>to</a:t>
            </a:r>
            <a:r>
              <a:rPr sz="1000" spc="-40" dirty="0"/>
              <a:t> </a:t>
            </a:r>
            <a:r>
              <a:rPr sz="1000" dirty="0"/>
              <a:t>resistive</a:t>
            </a:r>
            <a:r>
              <a:rPr sz="1000" spc="-5" dirty="0"/>
              <a:t> </a:t>
            </a:r>
            <a:r>
              <a:rPr sz="1000" dirty="0"/>
              <a:t>elements</a:t>
            </a:r>
            <a:r>
              <a:rPr sz="1000" spc="-40" dirty="0"/>
              <a:t> </a:t>
            </a:r>
            <a:r>
              <a:rPr sz="1000" dirty="0"/>
              <a:t>in</a:t>
            </a:r>
            <a:r>
              <a:rPr sz="1000" spc="-30" dirty="0"/>
              <a:t> </a:t>
            </a:r>
            <a:r>
              <a:rPr sz="1000" dirty="0"/>
              <a:t>the</a:t>
            </a:r>
            <a:r>
              <a:rPr sz="1000" spc="-25" dirty="0"/>
              <a:t> </a:t>
            </a:r>
            <a:r>
              <a:rPr sz="1000" dirty="0"/>
              <a:t>analog</a:t>
            </a:r>
            <a:r>
              <a:rPr sz="1000" spc="-30" dirty="0"/>
              <a:t> </a:t>
            </a:r>
            <a:r>
              <a:rPr sz="1000" dirty="0"/>
              <a:t>front</a:t>
            </a:r>
            <a:r>
              <a:rPr sz="1000" spc="-50" dirty="0"/>
              <a:t> </a:t>
            </a:r>
            <a:r>
              <a:rPr sz="1000" spc="-20" dirty="0"/>
              <a:t>end.</a:t>
            </a:r>
            <a:endParaRPr sz="1000" dirty="0">
              <a:latin typeface="Arial"/>
              <a:cs typeface="Arial"/>
            </a:endParaRPr>
          </a:p>
          <a:p>
            <a:pPr marL="55880" indent="-55244">
              <a:lnSpc>
                <a:spcPts val="1200"/>
              </a:lnSpc>
              <a:buSzPct val="85000"/>
              <a:buFont typeface="Arial"/>
              <a:buChar char="•"/>
              <a:tabLst>
                <a:tab pos="55880" algn="l"/>
              </a:tabLst>
            </a:pPr>
            <a:r>
              <a:rPr sz="1000" b="1" spc="-10" dirty="0">
                <a:latin typeface="Arial"/>
                <a:cs typeface="Arial"/>
              </a:rPr>
              <a:t>Characteristics</a:t>
            </a:r>
            <a:r>
              <a:rPr sz="1000" spc="-10" dirty="0"/>
              <a:t>:</a:t>
            </a:r>
            <a:r>
              <a:rPr sz="1000" spc="-20" dirty="0"/>
              <a:t> </a:t>
            </a:r>
            <a:r>
              <a:rPr sz="1000" dirty="0"/>
              <a:t>Proportional</a:t>
            </a:r>
            <a:r>
              <a:rPr sz="1000" spc="-10" dirty="0"/>
              <a:t> </a:t>
            </a:r>
            <a:r>
              <a:rPr sz="1000" dirty="0"/>
              <a:t>to</a:t>
            </a:r>
            <a:r>
              <a:rPr sz="1000" spc="-30" dirty="0"/>
              <a:t> </a:t>
            </a:r>
            <a:r>
              <a:rPr sz="1000" dirty="0"/>
              <a:t>temperature</a:t>
            </a:r>
            <a:r>
              <a:rPr sz="1000" spc="-40" dirty="0"/>
              <a:t> </a:t>
            </a:r>
            <a:r>
              <a:rPr sz="1000" dirty="0"/>
              <a:t>and</a:t>
            </a:r>
            <a:r>
              <a:rPr sz="1000" spc="-35" dirty="0"/>
              <a:t> </a:t>
            </a:r>
            <a:r>
              <a:rPr sz="1000" dirty="0"/>
              <a:t>resistance.</a:t>
            </a:r>
            <a:r>
              <a:rPr sz="1000" spc="-25" dirty="0"/>
              <a:t> </a:t>
            </a:r>
            <a:r>
              <a:rPr sz="1000" dirty="0"/>
              <a:t>Sets</a:t>
            </a:r>
            <a:r>
              <a:rPr sz="1000" spc="-10" dirty="0"/>
              <a:t> </a:t>
            </a:r>
            <a:r>
              <a:rPr sz="1000" dirty="0"/>
              <a:t>a</a:t>
            </a:r>
            <a:r>
              <a:rPr sz="1000" spc="-20" dirty="0"/>
              <a:t> </a:t>
            </a:r>
            <a:r>
              <a:rPr sz="1000" dirty="0"/>
              <a:t>noise</a:t>
            </a:r>
            <a:r>
              <a:rPr sz="1000" spc="-15" dirty="0"/>
              <a:t> </a:t>
            </a:r>
            <a:r>
              <a:rPr sz="1000" dirty="0"/>
              <a:t>floor</a:t>
            </a:r>
            <a:r>
              <a:rPr sz="1000" spc="-20" dirty="0"/>
              <a:t> </a:t>
            </a:r>
            <a:r>
              <a:rPr sz="1000" dirty="0"/>
              <a:t>for</a:t>
            </a:r>
            <a:r>
              <a:rPr sz="1000" spc="-20" dirty="0"/>
              <a:t> </a:t>
            </a:r>
            <a:r>
              <a:rPr sz="1000" dirty="0"/>
              <a:t>the</a:t>
            </a:r>
            <a:r>
              <a:rPr sz="1000" spc="-35" dirty="0"/>
              <a:t> </a:t>
            </a:r>
            <a:r>
              <a:rPr sz="1000" spc="-20" dirty="0"/>
              <a:t>ADC.</a:t>
            </a:r>
            <a:endParaRPr sz="1000" dirty="0">
              <a:latin typeface="Arial"/>
              <a:cs typeface="Arial"/>
            </a:endParaRPr>
          </a:p>
          <a:p>
            <a:pPr marL="60960" indent="-59055">
              <a:lnSpc>
                <a:spcPts val="1320"/>
              </a:lnSpc>
              <a:buSzPct val="86363"/>
              <a:buFont typeface="Arial"/>
              <a:buChar char="•"/>
              <a:tabLst>
                <a:tab pos="60960" algn="l"/>
              </a:tabLst>
            </a:pPr>
            <a:r>
              <a:rPr sz="1100" b="1" dirty="0">
                <a:latin typeface="Arial"/>
                <a:cs typeface="Arial"/>
              </a:rPr>
              <a:t>Sampling</a:t>
            </a:r>
            <a:r>
              <a:rPr sz="1100" b="1" spc="-75" dirty="0">
                <a:latin typeface="Arial"/>
                <a:cs typeface="Arial"/>
              </a:rPr>
              <a:t> </a:t>
            </a:r>
            <a:r>
              <a:rPr sz="1100" b="1" dirty="0">
                <a:latin typeface="Arial"/>
                <a:cs typeface="Arial"/>
              </a:rPr>
              <a:t>(Aperture)</a:t>
            </a:r>
            <a:r>
              <a:rPr sz="1100" b="1" spc="-45" dirty="0">
                <a:latin typeface="Arial"/>
                <a:cs typeface="Arial"/>
              </a:rPr>
              <a:t> </a:t>
            </a:r>
            <a:r>
              <a:rPr sz="1100" b="1" spc="-10" dirty="0">
                <a:latin typeface="Arial"/>
                <a:cs typeface="Arial"/>
              </a:rPr>
              <a:t>Jitter</a:t>
            </a:r>
            <a:r>
              <a:rPr sz="1100" spc="-10" dirty="0"/>
              <a:t>:</a:t>
            </a:r>
            <a:endParaRPr sz="1100" dirty="0">
              <a:latin typeface="Arial"/>
              <a:cs typeface="Arial"/>
            </a:endParaRPr>
          </a:p>
          <a:p>
            <a:pPr marL="55880" indent="-55244">
              <a:lnSpc>
                <a:spcPct val="100000"/>
              </a:lnSpc>
              <a:spcBef>
                <a:spcPts val="5"/>
              </a:spcBef>
              <a:buSzPct val="85000"/>
              <a:buFont typeface="Arial"/>
              <a:buChar char="•"/>
              <a:tabLst>
                <a:tab pos="55880" algn="l"/>
              </a:tabLst>
            </a:pPr>
            <a:r>
              <a:rPr sz="1000" b="1" dirty="0">
                <a:latin typeface="Arial"/>
                <a:cs typeface="Arial"/>
              </a:rPr>
              <a:t>Cause</a:t>
            </a:r>
            <a:r>
              <a:rPr sz="1000" dirty="0"/>
              <a:t>:</a:t>
            </a:r>
            <a:r>
              <a:rPr sz="1000" spc="-40" dirty="0"/>
              <a:t> </a:t>
            </a:r>
            <a:r>
              <a:rPr sz="1000" dirty="0"/>
              <a:t>Timing</a:t>
            </a:r>
            <a:r>
              <a:rPr sz="1000" spc="-50" dirty="0"/>
              <a:t> </a:t>
            </a:r>
            <a:r>
              <a:rPr sz="1000" dirty="0"/>
              <a:t>uncertainty</a:t>
            </a:r>
            <a:r>
              <a:rPr sz="1000" spc="-45" dirty="0"/>
              <a:t> </a:t>
            </a:r>
            <a:r>
              <a:rPr sz="1000" dirty="0"/>
              <a:t>during</a:t>
            </a:r>
            <a:r>
              <a:rPr sz="1000" spc="-40" dirty="0"/>
              <a:t> </a:t>
            </a:r>
            <a:r>
              <a:rPr sz="1000" spc="-10" dirty="0"/>
              <a:t>sampling.</a:t>
            </a:r>
            <a:endParaRPr sz="1000" dirty="0">
              <a:latin typeface="Arial"/>
              <a:cs typeface="Arial"/>
            </a:endParaRPr>
          </a:p>
          <a:p>
            <a:pPr marL="12700" marR="231775" indent="-12065">
              <a:lnSpc>
                <a:spcPct val="100000"/>
              </a:lnSpc>
              <a:buSzPct val="85000"/>
              <a:buFont typeface="Arial"/>
              <a:buChar char="•"/>
              <a:tabLst>
                <a:tab pos="55880" algn="l"/>
              </a:tabLst>
            </a:pPr>
            <a:r>
              <a:rPr sz="1000" b="1" spc="-10" dirty="0">
                <a:latin typeface="Arial"/>
                <a:cs typeface="Arial"/>
              </a:rPr>
              <a:t>	Characteristics</a:t>
            </a:r>
            <a:r>
              <a:rPr sz="1000" spc="-10" dirty="0"/>
              <a:t>: </a:t>
            </a:r>
            <a:r>
              <a:rPr sz="1000" dirty="0"/>
              <a:t>Affects</a:t>
            </a:r>
            <a:r>
              <a:rPr sz="1000" spc="-40" dirty="0"/>
              <a:t> </a:t>
            </a:r>
            <a:r>
              <a:rPr sz="1000" spc="-10" dirty="0"/>
              <a:t>high-</a:t>
            </a:r>
            <a:r>
              <a:rPr sz="1000" dirty="0"/>
              <a:t>frequency</a:t>
            </a:r>
            <a:r>
              <a:rPr sz="1000" spc="-25" dirty="0"/>
              <a:t> </a:t>
            </a:r>
            <a:r>
              <a:rPr sz="1000" dirty="0"/>
              <a:t>signals more</a:t>
            </a:r>
            <a:r>
              <a:rPr sz="1000" spc="-35" dirty="0"/>
              <a:t> </a:t>
            </a:r>
            <a:r>
              <a:rPr sz="1000" dirty="0"/>
              <a:t>severely,</a:t>
            </a:r>
            <a:r>
              <a:rPr sz="1000" spc="40" dirty="0"/>
              <a:t> </a:t>
            </a:r>
            <a:r>
              <a:rPr sz="1000" spc="-10" dirty="0"/>
              <a:t>proportional</a:t>
            </a:r>
            <a:r>
              <a:rPr sz="1000" spc="-15" dirty="0"/>
              <a:t> </a:t>
            </a:r>
            <a:r>
              <a:rPr sz="1000" dirty="0"/>
              <a:t>to</a:t>
            </a:r>
            <a:r>
              <a:rPr sz="1000" spc="-5" dirty="0"/>
              <a:t> </a:t>
            </a:r>
            <a:r>
              <a:rPr sz="1000" dirty="0"/>
              <a:t>input</a:t>
            </a:r>
            <a:r>
              <a:rPr sz="1000" spc="-10" dirty="0"/>
              <a:t> </a:t>
            </a:r>
            <a:r>
              <a:rPr sz="1000" dirty="0"/>
              <a:t>frequency</a:t>
            </a:r>
            <a:r>
              <a:rPr sz="1000" spc="-40" dirty="0"/>
              <a:t> </a:t>
            </a:r>
            <a:r>
              <a:rPr sz="1000" spc="-25" dirty="0"/>
              <a:t>and </a:t>
            </a:r>
            <a:r>
              <a:rPr sz="1000" dirty="0"/>
              <a:t>signal</a:t>
            </a:r>
            <a:r>
              <a:rPr sz="1000" spc="-30" dirty="0"/>
              <a:t> </a:t>
            </a:r>
            <a:r>
              <a:rPr sz="1000" spc="-10" dirty="0"/>
              <a:t>amplitude.</a:t>
            </a:r>
            <a:endParaRPr sz="1000" dirty="0">
              <a:latin typeface="Arial"/>
              <a:cs typeface="Arial"/>
            </a:endParaRPr>
          </a:p>
          <a:p>
            <a:pPr marL="60960" indent="-59055">
              <a:lnSpc>
                <a:spcPts val="1315"/>
              </a:lnSpc>
              <a:buSzPct val="86363"/>
              <a:buFont typeface="Arial"/>
              <a:buChar char="•"/>
              <a:tabLst>
                <a:tab pos="60960" algn="l"/>
              </a:tabLst>
            </a:pPr>
            <a:r>
              <a:rPr sz="1100" b="1" dirty="0">
                <a:latin typeface="Arial"/>
                <a:cs typeface="Arial"/>
              </a:rPr>
              <a:t>Reference</a:t>
            </a:r>
            <a:r>
              <a:rPr sz="1100" b="1" spc="-45" dirty="0">
                <a:latin typeface="Arial"/>
                <a:cs typeface="Arial"/>
              </a:rPr>
              <a:t> </a:t>
            </a:r>
            <a:r>
              <a:rPr sz="1100" b="1" dirty="0">
                <a:latin typeface="Arial"/>
                <a:cs typeface="Arial"/>
              </a:rPr>
              <a:t>Voltage</a:t>
            </a:r>
            <a:r>
              <a:rPr sz="1100" b="1" spc="-50" dirty="0">
                <a:latin typeface="Arial"/>
                <a:cs typeface="Arial"/>
              </a:rPr>
              <a:t> </a:t>
            </a:r>
            <a:r>
              <a:rPr sz="1100" b="1" spc="-10" dirty="0">
                <a:latin typeface="Arial"/>
                <a:cs typeface="Arial"/>
              </a:rPr>
              <a:t>Noise</a:t>
            </a:r>
            <a:r>
              <a:rPr sz="1100" spc="-10" dirty="0"/>
              <a:t>:</a:t>
            </a:r>
            <a:endParaRPr sz="1100" dirty="0">
              <a:latin typeface="Arial"/>
              <a:cs typeface="Arial"/>
            </a:endParaRPr>
          </a:p>
          <a:p>
            <a:pPr marL="55880" indent="-55244">
              <a:lnSpc>
                <a:spcPct val="100000"/>
              </a:lnSpc>
              <a:spcBef>
                <a:spcPts val="5"/>
              </a:spcBef>
              <a:buSzPct val="85000"/>
              <a:buFont typeface="Arial"/>
              <a:buChar char="•"/>
              <a:tabLst>
                <a:tab pos="55880" algn="l"/>
              </a:tabLst>
            </a:pPr>
            <a:r>
              <a:rPr sz="1000" b="1" dirty="0">
                <a:latin typeface="Arial"/>
                <a:cs typeface="Arial"/>
              </a:rPr>
              <a:t>Cause</a:t>
            </a:r>
            <a:r>
              <a:rPr sz="1000" dirty="0"/>
              <a:t>:</a:t>
            </a:r>
            <a:r>
              <a:rPr sz="1000" spc="-30" dirty="0"/>
              <a:t> </a:t>
            </a:r>
            <a:r>
              <a:rPr sz="1000" dirty="0"/>
              <a:t>Noise</a:t>
            </a:r>
            <a:r>
              <a:rPr sz="1000" spc="-30" dirty="0"/>
              <a:t> </a:t>
            </a:r>
            <a:r>
              <a:rPr sz="1000" dirty="0"/>
              <a:t>or</a:t>
            </a:r>
            <a:r>
              <a:rPr sz="1000" spc="-25" dirty="0"/>
              <a:t> </a:t>
            </a:r>
            <a:r>
              <a:rPr sz="1000" dirty="0"/>
              <a:t>fluctuation</a:t>
            </a:r>
            <a:r>
              <a:rPr sz="1000" spc="-40" dirty="0"/>
              <a:t> </a:t>
            </a:r>
            <a:r>
              <a:rPr sz="1000" dirty="0"/>
              <a:t>in</a:t>
            </a:r>
            <a:r>
              <a:rPr sz="1000" spc="-20" dirty="0"/>
              <a:t> </a:t>
            </a:r>
            <a:r>
              <a:rPr sz="1000" dirty="0"/>
              <a:t>the</a:t>
            </a:r>
            <a:r>
              <a:rPr sz="1000" spc="-40" dirty="0"/>
              <a:t> </a:t>
            </a:r>
            <a:r>
              <a:rPr sz="1000" dirty="0"/>
              <a:t>reference</a:t>
            </a:r>
            <a:r>
              <a:rPr sz="1000" spc="-50" dirty="0"/>
              <a:t> </a:t>
            </a:r>
            <a:r>
              <a:rPr sz="1000" spc="-10" dirty="0"/>
              <a:t>voltage.</a:t>
            </a:r>
            <a:endParaRPr sz="1000" dirty="0">
              <a:latin typeface="Arial"/>
              <a:cs typeface="Arial"/>
            </a:endParaRPr>
          </a:p>
          <a:p>
            <a:pPr marL="55880" indent="-55244">
              <a:lnSpc>
                <a:spcPts val="1200"/>
              </a:lnSpc>
              <a:buSzPct val="85000"/>
              <a:buFont typeface="Arial"/>
              <a:buChar char="•"/>
              <a:tabLst>
                <a:tab pos="55880" algn="l"/>
              </a:tabLst>
            </a:pPr>
            <a:r>
              <a:rPr sz="1000" b="1" dirty="0">
                <a:latin typeface="Arial"/>
                <a:cs typeface="Arial"/>
              </a:rPr>
              <a:t>Impact</a:t>
            </a:r>
            <a:r>
              <a:rPr sz="1000" dirty="0"/>
              <a:t>:</a:t>
            </a:r>
            <a:r>
              <a:rPr sz="1000" spc="-30" dirty="0"/>
              <a:t> </a:t>
            </a:r>
            <a:r>
              <a:rPr sz="1000" dirty="0"/>
              <a:t>Leads</a:t>
            </a:r>
            <a:r>
              <a:rPr sz="1000" spc="-45" dirty="0"/>
              <a:t> </a:t>
            </a:r>
            <a:r>
              <a:rPr sz="1000" dirty="0"/>
              <a:t>to</a:t>
            </a:r>
            <a:r>
              <a:rPr sz="1000" spc="-25" dirty="0"/>
              <a:t> </a:t>
            </a:r>
            <a:r>
              <a:rPr sz="1000" dirty="0"/>
              <a:t>inaccurate</a:t>
            </a:r>
            <a:r>
              <a:rPr sz="1000" spc="-45" dirty="0"/>
              <a:t> </a:t>
            </a:r>
            <a:r>
              <a:rPr sz="1000" dirty="0"/>
              <a:t>conversions</a:t>
            </a:r>
            <a:r>
              <a:rPr sz="1000" spc="-25" dirty="0"/>
              <a:t> </a:t>
            </a:r>
            <a:r>
              <a:rPr sz="1000" dirty="0"/>
              <a:t>if</a:t>
            </a:r>
            <a:r>
              <a:rPr sz="1000" spc="-20" dirty="0"/>
              <a:t> </a:t>
            </a:r>
            <a:r>
              <a:rPr sz="1000" dirty="0"/>
              <a:t>the</a:t>
            </a:r>
            <a:r>
              <a:rPr sz="1000" spc="-40" dirty="0"/>
              <a:t> </a:t>
            </a:r>
            <a:r>
              <a:rPr sz="1000" dirty="0"/>
              <a:t>reference</a:t>
            </a:r>
            <a:r>
              <a:rPr sz="1000" spc="-50" dirty="0"/>
              <a:t> </a:t>
            </a:r>
            <a:r>
              <a:rPr sz="1000" dirty="0"/>
              <a:t>is</a:t>
            </a:r>
            <a:r>
              <a:rPr sz="1000" spc="-25" dirty="0"/>
              <a:t> </a:t>
            </a:r>
            <a:r>
              <a:rPr sz="1000" dirty="0"/>
              <a:t>not</a:t>
            </a:r>
            <a:r>
              <a:rPr sz="1000" spc="-30" dirty="0"/>
              <a:t> </a:t>
            </a:r>
            <a:r>
              <a:rPr sz="1000" spc="-10" dirty="0"/>
              <a:t>stable.</a:t>
            </a:r>
            <a:endParaRPr sz="1000" dirty="0">
              <a:latin typeface="Arial"/>
              <a:cs typeface="Arial"/>
            </a:endParaRPr>
          </a:p>
          <a:p>
            <a:pPr marL="60960" indent="-59055">
              <a:lnSpc>
                <a:spcPts val="1320"/>
              </a:lnSpc>
              <a:buSzPct val="86363"/>
              <a:buFont typeface="Arial"/>
              <a:buChar char="•"/>
              <a:tabLst>
                <a:tab pos="60960" algn="l"/>
              </a:tabLst>
            </a:pPr>
            <a:r>
              <a:rPr sz="1100" b="1" dirty="0">
                <a:latin typeface="Arial"/>
                <a:cs typeface="Arial"/>
              </a:rPr>
              <a:t>Clock</a:t>
            </a:r>
            <a:r>
              <a:rPr sz="1100" b="1" spc="-30" dirty="0">
                <a:latin typeface="Arial"/>
                <a:cs typeface="Arial"/>
              </a:rPr>
              <a:t> </a:t>
            </a:r>
            <a:r>
              <a:rPr sz="1100" b="1" spc="-10" dirty="0">
                <a:latin typeface="Arial"/>
                <a:cs typeface="Arial"/>
              </a:rPr>
              <a:t>Noise</a:t>
            </a:r>
            <a:r>
              <a:rPr sz="1100" spc="-10" dirty="0"/>
              <a:t>:</a:t>
            </a:r>
            <a:endParaRPr sz="1100" dirty="0">
              <a:latin typeface="Arial"/>
              <a:cs typeface="Arial"/>
            </a:endParaRPr>
          </a:p>
          <a:p>
            <a:pPr marL="55880" indent="-55244">
              <a:lnSpc>
                <a:spcPct val="100000"/>
              </a:lnSpc>
              <a:spcBef>
                <a:spcPts val="5"/>
              </a:spcBef>
              <a:buSzPct val="85000"/>
              <a:buFont typeface="Arial"/>
              <a:buChar char="•"/>
              <a:tabLst>
                <a:tab pos="55880" algn="l"/>
              </a:tabLst>
            </a:pPr>
            <a:r>
              <a:rPr sz="1000" b="1" dirty="0">
                <a:latin typeface="Arial"/>
                <a:cs typeface="Arial"/>
              </a:rPr>
              <a:t>Cause</a:t>
            </a:r>
            <a:r>
              <a:rPr sz="1000" dirty="0"/>
              <a:t>:</a:t>
            </a:r>
            <a:r>
              <a:rPr sz="1000" spc="-35" dirty="0"/>
              <a:t> </a:t>
            </a:r>
            <a:r>
              <a:rPr sz="1000" dirty="0"/>
              <a:t>Instability</a:t>
            </a:r>
            <a:r>
              <a:rPr sz="1000" spc="-15" dirty="0"/>
              <a:t> </a:t>
            </a:r>
            <a:r>
              <a:rPr sz="1000" dirty="0"/>
              <a:t>or</a:t>
            </a:r>
            <a:r>
              <a:rPr sz="1000" spc="-35" dirty="0"/>
              <a:t> </a:t>
            </a:r>
            <a:r>
              <a:rPr sz="1000" dirty="0"/>
              <a:t>noise</a:t>
            </a:r>
            <a:r>
              <a:rPr sz="1000" spc="-30" dirty="0"/>
              <a:t> </a:t>
            </a:r>
            <a:r>
              <a:rPr sz="1000" dirty="0"/>
              <a:t>in</a:t>
            </a:r>
            <a:r>
              <a:rPr sz="1000" spc="-25" dirty="0"/>
              <a:t> </a:t>
            </a:r>
            <a:r>
              <a:rPr sz="1000" dirty="0"/>
              <a:t>the</a:t>
            </a:r>
            <a:r>
              <a:rPr sz="1000" spc="-45" dirty="0"/>
              <a:t> </a:t>
            </a:r>
            <a:r>
              <a:rPr sz="1000" dirty="0"/>
              <a:t>sampling</a:t>
            </a:r>
            <a:r>
              <a:rPr sz="1000" spc="-45" dirty="0"/>
              <a:t> </a:t>
            </a:r>
            <a:r>
              <a:rPr sz="1000" dirty="0"/>
              <a:t>clock</a:t>
            </a:r>
            <a:r>
              <a:rPr sz="1000" spc="-25" dirty="0"/>
              <a:t> </a:t>
            </a:r>
            <a:r>
              <a:rPr sz="1000" spc="-10" dirty="0"/>
              <a:t>signal.</a:t>
            </a:r>
            <a:endParaRPr sz="1000" dirty="0">
              <a:latin typeface="Arial"/>
              <a:cs typeface="Arial"/>
            </a:endParaRPr>
          </a:p>
          <a:p>
            <a:pPr marL="55880" indent="-55244">
              <a:lnSpc>
                <a:spcPts val="1200"/>
              </a:lnSpc>
              <a:buSzPct val="85000"/>
              <a:buFont typeface="Arial"/>
              <a:buChar char="•"/>
              <a:tabLst>
                <a:tab pos="55880" algn="l"/>
              </a:tabLst>
            </a:pPr>
            <a:r>
              <a:rPr sz="1000" b="1" dirty="0">
                <a:latin typeface="Arial"/>
                <a:cs typeface="Arial"/>
              </a:rPr>
              <a:t>Impact</a:t>
            </a:r>
            <a:r>
              <a:rPr sz="1000" dirty="0"/>
              <a:t>:</a:t>
            </a:r>
            <a:r>
              <a:rPr sz="1000" spc="-25" dirty="0"/>
              <a:t> </a:t>
            </a:r>
            <a:r>
              <a:rPr sz="1000" dirty="0"/>
              <a:t>Affects</a:t>
            </a:r>
            <a:r>
              <a:rPr sz="1000" spc="-50" dirty="0"/>
              <a:t> </a:t>
            </a:r>
            <a:r>
              <a:rPr sz="1000" dirty="0"/>
              <a:t>the</a:t>
            </a:r>
            <a:r>
              <a:rPr sz="1000" spc="-40" dirty="0"/>
              <a:t> </a:t>
            </a:r>
            <a:r>
              <a:rPr sz="1000" dirty="0"/>
              <a:t>timing</a:t>
            </a:r>
            <a:r>
              <a:rPr sz="1000" spc="-20" dirty="0"/>
              <a:t> </a:t>
            </a:r>
            <a:r>
              <a:rPr sz="1000" dirty="0"/>
              <a:t>of</a:t>
            </a:r>
            <a:r>
              <a:rPr sz="1000" spc="-25" dirty="0"/>
              <a:t> </a:t>
            </a:r>
            <a:r>
              <a:rPr sz="1000" dirty="0"/>
              <a:t>samples,</a:t>
            </a:r>
            <a:r>
              <a:rPr sz="1000" spc="-45" dirty="0"/>
              <a:t> </a:t>
            </a:r>
            <a:r>
              <a:rPr sz="1000" dirty="0"/>
              <a:t>resulting</a:t>
            </a:r>
            <a:r>
              <a:rPr sz="1000" spc="-25" dirty="0"/>
              <a:t> </a:t>
            </a:r>
            <a:r>
              <a:rPr sz="1000" dirty="0"/>
              <a:t>in</a:t>
            </a:r>
            <a:r>
              <a:rPr sz="1000" spc="-15" dirty="0"/>
              <a:t> </a:t>
            </a:r>
            <a:r>
              <a:rPr sz="1000" spc="-10" dirty="0"/>
              <a:t>inaccuracies.</a:t>
            </a:r>
            <a:endParaRPr sz="1000" dirty="0">
              <a:latin typeface="Arial"/>
              <a:cs typeface="Arial"/>
            </a:endParaRPr>
          </a:p>
          <a:p>
            <a:pPr marL="60960" indent="-59055">
              <a:lnSpc>
                <a:spcPts val="1320"/>
              </a:lnSpc>
              <a:buSzPct val="86363"/>
              <a:buFont typeface="Arial"/>
              <a:buChar char="•"/>
              <a:tabLst>
                <a:tab pos="60960" algn="l"/>
              </a:tabLst>
            </a:pPr>
            <a:r>
              <a:rPr sz="1100" b="1" dirty="0">
                <a:latin typeface="Arial"/>
                <a:cs typeface="Arial"/>
              </a:rPr>
              <a:t>Nonlinearity</a:t>
            </a:r>
            <a:r>
              <a:rPr sz="1100" b="1" spc="-70" dirty="0">
                <a:latin typeface="Arial"/>
                <a:cs typeface="Arial"/>
              </a:rPr>
              <a:t> </a:t>
            </a:r>
            <a:r>
              <a:rPr sz="1100" b="1" dirty="0">
                <a:latin typeface="Arial"/>
                <a:cs typeface="Arial"/>
              </a:rPr>
              <a:t>(Distortion</a:t>
            </a:r>
            <a:r>
              <a:rPr sz="1100" b="1" spc="-55" dirty="0">
                <a:latin typeface="Arial"/>
                <a:cs typeface="Arial"/>
              </a:rPr>
              <a:t> </a:t>
            </a:r>
            <a:r>
              <a:rPr sz="1100" b="1" spc="-10" dirty="0">
                <a:latin typeface="Arial"/>
                <a:cs typeface="Arial"/>
              </a:rPr>
              <a:t>Noise)</a:t>
            </a:r>
            <a:r>
              <a:rPr sz="1100" spc="-10" dirty="0"/>
              <a:t>:</a:t>
            </a:r>
            <a:endParaRPr sz="1100" dirty="0">
              <a:latin typeface="Arial"/>
              <a:cs typeface="Arial"/>
            </a:endParaRPr>
          </a:p>
          <a:p>
            <a:pPr marL="55880" indent="-55244">
              <a:lnSpc>
                <a:spcPct val="100000"/>
              </a:lnSpc>
              <a:spcBef>
                <a:spcPts val="5"/>
              </a:spcBef>
              <a:buSzPct val="85000"/>
              <a:buFont typeface="Arial"/>
              <a:buChar char="•"/>
              <a:tabLst>
                <a:tab pos="55880" algn="l"/>
              </a:tabLst>
            </a:pPr>
            <a:r>
              <a:rPr sz="1000" b="1" dirty="0">
                <a:latin typeface="Arial"/>
                <a:cs typeface="Arial"/>
              </a:rPr>
              <a:t>Cause</a:t>
            </a:r>
            <a:r>
              <a:rPr sz="1000" dirty="0"/>
              <a:t>:</a:t>
            </a:r>
            <a:r>
              <a:rPr sz="1000" spc="-30" dirty="0"/>
              <a:t> </a:t>
            </a:r>
            <a:r>
              <a:rPr sz="1000" dirty="0"/>
              <a:t>Imperfections</a:t>
            </a:r>
            <a:r>
              <a:rPr sz="1000" spc="-55" dirty="0"/>
              <a:t> </a:t>
            </a:r>
            <a:r>
              <a:rPr sz="1000" dirty="0"/>
              <a:t>in</a:t>
            </a:r>
            <a:r>
              <a:rPr sz="1000" spc="-25" dirty="0"/>
              <a:t> </a:t>
            </a:r>
            <a:r>
              <a:rPr sz="1000" dirty="0"/>
              <a:t>the</a:t>
            </a:r>
            <a:r>
              <a:rPr sz="1000" spc="-25" dirty="0"/>
              <a:t> </a:t>
            </a:r>
            <a:r>
              <a:rPr sz="1000" dirty="0"/>
              <a:t>ADC's</a:t>
            </a:r>
            <a:r>
              <a:rPr sz="1000" spc="-20" dirty="0"/>
              <a:t> </a:t>
            </a:r>
            <a:r>
              <a:rPr sz="1000" dirty="0"/>
              <a:t>transfer</a:t>
            </a:r>
            <a:r>
              <a:rPr sz="1000" spc="-45" dirty="0"/>
              <a:t> </a:t>
            </a:r>
            <a:r>
              <a:rPr sz="1000" spc="-10" dirty="0"/>
              <a:t>function.</a:t>
            </a:r>
            <a:endParaRPr sz="1000" dirty="0">
              <a:latin typeface="Arial"/>
              <a:cs typeface="Arial"/>
            </a:endParaRPr>
          </a:p>
          <a:p>
            <a:pPr marL="55880" indent="-55244">
              <a:lnSpc>
                <a:spcPts val="1200"/>
              </a:lnSpc>
              <a:buSzPct val="85000"/>
              <a:buFont typeface="Arial"/>
              <a:buChar char="•"/>
              <a:tabLst>
                <a:tab pos="55880" algn="l"/>
              </a:tabLst>
            </a:pPr>
            <a:r>
              <a:rPr sz="1000" b="1" dirty="0">
                <a:latin typeface="Arial"/>
                <a:cs typeface="Arial"/>
              </a:rPr>
              <a:t>Impact</a:t>
            </a:r>
            <a:r>
              <a:rPr sz="1000" dirty="0"/>
              <a:t>:</a:t>
            </a:r>
            <a:r>
              <a:rPr sz="1000" spc="-35" dirty="0"/>
              <a:t> </a:t>
            </a:r>
            <a:r>
              <a:rPr sz="1000" dirty="0"/>
              <a:t>Causes</a:t>
            </a:r>
            <a:r>
              <a:rPr sz="1000" spc="-35" dirty="0"/>
              <a:t> </a:t>
            </a:r>
            <a:r>
              <a:rPr sz="1000" dirty="0"/>
              <a:t>harmonic</a:t>
            </a:r>
            <a:r>
              <a:rPr sz="1000" spc="-50" dirty="0"/>
              <a:t> </a:t>
            </a:r>
            <a:r>
              <a:rPr sz="1000" dirty="0"/>
              <a:t>distortion</a:t>
            </a:r>
            <a:r>
              <a:rPr sz="1000" spc="-20" dirty="0"/>
              <a:t> </a:t>
            </a:r>
            <a:r>
              <a:rPr sz="1000" dirty="0"/>
              <a:t>of</a:t>
            </a:r>
            <a:r>
              <a:rPr sz="1000" spc="-40" dirty="0"/>
              <a:t> </a:t>
            </a:r>
            <a:r>
              <a:rPr sz="1000" dirty="0"/>
              <a:t>the</a:t>
            </a:r>
            <a:r>
              <a:rPr sz="1000" spc="-35" dirty="0"/>
              <a:t> </a:t>
            </a:r>
            <a:r>
              <a:rPr sz="1000" dirty="0"/>
              <a:t>signal,</a:t>
            </a:r>
            <a:r>
              <a:rPr sz="1000" spc="-30" dirty="0"/>
              <a:t> </a:t>
            </a:r>
            <a:r>
              <a:rPr sz="1000" dirty="0"/>
              <a:t>seen</a:t>
            </a:r>
            <a:r>
              <a:rPr sz="1000" spc="-50" dirty="0"/>
              <a:t> </a:t>
            </a:r>
            <a:r>
              <a:rPr sz="1000" dirty="0"/>
              <a:t>as</a:t>
            </a:r>
            <a:r>
              <a:rPr sz="1000" spc="-25" dirty="0"/>
              <a:t> </a:t>
            </a:r>
            <a:r>
              <a:rPr sz="1000" dirty="0"/>
              <a:t>additional</a:t>
            </a:r>
            <a:r>
              <a:rPr sz="1000" spc="-30" dirty="0"/>
              <a:t> </a:t>
            </a:r>
            <a:r>
              <a:rPr sz="1000" dirty="0"/>
              <a:t>unwanted</a:t>
            </a:r>
            <a:r>
              <a:rPr sz="1000" spc="-30" dirty="0"/>
              <a:t> </a:t>
            </a:r>
            <a:r>
              <a:rPr sz="1000" dirty="0"/>
              <a:t>frequency</a:t>
            </a:r>
            <a:r>
              <a:rPr sz="1000" spc="-45" dirty="0"/>
              <a:t> </a:t>
            </a:r>
            <a:r>
              <a:rPr sz="1000" spc="-10" dirty="0"/>
              <a:t>components.</a:t>
            </a:r>
            <a:endParaRPr sz="1000" dirty="0">
              <a:latin typeface="Arial"/>
              <a:cs typeface="Arial"/>
            </a:endParaRPr>
          </a:p>
          <a:p>
            <a:pPr marL="60960" indent="-59055">
              <a:lnSpc>
                <a:spcPts val="1320"/>
              </a:lnSpc>
              <a:buSzPct val="86363"/>
              <a:buFont typeface="Arial"/>
              <a:buChar char="•"/>
              <a:tabLst>
                <a:tab pos="60960" algn="l"/>
              </a:tabLst>
            </a:pPr>
            <a:r>
              <a:rPr sz="1100" b="1" dirty="0">
                <a:latin typeface="Arial"/>
                <a:cs typeface="Arial"/>
              </a:rPr>
              <a:t>Flicker</a:t>
            </a:r>
            <a:r>
              <a:rPr sz="1100" b="1" spc="-40" dirty="0">
                <a:latin typeface="Arial"/>
                <a:cs typeface="Arial"/>
              </a:rPr>
              <a:t> </a:t>
            </a:r>
            <a:r>
              <a:rPr sz="1100" b="1" dirty="0">
                <a:latin typeface="Arial"/>
                <a:cs typeface="Arial"/>
              </a:rPr>
              <a:t>Noise</a:t>
            </a:r>
            <a:r>
              <a:rPr sz="1100" b="1" spc="-15" dirty="0">
                <a:latin typeface="Arial"/>
                <a:cs typeface="Arial"/>
              </a:rPr>
              <a:t> </a:t>
            </a:r>
            <a:r>
              <a:rPr sz="1100" b="1" dirty="0">
                <a:latin typeface="Arial"/>
                <a:cs typeface="Arial"/>
              </a:rPr>
              <a:t>(1/f</a:t>
            </a:r>
            <a:r>
              <a:rPr sz="1100" b="1" spc="-45" dirty="0">
                <a:latin typeface="Arial"/>
                <a:cs typeface="Arial"/>
              </a:rPr>
              <a:t> </a:t>
            </a:r>
            <a:r>
              <a:rPr sz="1100" b="1" spc="-10" dirty="0">
                <a:latin typeface="Arial"/>
                <a:cs typeface="Arial"/>
              </a:rPr>
              <a:t>Noise)</a:t>
            </a:r>
            <a:r>
              <a:rPr sz="1100" spc="-10" dirty="0"/>
              <a:t>:</a:t>
            </a:r>
            <a:endParaRPr sz="1100" dirty="0">
              <a:latin typeface="Arial"/>
              <a:cs typeface="Arial"/>
            </a:endParaRPr>
          </a:p>
          <a:p>
            <a:pPr marL="55880" indent="-55244">
              <a:lnSpc>
                <a:spcPct val="100000"/>
              </a:lnSpc>
              <a:buSzPct val="85000"/>
              <a:buFont typeface="Arial"/>
              <a:buChar char="•"/>
              <a:tabLst>
                <a:tab pos="55880" algn="l"/>
              </a:tabLst>
            </a:pPr>
            <a:r>
              <a:rPr sz="1000" b="1" dirty="0">
                <a:latin typeface="Arial"/>
                <a:cs typeface="Arial"/>
              </a:rPr>
              <a:t>Cause</a:t>
            </a:r>
            <a:r>
              <a:rPr sz="1000" dirty="0"/>
              <a:t>:</a:t>
            </a:r>
            <a:r>
              <a:rPr sz="1000" spc="-5" dirty="0"/>
              <a:t> </a:t>
            </a:r>
            <a:r>
              <a:rPr sz="1000" spc="-10" dirty="0"/>
              <a:t>Semiconductor</a:t>
            </a:r>
            <a:r>
              <a:rPr sz="1000" spc="-25" dirty="0"/>
              <a:t> </a:t>
            </a:r>
            <a:r>
              <a:rPr sz="1000" dirty="0"/>
              <a:t>imperfections</a:t>
            </a:r>
            <a:r>
              <a:rPr sz="1000" spc="-15" dirty="0"/>
              <a:t> </a:t>
            </a:r>
            <a:r>
              <a:rPr sz="1000" dirty="0"/>
              <a:t>and</a:t>
            </a:r>
            <a:r>
              <a:rPr sz="1000" spc="-20" dirty="0"/>
              <a:t> low-</a:t>
            </a:r>
            <a:r>
              <a:rPr sz="1000" dirty="0"/>
              <a:t>frequency</a:t>
            </a:r>
            <a:r>
              <a:rPr sz="1000" spc="5" dirty="0"/>
              <a:t> </a:t>
            </a:r>
            <a:r>
              <a:rPr sz="1000" spc="-10" dirty="0"/>
              <a:t>irregularities.</a:t>
            </a:r>
            <a:endParaRPr sz="1000" dirty="0">
              <a:latin typeface="Arial"/>
              <a:cs typeface="Arial"/>
            </a:endParaRPr>
          </a:p>
          <a:p>
            <a:pPr marL="12700" marR="405765" indent="-12065">
              <a:lnSpc>
                <a:spcPct val="100000"/>
              </a:lnSpc>
              <a:buSzPct val="85000"/>
              <a:buFont typeface="Arial"/>
              <a:buChar char="•"/>
              <a:tabLst>
                <a:tab pos="55880" algn="l"/>
              </a:tabLst>
            </a:pPr>
            <a:r>
              <a:rPr sz="1000" b="1" spc="-10" dirty="0">
                <a:latin typeface="Arial"/>
                <a:cs typeface="Arial"/>
              </a:rPr>
              <a:t>	Characteristics</a:t>
            </a:r>
            <a:r>
              <a:rPr sz="1000" spc="-10" dirty="0"/>
              <a:t>:</a:t>
            </a:r>
            <a:r>
              <a:rPr sz="1000" spc="-20" dirty="0"/>
              <a:t> </a:t>
            </a:r>
            <a:r>
              <a:rPr sz="1000" dirty="0"/>
              <a:t>Dominates</a:t>
            </a:r>
            <a:r>
              <a:rPr sz="1000" spc="-20" dirty="0"/>
              <a:t> </a:t>
            </a:r>
            <a:r>
              <a:rPr sz="1000" dirty="0"/>
              <a:t>at</a:t>
            </a:r>
            <a:r>
              <a:rPr sz="1000" spc="-30" dirty="0"/>
              <a:t> </a:t>
            </a:r>
            <a:r>
              <a:rPr sz="1000" dirty="0"/>
              <a:t>low frequencies</a:t>
            </a:r>
            <a:r>
              <a:rPr sz="1000" spc="-35" dirty="0"/>
              <a:t> </a:t>
            </a:r>
            <a:r>
              <a:rPr sz="1000" dirty="0"/>
              <a:t>and</a:t>
            </a:r>
            <a:r>
              <a:rPr sz="1000" spc="-15" dirty="0"/>
              <a:t> </a:t>
            </a:r>
            <a:r>
              <a:rPr sz="1000" dirty="0"/>
              <a:t>can</a:t>
            </a:r>
            <a:r>
              <a:rPr sz="1000" spc="-30" dirty="0"/>
              <a:t> </a:t>
            </a:r>
            <a:r>
              <a:rPr sz="1000" dirty="0"/>
              <a:t>degrade</a:t>
            </a:r>
            <a:r>
              <a:rPr sz="1000" spc="-35" dirty="0"/>
              <a:t> </a:t>
            </a:r>
            <a:r>
              <a:rPr sz="1000" dirty="0"/>
              <a:t>signal</a:t>
            </a:r>
            <a:r>
              <a:rPr sz="1000" spc="-10" dirty="0"/>
              <a:t> </a:t>
            </a:r>
            <a:r>
              <a:rPr sz="1000" dirty="0"/>
              <a:t>quality</a:t>
            </a:r>
            <a:r>
              <a:rPr sz="1000" spc="-15" dirty="0"/>
              <a:t> </a:t>
            </a:r>
            <a:r>
              <a:rPr sz="1000" dirty="0"/>
              <a:t>in</a:t>
            </a:r>
            <a:r>
              <a:rPr sz="1000" spc="-5" dirty="0"/>
              <a:t> </a:t>
            </a:r>
            <a:r>
              <a:rPr sz="1000" spc="-20" dirty="0"/>
              <a:t>low-</a:t>
            </a:r>
            <a:r>
              <a:rPr sz="1000" spc="-10" dirty="0"/>
              <a:t>frequency applications.</a:t>
            </a:r>
            <a:endParaRPr sz="1000" dirty="0">
              <a:latin typeface="Arial"/>
              <a:cs typeface="Arial"/>
            </a:endParaRPr>
          </a:p>
        </p:txBody>
      </p:sp>
      <p:grpSp>
        <p:nvGrpSpPr>
          <p:cNvPr id="4" name="object 4"/>
          <p:cNvGrpSpPr/>
          <p:nvPr/>
        </p:nvGrpSpPr>
        <p:grpSpPr>
          <a:xfrm>
            <a:off x="444500" y="1063929"/>
            <a:ext cx="939800" cy="939800"/>
            <a:chOff x="444500" y="1063929"/>
            <a:chExt cx="939800" cy="939800"/>
          </a:xfrm>
        </p:grpSpPr>
        <p:sp>
          <p:nvSpPr>
            <p:cNvPr id="5" name="object 5"/>
            <p:cNvSpPr/>
            <p:nvPr/>
          </p:nvSpPr>
          <p:spPr>
            <a:xfrm>
              <a:off x="457200" y="10766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6" name="object 6"/>
            <p:cNvSpPr/>
            <p:nvPr/>
          </p:nvSpPr>
          <p:spPr>
            <a:xfrm>
              <a:off x="457200" y="10766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7" name="object 7"/>
          <p:cNvSpPr txBox="1"/>
          <p:nvPr/>
        </p:nvSpPr>
        <p:spPr>
          <a:xfrm>
            <a:off x="538130" y="1402260"/>
            <a:ext cx="75247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Computer</a:t>
            </a:r>
            <a:endParaRPr sz="1400">
              <a:latin typeface="Calibri"/>
              <a:cs typeface="Calibri"/>
            </a:endParaRPr>
          </a:p>
        </p:txBody>
      </p:sp>
      <p:grpSp>
        <p:nvGrpSpPr>
          <p:cNvPr id="8" name="object 8"/>
          <p:cNvGrpSpPr/>
          <p:nvPr/>
        </p:nvGrpSpPr>
        <p:grpSpPr>
          <a:xfrm>
            <a:off x="1617002" y="1063929"/>
            <a:ext cx="939800" cy="939800"/>
            <a:chOff x="1617002" y="1063929"/>
            <a:chExt cx="939800" cy="939800"/>
          </a:xfrm>
        </p:grpSpPr>
        <p:sp>
          <p:nvSpPr>
            <p:cNvPr id="9" name="object 9"/>
            <p:cNvSpPr/>
            <p:nvPr/>
          </p:nvSpPr>
          <p:spPr>
            <a:xfrm>
              <a:off x="1629702" y="10766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10" name="object 10"/>
            <p:cNvSpPr/>
            <p:nvPr/>
          </p:nvSpPr>
          <p:spPr>
            <a:xfrm>
              <a:off x="1629702" y="10766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1" name="object 11"/>
          <p:cNvSpPr txBox="1"/>
          <p:nvPr/>
        </p:nvSpPr>
        <p:spPr>
          <a:xfrm>
            <a:off x="1712157" y="1188900"/>
            <a:ext cx="749300" cy="666750"/>
          </a:xfrm>
          <a:prstGeom prst="rect">
            <a:avLst/>
          </a:prstGeom>
        </p:spPr>
        <p:txBody>
          <a:bodyPr vert="horz" wrap="square" lIns="0" tIns="13335" rIns="0" bIns="0" rtlCol="0">
            <a:spAutoFit/>
          </a:bodyPr>
          <a:lstStyle/>
          <a:p>
            <a:pPr marL="12700" marR="5080" algn="ctr">
              <a:lnSpc>
                <a:spcPct val="100000"/>
              </a:lnSpc>
              <a:spcBef>
                <a:spcPts val="105"/>
              </a:spcBef>
            </a:pPr>
            <a:r>
              <a:rPr sz="1400" dirty="0">
                <a:solidFill>
                  <a:srgbClr val="FFFFFF"/>
                </a:solidFill>
                <a:latin typeface="Calibri"/>
                <a:cs typeface="Calibri"/>
              </a:rPr>
              <a:t>Digital</a:t>
            </a:r>
            <a:r>
              <a:rPr sz="1400" spc="-40" dirty="0">
                <a:solidFill>
                  <a:srgbClr val="FFFFFF"/>
                </a:solidFill>
                <a:latin typeface="Calibri"/>
                <a:cs typeface="Calibri"/>
              </a:rPr>
              <a:t> </a:t>
            </a:r>
            <a:r>
              <a:rPr sz="1400" spc="-25" dirty="0">
                <a:solidFill>
                  <a:srgbClr val="FFFFFF"/>
                </a:solidFill>
                <a:latin typeface="Calibri"/>
                <a:cs typeface="Calibri"/>
              </a:rPr>
              <a:t>to </a:t>
            </a:r>
            <a:r>
              <a:rPr sz="1400" spc="-10" dirty="0">
                <a:solidFill>
                  <a:srgbClr val="FFFFFF"/>
                </a:solidFill>
                <a:latin typeface="Calibri"/>
                <a:cs typeface="Calibri"/>
              </a:rPr>
              <a:t>Analog Converter</a:t>
            </a:r>
            <a:endParaRPr sz="1400">
              <a:latin typeface="Calibri"/>
              <a:cs typeface="Calibri"/>
            </a:endParaRPr>
          </a:p>
        </p:txBody>
      </p:sp>
      <p:grpSp>
        <p:nvGrpSpPr>
          <p:cNvPr id="12" name="object 12"/>
          <p:cNvGrpSpPr/>
          <p:nvPr/>
        </p:nvGrpSpPr>
        <p:grpSpPr>
          <a:xfrm>
            <a:off x="2875699" y="1063929"/>
            <a:ext cx="939800" cy="939800"/>
            <a:chOff x="2875699" y="1063929"/>
            <a:chExt cx="939800" cy="939800"/>
          </a:xfrm>
        </p:grpSpPr>
        <p:sp>
          <p:nvSpPr>
            <p:cNvPr id="13" name="object 13"/>
            <p:cNvSpPr/>
            <p:nvPr/>
          </p:nvSpPr>
          <p:spPr>
            <a:xfrm>
              <a:off x="2888399" y="10766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14" name="object 14"/>
            <p:cNvSpPr/>
            <p:nvPr/>
          </p:nvSpPr>
          <p:spPr>
            <a:xfrm>
              <a:off x="2888399" y="10766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5" name="object 15"/>
          <p:cNvSpPr txBox="1"/>
          <p:nvPr/>
        </p:nvSpPr>
        <p:spPr>
          <a:xfrm>
            <a:off x="3098873" y="1188900"/>
            <a:ext cx="492125" cy="666750"/>
          </a:xfrm>
          <a:prstGeom prst="rect">
            <a:avLst/>
          </a:prstGeom>
        </p:spPr>
        <p:txBody>
          <a:bodyPr vert="horz" wrap="square" lIns="0" tIns="13335" rIns="0" bIns="0" rtlCol="0">
            <a:spAutoFit/>
          </a:bodyPr>
          <a:lstStyle/>
          <a:p>
            <a:pPr algn="ctr">
              <a:lnSpc>
                <a:spcPct val="100000"/>
              </a:lnSpc>
              <a:spcBef>
                <a:spcPts val="105"/>
              </a:spcBef>
            </a:pPr>
            <a:r>
              <a:rPr sz="1400" spc="-25" dirty="0">
                <a:solidFill>
                  <a:srgbClr val="FFFFFF"/>
                </a:solidFill>
                <a:latin typeface="Calibri"/>
                <a:cs typeface="Calibri"/>
              </a:rPr>
              <a:t>LED</a:t>
            </a:r>
            <a:endParaRPr sz="1400">
              <a:latin typeface="Calibri"/>
              <a:cs typeface="Calibri"/>
            </a:endParaRPr>
          </a:p>
          <a:p>
            <a:pPr marL="12700" marR="5080" indent="-635" algn="ctr">
              <a:lnSpc>
                <a:spcPct val="100000"/>
              </a:lnSpc>
            </a:pPr>
            <a:r>
              <a:rPr sz="1400" spc="-10" dirty="0">
                <a:solidFill>
                  <a:srgbClr val="FFFFFF"/>
                </a:solidFill>
                <a:latin typeface="Calibri"/>
                <a:cs typeface="Calibri"/>
              </a:rPr>
              <a:t>Driver Circuit</a:t>
            </a:r>
            <a:endParaRPr sz="1400">
              <a:latin typeface="Calibri"/>
              <a:cs typeface="Calibri"/>
            </a:endParaRPr>
          </a:p>
        </p:txBody>
      </p:sp>
      <p:grpSp>
        <p:nvGrpSpPr>
          <p:cNvPr id="16" name="object 16"/>
          <p:cNvGrpSpPr/>
          <p:nvPr/>
        </p:nvGrpSpPr>
        <p:grpSpPr>
          <a:xfrm>
            <a:off x="4125455" y="1063929"/>
            <a:ext cx="939800" cy="939800"/>
            <a:chOff x="4125455" y="1063929"/>
            <a:chExt cx="939800" cy="939800"/>
          </a:xfrm>
        </p:grpSpPr>
        <p:sp>
          <p:nvSpPr>
            <p:cNvPr id="17" name="object 17"/>
            <p:cNvSpPr/>
            <p:nvPr/>
          </p:nvSpPr>
          <p:spPr>
            <a:xfrm>
              <a:off x="4138155" y="10766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18" name="object 18"/>
            <p:cNvSpPr/>
            <p:nvPr/>
          </p:nvSpPr>
          <p:spPr>
            <a:xfrm>
              <a:off x="4138155" y="10766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9" name="object 19"/>
          <p:cNvSpPr txBox="1"/>
          <p:nvPr/>
        </p:nvSpPr>
        <p:spPr>
          <a:xfrm>
            <a:off x="4446158" y="1402260"/>
            <a:ext cx="297180" cy="239395"/>
          </a:xfrm>
          <a:prstGeom prst="rect">
            <a:avLst/>
          </a:prstGeom>
        </p:spPr>
        <p:txBody>
          <a:bodyPr vert="horz" wrap="square" lIns="0" tIns="13335" rIns="0" bIns="0" rtlCol="0">
            <a:spAutoFit/>
          </a:bodyPr>
          <a:lstStyle/>
          <a:p>
            <a:pPr marL="12700">
              <a:lnSpc>
                <a:spcPct val="100000"/>
              </a:lnSpc>
              <a:spcBef>
                <a:spcPts val="105"/>
              </a:spcBef>
            </a:pPr>
            <a:r>
              <a:rPr sz="1400" spc="-25" dirty="0">
                <a:solidFill>
                  <a:srgbClr val="FFFFFF"/>
                </a:solidFill>
                <a:latin typeface="Calibri"/>
                <a:cs typeface="Calibri"/>
              </a:rPr>
              <a:t>LED</a:t>
            </a:r>
            <a:endParaRPr sz="1400">
              <a:latin typeface="Calibri"/>
              <a:cs typeface="Calibri"/>
            </a:endParaRPr>
          </a:p>
        </p:txBody>
      </p:sp>
      <p:grpSp>
        <p:nvGrpSpPr>
          <p:cNvPr id="20" name="object 20"/>
          <p:cNvGrpSpPr/>
          <p:nvPr/>
        </p:nvGrpSpPr>
        <p:grpSpPr>
          <a:xfrm>
            <a:off x="7344371" y="1063929"/>
            <a:ext cx="939800" cy="939800"/>
            <a:chOff x="7344371" y="1063929"/>
            <a:chExt cx="939800" cy="939800"/>
          </a:xfrm>
        </p:grpSpPr>
        <p:sp>
          <p:nvSpPr>
            <p:cNvPr id="21" name="object 21"/>
            <p:cNvSpPr/>
            <p:nvPr/>
          </p:nvSpPr>
          <p:spPr>
            <a:xfrm>
              <a:off x="7357071" y="10766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22" name="object 22"/>
            <p:cNvSpPr/>
            <p:nvPr/>
          </p:nvSpPr>
          <p:spPr>
            <a:xfrm>
              <a:off x="7357071" y="10766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23" name="object 23"/>
          <p:cNvSpPr txBox="1"/>
          <p:nvPr/>
        </p:nvSpPr>
        <p:spPr>
          <a:xfrm>
            <a:off x="7700134" y="1402260"/>
            <a:ext cx="226060" cy="239395"/>
          </a:xfrm>
          <a:prstGeom prst="rect">
            <a:avLst/>
          </a:prstGeom>
        </p:spPr>
        <p:txBody>
          <a:bodyPr vert="horz" wrap="square" lIns="0" tIns="13335" rIns="0" bIns="0" rtlCol="0">
            <a:spAutoFit/>
          </a:bodyPr>
          <a:lstStyle/>
          <a:p>
            <a:pPr marL="12700">
              <a:lnSpc>
                <a:spcPct val="100000"/>
              </a:lnSpc>
              <a:spcBef>
                <a:spcPts val="105"/>
              </a:spcBef>
            </a:pPr>
            <a:r>
              <a:rPr sz="1400" spc="-25" dirty="0">
                <a:solidFill>
                  <a:srgbClr val="FFFFFF"/>
                </a:solidFill>
                <a:latin typeface="Calibri"/>
                <a:cs typeface="Calibri"/>
              </a:rPr>
              <a:t>PD</a:t>
            </a:r>
            <a:endParaRPr sz="1400">
              <a:latin typeface="Calibri"/>
              <a:cs typeface="Calibri"/>
            </a:endParaRPr>
          </a:p>
        </p:txBody>
      </p:sp>
      <p:grpSp>
        <p:nvGrpSpPr>
          <p:cNvPr id="24" name="object 24"/>
          <p:cNvGrpSpPr/>
          <p:nvPr/>
        </p:nvGrpSpPr>
        <p:grpSpPr>
          <a:xfrm>
            <a:off x="9712108" y="1063929"/>
            <a:ext cx="939800" cy="939800"/>
            <a:chOff x="9712108" y="1063929"/>
            <a:chExt cx="939800" cy="939800"/>
          </a:xfrm>
        </p:grpSpPr>
        <p:sp>
          <p:nvSpPr>
            <p:cNvPr id="25" name="object 25"/>
            <p:cNvSpPr/>
            <p:nvPr/>
          </p:nvSpPr>
          <p:spPr>
            <a:xfrm>
              <a:off x="9724808" y="10766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C0504D"/>
            </a:solidFill>
          </p:spPr>
          <p:txBody>
            <a:bodyPr wrap="square" lIns="0" tIns="0" rIns="0" bIns="0" rtlCol="0"/>
            <a:lstStyle/>
            <a:p>
              <a:endParaRPr/>
            </a:p>
          </p:txBody>
        </p:sp>
        <p:sp>
          <p:nvSpPr>
            <p:cNvPr id="26" name="object 26"/>
            <p:cNvSpPr/>
            <p:nvPr/>
          </p:nvSpPr>
          <p:spPr>
            <a:xfrm>
              <a:off x="9724808" y="10766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4F1D1B"/>
              </a:solidFill>
            </a:ln>
          </p:spPr>
          <p:txBody>
            <a:bodyPr wrap="square" lIns="0" tIns="0" rIns="0" bIns="0" rtlCol="0"/>
            <a:lstStyle/>
            <a:p>
              <a:endParaRPr/>
            </a:p>
          </p:txBody>
        </p:sp>
      </p:grpSp>
      <p:sp>
        <p:nvSpPr>
          <p:cNvPr id="27" name="object 27"/>
          <p:cNvSpPr txBox="1"/>
          <p:nvPr/>
        </p:nvSpPr>
        <p:spPr>
          <a:xfrm>
            <a:off x="9807254" y="1188900"/>
            <a:ext cx="749300" cy="666750"/>
          </a:xfrm>
          <a:prstGeom prst="rect">
            <a:avLst/>
          </a:prstGeom>
        </p:spPr>
        <p:txBody>
          <a:bodyPr vert="horz" wrap="square" lIns="0" tIns="13335" rIns="0" bIns="0" rtlCol="0">
            <a:spAutoFit/>
          </a:bodyPr>
          <a:lstStyle/>
          <a:p>
            <a:pPr marL="12065" marR="5080" indent="-1905" algn="ctr">
              <a:lnSpc>
                <a:spcPct val="100000"/>
              </a:lnSpc>
              <a:spcBef>
                <a:spcPts val="105"/>
              </a:spcBef>
            </a:pPr>
            <a:r>
              <a:rPr sz="1400" dirty="0">
                <a:solidFill>
                  <a:srgbClr val="FFFFFF"/>
                </a:solidFill>
                <a:latin typeface="Calibri"/>
                <a:cs typeface="Calibri"/>
              </a:rPr>
              <a:t>Analog</a:t>
            </a:r>
            <a:r>
              <a:rPr sz="1400" spc="-45" dirty="0">
                <a:solidFill>
                  <a:srgbClr val="FFFFFF"/>
                </a:solidFill>
                <a:latin typeface="Calibri"/>
                <a:cs typeface="Calibri"/>
              </a:rPr>
              <a:t> </a:t>
            </a:r>
            <a:r>
              <a:rPr sz="1400" spc="-25" dirty="0">
                <a:solidFill>
                  <a:srgbClr val="FFFFFF"/>
                </a:solidFill>
                <a:latin typeface="Calibri"/>
                <a:cs typeface="Calibri"/>
              </a:rPr>
              <a:t>to </a:t>
            </a:r>
            <a:r>
              <a:rPr sz="1400" spc="-10" dirty="0">
                <a:solidFill>
                  <a:srgbClr val="FFFFFF"/>
                </a:solidFill>
                <a:latin typeface="Calibri"/>
                <a:cs typeface="Calibri"/>
              </a:rPr>
              <a:t>Digital Converter</a:t>
            </a:r>
            <a:endParaRPr sz="1400">
              <a:latin typeface="Calibri"/>
              <a:cs typeface="Calibri"/>
            </a:endParaRPr>
          </a:p>
        </p:txBody>
      </p:sp>
      <p:grpSp>
        <p:nvGrpSpPr>
          <p:cNvPr id="28" name="object 28"/>
          <p:cNvGrpSpPr/>
          <p:nvPr/>
        </p:nvGrpSpPr>
        <p:grpSpPr>
          <a:xfrm>
            <a:off x="8539619" y="1069378"/>
            <a:ext cx="939800" cy="939800"/>
            <a:chOff x="8539619" y="1069378"/>
            <a:chExt cx="939800" cy="939800"/>
          </a:xfrm>
        </p:grpSpPr>
        <p:sp>
          <p:nvSpPr>
            <p:cNvPr id="29" name="object 29"/>
            <p:cNvSpPr/>
            <p:nvPr/>
          </p:nvSpPr>
          <p:spPr>
            <a:xfrm>
              <a:off x="8552319" y="1082078"/>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30" name="object 30"/>
            <p:cNvSpPr/>
            <p:nvPr/>
          </p:nvSpPr>
          <p:spPr>
            <a:xfrm>
              <a:off x="8552319" y="1082078"/>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31" name="object 31"/>
          <p:cNvSpPr txBox="1"/>
          <p:nvPr/>
        </p:nvSpPr>
        <p:spPr>
          <a:xfrm>
            <a:off x="8662171" y="1407709"/>
            <a:ext cx="69278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Amplifier</a:t>
            </a:r>
            <a:endParaRPr sz="1400">
              <a:latin typeface="Calibri"/>
              <a:cs typeface="Calibri"/>
            </a:endParaRPr>
          </a:p>
        </p:txBody>
      </p:sp>
      <p:grpSp>
        <p:nvGrpSpPr>
          <p:cNvPr id="32" name="object 32"/>
          <p:cNvGrpSpPr/>
          <p:nvPr/>
        </p:nvGrpSpPr>
        <p:grpSpPr>
          <a:xfrm>
            <a:off x="10829823" y="1073759"/>
            <a:ext cx="939800" cy="939800"/>
            <a:chOff x="10829823" y="1073759"/>
            <a:chExt cx="939800" cy="939800"/>
          </a:xfrm>
        </p:grpSpPr>
        <p:sp>
          <p:nvSpPr>
            <p:cNvPr id="33" name="object 33"/>
            <p:cNvSpPr/>
            <p:nvPr/>
          </p:nvSpPr>
          <p:spPr>
            <a:xfrm>
              <a:off x="10842523" y="108645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34" name="object 34"/>
            <p:cNvSpPr/>
            <p:nvPr/>
          </p:nvSpPr>
          <p:spPr>
            <a:xfrm>
              <a:off x="10842523" y="108645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35" name="object 35"/>
          <p:cNvSpPr txBox="1"/>
          <p:nvPr/>
        </p:nvSpPr>
        <p:spPr>
          <a:xfrm>
            <a:off x="10923452" y="1412091"/>
            <a:ext cx="75247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Computer</a:t>
            </a:r>
            <a:endParaRPr sz="1400">
              <a:latin typeface="Calibri"/>
              <a:cs typeface="Calibri"/>
            </a:endParaRPr>
          </a:p>
        </p:txBody>
      </p:sp>
      <p:sp>
        <p:nvSpPr>
          <p:cNvPr id="36" name="object 36"/>
          <p:cNvSpPr/>
          <p:nvPr/>
        </p:nvSpPr>
        <p:spPr>
          <a:xfrm>
            <a:off x="304800" y="848029"/>
            <a:ext cx="4876800" cy="1371600"/>
          </a:xfrm>
          <a:custGeom>
            <a:avLst/>
            <a:gdLst/>
            <a:ahLst/>
            <a:cxnLst/>
            <a:rect l="l" t="t" r="r" b="b"/>
            <a:pathLst>
              <a:path w="4876800" h="1371600">
                <a:moveTo>
                  <a:pt x="0" y="0"/>
                </a:moveTo>
                <a:lnTo>
                  <a:pt x="4876800" y="0"/>
                </a:lnTo>
                <a:lnTo>
                  <a:pt x="4876800" y="1371600"/>
                </a:lnTo>
                <a:lnTo>
                  <a:pt x="0" y="1371600"/>
                </a:lnTo>
                <a:lnTo>
                  <a:pt x="0" y="0"/>
                </a:lnTo>
                <a:close/>
              </a:path>
            </a:pathLst>
          </a:custGeom>
          <a:ln w="25400">
            <a:solidFill>
              <a:srgbClr val="1C334E"/>
            </a:solidFill>
            <a:prstDash val="sysDash"/>
          </a:ln>
        </p:spPr>
        <p:txBody>
          <a:bodyPr wrap="square" lIns="0" tIns="0" rIns="0" bIns="0" rtlCol="0"/>
          <a:lstStyle/>
          <a:p>
            <a:endParaRPr/>
          </a:p>
        </p:txBody>
      </p:sp>
      <p:sp>
        <p:nvSpPr>
          <p:cNvPr id="37" name="object 37"/>
          <p:cNvSpPr/>
          <p:nvPr/>
        </p:nvSpPr>
        <p:spPr>
          <a:xfrm>
            <a:off x="7239000" y="838200"/>
            <a:ext cx="4800600" cy="1371600"/>
          </a:xfrm>
          <a:custGeom>
            <a:avLst/>
            <a:gdLst/>
            <a:ahLst/>
            <a:cxnLst/>
            <a:rect l="l" t="t" r="r" b="b"/>
            <a:pathLst>
              <a:path w="4800600" h="1371600">
                <a:moveTo>
                  <a:pt x="0" y="0"/>
                </a:moveTo>
                <a:lnTo>
                  <a:pt x="4800600" y="0"/>
                </a:lnTo>
                <a:lnTo>
                  <a:pt x="4800600" y="1371600"/>
                </a:lnTo>
                <a:lnTo>
                  <a:pt x="0" y="1371600"/>
                </a:lnTo>
                <a:lnTo>
                  <a:pt x="0" y="0"/>
                </a:lnTo>
                <a:close/>
              </a:path>
            </a:pathLst>
          </a:custGeom>
          <a:ln w="25400">
            <a:solidFill>
              <a:srgbClr val="1C334E"/>
            </a:solidFill>
            <a:prstDash val="sysDash"/>
          </a:ln>
        </p:spPr>
        <p:txBody>
          <a:bodyPr wrap="square" lIns="0" tIns="0" rIns="0" bIns="0" rtlCol="0"/>
          <a:lstStyle/>
          <a:p>
            <a:endParaRPr/>
          </a:p>
        </p:txBody>
      </p:sp>
      <p:grpSp>
        <p:nvGrpSpPr>
          <p:cNvPr id="38" name="object 38"/>
          <p:cNvGrpSpPr/>
          <p:nvPr/>
        </p:nvGrpSpPr>
        <p:grpSpPr>
          <a:xfrm>
            <a:off x="5245100" y="1444932"/>
            <a:ext cx="1877695" cy="177800"/>
            <a:chOff x="5245100" y="1444932"/>
            <a:chExt cx="1877695" cy="177800"/>
          </a:xfrm>
        </p:grpSpPr>
        <p:sp>
          <p:nvSpPr>
            <p:cNvPr id="39" name="object 39"/>
            <p:cNvSpPr/>
            <p:nvPr/>
          </p:nvSpPr>
          <p:spPr>
            <a:xfrm>
              <a:off x="5257800" y="1457632"/>
              <a:ext cx="1852295" cy="152400"/>
            </a:xfrm>
            <a:custGeom>
              <a:avLst/>
              <a:gdLst/>
              <a:ahLst/>
              <a:cxnLst/>
              <a:rect l="l" t="t" r="r" b="b"/>
              <a:pathLst>
                <a:path w="1852295" h="152400">
                  <a:moveTo>
                    <a:pt x="1775955" y="0"/>
                  </a:moveTo>
                  <a:lnTo>
                    <a:pt x="1775955" y="38100"/>
                  </a:lnTo>
                  <a:lnTo>
                    <a:pt x="0" y="38100"/>
                  </a:lnTo>
                  <a:lnTo>
                    <a:pt x="0" y="114300"/>
                  </a:lnTo>
                  <a:lnTo>
                    <a:pt x="1775955" y="114300"/>
                  </a:lnTo>
                  <a:lnTo>
                    <a:pt x="1775955" y="152400"/>
                  </a:lnTo>
                  <a:lnTo>
                    <a:pt x="1852155" y="76200"/>
                  </a:lnTo>
                  <a:lnTo>
                    <a:pt x="1775955" y="0"/>
                  </a:lnTo>
                  <a:close/>
                </a:path>
              </a:pathLst>
            </a:custGeom>
            <a:solidFill>
              <a:srgbClr val="4F81BC"/>
            </a:solidFill>
          </p:spPr>
          <p:txBody>
            <a:bodyPr wrap="square" lIns="0" tIns="0" rIns="0" bIns="0" rtlCol="0"/>
            <a:lstStyle/>
            <a:p>
              <a:endParaRPr/>
            </a:p>
          </p:txBody>
        </p:sp>
        <p:sp>
          <p:nvSpPr>
            <p:cNvPr id="40" name="object 40"/>
            <p:cNvSpPr/>
            <p:nvPr/>
          </p:nvSpPr>
          <p:spPr>
            <a:xfrm>
              <a:off x="5257800" y="1457632"/>
              <a:ext cx="1852295" cy="152400"/>
            </a:xfrm>
            <a:custGeom>
              <a:avLst/>
              <a:gdLst/>
              <a:ahLst/>
              <a:cxnLst/>
              <a:rect l="l" t="t" r="r" b="b"/>
              <a:pathLst>
                <a:path w="1852295" h="152400">
                  <a:moveTo>
                    <a:pt x="0" y="38100"/>
                  </a:moveTo>
                  <a:lnTo>
                    <a:pt x="1775955" y="38100"/>
                  </a:lnTo>
                  <a:lnTo>
                    <a:pt x="1775955" y="0"/>
                  </a:lnTo>
                  <a:lnTo>
                    <a:pt x="1852155" y="76200"/>
                  </a:lnTo>
                  <a:lnTo>
                    <a:pt x="1775955" y="152400"/>
                  </a:lnTo>
                  <a:lnTo>
                    <a:pt x="1775955" y="114300"/>
                  </a:lnTo>
                  <a:lnTo>
                    <a:pt x="0" y="114300"/>
                  </a:lnTo>
                  <a:lnTo>
                    <a:pt x="0" y="38100"/>
                  </a:lnTo>
                  <a:close/>
                </a:path>
              </a:pathLst>
            </a:custGeom>
            <a:ln w="25400">
              <a:solidFill>
                <a:srgbClr val="1C334E"/>
              </a:solidFill>
            </a:ln>
          </p:spPr>
          <p:txBody>
            <a:bodyPr wrap="square" lIns="0" tIns="0" rIns="0" bIns="0" rtlCol="0"/>
            <a:lstStyle/>
            <a:p>
              <a:endParaRPr/>
            </a:p>
          </p:txBody>
        </p:sp>
      </p:grpSp>
      <p:pic>
        <p:nvPicPr>
          <p:cNvPr id="41" name="object 41"/>
          <p:cNvPicPr/>
          <p:nvPr/>
        </p:nvPicPr>
        <p:blipFill>
          <a:blip r:embed="rId2" cstate="print"/>
          <a:stretch>
            <a:fillRect/>
          </a:stretch>
        </p:blipFill>
        <p:spPr>
          <a:xfrm>
            <a:off x="6306321" y="2877516"/>
            <a:ext cx="5691419" cy="3211777"/>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Let’s</a:t>
            </a:r>
            <a:r>
              <a:rPr spc="-40" dirty="0"/>
              <a:t> </a:t>
            </a:r>
            <a:r>
              <a:rPr dirty="0"/>
              <a:t>talk</a:t>
            </a:r>
            <a:r>
              <a:rPr spc="-40" dirty="0"/>
              <a:t> </a:t>
            </a:r>
            <a:r>
              <a:rPr dirty="0"/>
              <a:t>about</a:t>
            </a:r>
            <a:r>
              <a:rPr spc="-20" dirty="0"/>
              <a:t> </a:t>
            </a:r>
            <a:r>
              <a:rPr dirty="0"/>
              <a:t>a</a:t>
            </a:r>
            <a:r>
              <a:rPr spc="-30" dirty="0"/>
              <a:t> </a:t>
            </a:r>
            <a:r>
              <a:rPr dirty="0"/>
              <a:t>real</a:t>
            </a:r>
            <a:r>
              <a:rPr spc="-45" dirty="0"/>
              <a:t> </a:t>
            </a:r>
            <a:r>
              <a:rPr dirty="0"/>
              <a:t>world</a:t>
            </a:r>
            <a:r>
              <a:rPr spc="-40" dirty="0"/>
              <a:t> </a:t>
            </a:r>
            <a:r>
              <a:rPr spc="-10" dirty="0"/>
              <a:t>system</a:t>
            </a:r>
          </a:p>
        </p:txBody>
      </p:sp>
      <p:grpSp>
        <p:nvGrpSpPr>
          <p:cNvPr id="3" name="object 3"/>
          <p:cNvGrpSpPr/>
          <p:nvPr/>
        </p:nvGrpSpPr>
        <p:grpSpPr>
          <a:xfrm>
            <a:off x="444500" y="1063929"/>
            <a:ext cx="939800" cy="939800"/>
            <a:chOff x="444500" y="1063929"/>
            <a:chExt cx="939800" cy="939800"/>
          </a:xfrm>
        </p:grpSpPr>
        <p:sp>
          <p:nvSpPr>
            <p:cNvPr id="4" name="object 4"/>
            <p:cNvSpPr/>
            <p:nvPr/>
          </p:nvSpPr>
          <p:spPr>
            <a:xfrm>
              <a:off x="457200" y="10766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C0504D"/>
            </a:solidFill>
          </p:spPr>
          <p:txBody>
            <a:bodyPr wrap="square" lIns="0" tIns="0" rIns="0" bIns="0" rtlCol="0"/>
            <a:lstStyle/>
            <a:p>
              <a:endParaRPr/>
            </a:p>
          </p:txBody>
        </p:sp>
        <p:sp>
          <p:nvSpPr>
            <p:cNvPr id="5" name="object 5"/>
            <p:cNvSpPr/>
            <p:nvPr/>
          </p:nvSpPr>
          <p:spPr>
            <a:xfrm>
              <a:off x="457200" y="10766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4F1D1B"/>
              </a:solidFill>
            </a:ln>
          </p:spPr>
          <p:txBody>
            <a:bodyPr wrap="square" lIns="0" tIns="0" rIns="0" bIns="0" rtlCol="0"/>
            <a:lstStyle/>
            <a:p>
              <a:endParaRPr/>
            </a:p>
          </p:txBody>
        </p:sp>
      </p:grpSp>
      <p:sp>
        <p:nvSpPr>
          <p:cNvPr id="6" name="object 6"/>
          <p:cNvSpPr txBox="1"/>
          <p:nvPr/>
        </p:nvSpPr>
        <p:spPr>
          <a:xfrm>
            <a:off x="538130" y="1402260"/>
            <a:ext cx="75247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Computer</a:t>
            </a:r>
            <a:endParaRPr sz="1400">
              <a:latin typeface="Calibri"/>
              <a:cs typeface="Calibri"/>
            </a:endParaRPr>
          </a:p>
        </p:txBody>
      </p:sp>
      <p:grpSp>
        <p:nvGrpSpPr>
          <p:cNvPr id="7" name="object 7"/>
          <p:cNvGrpSpPr/>
          <p:nvPr/>
        </p:nvGrpSpPr>
        <p:grpSpPr>
          <a:xfrm>
            <a:off x="1617002" y="1063929"/>
            <a:ext cx="939800" cy="939800"/>
            <a:chOff x="1617002" y="1063929"/>
            <a:chExt cx="939800" cy="939800"/>
          </a:xfrm>
        </p:grpSpPr>
        <p:sp>
          <p:nvSpPr>
            <p:cNvPr id="8" name="object 8"/>
            <p:cNvSpPr/>
            <p:nvPr/>
          </p:nvSpPr>
          <p:spPr>
            <a:xfrm>
              <a:off x="1629702" y="10766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9" name="object 9"/>
            <p:cNvSpPr/>
            <p:nvPr/>
          </p:nvSpPr>
          <p:spPr>
            <a:xfrm>
              <a:off x="1629702" y="10766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0" name="object 10"/>
          <p:cNvSpPr txBox="1"/>
          <p:nvPr/>
        </p:nvSpPr>
        <p:spPr>
          <a:xfrm>
            <a:off x="1712157" y="1188900"/>
            <a:ext cx="749300" cy="666750"/>
          </a:xfrm>
          <a:prstGeom prst="rect">
            <a:avLst/>
          </a:prstGeom>
        </p:spPr>
        <p:txBody>
          <a:bodyPr vert="horz" wrap="square" lIns="0" tIns="13335" rIns="0" bIns="0" rtlCol="0">
            <a:spAutoFit/>
          </a:bodyPr>
          <a:lstStyle/>
          <a:p>
            <a:pPr marL="12700" marR="5080" algn="ctr">
              <a:lnSpc>
                <a:spcPct val="100000"/>
              </a:lnSpc>
              <a:spcBef>
                <a:spcPts val="105"/>
              </a:spcBef>
            </a:pPr>
            <a:r>
              <a:rPr sz="1400" dirty="0">
                <a:solidFill>
                  <a:srgbClr val="FFFFFF"/>
                </a:solidFill>
                <a:latin typeface="Calibri"/>
                <a:cs typeface="Calibri"/>
              </a:rPr>
              <a:t>Digital</a:t>
            </a:r>
            <a:r>
              <a:rPr sz="1400" spc="-40" dirty="0">
                <a:solidFill>
                  <a:srgbClr val="FFFFFF"/>
                </a:solidFill>
                <a:latin typeface="Calibri"/>
                <a:cs typeface="Calibri"/>
              </a:rPr>
              <a:t> </a:t>
            </a:r>
            <a:r>
              <a:rPr sz="1400" spc="-25" dirty="0">
                <a:solidFill>
                  <a:srgbClr val="FFFFFF"/>
                </a:solidFill>
                <a:latin typeface="Calibri"/>
                <a:cs typeface="Calibri"/>
              </a:rPr>
              <a:t>to </a:t>
            </a:r>
            <a:r>
              <a:rPr sz="1400" spc="-10" dirty="0">
                <a:solidFill>
                  <a:srgbClr val="FFFFFF"/>
                </a:solidFill>
                <a:latin typeface="Calibri"/>
                <a:cs typeface="Calibri"/>
              </a:rPr>
              <a:t>Analog Converter</a:t>
            </a:r>
            <a:endParaRPr sz="1400">
              <a:latin typeface="Calibri"/>
              <a:cs typeface="Calibri"/>
            </a:endParaRPr>
          </a:p>
        </p:txBody>
      </p:sp>
      <p:grpSp>
        <p:nvGrpSpPr>
          <p:cNvPr id="11" name="object 11"/>
          <p:cNvGrpSpPr/>
          <p:nvPr/>
        </p:nvGrpSpPr>
        <p:grpSpPr>
          <a:xfrm>
            <a:off x="2875699" y="1063929"/>
            <a:ext cx="939800" cy="939800"/>
            <a:chOff x="2875699" y="1063929"/>
            <a:chExt cx="939800" cy="939800"/>
          </a:xfrm>
        </p:grpSpPr>
        <p:sp>
          <p:nvSpPr>
            <p:cNvPr id="12" name="object 12"/>
            <p:cNvSpPr/>
            <p:nvPr/>
          </p:nvSpPr>
          <p:spPr>
            <a:xfrm>
              <a:off x="2888399" y="10766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13" name="object 13"/>
            <p:cNvSpPr/>
            <p:nvPr/>
          </p:nvSpPr>
          <p:spPr>
            <a:xfrm>
              <a:off x="2888399" y="10766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4" name="object 14"/>
          <p:cNvSpPr txBox="1"/>
          <p:nvPr/>
        </p:nvSpPr>
        <p:spPr>
          <a:xfrm>
            <a:off x="3098873" y="1188900"/>
            <a:ext cx="492125" cy="666750"/>
          </a:xfrm>
          <a:prstGeom prst="rect">
            <a:avLst/>
          </a:prstGeom>
        </p:spPr>
        <p:txBody>
          <a:bodyPr vert="horz" wrap="square" lIns="0" tIns="13335" rIns="0" bIns="0" rtlCol="0">
            <a:spAutoFit/>
          </a:bodyPr>
          <a:lstStyle/>
          <a:p>
            <a:pPr algn="ctr">
              <a:lnSpc>
                <a:spcPct val="100000"/>
              </a:lnSpc>
              <a:spcBef>
                <a:spcPts val="105"/>
              </a:spcBef>
            </a:pPr>
            <a:r>
              <a:rPr sz="1400" spc="-25" dirty="0">
                <a:solidFill>
                  <a:srgbClr val="FFFFFF"/>
                </a:solidFill>
                <a:latin typeface="Calibri"/>
                <a:cs typeface="Calibri"/>
              </a:rPr>
              <a:t>LED</a:t>
            </a:r>
            <a:endParaRPr sz="1400">
              <a:latin typeface="Calibri"/>
              <a:cs typeface="Calibri"/>
            </a:endParaRPr>
          </a:p>
          <a:p>
            <a:pPr marL="12700" marR="5080" indent="-635" algn="ctr">
              <a:lnSpc>
                <a:spcPct val="100000"/>
              </a:lnSpc>
            </a:pPr>
            <a:r>
              <a:rPr sz="1400" spc="-10" dirty="0">
                <a:solidFill>
                  <a:srgbClr val="FFFFFF"/>
                </a:solidFill>
                <a:latin typeface="Calibri"/>
                <a:cs typeface="Calibri"/>
              </a:rPr>
              <a:t>Driver Circuit</a:t>
            </a:r>
            <a:endParaRPr sz="1400">
              <a:latin typeface="Calibri"/>
              <a:cs typeface="Calibri"/>
            </a:endParaRPr>
          </a:p>
        </p:txBody>
      </p:sp>
      <p:grpSp>
        <p:nvGrpSpPr>
          <p:cNvPr id="15" name="object 15"/>
          <p:cNvGrpSpPr/>
          <p:nvPr/>
        </p:nvGrpSpPr>
        <p:grpSpPr>
          <a:xfrm>
            <a:off x="4125455" y="1063929"/>
            <a:ext cx="939800" cy="939800"/>
            <a:chOff x="4125455" y="1063929"/>
            <a:chExt cx="939800" cy="939800"/>
          </a:xfrm>
        </p:grpSpPr>
        <p:sp>
          <p:nvSpPr>
            <p:cNvPr id="16" name="object 16"/>
            <p:cNvSpPr/>
            <p:nvPr/>
          </p:nvSpPr>
          <p:spPr>
            <a:xfrm>
              <a:off x="4138155" y="10766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17" name="object 17"/>
            <p:cNvSpPr/>
            <p:nvPr/>
          </p:nvSpPr>
          <p:spPr>
            <a:xfrm>
              <a:off x="4138155" y="10766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8" name="object 18"/>
          <p:cNvSpPr txBox="1"/>
          <p:nvPr/>
        </p:nvSpPr>
        <p:spPr>
          <a:xfrm>
            <a:off x="4446158" y="1402260"/>
            <a:ext cx="297180" cy="239395"/>
          </a:xfrm>
          <a:prstGeom prst="rect">
            <a:avLst/>
          </a:prstGeom>
        </p:spPr>
        <p:txBody>
          <a:bodyPr vert="horz" wrap="square" lIns="0" tIns="13335" rIns="0" bIns="0" rtlCol="0">
            <a:spAutoFit/>
          </a:bodyPr>
          <a:lstStyle/>
          <a:p>
            <a:pPr marL="12700">
              <a:lnSpc>
                <a:spcPct val="100000"/>
              </a:lnSpc>
              <a:spcBef>
                <a:spcPts val="105"/>
              </a:spcBef>
            </a:pPr>
            <a:r>
              <a:rPr sz="1400" spc="-25" dirty="0">
                <a:solidFill>
                  <a:srgbClr val="FFFFFF"/>
                </a:solidFill>
                <a:latin typeface="Calibri"/>
                <a:cs typeface="Calibri"/>
              </a:rPr>
              <a:t>LED</a:t>
            </a:r>
            <a:endParaRPr sz="1400">
              <a:latin typeface="Calibri"/>
              <a:cs typeface="Calibri"/>
            </a:endParaRPr>
          </a:p>
        </p:txBody>
      </p:sp>
      <p:grpSp>
        <p:nvGrpSpPr>
          <p:cNvPr id="19" name="object 19"/>
          <p:cNvGrpSpPr/>
          <p:nvPr/>
        </p:nvGrpSpPr>
        <p:grpSpPr>
          <a:xfrm>
            <a:off x="7344371" y="1063929"/>
            <a:ext cx="939800" cy="939800"/>
            <a:chOff x="7344371" y="1063929"/>
            <a:chExt cx="939800" cy="939800"/>
          </a:xfrm>
        </p:grpSpPr>
        <p:sp>
          <p:nvSpPr>
            <p:cNvPr id="20" name="object 20"/>
            <p:cNvSpPr/>
            <p:nvPr/>
          </p:nvSpPr>
          <p:spPr>
            <a:xfrm>
              <a:off x="7357071" y="10766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21" name="object 21"/>
            <p:cNvSpPr/>
            <p:nvPr/>
          </p:nvSpPr>
          <p:spPr>
            <a:xfrm>
              <a:off x="7357071" y="10766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22" name="object 22"/>
          <p:cNvSpPr txBox="1"/>
          <p:nvPr/>
        </p:nvSpPr>
        <p:spPr>
          <a:xfrm>
            <a:off x="7700134" y="1402260"/>
            <a:ext cx="226060" cy="239395"/>
          </a:xfrm>
          <a:prstGeom prst="rect">
            <a:avLst/>
          </a:prstGeom>
        </p:spPr>
        <p:txBody>
          <a:bodyPr vert="horz" wrap="square" lIns="0" tIns="13335" rIns="0" bIns="0" rtlCol="0">
            <a:spAutoFit/>
          </a:bodyPr>
          <a:lstStyle/>
          <a:p>
            <a:pPr marL="12700">
              <a:lnSpc>
                <a:spcPct val="100000"/>
              </a:lnSpc>
              <a:spcBef>
                <a:spcPts val="105"/>
              </a:spcBef>
            </a:pPr>
            <a:r>
              <a:rPr sz="1400" spc="-25" dirty="0">
                <a:solidFill>
                  <a:srgbClr val="FFFFFF"/>
                </a:solidFill>
                <a:latin typeface="Calibri"/>
                <a:cs typeface="Calibri"/>
              </a:rPr>
              <a:t>PD</a:t>
            </a:r>
            <a:endParaRPr sz="1400">
              <a:latin typeface="Calibri"/>
              <a:cs typeface="Calibri"/>
            </a:endParaRPr>
          </a:p>
        </p:txBody>
      </p:sp>
      <p:grpSp>
        <p:nvGrpSpPr>
          <p:cNvPr id="23" name="object 23"/>
          <p:cNvGrpSpPr/>
          <p:nvPr/>
        </p:nvGrpSpPr>
        <p:grpSpPr>
          <a:xfrm>
            <a:off x="9712108" y="1063929"/>
            <a:ext cx="939800" cy="939800"/>
            <a:chOff x="9712108" y="1063929"/>
            <a:chExt cx="939800" cy="939800"/>
          </a:xfrm>
        </p:grpSpPr>
        <p:sp>
          <p:nvSpPr>
            <p:cNvPr id="24" name="object 24"/>
            <p:cNvSpPr/>
            <p:nvPr/>
          </p:nvSpPr>
          <p:spPr>
            <a:xfrm>
              <a:off x="9724808" y="10766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25" name="object 25"/>
            <p:cNvSpPr/>
            <p:nvPr/>
          </p:nvSpPr>
          <p:spPr>
            <a:xfrm>
              <a:off x="9724808" y="10766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26" name="object 26"/>
          <p:cNvSpPr txBox="1"/>
          <p:nvPr/>
        </p:nvSpPr>
        <p:spPr>
          <a:xfrm>
            <a:off x="9807254" y="1188900"/>
            <a:ext cx="749300" cy="666750"/>
          </a:xfrm>
          <a:prstGeom prst="rect">
            <a:avLst/>
          </a:prstGeom>
        </p:spPr>
        <p:txBody>
          <a:bodyPr vert="horz" wrap="square" lIns="0" tIns="13335" rIns="0" bIns="0" rtlCol="0">
            <a:spAutoFit/>
          </a:bodyPr>
          <a:lstStyle/>
          <a:p>
            <a:pPr marL="12065" marR="5080" indent="-1905" algn="ctr">
              <a:lnSpc>
                <a:spcPct val="100000"/>
              </a:lnSpc>
              <a:spcBef>
                <a:spcPts val="105"/>
              </a:spcBef>
            </a:pPr>
            <a:r>
              <a:rPr sz="1400" dirty="0">
                <a:solidFill>
                  <a:srgbClr val="FFFFFF"/>
                </a:solidFill>
                <a:latin typeface="Calibri"/>
                <a:cs typeface="Calibri"/>
              </a:rPr>
              <a:t>Analog</a:t>
            </a:r>
            <a:r>
              <a:rPr sz="1400" spc="-45" dirty="0">
                <a:solidFill>
                  <a:srgbClr val="FFFFFF"/>
                </a:solidFill>
                <a:latin typeface="Calibri"/>
                <a:cs typeface="Calibri"/>
              </a:rPr>
              <a:t> </a:t>
            </a:r>
            <a:r>
              <a:rPr sz="1400" spc="-25" dirty="0">
                <a:solidFill>
                  <a:srgbClr val="FFFFFF"/>
                </a:solidFill>
                <a:latin typeface="Calibri"/>
                <a:cs typeface="Calibri"/>
              </a:rPr>
              <a:t>to </a:t>
            </a:r>
            <a:r>
              <a:rPr sz="1400" spc="-10" dirty="0">
                <a:solidFill>
                  <a:srgbClr val="FFFFFF"/>
                </a:solidFill>
                <a:latin typeface="Calibri"/>
                <a:cs typeface="Calibri"/>
              </a:rPr>
              <a:t>Digital Converter</a:t>
            </a:r>
            <a:endParaRPr sz="1400">
              <a:latin typeface="Calibri"/>
              <a:cs typeface="Calibri"/>
            </a:endParaRPr>
          </a:p>
        </p:txBody>
      </p:sp>
      <p:grpSp>
        <p:nvGrpSpPr>
          <p:cNvPr id="27" name="object 27"/>
          <p:cNvGrpSpPr/>
          <p:nvPr/>
        </p:nvGrpSpPr>
        <p:grpSpPr>
          <a:xfrm>
            <a:off x="8539619" y="1069378"/>
            <a:ext cx="939800" cy="939800"/>
            <a:chOff x="8539619" y="1069378"/>
            <a:chExt cx="939800" cy="939800"/>
          </a:xfrm>
        </p:grpSpPr>
        <p:sp>
          <p:nvSpPr>
            <p:cNvPr id="28" name="object 28"/>
            <p:cNvSpPr/>
            <p:nvPr/>
          </p:nvSpPr>
          <p:spPr>
            <a:xfrm>
              <a:off x="8552319" y="1082078"/>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29" name="object 29"/>
            <p:cNvSpPr/>
            <p:nvPr/>
          </p:nvSpPr>
          <p:spPr>
            <a:xfrm>
              <a:off x="8552319" y="1082078"/>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30" name="object 30"/>
          <p:cNvSpPr txBox="1"/>
          <p:nvPr/>
        </p:nvSpPr>
        <p:spPr>
          <a:xfrm>
            <a:off x="8662171" y="1407709"/>
            <a:ext cx="69278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Amplifier</a:t>
            </a:r>
            <a:endParaRPr sz="1400">
              <a:latin typeface="Calibri"/>
              <a:cs typeface="Calibri"/>
            </a:endParaRPr>
          </a:p>
        </p:txBody>
      </p:sp>
      <p:grpSp>
        <p:nvGrpSpPr>
          <p:cNvPr id="31" name="object 31"/>
          <p:cNvGrpSpPr/>
          <p:nvPr/>
        </p:nvGrpSpPr>
        <p:grpSpPr>
          <a:xfrm>
            <a:off x="10829823" y="1073759"/>
            <a:ext cx="939800" cy="939800"/>
            <a:chOff x="10829823" y="1073759"/>
            <a:chExt cx="939800" cy="939800"/>
          </a:xfrm>
        </p:grpSpPr>
        <p:sp>
          <p:nvSpPr>
            <p:cNvPr id="32" name="object 32"/>
            <p:cNvSpPr/>
            <p:nvPr/>
          </p:nvSpPr>
          <p:spPr>
            <a:xfrm>
              <a:off x="10842523" y="108645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C0504D"/>
            </a:solidFill>
          </p:spPr>
          <p:txBody>
            <a:bodyPr wrap="square" lIns="0" tIns="0" rIns="0" bIns="0" rtlCol="0"/>
            <a:lstStyle/>
            <a:p>
              <a:endParaRPr/>
            </a:p>
          </p:txBody>
        </p:sp>
        <p:sp>
          <p:nvSpPr>
            <p:cNvPr id="33" name="object 33"/>
            <p:cNvSpPr/>
            <p:nvPr/>
          </p:nvSpPr>
          <p:spPr>
            <a:xfrm>
              <a:off x="10842523" y="108645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4F1D1B"/>
              </a:solidFill>
            </a:ln>
          </p:spPr>
          <p:txBody>
            <a:bodyPr wrap="square" lIns="0" tIns="0" rIns="0" bIns="0" rtlCol="0"/>
            <a:lstStyle/>
            <a:p>
              <a:endParaRPr/>
            </a:p>
          </p:txBody>
        </p:sp>
      </p:grpSp>
      <p:sp>
        <p:nvSpPr>
          <p:cNvPr id="34" name="object 34"/>
          <p:cNvSpPr txBox="1"/>
          <p:nvPr/>
        </p:nvSpPr>
        <p:spPr>
          <a:xfrm>
            <a:off x="10923452" y="1412091"/>
            <a:ext cx="75247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Computer</a:t>
            </a:r>
            <a:endParaRPr sz="1400">
              <a:latin typeface="Calibri"/>
              <a:cs typeface="Calibri"/>
            </a:endParaRPr>
          </a:p>
        </p:txBody>
      </p:sp>
      <p:sp>
        <p:nvSpPr>
          <p:cNvPr id="35" name="object 35"/>
          <p:cNvSpPr/>
          <p:nvPr/>
        </p:nvSpPr>
        <p:spPr>
          <a:xfrm>
            <a:off x="304800" y="848029"/>
            <a:ext cx="4876800" cy="1371600"/>
          </a:xfrm>
          <a:custGeom>
            <a:avLst/>
            <a:gdLst/>
            <a:ahLst/>
            <a:cxnLst/>
            <a:rect l="l" t="t" r="r" b="b"/>
            <a:pathLst>
              <a:path w="4876800" h="1371600">
                <a:moveTo>
                  <a:pt x="0" y="0"/>
                </a:moveTo>
                <a:lnTo>
                  <a:pt x="4876800" y="0"/>
                </a:lnTo>
                <a:lnTo>
                  <a:pt x="4876800" y="1371600"/>
                </a:lnTo>
                <a:lnTo>
                  <a:pt x="0" y="1371600"/>
                </a:lnTo>
                <a:lnTo>
                  <a:pt x="0" y="0"/>
                </a:lnTo>
                <a:close/>
              </a:path>
            </a:pathLst>
          </a:custGeom>
          <a:ln w="25400">
            <a:solidFill>
              <a:srgbClr val="1C334E"/>
            </a:solidFill>
            <a:prstDash val="sysDash"/>
          </a:ln>
        </p:spPr>
        <p:txBody>
          <a:bodyPr wrap="square" lIns="0" tIns="0" rIns="0" bIns="0" rtlCol="0"/>
          <a:lstStyle/>
          <a:p>
            <a:endParaRPr/>
          </a:p>
        </p:txBody>
      </p:sp>
      <p:sp>
        <p:nvSpPr>
          <p:cNvPr id="36" name="object 36"/>
          <p:cNvSpPr/>
          <p:nvPr/>
        </p:nvSpPr>
        <p:spPr>
          <a:xfrm>
            <a:off x="7239000" y="838200"/>
            <a:ext cx="4800600" cy="1371600"/>
          </a:xfrm>
          <a:custGeom>
            <a:avLst/>
            <a:gdLst/>
            <a:ahLst/>
            <a:cxnLst/>
            <a:rect l="l" t="t" r="r" b="b"/>
            <a:pathLst>
              <a:path w="4800600" h="1371600">
                <a:moveTo>
                  <a:pt x="0" y="0"/>
                </a:moveTo>
                <a:lnTo>
                  <a:pt x="4800600" y="0"/>
                </a:lnTo>
                <a:lnTo>
                  <a:pt x="4800600" y="1371600"/>
                </a:lnTo>
                <a:lnTo>
                  <a:pt x="0" y="1371600"/>
                </a:lnTo>
                <a:lnTo>
                  <a:pt x="0" y="0"/>
                </a:lnTo>
                <a:close/>
              </a:path>
            </a:pathLst>
          </a:custGeom>
          <a:ln w="25400">
            <a:solidFill>
              <a:srgbClr val="1C334E"/>
            </a:solidFill>
            <a:prstDash val="sysDash"/>
          </a:ln>
        </p:spPr>
        <p:txBody>
          <a:bodyPr wrap="square" lIns="0" tIns="0" rIns="0" bIns="0" rtlCol="0"/>
          <a:lstStyle/>
          <a:p>
            <a:endParaRPr/>
          </a:p>
        </p:txBody>
      </p:sp>
      <p:grpSp>
        <p:nvGrpSpPr>
          <p:cNvPr id="37" name="object 37"/>
          <p:cNvGrpSpPr/>
          <p:nvPr/>
        </p:nvGrpSpPr>
        <p:grpSpPr>
          <a:xfrm>
            <a:off x="5245100" y="1444932"/>
            <a:ext cx="1877695" cy="177800"/>
            <a:chOff x="5245100" y="1444932"/>
            <a:chExt cx="1877695" cy="177800"/>
          </a:xfrm>
        </p:grpSpPr>
        <p:sp>
          <p:nvSpPr>
            <p:cNvPr id="38" name="object 38"/>
            <p:cNvSpPr/>
            <p:nvPr/>
          </p:nvSpPr>
          <p:spPr>
            <a:xfrm>
              <a:off x="5257800" y="1457632"/>
              <a:ext cx="1852295" cy="152400"/>
            </a:xfrm>
            <a:custGeom>
              <a:avLst/>
              <a:gdLst/>
              <a:ahLst/>
              <a:cxnLst/>
              <a:rect l="l" t="t" r="r" b="b"/>
              <a:pathLst>
                <a:path w="1852295" h="152400">
                  <a:moveTo>
                    <a:pt x="1775955" y="0"/>
                  </a:moveTo>
                  <a:lnTo>
                    <a:pt x="1775955" y="38100"/>
                  </a:lnTo>
                  <a:lnTo>
                    <a:pt x="0" y="38100"/>
                  </a:lnTo>
                  <a:lnTo>
                    <a:pt x="0" y="114300"/>
                  </a:lnTo>
                  <a:lnTo>
                    <a:pt x="1775955" y="114300"/>
                  </a:lnTo>
                  <a:lnTo>
                    <a:pt x="1775955" y="152400"/>
                  </a:lnTo>
                  <a:lnTo>
                    <a:pt x="1852155" y="76200"/>
                  </a:lnTo>
                  <a:lnTo>
                    <a:pt x="1775955" y="0"/>
                  </a:lnTo>
                  <a:close/>
                </a:path>
              </a:pathLst>
            </a:custGeom>
            <a:solidFill>
              <a:srgbClr val="4F81BC"/>
            </a:solidFill>
          </p:spPr>
          <p:txBody>
            <a:bodyPr wrap="square" lIns="0" tIns="0" rIns="0" bIns="0" rtlCol="0"/>
            <a:lstStyle/>
            <a:p>
              <a:endParaRPr/>
            </a:p>
          </p:txBody>
        </p:sp>
        <p:sp>
          <p:nvSpPr>
            <p:cNvPr id="39" name="object 39"/>
            <p:cNvSpPr/>
            <p:nvPr/>
          </p:nvSpPr>
          <p:spPr>
            <a:xfrm>
              <a:off x="5257800" y="1457632"/>
              <a:ext cx="1852295" cy="152400"/>
            </a:xfrm>
            <a:custGeom>
              <a:avLst/>
              <a:gdLst/>
              <a:ahLst/>
              <a:cxnLst/>
              <a:rect l="l" t="t" r="r" b="b"/>
              <a:pathLst>
                <a:path w="1852295" h="152400">
                  <a:moveTo>
                    <a:pt x="0" y="38100"/>
                  </a:moveTo>
                  <a:lnTo>
                    <a:pt x="1775955" y="38100"/>
                  </a:lnTo>
                  <a:lnTo>
                    <a:pt x="1775955" y="0"/>
                  </a:lnTo>
                  <a:lnTo>
                    <a:pt x="1852155" y="76200"/>
                  </a:lnTo>
                  <a:lnTo>
                    <a:pt x="1775955" y="152400"/>
                  </a:lnTo>
                  <a:lnTo>
                    <a:pt x="1775955" y="114300"/>
                  </a:lnTo>
                  <a:lnTo>
                    <a:pt x="0" y="114300"/>
                  </a:lnTo>
                  <a:lnTo>
                    <a:pt x="0" y="38100"/>
                  </a:lnTo>
                  <a:close/>
                </a:path>
              </a:pathLst>
            </a:custGeom>
            <a:ln w="25400">
              <a:solidFill>
                <a:srgbClr val="1C334E"/>
              </a:solidFill>
            </a:ln>
          </p:spPr>
          <p:txBody>
            <a:bodyPr wrap="square" lIns="0" tIns="0" rIns="0" bIns="0" rtlCol="0"/>
            <a:lstStyle/>
            <a:p>
              <a:endParaRPr/>
            </a:p>
          </p:txBody>
        </p:sp>
      </p:grpSp>
      <p:pic>
        <p:nvPicPr>
          <p:cNvPr id="40" name="object 40"/>
          <p:cNvPicPr/>
          <p:nvPr/>
        </p:nvPicPr>
        <p:blipFill>
          <a:blip r:embed="rId2" cstate="print"/>
          <a:stretch>
            <a:fillRect/>
          </a:stretch>
        </p:blipFill>
        <p:spPr>
          <a:xfrm>
            <a:off x="6306321" y="2877516"/>
            <a:ext cx="5691419" cy="3211777"/>
          </a:xfrm>
          <a:prstGeom prst="rect">
            <a:avLst/>
          </a:prstGeom>
        </p:spPr>
      </p:pic>
      <p:pic>
        <p:nvPicPr>
          <p:cNvPr id="41" name="object 41"/>
          <p:cNvPicPr/>
          <p:nvPr/>
        </p:nvPicPr>
        <p:blipFill>
          <a:blip r:embed="rId3" cstate="print"/>
          <a:stretch>
            <a:fillRect/>
          </a:stretch>
        </p:blipFill>
        <p:spPr>
          <a:xfrm>
            <a:off x="261377" y="2998048"/>
            <a:ext cx="5806932" cy="3033465"/>
          </a:xfrm>
          <a:prstGeom prst="rect">
            <a:avLst/>
          </a:prstGeom>
        </p:spPr>
      </p:pic>
      <p:grpSp>
        <p:nvGrpSpPr>
          <p:cNvPr id="47" name="Group 46">
            <a:extLst>
              <a:ext uri="{FF2B5EF4-FFF2-40B4-BE49-F238E27FC236}">
                <a16:creationId xmlns:a16="http://schemas.microsoft.com/office/drawing/2014/main" id="{37B3C85C-6C78-4738-B9C6-0BDCFE0C1BA3}"/>
              </a:ext>
            </a:extLst>
          </p:cNvPr>
          <p:cNvGrpSpPr/>
          <p:nvPr/>
        </p:nvGrpSpPr>
        <p:grpSpPr>
          <a:xfrm>
            <a:off x="2573390" y="2460637"/>
            <a:ext cx="1014120" cy="277560"/>
            <a:chOff x="2573390" y="2460637"/>
            <a:chExt cx="1014120" cy="277560"/>
          </a:xfrm>
        </p:grpSpPr>
        <mc:AlternateContent xmlns:mc="http://schemas.openxmlformats.org/markup-compatibility/2006">
          <mc:Choice xmlns:p14="http://schemas.microsoft.com/office/powerpoint/2010/main" Requires="p14">
            <p:contentPart p14:bwMode="auto" r:id="rId4">
              <p14:nvContentPartPr>
                <p14:cNvPr id="42" name="Ink 41">
                  <a:extLst>
                    <a:ext uri="{FF2B5EF4-FFF2-40B4-BE49-F238E27FC236}">
                      <a16:creationId xmlns:a16="http://schemas.microsoft.com/office/drawing/2014/main" id="{73562B8A-B21D-84AF-8656-07F83ABB6007}"/>
                    </a:ext>
                  </a:extLst>
                </p14:cNvPr>
                <p14:cNvContentPartPr/>
                <p14:nvPr/>
              </p14:nvContentPartPr>
              <p14:xfrm>
                <a:off x="2573390" y="2497357"/>
                <a:ext cx="196200" cy="240840"/>
              </p14:xfrm>
            </p:contentPart>
          </mc:Choice>
          <mc:Fallback>
            <p:pic>
              <p:nvPicPr>
                <p:cNvPr id="42" name="Ink 41">
                  <a:extLst>
                    <a:ext uri="{FF2B5EF4-FFF2-40B4-BE49-F238E27FC236}">
                      <a16:creationId xmlns:a16="http://schemas.microsoft.com/office/drawing/2014/main" id="{73562B8A-B21D-84AF-8656-07F83ABB6007}"/>
                    </a:ext>
                  </a:extLst>
                </p:cNvPr>
                <p:cNvPicPr/>
                <p:nvPr/>
              </p:nvPicPr>
              <p:blipFill>
                <a:blip r:embed="rId5"/>
                <a:stretch>
                  <a:fillRect/>
                </a:stretch>
              </p:blipFill>
              <p:spPr>
                <a:xfrm>
                  <a:off x="2555390" y="2479717"/>
                  <a:ext cx="231840" cy="27648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43" name="Ink 42">
                  <a:extLst>
                    <a:ext uri="{FF2B5EF4-FFF2-40B4-BE49-F238E27FC236}">
                      <a16:creationId xmlns:a16="http://schemas.microsoft.com/office/drawing/2014/main" id="{5C7E130E-A517-D3E9-E014-406A2CF67611}"/>
                    </a:ext>
                  </a:extLst>
                </p14:cNvPr>
                <p14:cNvContentPartPr/>
                <p14:nvPr/>
              </p14:nvContentPartPr>
              <p14:xfrm>
                <a:off x="2845910" y="2460637"/>
                <a:ext cx="74160" cy="254160"/>
              </p14:xfrm>
            </p:contentPart>
          </mc:Choice>
          <mc:Fallback>
            <p:pic>
              <p:nvPicPr>
                <p:cNvPr id="43" name="Ink 42">
                  <a:extLst>
                    <a:ext uri="{FF2B5EF4-FFF2-40B4-BE49-F238E27FC236}">
                      <a16:creationId xmlns:a16="http://schemas.microsoft.com/office/drawing/2014/main" id="{5C7E130E-A517-D3E9-E014-406A2CF67611}"/>
                    </a:ext>
                  </a:extLst>
                </p:cNvPr>
                <p:cNvPicPr/>
                <p:nvPr/>
              </p:nvPicPr>
              <p:blipFill>
                <a:blip r:embed="rId7"/>
                <a:stretch>
                  <a:fillRect/>
                </a:stretch>
              </p:blipFill>
              <p:spPr>
                <a:xfrm>
                  <a:off x="2827910" y="2442637"/>
                  <a:ext cx="109800" cy="28980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44" name="Ink 43">
                  <a:extLst>
                    <a:ext uri="{FF2B5EF4-FFF2-40B4-BE49-F238E27FC236}">
                      <a16:creationId xmlns:a16="http://schemas.microsoft.com/office/drawing/2014/main" id="{2EAADDFD-8B43-C4FE-9171-C95148A0B9FE}"/>
                    </a:ext>
                  </a:extLst>
                </p14:cNvPr>
                <p14:cNvContentPartPr/>
                <p14:nvPr/>
              </p14:nvContentPartPr>
              <p14:xfrm>
                <a:off x="2962550" y="2528677"/>
                <a:ext cx="110520" cy="155520"/>
              </p14:xfrm>
            </p:contentPart>
          </mc:Choice>
          <mc:Fallback>
            <p:pic>
              <p:nvPicPr>
                <p:cNvPr id="44" name="Ink 43">
                  <a:extLst>
                    <a:ext uri="{FF2B5EF4-FFF2-40B4-BE49-F238E27FC236}">
                      <a16:creationId xmlns:a16="http://schemas.microsoft.com/office/drawing/2014/main" id="{2EAADDFD-8B43-C4FE-9171-C95148A0B9FE}"/>
                    </a:ext>
                  </a:extLst>
                </p:cNvPr>
                <p:cNvPicPr/>
                <p:nvPr/>
              </p:nvPicPr>
              <p:blipFill>
                <a:blip r:embed="rId9"/>
                <a:stretch>
                  <a:fillRect/>
                </a:stretch>
              </p:blipFill>
              <p:spPr>
                <a:xfrm>
                  <a:off x="2944550" y="2510677"/>
                  <a:ext cx="146160" cy="191160"/>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45" name="Ink 44">
                  <a:extLst>
                    <a:ext uri="{FF2B5EF4-FFF2-40B4-BE49-F238E27FC236}">
                      <a16:creationId xmlns:a16="http://schemas.microsoft.com/office/drawing/2014/main" id="{D04E59F9-071A-5FAF-A3EF-01E098DAEA80}"/>
                    </a:ext>
                  </a:extLst>
                </p14:cNvPr>
                <p14:cNvContentPartPr/>
                <p14:nvPr/>
              </p14:nvContentPartPr>
              <p14:xfrm>
                <a:off x="3147590" y="2508877"/>
                <a:ext cx="199440" cy="142200"/>
              </p14:xfrm>
            </p:contentPart>
          </mc:Choice>
          <mc:Fallback>
            <p:pic>
              <p:nvPicPr>
                <p:cNvPr id="45" name="Ink 44">
                  <a:extLst>
                    <a:ext uri="{FF2B5EF4-FFF2-40B4-BE49-F238E27FC236}">
                      <a16:creationId xmlns:a16="http://schemas.microsoft.com/office/drawing/2014/main" id="{D04E59F9-071A-5FAF-A3EF-01E098DAEA80}"/>
                    </a:ext>
                  </a:extLst>
                </p:cNvPr>
                <p:cNvPicPr/>
                <p:nvPr/>
              </p:nvPicPr>
              <p:blipFill>
                <a:blip r:embed="rId11"/>
                <a:stretch>
                  <a:fillRect/>
                </a:stretch>
              </p:blipFill>
              <p:spPr>
                <a:xfrm>
                  <a:off x="3129590" y="2491237"/>
                  <a:ext cx="235080" cy="177840"/>
                </a:xfrm>
                <a:prstGeom prst="rect">
                  <a:avLst/>
                </a:prstGeom>
              </p:spPr>
            </p:pic>
          </mc:Fallback>
        </mc:AlternateContent>
        <mc:AlternateContent xmlns:mc="http://schemas.openxmlformats.org/markup-compatibility/2006">
          <mc:Choice xmlns:p14="http://schemas.microsoft.com/office/powerpoint/2010/main" Requires="p14">
            <p:contentPart p14:bwMode="auto" r:id="rId12">
              <p14:nvContentPartPr>
                <p14:cNvPr id="46" name="Ink 45">
                  <a:extLst>
                    <a:ext uri="{FF2B5EF4-FFF2-40B4-BE49-F238E27FC236}">
                      <a16:creationId xmlns:a16="http://schemas.microsoft.com/office/drawing/2014/main" id="{268164AF-308A-5344-5D68-3B9B0BFC3663}"/>
                    </a:ext>
                  </a:extLst>
                </p14:cNvPr>
                <p14:cNvContentPartPr/>
                <p14:nvPr/>
              </p14:nvContentPartPr>
              <p14:xfrm>
                <a:off x="3371510" y="2493397"/>
                <a:ext cx="216000" cy="120600"/>
              </p14:xfrm>
            </p:contentPart>
          </mc:Choice>
          <mc:Fallback>
            <p:pic>
              <p:nvPicPr>
                <p:cNvPr id="46" name="Ink 45">
                  <a:extLst>
                    <a:ext uri="{FF2B5EF4-FFF2-40B4-BE49-F238E27FC236}">
                      <a16:creationId xmlns:a16="http://schemas.microsoft.com/office/drawing/2014/main" id="{268164AF-308A-5344-5D68-3B9B0BFC3663}"/>
                    </a:ext>
                  </a:extLst>
                </p:cNvPr>
                <p:cNvPicPr/>
                <p:nvPr/>
              </p:nvPicPr>
              <p:blipFill>
                <a:blip r:embed="rId13"/>
                <a:stretch>
                  <a:fillRect/>
                </a:stretch>
              </p:blipFill>
              <p:spPr>
                <a:xfrm>
                  <a:off x="3353870" y="2475757"/>
                  <a:ext cx="251640" cy="156240"/>
                </a:xfrm>
                <a:prstGeom prst="rect">
                  <a:avLst/>
                </a:prstGeom>
              </p:spPr>
            </p:pic>
          </mc:Fallback>
        </mc:AlternateContent>
      </p:grpSp>
      <p:grpSp>
        <p:nvGrpSpPr>
          <p:cNvPr id="66" name="Group 65">
            <a:extLst>
              <a:ext uri="{FF2B5EF4-FFF2-40B4-BE49-F238E27FC236}">
                <a16:creationId xmlns:a16="http://schemas.microsoft.com/office/drawing/2014/main" id="{7FF9629E-E2AA-C78B-78DB-6E869ADB5272}"/>
              </a:ext>
            </a:extLst>
          </p:cNvPr>
          <p:cNvGrpSpPr/>
          <p:nvPr/>
        </p:nvGrpSpPr>
        <p:grpSpPr>
          <a:xfrm>
            <a:off x="7878710" y="2385037"/>
            <a:ext cx="716400" cy="373680"/>
            <a:chOff x="7878710" y="2385037"/>
            <a:chExt cx="716400" cy="373680"/>
          </a:xfrm>
        </p:grpSpPr>
        <mc:AlternateContent xmlns:mc="http://schemas.openxmlformats.org/markup-compatibility/2006">
          <mc:Choice xmlns:p14="http://schemas.microsoft.com/office/powerpoint/2010/main" Requires="p14">
            <p:contentPart p14:bwMode="auto" r:id="rId14">
              <p14:nvContentPartPr>
                <p14:cNvPr id="48" name="Ink 47">
                  <a:extLst>
                    <a:ext uri="{FF2B5EF4-FFF2-40B4-BE49-F238E27FC236}">
                      <a16:creationId xmlns:a16="http://schemas.microsoft.com/office/drawing/2014/main" id="{5D81A552-3187-41FE-6135-F08CB9B72CAC}"/>
                    </a:ext>
                  </a:extLst>
                </p14:cNvPr>
                <p14:cNvContentPartPr/>
                <p14:nvPr/>
              </p14:nvContentPartPr>
              <p14:xfrm>
                <a:off x="7879430" y="2385037"/>
                <a:ext cx="157680" cy="238680"/>
              </p14:xfrm>
            </p:contentPart>
          </mc:Choice>
          <mc:Fallback>
            <p:pic>
              <p:nvPicPr>
                <p:cNvPr id="48" name="Ink 47">
                  <a:extLst>
                    <a:ext uri="{FF2B5EF4-FFF2-40B4-BE49-F238E27FC236}">
                      <a16:creationId xmlns:a16="http://schemas.microsoft.com/office/drawing/2014/main" id="{5D81A552-3187-41FE-6135-F08CB9B72CAC}"/>
                    </a:ext>
                  </a:extLst>
                </p:cNvPr>
                <p:cNvPicPr/>
                <p:nvPr/>
              </p:nvPicPr>
              <p:blipFill>
                <a:blip r:embed="rId15"/>
                <a:stretch>
                  <a:fillRect/>
                </a:stretch>
              </p:blipFill>
              <p:spPr>
                <a:xfrm>
                  <a:off x="7861430" y="2367037"/>
                  <a:ext cx="193320" cy="274320"/>
                </a:xfrm>
                <a:prstGeom prst="rect">
                  <a:avLst/>
                </a:prstGeom>
              </p:spPr>
            </p:pic>
          </mc:Fallback>
        </mc:AlternateContent>
        <mc:AlternateContent xmlns:mc="http://schemas.openxmlformats.org/markup-compatibility/2006">
          <mc:Choice xmlns:p14="http://schemas.microsoft.com/office/powerpoint/2010/main" Requires="p14">
            <p:contentPart p14:bwMode="auto" r:id="rId16">
              <p14:nvContentPartPr>
                <p14:cNvPr id="49" name="Ink 48">
                  <a:extLst>
                    <a:ext uri="{FF2B5EF4-FFF2-40B4-BE49-F238E27FC236}">
                      <a16:creationId xmlns:a16="http://schemas.microsoft.com/office/drawing/2014/main" id="{FD4FB7E2-4F6F-DAAE-8C2E-CDEFA86003EE}"/>
                    </a:ext>
                  </a:extLst>
                </p14:cNvPr>
                <p14:cNvContentPartPr/>
                <p14:nvPr/>
              </p14:nvContentPartPr>
              <p14:xfrm>
                <a:off x="7878710" y="2569357"/>
                <a:ext cx="18720" cy="69120"/>
              </p14:xfrm>
            </p:contentPart>
          </mc:Choice>
          <mc:Fallback>
            <p:pic>
              <p:nvPicPr>
                <p:cNvPr id="49" name="Ink 48">
                  <a:extLst>
                    <a:ext uri="{FF2B5EF4-FFF2-40B4-BE49-F238E27FC236}">
                      <a16:creationId xmlns:a16="http://schemas.microsoft.com/office/drawing/2014/main" id="{FD4FB7E2-4F6F-DAAE-8C2E-CDEFA86003EE}"/>
                    </a:ext>
                  </a:extLst>
                </p:cNvPr>
                <p:cNvPicPr/>
                <p:nvPr/>
              </p:nvPicPr>
              <p:blipFill>
                <a:blip r:embed="rId17"/>
                <a:stretch>
                  <a:fillRect/>
                </a:stretch>
              </p:blipFill>
              <p:spPr>
                <a:xfrm>
                  <a:off x="7861070" y="2551357"/>
                  <a:ext cx="54360" cy="104760"/>
                </a:xfrm>
                <a:prstGeom prst="rect">
                  <a:avLst/>
                </a:prstGeom>
              </p:spPr>
            </p:pic>
          </mc:Fallback>
        </mc:AlternateContent>
        <mc:AlternateContent xmlns:mc="http://schemas.openxmlformats.org/markup-compatibility/2006">
          <mc:Choice xmlns:p14="http://schemas.microsoft.com/office/powerpoint/2010/main" Requires="p14">
            <p:contentPart p14:bwMode="auto" r:id="rId18">
              <p14:nvContentPartPr>
                <p14:cNvPr id="50" name="Ink 49">
                  <a:extLst>
                    <a:ext uri="{FF2B5EF4-FFF2-40B4-BE49-F238E27FC236}">
                      <a16:creationId xmlns:a16="http://schemas.microsoft.com/office/drawing/2014/main" id="{18776A2B-AE4C-58CF-3185-FD5BAC302FB3}"/>
                    </a:ext>
                  </a:extLst>
                </p14:cNvPr>
                <p14:cNvContentPartPr/>
                <p14:nvPr/>
              </p14:nvContentPartPr>
              <p14:xfrm>
                <a:off x="8070950" y="2525797"/>
                <a:ext cx="94320" cy="93240"/>
              </p14:xfrm>
            </p:contentPart>
          </mc:Choice>
          <mc:Fallback>
            <p:pic>
              <p:nvPicPr>
                <p:cNvPr id="50" name="Ink 49">
                  <a:extLst>
                    <a:ext uri="{FF2B5EF4-FFF2-40B4-BE49-F238E27FC236}">
                      <a16:creationId xmlns:a16="http://schemas.microsoft.com/office/drawing/2014/main" id="{18776A2B-AE4C-58CF-3185-FD5BAC302FB3}"/>
                    </a:ext>
                  </a:extLst>
                </p:cNvPr>
                <p:cNvPicPr/>
                <p:nvPr/>
              </p:nvPicPr>
              <p:blipFill>
                <a:blip r:embed="rId19"/>
                <a:stretch>
                  <a:fillRect/>
                </a:stretch>
              </p:blipFill>
              <p:spPr>
                <a:xfrm>
                  <a:off x="8053310" y="2507797"/>
                  <a:ext cx="129960" cy="128880"/>
                </a:xfrm>
                <a:prstGeom prst="rect">
                  <a:avLst/>
                </a:prstGeom>
              </p:spPr>
            </p:pic>
          </mc:Fallback>
        </mc:AlternateContent>
        <mc:AlternateContent xmlns:mc="http://schemas.openxmlformats.org/markup-compatibility/2006">
          <mc:Choice xmlns:p14="http://schemas.microsoft.com/office/powerpoint/2010/main" Requires="p14">
            <p:contentPart p14:bwMode="auto" r:id="rId20">
              <p14:nvContentPartPr>
                <p14:cNvPr id="51" name="Ink 50">
                  <a:extLst>
                    <a:ext uri="{FF2B5EF4-FFF2-40B4-BE49-F238E27FC236}">
                      <a16:creationId xmlns:a16="http://schemas.microsoft.com/office/drawing/2014/main" id="{C71034FB-571A-3193-7F22-E510ED12F53E}"/>
                    </a:ext>
                  </a:extLst>
                </p14:cNvPr>
                <p14:cNvContentPartPr/>
                <p14:nvPr/>
              </p14:nvContentPartPr>
              <p14:xfrm>
                <a:off x="8250590" y="2491957"/>
                <a:ext cx="19440" cy="125280"/>
              </p14:xfrm>
            </p:contentPart>
          </mc:Choice>
          <mc:Fallback>
            <p:pic>
              <p:nvPicPr>
                <p:cNvPr id="51" name="Ink 50">
                  <a:extLst>
                    <a:ext uri="{FF2B5EF4-FFF2-40B4-BE49-F238E27FC236}">
                      <a16:creationId xmlns:a16="http://schemas.microsoft.com/office/drawing/2014/main" id="{C71034FB-571A-3193-7F22-E510ED12F53E}"/>
                    </a:ext>
                  </a:extLst>
                </p:cNvPr>
                <p:cNvPicPr/>
                <p:nvPr/>
              </p:nvPicPr>
              <p:blipFill>
                <a:blip r:embed="rId21"/>
                <a:stretch>
                  <a:fillRect/>
                </a:stretch>
              </p:blipFill>
              <p:spPr>
                <a:xfrm>
                  <a:off x="8232950" y="2473957"/>
                  <a:ext cx="55080" cy="160920"/>
                </a:xfrm>
                <a:prstGeom prst="rect">
                  <a:avLst/>
                </a:prstGeom>
              </p:spPr>
            </p:pic>
          </mc:Fallback>
        </mc:AlternateContent>
        <mc:AlternateContent xmlns:mc="http://schemas.openxmlformats.org/markup-compatibility/2006">
          <mc:Choice xmlns:p14="http://schemas.microsoft.com/office/powerpoint/2010/main" Requires="p14">
            <p:contentPart p14:bwMode="auto" r:id="rId22">
              <p14:nvContentPartPr>
                <p14:cNvPr id="52" name="Ink 51">
                  <a:extLst>
                    <a:ext uri="{FF2B5EF4-FFF2-40B4-BE49-F238E27FC236}">
                      <a16:creationId xmlns:a16="http://schemas.microsoft.com/office/drawing/2014/main" id="{EA048512-9882-F891-C57E-B3EFAFB25E8C}"/>
                    </a:ext>
                  </a:extLst>
                </p14:cNvPr>
                <p14:cNvContentPartPr/>
                <p14:nvPr/>
              </p14:nvContentPartPr>
              <p14:xfrm>
                <a:off x="8270030" y="2410237"/>
                <a:ext cx="5040" cy="33480"/>
              </p14:xfrm>
            </p:contentPart>
          </mc:Choice>
          <mc:Fallback>
            <p:pic>
              <p:nvPicPr>
                <p:cNvPr id="52" name="Ink 51">
                  <a:extLst>
                    <a:ext uri="{FF2B5EF4-FFF2-40B4-BE49-F238E27FC236}">
                      <a16:creationId xmlns:a16="http://schemas.microsoft.com/office/drawing/2014/main" id="{EA048512-9882-F891-C57E-B3EFAFB25E8C}"/>
                    </a:ext>
                  </a:extLst>
                </p:cNvPr>
                <p:cNvPicPr/>
                <p:nvPr/>
              </p:nvPicPr>
              <p:blipFill>
                <a:blip r:embed="rId23"/>
                <a:stretch>
                  <a:fillRect/>
                </a:stretch>
              </p:blipFill>
              <p:spPr>
                <a:xfrm>
                  <a:off x="8252390" y="2392597"/>
                  <a:ext cx="40680" cy="69120"/>
                </a:xfrm>
                <a:prstGeom prst="rect">
                  <a:avLst/>
                </a:prstGeom>
              </p:spPr>
            </p:pic>
          </mc:Fallback>
        </mc:AlternateContent>
        <mc:AlternateContent xmlns:mc="http://schemas.openxmlformats.org/markup-compatibility/2006">
          <mc:Choice xmlns:p14="http://schemas.microsoft.com/office/powerpoint/2010/main" Requires="p14">
            <p:contentPart p14:bwMode="auto" r:id="rId24">
              <p14:nvContentPartPr>
                <p14:cNvPr id="53" name="Ink 52">
                  <a:extLst>
                    <a:ext uri="{FF2B5EF4-FFF2-40B4-BE49-F238E27FC236}">
                      <a16:creationId xmlns:a16="http://schemas.microsoft.com/office/drawing/2014/main" id="{4DDCACAC-37F5-B9B8-DD31-895300226624}"/>
                    </a:ext>
                  </a:extLst>
                </p14:cNvPr>
                <p14:cNvContentPartPr/>
                <p14:nvPr/>
              </p14:nvContentPartPr>
              <p14:xfrm>
                <a:off x="8363270" y="2461717"/>
                <a:ext cx="84240" cy="164880"/>
              </p14:xfrm>
            </p:contentPart>
          </mc:Choice>
          <mc:Fallback>
            <p:pic>
              <p:nvPicPr>
                <p:cNvPr id="53" name="Ink 52">
                  <a:extLst>
                    <a:ext uri="{FF2B5EF4-FFF2-40B4-BE49-F238E27FC236}">
                      <a16:creationId xmlns:a16="http://schemas.microsoft.com/office/drawing/2014/main" id="{4DDCACAC-37F5-B9B8-DD31-895300226624}"/>
                    </a:ext>
                  </a:extLst>
                </p:cNvPr>
                <p:cNvPicPr/>
                <p:nvPr/>
              </p:nvPicPr>
              <p:blipFill>
                <a:blip r:embed="rId25"/>
                <a:stretch>
                  <a:fillRect/>
                </a:stretch>
              </p:blipFill>
              <p:spPr>
                <a:xfrm>
                  <a:off x="8345630" y="2443717"/>
                  <a:ext cx="119880" cy="200520"/>
                </a:xfrm>
                <a:prstGeom prst="rect">
                  <a:avLst/>
                </a:prstGeom>
              </p:spPr>
            </p:pic>
          </mc:Fallback>
        </mc:AlternateContent>
        <mc:AlternateContent xmlns:mc="http://schemas.openxmlformats.org/markup-compatibility/2006">
          <mc:Choice xmlns:p14="http://schemas.microsoft.com/office/powerpoint/2010/main" Requires="p14">
            <p:contentPart p14:bwMode="auto" r:id="rId26">
              <p14:nvContentPartPr>
                <p14:cNvPr id="54" name="Ink 53">
                  <a:extLst>
                    <a:ext uri="{FF2B5EF4-FFF2-40B4-BE49-F238E27FC236}">
                      <a16:creationId xmlns:a16="http://schemas.microsoft.com/office/drawing/2014/main" id="{17B938A3-221E-61A7-FAEB-6AF881B4F597}"/>
                    </a:ext>
                  </a:extLst>
                </p14:cNvPr>
                <p14:cNvContentPartPr/>
                <p14:nvPr/>
              </p14:nvContentPartPr>
              <p14:xfrm>
                <a:off x="8511950" y="2510317"/>
                <a:ext cx="83160" cy="248400"/>
              </p14:xfrm>
            </p:contentPart>
          </mc:Choice>
          <mc:Fallback>
            <p:pic>
              <p:nvPicPr>
                <p:cNvPr id="54" name="Ink 53">
                  <a:extLst>
                    <a:ext uri="{FF2B5EF4-FFF2-40B4-BE49-F238E27FC236}">
                      <a16:creationId xmlns:a16="http://schemas.microsoft.com/office/drawing/2014/main" id="{17B938A3-221E-61A7-FAEB-6AF881B4F597}"/>
                    </a:ext>
                  </a:extLst>
                </p:cNvPr>
                <p:cNvPicPr/>
                <p:nvPr/>
              </p:nvPicPr>
              <p:blipFill>
                <a:blip r:embed="rId27"/>
                <a:stretch>
                  <a:fillRect/>
                </a:stretch>
              </p:blipFill>
              <p:spPr>
                <a:xfrm>
                  <a:off x="8494310" y="2492677"/>
                  <a:ext cx="118800" cy="284040"/>
                </a:xfrm>
                <a:prstGeom prst="rect">
                  <a:avLst/>
                </a:prstGeom>
              </p:spPr>
            </p:pic>
          </mc:Fallback>
        </mc:AlternateContent>
      </p:grpSp>
      <p:grpSp>
        <p:nvGrpSpPr>
          <p:cNvPr id="65" name="Group 64">
            <a:extLst>
              <a:ext uri="{FF2B5EF4-FFF2-40B4-BE49-F238E27FC236}">
                <a16:creationId xmlns:a16="http://schemas.microsoft.com/office/drawing/2014/main" id="{EE7F54BC-BB35-D408-BA14-E7052126BA05}"/>
              </a:ext>
            </a:extLst>
          </p:cNvPr>
          <p:cNvGrpSpPr/>
          <p:nvPr/>
        </p:nvGrpSpPr>
        <p:grpSpPr>
          <a:xfrm>
            <a:off x="9055910" y="2365957"/>
            <a:ext cx="1250640" cy="324360"/>
            <a:chOff x="9055910" y="2365957"/>
            <a:chExt cx="1250640" cy="324360"/>
          </a:xfrm>
        </p:grpSpPr>
        <mc:AlternateContent xmlns:mc="http://schemas.openxmlformats.org/markup-compatibility/2006">
          <mc:Choice xmlns:p14="http://schemas.microsoft.com/office/powerpoint/2010/main" Requires="p14">
            <p:contentPart p14:bwMode="auto" r:id="rId28">
              <p14:nvContentPartPr>
                <p14:cNvPr id="55" name="Ink 54">
                  <a:extLst>
                    <a:ext uri="{FF2B5EF4-FFF2-40B4-BE49-F238E27FC236}">
                      <a16:creationId xmlns:a16="http://schemas.microsoft.com/office/drawing/2014/main" id="{AA8F8DA3-670B-BB19-5B91-8625AE55B648}"/>
                    </a:ext>
                  </a:extLst>
                </p14:cNvPr>
                <p14:cNvContentPartPr/>
                <p14:nvPr/>
              </p14:nvContentPartPr>
              <p14:xfrm>
                <a:off x="9055910" y="2489077"/>
                <a:ext cx="153000" cy="170640"/>
              </p14:xfrm>
            </p:contentPart>
          </mc:Choice>
          <mc:Fallback>
            <p:pic>
              <p:nvPicPr>
                <p:cNvPr id="55" name="Ink 54">
                  <a:extLst>
                    <a:ext uri="{FF2B5EF4-FFF2-40B4-BE49-F238E27FC236}">
                      <a16:creationId xmlns:a16="http://schemas.microsoft.com/office/drawing/2014/main" id="{AA8F8DA3-670B-BB19-5B91-8625AE55B648}"/>
                    </a:ext>
                  </a:extLst>
                </p:cNvPr>
                <p:cNvPicPr/>
                <p:nvPr/>
              </p:nvPicPr>
              <p:blipFill>
                <a:blip r:embed="rId29"/>
                <a:stretch>
                  <a:fillRect/>
                </a:stretch>
              </p:blipFill>
              <p:spPr>
                <a:xfrm>
                  <a:off x="9037910" y="2471437"/>
                  <a:ext cx="188640" cy="206280"/>
                </a:xfrm>
                <a:prstGeom prst="rect">
                  <a:avLst/>
                </a:prstGeom>
              </p:spPr>
            </p:pic>
          </mc:Fallback>
        </mc:AlternateContent>
        <mc:AlternateContent xmlns:mc="http://schemas.openxmlformats.org/markup-compatibility/2006">
          <mc:Choice xmlns:p14="http://schemas.microsoft.com/office/powerpoint/2010/main" Requires="p14">
            <p:contentPart p14:bwMode="auto" r:id="rId30">
              <p14:nvContentPartPr>
                <p14:cNvPr id="56" name="Ink 55">
                  <a:extLst>
                    <a:ext uri="{FF2B5EF4-FFF2-40B4-BE49-F238E27FC236}">
                      <a16:creationId xmlns:a16="http://schemas.microsoft.com/office/drawing/2014/main" id="{D76B5A4C-57D8-9CD7-DCB2-9AD7950C49D7}"/>
                    </a:ext>
                  </a:extLst>
                </p14:cNvPr>
                <p14:cNvContentPartPr/>
                <p14:nvPr/>
              </p14:nvContentPartPr>
              <p14:xfrm>
                <a:off x="9275870" y="2509237"/>
                <a:ext cx="177120" cy="136080"/>
              </p14:xfrm>
            </p:contentPart>
          </mc:Choice>
          <mc:Fallback>
            <p:pic>
              <p:nvPicPr>
                <p:cNvPr id="56" name="Ink 55">
                  <a:extLst>
                    <a:ext uri="{FF2B5EF4-FFF2-40B4-BE49-F238E27FC236}">
                      <a16:creationId xmlns:a16="http://schemas.microsoft.com/office/drawing/2014/main" id="{D76B5A4C-57D8-9CD7-DCB2-9AD7950C49D7}"/>
                    </a:ext>
                  </a:extLst>
                </p:cNvPr>
                <p:cNvPicPr/>
                <p:nvPr/>
              </p:nvPicPr>
              <p:blipFill>
                <a:blip r:embed="rId31"/>
                <a:stretch>
                  <a:fillRect/>
                </a:stretch>
              </p:blipFill>
              <p:spPr>
                <a:xfrm>
                  <a:off x="9257870" y="2491597"/>
                  <a:ext cx="212760" cy="171720"/>
                </a:xfrm>
                <a:prstGeom prst="rect">
                  <a:avLst/>
                </a:prstGeom>
              </p:spPr>
            </p:pic>
          </mc:Fallback>
        </mc:AlternateContent>
        <mc:AlternateContent xmlns:mc="http://schemas.openxmlformats.org/markup-compatibility/2006">
          <mc:Choice xmlns:p14="http://schemas.microsoft.com/office/powerpoint/2010/main" Requires="p14">
            <p:contentPart p14:bwMode="auto" r:id="rId32">
              <p14:nvContentPartPr>
                <p14:cNvPr id="57" name="Ink 56">
                  <a:extLst>
                    <a:ext uri="{FF2B5EF4-FFF2-40B4-BE49-F238E27FC236}">
                      <a16:creationId xmlns:a16="http://schemas.microsoft.com/office/drawing/2014/main" id="{C9C9C979-999F-EEF6-8D18-47136881CFD3}"/>
                    </a:ext>
                  </a:extLst>
                </p14:cNvPr>
                <p14:cNvContentPartPr/>
                <p14:nvPr/>
              </p14:nvContentPartPr>
              <p14:xfrm>
                <a:off x="9512030" y="2402317"/>
                <a:ext cx="44640" cy="224640"/>
              </p14:xfrm>
            </p:contentPart>
          </mc:Choice>
          <mc:Fallback>
            <p:pic>
              <p:nvPicPr>
                <p:cNvPr id="57" name="Ink 56">
                  <a:extLst>
                    <a:ext uri="{FF2B5EF4-FFF2-40B4-BE49-F238E27FC236}">
                      <a16:creationId xmlns:a16="http://schemas.microsoft.com/office/drawing/2014/main" id="{C9C9C979-999F-EEF6-8D18-47136881CFD3}"/>
                    </a:ext>
                  </a:extLst>
                </p:cNvPr>
                <p:cNvPicPr/>
                <p:nvPr/>
              </p:nvPicPr>
              <p:blipFill>
                <a:blip r:embed="rId33"/>
                <a:stretch>
                  <a:fillRect/>
                </a:stretch>
              </p:blipFill>
              <p:spPr>
                <a:xfrm>
                  <a:off x="9494390" y="2384677"/>
                  <a:ext cx="80280" cy="260280"/>
                </a:xfrm>
                <a:prstGeom prst="rect">
                  <a:avLst/>
                </a:prstGeom>
              </p:spPr>
            </p:pic>
          </mc:Fallback>
        </mc:AlternateContent>
        <mc:AlternateContent xmlns:mc="http://schemas.openxmlformats.org/markup-compatibility/2006">
          <mc:Choice xmlns:p14="http://schemas.microsoft.com/office/powerpoint/2010/main" Requires="p14">
            <p:contentPart p14:bwMode="auto" r:id="rId34">
              <p14:nvContentPartPr>
                <p14:cNvPr id="58" name="Ink 57">
                  <a:extLst>
                    <a:ext uri="{FF2B5EF4-FFF2-40B4-BE49-F238E27FC236}">
                      <a16:creationId xmlns:a16="http://schemas.microsoft.com/office/drawing/2014/main" id="{CCE2188F-1CBE-93E1-2C65-35BC63538299}"/>
                    </a:ext>
                  </a:extLst>
                </p14:cNvPr>
                <p14:cNvContentPartPr/>
                <p14:nvPr/>
              </p14:nvContentPartPr>
              <p14:xfrm>
                <a:off x="9490070" y="2548477"/>
                <a:ext cx="87480" cy="55080"/>
              </p14:xfrm>
            </p:contentPart>
          </mc:Choice>
          <mc:Fallback>
            <p:pic>
              <p:nvPicPr>
                <p:cNvPr id="58" name="Ink 57">
                  <a:extLst>
                    <a:ext uri="{FF2B5EF4-FFF2-40B4-BE49-F238E27FC236}">
                      <a16:creationId xmlns:a16="http://schemas.microsoft.com/office/drawing/2014/main" id="{CCE2188F-1CBE-93E1-2C65-35BC63538299}"/>
                    </a:ext>
                  </a:extLst>
                </p:cNvPr>
                <p:cNvPicPr/>
                <p:nvPr/>
              </p:nvPicPr>
              <p:blipFill>
                <a:blip r:embed="rId35"/>
                <a:stretch>
                  <a:fillRect/>
                </a:stretch>
              </p:blipFill>
              <p:spPr>
                <a:xfrm>
                  <a:off x="9472070" y="2530837"/>
                  <a:ext cx="123120" cy="90720"/>
                </a:xfrm>
                <a:prstGeom prst="rect">
                  <a:avLst/>
                </a:prstGeom>
              </p:spPr>
            </p:pic>
          </mc:Fallback>
        </mc:AlternateContent>
        <mc:AlternateContent xmlns:mc="http://schemas.openxmlformats.org/markup-compatibility/2006">
          <mc:Choice xmlns:p14="http://schemas.microsoft.com/office/powerpoint/2010/main" Requires="p14">
            <p:contentPart p14:bwMode="auto" r:id="rId36">
              <p14:nvContentPartPr>
                <p14:cNvPr id="59" name="Ink 58">
                  <a:extLst>
                    <a:ext uri="{FF2B5EF4-FFF2-40B4-BE49-F238E27FC236}">
                      <a16:creationId xmlns:a16="http://schemas.microsoft.com/office/drawing/2014/main" id="{3E860B07-CECA-27B1-74FB-F60F3E08F54D}"/>
                    </a:ext>
                  </a:extLst>
                </p14:cNvPr>
                <p14:cNvContentPartPr/>
                <p14:nvPr/>
              </p14:nvContentPartPr>
              <p14:xfrm>
                <a:off x="9634070" y="2545957"/>
                <a:ext cx="77040" cy="144360"/>
              </p14:xfrm>
            </p:contentPart>
          </mc:Choice>
          <mc:Fallback>
            <p:pic>
              <p:nvPicPr>
                <p:cNvPr id="59" name="Ink 58">
                  <a:extLst>
                    <a:ext uri="{FF2B5EF4-FFF2-40B4-BE49-F238E27FC236}">
                      <a16:creationId xmlns:a16="http://schemas.microsoft.com/office/drawing/2014/main" id="{3E860B07-CECA-27B1-74FB-F60F3E08F54D}"/>
                    </a:ext>
                  </a:extLst>
                </p:cNvPr>
                <p:cNvPicPr/>
                <p:nvPr/>
              </p:nvPicPr>
              <p:blipFill>
                <a:blip r:embed="rId37"/>
                <a:stretch>
                  <a:fillRect/>
                </a:stretch>
              </p:blipFill>
              <p:spPr>
                <a:xfrm>
                  <a:off x="9616430" y="2528317"/>
                  <a:ext cx="112680" cy="180000"/>
                </a:xfrm>
                <a:prstGeom prst="rect">
                  <a:avLst/>
                </a:prstGeom>
              </p:spPr>
            </p:pic>
          </mc:Fallback>
        </mc:AlternateContent>
        <mc:AlternateContent xmlns:mc="http://schemas.openxmlformats.org/markup-compatibility/2006">
          <mc:Choice xmlns:p14="http://schemas.microsoft.com/office/powerpoint/2010/main" Requires="p14">
            <p:contentPart p14:bwMode="auto" r:id="rId38">
              <p14:nvContentPartPr>
                <p14:cNvPr id="60" name="Ink 59">
                  <a:extLst>
                    <a:ext uri="{FF2B5EF4-FFF2-40B4-BE49-F238E27FC236}">
                      <a16:creationId xmlns:a16="http://schemas.microsoft.com/office/drawing/2014/main" id="{A12B788A-CF90-1095-D9E8-2FC6A8D66427}"/>
                    </a:ext>
                  </a:extLst>
                </p14:cNvPr>
                <p14:cNvContentPartPr/>
                <p14:nvPr/>
              </p14:nvContentPartPr>
              <p14:xfrm>
                <a:off x="9611390" y="2507437"/>
                <a:ext cx="121320" cy="101880"/>
              </p14:xfrm>
            </p:contentPart>
          </mc:Choice>
          <mc:Fallback>
            <p:pic>
              <p:nvPicPr>
                <p:cNvPr id="60" name="Ink 59">
                  <a:extLst>
                    <a:ext uri="{FF2B5EF4-FFF2-40B4-BE49-F238E27FC236}">
                      <a16:creationId xmlns:a16="http://schemas.microsoft.com/office/drawing/2014/main" id="{A12B788A-CF90-1095-D9E8-2FC6A8D66427}"/>
                    </a:ext>
                  </a:extLst>
                </p:cNvPr>
                <p:cNvPicPr/>
                <p:nvPr/>
              </p:nvPicPr>
              <p:blipFill>
                <a:blip r:embed="rId39"/>
                <a:stretch>
                  <a:fillRect/>
                </a:stretch>
              </p:blipFill>
              <p:spPr>
                <a:xfrm>
                  <a:off x="9593390" y="2489797"/>
                  <a:ext cx="156960" cy="137520"/>
                </a:xfrm>
                <a:prstGeom prst="rect">
                  <a:avLst/>
                </a:prstGeom>
              </p:spPr>
            </p:pic>
          </mc:Fallback>
        </mc:AlternateContent>
        <mc:AlternateContent xmlns:mc="http://schemas.openxmlformats.org/markup-compatibility/2006">
          <mc:Choice xmlns:p14="http://schemas.microsoft.com/office/powerpoint/2010/main" Requires="p14">
            <p:contentPart p14:bwMode="auto" r:id="rId40">
              <p14:nvContentPartPr>
                <p14:cNvPr id="61" name="Ink 60">
                  <a:extLst>
                    <a:ext uri="{FF2B5EF4-FFF2-40B4-BE49-F238E27FC236}">
                      <a16:creationId xmlns:a16="http://schemas.microsoft.com/office/drawing/2014/main" id="{F16C54D3-D28B-2DAC-6FC9-DE8D04108E5A}"/>
                    </a:ext>
                  </a:extLst>
                </p14:cNvPr>
                <p14:cNvContentPartPr/>
                <p14:nvPr/>
              </p14:nvContentPartPr>
              <p14:xfrm>
                <a:off x="9789950" y="2518957"/>
                <a:ext cx="159840" cy="82440"/>
              </p14:xfrm>
            </p:contentPart>
          </mc:Choice>
          <mc:Fallback>
            <p:pic>
              <p:nvPicPr>
                <p:cNvPr id="61" name="Ink 60">
                  <a:extLst>
                    <a:ext uri="{FF2B5EF4-FFF2-40B4-BE49-F238E27FC236}">
                      <a16:creationId xmlns:a16="http://schemas.microsoft.com/office/drawing/2014/main" id="{F16C54D3-D28B-2DAC-6FC9-DE8D04108E5A}"/>
                    </a:ext>
                  </a:extLst>
                </p:cNvPr>
                <p:cNvPicPr/>
                <p:nvPr/>
              </p:nvPicPr>
              <p:blipFill>
                <a:blip r:embed="rId41"/>
                <a:stretch>
                  <a:fillRect/>
                </a:stretch>
              </p:blipFill>
              <p:spPr>
                <a:xfrm>
                  <a:off x="9771950" y="2500957"/>
                  <a:ext cx="195480" cy="118080"/>
                </a:xfrm>
                <a:prstGeom prst="rect">
                  <a:avLst/>
                </a:prstGeom>
              </p:spPr>
            </p:pic>
          </mc:Fallback>
        </mc:AlternateContent>
        <mc:AlternateContent xmlns:mc="http://schemas.openxmlformats.org/markup-compatibility/2006">
          <mc:Choice xmlns:p14="http://schemas.microsoft.com/office/powerpoint/2010/main" Requires="p14">
            <p:contentPart p14:bwMode="auto" r:id="rId42">
              <p14:nvContentPartPr>
                <p14:cNvPr id="62" name="Ink 61">
                  <a:extLst>
                    <a:ext uri="{FF2B5EF4-FFF2-40B4-BE49-F238E27FC236}">
                      <a16:creationId xmlns:a16="http://schemas.microsoft.com/office/drawing/2014/main" id="{D9FA0143-27AA-04AA-080E-F0AFD5A6080A}"/>
                    </a:ext>
                  </a:extLst>
                </p14:cNvPr>
                <p14:cNvContentPartPr/>
                <p14:nvPr/>
              </p14:nvContentPartPr>
              <p14:xfrm>
                <a:off x="10037270" y="2365957"/>
                <a:ext cx="73440" cy="278640"/>
              </p14:xfrm>
            </p:contentPart>
          </mc:Choice>
          <mc:Fallback>
            <p:pic>
              <p:nvPicPr>
                <p:cNvPr id="62" name="Ink 61">
                  <a:extLst>
                    <a:ext uri="{FF2B5EF4-FFF2-40B4-BE49-F238E27FC236}">
                      <a16:creationId xmlns:a16="http://schemas.microsoft.com/office/drawing/2014/main" id="{D9FA0143-27AA-04AA-080E-F0AFD5A6080A}"/>
                    </a:ext>
                  </a:extLst>
                </p:cNvPr>
                <p:cNvPicPr/>
                <p:nvPr/>
              </p:nvPicPr>
              <p:blipFill>
                <a:blip r:embed="rId43"/>
                <a:stretch>
                  <a:fillRect/>
                </a:stretch>
              </p:blipFill>
              <p:spPr>
                <a:xfrm>
                  <a:off x="10019630" y="2348317"/>
                  <a:ext cx="109080" cy="314280"/>
                </a:xfrm>
                <a:prstGeom prst="rect">
                  <a:avLst/>
                </a:prstGeom>
              </p:spPr>
            </p:pic>
          </mc:Fallback>
        </mc:AlternateContent>
        <mc:AlternateContent xmlns:mc="http://schemas.openxmlformats.org/markup-compatibility/2006">
          <mc:Choice xmlns:p14="http://schemas.microsoft.com/office/powerpoint/2010/main" Requires="p14">
            <p:contentPart p14:bwMode="auto" r:id="rId44">
              <p14:nvContentPartPr>
                <p14:cNvPr id="63" name="Ink 62">
                  <a:extLst>
                    <a:ext uri="{FF2B5EF4-FFF2-40B4-BE49-F238E27FC236}">
                      <a16:creationId xmlns:a16="http://schemas.microsoft.com/office/drawing/2014/main" id="{C1D766C8-ABA7-D0A7-516D-F37A41E26E1F}"/>
                    </a:ext>
                  </a:extLst>
                </p14:cNvPr>
                <p14:cNvContentPartPr/>
                <p14:nvPr/>
              </p14:nvContentPartPr>
              <p14:xfrm>
                <a:off x="9964910" y="2507797"/>
                <a:ext cx="221400" cy="55440"/>
              </p14:xfrm>
            </p:contentPart>
          </mc:Choice>
          <mc:Fallback>
            <p:pic>
              <p:nvPicPr>
                <p:cNvPr id="63" name="Ink 62">
                  <a:extLst>
                    <a:ext uri="{FF2B5EF4-FFF2-40B4-BE49-F238E27FC236}">
                      <a16:creationId xmlns:a16="http://schemas.microsoft.com/office/drawing/2014/main" id="{C1D766C8-ABA7-D0A7-516D-F37A41E26E1F}"/>
                    </a:ext>
                  </a:extLst>
                </p:cNvPr>
                <p:cNvPicPr/>
                <p:nvPr/>
              </p:nvPicPr>
              <p:blipFill>
                <a:blip r:embed="rId45"/>
                <a:stretch>
                  <a:fillRect/>
                </a:stretch>
              </p:blipFill>
              <p:spPr>
                <a:xfrm>
                  <a:off x="9947270" y="2489797"/>
                  <a:ext cx="257040" cy="91080"/>
                </a:xfrm>
                <a:prstGeom prst="rect">
                  <a:avLst/>
                </a:prstGeom>
              </p:spPr>
            </p:pic>
          </mc:Fallback>
        </mc:AlternateContent>
        <mc:AlternateContent xmlns:mc="http://schemas.openxmlformats.org/markup-compatibility/2006">
          <mc:Choice xmlns:p14="http://schemas.microsoft.com/office/powerpoint/2010/main" Requires="p14">
            <p:contentPart p14:bwMode="auto" r:id="rId46">
              <p14:nvContentPartPr>
                <p14:cNvPr id="64" name="Ink 63">
                  <a:extLst>
                    <a:ext uri="{FF2B5EF4-FFF2-40B4-BE49-F238E27FC236}">
                      <a16:creationId xmlns:a16="http://schemas.microsoft.com/office/drawing/2014/main" id="{4C1C8E19-CBD0-1121-0461-A63B2A8C79C5}"/>
                    </a:ext>
                  </a:extLst>
                </p14:cNvPr>
                <p14:cNvContentPartPr/>
                <p14:nvPr/>
              </p14:nvContentPartPr>
              <p14:xfrm>
                <a:off x="10297190" y="2580517"/>
                <a:ext cx="9360" cy="10080"/>
              </p14:xfrm>
            </p:contentPart>
          </mc:Choice>
          <mc:Fallback>
            <p:pic>
              <p:nvPicPr>
                <p:cNvPr id="64" name="Ink 63">
                  <a:extLst>
                    <a:ext uri="{FF2B5EF4-FFF2-40B4-BE49-F238E27FC236}">
                      <a16:creationId xmlns:a16="http://schemas.microsoft.com/office/drawing/2014/main" id="{4C1C8E19-CBD0-1121-0461-A63B2A8C79C5}"/>
                    </a:ext>
                  </a:extLst>
                </p:cNvPr>
                <p:cNvPicPr/>
                <p:nvPr/>
              </p:nvPicPr>
              <p:blipFill>
                <a:blip r:embed="rId47"/>
                <a:stretch>
                  <a:fillRect/>
                </a:stretch>
              </p:blipFill>
              <p:spPr>
                <a:xfrm>
                  <a:off x="10279190" y="2562517"/>
                  <a:ext cx="45000" cy="45720"/>
                </a:xfrm>
                <a:prstGeom prst="rect">
                  <a:avLst/>
                </a:prstGeom>
              </p:spPr>
            </p:pic>
          </mc:Fallback>
        </mc:AlternateContent>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462C1"/>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1456</TotalTime>
  <Words>2885</Words>
  <Application>Microsoft Office PowerPoint</Application>
  <PresentationFormat>Widescreen</PresentationFormat>
  <Paragraphs>365</Paragraphs>
  <Slides>46</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46</vt:i4>
      </vt:variant>
    </vt:vector>
  </HeadingPairs>
  <TitlesOfParts>
    <vt:vector size="52" baseType="lpstr">
      <vt:lpstr>Aptos</vt:lpstr>
      <vt:lpstr>Arial</vt:lpstr>
      <vt:lpstr>Calibri</vt:lpstr>
      <vt:lpstr>Courier New</vt:lpstr>
      <vt:lpstr>Symbol</vt:lpstr>
      <vt:lpstr>Office Theme</vt:lpstr>
      <vt:lpstr>ECE 105: Introduction to Electrical Engineering</vt:lpstr>
      <vt:lpstr>How have we done optical communications in the past?</vt:lpstr>
      <vt:lpstr>How fast could we communicate using smoke signals?</vt:lpstr>
      <vt:lpstr>Optical Fiber </vt:lpstr>
      <vt:lpstr>Total internal reflection</vt:lpstr>
      <vt:lpstr>General properties of light</vt:lpstr>
      <vt:lpstr>Speed of light in different mediums</vt:lpstr>
      <vt:lpstr>Refractive index of different materials</vt:lpstr>
      <vt:lpstr>Waveguides </vt:lpstr>
      <vt:lpstr>Optical Fiber Transmission Speeds</vt:lpstr>
      <vt:lpstr>Optical Modulation Techniques</vt:lpstr>
      <vt:lpstr>Let’s design optical comm system</vt:lpstr>
      <vt:lpstr>Let’s design optical comm system</vt:lpstr>
      <vt:lpstr>PowerPoint Presentation</vt:lpstr>
      <vt:lpstr>Let’s talk about a real world system</vt:lpstr>
      <vt:lpstr>What is noise?</vt:lpstr>
      <vt:lpstr>Types of Noise</vt:lpstr>
      <vt:lpstr>PowerPoint Presentation</vt:lpstr>
      <vt:lpstr>PowerPoint Presentation</vt:lpstr>
      <vt:lpstr>Thermal Noise</vt:lpstr>
      <vt:lpstr>Shot Noise</vt:lpstr>
      <vt:lpstr>Shot Noise</vt:lpstr>
      <vt:lpstr>Flicker Noise</vt:lpstr>
      <vt:lpstr>Time and Frequency Domain Visualizations</vt:lpstr>
      <vt:lpstr>Time and Frequency Domain Visualizations</vt:lpstr>
      <vt:lpstr>How do different noise sources add?</vt:lpstr>
      <vt:lpstr>Power perspective of noise addition</vt:lpstr>
      <vt:lpstr>Examples of calculating Noise</vt:lpstr>
      <vt:lpstr>Power perspective of noise addition</vt:lpstr>
      <vt:lpstr>How do we calculate B</vt:lpstr>
      <vt:lpstr>How do we calculate f / B</vt:lpstr>
      <vt:lpstr>Example</vt:lpstr>
      <vt:lpstr>Example</vt:lpstr>
      <vt:lpstr>Example</vt:lpstr>
      <vt:lpstr>Example</vt:lpstr>
      <vt:lpstr>Let’s talk about a real world system</vt:lpstr>
      <vt:lpstr>Let’s talk about a real world system</vt:lpstr>
      <vt:lpstr>Let’s talk about a real world system</vt:lpstr>
      <vt:lpstr>Let’s talk about a real world system</vt:lpstr>
      <vt:lpstr>Let’s talk about a real world system</vt:lpstr>
      <vt:lpstr>Let’s talk about a real world system</vt:lpstr>
      <vt:lpstr>Let’s talk about a real world system</vt:lpstr>
      <vt:lpstr>Let’s talk about a real world system</vt:lpstr>
      <vt:lpstr>Let’s talk about a real world system</vt:lpstr>
      <vt:lpstr>Let’s talk about a real world system</vt:lpstr>
      <vt:lpstr>Let’s talk about a real world system</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Yasser Khan</dc:creator>
  <cp:lastModifiedBy>Yasser Khan</cp:lastModifiedBy>
  <cp:revision>50</cp:revision>
  <dcterms:created xsi:type="dcterms:W3CDTF">2024-11-12T21:23:41Z</dcterms:created>
  <dcterms:modified xsi:type="dcterms:W3CDTF">2025-11-13T23:46:22Z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2024-11-05T00:00:00Z</vt:filetime>
  </property>
  <property fmtid="{D5CDD505-2E9C-101B-9397-08002B2CF9AE}" pid="3" name="Creator">
    <vt:lpwstr>Microsoft® PowerPoint® for Microsoft 365</vt:lpwstr>
  </property>
  <property fmtid="{D5CDD505-2E9C-101B-9397-08002B2CF9AE}" pid="4" name="LastSaved">
    <vt:filetime>2024-11-12T00:00:00Z</vt:filetime>
  </property>
  <property fmtid="{D5CDD505-2E9C-101B-9397-08002B2CF9AE}" pid="5" name="Producer">
    <vt:lpwstr>Microsoft® PowerPoint® for Microsoft 365</vt:lpwstr>
  </property>
</Properties>
</file>